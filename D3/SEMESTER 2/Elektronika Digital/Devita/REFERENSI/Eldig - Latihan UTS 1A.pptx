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2961,'0'0'7305,"3"19"-7057,4 19-107,-3-18 56,-1 1 0,1 32-1,-4 101 52,0-150-240,-1 0 0,0 1 0,0-1 0,0 1-1,0-1 1,-4 8 0,3-8 0,0 1-1,1-1 1,-1 0-1,1 1 1,0-1-1,0 1 1,0 4-1,-6 22 54,8-20-34,0-19-69,1-17-970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15 1761,'0'0'4690,"0"-3"-4183,0 3-481,0-1 0,1 1 0,-1 0 1,0-1-1,0 1 0,0 0 0,0-1 0,0 1 1,0 0-1,0-1 0,0 1 0,0 0 1,0-1-1,0 1 0,0 0 0,0-1 0,0 1 1,0 0-1,-1-1 0,1 1 0,0 0 0,0-1 1,0 1-1,0 0 0,-1 0 0,1-1 0,0 1 1,0 0-1,0-1 0,-1 1 0,1 0 0,0 0 1,-1 0-1,1-1 0,0 1 0,0 0 0,-1 0 1,1 0-1,0 0 0,-1 0 0,1 0 0,0 0 1,-1-1-1,1 1 0,0 0 0,-1 0 0,1 0 1,-1 0-1,1 0 0,0 1 0,-1-1 0,1 0 1,0 0-1,-1 0 0,1 0 0,0 0 0,0 0 1,-1 0-1,1 1 0,0-1 0,-1 0 0,1 0 1,0 0-1,0 1 0,-1-1 0,1 1 0,-23 20 263,20-17-151,-243 270 2909,247-274-3059,-1 0 0,0 0 0,1 0 0,-1 0 0,0 0 1,0 0-1,1 0 0,-1 0 0,0 0 0,1 0 0,-1 0 0,0 0 0,0 0 1,1 0-1,-1 0 0,0 0 0,0 0 0,1 1 0,-1-1 0,0 0 0,0 0 0,1 0 1,-1 0-1,0 1 0,0-1 0,0 0 0,1 0 0,-1 1 0,0-1 0,0 0 0,0 0 1,0 1-1,0-1 0,0 0 0,1 0 0,-1 1 0,0-1 0,0 0 0,0 1 0,0-1 1,0 0-1,0 0 0,0 1 0,0-1 0,0 0 0,0 1 0,0-1 0,-1 0 0,1 0 1,0 1-1,0-1 0,0 0 0,0 0 0,0 1 0,0-1 0,-1 0 0,1 0 1,0 1-1,0-1 0,0 0 0,-1 0 0,1 0 0,0 1 0,0-1 0,0 0 0,-1 0 0,28-4-3374,-4-7-808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4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0 3426,'0'0'3596,"-35"33"232,-6 16-3211,3 0-1,-49 86 0,86-135-618,0 1-1,1 0 1,-1-1 0,1 1-1,0 0 1,-1 0 0,1 0-1,0-1 1,-1 1 0,1 0-1,0 0 1,0 0-1,0 0 1,0 0 0,0 0-1,0-1 1,0 3 0,0-3-43,0 1 0,1-1 0,-1 0 1,0 1-1,0-1 0,1 0 0,-1 1 1,0-1-1,1 0 0,-1 0 0,0 1 1,1-1-1,-1 0 0,1 0 0,-1 0 1,0 0-1,1 1 0,-1-1 0,1 0 1,-1 0-1,1 0 0,-1 0 0,0 0 1,2 0-1,2-1-623,0 1 1,0-1 0,0 0 0,0 0-1,8-3 1,6-5-3089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0 3874,'0'0'3143,"-2"8"-2151,-12 11-125,-77 95 2089,80-102-2850,0 0 0,-1-2 0,0 1 0,-1-2 0,0 1 0,-1-2 0,-15 8 0,25-13-91,1-1 16,5-8-170,2-1-424,0 0-1,1 0 1,0 1 0,1-1 0,-1 1-1,13-10 1,19-18-2863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105 41 4034</inkml:trace>
  <inkml:trace contextRef="#ctx0" brushRef="#br0" timeOffset="1">105 41 4034,'154'-34'1683,"-123"28"3770,-32 20-5060,-7 8-103,0 0 1,-2 0-1,-1-1 0,0 0 1,-1-1-1,-2 0 1,-26 30-1,39-49-289,-24 29-93,-1 0 1,-1-2-1,-40 31 1,39-43-3249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8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76 4946,'0'0'5448,"-4"-16"-1251,-8 12-3808,10 3-335,-1 0-1,1-1 1,-1 1 0,1 1-1,-1-1 1,1 0 0,-1 1-1,-3-1 1,-66 1-150,68 1 95,0 1 0,0-1 0,1 1 0,-1 0 0,1 0 0,-1 1 0,1-1 0,0 0 0,0 1 0,-3 3 1,4-4-1,-2 2 12,-1 1 0,1 0 0,0 0 0,0 0 0,0 0 0,1 1 0,0-1 1,0 1-1,0 0 0,1 0 0,0 0 0,0 1 0,1-1 0,-1 0 0,1 1 0,1-1 0,-1 0 0,1 1 0,0-1 0,1 1 0,-1-1 0,3 7 0,0-7 28,0 0 0,1-1 0,0 0 1,0 0-1,0 0 0,1 0 0,0 0 1,0-1-1,6 4 0,2 3 174,-10-9-204,-1 0-1,1 0 0,0-1 1,0 1-1,0-1 0,0 0 0,0 0 1,0 0-1,0 0 0,0-1 1,0 1-1,5 0 0,43-2 264,-27 0-187,29-3 33,-48 3-107,-1 0 0,0 0 0,0-1 0,0 1 0,0-1 1,0 1-1,0-1 0,0-1 0,-1 1 0,5-3 0,-6 2-12,0 0 0,-1 0 0,1 0 0,-1 0 0,1 0 1,-1 0-1,0 0 0,0-1 0,0 1 0,-1 0 0,1-1 1,0-3-1,2-11-10,6-13 0,-5 19-29,0 0 0,-1 0 0,0 0 0,-1 0 1,0-19-1,-2 26 31,0 0 1,0 0 0,-1 0 0,0 0 0,0 0-1,0 0 1,0 0 0,-1 1 0,-3-7-1,4 9 9,0 0 0,0 0 0,-1 0 0,1 0 0,-1 1 0,1-1 0,-1 1-1,0-1 1,1 1 0,-1 0 0,0-1 0,0 1 0,0 0 0,0 0-1,0 0 1,0 1 0,0-1 0,-1 0 0,1 1 0,0 0 0,0-1 0,0 1-1,-5 0 1,-31-1 16,23-1 6,-1 2 0,1 0 0,-29 4 0,40-3-20,0 1 0,1 0 0,-1-1 0,0 1 0,1 0 0,0 1-1,-1-1 1,1 1 0,0-1 0,0 1 0,0 0 0,1 0 0,-1 1-1,-3 5 1,-4 7 1,-14 31-1,19-37-3,-33 74-1767,24-55-1557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2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4978,'0'0'10973,"-6"3"-11696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3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4 144 2017,'0'0'1937,"0"-8"-1348,3-78 2672,-4 49-685,-1 24-368,2 21 259,-4 734 222,4-742-2841,0-11-2286,0-10-230,0-3-1590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 2497,'0'0'3938,"-8"9"-2201,2 10-1093,4-12-308,0 1 0,0-1 0,0 0 0,1 1 0,-1 12 0,2-9 126,0 3 131,0 0 0,1 0 0,3 17 0,-3-26-467,1-1 0,-1 1 1,1 0-1,0 0 0,0-1 1,1 0-1,0 1 1,-1-1-1,1 0 0,0 0 1,1 0-1,5 5 0,-4-5-55,0-1 0,0 1 0,0-1 0,0 0 0,0-1 0,1 1 0,-1-1 0,1 0 0,0 0 0,0-1 0,-1 1 0,1-1-1,0-1 1,0 1 0,0-1 0,11-1 0,-15 1-77,0 0 1,-1-1-1,1 1 0,0-1 0,0 1 0,0-1 1,0 0-1,-1 0 0,1 0 0,0 0 0,-1 0 1,1 0-1,0 0 0,-1-1 0,0 1 0,1 0 1,-1-1-1,0 1 0,0-1 0,0 0 0,0 1 1,0-1-1,0 0 0,0 0 0,0 0 0,-1 1 1,1-1-1,-1 0 0,1 0 0,-1-4 0,2-7-421,0-1 0,-1 0 0,-1-17 0,0 21 170,0 6 250,-1 1 0,1-1 0,-1 0 0,0 1 1,0-1-1,0 1 0,-1-1 0,1 1 0,-1-1 0,-4-5 0,-27-33 149,9 13-72,23 27-97,-14-16 181,15 18-156,-1-1 1,1 1-1,0 0 1,-1-1-1,1 1 0,0 0 1,-1 0-1,1-1 1,-1 1-1,1 0 1,-1 0-1,1 0 0,-1 0 1,1-1-1,0 1 1,-1 0-1,1 0 0,-1 0 1,1 0-1,-1 0 1,1 0-1,-1 0 1,1 0-1,-1 0 0,1 1 1,-1-1-1,1 0 1,-1 0-1,1 0 0,0 0 1,-1 1-1,1-1 1,-1 0-1,1 1 1,0-1-1,-1 0 0,1 0 1,-1 1-1,1-1 1,0 1-1,0-1 1,-1 0-1,1 1 0,0-1 1,0 1-1,-1-1 1,1 1-1,-18 43-2877,5-22-2059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5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3089,'0'0'6686,"10"-22"-3092,-8 18-2642,1 12-170,71 491 3169,-62-392-3303,-3-73-449,-7-28-142,-1 0 0,1 0-1,-1 0 1,1 12 0,-2-17-38,-1-36-3641,1 30 2314,0 0 0,0-1-1,0 1 1,0 0-1,-3-10 1,-3-3-5199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5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4498,'0'0'2940,"6"-11"-2857,47-85 2876,-53 96-2879,0 0 1,0 0-1,1 0 1,-1-1-1,0 1 1,0 0-1,0 0 1,1 0-1,-1 0 1,0 0-1,0 0 1,0 0-1,1 0 1,-1 0 0,0 0-1,0 1 1,0-1-1,1 0 1,0 0 321,-1 0-321,4 16 901,-2 23-808,-3 79 953,3 128 1113,-2-240-2175,0-2-38,0-1 0,0 0 0,0 1-1,0-1 1,1 0 0,-1 1 0,1-1-1,0 0 1,0 0 0,1 0 0,-1 0 0,2 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3954,'3'-2'7851,"-1"7"-7019,0 19-173,-2 39-630,0-53 220,-7 477 3924,7-487-4147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7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 3057,'0'0'7537,"-6"0"-5747,15-4-1651,-1 1-1,1 0 1,0 0-1,0 1 1,0 0-1,1 1 1,-1 0-1,0 0 1,1 1-1,13 2 1,-21-2-107,0 1 1,-1 0-1,1 0 0,0 0 1,-1 0-1,1 0 1,0 0-1,-1 1 0,1-1 1,-1 0-1,0 1 1,0-1-1,1 1 1,-1-1-1,0 1 0,0 0 1,0-1-1,-1 1 1,1 0-1,0 0 0,-1 0 1,1 0-1,-1 0 1,1-1-1,-1 1 0,0 2 1,2 9 183,0 0 0,-1 20 0,-1-24-127,0 3 69,0 0 1,-4 20-1,4-27-136,-2-1 0,1 0 0,0 0 0,-1 0 0,0 0 0,0 0-1,0 0 1,0-1 0,-1 1 0,1-1 0,-4 4 0,-5 5-21,-1-1-1,0 0 1,0 0 0,-1-2-1,-1 1 1,0-2 0,-14 8-1,69-17 113,-3 2 63,13-8 131,-37 4-1365,0 1 1,18-1-1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8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3169,'0'0'4074,"0"6"-3425,-1 110 3064,3 148 28,8-192-2738,-10-72-950,0-9-304,0-52-2058,0 18-2033,0 21 397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0:3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2593,'0'0'7094,"0"-1"-7010,0 0-1,0 0 1,0 0 0,1 0-1,-1-1 1,0 1 0,0 0-1,1 0 1,-1 0 0,1 0-1,-1 0 1,1 0 0,0-1-1,8-4 141,1 0 1,0 1-1,19-8 0,-24 11-150,0 1 0,0-1 0,0 1 0,0 0 0,0 1 0,0-1 0,1 1 0,-1 0 0,0 0-1,9 2 1,-12-2-25,-1 1-1,0 0 1,1 0-1,-1-1 1,0 1-1,1 0 1,-1 0-1,0 0 1,0 1-1,0-1 1,0 0-1,0 0 1,0 0-1,0 1 1,0-1-1,0 1 1,-1-1-1,1 2 1,9 28 499,-8-21-422,-1-1-1,-1 1 0,1 0 0,-1-1 0,-1 1 0,0 0 1,0-1-1,-4 15 0,3-18-84,0 0-1,0 0 1,-1 0 0,0 0-1,0-1 1,0 1 0,0-1-1,-1 0 1,0 0 0,0 0-1,-1-1 1,1 1 0,-1-1 0,-5 4-1,10-8-44,0 0-1,0 0 1,0 0 0,-1 0-1,1 1 1,0-1-1,0 0 1,0 0 0,0 0-1,0 0 1,0 0 0,0 0-1,-1 0 1,1 0-1,0 0 1,0 0 0,0 0-1,0 1 1,0-1-1,-1 0 1,1 0 0,0 0-1,0 0 1,0 0-1,0 0 1,-1 0 0,1 0-1,0 0 1,0 0-1,0-1 1,0 1 0,0 0-1,-1 0 1,1 0 0,0 0-1,0 0 1,0 0-1,0 0 1,0 0 0,0 0-1,-1 0 1,1 0-1,0-1 1,0 1 0,0 0-1,0 0 1,-1-11-632,1 9 555,0-3-6,1 0 0,0 1 0,-1-1 0,2 0 0,-1 0 0,1 0 0,-1 1 0,1-1 1,1 1-1,-1 0 0,0-1 0,1 1 0,0 0 0,0 0 0,0 1 0,1-1 0,-1 1 0,1-1 0,0 1 0,0 0 0,0 1 0,0-1 0,1 1 0,-1-1 0,1 1 0,-1 1 0,1-1 0,0 1 0,-1-1 0,1 1 0,7 0 1,-8 1 202,1 0 0,-1 0 0,0 0 0,1 1 0,-1-1 1,0 1-1,0 0 0,0 1 0,1-1 0,-1 1 1,7 3-1,-8-2-38,0-1 0,-1 1 0,1-1-1,-1 1 1,0 0 0,0 0 0,0 0 0,0 0 0,0 1 0,-1-1 0,1 0 0,-1 1 0,0-1 0,0 1 0,0 4 0,2 6 235,0 0 0,-2 0 0,0 0 0,0 0 0,-3 24 0,1-31-223,0 0-1,0 0 1,-1 0-1,0 0 1,0-1-1,0 1 1,-1-1-1,0 1 1,0-1 0,-1 0-1,0 0 1,0 0-1,-5 5 1,2-4-72,-1-1 1,1 0-1,-1 0 1,0-1-1,0 0 1,-1 0-1,1-1 0,-1 0 1,0 0-1,0-1 1,-1-1-1,-11 3 1,14-4-411,1-1-1,-1 1 1,0-1 0,0-1 0,0 1 0,-10-3 0,15 2 51,0 0 1,0 1 0,0-1-1,0 0 1,0 0-1,1 0 1,-1 0 0,0 0-1,0 0 1,1 0 0,-3-3-1,-11-21-6798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0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6147,'0'0'3844,"-2"-1"-3467,1 1 1,0 0-1,-1 0 0,1 0 0,0 0 0,0 1 0,-1-1 1,1 0-1,0 0 0,0 1 0,0-1 0,-1 1 0,1-1 1,0 1-1,-2 1 0,0 26-375,1 0-1,3 48 1,0-21 70,-1 496 286,1-526-349,2 0 0,5 27 0,-3-27-6,-1-1 1,0 29-1,-4 72-176,0-124 95,-24-3-2277,20-9 1018,1-20-1352,2-13-1142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1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3265,'0'0'3832,"0"-12"-3379,1-38-95,-1 48-301,0 0 0,1 0 0,-1 1 0,1-1 0,-1 0 0,1 1 1,0-1-1,-1 0 0,1 1 0,0-1 0,0 1 0,0-1 0,0 1 1,0-1-1,1 1 0,-1 0 0,0-1 0,1 1 0,-1 0 0,1 0 1,-1 0-1,1 0 0,-1 0 0,1 1 0,0-1 0,-1 0 1,1 1-1,0-1 0,-1 1 0,1 0 0,3-1 0,7-2 150,12-9 166,-15 7-243,1 0 0,0 1 0,-1 0 0,1 1 0,0 0 0,1 0-1,-1 1 1,19-1 0,92 3 876,-117 0-974,-1 1-1,1-1 1,-1 1 0,1 0-1,-1 0 1,0 0-1,0 1 1,1-1 0,-1 1-1,0 0 1,0-1 0,0 1-1,0 1 1,-1-1 0,5 4-1,3 5 156,0 1 0,11 16 0,-15-19-80,27 40 250,29 61 1,-48-78-239,-1 0 0,-2 1 0,-1 1 0,-1-1 0,-2 1 0,-2 1 0,2 43 0,-3 120-121,-4-158 68,-1-33-47,0 1 0,0-1-1,-1 0 1,0 0-1,0 0 1,0 0 0,-1-1-1,0 1 1,-1-1 0,1 0-1,-9 11 1,8-12-1,0 0 1,0 0-1,0 0 0,0-1 1,-1 0-1,0 1 0,0-2 1,0 1-1,0-1 0,-1 1 1,1-2-1,-1 1 0,-11 3 1,-2-3-24,-1-1 0,1-1 0,-1 0 0,0-2 0,-21-3 0,31 3-19,1-2 0,0 1 0,0-1 0,0-1 0,0 1 0,1-1 0,-10-7 0,-56-41-255,54 36 117,-38-23 0,53 36 116,1 1 0,-1 0 0,1 1 0,-1-1 0,0 1 0,0 0 0,1 0 0,-1 0 0,0 1 0,0 0 0,-7 0 0,12 0 25,9 0-3312,11 0-164,7 0-2535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2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0 236 2769,'0'0'7078,"7"0"-6814,-1 0-205,-3 1-30,0 0 0,1-1 0,-1 0 1,0 0-1,0 0 0,0 0 0,0 0 0,0-1 1,0 1-1,0-1 0,0 0 0,0 0 1,0 0-1,0 0 0,0-1 0,0 1 0,3-3 1,-1-2-12,-1 1 1,1-2 0,-1 1-1,0 0 1,-1-1 0,1 1-1,-1-1 1,-1 0 0,1 0-1,-1-1 1,0 1 0,-1 0-1,0-1 1,0 1 0,0-1-1,-1-7 1,0-4-227,0-26-600,0 43 794,0 0 1,-1 1-1,1-1 1,-1 0-1,1 1 0,-1-1 1,1 0-1,-1 1 1,0-1-1,0 1 0,0-1 1,0 1-1,0 0 1,0-1-1,0 1 0,0 0 1,-1 0-1,1-1 1,0 1-1,-1 0 0,-1-1 1,2 2 60,0-1 1,0 1 0,0-1 0,0 1-1,0 0 1,0-1 0,0 1-1,0 0 1,0 0 0,0-1-1,0 1 1,0 0 0,0 0-1,0 0 1,0 0 0,-1 1-1,1-1 1,-1 1 0,1-1-3,0 1 0,1 0 0,-1-1 0,0 1 0,1 0 0,-1 0 0,1 0 0,0 0 0,-1-1 0,1 1 0,-1 0 0,1 0 0,0 0 0,0 0 0,0 0 0,-1 0 0,1 0 1,0 0-1,0 0 0,0 0 0,1 1 0,-2 54 830,2 65-392,1-107-375,0 0-1,1 0 1,0 0 0,2 0 0,9 23 0,37 62 915,-45-89-854,-1 0 0,2-1-1,0 0 1,13 14 0,-17-20-108,0 0 0,0-1 1,0 1-1,0-1 0,1 0 0,-1 0 0,1-1 0,-1 1 0,1-1 1,0 1-1,-1-1 0,1 0 0,0 0 0,0-1 0,0 1 0,0-1 0,7 0 1,-9-1-61,0 1-1,0-1 1,1 0 0,-1 0 0,0 0 0,0 0 0,0 0 0,0-1 0,0 1 0,0-1 0,0 1 0,-1-1 0,1 0 0,-1 1 0,1-1 0,-1 0 0,1 0 0,-1 0 0,0 0-1,0 0 1,0 0 0,0-1 0,1-3 0,2-8-380,0-1-1,4-22 1,-7 29 105,2-14-1197,1-34 0,-4 4-3334,0 31 1464,0 8 852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4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3778,'0'-3'7913,"0"-4"-6294,3 50-1367,1 0 0,3-1 0,11 43 0,-8-38 397,-9-43-555,6 24 300,-7-27-354,0-1 0,1 1 0,-1 0-1,0 0 1,1 0 0,-1 0 0,1 0 0,-1-1-1,1 1 1,-1 0 0,1-1 0,-1 1 0,1 0-1,0-1 1,-1 1 0,1 0 0,0-1 0,0 1-1,0-1 1,-1 0 0,1 1 0,0-1 0,0 1-1,1-1 1,-2-10 376,0-294-2478,0 301 2059,0 0 0,1 0 0,-1 0 0,0 0 0,1 0 0,0 0 0,1-4 0,-2 6-1,1 0-1,-1 0 0,1 0 0,0 0 1,-1 0-1,1 0 0,0 0 1,0 0-1,-1 1 0,1-1 0,0 0 1,0 0-1,0 1 0,0-1 1,0 1-1,0-1 0,0 1 1,0-1-1,1 1 0,1-1 0,14-4 0,21-6-18,-37 11 23,0 0 1,0-1 0,1 1-1,-1 0 1,0 0-1,0 0 1,0 0 0,0 0-1,0 1 1,0-1 0,0 0-1,0 0 1,0 1-1,0-1 1,0 1 0,0-1-1,0 1 1,0-1-1,0 1 1,0-1 0,0 1-1,-1 0 1,1-1 0,0 1-1,0 0 1,-1 0-1,1 0 1,1 1 0,11 35 135,0 0 0,9 53 0,-4-15 181,27 103 1009,-43-174-1139,0-6-129,0-15-201,-1-25-263,-4 23 92,0 1 0,-7-24 0,6 27-46,0-1 0,1 1 0,-1-30 0,3 21 322,0 11-148,1-1 0,0 1 0,5-26 0,-5 37 177,1-1 0,-1 0 0,1 1-1,0-1 1,0 1 0,0 0 0,0-1-1,0 1 1,1 0 0,-1-1 0,1 1-1,-1 0 1,1 0 0,0 0 0,0 1-1,0-1 1,0 0 0,0 1 0,0-1-1,1 1 1,-1-1 0,0 1 0,1 0-1,-1 0 1,5-1 0,27 1 589,-20 2-381,-12-1-177,-1 1 0,0 0 0,1-1 1,-1 1-1,0 0 0,0 0 0,0 0 0,0 0 0,0 0 1,0 0-1,0 0 0,0 0 0,0 0 0,0 0 0,0 1 0,-1-1 1,1 0-1,0 3 0,11 26 451,3 17-161,-1-5-193,-2 0 0,6 45 0,-14-61 77,3 39 595,-7-64-689,0-20-948,0-61-4668,3 50 1032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4.6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14 138 3169,'0'0'9485,"-1"0"-9463,1 0-1,0 0 1,0 0 0,0 0 0,-1 0-1,1 0 1,0 0 0,0 0 0,-1 0 0,1 0-1,0 0 1,0 0 0,-1 0 0,1 1-1,0-1 1,0 0 0,0 0 0,-1 0 0,1 0-1,0 0 1,0 1 0,0-1 0,0 0-1,-1 0 1,1 0 0,0 1 0,0-1 0,0 0-1,0 0 1,0 0 0,0 1 0,0-1-1,-1 0 1,1 0 0,0 1 0,0-1-1,-4 38 751,2 0 0,1 0 0,5 43-1,-2-69-598,-1-1 0,1 1 0,1-1 0,0 0-1,7 17 1,-7-22-62,0 0 0,0 1 0,0-2 0,1 1 0,0 0 0,0-1 0,0 0 0,1 0-1,0 0 1,8 7 0,-10-11-41,1 1 0,-1 0 0,1-1 0,0 0 0,-1 1 0,1-1 0,0-1 0,0 1 1,0-1-1,-1 1 0,1-1 0,0 0 0,4-1 0,2 1 62,-9 0-118,1 0 0,0-1 0,0 1 0,0-1 0,-1 1 0,1-1 0,0 0 0,0 0 0,-1 1 0,1-1 0,-1 0 0,1-1 0,-1 1 0,1 0 0,-1 0 0,0-1 1,0 1-1,1 0 0,-1-1 0,0 1 0,0-1 0,0 0 0,-1 1 0,2-3 0,2-4-37,-1-1 1,0 0 0,3-14-1,2-29-530,-2-1 0,-2-1 0,-6-81 0,1 45 1023,1 50-1911,0 57-5180,0 12 2411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5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13 512,'4'-12'14527,"-3"12"-14287,2 0-160,1 0 1,-1 1-1,0 0 0,0 0 0,0 0 1,1 0-1,-1 1 0,0-1 1,0 1-1,0-1 0,-1 1 1,1 0-1,0 0 0,-1 1 0,4 3 1,6 7 199,19 27 0,-14-18 12,40 53 430,-23-29-254,2-1 0,58 56 0,-53-72-134,-39-28-273,-20-2-1438,9-3 631,0 0-1,1 0 0,-1-1 0,1 0 0,-12-11 0,8 7-609,-4-6-1771,-1 0-1459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1:25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 2513,'0'6'10858,"-2"28"-10214,-2-1 0,-1 0 0,-1 0 0,-2 0 0,-23 62 0,-33 94-280,38-112-2887,15-49-4197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2:1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6163,'0'0'7032,"-9"10"-3104,16-6-3647,1 1 1,-1-1-1,-1 1 1,1 1 0,-1-1-1,10 11 1,30 42 454,286 396 1842,-327-447-2532,5 8 38,1-1 0,0 0 0,1-1-1,0-1 1,17 14 0,-27-25-128,7 2-632,-9-13-1485,-1-2 742,0 0 1,-1 1-1,-5-17 0,-3-12-4866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42:1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531 0 3378,'9'1'14139,"-16"10"-14046,0-1 0,-1 1 0,0-2 0,-12 11-1,-13 16-33,4-2-31,-47 64 107,65-80-132,-43 64 42,-89 106 0,120-163-36,2 1-1,1 1 1,1 1-1,1 1 1,-16 35-1,27-44 64,6-14-171,4-8-552,4-13-2070,0-1-2591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11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72 3554,'0'0'2780,"-25"1"650,16 2-3420,0 0-1,1 1 0,0 0 1,-1 0-1,-14 12 3706,31-17-3548,0-1 0,0 1 1,0-2-1,0 1 0,0-1 0,0 0 0,-1-1 0,10-5 0,10-4-115,12-4 50,1 2 0,80-18 0,-102 32-115,-18 1-27,-2 2-357,0 1-67,-1 0 0,1-1 0,-1 0 0,0 1 0,0-1 0,0 0 0,-1 0 0,-3 1 0,-17 4-5912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11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2209,'2'1'11866,"11"1"-10582,309-2-764,-321 0-520,1 0-5,-1-6-6,-1 5-13,-29 1-577,9 0-2658,-4 0-4590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30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16 80,'0'0'13425,"-14"-3"-12395,-45-7-121,35 8 4028,34 11-4298,24 9-380,1-1-1,1-2 1,1-1-1,0-2 1,1-2-1,0-1 1,61 6-1,282 0-743,-341-15 322,60-4-2693,-86 3 1013,0-2 0,20-5-1,9-10-8640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34.7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34 167 6739,'0'0'9271,"-7"0"-8388,-18 0-120,25 0-735,0-1 0,0 1-1,0 0 1,1 0 0,-1 0 0,0 0-1,0 0 1,0 0 0,0 0 0,1-1-1,-1 1 1,0 0 0,0 0 0,0 0-1,0 0 1,0-1 0,0 1 0,1 0-1,-1 0 1,0 0 0,0-1 0,0 1-1,0 0 1,0 0 0,0 0 0,0-1 0,0 1-1,0 0 1,0 0 0,0 0 0,0-1-1,0 1 1,0 0 0,0 0 0,0 0-1,0-1 1,-1 1 0,1 0 0,0 0-1,0 0 1,0 0 0,0-1 0,0 1-1,0 0 1,0 0 0,-1 0 0,1 0-1,0 0 1,0-1 0,0 1 0,0 0-1,-1 0 1,1 0 0,0 0 0,0 0-1,0 0 1,-1 0 0,1 0 0,0 0 0,0 0-1,0 0 1,-1 0 0,2-1-48,8-6 165,-1 1 1,1 0-1,0 1 0,11-5 0,11-6-7,10-7-96,1 1 0,89-31 0,-121 50-121,0 1 1,0 1-1,0-1 1,1 2-1,13 0 1,-15 0-177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35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4066,'0'0'4778,"14"3"-1382,-1-3-2664,0-2-1,1 1 1,-1-2-1,0 0 1,24-9-1,62-32-182,-71 31-391,-4 1-134,-13 6-30,-1 1 0,1-1 0,0 2 0,0 0 0,0 0 0,1 1 0,0 1 0,14-2 1,-25 4-129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35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7716,'0'0'5695,"0"0"-5605,0-1-1,0 1 0,0-1 0,1 1 1,-1-1-1,0 1 0,0-1 0,0 1 1,0-1-1,0 1 0,1-1 0,-1 1 1,0-1-1,0 1 0,1 0 0,-1-1 1,0 1-1,1-1 0,-1 1 0,1 0-76,0 0 0,0 1-1,0-1 1,0 1 0,0-1 0,0 1-1,-1-1 1,1 1 0,0-1-1,0 1 1,-1 0 0,1 0 0,-1-1-1,1 1 1,0 0 0,-1 0-1,1 0 1,-1-1 0,0 1 0,1 0-1,-1 0 1,0 0 0,1 0-1,-1 0 1,0 1 0,3 6 62,36 100 1057,35 155 0,-39-127-771,-11-68-207,-16-49-662,-1 1-1,5 21 1,-10-20-4407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39.2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54 1056,'0'0'4429,"0"-38"552,0 23-3613,1 21-660,1 26-554,-1 33-85,1-31-64,-2 0-1,-1-1 0,-8 45 0,-1-17 112,-5 88 1,12 63 3,3-179-116,-1-27-6,-1 0 0,1-1 0,-1 1 0,0-1 0,-1 1 0,1-1 0,-1 0 0,0 0 0,-1 0 0,1 0 0,-1-1-1,0 1 1,0-1 0,0 0 0,-1 0 0,1 0 0,-6 3 0,8-7 37,2 6-1508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0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51 4530,'0'0'3703,"-2"-8"-3185,-10-34 2523,12 42-2947,-1 0 0,1 0-1,-1 0 1,1 1 0,0-1 0,-1 0 0,1 0-1,0 1 1,-1-1 0,1 0 0,0 0-1,-1 1 1,1-1 0,0 0 0,-1 1 0,1-1-1,0 1 1,0-1 0,-1 0 0,1 1-1,0-1 1,0 1 0,0-1 0,0 0 0,0 1-1,0-1 1,0 1 0,0-1 0,0 1 0,0-1-1,0 1 1,0 21-54,0-13 254,0 515 2446,-2-547-6451,-6 13-152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2.0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13 148 4130,'0'0'3017,"-7"15"1161,1-4-243,32-26-2857,194-140-1353,-219 153-19,2 1 558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2.7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60 768,'0'0'3658,"-2"4"-3244,0 2 334,0 1 1,1-1 0,0 0 0,0 1 0,0-1 0,0 8 3759,6-14-4435,-1-1 1,1 0-1,-1-1 1,0 1-1,1-1 1,-1 0-1,0 0 0,0 0 1,0-1-1,-1 1 1,1-1-1,0 0 1,2-3-1,15-10 14,-3 4-51,-5 4-43,-1 0 1,1 0 0,24-9 0,-11 15-8,-1 1-24,-25 1-145,1-1 1,0 1-1,0 0 0,0 0 0,0-1 1,-1 1-1,1 0 0,0-1 0,0 1 1,0-1-1,-1 0 0,1 1 0,0-1 0,-1 1 1,1-1-1,-1 0 0,1 1 0,-1-1 1,1 0-1,-1 0 0,1 1 0,-1-2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3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 1761,'0'0'8564,"0"-4"-7863,0 0-528,0 2-110,-1 1-1,1 0 1,0 0 0,0 0 0,0 0-1,0 0 1,1-1 0,-1 1 0,0 0-1,0 0 1,1 0 0,-1 0 0,0 0-1,1 0 1,-1 0 0,1 0-1,0 0 1,-1 0 0,2-2 0,-1 3 28,-1 0 0,0 0 0,0 0 1,0-1-1,1 1 0,-1 0 0,0 0 0,0 0 1,1 0-1,-1 0 0,0-1 0,1 1 1,-1 0-1,0 0 0,1 0 0,-1 0 0,0 0 1,0 0-1,1 0 0,-1 0 0,0 0 0,1 0 1,-1 0-1,0 0 0,1 0 0,-1 0 1,0 1-1,0-1 0,1 0 0,-1 0 0,1 0 1,7 11 918,5 27-1257,-8-24 657,39 130 846,6 13-116,-36-134-1132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52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3858,'7'1'14860,"35"2"-14660,18-2-56,67-3 99,-95-6-3625,-21 4 506,-29 10-4008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53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19 256,'3'0'17730,"22"-3"-17572,142-12 219,-94 14-5873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55.7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95 5394,'0'0'9050,"-17"0"-8727,15 0-319,0 0 1,0 0 0,0 0 0,0 0-1,0 0 1,0 1 0,0-1-1,0 1 1,0-1 0,0 1-1,0 0 1,0 0 0,1 0 0,-1 0-1,0 0 1,1 0 0,-1 0-1,1 0 1,-1 1 0,1-1-1,-3 4 1,2-2 7,1 0 1,-1 1-1,1-1 0,0 1 1,0 0-1,0-1 0,0 1 0,1 0 1,-1-1-1,1 1 0,0 5 1,0 17 351,-1-10-22,1 0-1,1 0 1,4 25 0,-3-36-281,-1 0 0,1 1 0,0-1 1,0 0-1,0 0 0,1 0 0,0-1 0,0 1 1,0-1-1,0 1 0,1-1 0,0 0 0,-1 0 1,8 5-1,2 0 87,0 0 1,0-1-1,0 0 1,1-1 0,1-1-1,-1 0 1,1-1-1,0-1 1,0 0 0,0 0-1,1-2 1,22 1-1,-25-3-30,-4 1-40,0-1 0,0-1 1,14-2-1,-20 2-73,0 1 0,0-2 1,0 1-1,0 0 0,0 0 0,0-1 1,-1 0-1,1 0 0,0 1 0,-1-2 1,1 1-1,-1 0 0,4-4 1,2-4-104,-1 1 0,0-2 1,0 1-1,-1-1 1,0 0-1,-1-1 1,0 1-1,-1-1 1,0 0-1,-1 0 1,0 0-1,-1-1 1,0 1-1,-1-1 1,-1 1-1,0-1 1,-1-12-1,0 23 109,0-1 0,1 1 0,-1-1-1,0 1 1,-1 0 0,1-1 0,0 1 0,-1 0-1,1 0 1,-1 0 0,1 0 0,-1 0 0,0 0 0,0 0-1,0 1 1,0-1 0,0 1 0,-3-2 0,-45-23 219,41 22-172,-59-23 109,39 16-180,1-1 1,1-1-1,-27-17 1,52 28 8,-1 1-1,1-1 1,-1 1-1,1 0 1,-1-1-1,1 2 1,-1-1-1,0 0 1,0 0 0,1 1-1,-1-1 1,0 1-1,0 0 1,1 0-1,-1 0 1,0 0-1,0 1 1,0-1 0,1 1-1,-1-1 1,-3 3-1,1-1-13,0 0-1,0 1 1,1 0-1,-1 0 1,1 0-1,0 1 1,0 0-1,0-1 1,-5 8-1,-20 32-310,16-23-3162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0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2257,'0'0'7812,"3"-19"-7207,-2 16-554,-1 3-56,0-1 28,0 0-1,0 0 1,0 0 0,1 1 0,-1-1 0,0 0 0,1 0 0,-1 0 0,0 1 0,1-1 0,-1 0 0,1 0 0,-1 1 0,1-1 0,0 0 0,-1 1 0,1-1 0,0 1 0,-1-1 0,1 0 0,0 1 0,0 0 0,-1-1 0,1 1 0,0-1 0,0 1 0,0 0-1,0 0 1,-1-1 0,1 1 0,0 0 0,1 0 0,-1 0 92,3 0-51,-4 0-7,1 0 1,-1 0-1,1 0 1,-1-1-1,1 1 0,-1 0 1,0 0-1,1 0 0,-1 0 1,1 0-1,-1 0 0,1 0 1,-1 0-1,1 0 0,-1 0 1,1 1-1,-1-1 1,0 0-1,1 0 0,-1 0 1,1 0-1,-1 1 0,0-1 1,1 0-1,-1 0 0,0 1 1,1-1-1,-1 0 0,0 1 1,1-1-1,-1 1 1,0 93 152,-8-71-21,3-13-154,-6 38 67,11-45-95,-1 1 0,1 0 1,-1-1-1,1 1 1,0 0-1,0 0 0,1 3 1,0 7 7,-5 73 458,4-86-335,0 17-183,4 5 10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3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46 6883,'0'0'8225,"-23"-4"-4887,18-30-3258,4 33-86,0 1 0,1-1 0,-1 0 0,0 1 0,0-1 0,0 1 0,0-1 0,0 1 0,0-1 0,0 1 0,0 0 0,0-1 0,0 1 0,0 0 0,0 0 0,0 0 0,0 0 0,-1 0 0,-26 0 22,16 1-46,11-1 29,1 0 0,-1 0 0,0 1 1,0-1-1,0 0 0,0 1 0,1-1 1,-1 1-1,0-1 0,0 1 0,1-1 0,-1 1 1,0-1-1,1 1 0,-1 0 0,1-1 1,-1 1-1,1 0 0,-1 0 0,1-1 0,-1 1 1,0 1-1,-9 26-52,1-7 28,9-21 25,-3 5-14,-1 0-1,1 0 1,0 0 0,0 0 0,0 1 0,1-1 0,0 1 0,0 0 0,0 0 0,1-1 0,0 1-1,0 0 1,0 11 0,1-15 22,0 3 19,0 0 1,0 1 0,0-1 0,1 0 0,0 0 0,1 6-1,-1-9-23,0 0 0,1 0 0,-1 0 0,0 0-1,1 0 1,-1-1 0,1 1 0,-1 0 0,1-1-1,0 0 1,0 1 0,-1-1 0,1 0 0,0 0-1,0 0 1,4 2 0,12 3-27,0 0 1,1-1-1,0-1 0,-1-1 1,2 0-1,-1-1 0,38-2 1,-57 0-138,0-35-6331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31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67 2865,'0'0'4450,"0"-5"-3785,0-52 5628,-2 56-6286,1 0 0,0 1-1,-1-1 1,1 1 0,-1 0-1,1-1 1,-1 1 0,1 0-1,-1 0 1,1 0 0,0 0-1,-1 0 1,1 0 0,-3 0-1,4 1-4,-70-1 721,68 0-699,1 0 1,-1 1-1,1-1 1,-1 1-1,1 0 1,0 0-1,-1-1 1,1 1 0,0 0-1,0 0 1,-1 0-1,1 0 1,0 0-1,0 1 1,0-1-1,0 0 1,0 0-1,1 1 1,-1-1 0,0 0-1,1 1 1,-1-1-1,1 1 1,-1-1-1,1 1 1,-1 2-1,-7 43 405,5 82 528,3-92-556,0-35-385,0-1 0,0 1-1,1 0 1,-1 0 0,0-1 0,1 1 0,-1 0 0,1-1 0,-1 1 0,1-1 0,0 1 0,0 0 0,0-1 0,0 1 0,0-1 0,0 0 0,0 1-1,0-1 1,2 1 0,-1 0 3,1 0 1,0 0-1,0-1 0,0 1 0,0-1 0,0 0 0,0 0 1,0 0-1,6 1 0,3-1-4,0 0-1,1-1 1,-1 0 0,18-3 0,-26 2-210,1 0-1,0-1 1,-1 0-1,1 0 1,-1 0 0,0-1-1,1 0 1,-1 1 0,0-1-1,-1-1 1,1 1-1,-1 0 1,1-1 0,-1 0-1,0 0 1,2-4-1,-8 22-2648,-17 9-1662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5.0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3458,'4'3'14031,"2"-3"-14587,2-1 581,0-1-1,0 0 1,0 0 0,-1-1-1,1 0 1,0 0-1,-1-1 1,0 0 0,0-1-1,12-9 1,16-8-40,-7 6-217,1 2 0,1 1 0,62-18 0,-59 29 229,-32 2 19,-1 3-411,0 0 217,0-1-1,-1 1 0,1 0 0,0-1 1,-1 1-1,0 0 0,-1 4 0,-11 8-5082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45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48 912,'1'2'14843,"2"-1"-15652,7-2 838,0 0 0,0-1 1,-1 0-1,1-1 1,-1 0-1,1 0 1,10-7-1,-8 5-33,-1 0 0,1 1 0,0 0 0,16-2 1,35 4-149,-39 3-5544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51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 51 4994,'0'0'5979,"0"-3"-5557,0-28 3454,0 35-3775,-1 8-94,0 0 0,-1 0 0,-6 22-1,-4 21 21,7-9-24,2 1 1,4 53-1,2-82 31,1 0-1,0 0 0,1-1 1,1 0-1,1 0 0,0 0 1,19 30-1,-23-43-30,1 1-1,-1 0 1,1-1 0,0 0-1,0 0 1,0 0 0,1 0-1,0-1 1,-1 0-1,1 0 1,0 0 0,0 0-1,1-1 1,7 3 0,-5-3 30,0 0 0,0-1 1,-1 1-1,1-2 1,0 1-1,0-1 0,0 0 1,0-1-1,15-3 1,-15 1-30,0 0 1,0-1 0,-1 0 0,1 0 0,-1-1-1,0 0 1,0 0 0,-1-1 0,1 1-1,-1-2 1,0 1 0,-1-1 0,9-12-1,-11 9-27,0-1 1,0 1-1,-1 0 0,-1-1 0,1 1 0,-2-1 0,0 1 0,0-1 0,-2-11 0,1-13-105,1 3 95,1 7-12,-1 0 0,-5-31 0,4 48 52,-1 1 0,0 0 0,0 0 0,0 0 1,-1 0-1,0 0 0,0 0 0,-1 1 0,0-1 1,0 1-1,0 0 0,-6-6 0,-18-20 183,23 25-205,-1 0 0,0 0 1,0 0-1,-1 0 0,0 1 1,0 0-1,-10-5 0,12 9 36,0 1 0,0-1-1,-1 1 1,1 1 0,-1-1 0,1 1-1,0 0 1,-9 1 0,-16-2 80,-56-2-91,85 3-6,-1 0-3,1 0 0,-1 1-1,1-1 1,0 1 0,-1-1 0,1 1 0,0-1 0,-1 1 0,1 0 0,0 0 0,0 0 0,0-1 0,0 1-1,0 0 1,0 1 0,0-1 0,0 0 0,0 0 0,0 0 0,0 0 0,1 1 0,-1-1 0,0 2 0,-13 36-27,13-33 14,-3 7-526,1 0 1,0 0-1,-1 27 0,4-23-3391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52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1 227 8756,'0'0'7121,"7"0"-6617,4 0-431,-3 0 73,0 1-1,-1-1 1,1 0-1,0-1 0,-1 0 1,1 0-1,-1-1 0,1 0 1,-1 0-1,14-7 1,47-40-53,91-87 0,-139 118-258,-19 17 136,-1 0 25,1 1 0,-1 0 0,0-1 1,0 1-1,1 0 0,-1-1 0,0 1 0,1 0 0,-1-1 0,0 1 1,1 0-1,-1 0 0,1 0 0,-1-1 0,0 1 0,1 0 1,-1 0-1,1 0 0,-1 0 0,1 0 0,-1 0 0,1 0 1,0 0-24,-1 7-2115,0-1 1154,-1-1 1,0 1 0,0-1 0,0 1 0,-2 6 0,-4 7-4285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3:53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3 195 1921,'-2'12'12888,"19"-21"-12536,0-1-1,-1-1 1,-1-1-1,1 0 1,25-27-1,-29 25-326,2 2 0,-1-1 0,2 2 0,-1 0 0,2 0 0,31-15 0,-34 20-72,-11 5-223,1-1-1,0 1 1,0 0 0,0 0 0,0 0 0,0 0-1,5 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05.0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 55 6259,'0'0'6619,"-2"-4"-6398,-6-17 1652,-17 21-1446,23 1-420,0-1 1,1 1-1,-1 0 0,0-1 0,1 1 1,-1 0-1,0 0 0,1 0 1,-1 0-1,1 0 0,0 0 1,-1 1-1,1-1 0,0 0 0,0 1 1,0-1-1,0 1 0,0-1 1,-1 2-1,-16 39 226,10-19-33,2-10-84,1 0 1,0 1-1,1 0 0,1 0 0,1 0 1,-2 20-1,3 88 778,3-60-622,-2-57-241,0 0 0,0 0 1,1 0-1,0 0 0,0 0 1,1-1-1,-1 1 0,1 0 1,0-1-1,0 1 0,0-1 1,1 0-1,0 0 0,-1 0 1,2 0-1,-1 0 0,0 0 1,1-1-1,-1 0 0,1 1 1,0-2-1,5 4 0,0-1 8,-1-1 0,1 0 0,0 0-1,0-1 1,0 0 0,0-1 0,0 0-1,1-1 1,-1 1 0,14-1 0,-8-1-31,-8 0 21,0 0 1,0 0 0,-1 0 0,1-1 0,0 0 0,6-2-1,-10 2-30,-1-1 0,1 1 0,-1 0 0,1-1 0,-1 0 0,0 1 0,0-1 0,0 0 0,0 0 0,0 0 0,0-1 0,0 1-1,-1 0 1,1-1 0,-1 1 0,0-1 0,2-3 0,2-6-25,-1-1 0,0 1 0,-1-1 0,-1 0 1,2-25-1,-4-70-34,-1 49-85,2 32 133,0 16 18,-1 1-1,0-1 0,0 1 1,-1-1-1,0 1 1,-1-1-1,0 1 1,-1 0-1,-7-19 1,4 18-13,1 1-22,-1 0 1,1 1 0,-10-11 0,13 18 23,1 0 0,-1 0 0,0 0 0,-1 0 0,1 1 0,0-1 0,0 0 0,-1 1 0,1 0 0,-1-1 1,1 1-1,-1 0 0,1 0 0,-1 1 0,0-1 0,0 0 0,1 1 0,-4 0 0,0 0-4,1-1 7,0 1 0,0 0 0,0 0 1,1 0-1,-1 0 0,0 1 0,0 0 0,0 0 1,1 0-1,-1 1 0,1 0 0,-1 0 0,1 0 1,0 0-1,0 1 0,-6 3 0,-12 14 17,1 0 0,-35 45-1,19-13-4230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59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0 273 3153,'0'0'8981,"5"-4"-7912,18-20-560,-1-1 0,22-31-1,-23 27-611,-6 8-20,1 0-1,0 1 0,21-18 1,1 4 123,-38 33 184,0 6-139,0 18-2,-1 1 0,-1-1-1,-9 41 1,-9 31 74,-12 45 73,31-136-190,-36 125 98,31-105-75,1 1 1,2 0-1,-1 33 1,4-55-32,0 0 0,0 0 0,0 0 0,-1 0 0,1 0 0,-1 0 0,0 0 0,0-1 0,0 1 0,0 0 0,0 0 0,-1-1 0,1 1 0,-1-1 0,0 1 0,0-1 0,0 0 0,0 0 0,0 0 0,-4 3 605,10-33-2723,-1 15-1291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0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8292,'0'0'7150,"0"1"-6877,-1 0 0,1 1 0,0-1 1,0 0-1,0 0 0,0 0 0,0 0 0,0 1 0,1-1 1,-1 0-1,0 0 0,1 0 0,-1 0 0,1 2 1,307 0 851,-308-3-1130,1 0 24,5 0 370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1.4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2481,'0'0'3660,"25"0"3245,21 0-4390,-15-1-2100,0 1 0,-1 1 0,44 9 0,-66-7-421,-7-2 4,1 0 0,-1-1 0,1 1 0,0 0 0,-1-1 0,1 1 0,0-1 0,0 1 1,-1-1-1,1 0 0,3 0 0,-4 0-27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2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 6979,'0'0'5597,"0"-3"-5127,0 2-332,0 0 1,1 0-1,-1 1 0,0-1 1,0 0-1,1 0 0,-1 0 1,0 1-1,1-1 0,-1 0 1,1 0-1,-1 1 0,1-1 1,-1 0-1,1 1 0,0-1 1,-1 1-1,1-1 0,0 1 1,-1-1-1,1 1 0,0-1 1,0 1-1,1-1 0,-1 1-37,1 0 0,0 0 1,-1 0-1,1 0 0,0 0 0,-1 0 0,1 0 0,-1 1 0,1-1 0,-1 0 0,1 1 0,2 1 0,3 1 16,1 2-1,-1-1 1,0 1-1,11 10 0,-7-5 19,96 91 948,-87-80-882,-2 1 0,0 1 0,17 28 1,-6 1 105,-9-16-36,2-1 1,1-1-1,42 48 0,-42-58-183,-3-4-30,-1 0 0,17 25 0,-33-39-56,-2-5-92,-1-20-2391,0-67-5550,0 47 220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2.5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862 7 2881,'-4'-6'10206,"4"6"-10079,-4 0-38,0 0 1,0 1-1,1-1 1,-1 1-1,0 0 1,1 0-1,-1 1 1,0-1-1,1 1 0,0-1 1,-1 1-1,1 0 1,0 0-1,0 1 1,0-1-1,0 1 1,1-1-1,-4 4 0,-125 110 335,-5-6-1,-236 144 0,369-252-457,-10 6-136,-1 0-1,0 0 0,0-2 0,0 0 0,-1 0 0,-21 4 1,8-8-3003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4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2865,'0'0'9677,"0"1"-9498,0-1 1,0 1-1,0 0 1,0-1-1,1 1 1,-1-1-1,0 1 1,0 0-1,1-1 1,-1 1-1,0-1 0,1 1 1,-1-1-1,0 1 1,1-1-1,-1 1 1,1-1-1,-1 1 1,1-1-1,-1 1 1,2-1-1,60 1 396,80 11 0,-101-7-482,54-1 1,-83 6-132,-12-10 8,1 1-1,-1-1 1,1 0-1,-1 0 0,1 0 1,-1 0-1,0 1 0,1-1 1,-1 0-1,1 0 0,-1 1 1,0-1-1,1 0 0,-1 1 1,1-1-1,-1 0 0,0 1 1,0-1-1,1 1 0,-1-1 1,0 1-1,0-1 0,1 0 1,-1 1-1,0-1 0,0 1 1,0-1-1,0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5.1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4402,'0'0'7777,"12"0"-6280,4 1-835,1 1-1,29 6 1,10 3-260,-40-10-389,-6 0 2,0 0 1,-1 1-1,1 0 0,-1 0 0,10 4 0,-18-5-36,-1 0-1,1-1 0,-1 1 0,1 0 1,-1 0-1,1 0 0,-1 0 0,0 0 1,0 0-1,1 0 0,-1 0 0,0 0 1,0 0-1,0 0 0,0 0 0,0 0 1,0 0-1,-1 0 0,1 1 0,0 3-506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6.0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219 29 6243,'0'0'4666,"-1"-3"-4276,0 3-356,1-1 1,-1 0-1,1 0 1,0 1-1,-1-1 1,1 0-1,-1 1 1,0-1-1,1 0 1,-1 1 0,0-1-1,1 1 1,-1-1-1,0 1 1,1 0-1,-1-1 1,0 1-1,0-1 1,0 1 0,-1 0-1,-21-2 1075,15 2-985,6 0-88,-4 0 35,1 0 1,-1 0 0,0 0 0,0 0 0,1 1 0,-1 0 0,0 0 0,1 1 0,-1-1 0,1 1 0,0 1 0,-1-1 0,-4 4 0,3-2 10,1 1 1,0 0-1,0 0 1,0 0-1,0 1 1,1 0-1,0 0 1,0 1-1,1-1 1,0 1-1,0 0 0,1 0 1,-1 1-1,1-1 1,1 1-1,0-1 1,0 1-1,0 0 1,1 0-1,0 0 1,1 14-1,-1 15 577,-1-20-357,2-1-1,1 1 0,2 21 1,-1-34-234,0 0-1,0 1 1,0-1 0,0 0 0,0 0 0,1 0-1,0-1 1,0 1 0,0-1 0,0 1 0,0-1-1,1 0 1,6 4 0,0 0 86,0 0 0,1-1 1,21 9-1,-11-7-109,1-2 1,0-1-1,1 0 0,-1-2 1,1-1-1,0 0 0,0-2 1,27-3-1,-47 3-49,0 0 1,0-1-1,0 1 0,-1-1 1,1 0-1,0 0 0,0 0 0,-1 0 1,1 0-1,-1-1 0,1 1 0,-1-1 1,0 0-1,1 0 0,1-2 1,0 0-16,-1-1 1,1 1 0,-1-1-1,-1 1 1,1-1 0,-1 0-1,4-8 1,-2-4-26,1 0 1,-2 0-1,0 0 1,0-19-1,-2 10 28,2-1-45,-2 0 0,-1 0 1,-4-35-1,3 58 52,0 0 0,0 0-1,0 0 1,-1 0 0,0 1 0,0-1 0,0 1-1,0-1 1,0 1 0,-1 0 0,0 0-1,1 0 1,-1 0 0,0 0 0,-1 1-1,1-1 1,0 1 0,-7-4 0,-1 0 0,-1 1 0,0 0 1,-1 1-1,-20-5 0,27 8-17,0 0-1,0 0 1,0 1-1,0 0 1,-1 0-1,1 0 0,0 0 1,0 1-1,0 0 1,0 1-1,0-1 1,0 1-1,0 0 0,1 1 1,-1-1-1,1 1 1,-1 0-1,1 1 1,0-1-1,0 1 1,1 0-1,-5 5 0,6-6-327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0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15367,'0'0'2545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30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1601,'0'0'5994,"5"14"235,-2-5-6687,7 19 768,-2 0 0,9 52 0,-11-51-98,0 1 0,19 50 0,-23-75-444,7 18 831,-9-7-3634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31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1217,'0'0'5645,"2"-3"-5053,10-10 1382,-12 23 310,0 12-2129,-1 34 876,11 88 0,-3-82-468,2 20 6,-8-74-491,1 0 0,0-1-1,1 0 1,0 1-1,0-1 1,0 0-1,1 0 1,4 6-1,-7-10-138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32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67 1809,'0'0'5058,"0"-8"-4471,-1-1-146,-1-22-460,4 12 5672,-26 87-5216,0 39-150,3-11 538,-10 98 0,20-120 165,11-74-965,1 1-1,-1 0 1,0-1 0,-1 1-1,1 0 1,0-1 0,0 1-1,0-1 1,0 1-1,0 0 1,-1-1 0,1 1-1,0-1 1,0 1 0,-1-1-1,1 1 1,-1 0 0,1-1-1,0 0 1,-1 1 0,1-1-1,-1 1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33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57 2993,'0'0'6486,"0"-8"-5840,0-17-318,0 4 3714,22 21-3557,20-1-458,-20 0 34,0 1-1,33 4 0,-53-4-63,0 0 0,0 1 0,0 0-1,0 0 1,0-1 0,0 1 0,0 0 0,0 1-1,0-1 1,-1 0 0,1 0 0,0 1-1,-1-1 1,1 1 0,-1-1 0,1 1 0,-1 0-1,0 0 1,0-1 0,0 1 0,0 0-1,0 0 1,0 0 0,0 0 0,0 4 0,1 4-15,0 0 0,-1 0 0,0 0 0,-1 12 1,0-17 16,0-3 8,-1 0 0,1 0 0,-1 1-1,1-1 1,-1 0 0,0 0 0,0 0 0,0 0 0,0 0 0,0 0 0,0 0-1,-1 0 1,1 0 0,-1 0 0,-1 1 0,-32 27 223,13-13-87,-145 123 1153,161-136-1232,5-4 163,20 0 115,213 0 181,-232 0-583,1 0 0,0 0 1,-1 1-1,1-1 1,-1 0-1,1 0 0,-1 0 1,1 1-1,0-1 1,-1 0-1,1 1 1,-1-1-1,1 0 0,-1 1 1,1-1-1,-1 1 1,0-1-1,1 0 0,-1 1 1,1-1-1,-1 1 1,0 0-1,0-1 1,1 1-1,-1-1 0,0 1 1,0-1-1,1 1 1,-1 0-1,0-1 0,0 1 1,0-1-1,0 1 1,0 0-1,0-1 1,0 1-1,0 0 0,0-1 1,0 1-1,-1-1 1,1 1-1,0 0 1,0-1-1,-1 1 0,1-1 1,0 1-1,0-1 1,-1 1-1,1-1 0,-1 1 1,1-1-1,0 1 1,-1-1-1,1 0 1,-1 1-1,0 0 0,-29 20-3955,-15 3-3562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4.4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0 2465,'0'0'9762,"-4"2"-9076,2-2-515,1 0-119,0 0-1,0 0 1,1 0 0,-1 0-1,0 0 1,0 0-1,0 0 1,1 1-1,-1-1 1,0 0-1,0 0 1,1 1-1,-1-1 1,0 1-1,0-1 1,1 1 0,-1-1-1,1 1 1,-1-1-1,0 1 1,1-1-1,-1 1 1,1 0-1,-1-1 1,1 1-1,-1 1 249,1 17 1354,0-18-1625,1 0 1,-1 0-1,1 0 0,-1 0 1,1 0-1,-1 0 0,1 0 0,0 0 1,-1 0-1,1 0 0,0-1 1,-1 1-1,1 0 0,0 0 0,0-1 1,0 1-1,0-1 0,0 1 1,0-1-1,0 1 0,2 0 0,27 10 346,-24-9-292,23 5-10,0 0 0,47 3 0,1 0-105,-61-9-468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5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1345,'0'0'12114,"4"0"-11569,13-1-350,0 1 0,0 2 0,0-1 0,-1 2 0,1 0 1,21 7-1,-4 4 28,-24-9-135,1-1 0,0 0 0,0 0-1,0-1 1,1 0 0,20 1-1,-32-4-91,1 0-1,0 1 0,0-1 0,-1 0 0,1 0 0,0 1 0,-1-1 0,1 0 0,0 1 1,-1-1-1,1 0 0,0 1 0,-1-1 0,1 1 0,-1-1 0,1 1 0,-1-1 1,1 1-1,-1 0 0,1-1 0,-1 1 0,0-1 0,1 1 0,-1 0 0,0 0 0,1-1 1,-1 1-1,0 0 0,0-1 0,0 1 0,0 0 0,0 0 0,0 1 0,0 29-13,-1-22-30,1 1-2166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6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282 47 4130,'0'0'4034,"0"-4"-3386,0-17 4274,-5 21-4506,-4-1-318,2 1 16,1-1 0,-1 1 0,0 1 0,0-1 0,0 1 0,1 0-1,-1 1 1,0-1 0,1 1 0,-1 1 0,1-1 0,0 1 0,0 0 0,-7 5 0,-6 5-45,1 1 1,1 1 0,-18 18 0,27-24 22,1 0 1,1 0 0,-1 0-1,1 1 1,1-1-1,0 2 1,0-1 0,-4 14-1,5-10 54,0 1 0,2 0 1,-1-1-1,2 1 0,0 0 0,0 0 0,2 0 0,2 21 0,-2-32-96,0-1 0,1 1-1,-1 0 1,1-1 0,-1 0-1,1 1 1,0-1 0,1 0 0,-1 0-1,0 0 1,1 0 0,0 0-1,-1-1 1,1 1 0,0-1-1,1 0 1,-1 0 0,0 0-1,1 0 1,-1 0 0,1-1-1,-1 0 1,1 0 0,0 0-1,5 1 1,10 2-6,0-1 1,0-2-1,32 0 0,-46-1-101,10 1 27,-1-1 0,1-1 0,-1 0 0,0-1 0,1 0 0,-1-1 0,0-1 0,21-9 0,-27 10 10,0 0 0,-1 0 0,0-1 0,1 0 0,-1-1 0,-1 0 0,1 0 0,-1 0 0,0-1 0,0 0 0,0 0 0,-1 0 0,9-15 0,-5 5-15,-1-1 0,0 0-1,-2 0 1,0-1 0,-1 0 0,0 0 0,-2 0-1,0-1 1,0-29 0,-2 24 35,-1 12 2,0 0 0,-2-22 0,1 30 2,0 1 0,0-1 0,0 0 0,0 1 0,0 0-1,-1-1 1,0 1 0,1 0 0,-1 0 0,-1 0 0,1 0 0,0 0 0,-5-4 0,4 6 15,0 0 0,0 0 0,0 0 0,0 0 0,-1 1 0,1 0 0,0-1 0,0 1 0,-1 0-1,1 1 1,-5 0 0,-5 0 29,-7-1-46,4-1-47,1 1 0,0 1 1,-1 0-1,-27 7 1,38-7-565,-1 0 1,1 0 0,-1 0 0,0-1 0,1 0-1,-7 0 1,-3-1-2666,-12 1-7211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7.3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99 3810,'-8'4'12189,"31"-6"-12181,1 0-1,-1-1 0,0-1 1,0-1-1,0-2 0,-1 0 1,31-14-1,51-28-396,-95 46 512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7.9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42 3906,'0'0'6328,"18"0"-3660,3 3-1897,1-2 0,34-1-1,-20-1-436,-28 0-315,0 0 0,1 0 0,-1-1 0,0 0 0,0 0 0,-1-1 0,1 0 0,10-5-1,-7 3-134,-1 0 0,22-5 0,-32 9 100,1 1 0,-1 0 0,0 0 0,0 0 0,0 0-1,0 0 1,0 0 0,1 0 0,-1 0 0,0 0 0,0 0 0,0 0 0,0 0 0,1 0 0,-1 0 0,0 0 0,0 0 0,0 0 0,0 0 0,1 0 0,-1 0 0,0 0 0,0 0 0,0 0 0,0 0 0,1 0 0,-1 1 0,0-1 0,0 0 0,0 0 0,0 0-1,0 0 1,0 0 0,0 0 0,1 1 0,-1-1 0,0 0 0,0 0 0,0 0 0,0 0 0,0 0 0,0 1 0,0-1 0,0 0 0,0 0 0,0 0 0,0 0 0,0 1 0,-4 10-540,-10 11-3417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1:18.4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0 211 6339,'0'0'3735,"9"-17"-3674,6-6-263,-2 0-204,16-33 1,-26 47 434,1 0 0,-1 0 1,-1-1-1,0 1 0,0 0 1,-1-1-1,0-13 0,-1 23 9,0-1 0,0 1 0,0 0 0,0 0 0,0 0 0,1-1 0,-1 1 0,0 0 0,0 0 0,0 0 0,0 0 0,0-1 0,1 1-1,-1 0 1,0 0 0,0 0 0,0 0 0,0 0 0,1 0 0,-1 0 0,0-1 0,0 1 0,0 0 0,1 0 0,-1 0 0,0 0 0,0 0 0,1 0 0,-1 0 0,0 0 0,0 0-1,0 0 1,1 0 0,-1 0 0,0 0 0,0 0 0,1 0 0,-1 1 0,0-1 0,0 0 0,0 0 0,0 0 0,1 0 0,-1 0 0,0 0 0,0 0 0,0 1 0,0-1 0,1 0-1,-1 0 1,0 0 0,0 1 0,0-1 0,0 0 0,0 0 0,0 0 0,0 0 0,1 1 0,-1-1 0,0 0 0,0 0 0,0 1 0,2 30 466,-2 50-1,-2-27-110,2-32-302,-1 0-1,-2-1 0,0 1 0,-8 26 1,5-27-1114,-2 1 0,-10 20 0,-5-2-5073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25.7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96,'0'0'368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26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48 208,'-5'0'916,"5"0"-870,-1 1-1,1-1 0,-1 0 1,1 0-1,-1 0 0,1 0 1,0 0-1,-1 0 0,1 1 1,-1-1-1,1 0 0,-1 0 1,1 0-1,-1-1 0,1 1 1,-1 0-1,1 0 0,-1 0 0,1 0 1,0 0-1,-1 0 0,1-1 1,-1 1-1,1 0 0,0 0 1,-1-1-1,1 1 0,-1 0 1,1-1-1,0 1 0,-1 0 1,1-1-1,0 1 0,0-1 1,-1 1-1,1 0 0,0-1 1,0 0 503,-53-3-295,22 4-228,31 0-55,10-38-1985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2:27.0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44 864,'0'0'0,"-3"-31"-320,3 24-64,0 1 224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24.5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6099,'0'0'1977,"-1"2"-1787,1 0 0,-1 0 1,1 0-1,0 0 0,-1 0 1,1 0-1,0 0 0,1 4 0,8-6-2815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25.6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0 108 7780,'0'0'5237,"1"22"-1606,3-22-3768,-1 0 1,0 0-1,0 0 1,1 0-1,-1 0 1,0-1-1,1 1 1,-1-1-1,0 0 1,0 0-1,0 0 1,0 0-1,0-1 1,0 1-1,0-1 1,0 0-1,0 1 1,-1-2-1,1 1 0,-1 0 1,1 0-1,-1-1 1,2-2-1,31-39-3696,6-10-2600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36.7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70 128 4562,'0'0'4018,"2"-10"-3444,5-27-41,-6 27 2735,-1 20-2969,-7 146 251,-1-40-220,-23 301 979,-3 130 13,34-384-1122,0-162-194,1 1-1,-1-1 1,0 0 0,1 1-1,-1-1 1,1 0 0,-1 1 0,1-1-1,0 0 1,-1 0 0,1 0-1,0 1 1,0-1 0,0 0-1,0 0 1,0 0 0,0-1-1,0 1 1,0 0 0,0 0-1,0 0 1,1-1 0,0 1-1,37 14 108,-24-10-74,33 10 40,1-2 1,0-1-1,86 7 0,155-6-94,42 4-7,51 17 17,-74-21-21,-221-5 6,130 28-1,-121-17 61,0-3 0,172 3 0,111 12-48,-252-20 37,169-8 0,-165-4-111,-102 1 75,6-1 4,1 2-1,-1 1 1,59 11-1,-6 6 44,145 11 0,91-19 72,-318-11-90,-1-1 0,1 0 0,0 0 0,-1 0 0,1-1 0,0 0 0,-1 0-1,0-1 1,0 0 0,0 0 0,11-7 0,1-4 134,0-1 0,19-19 0,9-9 42,-35 33-155,-1 0 0,0 0 0,-1-1 0,0 0 0,-1-1 0,0 0 0,-1 0 0,10-22 1,-1-7 175,16-62 0,-16 50-226,-4 13 61,13-38-4,-4-1-1,19-137 0,22-317-497,-56 220-168,-8 184 528,3 120 27,-1 9 46,0-1-1,0 0 0,1 0 1,-1 1-1,0-1 0,0 0 1,0 0-1,0 0 1,0 0-1,0 1 0,0-1 1,0 0-1,0 0 0,0 0 1,-1 1-1,1-1 0,0 0 1,0 0-1,-1 0 0,1 1 1,-1-1-1,1 0 1,-1 1-1,1-1 0,-1 0 1,1 1-1,-1-1 0,1 1 1,-1-1-1,0 1 0,1-1 1,-1 1-1,0-1 0,1 1 1,-1 0-1,0-1 0,0 1 1,0 0-1,1-1 1,-1 1-1,0 0 0,0 0 1,0 0-1,1 0 0,-1 0 1,0 0-1,0 0 0,-1 0 1,-22 0 32,12-1-7,1 1 0,-1 0 1,0 1-1,1 0 0,-1 1 0,1 0 1,0 1-1,-16 5 0,-11 8-7,-1-2 0,0-2 0,-81 15-1,-124-4 6,136-17 0,-102 3 0,-993-9-30,1007-10 41,-193 10-19,362-1 0,1-2 1,0-1-1,-29-8 0,-11-2-14,-209-18 59,-131 26 45,295 6-73,-88 13 178,99-15-192,-107 4 127,186 1-133,0 1 1,-28 8-1,-3 1-5,47-12 12,-7 1 6,1 0 1,-1 0-1,-14 0 0,10-1-6,0 0 0,-24 7-1,-2 0-19,-25 4 3,61-11 21,5-1 58,-3 0-108,-3 0 88,1 0 0,0 0 0,0 1 0,-1 0 0,1 0 0,-8 3 0,12-3-211,0 0-1,0 0 1,1-1-1,-1 1 1,0 1-1,1-1 1,-1 0-1,1 0 1,0 1-1,-3 1 1,3-1-440,0 0 0,0-1 0,0 1 0,1 0 0,-1-1 0,0 1 0,1 0 1,-1 0-1,1 0 0,0-1 0,0 1 0,0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47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47 5587,'0'0'6362,"2"-8"-5444,7-23-176,-7 23 2569,23 11-2914,-19 3-346,-1-1 0,0 1 0,0 1 0,-1-1 0,1 1 0,5 13 0,3 3 11,26 47 259,-18-31-124,32 45 0,-49-80-165,-2-1-31,-1-1 0,1 0 1,0 0-1,-1 1 0,1-1 0,-1 0 0,0 1 1,2 5-1,-3-7-36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48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3586,'-10'3'10103,"12"-2"-9982,-1 0-1,0 0 1,0 0 0,1-1 0,-1 1-1,0 0 1,1-1 0,-1 1-1,1 0 1,-1-1 0,1 0 0,2 1-1,10 3 141,-6 1-193,0 1-1,-1-1 1,0 1-1,0 0 1,0 1-1,-1 0 1,0 0-1,0 0 1,-1 1 0,9 15-1,3 10 301,17 47-1,-30-70-306,7 18 131,3 8 77,1 0-1,1-2 0,22 35 0,-28-59-79,-10-9-138,0 1-112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48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1 237 9220,'0'0'4797,"19"-15"-4485,62-51-336,-73 59-225,-1 0-1,1 0 1,-1-1-1,-1 0 1,0 0-1,0-1 0,0 0 1,-1 0-1,0 0 1,-1 0-1,0-1 1,-1 0-1,0 0 1,3-14-1,-5 18 256,1 0 1207,-2 13 18,1 4-1354,3 237 3243,-4-192-2692,0-31-640,-1-1 0,-1 1 1,-1 0-1,-1-1 0,-1 1 0,-1-1 1,-13 31-1,-1-19-3166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43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3730,'0'0'7585,"2"11"-4523,7 4-2888,0 0 1,-1 1-1,10 33 0,12 57 951,-19-64-692,2 10-15,-9-32-231,0 0 0,2-1 0,0 1-1,1-1 1,1 0 0,18 31 0,-25-48-166,0-1 0,0 1 1,0-1-1,0 1 0,0-1 1,1 0-1,-1 1 0,0-1 1,1 0-1,-1 0 1,1 0-1,-1 0 0,1 0 1,0 0-1,-1 0 0,1-1 1,0 1-1,0 0 0,1-1 1,-2 0-4,-1-47-9686,0 25 3030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1:55:44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62 2369,'0'0'3057,"0"-5"-2566,0 0-488,1 2 265,-1-1-1,0 1 1,0-1-1,0 1 1,0-1-1,-1 1 1,1 0 0,-1-1-1,0 1 1,0 0-1,0-1 1,0 1-1,-3-5 2468,10 12-278,-4-3-2449,1 1 0,-1-1 0,0 1 0,0 0 0,0-1 0,0 1 1,0 0-1,2 4 0,4 8 172,-1 1 0,0 0 0,-1 1 0,-1-1 0,0 1 0,4 31 0,3 101 1190,-5-32-649,-7-112-688,1 0 1,-1 1 0,1-1 0,0 0 0,0 1 0,0-1 0,1 0-1,0 0 1,0 0 0,0 0 0,0 0 0,0-1 0,1 1-1,-1 0 1,7 5 0,-9-8-47,0 1-14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40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 5635,'0'0'6341,"3"-6"-5735,9-17-267,-12 23-327,0 0 0,0 0 0,0-1 0,0 1 1,0 0-1,0-1 0,1 1 0,-1 0 0,0 0 0,0-1 1,0 1-1,0 0 0,0 0 0,1-1 0,-1 1 1,0 0-1,0 0 0,0-1 0,1 1 0,-1 0 1,0 0-1,0 0 0,1 0 0,-1-1 0,0 1 1,0 0-1,1 0 0,-1 0 0,0 0 0,0 0 0,1 0 1,-1 0-1,0 0 0,1 0 0,-1 0 0,0 0 1,1 0-1,-1 0 0,0 0 0,0 0 0,1 0 1,-1 0-1,0 0 0,1 0 0,-1 0 0,0 0 1,0 1-1,1-1 0,-1 0 0,0 0 0,0 0 0,1 0 1,-1 1-1,0-1 0,0 0 0,0 0 0,0 1 1,1-1-1,-1 0 0,0 0 0,0 1 0,0-1 1,0 0-1,1 1 0,8 26 427,-2 0 0,7 35 0,-3-9 18,6 32 130,10 136 0,-16 89-117,-10 394 826,8-565-1011,39 202 0,-22-183-265,64 323 22,-74-364-9,-3-13-12,-12-101-14,-1 0 0,1-1 0,0 1 0,0 0 1,0 0-1,0 0 0,1-1 0,-1 1 0,1 0 0,-1-1 0,1 1 1,0-1-1,0 0 0,0 0 0,0 1 0,0-1 0,1-1 1,-1 1-1,1 0 0,-1 0 0,1-1 0,-1 0 0,5 2 1,3 0 34,1-1 1,-1-1-1,0 0 1,0 0 0,17-1-1,-11-1-16,17 2 37,7 0-59,-1-2 1,0-1 0,0-3-1,39-8 1,39-18-133,121-30-643,-163 45 568,95-7 0,234-6 184,189 14 25,-460 15 41,436-4-81,-363-9-234,37-2 61,-47 17 193,238-5-679,-238-12 248,97-3-118,-175 19 473,140-3 94,-240 1 17,1-1 1,-1 0-1,0-2 0,1 0 0,-2-1 0,1-1 0,0 0 0,-1-1 1,-1-1-1,1-1 0,-1-1 0,21-16 0,-8 6 199,0 2 1,1 0-1,44-18 0,-55 27-180,16-5-40,-24 9 74,1 1 1,-1-2-1,14-8 0,-22 12-15,0 0 0,0 0 0,-1 0-1,1-1 1,-1 1 0,1-1 0,-1 0-1,0 0 1,0 0 0,0 0 0,0 0-1,-1 0 1,1-1 0,-1 1 0,2-7-1,3-29 327,-1 0-1,-1-46 1,-2 27-298,8-97 14,12-375-282,-23 426 158,11-308-496,-2 92 212,-8 241 217,0 74 67,-1 0 1,1 0-1,-1 0 0,0 1 1,0-1-1,0 1 0,-3-7 1,3 10 11,1-3 0,-1 3 8,1 0 0,-1-1 0,1 1 0,-1 0 0,1 0 0,-1-1-1,0 1 1,1 0 0,-1 0 0,0 0 0,0 0 0,0 0 0,0 0 0,0 0 0,0 0 0,0 0-1,0 0 1,-1 1 0,1-1 0,0 0 0,0 1 0,-3-1 0,-35-12-20,34 11 32,-28-4-2,1 1 0,-1 2 0,1 1 0,-57 4 0,19 0 22,-180-1 29,-267-3-33,341-11-25,-35-2-14,-142-11 17,93 2 5,175 19-39,-135-24 0,112 12 55,-220-4 0,302 20-24,-22-2 0,1-3 0,-68-18 0,62 12 0,-77-8 0,31 11 22,-132-28-1,102 14-15,-146-7 0,48 7-2,-118-1 67,-1 24 43,144 2-96,-182-2 1215,389-1-1206,-1 0 0,1 1 1,-1 0-1,1 0 1,0 0-1,7 2 1,-10-2-26,-1 1-86,1-1-1,0 0 0,0 1 1,0 0-1,-1-1 1,1 1-1,0 0 0,-1 0 1,1 0-1,-1 0 0,1 0 1,-1 0-1,1 1 1,2 2-1,6 5-2298,9 3-3385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45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831 137 4514,'0'0'11760,"-9"-5"-10941,-3-5-754,-4-2-18,0 0 0,-1 1 0,-22-12 1,11 11-55,-1 2 1,0 0-1,-1 2 1,1 1-1,-2 1 0,1 2 1,0 1-1,-47 1 1,61 2 6,6-1-2,0 1-1,0 0 1,0 1 0,0 0 0,0 0 0,1 1 0,-1 0-1,0 1 1,1 0 0,-13 6 0,7 0-14,0 0 0,1 1 0,0 1 0,1 0 0,-21 23 1,27-26 4,0 0 1,1 1 0,0 0 0,0 0-1,1 1 1,0 0 0,0 0 0,1 0-1,1 0 1,-4 16 0,3 7 137,2 1 0,3 49 0,0-74-91,1 1 0,-1 0 0,2-1 0,-1 0 0,1 1 0,1-1 0,-1 0 0,2 0 0,-1-1 0,1 1 0,9 11 0,8 8-4,46 45-1,-55-60-11,76 69 72,-57-54-17,-1 1 0,-1 2 0,45 59 0,-66-77-75,-1 0 0,0 1 0,-1-1 0,-1 2-1,0-1 1,-1 0 0,0 1 0,-1 0 0,-1 0-1,-1 0 1,0 1 0,0 25 0,-2-37 5,0 0 0,0-1 1,0 1-1,0 0 1,-1 0-1,0-1 0,1 1 1,-1-1-1,-3 7 0,3-8 6,-1 0-1,0 0 1,1 0-1,-1-1 1,0 1-1,0-1 1,0 1-1,0-1 1,0 1-1,0-1 1,-1 0-1,1 0 1,0 0-1,-1-1 1,1 1-1,-3 0 1,-19 5 80,1-1 0,-1-2 0,-34 2 0,-77-6-27,53-1-20,-93 2-308,174 0 200,1 1 0,-1-1 0,1 0 0,0 0 0,-1-1 0,1 1 0,-1 0 0,1 0 0,0 0 0,-1 0 0,1 0 0,0 0 0,-1 0 0,1-1 0,0 1 0,-1 0 0,1 0 0,0 0 0,-1-1 0,1 1 0,0 0 0,-1-1 0,1 1 0,0 0 0,0 0 0,0-1 0,-1 1 0,1 0 0,0-1 0,0 1 0,0-1 0,0 1 0,0 0 0,-1-1 0,1 1 0,0 0 0,0-1 0,0 1 0,0-1 0,4-16-2902,-4 16 2865,18-34-8428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46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23 6051,'0'0'6806,"2"-4"-6142,5-10-104,-5 10 251,-9 4-376,-6-1-405,0 1 0,-1 1 1,1 0-1,0 1 0,0 0 0,0 1 0,0 0 0,0 1 1,0 0-1,1 1 0,0 1 0,-22 13 0,23-11-1,-1 0 0,1 1 0,0 1 1,1 0-1,0 0 0,1 1 0,0 0 0,0 1 0,2 0 0,-1 0 0,1 1 0,1 0 0,0 0 0,1 0 0,1 1 0,0 0 1,1-1-1,0 2 0,-1 17 0,4-21 15,-2 3-1,2-1 1,0 1-1,0 0 0,1-1 0,1 1 0,0 0 0,1-1 0,7 20 0,5-5-17,1 0-1,2-2 1,20 26 0,29 43 36,-49-65-83,-2 0-1,12 33 0,-22-48 12,-1 1-1,-1 0 1,-1 0-1,0 0 1,-1 0-1,1 23 1,-3-36 7,0-1 0,0 1 0,0-1 0,-1 1 0,1 0 0,-1-1 0,1 1 0,-1-1 0,0 1 0,0-1 0,0 0 0,0 1 0,0-1 0,-1 0 0,-2 4 0,0-2 9,-1 0-1,0 0 1,0-1-1,-1 1 0,-8 3 1,13-6-5,-9 4 39,-96 48 125,91-46-182,0-1 0,0-1-1,-1-1 1,0 0 0,-18 2 0,33-6-297,-8 1 375,7-30-9197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4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84 6403,'0'0'6755,"-3"-3"-6107,1 2-578,1 0-1,-1-1 1,1 1-1,-1 0 1,1 0-1,-1 0 0,0 1 1,0-1-1,1 0 1,-1 1-1,0-1 1,0 1-1,0-1 1,1 1-1,-1 0 0,0 0 1,0 0-1,0 0 1,0 0-1,0 0 1,1 1-1,-1-1 1,0 0-1,0 1 0,0 0 1,1-1-1,-1 1 1,0 0-1,1 0 1,-1 0-1,1 0 1,-4 2-1,-3 8 135,1 0 0,0 1 0,1-1 0,0 1 0,0 0 0,2 1 0,-6 18 0,5-16-16,-5 15 219,2 0 0,1 1 0,1 0 0,2 0 0,1 0 0,1 0 0,2 1 0,3 33 0,-2-62-390,0 0 1,0-1 0,0 1-1,0-1 1,0 1 0,0-1 0,1 1-1,-1-1 1,1 0 0,0 1 0,0-1-1,-1 0 1,1 0 0,1-1-1,-1 1 1,0 0 0,0-1 0,1 1-1,-1-1 1,1 0 0,-1 0 0,1 0-1,-1 0 1,1 0 0,0 0-1,-1-1 1,6 1 0,-3 0-17,-1 0 0,1-1 1,0 0-1,0 0 0,-1 0 0,1-1 1,0 1-1,0-1 0,-1 0 0,1-1 1,-1 1-1,1-1 0,-1 0 0,1 0 1,-1 0-1,4-3 0,-2-1-111,0 0 0,-1 0 0,1 0 0,-1-1 0,-1 0 0,1 0 0,-1 0 0,0 0 0,-1-1 0,0 1 0,0-1 0,-1 0 0,0 0 0,2-11 0,0-14-610,-1 1-1,-2-43 0,-1 58 641,0 3 67,-1 0 0,-1 0 0,0 0 0,-1 1 0,0-1 0,-10-22 0,-3 0 183,-22-36 1,30 59-88,-6-19 168,14 32-252,0 0 0,0-1 0,0 1 1,0 0-1,-1 0 0,1 0 0,0 0 0,0 0 0,0 0 0,0-1 1,0 1-1,0 0 0,0 0 0,0 0 0,0 0 0,0 0 0,0 0 1,0 0-1,0-1 0,1 1 0,-1 0 0,0 0 0,0 0 0,0 0 1,0 0-1,0 0 0,0 0 0,0-1 0,0 1 0,0 0 0,0 0 1,0 0-1,0 0 0,1 0 0,-1 0 0,0 0 0,0 0 0,0 0 1,0 0-1,0 0 0,0 0 0,0 0 0,0 0 0,1 0 0,-1 0 1,0-1-1,0 1 0,0 0 0,0 0 0,0 0 0,0 0 0,1 1 1,14-3-751,0 2 0,16 0 0,0 1-1561,16-1-2792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48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39 6019,'1'2'11060,"-1"-1"-11028,0 0 0,1 0 0,-1 0 0,0 0 0,0 0-1,0 0 1,0 0 0,0-1 0,-1 1 0,1 0 0,0 0 0,0 0 0,-1 0 0,1 0 0,0 0 0,-1-1 0,1 1 0,-1 1-1,-6 8 117,1 0 0,0 1-1,1-1 1,0 1 0,1 0-1,0 1 1,1-1 0,0 1 0,-1 16-1,0 13 779,1 57-1,3-77-696,0-15-145,0 11 262,1 0 0,4 31 0,-4-43-294,0 0-1,1 1 1,0-1 0,0 0 0,0 0 0,1 0-1,0 0 1,0 0 0,0 0 0,0-1 0,1 0-1,5 6 1,-3-5-25,0 0-1,0 0 1,1 0 0,-1-1-1,1 0 1,0 0-1,1-1 1,-1 0-1,0 0 1,9 1 0,1 0 24,0-2-1,0 0 1,29-1 0,-42-1-55,0 0 0,0 0 0,1 0 0,-1-1-1,0 0 1,0 0 0,0 0 0,0 0-1,0-1 1,0 1 0,0-1 0,0 0-1,4-4 1,-4 3-48,0-1 0,0 0-1,0 0 1,-1-1 0,0 1-1,0-1 1,0 1 0,0-1-1,-1 0 1,3-7-1,0-4-112,-2 0-1,1-1 0,-2 1 0,0 0 0,-1-1 0,-2-31 0,1 16-1,0 20 180,-1-1 1,1 1-1,-2 0 1,0 0-1,0 0 1,-1 0-1,-1 1 0,0-1 1,0 1-1,-1 0 1,-1 0-1,0 0 1,0 1-1,-1 0 1,0 0-1,-1 1 1,0-1-1,0 2 0,-1-1 1,-1 1-1,1 1 1,-1 0-1,-15-8 1,-27-7 179,40 18-221,0-1 0,-16-9 0,26 13-402,-4-3 428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73 4946,'0'0'7281,"-1"-10"-6246,0-4-620,0-9-65,1-2 3087,7 48-3250,40 473 2947,-32-269-2157,-13-207-912,-2-7 14,1 0 1,0 0 0,1 0-1,0-1 1,1 1 0,1-1-1,0 1 1,9 17 0,-13-28-70,1-1 1,0 1-1,0-1 1,0 0-1,0 1 1,0-1-1,0 0 1,0 1-1,1-1 1,-1 0-1,0 0 0,1 0 1,-1 0-1,1 0 1,-1-1-1,1 1 1,-1 0-1,1-1 1,0 1-1,-1-1 1,1 1-1,0-1 1,-1 0-1,1 0 1,0 1-1,0-1 1,-1-1-1,1 1 1,0 0-1,-1 0 1,1-1-1,0 1 1,-1-1-1,1 1 1,0-1-1,-1 1 1,2-2-1,2-1-3,-1 0 0,1 0 1,-1 0-1,0-1 0,0 0 0,0 1 0,0-1 1,-1-1-1,0 1 0,5-7 0,3-11-275,0-1 1,-2 0-1,0 0 0,8-38 0,12-101-1210,-21 101 1114,24-84 0,-30 139 432,0 0 1,0-1 0,1 1-1,0 0 1,0 0 0,0 1-1,8-11 1,-9 14-221,1 0 0,-1-1 1,0 1-1,1 0 0,0 1 0,-1-1 1,1 0-1,0 1 0,0 0 0,0-1 0,0 1 1,0 0-1,0 1 0,0-1 0,0 0 1,0 1-1,1 0 0,2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2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6931,'0'0'6657,"0"10"-5974,-1 2-656,0 2 535,0 0 1,1 0 0,1 0-1,2 14 1,-3-24-465,1-1 0,0 1 0,0 0 0,0-1 0,0 0 0,0 1 0,1-1 0,-1 0 0,1 1 0,0-1 0,0 0 0,1-1 1,-1 1-1,0 0 0,1 0 0,0-1 0,-1 0 0,1 1 0,0-1 0,0 0 0,1 0 0,5 2 0,-5-3-76,0 0 0,0 0 0,0 0-1,1 0 1,-1-1 0,0 1 0,0-1 0,1 0-1,-1-1 1,5 0 0,-7 1-65,-1 0 0,1-1 0,0 1 0,0-1 0,-1 1 0,1-1 0,0 0 0,-1 0 0,1 0 0,-1 0 0,1 0 0,-1 0 0,1 0 0,-1-1 0,0 1 0,1 0 0,-1-1 0,0 1 0,0-1 0,0 1 0,0-1 0,0 0 0,-1 1 0,2-3 0,0-6-322,-1 0-1,0 1 1,0-1-1,-1 0 1,-1-15-1,0 23 360,1 1-1,0-1 1,-1 1 0,0-1-1,1 1 1,-1-1-1,0 1 1,0 0 0,0-1-1,0 1 1,0 0 0,0 0-1,0-1 1,0 1-1,0 0 1,-1 0 0,1 0-1,0 0 1,-1 1-1,1-1 1,0 0 0,-1 1-1,1-1 1,-1 0 0,0 1-1,1 0 1,-1-1-1,1 1 1,-1 0 0,-2 0-1,-5-1 88,-1 1 1,1 0-1,0 0 0,-12 3 0,20-3-229,1 0-1,-1 0 0,0 0 1,1 0-1,-1 1 0,1-1 1,-1 0-1,1 0 0,-1 1 1,1-1-1,-1 0 0,1 1 0,-1-1 1,1 1-1,-1-1 0,1 0 1,0 1-1,-1-1 0,1 1 1,-1-1-1,1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5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6227,'0'0'5861,"2"-10"-5455,3-33-241,-4 42-134,-1-1-1,0 1 1,1-1-1,-1 1 0,1-1 1,-1 1-1,1 0 1,0-1-1,-1 1 1,1 0-1,0-1 1,2-1-1,-3 3 9,1-1 0,-1 1 0,1-1 0,-1 1 0,0-1 0,1 1 0,-1-1 0,0 1 0,0-1 0,1 1 0,-1-1 0,0 0 0,0 1 0,0-1 1,0 1-1,0-1 0,0 0 0,1 1 0,-2-2 0,1-2 334,0 1-198,0 0 0,-1 0 0,1 0 0,0 0 0,1 0 0,-1 1 0,0-1 0,1 0-1,0 0 1,-1 0 0,1 0 0,0 1 0,1-1 0,-1 0 0,0 1 0,1-1 0,-1 1 0,1-1 0,0 1 0,4-5 267,-3 21-425,-1-1 0,-1 1 1,0 23-1,-1-1 44,5 513 2298,-6-320-1164,1-221-1130,-1-3-15,1 0 0,0 0 0,0 0 1,0 0-1,0 0 0,1 0 0,0-1 0,0 1 0,0 0 0,1 0 0,0 0 1,0-1-1,0 1 0,0-1 0,4 6 0,-1-45-7220,-5 26 5384,0-28-6917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6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10 4738,'0'0'8311,"-4"-9"-6172,3 9-2098,0 0-1,0 0 0,0 0 1,0 0-1,0 0 0,1 0 1,-1 0-1,0 0 0,0 0 1,0 0-1,0 1 0,0-1 1,0 0-1,0 1 0,0-1 1,0 1-1,0-1 0,1 1 1,-1-1-1,0 1 1,0-1-1,1 1 0,-1 0 1,0 0-1,1-1 0,-1 1 1,0 0-1,1 0 0,0 0 1,-1-1-1,1 1 0,-1 0 1,1 0-1,0 0 0,-1 0 1,1 0-1,0 0 0,0 0 1,0 0-1,0 2 0,-4 19 367,1 1-1,1 0 0,1-1 1,3 33-1,-1-5 380,-1-47-746,0-1 1,0 1 0,0 0 0,1 0-1,-1 0 1,1 0 0,-1-1 0,1 1 0,0 0-1,0 0 1,1-1 0,-1 1 0,0-1-1,1 1 1,-1-1 0,4 4 0,-2-4-25,0 0 1,0 0-1,0 0 1,0 0 0,0 0-1,0-1 1,0 0 0,0 1-1,1-1 1,-1 0 0,1-1-1,-1 1 1,5 0-1,0 0 18,0-1 0,0 1 0,0-1 0,0-1 0,12-1 0,-17 1-71,0 0 1,0 0-1,0 0 1,1 0-1,-1-1 1,-1 1-1,1-1 0,0 0 1,0 1-1,-1-1 1,1-1-1,-1 1 1,1 0-1,-1-1 0,3-3 1,-1-1-110,0 1 0,0-1 0,-1 0 0,0 1 0,0-2 0,-1 1 0,0 0 0,0 0 0,-1-1 0,2-14 0,-3 18 146,0 0 0,0-1 0,-1 1 1,1 0-1,-1 0 0,0-1 1,0 1-1,0 0 0,0 0 0,-1 0 1,0 0-1,1 1 0,-2-1 0,1 0 1,0 1-1,-1-1 0,1 1 0,-1 0 1,0 0-1,-5-4 0,1 2 73,0 1 1,0 0-1,0 1 0,0-1 1,0 2-1,-1-1 0,0 1 0,1 0 1,-13-1-1,-7 0-1105,-39 2 0,46 1-900,2 0-4364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8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0 6307,'0'0'5901,"-4"0"-5156,-13 0-196,13 0-391,-1 0-1,0 1 1,1-1-1,-1 1 1,1 0-1,-1 0 1,1 0 0,-1 1-1,1 0 1,0 0-1,0 0 1,0 0-1,0 1 1,0-1-1,-4 5 1,3-3-72,0 1 0,1 1 0,0-1 0,0 0 0,0 1 0,1 0 0,0 0-1,0 0 1,-3 10 0,0 6 104,1 1 0,1-1 0,1 1 0,-1 45 0,4-49-52,2 208 1768,-2-219-1821,1 0 0,0 1 0,1-1 0,0 0 0,0 0 0,1-1 0,0 1-1,0 0 1,1-1 0,0 0 0,6 10 0,-6-13-41,0 0 0,-1 0 0,2 0 0,-1 0 0,0-1-1,1 1 1,-1-1 0,1 0 0,0-1 0,0 1 0,0-1 0,1 0-1,-1 0 1,0-1 0,1 1 0,-1-1 0,7 0 0,3 1 73,0-1 1,0-1 0,18-2 0,-27 1-100,0 0 0,0 0 1,0-1-1,0 0 0,0 0 0,0 0 1,0-1-1,0 0 0,-1 0 1,7-5-1,-2 0-71,0 0 1,-1-1-1,-1 0 1,1 0-1,-1-1 0,-1 0 1,0 0-1,0-1 1,-1 0-1,-1 0 0,8-19 1,-8 12 4,0-1 1,-1 1-1,-1-1 1,-1 0-1,-1 0 1,0 0-1,-3-21 1,1 25 99,-2 1 0,1 1 0,-2-1 0,0 0 0,0 1 0,-2 0 0,-10-22 0,6 18 0,0 0-1,-2 1 1,1 1-1,-2 0 1,-14-14-1,23 25 5,-1 0-1,0 0 0,0 0 0,0 1 0,0 0 0,0 0 0,-1 0 0,1 1 0,-1 0 0,0 0 0,-6-1 0,-32-2-793,12 5-2805,19 0 1227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3:59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0 314 10101,'0'0'5706,"10"-14"-5234,10-15-485,48-76-1382,-62 94 1169,-1 1 0,0-1 0,0 1-1,-1-1 1,-1-1 0,0 1 0,0 0-1,1-23 1,-4-3 705,0 30 343,0 26-487,0 915 5521,0-927-5817,0-5-26,0 0 1,0 0-1,0 0 1,1 0-1,-1 0 0,0 1 1,1-1-1,0 0 0,-1 0 1,1 0-1,0 0 1,0 0-1,0-1 0,2 4 1,-2-4-182,-1-15-1177,-4-63-4327,4 46 70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3986,'0'0'7878,"1"-15"-7774,5-45-85,-6 59-24,0 0 1,0-1 0,0 1-1,0 0 1,0-1 0,1 1-1,-1 0 1,1-1 0,-1 1-1,1 0 1,-1 0 0,1 0-1,-1 0 1,1-1 0,0 1-1,0 0 1,0 0-1,0 0 1,0 0 0,0 1-1,0-1 1,0 0 0,7-6 3364,-9 219-1891,2 233 1387,-1-435-2818,6 92 367,-4-90-313,-1-1 0,2 0-1,0 0 1,0 0 0,1 0 0,8 16-1,-5-15 174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2289,'0'0'9845,"3"-5"-9496,1-1-239,-1-1 1,0 0-1,0 0 1,3-10-1,-6 17-73,0 0 0,0-1-1,0 1 1,0 0 0,0 0 0,0-1-1,0 1 1,0 0 0,0 0-1,0-1 1,1 1 0,-1 0-1,0 0 1,0 0 0,0-1 0,0 1-1,1 0 1,-1 0 0,0 0-1,0-1 1,0 1 0,1 0 0,-1 0-1,0 0 1,0 0 0,1 0-1,-1 0 1,0 0 0,0-1-1,1 1 1,-1 0 0,0 0 0,1 0-1,-1 0 1,0 0 0,0 0-1,1 0 1,-1 0 0,0 0-1,0 1 1,1-1 0,-1 0 0,0 0-1,0 0 1,1 0 0,-1 0-1,0 0 1,0 0 0,1 1 0,-1-1-1,0 0 1,0 0 0,0 0-1,1 1 1,-1-1 0,0 0-1,0 0 1,0 0 0,0 1 0,0-1-1,1 0 1,10 16 955,-4 9-519,0 1 0,-2-1 0,3 35-1,0 81 770,-8-125-1082,2 29 208,-1 31-95,4 0 0,15 80 0,-19-151-304,1 3-329,0 1 0,0-1 0,0 0 0,6 11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6739,'0'0'2721,"0"-22"-2219,5-26 4034,0 29-4340,10-29-1,-14 46-180,-1 1 0,1-1 0,0 0 0,-1 1 0,1-1 0,0 1 0,0-1 0,0 1-1,0 0 1,0-1 0,1 1 0,-1 0 0,0 0 0,1 0 0,-1-1 0,1 1 0,-1 1-1,4-3 852,-5 5-818,1-1-1,-1 0 0,0 1 1,1-1-1,-1 0 0,0 0 1,0 1-1,0-1 0,0 0 0,0 1 1,-1 1-1,0 9-17,8 501 3025,-9-342-1969,5 185 221,-3-353-1288,3 28 200,-3-30-221,0-1 0,0 1 0,0 0 0,1 0 0,-1-1 0,0 1 0,0 0 0,1 0 0,-1-1 0,0 1 0,1 0 0,-1-1 0,1 1 0,-1 0 0,1-1 0,-1 1 0,1-1 0,0 1 0,-1-1 0,1 1 0,0-1 0,-1 1 0,1-1 0,0 0 0,-1 1 0,1-1 0,0 0 1,0 0-1,1 1 0,-2-2-73,1 0 1,-1 1 0,1-1 0,-1 0 0,0 0 0,1 0 0,-1 0 0,0 1-1,0-1 1,1 0 0,-1 0 0,0 0 0,0 0 0,0 0 0,0-1 0,0 1-80,2-21-1926,1-1 0,10-35 0,1 17-2183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125 117 3522,'0'0'12176,"-5"0"-11490,2 1-581,0 1 0,0-1 1,0 1-1,0-1 1,1 1-1,-1 0 1,1 0-1,-1 0 1,1 1-1,0-1 1,0 0-1,-3 4 1,-24 37 670,21-26-529,0 0 0,2 0 1,-1 1-1,2 0 0,1 0 0,0 1 0,-1 20 0,0 134 852,5-124-781,-1 8 25,0-11-3,5 47 1,-3-80-291,1 0 1,0-1-1,1 1 0,0 0 1,1-1-1,1 0 1,0 0-1,9 15 1,-11-22-32,1 0 0,0 1 0,0-1 0,0 0 0,1-1 0,-1 1 0,1-1 0,0 0 0,0 0 0,1-1 0,-1 1 0,1-1 0,9 3 0,-4-2 5,1-1-1,0 0 0,0-1 0,-1-1 1,1 0-1,16-1 0,-19 0-33,1 0 0,-1-1 0,1 0 0,-1-1 0,1 0-1,-1-1 1,0 0 0,0 0 0,-1-1 0,12-6 0,-7 2-60,0-1 1,-1-1-1,0 0 1,-1-1-1,19-21 1,-20 19-41,1-1 0,-2 0 0,0-1 0,-1 0 0,0 0 1,-1-1-1,-1 1 0,-1-2 0,0 1 0,-1-1 0,0 1 0,1-31 0,-4 27 81,-1 0 1,-1 0-1,-1 0 0,-1 0 1,0 0-1,-2 0 0,0 1 0,-1-1 1,-1 1-1,-15-28 0,-9-12 89,-3 1 0,-3 2 0,-65-78 0,99 130-62,-5-5 22,1 1-1,-1-1 1,0 1-1,-1 1 1,0-1-1,0 1 1,-1 1-1,-14-8 1,16 12-517,41 25-8749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5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1249,'22'8'18954,"-19"14"-19983,10 61 1448,3 103 0,-13 80 734,0 5-564,-2-261-589,4 53-5,-4-58 0,-1 0 1,2 0 0,-1 0-1,0-1 1,1 1 0,0 0 0,0-1-1,1 1 1,4 6 0,-6-10-64,-1-1 0,1 1 0,0 0 0,0-1 0,0 1 0,-1-1 0,1 0 0,0 1 0,0-1 0,0 0 0,0 1 0,0-1 0,0 0 0,0 0-1,0 0 1,0 0 0,-1 0 0,1 0 0,0 0 0,0 0 0,0 0 0,0 0 0,0 0 0,0-1 0,0 1 0,0 0 0,0-1 0,-1 1 0,1-1 0,0 1 0,0-1 0,0 1 0,-1-1 0,1 0 0,0 1 0,-1-1 0,1 0 0,0 1 0,-1-1 0,1 0 0,-1 0 0,1 0 0,-1-1 0,11-17-1877,12-30 0,-19 40 1192,14-34-3793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6195,'0'0'9778,"0"-6"-9197,0-10-449,0 11 102,0 11 713,0 707 2916,0-691-3843,0-5-7,0 1 0,1 0 0,6 33 0,-7-50-25,0 0 0,0 0-1,1 0 1,-1 0 0,0 0 0,0 0 0,1 0 0,-1 0-1,1 0 1,-1 0 0,1 0 0,-1 0 0,1-1-1,-1 1 1,1 0 0,0 0 0,0 0 0,-1-1 0,1 1-1,0 0 1,0-1 0,0 1 0,0-1 0,0 1-1,0-1 1,0 1 0,0-1 0,0 0 0,0 1 0,0-1-1,0 0 1,0 0 0,0 0 0,1 0 0,0 0-108,-1-1 0,1 0 1,0 1-1,-1-1 0,1 0 0,-1 0 1,1 0-1,-1 0 0,0 0 1,0 0-1,1-1 0,-1 1 1,0 0-1,0-1 0,0 1 0,0 0 1,0-1-1,0 1 0,-1-1 1,2-2-1,12-40-2527,0-11-1082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4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6659,'0'0'7238,"2"-5"-6670,6-18-117,-2 16 160,-3 9 458,-1 12-89,0 24-468,6 44-1,2 8-88,0 540 2809,-12-414-2462,2-210-754,0 21 109,1 1 1,5 36-1,-5-61-113,0 0 0,0 0 0,0 0 0,0 0 0,0 0 0,0 0 0,1 0 0,0 0 0,0-1 0,-1 1 0,1-1 0,3 4 0,-4-5-51,1 0 0,-1 0-1,0-1 1,0 1 0,0 0-1,0 0 1,1-1 0,-1 1-1,0-1 1,1 1 0,-1-1-1,0 1 1,1-1 0,-1 0-1,1 0 1,-1 1 0,0-1-1,1 0 1,-1 0 0,1-1-1,-1 1 1,1 0 0,-1 0-1,0-1 1,1 1 0,-1-1-1,0 1 1,2-2 0,-2 2-21,-1-1 0,1 1 0,-1-1 0,0 1 0,1-1 0,-1 1 0,1-1 0,-1 1 1,0-1-1,0 1 0,1-1 0,-1 1 0,0-1 0,0 0 0,0 1 0,0-1 0,0 1 1,1-1-1,-1 0 0,9-99-7864,-8 65 2009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4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8036,'0'0'7480,"11"0"-6698,37 1-30,-45-1-667,1 0 0,0 1 0,0 0-1,-1 0 1,1 0 0,0 0-1,-1 1 1,1-1 0,-1 1-1,0 0 1,1 0 0,-1 0-1,0 0 1,0 1 0,-1-1-1,1 1 1,0 0 0,4 6-1,-1 1 121,1 0-1,-1 1 0,-1 0 1,5 13-1,-4-11 27,-2 1-1,0 0 1,0 0-1,1 15 1,-4-23-165,-1-1 1,1 0-1,-1 0 1,0 0-1,-1 1 1,1-1-1,-1 0 1,0 0-1,0 0 1,-1 0-1,1 0 1,-1 0-1,0 0 1,-1 0 0,-3 6-1,-2-2 7,0-1 0,-1 0 0,1 0 0,-2-1 0,-18 13 0,-60 27 24,50-28 14,-5 4-58,41-20-17,11-2 16,378-1 364,-380 0-701,13 1-249,-19 0 330,-1-1 0,1 0-1,-1 0 1,1 1 0,-1-1 0,1 0-1,-1 1 1,1-1 0,2 4-1635,-3-3 1635,1-1 0,-1 1-1,0-1 1,0 1 0,0 0 0,0-1-1,1 1 1,-1-1 0,0 1 0,0 0-1,0 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 2977,'0'-8'15634,"0"24"-14601,0 31-908,0 70 603,-17 482 1689,3-275-2096,14-502-9605,0 146 5847,0-8-3411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07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140 102 5122,'-6'-4'8860,"6"4"-8715,-1-1 0,1 1 1,0 0-1,0-1 0,0-52 3113,0 52-3231,0 0 0,1 0 0,-1 0 1,1 0-1,-1 0 0,1 0 1,-1 0-1,1 0 0,-1 1 1,1-1-1,0 0 0,-1 0 1,1 1-1,0-1 0,0 0 1,0 1-1,-1-1 0,1 1 0,0-1 1,2 0-1,22-10 398,-22 10-372,10-3 151,0 1 0,0 1 0,0 0 0,1 1 0,-1 0 0,0 1 0,15 2 0,-25-2-163,-1 0 0,1 1 0,0-1 0,-1 1 0,1 0 0,-1 0 0,1 0 0,-1 0 0,0 0 0,1 1 0,-1-1 0,0 1 0,0-1 0,0 1 0,0 0 0,0 0 0,-1 0 0,1 0 0,0 0 0,-1 0 0,0 1 0,1-1 0,-1 0 0,0 1 0,0-1 0,1 4 0,2 7 98,-1 0 0,0 0 0,-1 0-1,0 15 1,0-9-42,0 2 0,-2-1 0,0 0 0,-1 0-1,-2 0 1,0 0 0,-1-1 0,0 1 0,-2-1-1,0 0 1,-2 0 0,0-1 0,-11 20 0,-5-2-60,-2-1 0,0 0 1,-3-3-1,-50 47 0,49-55-202,30-25 141,0 1 0,0 0 0,0 0 0,0 0 0,0 0 0,0 0 0,0-1 0,0 1 0,0 0 0,0 0 0,0 0 0,0 0 0,0 0 0,0 0 0,0-1 0,0 1 0,0 0 0,0 0 0,0 0 0,0 0 0,0 0 0,0 0 0,0 0 0,-1-1 0,1 1 0,0 0 1,0 0-1,0 0 0,0 0 0,0 0 0,0 0 0,0 0 0,-1 0 0,1 0 0,0 0 0,0 0 0,0 0 0,0 0 0,0 0 0,0 0 0,-1 0 0,1 0 0,0 0 0,0 0 0,0 0 0,0 0 0,0 0 0,0 0 0,-1 0 0,1 0 0,0 0 0,0 0 0,9-14-346,1 4 367,1 0-1,-1 1 1,2 0 0,-1 1 0,2 0-1,-1 1 1,1 0 0,0 1-1,19-6 1,-24 9 89,-1 1 0,0 0 0,1 0 0,0 1 0,-1 0 0,1 1-1,0-1 1,-1 1 0,1 1 0,0-1 0,-1 1 0,1 1 0,-1 0 0,1 0 0,-1 0 0,0 1 0,1 0 0,-2 0 0,1 1 0,7 4 0,-6-1-20,0 0 1,0 0-1,-1 1 1,0 0 0,-1 0-1,0 1 1,0-1-1,-1 1 1,0 1 0,-1-1-1,7 19 1,-7-13 24,0 1 0,-1-1 0,0 1 1,-1 0-1,-1 0 0,-1-1 0,-2 25 0,0-29-78,0 0-1,-1 1 0,-1-1 1,0 0-1,0 0 0,-1-1 1,0 1-1,-1-1 0,0 0 1,-1-1-1,0 0 1,-1 0-1,1 0 0,-2-1 1,1 0-1,-1 0 0,-17 10 1,10-7-114,-1-1 0,0 0 1,0-2-1,-1 0 0,0-1 1,-1-1-1,0 0 0,0-2 1,-36 5-1,26-7-2083,-54-4 1,39-6-3169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0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70 6771,'0'0'4672,"-3"-9"-4406,-1-3-166,3 7 10,-1 1 0,1 0 0,-1 0 0,0 0 0,0 0-1,0 0 1,0 0 0,-5-5 0,7 9-77,-1-1-1,1 1 1,-1-1 0,1 1-1,-1-1 1,0 1 0,1-1 0,-1 1-1,0-1 1,0 1 0,1 0-1,-1-1 1,0 1 0,1 0 0,-1 0-1,0 0 1,0 0 0,0-1-1,1 1 1,-1 0 0,0 0-1,-1 1 1,2 6 223,-1 133 513,3 181 1392,2-273-1685,13 55 0,-5-36-142,-9-54-1277,-4-30-1340,0-3 1848,-2-24-1157,-1 0 1,-15-63-1,-1-9 423,3-153 1140,17 265 292,0 1 0,0 0 0,0 0 0,1 0 0,0 0 0,-1 0 0,1-1 0,0 1 0,0 0 0,1 1 0,-1-1 0,1 0 1,-1 0-1,5-5 557,-5 8-770,1 0-1,-1 0 1,0 0-1,0 0 1,0 0-1,0 1 1,0-1-1,0 0 1,0 1-1,0-1 0,0 0 1,0 1-1,0 0 1,0-1-1,0 1 1,0-1-1,0 1 1,1 1-1,10 20 120,-9-13-16,96 272 2770,-60-156-1817,-34-110-991,38 106 707,-34-101-629,1 1 0,0-1 1,21 28-1,-29-45-170,0 0 0,0 0 1,1 0-1,-1-1 0,1 1 0,0-1 1,0 0-1,0 0 0,0 0 0,6 3 1,-8-5-15,0 1 0,0-1 0,1 0 1,-1 0-1,0 0 0,0 0 0,0 0 1,1 0-1,-1 0 0,0 0 1,0 0-1,1 0 0,-1-1 0,0 1 1,0 0-1,0-1 0,0 1 0,0-1 1,0 0-1,1 1 0,-1-1 1,0 0-1,-1 1 0,1-1 0,0 0 1,0 0-1,0 0 0,0 0 0,-1 0 1,1 0-1,0 0 0,-1 0 1,1 0-1,-1 0 0,1-2 0,7-15-100,0-1-1,-2 0 1,7-30-1,7-68-869,-6 30 239,1 10 103,3 1 1,30-77-1,-48 153 619,2-7-11,1 0 0,1 0 0,-1 0 0,5-7 0,-7 13 23,0 0-1,0 0 1,0 0 0,0-1 0,0 1 0,0 0 0,0 0 0,0 1 0,0-1 0,0 0 0,0 0 0,1 0 0,-1 1 0,0-1 0,1 1 0,-1-1 0,0 1 0,1-1 0,-1 1 0,0 0 0,1 0 0,-1 0 0,1 0 0,-1 0 0,1 0 0,-1 0 0,0 0 0,1 0 0,1 1 0,-2 0-2,0-1 0,-1 0 0,1 1 1,0-1-1,-1 0 0,1 1 0,0-1 1,-1 1-1,1 0 0,-1-1 0,1 1 0,-1-1 1,0 1-1,1 0 0,-1-1 0,1 1 1,-1 1-1,8 19 235,-1 0 0,-1 1 1,4 31-1,-3-20-18,9 68 1047,4 161 1,-7-59-281,-11-191-967,-2 1-11,2 1 1,0-1-1,0 0 0,1 0 1,1 0-1,6 16 1,-5-21-384,0-26-3423,-5-17 773,0-8-2658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8180,'0'0'2918,"7"29"-759,47 197 1613,-41-171-2556,4 0-1,25 60 1,-39-109-1168,0 0-1,0-1 0,0 1 1,1-1-1,-1 0 0,1 0 1,1 0-1,-1-1 0,1 1 1,-1-1-1,1 0 1,6 3-1,-6-4-37,-1-1 0,1 0 1,0 0-1,0-1 0,-1 1 0,1-1 0,0 0 1,1-1-1,-1 1 0,0-1 0,0 0 0,0 0 1,0 0-1,0-1 0,7-2 0,-6 2-14,-1-1 0,1 0 0,-1 0-1,0-1 1,0 0 0,0 0 0,0 0 0,0 0-1,-1-1 1,1 0 0,-1 0 0,0 0 0,0 0 0,4-6-1,3-7-234,0 0-1,14-33 0,-17 34-7,-2-2-1,0 1 1,-1-1-1,-1 1 1,0-1-1,0-19 1,0-111-563,-5 99 807,1 41 72,0 0 0,0 1 0,-1-1 0,-1 1 0,1-1 0,-1 1 0,-1 0 0,1-1 0,-1 1 0,0 0-1,-7-11 871,9 19-1093,1-1 0,-1 1 1,1 0-1,-1 0 0,1-1 0,0 1 0,-1 0 0,1 0 1,0-1-1,-1 1 0,1 0 0,0 0 0,0 0 0,0 0 1,0-1-1,0 1 0,0 0 0,0 0 0,0 0 0,0 0 1,1 1-1,-1 1-1253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1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6419,'0'0'9498,"19"32"-8188,119 203 426,-89-153-1118,4-2 0,73 85 1,-120-159-613,-5-5-12,1 0 0,-1 0 1,0 0-1,0 0 1,0 0-1,0 0 1,-1 1-1,1-1 1,0 0-1,0 1 0,-1-1 1,1 0-1,-1 1 1,1 1-1,0-2-677,-19-6-3484,16 5 3865,-24-17-3601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 10901,'0'0'6355,"-14"207"-5747,-21-100-368,-10 15-240,-4 0 0,-3-9-1456,10-18-7845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31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3666,'-7'3'12251,"7"-2"-12081,-2 38 117,-12 66-1,8-65 148,-4 72 0,9-137-4583,-5 4-1098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32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13 4498,'0'0'9847,"0"10"-9761,-10 117 1021,10-118-1032,0-1 0,0 0-1,1 0 1,0 0 0,3 13 0,-2-18-49,-1 1 0,1-1 0,0 1 0,0-1-1,1 0 1,-1 0 0,0 0 0,1 0 0,0 0 0,0 0-1,0-1 1,0 1 0,6 3 0,-1-2-1,1 1 1,0-1-1,0-1 1,0 0-1,0 0 1,0-1 0,1 0-1,-1 0 1,1-1-1,-1 0 1,1-1-1,0 0 1,16-3-1,-24 3-34,1 0 0,-1-1 0,0 1 0,1-1 0,-1 1 0,0-1-1,1 0 1,-1 0 0,0 0 0,0-1 0,0 1 0,0 0 0,0-1-1,0 1 1,0-1 0,2-2 0,-1 0-43,-1 0 1,1 0-1,-1 0 0,1 0 1,-1 0-1,-1 0 0,1-1 0,1-4 1,0-7-52,0 1 0,-1-1 0,0-32 0,-3 44 112,0-1 0,0 0-1,0 1 1,0-1 0,-1 1 0,0-1 0,1 1 0,-2 0 0,1-1-1,0 1 1,-1 0 0,0 1 0,0-1 0,0 0 0,-6-4 0,2 1 51,0 1 0,-1 0 0,0 0 0,0 1 0,0 0 1,-16-7-1,14 9-34,1 1 1,-1 0-1,0 1 0,0 0 1,0 1-1,0 0 0,-11 2 1,-8-2-116,27 0 81,0 1-1,-1-1 1,1 0-1,-1 1 1,1-1-1,0 1 0,-1 0 1,1-1-1,0 1 1,0 0-1,0 1 0,0-1 1,-1 0-1,2 1 1,-1-1-1,0 1 0,0-1 1,0 1-1,1 0 1,-1 0-1,1 0 0,-1 0 1,1 0-1,-1 2 1,-18 20-5196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2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6835,'0'0'6624,"-4"-8"-5599,-12-31 1954,15 42-2120,1 15-926,0-3 394,7 719 1869,-7-358-2397,3-434-6599,-3 15 1363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3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61 8500,'0'0'4581,"41"-10"-3813,135-32-365,-163 39-368,0 1 0,0 0 0,1 1 1,-1 0-1,0 1 0,1 1 0,-1 0 0,0 1 0,24 6 1,-22-3 36,0 2 1,-1 0-1,0 1 1,0 0-1,21 18 1,-17-13 56,-1 1 1,0 1 0,-1 1-1,-1 0 1,0 1-1,-2 0 1,0 1-1,0 1 1,-2 0-1,-1 1 1,0 0-1,-1 0 1,-1 1-1,-1 0 1,-1 1 0,-1-1-1,3 31 1,-3-6 155,-3 0-1,-1 0 1,-10 82 0,5-98-142,-2 0-1,-1 0 1,-2 0-1,-1-1 1,-1 0-1,-24 44 1,9-29 88,-2-2 1,-1-1 0,-2-2 0,-42 42-1,46-55-183,-1 0 0,-1-2 0,-2-1 0,0-2 0,-1-1 0,-38 18 0,55-31-70,-1 0-1,1-1 1,-1 0 0,-1-2 0,1 0 0,-1 0 0,1-2 0,-1 0 0,0-1 0,-26-1 0,41-1-2,0 1-1,0 0 1,-1-1 0,1 0 0,0 1 0,0-1 0,0 0-1,0 0 1,0 0 0,0-1 0,0 1 0,0 0 0,0-1-1,1 1 1,-1-1 0,0 0 0,1 1 0,0-1 0,-1 0-1,1 0 1,0 0 0,0 0 0,0 0 0,0 0 0,0 0-1,0-1 1,1 1 0,-1 0 0,1 0 0,-1-4 0,0-6-268,0 0 0,1 0 0,1 0 0,2-18 0,-1 20-31,0 1 0,0-1 0,1 1 1,0-1-1,1 1 0,0 0 0,1 0 0,0 0 0,0 1 1,1 0-1,0 0 0,0 0 0,1 1 0,9-9 1,55-45-4438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1 312 2273,'0'0'13724,"20"-9"-13321,64-30-219,-77 35-192,0 0 1,-1 0-1,0 0 1,1-1 0,-1 0-1,-1 0 1,1-1-1,-1 1 1,0-1 0,0 0-1,-1-1 1,1 1-1,-1-1 1,-1 0-1,6-13 1,-5 5-190,0 0 0,-2 0 1,1 0-1,-2 0 0,0-29 0,-1 42 179,0 1 0,0-1-1,0 1 1,-1 0 0,1-1-1,0 1 1,-1-1 0,1 1-1,-1 0 1,1-1 0,-1 1-1,0 0 1,0-1 0,1 1-1,-1 0 1,0 0 0,0 0-1,0 0 1,-2-2 0,0 2 7,1-1 1,-1 0-1,0 1 1,0 0-1,0-1 1,0 1-1,0 0 0,-5-1 1,-2 1 65,1 0 0,-1 1 0,1-1 0,-1 2 0,-12 1 1,19-1-5,0 0 0,0 0 0,0 0 0,1 0 1,-1 0-1,1 1 0,-1-1 0,1 1 1,-1 0-1,1 0 0,0 0 0,0 0 1,0 0-1,0 0 0,0 0 0,0 1 0,1-1 1,-1 1-1,1-1 0,0 1 0,-2 4 1,-2 7 166,0 1 0,1-1 0,-1 15 0,3-23-139,-5 55 630,1 0 1,4 70-1,2-127-673,0 9 84,1 0 1,-1 0 0,2 1 0,0-1 0,1-1-1,4 15 1,-5-21-98,1 0 0,0-1 0,0 1 0,0-1 0,0 1 0,1-1 0,0 0 0,0-1 0,1 1 0,-1-1 0,1 1 0,0-2 0,0 1-1,9 5 1,-6-5-139,1 0-1,0 0 0,0-1 1,1 0-1,-1-1 1,1 0-1,-1 0 0,1-1 1,-1 0-1,1-1 0,0 0 1,-1-1-1,1 1 0,0-2 1,-1 0-1,1 0 0,-1 0 1,0-1-1,0-1 0,0 0 1,0 0-1,0 0 0,-1-1 1,0-1-1,0 1 1,0-1-1,-1-1 0,8-8 1,-8 6-619,-1 0 1,0 0 0,7-15-1,10-32-4470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4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5859,'0'0'6888,"2"-4"-5770,6-5-562,-3 10 64,2 23 448,-4-14-911,7 42 1403,8 91 0,-10 57 215,-4-62-1147,-2-97-485,-2-20-3,1 0-1,0 0 1,2 0 0,1 0 0,9 31-1,-12-50-131,-1 0-1,1-1 0,0 1 1,0-1-1,-1 1 0,1-1 0,0 1 1,0-1-1,1 0 0,-1 1 1,0-1-1,0 0 0,3 2 1,-4-3-5,1 0 0,-1 0 0,0 0 0,1 1 0,-1-1 0,0 0 0,1 0 0,-1 0 0,0 0 0,1 0 0,-1 0 0,0 0 0,1 0 0,-1 0 0,0 0 0,1-1 0,-1 1 0,0 0 0,1 0 0,-1 0 0,0 0 0,0 0 0,1-1 0,-1 1 0,0 0 0,1 0 0,-1 0 0,0-1 0,8-17 10,0-20-187,-2 0-1,1-55 0,-6-87-812,-2 89 599,0 61 340,2-37-51,-1 61 109,1 0 0,0 1-1,0-1 1,0 0 0,1 1 0,0-1-1,0 1 1,5-8 0,-7 12 21,1 0 0,-1 0 0,1 1 0,0-1 0,0 0 0,-1 1 0,1-1 0,0 0 0,0 1 0,0-1 0,0 1 0,0 0 1,0-1-1,0 1 0,0 0 0,0-1 0,0 1 0,0 0 0,0 0 0,0 0 0,0 0 0,0 0 0,0 0 0,0 0 0,0 0 0,0 1 0,0-1 0,0 0 0,0 0 0,-1 1 0,1-1 0,0 1 0,0-1 0,0 1 0,0-1 1,0 1-1,-1 0 0,1-1 0,0 1 0,0 0 0,-1-1 0,1 1 0,0 2 0,6 9 127,-2 1 1,0-1-1,0 1 1,-1 1-1,-1-1 1,0 0-1,2 22 1,0 0 96,8 55 326,-4 1 0,-3 96-1,-6-183-537,0 1 0,0-1 0,1 1 0,0-1 0,1 7 1,-2-10-42,1-1 0,-1 1 0,0-1 0,0 1 0,1 0 0,-1-1 0,0 1 0,1-1 0,-1 1 1,0-1-1,1 0 0,-1 1 0,1-1 0,-1 1 0,1-1 0,-1 0 0,1 1 0,-1-1 1,1 0-1,-1 0 0,1 1 0,0-1 0,-1 0 0,1 0 0,-1 0 0,1 0 0,0 0 0,-1 0 1,1 0-1,-1 0 0,1 0 0,0 0 0,-1 0 0,1 0 0,-1 0 0,1 0 0,0-1 1,-1 1-1,1 0 0,-1 0 0,1-1 0,-1 1 0,1 0 0,-1-1 0,1 1 0,-1 0 0,1-1 1,-1 1-1,0-1 0,1 0 0,4-4-30,0 0-1,-1 0 1,0 0 0,0 0-1,0-1 1,-1 0 0,1 0 0,-1 0-1,2-7 1,3-5-57,40-85-361,49-92-586,-92 185 984,1 1 0,1 0 1,0 0-1,11-11 1,-17 18 48,1 0 1,0 1 0,-1 0-1,1-1 1,0 1 0,0 0-1,0 0 1,0 0 0,0 0-1,0 0 1,0 0 0,0 0-1,1 1 1,-1-1 0,0 1-1,0 0 1,0-1 0,1 1 0,-1 0-1,0 0 1,0 1 0,1-1-1,-1 0 1,0 1 0,0-1-1,0 1 1,1 0 0,1 1-1,-2-1 11,0 0 0,-1 1 0,1-1 0,0 0 0,-1 1 0,1 0 0,-1-1 0,1 1 0,-1 0 0,0 0 0,0 0 0,0-1-1,2 5 1,7 31 254,-7-23-157,15 73 427,9 138 0,-26-221-595,4 25 240,-5-28-212,0 0 0,0-1 0,1 1-1,-1-1 1,0 1 0,1-1 0,-1 1-1,0 0 1,1-1 0,-1 0 0,1 1-1,-1-1 1,1 1 0,-1-1 0,1 1 0,-1-1-1,1 0 1,-1 1 0,1-1 0,-1 0-1,1 0 1,0 1 0,-1-1 0,1 0-1,0 0 1,-1 0 0,1 0 0,-1 0 0,1 0-1,0 0 1,-1 0 0,1 0 0,0 0-1,-1 0 1,1 0 0,0 0 0,-1-1-1,1 1 1,-1 0 0,1 0 0,0-1 0,0 0-58,0 1 0,-1-1 1,1 1-1,0-1 0,0 1 1,-1-1-1,1 0 0,0 1 0,-1-1 1,1 0-1,-1 0 0,1 0 1,-1 1-1,0-1 0,1 0 1,0-2-1,23-86-5970,-10 33 222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4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7716,'0'0'12448,"5"26"-11589,8 42-441,33 153 1218,-46-220-1630,3 12 81,1 0 0,0 0 0,8 15 0,-11-25-80,1 0 1,-1 0-1,1 0 0,0 0 0,0-1 0,0 1 1,1 0-1,-1-1 0,1 1 0,-1-1 0,1 0 1,0 0-1,0 0 0,0 0 0,0-1 1,0 1-1,0-1 0,5 2 0,-3-2-26,0 0-1,0-1 0,1 0 1,-1 1-1,0-2 1,1 1-1,-1-1 1,0 1-1,0-1 0,0-1 1,0 1-1,0-1 1,0 0-1,0 0 1,0 0-1,-1-1 0,1 0 1,-1 0-1,0 0 1,0 0-1,0-1 1,7-6-1,2-6-283,0 0 1,-1-1-1,-1 0 0,14-28 1,-20 34 167,0 0 1,-1-1-1,0 1 1,-1-1 0,0 1-1,1-16 1,1-71-190,-5 95 351,0 0-1,0 1 1,0-1-1,-1 0 1,1 0 0,-1 0-1,1 0 1,-1 1-1,0-1 1,-3-5 0,3 7-20,1 0 1,-1 0-1,0 0 1,0 0-1,-1 0 1,1 0 0,0 0-1,0 1 1,0-1-1,0 0 1,-1 1-1,1-1 1,0 1 0,-1-1-1,1 1 1,0-1-1,-1 1 1,1 0 0,-1 0-1,1 0 1,0 0-1,-2 0 1,1-10-3522,2-2-1661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4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14391,'0'0'4396,"22"32"-3019,3 4-1007,109 175 906,-81-106-892,-30-57-113,2-2 0,41 60 1,-63-103-276,-1 0 0,0 0 0,1 0 0,0 0 0,0 0 1,-1-1-1,2 0 0,-1 1 0,0-1 0,0 0 0,1-1 0,4 3 0,15-1-2581,-22-19-3250,-1-5 486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5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573 1 11605,'0'0'6803,"-199"210"-5266,119-72-849,-7 16-447,6 6-241,8-19-1777,21-31-2193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7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25 4930,'0'0'6579,"-16"-4"-5840,-49-13-288,61 16-325,-1 0-1,1 1 1,-1-1-1,0 1 1,1 0-1,-8 0 1,11 0-89,-1 0 0,1 1 0,0-1 1,0 0-1,0 1 0,0-1 0,-1 1 0,1-1 0,0 1 0,0 0 1,0-1-1,0 1 0,0 0 0,0 0 0,0-1 0,-1 3 1,1 0 15,-1 0 0,1 0 0,0 1 0,0-1 0,1 0 0,-1 1 0,1-1 0,-1 1 0,1-1 0,0 0 0,0 1 0,1 3 0,0 8 36,-2 20 286,0-4-149,1-1-1,2 1 1,1-1 0,1 0-1,11 43 1,93 231 166,-103-290-391,-1 1 0,-1-1-1,0 0 1,-1 1 0,0 0 0,-1 20 0,-2-31 5,0 0 1,1 0 0,-1 0 0,0 0 0,-1-1-1,1 1 1,-1 0 0,0-1 0,0 1 0,0-1-1,0 1 1,0-1 0,-1 0 0,0 0 0,0 0-1,1 0 1,-1-1 0,-1 1 0,1-1 0,0 0-1,-7 4 1,-4 2 31,0-2 1,-1 1-1,0-2 1,-19 6-1,27-9-28,-1 0 0,0-1 0,-13 1 0,20-2-46,1-1-1,0 1 0,0 0 1,-1-1-1,1 1 1,0 0-1,0-1 1,0 1-1,-1 0 1,1-1-1,0 1 1,0 0-1,0-1 1,0 1-1,0-1 1,0 1-1,0 0 1,0-1-1,0 1 1,0-1-1,0 1 1,0-1-1,0 1 1,0 0-1,0-1 1,1 1-1,-1 0 1,0-1-1,0 1 1,0 0-1,1-1 1,-1 1-1,0 0 1,0-1-1,1 1 1,-1 0-1,1-1 1,5-9-827,1 1 1,0 1 0,0-1-1,1 1 1,0 0-1,1 0 1,13-8 0,39-26-4730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18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36 8420,'0'0'7598,"-11"-6"-6926,6 2-611,0 1-43,1 0 1,-1 0-1,0 1 1,0-1 0,0 1-1,0 0 1,0 0-1,0 1 1,-1-1-1,1 1 1,0 1 0,-1-1-1,1 1 1,-1 0-1,1 0 1,-7 1-1,2 1-3,0 1 0,1 1-1,-1 0 1,1 0-1,0 0 1,0 1-1,0 1 1,1-1-1,0 2 1,0-1-1,0 1 1,1 0-1,0 0 1,0 1 0,1 0-1,0 0 1,-9 18-1,8-13 13,1 1-1,0 0 0,1 0 1,1 0-1,0 1 1,1 0-1,0 0 1,1 0-1,1 0 1,1 0-1,1 23 0,1-29-24,-1 1-1,2-1 0,-1 0 0,1 0 1,1 0-1,0-1 0,0 1 1,0-1-1,1 0 0,0 0 0,1 0 1,0-1-1,7 8 0,11 8 28,1-1 1,38 26-1,-45-34 12,9 4-52,-11-6 31,1-1 0,-2 2 0,20 19 1,-32-29-31,0 0 0,-1 0 0,1 1 0,0-1 0,-1 1 0,0-1 0,0 1 0,0 0 0,0 0 0,-1 0 0,1 0 0,-1 0 0,0 1 0,-1-1 0,1 0 0,-1 1 0,1-1 1,-1 0-1,0 1 0,-1-1 0,0 4 0,0-4 6,-1-1-1,0 1 1,0-1 0,0 0 0,0 1 0,0-1-1,-1 0 1,1-1 0,-1 1 0,0 0 0,1-1 0,-1 0-1,-1 1 1,1-1 0,0 0 0,-5 1 0,-9 6-18,-32 11 1,43-18 4,-2 1-244,0-1-1,-1 0 1,1 0-1,0-1 1,-17 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0 7091,'-7'2'11758,"3"73"-10756,-20 117 1,18-154-781,4-17-79,0 30 0,2-50-79,2-6-67,10-24-659,-1-2-1,-2 0 0,7-34 1,2-11-4537,-13 53 384,-2 4-2199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1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44 1088,'28'-19'17203,"-28"21"-17130,0 0-1,0 0 1,0 0-1,0 0 1,-1-1-1,1 1 1,0 0 0,-1 0-1,0 0 1,-1 2-1,1-1 34,-19 95 729,11-52-346,5-25-337,1 0 0,1 0 0,0 0 0,2 0 0,2 26 0,-2-46-146,0 0-1,1 0 1,-1 0 0,1 0-1,-1 0 1,1 0-1,-1-1 1,1 1 0,0 0-1,-1 0 1,1 0-1,0-1 1,0 1 0,-1 0-1,1-1 1,0 1-1,0-1 1,0 1 0,0-1-1,0 1 1,0-1-1,0 0 1,0 1 0,0-1-1,0 0 1,0 0-1,2 0 1,33 1 74,-26-2-15,-7 1-67,1-1 1,0 0 0,-1 1-1,1-2 1,0 1 0,-1 0-1,0-1 1,1 1 0,-1-1 0,0 0-1,0 0 1,0-1 0,0 1-1,0 0 1,0-1 0,2-3-1,7-9-182,21-30-1,-25 34 94,0 0 53,-1 0 1,0-1-1,0 1 1,-1-2-1,-1 1 0,0-1 1,-1 1-1,0-1 1,-1-1-1,0 1 1,-1 0-1,0-22 1,-2 28 163,0 1 1,0-1-1,-1 0 1,0 1-1,-3-13 1,4 18-119,-1-1-1,0 0 0,1 1 1,-1-1-1,0 1 1,0 0-1,0-1 1,0 1-1,0 0 1,0-1-1,-1 1 1,1 0-1,0 0 1,-1 0-1,1 0 1,0 0-1,-1 1 1,1-1-1,-1 0 1,0 0-1,1 1 1,-1-1-1,1 1 1,-1 0-1,0-1 0,1 1 1,-1 0-1,-3 0 1,-6 0-31,0 1 0,0 0 1,0 0-1,0 1 0,0 1 0,1 0 0,-1 0 1,1 1-1,0 1 0,0-1 0,0 1 1,-14 11-1,19-13-144,4-2-128,-1 0-1,0 1 0,0-1 1,0 0-1,1 0 0,-1 0 1,0 0-1,0-1 0,-1 1 1,1 0-1,0-1 0,0 0 1,-3 1-1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4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10053,'0'0'3772,"-4"21"-3380,-4 36 489,-1 85-1,8-79-108,-1-17-69,6 64 1,-3-98-619,1-1 1,0 1 0,1 0-1,0-1 1,1 1 0,0-1 0,1 0-1,0 0 1,0 0 0,11 13-1,-12-18-44,1-1 0,0 0-1,0 0 1,0 0-1,1 0 1,-1-1 0,1 0-1,0 0 1,1-1 0,-1 1-1,1-1 1,7 2-1,-2-2 11,1 0 0,0-1 0,0 0-1,0-1 1,22-1 0,-23-1-22,0 0 1,0-1-1,-1-1 1,0 0 0,1 0-1,-1-1 1,0-1-1,0 0 1,-1 0-1,0-1 1,0 0 0,0-1-1,-1 0 1,0-1-1,13-13 1,-12 11-127,0-1 0,-1-1 1,0 0-1,-1 0 0,0-1 1,-1 0-1,0 0 0,-1-1 0,-1 0 1,0 0-1,-1 0 0,3-19 0,-5 18-47,0-1-1,-1 1 0,-1-1 0,-3-30 0,1 38 105,0-1 0,0 0 0,-1 1 0,0-1-1,0 1 1,-1 0 0,0 0 0,-1 1 0,-8-13 0,3 7 31,0 2-1,-1-1 1,0 2 0,-1-1 0,-17-11 0,21 16 30,-1 2 0,1-1 0,-1 1 0,0 0 0,0 1 0,0 0 0,-1 0 0,1 1-1,-20-2 1,12 3 18,1-1 30,-1 1-1,-34 3 0,45-1-36,0 0 0,-1 1 1,1 0-1,0 0 0,0 0 0,0 1 0,0-1 0,0 1 0,0 1 1,1-1-1,-1 1 0,-4 4 0,9-6-115,3-2-232,7-1-385,0 0-1,0-1 0,-1 0 0,1 0 0,0-1 0,12-5 0,-6 2-715,34-10-3835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4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41 7443,'0'0'7393,"-2"-3"-6568,2 2-806,0 0 0,-1 1 0,1-1 1,0 0-1,-1 1 0,1-1 0,-1 0 1,1 1-1,-1-1 0,1 1 0,-1-1 1,1 1-1,-1-1 0,0 1 0,1-1 1,-1 1-1,0 0 0,1-1 0,-1 1 1,0 0-1,0 0 0,1-1 0,-1 1 1,0 0-1,0 0 0,1 0 0,-1 0 1,0 0-1,0 0 0,1 0 1,-1 0-1,0 0 0,0 0 0,1 1 1,-1-1-1,0 0 0,0 0 0,1 1 1,-1-1-1,0 0 0,1 1 0,-1-1 1,0 1-1,1-1 0,-1 1 0,-3 3 75,0 0 1,0 0-1,0 0 0,1 1 0,0-1 0,-3 6 0,-7 13 286,1 1 0,1 1-1,1 0 1,1 0-1,1 1 1,-5 36 0,5-9 186,2 1 1,1 62-1,5-113-551,0-1-1,0 1 1,0 0 0,0 0-1,0 0 1,1 0 0,-1 0-1,1 0 1,0 0 0,0-1-1,0 1 1,0 0 0,0-1-1,0 1 1,1-1 0,0 1 0,-1-1-1,1 1 1,0-1 0,4 3-1,-2-2-8,0-1 0,1 0 0,0-1 0,-1 1 0,1-1 0,0 0-1,-1 0 1,1-1 0,0 1 0,0-1 0,8-1 0,-1 1 22,0-1 0,0 0 0,0-1-1,1 0 1,-1-1 0,-1 0 0,1-1 0,0 0 0,-1-1 0,0-1 0,0 1 0,-1-2 0,1 1 0,-1-2 0,-1 1 0,15-16 0,-12 12-93,-1 0-1,0-1 1,-1-1 0,0 0 0,-1 0 0,0-1 0,-1 0 0,-1 0 0,0-1 0,-1 0 0,-1 0 0,0-1 0,-1 1 0,-1-1 0,0 0 0,-1 0-1,-1-29 1,0 17-130,0 13 109,-1-1 1,0 1-1,-1-1 0,-5-21 1,5 34 82,0-1 1,0 0-1,0 1 0,-1-1 1,1 1-1,-1 0 1,0-1-1,0 1 0,0 0 1,0 0-1,-1 0 1,1 0-1,-1 1 1,0-1-1,0 1 0,0 0 1,0-1-1,0 1 1,0 0-1,-1 1 0,1-1 1,0 1-1,-6-2 1,1 1 3,0 0 0,0 1 0,1 0 0,-1 1 0,0-1 1,-1 2-1,1-1 0,1 1 0,-1 0 0,0 1 0,0-1 0,0 2 1,1-1-1,-1 1 0,1 0 0,0 1 0,0 0 0,0 0 0,0 0 1,-11 11-1,10-8-183,1 1 1,0 0 0,0 1-1,1-1 1,0 1-1,1 1 1,0-1-1,0 1 1,1 0 0,0 0-1,-3 16 1,2-4-3629,-1-6-2238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5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182 309 2849,'0'0'7340,"8"-14"-5796,25-41-327,-26 36 1288,-7 19-2464,0 0 0,0-1-1,0 1 1,0-1 0,0 1 0,0 0-1,0-1 1,0 1 0,0-1-1,0 1 1,0 0 0,-1-1-1,1 1 1,0 0 0,0-1-1,0 1 1,-1 0 0,1-1-1,0 1 1,0 0 0,-1 0 0,1-1-1,0 1 1,-1 0 0,-1-1-24,1 1 1,-1-1-1,1 1 1,-1 0-1,1-1 1,-1 1 0,1 0-1,-1 0 1,1 0-1,-1 1 1,-1-1 0,-1 1 194,-30-2 26,18 0-8,0 0 0,0 2 0,-25 3 0,38-3-186,0-1 1,1 2-1,-1-1 0,0 0 1,1 0-1,-1 1 1,1 0-1,0-1 1,-1 1-1,1 0 1,0 0-1,0 0 1,0 0-1,0 1 1,1-1-1,-1 1 0,0-1 1,-1 6-1,-2 2 98,1 1-1,0 0 0,-2 15 0,6-24-118,-6 24 297,2 1 1,1 0-1,1 33 0,2-59-313,0 0 1,0 0-1,0 0 1,0 0-1,0 0 1,0 0-1,0 0 1,0 0-1,0 0 1,1 0-1,-1 0 0,0 0 1,1-1-1,-1 1 1,1 0-1,-1 0 1,1 0-1,-1 0 1,1-1-1,-1 1 1,1 0-1,0-1 1,-1 1-1,1 0 1,0-1-1,1 1 1,0 0-2,1 0 0,-1-1 1,1 1-1,-1-1 0,1 0 1,0 0-1,-1 0 0,4 0 1,5-1 25,3 0 2,0 0 0,-1-1 1,0-1-1,1 0 1,-1-1-1,0-1 0,0 0 1,-1 0-1,0-1 1,0-1-1,0 0 1,-1-1-1,19-16 0,-12 8-147,-1 0 1,0-1-1,-2-1 0,0-1 0,-1 0 0,-1-1 0,14-26 0,-22 35-109,0 0-1,-1 0 0,0 0 1,-1 0-1,0-1 1,-1 1-1,0-1 0,-1 1 1,0-1-1,-1 0 1,0 0-1,-1 0 1,-2-12-1,2 22 195,1 0 0,-1-1 0,0 1 0,0 0 0,0 0 0,0 0 0,0 0 1,0 0-1,0 0 0,-1 0 0,1 0 0,-1 0 0,0 1 0,1-1 0,-1 0 0,0 1 0,-3-2 0,1 0 25,0 1 0,-1 0 0,1 0 1,-1 1-1,1-1 0,-1 1 0,0 0 0,-7 0 0,6 0 35,0 1 1,1 0-1,-1 0 1,0 0-1,1 1 0,-1 0 1,0 0-1,1 0 1,-1 1-1,1-1 0,0 2 1,-1-1-1,1 0 1,0 1-1,-8 6 0,8-4 38,1 0-1,0 1 1,0-1-1,0 1 1,1 0-1,0 0 1,0 0-1,-3 9 1,5-11-67,-1 0 0,1 0 0,0 0 0,0 0-1,1 0 1,-1 0 0,1 1 0,0-1 0,0 0 0,0 0 0,1 0 0,-1 1 0,1-1 0,0 0 0,2 4 0,-3-6-12,1-1 0,0 0 0,0 0 0,0 0 0,0 0 0,0 1 0,0-1 0,0-1 0,0 1 0,0 0 0,0 0 0,1 0 0,-1 0 0,0-1 0,1 1 0,-1-1 0,0 1 0,1-1 0,2 1 0,31 1-440,-27-2 283,41 1-1029,-16 0-2515,63-6 0,-46-8-1508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5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4226,'0'0'5168,"9"-9"-3754,26-27-134,-27 23 3514,-7 71-3939,0 4 236,-3 0 0,-11 71 0,8-103-1023,0-5-402,1 0 0,0 42 0,-10-100-12891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7187,'0'0'7113,"1"-2"-6574,3-9 255,-2 28-334,-3 66 1121,5 149 1024,-3-222-2519,-1-6-67,0 0 0,0 0 0,0 0 0,1-1-1,-1 1 1,1 0 0,0-1 0,0 1-1,1 0 1,-1-1 0,1 1 0,2 4-1,-3-8-45,0 0 0,0 1 0,-1-1-1,1 0 1,0 0 0,0 0-1,-1 0 1,1 0 0,0 0-1,0 0 1,-1 0 0,1 0-1,0-1 1,-1 1 0,1 0 0,0 0-1,0-1 1,-1 1 0,1 0-1,0-1 1,-1 1 0,1 0-1,-1-1 1,1 1 0,0-1-1,-1 0 1,1 1 0,-1-1 0,0 1-1,1-1 1,-1 0 0,1 1-1,-1-2 1,17-30-2942,0-16-2618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6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94 7347,'0'1'8562,"-2"28"-7128,-5 38 1,3-38-550,-1 39 0,5 9-130,0-76-747,0 0 1,0 0-1,0 0 1,0 0-1,0 0 0,0 0 1,1 0-1,-1 0 0,0 0 1,0 0-1,1-1 0,-1 1 1,1 0-1,-1 0 1,1 0-1,-1 0 0,1 0 1,-1-1-1,1 1 0,0 0 1,0 0-1,-1-1 1,1 1-1,0-1 0,0 1 1,0-1-1,1 2 0,0-2-2,1 1-1,-1-1 1,0 1-1,1-1 0,-1 0 1,1 0-1,-1 0 1,0 0-1,1-1 0,-1 1 1,4-1-1,2-1 9,-1-1-1,1 0 1,-1 0 0,0 0-1,0-1 1,0 0 0,8-6-1,-2-1-159,-1-1 0,0 0 0,0-1 0,-2 0 0,0 0-1,12-22 1,-16 25-169,0-2 0,-1 1 0,-1 0-1,0-1 1,-1 0 0,0 0 0,0 0-1,-2-1 1,2-20 0,-3 26 208,0-1 0,-1 1 0,1-1 1,-1 1-1,-1-1 0,1 1 0,-4-9 0,3 13 120,1 1 1,0-1-1,-1 1 0,1 0 0,-1 0 1,0-1-1,0 1 0,0 1 1,0-1-1,0 0 0,0 0 0,0 1 1,0-1-1,-1 1 0,1 0 0,-1-1 1,1 1-1,-1 0 0,1 1 1,-1-1-1,0 0 0,-5 0 0,2 0 57,-1 0-1,0 0 1,1 1-1,-1-1 0,0 1 1,0 1-1,1-1 0,-1 1 1,0 1-1,1-1 0,-1 1 1,1 0-1,0 1 1,0-1-1,-1 1 0,2 0 1,-1 1-1,-6 4 0,-58 60-276,42-35-3734,11-10-1955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6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4322,'0'0'7563,"8"-11"-7056,0-2-363,32-42 4923,-40 459-1466,0-403-3646,6-11-1180,2-5-771,0-1 0,8-24-1,-2-4-3944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4338,'0'0'11392,"9"-16"-10672,24-45-208,-22 45 380,-11 16-882,0 0 0,0-1 1,0 1-1,0 0 1,1 0-1,-1 0 1,0 0-1,0 0 0,0 0 1,0 0-1,0 0 1,0 0-1,0-1 1,1 1-1,-1 0 0,0 0 1,0 0-1,0 0 1,0 0-1,0 0 1,0 0-1,1 0 0,-1 0 1,0 0-1,0 0 1,0 0-1,0 0 1,0 0-1,0 0 0,1 0 1,-1 0-1,0 0 1,0 0-1,0 0 1,0 0-1,0 1 0,0-1 1,1 0-1,-1 0 1,0 0-1,0 0 1,0 0-1,0 0 0,0 0 1,0 0-1,0 0 1,1 1-1,0 18 374,-1-15-313,0 520 4765,0-524-4894,1 0 0,-1 0-1,0 0 1,1 0-1,-1 0 1,1 1-1,-1-1 1,1 0-1,-1 0 1,0 0-1,1 0 1,-1 0-1,1 0 1,-1-1-1,1 1 1,-1 0-1,0 0 1,1 0 0,-1 0-1,1 0 1,-1-1-1,0 1 1,1 0-1,1-3-356,0 1 1,-1-1-1,1 1 0,-1-1 0,0 1 1,1-1-1,-1 0 0,0 0 0,-1 0 1,1 1-1,0-1 0,-1-4 0,1 1-913,4-29-6991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62 7379,'0'0'4045,"-1"-3"-3538,-1 1-120,-2-15 3601,32 19-2811,-22 2-1145,0 0 0,0 0 0,-1 1 1,1 0-1,-1 0 0,0 1 0,0-1 1,-1 1-1,0 0 0,0 0 0,6 14 1,5 24 374,-3 2 1,-2-1 0,7 69 0,-10-59 273,28 103 0,-34-154-657,0 1-1,1-1 1,0 1-1,0-1 1,0 0 0,0 0-1,1 0 1,0 0 0,0 0-1,0-1 1,6 7 0,-6-8 22,1 0 0,-1 0 0,1 0 0,0 0 0,-1-1 0,1 0 0,0 1 0,0-1 0,0 0 0,0-1 0,0 1 0,0-1 0,7 0 0,-7 0-23,0 0 0,0 0 0,0-1 0,-1 1 0,1-1-1,0 0 1,0 0 0,0 0 0,-1 0 0,1-1 0,-1 0-1,1 0 1,-1 0 0,4-2 0,-2-1-10,-1 0 0,1 1 1,-1-2-1,0 1 0,0 0 0,-1-1 0,6-10 1,4-15-52,-2 0 1,0-1 0,-2-1 0,6-38 0,7-29-92,54-144-186,-61 215 473,-15 28-212,0 1-1,0-1 0,1 1 0,-1-1 0,0 0 1,1 1-1,-1-1 0,1 1 0,-1-1 1,0 1-1,1-1 0,-1 1 0,1-1 0,0 1 1,-1 0-1,1-1 0,-1 1 0,1 0 1,-1 0-1,1-1 0,0 1 0,-1 0 0,1 0 1,0 0-1,-1 0 0,1-1 0,0 1 1,-1 0-1,1 0 0,0 0 0,-1 1 0,1-1 1,0 0-1,-1 0 0,1 0 0,0 0 0,-1 1 1,1-1-1,0 0 0,-1 1 0,1-1 1,0 2-266,0-1 0,0 0 0,-1 0 0,1 1 0,0-1 0,-1 0 1,1 1-1,-1-1 0,0 0 0,1 1 0,-1-1 0,0 1 0,0-1 1,0 0-1,0 1 0,0 1 0,0 3-1299,0 19-5926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0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1825,'0'0'2692,"1"-2"-2527,2-19-204,-1 0-1,-1-40 1,-1 44-1110,0 7-1210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0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16,'0'0'4714,"0"-19"-1846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1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1153,'0'0'5074,"0"-32"-758,0-17 368,0 49-4645,0 0 0,0 0 0,0 0 0,1 0 0,-1 0 0,0 0 0,0 0 0,0 0 0,0 0 0,0 0 0,0 0 0,0 0-1,0 0 1,1 0 0,-1 0 0,0 0 0,0 0 0,0 0 0,0 0 0,2-1 584,-2 1-584,0 0 0,0 0 0,0 0 0,0 0 0,0 0 0,0-1 0,0 1 0,0 0 0,0 0-1,7 22 59,-1 0 0,-1 0 0,3 40-1,-1 74 768,-6-125-767,-1 55 408,0-25-54,4 42-1,-1-69-437,1-39-5213,-4 20 4432,3-22-4725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4370,'2'-13'11683,"12"38"-11251,-1 1 0,-1 0 1,9 31-1,4 8 125,-24-62-535,9 21 275,18 30 0,-24-47-226,1 0 0,0-1 1,0 1-1,0-1 0,1 0 0,0-1 0,0 1 0,10 6 1,-14-11-56,0 0 1,-1 0 0,1 0 0,0 0-1,0 0 1,0 0 0,0-1 0,0 1-1,0 0 1,0-1 0,0 0 0,1 1 0,-1-1-1,0 0 1,0 0 0,0 0 0,0-1-1,0 1 1,0 0 0,1-1 0,-1 0-1,0 1 1,0-1 0,0 0 0,-1 0-1,1 0 1,0 0 0,0 0 0,0 0-1,-1-1 1,1 1 0,-1-1 0,1 1-1,-1-1 1,2-2 0,5-6-62,-1 0 1,-1-1-1,0 0 1,8-22-1,-5 13-95,35-69-565,77-119 1,-112 196 324,-6 9-326,-1 0-1,0 0 1,0 0-1,0-1 1,0 1-1,1-4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5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53 1153,'0'0'5834,"-1"-11"-5007,1-5-1766,-2-9 6030,1 56-1399,1 275-2033,0-343-6093,0 21-109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57 4530,'0'0'5419,"-1"11"-3693,-5 141 3537,6-151-5246,0 1 0,0-1 0,0 1-1,1-1 1,-1 1 0,0-1 0,1 1-1,-1-1 1,1 0 0,-1 1 0,1-1-1,0 0 1,0 1 0,0-1 0,0 0-1,-1 0 1,1 0 0,1 0 0,-1 0-1,0 0 1,0 0 0,0 0 0,0 0 0,1-1-1,-1 1 1,0 0 0,1-1 0,-1 1-1,1-1 1,-1 0 0,1 1 0,-1-1-1,2 0 1,6 1 58,0 0 0,1-1 0,-1 0 0,11-1 0,-19 0-54,2 1-50,-1-1-1,0 1 0,0-1 1,0 0-1,0 0 0,0 0 1,0 0-1,0-1 0,0 1 1,-1 0-1,1-1 0,0 1 1,-1-1-1,1 0 0,-1 1 1,0-1-1,1 0 0,-1 0 1,0 0-1,0 0 0,0 0 1,0 0-1,-1 0 0,1 0 1,0 0-1,-1 0 1,0-1-1,1-2 0,1-10-423,0 0 0,-1-30-1,-1 35 364,0 7 91,0 0 0,0 0 1,-1 0-1,1 0 0,-1 0 1,0 0-1,1 1 0,-1-1 1,0 0-1,-1 0 0,1 1 0,-2-4 1,1 4 10,1 1 1,0 0 0,0-1-1,-1 1 1,1 0 0,-1 0-1,1 0 1,-1 0 0,0 0-1,1 0 1,-1 0 0,0 0-1,0 1 1,1-1 0,-1 1-1,0-1 1,0 1 0,0 0-1,0 0 1,-2 0 0,3-1-19,1 1 0,0 0 0,-1 0 1,1 0-1,0 0 0,0-1 1,-1 1-1,1 0 0,0 0 0,0 0 1,-1-1-1,1 1 0,0 0 0,0 0 1,0-1-1,0 1 0,-1 0 1,1-1-1,0 1 0,0 0 0,0-1 1,0 1-1,0 0 0,0 0 1,0-1-1,0 1 0,0 0 0,0-1 1,0 1-1,0 0 0,0-1 0,0 1 1,0-1-1,2-11-1021,-2 11 727,1 0 1,-1-1-1,1 1 1,-1 0 0,1 0-1,0 0 1,-1 0-1,1 0 1,0 0 0,0 0-1,0 0 1,2-2-1,30-22-7661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7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5090,'0'0'7679,"9"0"-6612,213 0 571,-220 0-1732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4098,'7'219'944,"-7"-206"1281,13-7-1312,15-6-321,4 0 593,3 0-417,0-15-352,-8 2-112,-2-6-304,-4 10 0,-4 3-1280,-3 6-833,0 0-3538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2657,'1'-23'15113,"1"16"-13701,0 8-1405,1 1-1,-1 0 1,1 0-1,-1 0 1,1 0-1,-1 0 1,0 0-1,0 1 1,0-1-1,0 1 1,-1-1-1,2 4 1,17 38 123,-16-34-113,10 33 169,-1 1 0,-3 0 0,-2 1 0,5 62-1,-7-48 361,24 102-1,-30-157 419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9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6099,'0'0'3572,"-4"3"-3033,-13 10 2975,33-13-2343,39-1-672,-18-1-455,-1 3 1,52 6-1,-64-6 71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4:59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5074,'0'0'8980,"97"-19"-8547,-44 44-129,10-3-128,-8 0-80,5 3-96,-8-3-64,-17-6-512,-7 3-4243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1569,'0'0'8534,"3"-8"-7445,9-24-305,-4 21 2375,-2 13-2138,0 16-673,0 57 2075,-4 83 1,-3-90-1471,1-67-940,0-1 1,0 0 0,0 1 0,0-1 0,0 0-1,0 1 1,0-1 0,0 0 0,0 1 0,0-1-1,0 0 1,0 1 0,0-1 0,0 0 0,1 0-1,-1 1 1,0-1 0,0 0 0,0 1 0,0-1-1,1 0 1,-1 0 0,0 1 0,0-1 0,0 0-1,1 0 1,-1 0 0,0 1 0,1-1 0,-1 0-1,0 0 1,1 0 0,10-4 152,9-15-115,-10 3-228,0-2 0,-1 1-1,-1-1 1,7-20 0,-6 14-606,1 0-1,16-26 1,-25 48 748,0 0 0,0 1 1,1-1-1,-1 1 1,0 0-1,1-1 0,-1 1 1,1 0-1,0 0 0,1-1 1,-2 1 29,-1 1 0,1 0 0,0 0 0,-1-1 0,1 1 0,0 0 0,-1 0 0,1 0 0,-1 0 0,1 0 0,0 0 0,-1 0 0,1 0 0,0 0 0,-1 0 0,1 1 0,0-1 0,-1 0 0,1 0 0,-1 1 0,1-1 1,0 0-1,-1 1 0,1-1 0,-1 0 0,1 1 0,-1-1 0,1 1 0,-1-1 0,0 1 0,1-1 0,-1 1 0,1-1 0,-1 1 0,0-1 0,1 1 0,-1 0 0,0-1 0,0 1 0,0-1 0,1 2 0,5 19 310,0 0 1,-1 1-1,3 37 0,-7-40-114,1 0-1,2-1 1,-1 1 0,2-1 0,1 0-1,13 31 1,-19-48-274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2801,'0'0'8540,"6"-6"-7467,18-17-358,-23 22-636,-1 1 0,1-1 0,0 0 1,-1 1-1,1-1 0,0 1 0,-1-1 0,1 1 1,0-1-1,0 1 0,0 0 0,-1-1 1,1 1-1,0 0 0,0-1 0,0 1 0,0 0 1,0 0-1,-1 0 0,1 0 0,0 0 1,0 0-1,0 0 0,0 0 0,0 0 0,0 1 1,0-1-1,-1 0 0,1 1 0,1 0 1,0 0-3,-1 0 0,1 0 0,-1 1 0,0-1 0,0 1 0,1-1 0,-1 1 0,0-1 0,0 1 0,1 3 0,10 27 879,11 52 1,-18-60-607,1-1 0,1-1 1,1 1-1,1-1 0,18 32 1,-25-51-319,0 0 0,1 0 0,-1 0 0,1 0 0,0-1 0,0 1 0,0-1 0,0 1 0,0-1 0,0 0 0,1 0 0,-1-1 0,1 1 0,-1-1 0,1 0 0,0 1 0,0-2 0,-1 1 0,1 0 0,0-1 0,0 0 0,0 0 0,0 0 0,6-1 0,-3 0-9,0 0-1,0-1 0,-1 0 0,1-1 0,0 1 0,-1-1 0,0 0 0,0-1 1,0 0-1,0 1 0,-1-2 0,7-5 0,0-2-181,-1 0 1,0 0-1,-1-1 0,-1-1 0,0 0 1,-1 0-1,0 0 0,-1-1 1,-1-1-1,0 1 0,5-22 0,-12 32 70,1 4 74,0 0-1,0 0 1,0 1-1,0-1 1,0 0-1,0 0 1,0 1-1,0-1 1,0 0-1,0 0 1,0 1-1,0-1 1,0 0-1,1 1 1,-1-1-1,0 0 1,1-1-1,2 2-389,-1-1 0,1 1 1,-1 0-1,1-1 0,-1 1 0,1 0 0,0 0 0,2 1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1297,'0'0'5346,"0"-5"-4599,1-3-381,-1-26 7178,6 181-5277,-5-88-1303,12 94-1,-11-145-849,0 0-1,0 0 1,0 0 0,1 0-1,0 0 1,7 11-1,-9-18-38,-1-6-1377,-1-7 386,1 3-568,0-1-1,0 1 1,3-17-1,5 6-3392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5939,'0'0'6677,"2"1"-6226,-1 0-408,0 0 0,0 0 1,0 0-1,0 0 0,-1 0 0,1 0 0,0 1 0,-1-1 0,1 0 0,-1 0 0,1 1 0,-1-1 0,0 0 0,1 0 0,-1 1 0,0-1 0,0 0 0,0 3 1,0 32 862,-1-18-232,1 162 3224,1-180-3952,0 0 1,0 0-1,0 0 1,0 0 0,0 0-1,0-1 1,0 1 0,0 0-1,0 0 1,0-1 0,0 1-1,0-1 1,0 1 0,0-1-1,0 1 1,1-2-1,2-3-566,0-1-1,0 0 0,0 0 0,3-9 1,1 0-1119,13-20-3535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2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73 7828,'0'0'7651,"91"0"-7443,-71 0-144,1 0-64,-3-9-112,3-4-704,-4-6-1073,-10 4-2545,0-1-1377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3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1 220 5651,'14'-176'3169,"21"167"-2273,7 0-159,3 5 848,0-2-385,-10 0-576,0 6-576,-7 0-48,-7 0-64,-4-6-752,-3 2-3666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6371,'0'0'4202,"1"-4"-3458,5-17 1865,-6 21-2594,1 0 0,-1 0 0,1 0-1,-1 0 1,1 1 0,-1-1-1,1 0 1,-1 0 0,1 0 0,-1 1-1,1-1 1,-1 0 0,0 0-1,1 1 1,-1-1 0,0 0 0,1 1-1,-1-1 1,0 1 0,1-1-1,-1 0 1,0 1 0,0-1 0,1 1-1,-1-1 1,0 1 0,0-1 0,0 1-1,3 9 192,0 0-1,-1 0 0,0 0 0,-1 0 1,0 0-1,0 1 0,-3 17 1,2-2 115,0 423 3395,0-448-3670,0-3-244,0-76-11431,0 60 4594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3057,'0'0'7641,"23"0"-773,-15-1-7301,-7-5 906,-1 15-233,0 136 1238,1-143-1399,0 0-4,0 13 43,-4-9-2342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3698,'0'0'7507,"24"-34"-7507,-14 28-80,4 6-592,-3-4-2194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6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32 912,'0'0'6022,"0"-4"-5427,0-13-150,0 17-313,0-1-1,0 1 0,0-1 1,0 1-1,0-1 1,0 1-1,0 0 0,0-1 1,0 1-1,-1-1 0,1 1 1,0-1-1,0 1 0,0 0 1,0-1-1,-1 1 1,1 0-1,0-1 0,0 1 1,-1 0-1,1-1 0,0 1 1,-1 0-1,1-1 1,0 1-1,-1-1 0,0 2-42,1-1 1,0 0-1,-1 0 0,1 0 0,0 0 0,-1 0 0,1 1 0,0-1 0,0 0 1,-1 0-1,1 1 0,0-1 0,0 0 0,-1 0 0,1 1 0,0-1 0,0 0 1,0 0-1,0 1 0,-1-1 0,1 0 0,0 1 0,0-1 0,0 0 0,0 1 1,0-1-1,0 0 0,0 1 0,0-1 0,0 0 0,0 1 0,0-1 1,0 0-1,0 1 0,0-1 0,0 0 0,0 1 0,0 344 4009,0-345-4088,0 1-1,0-1 1,0 1-1,0 0 0,0-1 1,0 1-1,0-1 1,0 1-1,0 0 1,0-1-1,0 1 1,0-1-1,0 1 1,0-1-1,0 1 1,1 0-1,-1-1 1,0 1-1,0-1 1,1 1-1,-1-1 1,0 1-1,1-1 1,-1 1-1,1-1 1,-1 0-1,0 1 1,1-1-1,-1 1 1,1-1-1,-1 0 1,1 0-1,-1 1 1,1-1-1,0 0 1,-1 0-1,1 1 1,-1-1-1,1 0 1,-1 0-1,1 0 1,1 0-1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6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4082,'0'0'3537,"0"-3"-2934,2-7 3414,-1 22 608,-1 186-1445,1-197-3161,-1-1-1,1 1 1,-1-1 0,0 0 0,1 1-1,-1-1 1,1 0 0,-1 0 0,1 1-1,-1-1 1,1 0 0,-1 0 0,1 0-1,0 0 1,-1 0 0,1 0 0,-1 0 0,1 0-1,-1 0 1,1 0 0,-1 0 0,1 0-1,-1 0 1,2 0 0,-1 0 37,2-1-37,-1 0 0,1 1 0,-1-1 0,0 0 0,0 0 0,1 0 0,-1 0 0,0-1 0,0 1 0,0 0 0,0-1-1,-1 0 1,1 1 0,0-1 0,-1 0 0,1 0 0,-1 0 0,1 0 0,-1 0 0,2-5 0,5-9-128,12-30-1,-14 30-119,3-7-15,23-50-716,-27 64 825,0 1 0,0 0-1,0 0 1,1 1 0,0-1 0,8-6-1,-13 13 131,1-1-1,0 0 0,0 1 0,0 0 1,0 0-1,0-1 0,0 1 0,0 0 0,1 1 1,-1-1-1,0 0 0,0 1 0,1-1 0,-1 1 1,0-1-1,1 1 0,-1 0 0,1 0 1,-1 0-1,0 1 0,1-1 0,-1 1 0,0-1 1,1 1-1,-1 0 0,0-1 0,0 1 1,0 1-1,0-1 0,1 0 0,-1 0 0,-1 1 1,1-1-1,0 1 0,0-1 0,-1 1 1,1 0-1,-1 0 0,1 0 0,-1 0 0,2 3 1,11 20 207,-2 1-1,13 40 1,-14-35-44,24 47-1,-31-68-150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08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2657,'0'0'4717,"0"-8"-4050,0-21-226,0-31 5609,0 64-6015,0 297 5466,0-299-5433,0 1 0,0-1 1,0 0-1,0 0 0,1 0 0,-1 0 0,1 0 1,-1 1-1,1-1 0,1 4 0,-1-6-41,0 1 0,0 0 0,0 0 0,0 0 0,0-1 0,0 1 0,0 0 0,0-1 0,0 1 0,0-1 0,0 1 0,0-1 0,0 0 0,1 1 0,-1-1 0,0 0 0,0 0 0,0 0 0,1 0 0,-1 0 0,1 0 0,1 0-7,0 0-1,-1-1 1,1 1-1,-1-1 1,1 0-1,-1 0 1,1 0-1,-1 0 1,0 0-1,1 0 1,-1 0-1,0-1 1,0 1-1,0-1 1,0 0-1,0 1 1,2-4-1,3-4 12,1 0 0,9-18 1,-8 12-92,37-70-790,-34 59 275,1 1 0,20-27 0,-33 51 570,1 0 0,-1 1 0,1-1 0,-1 0 0,1 1 0,-1-1 0,1 1 0,0-1 0,-1 1 0,1-1 0,0 1 0,-1-1 0,1 1 0,0 0 0,-1-1 0,1 1 0,0 0 0,0 0 0,0 0 0,-1-1 0,1 1 0,0 0 0,1 0 0,-1 1 7,0-1 0,0 0 0,0 1 0,0-1 0,0 1 0,-1-1 0,1 1 0,0 0 0,0-1 0,0 1 0,-1 0 0,1-1 0,0 1 0,-1 0 0,1 0 0,-1 0 1,1 0-1,-1 0 0,1 0 0,0 1 0,7 22 314,-1-1 0,8 49-1,-12-52-199,1 0-1,0 0 1,2 0-1,0-1 0,1 0 1,15 28-1,-21-45-110,-1-1-5,0-1 1,0 0-1,0 1 0,0-1 0,0 0 0,1 0 0,-1 1 0,0-1 0,0 0 0,0 0 0,1 1 1,-1-1-1,0 0 0,0 0 0,0 1 0,1-1 0,-1 0 0,0 0 0,0 0 0,1 0 1,-1 1-1,0-1 0,1 0 0,-1 0 0,0 0 0,1 0 0,-1 0 0,-37-22-14153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0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5475,'0'0'6832,"6"26"-5810,40 163 1808,-46-189-2821,6 24 696,0-1 0,1 0 0,19 41-1,-25-63-644,0 1 0,1 0 0,-1 0 0,1-1 0,-1 1 0,1-1 0,-1 1 0,1-1 0,0 0 0,0 0 0,0 0 0,0 0-1,0 0 1,0 0 0,0 0 0,0 0 0,0-1 0,0 1 0,0-1 0,0 0 0,4 0 0,-2 1-14,0-2-1,0 1 1,0 0 0,0-1-1,0 0 1,0 0 0,0 0 0,0 0-1,-1-1 1,1 0 0,0 1 0,3-4-1,13-12-195,1-1 0,-2-1-1,-1 0 1,0-2 0,21-31-1,-27 32-696,0-1-1,11-27 0,-19 39 513,0 0 0,-1-1 1,0 1-1,0-1 1,2-18-1,-5 53 123,1-12-465,-1 0-1,0 1 1,-1-1-1,-5 22 1,-6-3-3407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0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3169,'-1'3'9912,"-1"0"-9821,0 0 1,1 0-1,0 0 1,0 1 0,0-1-1,0 0 1,0 0 0,1 1-1,0-1 1,-1 1-1,1-1 1,1 0 0,-1 6-1,1 7 265,-8 326 5089,7-342-5434,0 1 0,0-1 0,0 1 0,0-1 0,0 1 0,0-1 0,0 0 0,1 1-1,-1-1 1,0 1 0,0-1 0,0 0 0,1 1 0,-1-1 0,0 0 0,0 1 0,1-1 0,-1 0 0,0 1 0,1-1 0,-1 0 0,0 1 0,1-1 0,-1 0 0,0 0 0,1 0 0,-1 1 0,1-1 0,-1 0 0,1 0-1,-1 0 1,0 0 0,1 0 0,-1 0 0,1 0 0,0 0 0,0 0-3,0 0 0,0 0 0,0 0 0,0 0 0,1 0 0,-1-1 0,0 1 0,0 0 0,0-1 0,0 1 0,0-1 0,0 1 0,0-1 0,1-1 0,3-3-188,0 0-1,-1-1 1,0 1-1,0-1 1,-1 0-1,5-11 0,16-44-5142,-19 47 2896,6-10-5742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28 7860,'0'0'6397,"5"-5"-6013,17-14-7,-22 19-372,0 0 0,0 0 0,0-1 0,1 1 0,-1 0 0,0 0 1,0 0-1,0-1 0,0 1 0,0 0 0,1 0 0,-1 0 0,0 0 1,0-1-1,0 1 0,1 0 0,-1 0 0,0 0 0,0 0 0,0 0 1,1 0-1,-1 0 0,0 0 0,0 0 0,1 0 0,-1-1 0,0 1 1,0 0-1,1 0 0,-1 0 0,0 1 0,0-1 0,0 0 0,1 0 1,-1 0-1,0 0 0,0 0 0,1 0 0,-1 0 0,0 0 1,0 0-1,0 0 0,1 1 0,-1-1 0,0 0 0,0 0 0,0 0 1,0 0-1,1 1 0,-1-1 0,0 0 0,0 0 0,0 0 0,0 1 1,0-1-1,3 10 143,-2 0 1,0 0-1,0 0 1,-1 0 0,0 0-1,0 0 1,-1 0-1,-1 0 1,1-1-1,-2 1 1,1 0 0,-7 13-1,2-11 25,0 1-1,-12 13 0,12-17-116,1-1-1,0 1 0,1 0 0,-1 1 0,-4 13 1,10-23-47,0 1 1,0-1 0,0 1-1,-1-1 1,1 1-1,0-1 1,0 0 0,0 1-1,0-1 1,0 1 0,0-1-1,1 1 1,-1-1 0,0 1-1,0-1 1,0 1-1,0-1 1,0 0 0,1 1-1,-1-1 1,0 1 0,0-1-1,1 0 1,-1 1 0,0-1-1,1 1 1,-1-1-1,0 0 1,1 0 0,-1 1-1,1-1 1,-1 0 0,0 0-1,1 1 1,-1-1 0,1 0-1,-1 0 1,1 0 0,-1 0-1,0 0 1,1 0-1,-1 1 1,1-1 0,0 0-1,28-1 282,-20 1-140,45 0 354,0-3 0,74-12 0,-77 7-511,26-6-383,9-3-5832,-70 11 541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1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6195,'0'0'7843,"94"22"-7330,-66-15-337,-4-1-160,0 3 48,-6-9-64,-4 0-48,-4 0-160,-6 0-913,-1-28-6867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1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9044,'27'-182'4066,"12"182"-3458,10-6-320,6 6 1201,1 0-657,-3 0-767,-8 0-65,-10 0-289,-4 0-1311,-6 0-3811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 3378,'0'0'7464,"0"-1"-7417,0 1-1,-1 0 1,1 0-1,0 0 1,0-1-1,0 1 0,-1 0 1,1 0-1,0 0 1,0 0-1,0 0 1,-1 0-1,1 0 1,0-1-1,0 1 1,-1 0-1,1 0 0,0 0 1,0 0-1,-1 0 1,1 0-1,0 0 1,-1 0-1,1 0 1,0 0-1,0 1 1,-1-1-1,1 0 0,0 0 1,0 0-1,0 0 1,-1 0-1,1 0 1,0 0-1,0 1 1,-1-1-1,1 0 0,0 0 1,0 0-1,0 0 1,0 1-1,-1-1 1,1 0-1,0 0 1,0 1-1,0-1 1,0 0-1,0 0 0,0 0 1,0 1-1,1 23 838,7 39-1,2 21 533,-10 124 1086,3 46-781,-3-250-1707,0 1 0,0 0 0,1-1-1,-1 1 1,1-1 0,0 1-1,1-1 1,-1 1 0,1-1 0,0 0-1,0 1 1,0-1 0,6 7 0,-8-11-26,0 0 0,0 0 0,0 0 0,1 1 0,-1-1 0,0 0 0,0 0 0,0 0 0,1 1 0,-1-1 0,0 0 0,0 0 0,0 0 1,1 0-1,-1 0 0,0 0 0,1 0 0,-1 0 0,0 0 0,0 1 0,1-1 0,-1 0 0,0 0 0,0 0 0,1 0 0,-1 0 1,0-1-1,0 1 0,1 0 0,-1 0 0,0 0 0,0 0 0,1 0 0,-1 0 0,0 0 0,0 0 0,1-1 0,-1 1 0,0 0 1,0 0-1,0 0 0,1-1 0,-1 1 0,0 0 0,0 0 0,0 0 0,0-1 0,1 1 0,-1 0 0,0 0 0,0-1 0,0 1 0,0-1 1,0 1-92,5-13-1937,-1 0 1,4-24 0,-4 1-3934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2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8772,'0'0'6643,"0"204"-5186,11-163-929,-1-13-112,-3-12-192,0-4-32,0-12-96,-3 0-48,3-12-48,-4-23-1856,-3-9-1314,0-3-2689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2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21 249 9764,'-21'-223'2033,"49"217"-1648,4-1 303,-1-2-224,-3 6-464,-7 3-144,-4 0-2657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5811,'0'0'7422,"5"32"-5107,17 99-594,-11-31 1633,-11-100-3320,0 0 1,0 1-1,0-1 0,0 0 1,0 1-1,0-1 0,0 0 1,0 1-1,0-1 0,0 0 1,0 0-1,0 1 1,1-1-1,-1 0 0,0 0 1,0 1-1,0-1 0,0 0 1,1 0-1,-1 1 0,0-1 1,0 0-1,0 0 1,1 0-1,-1 1 0,0-1 1,0 0-1,1 0 0,-1 0 1,0 0-1,1 0 0,-1 0 1,1 1-1,7-8 268,7-16-324,-14 23 52,13-25-131,19-26 1,-28 44 24,0 0 0,0 1 0,1 0 0,0 0 0,0 1-1,1-1 1,0 1 0,12-7 0,-16 11 48,-1 0 0,1-1 0,0 1-1,0 0 1,0 1 0,0-1 0,0 0 0,0 1 0,1 0 0,-1-1 0,0 1-1,5 1 1,-6-1 34,0 1-1,-1 0 0,1-1 1,0 1-1,-1 0 0,1 0 1,-1-1-1,1 1 0,-1 0 1,0 1-1,1-1 0,-1 0 1,0 0-1,1 1 0,-1-1 1,0 0-1,0 1 1,0-1-1,-1 1 0,1 0 1,0-1-1,0 3 0,48 146 761,-49-149-757,1 0 1,-1 0-1,0-1 1,0 1 0,1 0-1,-1 0 1,1 0-1,-1-1 1,1 1-1,-1 0 1,1 0-1,0-1 1,-1 1-1,1 0 1,0-1-1,-1 1 1,1-1-1,0 1 1,0-1-1,-1 1 1,1-1-1,0 0 1,0 1-1,0-1 1,0 0-1,1 1 1,10-1-4418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3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3650,'0'0'9831,"2"-3"-8929,-2 2-845,1 0 0,0 0 0,-1 1 0,1-1 0,0 0-1,0 0 1,0 0 0,0 0 0,0 1 0,0-1 0,0 0 0,0 1 0,0-1 0,0 1 0,0-1 0,0 1 0,0 0 0,0-1 0,0 1 0,1 0 0,-1 0 0,0 0 0,0 0 0,0 0 0,1 0 0,-1 0 0,0 0 0,0 0 0,0 1 0,0-1 0,0 0 0,1 1 0,-1-1 0,0 1 0,0-1 0,0 1 0,0-1 0,1 2 0,6 9 226,0-1 0,-1 2 0,0-1 0,-1 1 0,0 0 0,-1 0 0,-1 0 0,4 14 0,-3-8 51,2-1 0,0 0 1,16 28-1,-22-43-313,1 0-1,0 0 1,0 0-1,0 0 1,0 0 0,0-1-1,0 1 1,0-1-1,1 1 1,-1-1-1,0 0 1,1 0-1,-1 0 1,1 0-1,0 0 1,-1 0-1,1-1 1,0 1-1,-1-1 1,1 0-1,0 0 1,0 0-1,4-1 1,-2 1-4,0-1 1,0 0-1,1-1 1,-1 1-1,-1-1 0,1 0 1,0 0-1,0-1 1,-1 1-1,1-1 1,5-5-1,8-9-446,-1-1-1,-1 0 0,-1-2 1,0 0-1,-1 0 1,-2-1-1,0-1 1,-1 0-1,14-41 1,-23 80-263,-2 27-1483,-1-27-398,1 12-4417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2897,'0'0'6355,"0"15"-4917,-11 348 6331,11-363-7763,0 1-1,0-1 1,0 1-1,0-1 1,0 1-1,0-1 1,-1 1-1,1-1 1,0 1-1,1-1 1,-1 1-1,0-1 1,0 1-1,0-1 1,0 1-1,0-1 1,0 1-1,1-1 1,-1 1-1,0-1 1,0 1-1,1-1 1,-1 0-1,0 1 1,1-1-1,-1 1 1,0-1-1,1 0 1,-1 1-1,0-1 1,1 0-1,-1 0 1,1 1-1,-1-1 1,1 0-1,-1 0 1,1 0-1,-1 1 1,1-1-1,-1 0 1,1 0-1,-1 0 1,1 0-1,-1 0 1,1 0-1,-1 0 1,1 0-1,-1 0 1,1 0-1,-1 0 1,1-1-1,-1 1 1,1 0-1,-1 0 0,1 0 1,-1-1-1,0 1 1,1 0-1,2-2-32,-1 1-1,0-1 1,0 1-1,0-1 1,0 0-1,0 0 1,0 0-1,-1 0 1,1 0-1,2-4 0,5-14-2345,10-33 0,-8 12-2637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4498,'0'0'3001,"0"-5"-1952,0-18 2694,6 22-2972,17-7-371,-14 4 222,0 0-1,1 1 0,-1 1 0,1 0 0,15-2 0,-25 4-607,1 0-1,-1 0 1,0 0-1,1 1 1,-1-1-1,0 0 1,1 0-1,-1 0 1,0 0 0,0 0-1,1 1 1,-1-1-1,0 0 1,0 0-1,1 1 1,-1-1-1,0 0 1,0 0-1,1 1 1,-1-1-1,0 0 1,0 1-1,0-1 1,0 0 0,0 1-1,1-1 1,-1 0-1,0 1 1,0-1-1,0 0 1,0 1-1,0-1 1,0 16 95,0-11-19,0 180 1236,0-184-1326,0 0 0,0 0 0,0 0 0,0 0 0,0 0 0,0 0 0,1 0 1,-1 0-1,0 0 0,0-1 0,1 1 0,-1 0 0,1 0 0,-1 0 0,1 0 0,-1-1 1,1 1-1,0 0 0,-1 0 0,1-1 0,0 1 0,-1 0 0,1-1 0,1 1 0,23 6 66,-8-4 63,-12-2-64,1 1-1,-1 0 1,0 0 0,0 0-1,0 1 1,0-1-1,0 1 1,5 4 0,-8-4-42,0-1 1,0 0-1,0 1 1,0-1-1,0 1 1,0 0 0,-1-1-1,1 1 1,-1 0-1,0 0 1,1 0-1,-1 0 1,-1 0-1,1 0 1,0 0-1,-1 6 1,1-4-10,-1 1 0,0 0 0,0-1 0,0 1 0,-1 0 0,1-1 0,-1 1 0,-1-1 0,1 1 0,-1-1 0,-3 7 0,2-8-29,1-1-1,-1 0 1,1 1 0,-1-1 0,0 0 0,0-1-1,0 1 1,-1-1 0,1 1 0,-1-1 0,1 0-1,-1 0 1,0 0 0,0-1 0,1 1-1,-8 0 1,2 1-421,-1-1 0,1 0 0,-20 1 0,27-3 276,1 0 1,-1 0-1,0 0 0,0 0 0,0 0 0,1 0 0,-1 0 1,0-1-1,0 1 0,0 0 0,1-1 0,-1 0 1,0 1-1,1-1 0,-1 0 0,0 0 0,1 0 0,-1 0 1,1 0-1,0-1 0,-1 1 0,1 0 0,0-1 0,0 1 1,0 0-1,0-1 0,0 0 0,-1-1 0,-3-33-3599,5-10-2430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4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7924,'0'0'6691,"104"6"-6147,-76-3-368,0 3-48,-3-6-96,-4 0-32,-11 0-896,-6-28-8261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1 173 9780,'35'-173'2706,"7"173"-2178,13 0 801,1 0-497,7 6-656,-4-6-176,-10 0-912,-7 0-4147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5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3201,'0'0'6398,"4"-2"-5678,-3 2-679,-1-1 0,1 1-1,-1 0 1,1-1-1,0 1 1,-1 0 0,1-1-1,0 1 1,-1 0-1,1 0 1,0 0 0,-1-1-1,1 1 1,0 0 0,-1 0-1,1 0 1,0 0-1,-1 0 1,1 0 0,0 1-1,0-1 1,-1 0-1,1 0 1,0 0 0,-1 1-1,1-1 1,-1 0-1,1 1 1,0-1 0,-1 0-1,1 1 1,-1-1-1,1 1 1,-1-1 0,1 1-1,-1-1 1,1 2 0,1 2 195,0 0 0,-1 1 0,1-1 0,-1 1 0,0-1 0,0 8 1,4 54 2166,-3 72 1,-1-10-534,-1-117-1755,0-6-76,0 0 1,1 1-1,-1-1 0,1 0 1,0 1-1,0-1 0,1 0 0,0 0 1,0 0-1,4 8 0,-5-12-154,2-34-8958,1 16 1827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9268,'0'0'7188,"25"169"-6916,-22-156 32,0-4-144,1-18-1313,3-26-2656,0-5-2786</inkml:trace>
  <inkml:trace contextRef="#ctx0" brushRef="#br0" timeOffset="1">0 161 10949,'21'-110'2241,"-17"98"-1873,23 2-224,5-2-80,-4 2-64,-7 4-4098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05:16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0 4258,'0'0'10098,"-2"12"-8751,-9 57 2318,-4 129-1,29-199-3461,-5-3-209,0-1 1,-1 1 0,1-2 0,-1 1-1,0-1 1,0 0 0,-1-1-1,13-13 1,13-11-292,-24 23 125,8-6-376,34-23 0,-46 34 476,0 1 0,-1-1-1,1 1 1,0 0 0,0 0-1,0 0 1,0 1 0,0 0-1,1 0 1,-1 0-1,0 1 1,0 0 0,8 0-1,-12 0 63,0 0 0,0 1-1,0-1 1,0 0-1,0 1 1,0-1 0,0 0-1,0 1 1,0 0-1,0-1 1,0 1 0,0 0-1,0-1 1,0 1-1,0 0 1,-1 0 0,1 0-1,0-1 1,0 1-1,-1 0 1,1 0 0,0 2-1,5 24 34,-4-19-15,9 96 685,-1-6-28,-10-96-652,0 0 0,1 1 0,-1-1 0,1 0 0,-1 0 0,1 0-1,0 0 1,0 0 0,0 0 0,0 0 0,0 0 0,2 2 0,-2-4-87,0 1 1,0-1 0,0 1-1,0-1 1,-1 1-1,1-1 1,0 0 0,0 0-1,0 1 1,0-1-1,0 0 1,0 0 0,0 0-1,0 0 1,0 0-1,0 0 1,0 0 0,0 0-1,0 0 1,0-1 0,-1 1-1,1 0 1,0 0-1,0-1 1,0 1 0,0-1-1,0 1 1,1-2-1,15-13-5686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31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26 800,'0'0'7593,"0"-4"-7107,0-17 6373,9 21-6520,10 1-268,0 1 1,0 1 0,25 7-1,31 5 38,180 1-77,1188-19 424,-1230 12-448,289 4 109,501 1 216,-671-16-292,-118 3 89,231-2-20,231-8 109,-141 9 181,-402 9-262,-43-2-116,129 1 36,-8-7-60,46 3 2,-242-2-5,-1 0 0,29 10 0,17 2-10,-8-5 20,-19-4 14,64 3 0,49-8 1142,-149 0-1333,0 0 0,1 0 0,-1 0 0,0-1 0,0 1 0,1-1 0,-1 0 0,0 0 0,1 0 0,-1 0 0,1 0 0,-1-1 0,1 1 0,-1-1 0,1 0 0,0 1 0,0-1 0,0 0 0,0 0 0,0-1 0,1 1 0,-1 0 0,-2-4 0,-17-35-5916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04.9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32 3362,'0'0'2129,"-32"-16"-1873,29 10-256,3 0 272,-4 3-48,-3 3-224,4 0-384,-1 0-1297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24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16 6259,'14'-16'11045,"-12"18"-11010,-2 1-1,1-1 1,0 0 0,0 1-1,-1-1 1,1 0 0,-1 1-1,0-1 1,1 4 0,0 5 47,7 31 129,-2 1 0,-2 0 0,-2 0 0,-6 85-1,-33 112-4,16-118-166,-6 21-22,-13 107 14,21-75-11,8-91-23,-1 87-1,11 327 21,3 534 20,4-859-62,1 51 64,-6-20-54,-2 236 34,-13-251-22,1 27 4,13-42 20,-11 449 108,3-28 88,9-371-68,-11-2-542,10-501-4773,0 169 229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2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4 107 5491,'0'0'4628,"-1"0"-4565,1 1 0,0-1 0,-1 0-1,1 1 1,0-1 0,0 1 0,-1-1-1,1 1 1,0-1 0,0 1 0,0-1-1,-1 1 1,1-1 0,0 1 0,0-1-1,0 1 1,0-1 0,0 1 0,0-1-1,0 1 1,44 5 1386,1 5-1234,1-3 0,81 5 0,94-10 544,-132-4-658,59 2-77,385-12 197,-267-32 279,-181 25-446,114-8 0,-45 20-16,167-17 12,-148 4-39,336 8 0,-479 13-4,0 2 1,56 14 0,-14-1 75,35 2-55,141 31-5,-107-21 13,2-6-1,148 6 1,-120-15 185,72 3 11,-86-16-172,426-18 3,-322 2-35,-116 8 51,133 3 41,-31 2-128,-31-3 10,189-14 143,-232 12-82,-1 1 340,-116 5 1230,-35 242-626,-7-116-928,7 81 83,21 322 63,-30 167-168,-7-271-45,-4 155-28,-2-307 14,-13 515-94,7-376-25,-34-2 4,21-276 317,-6 239 0,23 738 179,3-1109-395,-17-12-3943,-8-3-1025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3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0 2017,'0'0'3788,"-6"0"-3358,-124 0 2643,129 2-2895,1-1 0,-1 1 0,1-1 0,-1 1-1,1 0 1,-1-1 0,1 1 0,0-1 0,0 1-1,0 0 1,0-1 0,0 1 0,0 0 0,1 1 0,-1 1 22,0 288 2948,0 391-2139,-12-473-890,6-134-113,-5 63 46,-13 255 112,21-177 216,-19 291 14,-6-48-10,27 3-69,3-203-288,-4-72 34,5 218 22,11-234 34,2 37 75,-14 526 59,-4-381-62,2 19-42,-1-342-130,-6 35 0,3-36-5,-1 36 1,5-33 142,0 12-844,1-43 323,0-8-78,5-29-675,4-46-2893,3-18-4448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36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3201,'0'0'9744,"0"0"-9738,0 0 0,0 0 0,0 0 0,0 0 1,0 0-1,0 0 0,0 0 0,0 0 0,0 0 1,0 1-1,0-1 0,0 0 0,0 0 0,0 0 1,0 0-1,0 0 0,0 0 0,0 0 0,0 0 1,0 0-1,0 1 0,0-1 0,0 0 0,0 0 1,0 0-1,0 0 0,0 0 0,0 0 0,0 0 1,0 0-1,0 0 0,0 0 0,1 0 0,-1 0 1,0 0-1,0 1 0,0-1 0,0 0 0,0 0 1,0 0-1,0 0 0,0 0 0,0 0 0,0 0 1,0 0-1,0 0 0,1 0 0,-1 0 0,0 0 1,0 0-1,0 0 0,0 0 0,0 0 0,0 0 1,0 0-1,0 0 0,0 0 0,1 0 0,-1 0 1,0 0-1,0 0 0,0 0 0,0 0 0,0 0 1,0 0-1,0 0 0,0-1 0,5 28 823,0 54-1,-1-10-593,35 447 880,-18-193-309,5 369 174,-21-479-643,-3 516 45,-4-380-131,-9 71 64,1 113-216,0-23 28,-33-92-110,30-320 14,-6 23-28,9-64-3,-6 116 0,17-94-20,0-1 31,-13 119 1,2-87-5,5 150 1,6-175-10,0-68-2,0-1-1,9 33 1,-6-33-7,-1 0 0,2 33 1,-5-49 38,0 16-415,0-28-76,-1-10 41,-2 0 0,0 1 0,-1-1 0,-9-27 0,-5-24-2537,4 5-2102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39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6 5090,'0'0'6505,"3"-2"-5889,-3 2-584,0 0-1,0 0 1,0-1-1,1 1 1,-1 0 0,0 0-1,0 0 1,0-1 0,1 1-1,-1 0 1,0 0 0,0 0-1,1 0 1,-1-1-1,0 1 1,0 0 0,1 0-1,-1 0 1,0 0 0,0 0-1,1 0 1,-1 0 0,0 0-1,1 0 1,-1 0 0,0 0-1,0 0 1,1 0-1,-1 0 1,0 0 0,0 0-1,1 0 1,-1 0 0,0 0-1,0 1 1,1-1 0,-1 0-1,0 0 1,0 0-1,1 0 1,-1 1 0,0-1-1,0 0 1,0 0 0,1 1-1,0 16 1576,-2-6-1812,1-3 282,1 4-21,-1-1 1,0 0 0,-1 1 0,-1-1 0,0 0-1,0 0 1,-6 16 0,-175 486 301,179-496-269,1 0 1,1 0 0,0 1 0,1-1 0,1 21 0,0-19-200,1-33-2084,0 1 1280,1 1 1,6-18-1,1-10-2240,-2-13-2550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4562,'0'0'4642,"17"0"-2337,-15 0-2170,-1 1 0,0-1 1,1 1-1,-1-1 0,1 1 0,-1 0 0,0 0 0,0-1 0,1 1 0,-1 0 0,0 0 0,0 0 1,0 0-1,0 0 0,0 1 0,0-1 0,-1 0 0,1 0 0,0 1 0,0-1 0,0 3 0,16 38 60,-13-29 107,0-3-124,-1 1 1,0-1 0,2 12 0,18 92 753,6 0 0,46 115 0,-54-166-620,2 5 245,3-1 1,37 71-1,-55-121-527,-8-17-46,0 0 0,0 0 1,0 0-1,0 0 1,0 0-1,0 0 1,0 1-1,-1-1 0,1 0 1,0 0-1,0 0 1,0 0-1,0 0 1,0 0-1,0 0 1,0 0-1,0 0 0,0 0 1,0 0-1,0 0 1,-1 0-1,1 0 1,0 0-1,0 0 1,0 0-1,0 0 0,0 0 1,0 0-1,0 0 1,0 0-1,0 0 1,-1 0-1,1 0 1,0 0-1,0 0 0,0 0 1,0 0-1,0 0 1,0 0-1,0 0 1,0 0-1,-1 0 1,1 0-1,0 0 0,0 0 1,0 0-1,0 0 1,0 0-1,0 0 1,0 0-1,0 0 1,0-1-1,0 1 0,0 0 1,0 0-1,0 0 1,0 0-1,0 0 1,0 0-1,-1 0 1,1 0-1,0 0 0,0-1 1,0 1-1,0 0 1,0 0-1,-23-25-2001,-19-23-3298,17 25 646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0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8772,'0'0'4498,"185"-60"-3874,-129 41-127,-4 1-337,-10 2 16,-7 3-176,-14 4-64,-7 9-112,3 0-2354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193 212 5987,'0'0'6755,"0"17"-5640,-11 266 1267,11 136 1756,0-426-4420,0-13-67,-13-298-3590,6 234 3377,5-105 1,3 98-58,0 82 595,0-1-1,0 1 1,0 0-1,1-1 1,1 1-1,0 0 1,0 0-1,0 0 1,1 1-1,1-1 1,7-11-1,-5 10 39,1 0 0,0 1 0,0 0 0,1 0 0,0 1 0,0 0 0,1 1 0,16-10 0,-20 14 6,1 1 0,0 0 0,0 0 0,0 0 0,0 1 0,0 0 0,0 0 1,0 1-1,0 0 0,10 1 0,1-1-1,-16 0-14,0 1 0,0-1 0,0 1 0,0-1 0,0 1 1,-1 0-1,1 0 0,0 0 0,-1 0 0,1 0 0,0 0 0,-1 0 0,0 0 0,1 1 0,-1-1 0,0 0 0,1 1 0,-1 0 0,0-1 0,0 1 1,0-1-1,0 3 0,20 45 63,-17-37-21,3 12 24,-2 1 0,0 0-1,-2 0 1,0 0 0,-2 0-1,0 0 1,-6 45 0,3-57-70,0-1 0,0 0 0,-1 0 0,-1 0 0,0 0 0,-1-1 0,0 1 0,-8 12 0,9-17 9,-1 1 0,0-2 1,-1 1-1,1 0 0,-1-1 0,-1 0 0,1-1 0,-1 1 1,0-1-1,0 0 0,-1-1 0,-10 6 0,0-2-11,13-5 11,0-1 0,0 0 0,0 0 1,-1 0-1,1 0 0,0-1 0,-11 2 0,15-3 198,1-2-98,1-2-109,0 1-1,0 0 1,0 0 0,0-1 0,0 1 0,1 0-1,-1 0 1,1 0 0,0 1 0,0-1 0,0 0 0,0 1-1,0-1 1,5-3 0,-1 0-67,1 1 0,-1 0 0,1 0 0,0 1 0,9-5 0,-7 5 31,0 0 0,0 2 0,0-1 0,0 1 0,12-2-1,-17 4 43,-1 0 0,1-1 0,-1 1-1,1 0 1,0 1 0,-1-1-1,1 1 1,-1-1 0,1 1 0,-1 0-1,0 0 1,1 1 0,-1-1-1,0 1 1,0 0 0,5 3 0,2 4 37,0 1 0,-1 1 1,0 0-1,0 0 1,-2 0-1,1 1 1,-1 0-1,-1 1 1,0-1-1,-1 1 0,4 15 1,-3 0 146,0 0 0,-2 0 0,-1 1 0,-2 39 0,-2-58-131,0-1-1,0 0 0,-1 0 0,-1 0 1,1 0-1,-2 0 0,1 0 1,-1-1-1,0 1 0,-1-1 0,0 0 1,0-1-1,-1 1 0,0-1 1,0 0-1,-1 0 0,-12 9 0,6-5-15,-1-1 0,0 0-1,0-1 1,-1-1-1,-1 0 1,1-1-1,-1 0 1,-30 7 0,13-9-73,1-1 1,-1-2 0,-46-3 0,30 1-494,41 0 125,0-1 1,0 1 0,0-1 0,0-1 0,-11-3 0,-17-11-4148,8 0-4161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8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1 194 5090,'0'0'5846,"2"-5"-5209,5-14-279,-6 18-149,0 0 0,0 0 0,0 1 0,0-1 0,0 0 0,1 0 0,-1 1 1,0-1-1,0 1 0,0-1 0,1 1 0,-1-1 0,0 1 0,1 0 0,1-1 0,25-2-327,-23 2 351,114-5-36,94 4 422,-108 4-565,334-2 882,-405-2-823,58-10 0,18-2 51,-14 9 276,160-28 0,-178 19-242,122-6 0,81 16 267,-215 4-277,108 14 172,-24 0-235,276-2-29,-160-10-61,-27 0 98,-142 0-37,0-4 0,99-14 0,-120 8-34,143 6 0,-116 3-18,-26-1 11,122-16 0,75-3 19,-14 2 87,-155 7-94,158 8 0,-137 3-41,-94-1-29,-4-1-7,0 1 0,1 1 1,-1 2-1,0 0 0,47 14 0,4 10 45,2-4-1,0-3 0,1-3 0,87 5 0,75 6-31,-187-21-14,77 0 1,-12-2-1,-9-5 29,-84-2-11,1 2 1,-1 1-1,38 6 1,-53-4-8,-11-3 4,0 0 0,0 1 1,0-1-1,-1 1 1,1 0-1,0 0 0,0 0 1,-1 0-1,1 0 1,-1 1-1,1-1 0,-1 1 1,3 2-1,-2-2 43,0 0 0,1 0 0,-1-1 0,1 1 0,0-1 0,-1 0 1,1 1-1,6 0 0,14 5-20,-6 2 40,-13-6-70,0-1 0,0 1 0,1-1 0,-1 1 0,1-2 0,0 1 0,11 1 0,-26-3-123,1-1 0,-1 0 0,1-1 0,0 0 0,-1 0 0,-8-4 0,-53-26-1115,7 3-547,-36-7-1982,-16-6-2774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5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96,'4'-5'13125,"-4"5"-12986,1 0 0,-1-1 0,0 1-1,1 0 1,-1 0 0,1 0 0,-1 0 0,1 0 0,3 0 35,0 0 1,0 0 0,0 0 0,0 1-1,0 0 1,1-1 0,-1 2 0,0-1-1,-1 0 1,1 1 0,0 0 0,0 0-1,-1 0 1,1 0 0,4 4 0,0-1-63,0-1 0,1 1 0,0-2 0,0 1 1,0-1-1,11 2 0,61 9 296,-51-10-334,272 23 34,1-23 73,41 2-67,-337-5-114,453 14 176,-193-2 122,-146-5 23,109-6 411,-127-3-525,239-19 27,-195 8-124,439-12 357,1893 24 304,-2144-10-771,4 19-48,-292-7 29,69 6 0,-69-4 17,1-2 0,48-3 0,-19-1 14,-41 3-2,0 1-1,39 7 1,-62-7 249,1-1 1,0-1-1,19-1 0,1 0-269,-34 2-34,-1 0-1,1 0 1,-1 1-1,0-1 1,1 0 0,-1 0-1,0 0 1,0 0-1,0 0 1,0 0-1,0 0 1,0 0-1,0 0 1,-2 0-1,-49 26-2581,-56 18-1,17-11-2949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5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1265,'0'25'16954,"16"-25"-16458,131-1 288,179 4-482,-278 1-259,-1 3-1,60 17 0,-20-4 258,18-1-48,1-4 1,178 1 0,-91-17-240,220 3 54,-232 18-61,-124-11 22,86 2-1,-17-12 18,128-16 1,527-78 10,-549 81-67,-77 9 6,312-3-23,-290 10 69,-32-2-57,406 6 77,-243-4-59,91 5 362,-16-2-198,-223-6-127,576 1 1391,-735 0-1219,-20-43-4183,1-1-695,-8-11-4908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4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6147,'0'0'8196,"0"-9"-4621,1 19-3527,0-1 0,0 1 0,1-1 0,4 12 1,4 17 43,14 89 594,7 130-1,-24-169-358,4 105 528,-11-192-879,-5-1-525,4-1 435,-1 1 0,0 0 1,1-1-1,-1 1 1,1-1-1,-1 1 0,1-1 1,-1 0-1,1 1 1,-1-1-1,1 0 0,-1 0 1,1 0-1,0 0 1,0-1-1,0 1 0,0 0 1,-1 0-1,1-1 0,1 1 1,-1-1-1,0 1 1,0-1-1,0-1 0,-4-8-1264,1 0-1,-4-18 0,2 7-1686,-7-17-3298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5811,'0'0'6459,"9"-6"-4498,17-1-1160,0 0 0,1 2 0,42-4 0,-13 2-417,44-4 591,144 4 0,-236 6-1513,-10 6-1704,-4-1 1398,0 0 0,0 0 0,0-1 0,-1 0 0,-12 5 0,-13-1-5030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45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5891,'0'0'10452,"195"19"-9299,-132-19-545,0 0-143,-7 0-257,-15 0-160,-13 0-48,-7 0-160,-14 0-945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0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9412,'0'0'5245,"5"-12"-5037,-2 6-206,2-4 15,0-1 1,-1 0-1,0 0 1,-1-1-1,0 1 1,-1-1-1,2-21 1,-3 23-15,1 23 31,-1-4-36,44 393 1941,-43-389-1864,-2-8-57,0-1 0,0 1 1,1 0-1,0-1 0,0 1 0,0-1 0,1 0 1,-1 1-1,1-1 0,0 0 0,3 5 1,-5-9-134,0 0 95,0 0 1,0 0-1,0 1 0,1-1 1,-1 0-1,0 0 1,0 0-1,0 0 0,0 0 1,0 0-1,0 0 1,1 0-1,-1 0 0,0 0 1,0 0-1,0 0 1,0 1-1,0-1 0,1 0 1,-1 0-1,0 0 0,0 0 1,0 0-1,0 0 1,0 0-1,1 0 0,-1-1 1,0 1-1,0 0 1,0 0-1,0 0 0,0 0 1,1 0-1,-1 0 1,0 0-1,0 0 0,0 0 1,0 0-1,0 0 1,0 0-1,1-1 0,-1 1 1,0 0-1,0 0 0,0 0 1,0 0-1,0 0 1,0 0-1,0-1 0,0 1 1,0 0-1,0 0 1,0 0-1,0 0 0,0 0 1,0-1-1,0 1 1,0 0-1,0 0 0,0-19-3621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1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6851,'0'0'10592,"1"0"-10430,0 0 1,-1 0-1,1 0 0,-1 0 1,1 0-1,-1 0 1,1 0-1,-1 0 1,1 0-1,-1 0 1,1 0-1,0 0 0,-1 0 1,1 1-1,-1-1 1,1 0-1,0 1 1,6 39-260,0-5 103,15 260 348,1 2 199,22-8 578,-42-274-1064,9 32 191,-11-44-227,0 0 1,0 0 0,1 0-1,-1 0 1,1 0 0,-1-1-1,1 1 1,0-1 0,0 1-1,0-1 1,4 4 0,-6-6-33,1 0 1,-1 0 0,0 0 0,0 0-1,0 0 1,0 1 0,0-1 0,1 0-1,-1 0 1,0 0 0,0 0 0,0 0-1,0 0 1,1 0 0,-1 0 0,0 0-1,0 0 1,0 0 0,1 0 0,-1 0-1,0 0 1,0 0 0,0 0 0,0 0 0,1 0-1,-1 0 1,0 0 0,0 0 0,0 0-1,0 0 1,1 0 0,-1 0 0,0-1-1,0 1 1,0 0 0,0 0 0,0 0-1,1 0 1,-1 0 0,0 0 0,0-1-1,0 1 1,0 0 0,0 0 0,0 0-1,0 0 1,0-1 0,1 1 0,-1 0 0,0 0-1,0 0 1,0 0 0,0-1 0,0 1-1,0 0 1,0 0 0,0-1 0,0-14-435,0 11 246,-1-29-2176,-6-49 0,3 57-897,-9-27 1,-4-1-5610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1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9092,'0'0'5171,"195"0"-4067,-118-12-400,0 6-31,3 6-353,-10 0-64,-11 6 224,-14 13-240,-10-1-64,-14-2-176,-10-10 0,-8 1-16,-3 2-672,0 1-1665,-10-1-1313,-25 0-3089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12934,'0'0'5186,"255"22"-3841,-158-22-721,-6 0-480,-14 0-144,-22 0-16,-20 0-96,-17 0-864,-15 22-929,-3 0-784,0 6-4819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2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68 133 6163,'0'0'6101,"1"-11"-5314,-1 6-719,0-1 12,0 0 1,0 0-1,1 0 0,0 1 0,0-1 0,1 0 0,-1 0 0,1 1 0,1-1 1,-1 1-1,1 0 0,0-1 0,5-7 0,-5 11-6,-1-1 0,1 1 0,0-1 0,-1 1 0,1 0-1,0 0 1,0 0 0,0 1 0,1-1 0,-1 1 0,0 0 0,1-1 0,6 0 0,0 1 197,1 0 1,0 0-1,13 2 1,-1-1 144,-20 1-381,0-1 0,-1 0-1,1 1 1,-1 0 0,1-1-1,-1 1 1,1 0 0,-1 0-1,0 1 1,1-1 0,-1 0-1,0 1 1,0-1 0,0 1 0,0 0-1,0 0 1,0-1 0,-1 1-1,1 1 1,-1-1 0,1 0-1,-1 0 1,0 0 0,1 1-1,-1-1 1,-1 1 0,2 4-1,2 3 109,-2 1 1,0-1-1,0 1 0,-1 0 0,0 15 1,-1-3 356,-5 42 0,4-57-388,-1 1 1,-1-1-1,1 0 1,-1 1-1,-1-1 0,1 0 1,-10 13-1,3-6-14,0-1-1,-1-1 1,-1 1-1,0-2 1,-1 1-1,-22 15 1,26-22-104,0 0-1,0-1 1,0 0-1,0-1 1,-1 0 0,0 0-1,0-1 1,0-1 0,0 1-1,-1-1 1,1-1 0,-12 0-1,21-1-27,1 0 0,-1 0 0,1 0 0,-1 0 0,1 0 0,-1 0 0,1 0 0,-1 0 0,0-1 0,1 1 0,-1 0 0,1 0 0,-1-1 0,1 1 0,0 0 0,-1-1 0,1 1 0,-1 0 0,1-1 0,0 1 0,-1-1 0,1 1 0,0 0 0,-1-1 0,1 1 0,0-1 0,-1 1 0,1-1 0,0 1 0,0-1 0,0 1 0,0-1 0,0 0 0,-1 1 0,1-1 0,0 1 0,0-1 0,0 1 0,0-1 0,1 1 0,-1-1 0,0 0 0,0 1 0,0-1 0,0 1 0,0-1 0,1 1 0,-1-1 0,0 1 0,1-1 0,-1 1 0,0 0 0,1-1 0,-1 1 0,0-1 0,1 1 0,-1 0 0,1-1 0,4-1 15,-1 0 0,0 1 0,1 0 0,-1 0 0,1 0-1,-1 0 1,1 1 0,0 0 0,-1 0 0,9 1 0,-2-1 42,5 1 134,-1 1-1,1 1 1,-1 0 0,1 1-1,-1 1 1,0 0-1,24 13 1,-25-11-13,0-1 0,1 0 1,-1-1-1,1-1 0,1 0 0,-1-1 1,27 2-1,-40-4-192,0-1 1,0 0-1,0 0 1,0 0-1,0-1 1,0 1-1,0 0 1,0-1-1,1 1 1,-1-1-1,-1 0 1,1 0-1,0 0 1,0 0 0,0 0-1,0 0 1,-1 0-1,1 0 1,0-1-1,1-1 1,-2 0-312,1 0 1,-1 0 0,1-1 0,-1 1 0,0 0-1,0-1 1,-1 1 0,1-1 0,-1 1-1,1-1 1,-1-4 0,0-35-8385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3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4018,'0'0'7593,"6"-10"-6518,33-52 944,-39 62-1976,0 0-1,0 0 0,0-1 0,0 1 1,0 0-1,0 0 0,0-1 0,0 1 0,0 0 1,0 0-1,0-1 0,0 1 0,1 0 1,-1 0-1,0 0 0,0-1 0,0 1 1,0 0-1,1 0 0,-1 0 0,0 0 0,0-1 1,0 1-1,1 0 0,-1 0 0,0 0 1,0 0-1,1 0 0,-1 0 0,0 0 0,0 0 1,1-1-1,-1 1 0,0 0 0,0 0 1,1 0-1,-1 0 0,0 0 0,0 0 1,1 1-1,-1-1 0,0 0 0,0 0 0,1 0 1,-1 0-1,0 0 0,0 0 0,1 0 1,-1 0-1,0 1 0,0-1 0,0 0 0,1 0 1,-1 1-1,4 12-22,28 614 2280,-27-570-2017,-2-24 105,1 0 1,10 42-1,-10-67-309,-1-11-940,-2-13-662,-1 8 874,-1 1-1,0-1 1,-1 1-1,0 0 1,0 0-1,-1 0 1,-4-8-1,4 6-453,-10-22-3934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3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6723,'0'0'9060,"34"-4"-7745,108-13-506,-94 14-362,0 1 1,91 10-1,-11 0-271,-110-7-345,-11 0 190,-1-1 0,1 0-1,-1 0 1,0-1 0,8-1-1,-13 2-157,0 0-1,0-1 1,0 1-1,1-1 1,-1 1-1,0-1 1,0 1-1,0-1 1,0 0-1,0 1 1,0-1-1,-1 0 1,1 0-1,0 0 1,0 0-1,0 0 1,-1 0-1,1 0 1,-1 0-1,1 0 1,0 0-1,-1 0 1,0 0-1,1 0 1,-1-1-1,0 1 1,0 0-1,1 0 1,-1 0-1,0-1 1,0 0-1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4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2609,'0'0'14535,"195"72"-13623,-132-72-592,-4 0-320,-7 0-336,-10-6-1473,-21-6-1616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34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13 4866,'0'0'6054,"28"0"-4376,42-12 312,-62 12-1928,0-1 49,0 1 1,0 1-1,0-1 0,0 1 1,9 3-1,-14-3-45,0 0 0,0 1-1,0-1 1,0 1 0,-1-1 0,1 1-1,-1 0 1,1 0 0,-1 1 0,1-1-1,-1 0 1,0 1 0,0 0 0,0-1-1,2 6 1,2 3 187,-1 0 0,0 0 0,-1 0-1,0 1 1,-1-1 0,-1 1 0,3 19 0,-3-2 326,-1-1 1,-4 33 0,1-45-414,-1 1-1,0-1 1,-2 0-1,1 0 1,-2 0 0,0-1-1,-1 0 1,-1 0 0,0 0-1,-1-1 1,-20 25-1,27-37-648,3-3 148,7-8-13,18-12 84,-20 19 264,0 0 0,0 0 0,0 1 0,0-1-1,0 1 1,0 1 0,9-1 0,-13 1 31,0 0 1,0 0 0,1 0 0,-1 0 0,0 1 0,0-1 0,0 1 0,0-1-1,0 1 1,0 0 0,0-1 0,0 1 0,0 0 0,0 1 0,0-1 0,-1 0-1,1 0 1,0 1 0,-1-1 0,1 1 0,-1-1 0,1 1 0,-1 0 0,2 3 0,0 4 66,0 0 1,-1 0 0,0 1 0,-1-1-1,0 1 1,-1 12 0,0 1 252,-6 37-1,5-53-315,0 0 0,-1 0 0,0-1 0,0 1 0,-1 0 0,0-1 1,0 1-1,-1-1 0,0 0 0,0 0 0,0-1 0,-1 1 0,1-1 0,-1 0 0,-1 0 0,1 0 0,-1-1 0,1 0 0,-1 0 0,-1 0 0,1-1 0,-10 4 0,-2-1-72,1 0-1,-1-2 0,0 0 0,0 0 1,0-2-1,-1-1 0,-29 0 0,42-2-189,-1 1 0,1-1 0,-1 0 0,1 0 0,0-1-1,0 1 1,0-2 0,0 1 0,0-1 0,0 1 0,0-2-1,-8-5 1,7 3-998,0 0-1,0 0 0,1-1 1,-11-14-1,-9-22-8240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0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5619,'6'4'8886,"26"14"-8579,-6-10-135,-15-5-126,0 0-1,-1 1 1,19 9 0,-11-2 5,1-1 0,0 0 0,0-2 0,1 0 0,0-1 0,0-2 0,0 0 0,31 4 0,-26-5 70,1 1 0,-2 2 1,43 16-1,-48-15-102,1-1 0,0-1 0,1-1 0,0 0 0,0-1 1,21 0-1,5-5 58,-22 0-58,-1 1 0,1 1 0,-1 0 1,0 2-1,41 10 0,-47-7-10,-4 0 46,1-1 0,-1-1 0,1-1 0,0 0 0,23 1 0,274-7 249,-288 4-237,0 2 1,45 10 0,-40-7 84,48 5 0,284-9 146,-193-3-271,-99-2 154,114-20 0,-152 18-175,31-1 69,0 2-1,63 5 0,-32 1 317,395 9 524,-183-8-614,-164-5-242,168-18 46,-140 5-82,-45 7-31,132 8 0,56 2-4,-156-4-21,188-11-36,-187 13-62,-157 22 302,2 335-29,-4 378-98,-5 22-30,-8-489-60,3-108 46,7-79 7,-4 127-11,9 1996-28,10-2068 86,0 6-89,-9-112 34,-1 10 24,0 1 0,-3-1 0,-11 61-1,9-77-15,2 1 0,1 0 0,1 0-1,3 29 1,-1-24 7,-4 60 0,-7 8 1,6 124 0,4-172 11,-4 318 78,4-368-46,0-22-490,0 16-74,-1 0 0,1 0 0,-1 0 0,-1 0 0,1 1 0,-1-1 0,0 0 0,0 1 0,-1-1 0,1 1-1,-1 0 1,-7-9 0,-17-23-8258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3602,'0'0'6048,"4"1"-4696,40 2 1051,85-2 0,-55-3-1985,634 2 628,-486 12-976,-85-2 4,-6 0 173,223 46 0,-299-46-124,2-2 1,58 1 0,115-9 343,-100-2-364,153 24-100,-34 0 0,-37-13 9,102 1 53,57 5-73,-170-12 8,-148-6 3,0 3 1,0 2-1,92 17 0,-58 4 52,-58-13-25,0-2 0,1-1 0,0-2 1,48 3-1,462-8 26,-369-12-80,-146 12 24,0 0 0,0-2 0,0-1 0,0 0 0,34-11 0,-38 8 80,1 1 1,-1 1-1,1 0 1,0 2-1,35 1 884,-66 1-979,-43 2-3769,-60-6 1,48-7-1703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2753,'0'0'7868,"7"-1"-7257,-3 0-528,-1 1-14,0 0 1,0-1-1,-1 1 0,1-1 1,0 0-1,0 0 0,-1 0 1,1 0-1,0 0 0,-1-1 1,1 1-1,-1-1 0,0 0 1,1 1-1,2-4 0,-1 0 76,0 1 0,0 0-1,1 1 1,0-1-1,0 1 1,0-1 0,0 2-1,0-1 1,0 0 0,1 1-1,-1 0 1,1 0-1,8-1 1,4 1 55,0 0-1,1 1 1,18 2-1,-4 0-103,336 11 907,45-2-912,-317-5-89,-1 4 0,129 29 0,-154-25 3,-2-2 118,97 1-1,72-11 125,-112-2-249,-92 1 9,700-6 416,-343 4-173,-4 1-4,-250-1-237,-11 1 19,193-25-1,-254 15-27,23-4-6,118-6-1,131 20-52,-178 2-37,-126 0 83,44 9 0,-44-5-307,46 1-1,127-6 2741,-207-1-2498,0 0 0,0 0 0,-1 1 1,1-1-1,0 0 0,-1 1 0,1-1 0,0 1 0,-1-1 0,1 1 1,0 0-1,-1 0 0,1-1 0,-1 1 0,1 0 0,-1 0 0,-2 1 1,-5-2-430,-68-17-4679,26 3-366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5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0 301 6515,'0'0'4066,"15"-1"-3463,123-4 168,304 24 2518,-359-13-3265,323-1 1175,-241-7-805,209-7-207,-106 18-17,3 1 297,-216-10-342,31 1 14,125-15 0,496-108-59,-384 86 101,-229 28-130,13 0-9,129-16 74,-128 13-95,197 3 0,-211 9-34,230 8 43,-228-10-39,110 3-12,-65 6 480,-46-8 317,-106-4-1013,-87-47-2215,57 29 110,-43-23-4253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3314,'0'0'5157,"11"-3"-4669,-4 1-382,4-2 125,1 1-1,-1 1 1,1 0-1,23-1 1,509 16 4945,-142-9-3777,-248-5-1211,265-24-19,-341 18-127,259-40 279,-2-21-190,-213 42-154,-31 11 20,1 3-1,165 1 1,413 8 64,-612 6-60,95 17 0,14 1 29,-17 0-33,1-1 6,280-11-1,-110-6-17,-66-2-12,-136-1 459,-74 6-133,-62-6-662,11 1-270,0-1 0,-1 0 0,1 0 0,0-1 0,0 0 0,0 0 1,-9-3-1,-32-15-6269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49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0 3650,'0'0'10679,"0"6"-10121,19 286 1937,-7-157-2128,1 314 204,-8-123-309,4-90-204,6 141-28,-3 475-2,-13-591-24,2-168 2,0 0 2,-18 166-1,16-250-10,-52 410 12,-34 355 12,47-469-26,19-154 16,-7 53 7,6 221 19,14-200-21,4 35 264,4-260-229,0-10-54,-6-94-4487,2 58-1115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57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0 4914,'0'0'5504,"-21"16"-1526,21 61-3182,-1 63 848,23 195 0,-14-285-1590,4 28 246,3 117 0,-15 477-129,-5-624-371,1-30-68,3-16 86,0-7-33,-2-101-4253,3 30-1100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6:59.8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2 100 1393,'0'0'6200,"-1"-6"-1227,1 5-4934,0 1 0,0 0-1,0 0 1,0 0 0,0-1 0,0 1 0,0 0-1,0 0 1,0 0 0,0-1 0,0 1 0,0 0-1,0 0 1,0 0 0,0-1 0,0 1 0,0 0-1,0 0 1,0 0 0,0-1 0,0 1-1,1 0 1,-1 0 0,0 0 0,0 0 0,0-1-1,0 1 1,0 0 0,1 0 0,-1 0 0,0 0-1,0 0 1,0 0 0,1-1 0,559-5 2196,225 3-308,-632-10-1712,-42 1-97,-27 6 4,104-4 244,67-2-12,0-1 173,-35 5-280,118 5-86,-284 7-113,77 3 67,1936-4 191,-2033-1-284,53 9 0,-52-6-3,54 2 1,103 10-21,-162-14 5,4 1 14,0-1-22,0 2 0,0 1 0,51 16 0,-38-6 12,1-3-1,80 12 0,44 17-5,-135-32-1,-2-2 1,0-3 1,1 0 0,-1-3 0,62-2 0,-42-1-4,-48 2-8,1 0 0,0 0 1,14 4-1,-13-3 17,-1 0 0,0 0 0,17 0 0,170 11 48,-95-3-42,-13-5-17,-63-1 24,-23-4-18,-1 0-387,0 2 360,0-1 61,-1 17 26,-1-1 4,-1 1 1,-9 33 0,5-27 20,-3 30 1,-52 303 44,58-335-109,2-1 0,1 0 0,0 0 0,3 25 0,0 6-24,-2 384 289,1-406-303,6 33 0,-3-33 52,1 35 0,-4 38-40,-3 114-23,2-207 27,0 1 0,-1-1 0,0 1-1,0 0 1,-1-1 0,-6 20 0,7-30-68,0 1 0,1 0 1,-1 0-1,0-1 0,1 1 0,-1-1 0,0 1 0,0-1 0,0 1 0,1-1 1,-1 1-1,0-1 0,0 0 0,0 1 0,0-1 0,0 0 0,0 0 1,0 0-1,0 1 0,0-1 0,0 0 0,0-1 0,0 1 0,1 0 0,-1 0 1,0 0-1,0 0 0,0-1 0,0 1 0,0 0 0,0-1 0,0 1 0,1-1 1,-1 1-1,0-1 0,0 1 0,0-1 0,1 0 0,-1 1 0,0-1 0,0-1 1,-22-40-4081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01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83 1969,'0'0'5960,"5"-5"-5266,20-17-99,-24 21-550,0 0 0,0 1 0,0-1 0,0 0 0,1 0 0,-1 1 0,0-1 0,0 0 0,1 1 0,-1-1 0,1 1 1,-1 0-1,0-1 0,1 1 0,-1 0 0,1 0 0,-1 0 0,0 0 0,1 0 0,-1 0 0,2 1 0,-2-1-4,0 0-1,-1 0 0,1 1 0,0-1 0,0 0 1,-1 0-1,1 0 0,0 0 0,0 0 0,-1-1 0,1 1 1,0 0-1,0 0 0,-1 0 0,1-1 0,0 1 0,0 0 1,-1-1-1,2 0 0,1-11 1469,-3 11-1260,0 0-1,0 0 0,0 0 1,0 1-1,0-1 0,0 0 1,0 0-1,1 0 0,-1 0 1,0 0-1,1 0 0,-1 0 1,0 0-1,1 1 0,0-2 1,3-5 127,-4 7-330,0-1-1,0 1 0,0-1 1,0 1-1,0 0 0,1-1 1,-1 1-1,0-1 1,0 1-1,0-1 0,0 1 1,1 0-1,-1-1 0,0 1 1,0 0-1,1-1 0,-1 1 1,0 0-1,1-1 0,-1 1 1,0 0-1,1 0 0,-1-1 1,0 1-1,1 0 0,-1 0 1,1 0-1,-1-1 0,0 1 1,1 0-1,-1 0 0,1 0 1,-1 0-1,1 0 0,-1 0 1,1 0-1,-1 0 0,0 0 1,1 0-1,-1 0 0,1 0 1,-1 0-1,1 1 0,-1-1 1,0 0-1,1 0 0,-1 0 1,0 1-1,1-1 0,-1 0 1,1 0-1,-1 1 0,0-1 1,1 1-1,4 6 76,0 1-1,0 0 1,0 0-1,-1 1 1,-1-1-1,1 1 1,-1 0-1,2 11 1,-3-11-61,10 39 72,-1 0 1,-3 1-1,3 64 1,-9 151 446,-4-134-490,2 645 143,2-733-211,9 52 1,1 13-1,-6-34-16,1 44 11,-7-92 25,0 29-850,-2-54 370,0-1 1,0 1 0,-1 0 0,1-1 0,0 1-1,0-1 1,0 0 0,0 0 0,0 0-1,0 0 1,0 0 0,0 0 0,0 0-1,1 0 1,-1-1 0,0 1 0,1-1-1,-3-3 1,-23-21-7547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02.3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4082,'0'0'8324,"1"0"-8059,0 0 0,1 0 0,-1 0 0,0 0 1,1 0-1,-1 1 0,1-1 0,-1 0 0,0 1 1,0-1-1,1 0 0,-1 1 0,0 0 0,2 0 1,6 19 42,-2 0 0,0 0 0,-1 1 0,-2 0 1,0 0-1,2 31 0,-1-12-75,18 251 859,-23 3-648,-2-126-129,3-123-170,0-6-86,-2 0 1,-1 1-1,-11 51 0,-36 172-32,41-202-20,2 0 1,5 112 0,3-85-5,-2 115-6886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52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276 22 6147,'0'0'7046,"-4"-3"-6134,-27-12 823,29 14-1649,-1 1 1,1-1-1,0 1 1,-1-1-1,1 1 0,-1 0 1,1 0-1,0 0 1,-1 0-1,1 0 1,-1 1-1,1-1 1,0 1-1,-1 0 0,1-1 1,-3 2-1,-1 3-46,-1 0-1,1 0 1,0 0 0,0 1-1,0-1 1,1 1-1,0 1 1,-7 9-1,-32 61 145,41-72-182,-12 25 114,1 0-1,2 0 1,1 1 0,1 1 0,1 0 0,2 0-1,2 1 1,1 0 0,0 51 0,4-75-83,-1 14 122,2 1 1,5 34 0,-4-49-105,0-1 0,1 0 0,-1 0 0,2 0 0,-1 0 0,1 0 0,0-1 0,1 0 0,-1 1 0,9 7 1,-7-8-1,-1-2 1,1 1-1,0-1 1,1 1-1,-1-2 1,1 1-1,0-1 1,1 0-1,-1 0 1,0-1-1,1 0 1,15 4-1,0-4 91,0 0-1,1-1 0,28-2 0,-36 0-87,-12 0-49,1-1 0,0 0 0,-1 0 0,1-1 0,-1 1-1,1-1 1,-1 0 0,0 0 0,0 0 0,0-1 0,0 1 0,0-1 0,0 0 0,-1 0-1,1 0 1,-1-1 0,0 1 0,3-6 0,7-7-1,-2-1-1,17-33 1,-15 23-70,-1-1 0,-2-1-1,0 0 1,-2 0 0,4-35 0,-4 8-227,0-103 1,-8 153 282,0-1-1,0 1 1,-1 0-1,0 0 1,-1 0-1,1 0 1,-1 0-1,0 0 1,-1 0 0,1 1-1,-7-9 1,1 2 31,-1 1 0,0 1 1,-1 0-1,-11-10 1,16 15-19,0 0 1,-1 0 0,0 1 0,0-1 0,0 1-1,-1 1 1,1-1 0,-1 1 0,0 0-1,0 0 1,0 1 0,0 0 0,0 1-1,-1-1 1,1 1 0,-11 0 0,10 1-11,0 1-1,1 0 1,-1 0 0,0 1 0,1 0-1,0 0 1,-1 1 0,1 0 0,0 0 0,0 1-1,-10 6 1,-2 2-16,-30 9 22,5-4 45,43-16-184,1 0 1,-1 0-1,1 0 1,0 0-1,0 0 0,0 0 1,-1 0-1,1 0 1,0 0-1,0 0 0,0 0 1,0 0-1,1 0 0,-1 0 1,0 1-1,3 9-4717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53.8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 0 7668,'0'0'7253,"0"10"-6281,-1-5-861,0-1 0,0 1 0,-1-1 0,0 1 0,1-1 0,-1 0 1,-1 0-1,1 0 0,-5 6 0,-3 7 96,0 0-67,1 0 0,1 1 1,1 0-1,1 0 1,0 1-1,1 0 1,1 0-1,1 0 0,1 1 1,0 28-1,1-8 166,1-7 110,5 56 0,-3-77-309,0 0 1,1 0-1,1 0 1,-1 0-1,2-1 1,0 1-1,0-1 1,9 12-1,-1-4 70,1 0-1,1-1 1,1 0-1,0-1 1,1-1-1,1-1 1,1 0-1,0-1 1,1-1-1,0-1 1,34 15 0,-42-23-134,-1-1 0,1 0 1,1-1-1,21 2 1,-28-3-34,-1-1 0,1 0 0,-1 0 0,0-1 0,1 0 0,-1 0 0,0 0 0,1 0 0,-1-1 0,0 0 0,0 0 0,0 0 0,5-4 0,-2-1-16,-1 0 0,0 0 1,0-1-1,-1 0 0,0 0 0,0 0 0,-1-1 1,8-17-1,1-8-196,11-39 0,-17 42 62,0 0 0,-3 0 0,0-1 0,-2 0 0,-1 0 1,-5-57-1,2 82 142,0 0 0,-1 1 0,0-1 1,0 1-1,0 0 0,-1 0 0,0 0 0,0 0 1,-4-6-1,-7-7 60,-19-22-1,16 22-28,2 0-9,0 1-1,-2 1 0,-20-16 0,31 28-22,-1 0 0,0 1 0,-1 0 0,1 0 1,-1 0-1,0 1 0,1 0 0,-1 1 0,-1 0 0,1 0 0,0 0 0,-11 0 0,2 2-3,1-1 0,0 2 0,-24 3 0,32-2-3,0 0-1,1 0 1,-1 1 0,1 0-1,0 0 1,0 1 0,0 0-1,0 0 1,-6 6 0,5-4-27,-4 3-98,-1 0 0,2 2-1,-1-1 1,1 1-1,-10 15 1,-17 33-5998,17-28-747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57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50 7347,'0'0'7334,"-3"-8"-6869,-6-25-156,7 24-63,-3 9-213,1 0 0,-1 1 0,1-1 0,-1 1 0,1 0 0,-1 0 0,1 0 0,0 1 0,0 0 0,0 0 0,0 0 0,0 0 0,0 0 0,0 1 0,1 0 0,-1-1 0,1 1 0,-6 7 0,5-7-15,-12 12 16,1-1 0,0 2-1,1 0 1,1 1 0,1 0 0,0 1-1,1 0 1,1 1 0,1 0 0,0 0-1,2 1 1,0 0 0,1 1 0,1-1-1,1 1 1,-2 38 0,5-21 391,7 60 1,-4-81-272,1-1 0,1 1 1,0-1-1,2 0 0,13 30 1,-11-30 29,1 0 0,1-1 0,0-1 0,24 26 1,-28-34-112,0 0 1,0 0-1,0-1 0,1 0 1,0-1-1,0 1 1,1-2-1,-1 1 0,1-1 1,0 0-1,0 0 1,14 3-1,-6-4 83,0-1 1,0 0-1,0-1 1,29-4-1,-36 3-109,1-1 0,-1 0 0,0-1 0,-1 0 0,1 0 0,0-1 0,-1 0-1,0 0 1,11-9 0,-5 3-55,-1 0 0,-1-1 0,0-1-1,0 0 1,-1 0 0,-1-2-1,0 1 1,-1-1 0,0 0 0,-2-1-1,1 0 1,-2 0 0,0-1 0,0 0-1,-2 0 1,0 0 0,-1 0-1,0-1 1,0-30 0,-3 25-141,0 0 0,-1 0 0,-2 0 0,0 0 0,-1 1 0,-2-1-1,-9-25 1,6 24 72,-1 0 0,-1 0 0,-2 1 0,0 1 0,-20-25 0,28 39 61,-1 0 1,0 1-1,0 0 0,-1 1 1,1-1-1,-1 1 0,-1 0 0,1 1 1,-1 0-1,1 0 0,-1 0 1,0 1-1,-1 0 0,1 1 1,0 0-1,-1 0 0,0 1 1,-12-1-1,17 2 14,0 0 1,1-1-1,-1 2 1,0-1-1,1 0 1,-1 1-1,0-1 1,1 1-1,-1 0 1,1 0-1,-1 0 1,1 1-1,0-1 0,0 1 1,-1 0-1,1 0 1,0 0-1,0 0 1,1 1-1,-1-1 1,0 1-1,1-1 1,0 1-1,-1 0 1,-2 5-1,-4 4-173,1 1 0,1-1 0,-1 1 0,2 1 0,0-1 0,1 1 0,0 0 1,1 1-1,1-1 0,0 1 0,1-1 0,0 1 0,1 16 0,1 7-3336,0-13-2847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7:58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0 301 12694,'0'0'7542,"30"-20"-7201,95-67-303,-118 82-51,0-1-1,0 0 1,-1 0 0,0-1 0,6-8 0,-9 10-23,0 0 1,-1 0 0,0 1-1,0-1 1,1-7-1,1-1-88,0 0 0,-2 0 0,1 0 0,-2-1 1,0 1-1,-1-18 0,0 29 189,38 668 1816,-36-645-1847,-1-11-26,0 1 1,0-1-1,1 1 1,1-1-1,-1 0 0,2 0 1,5 12-1,-9-22-11,1-1-1368,-1 1 1298,0 0 1,1 0 0,-1 0 0,0 0 0,0 0 0,0 0-1,0 0 1,0 0 0,0 0 0,0 0 0,0 0 0,0 0-1,1 0 1,-1 0 0,1 2-1515,-1-20-3386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00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1 228 9044,'0'0'6979,"0"6"-6264,1-2-662,-2-3-21,1 0-1,0 0 1,0 0 0,0 1 0,0-1 0,0 0-1,0 0 1,1 0 0,-1 0 0,0 0 0,0 0-1,1 0 1,-1 0 0,1 0 0,-1-1 0,1 1-1,-1 0 1,1 0 0,0 0 0,-1 0 0,1-1-1,0 1 1,-1 0 0,1 0 0,0-1 0,0 1 0,0-1-1,0 1 1,0-1 0,0 1 0,0-1 0,0 0-1,0 1 1,0-1 0,0 0 0,0 0 0,0 1-1,0-1 1,0 0 0,0 0 0,0 0 0,0-1-1,0 1 1,0 0 0,0 0 0,1-1 0,1 1 16,0-1-1,-1 0 1,1 0 0,0 0 0,-1 0 0,1 0 0,-1-1-1,1 1 1,-1-1 0,0 0 0,0 0 0,0 1 0,0-1-1,0-1 1,0 1 0,2-3 0,28-45 328,-20 28-290,18-30-95,-16 27-350,1 0 0,19-24 0,-33 48 342,-1 0 0,1 0 0,0 0 0,-1 0 0,1 0 0,0 0 0,0 1 0,0-1 0,0 0 0,-1 1 0,1-1-1,0 0 1,0 1 0,0-1 0,0 1 0,1 0 0,-1-1 0,0 1 0,0 0 0,0 0 0,0-1 0,0 1 0,0 0 0,0 0 0,1 0 0,-1 0 0,0 1 0,0-1 0,0 0-1,0 0 1,2 1 0,-2 0 7,1 0-1,-1 0 1,0 0-1,0 0 0,0 1 1,0-1-1,0 0 1,0 0-1,0 1 0,0-1 1,0 0-1,-1 1 1,1-1-1,0 1 0,-1-1 1,0 1-1,1-1 1,-1 1-1,1 2 0,10 289 589,-8-170-403,1 329 483,-4-312-142,0-138-463,0-2-53,1 0 0,-1 0 0,0 0 0,0 0 0,0 0 0,1 0 0,-1 0 0,0 0 0,0 0 0,0 0 0,1 0 0,-1 0 0,0 0 0,0 0 0,0-1 0,1 1 0,-1 0 0,0 0 0,0 0 0,0 0 0,1 0-1,-1 0 1,0-1 0,0 1 0,0 0 0,0 0 0,0 0 0,0-1 0,1 1 0,-1 0 0,0 0 0,0 0 0,0-1 0,0 1 0,0 0 0,0 0 0,0 0 0,0-1 0,0 1 0,0 0 0,0 0 0,0 0 0,0-1 0,0 1 0,0-2-23,2-59-1475,-2 36-1719,6-42 0,1 24-3242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01.6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164 1 3121,'0'0'12166,"-2"4"-10973,-59 64-134,48-49-884,1 1-1,1 0 1,1 1 0,1 0 0,0 0 0,2 1-1,0 0 1,2 1 0,-5 39 0,3 13 504,6 123-1,2-181-611,0-1-5,0 0 1,1 0-1,1 1 1,1-2-1,0 1 0,1 0 1,1-1-1,0 0 1,1 0-1,1-1 1,0 1-1,1-2 0,1 1 1,13 14-1,-19-24-31,0 1 0,1-1 0,0 0-1,0 0 1,0 0 0,0-1 0,0 0 0,1 0-1,-1 0 1,1-1 0,11 4 0,-3-3 125,0-1 1,0-1-1,29 1 0,-35-3-149,0 0-1,1-1 0,-1 1 0,0-1 0,0-1 1,0 0-1,0 0 0,-1 0 0,1-1 1,-1 0-1,0-1 0,0 0 0,0 0 1,-1 0-1,7-8 0,4-4-125,-2 0 1,0-1-1,-1-1 0,16-26 1,-22 29 55,0 0 1,0 0 0,-2-1-1,0 0 1,-1 0-1,0-1 1,1-18-1,-1-11-91,-1-67-1,-5 106 149,1 0 0,-1 1-1,-1-1 1,1 1 0,-1 0 0,-1-1-1,1 1 1,-8-13 0,-2-2-6,-22-28 1,17 26 5,-5-9 45,-45-49 1,54 69-18,0 1 1,-1-1-1,0 2 1,-1 0-1,-31-17 0,42 26-26,-1 0-1,1 1 0,0 0 1,-1 0-1,1 0 0,-1 0 0,1 0 1,-1 1-1,0 0 0,1 0 0,-1 1 1,1-1-1,-1 1 0,1 0 0,-1 0 1,1 0-1,0 0 0,-1 1 0,1 0 1,0 0-1,0 0 0,0 1 0,0-1 1,1 1-1,-1 0 0,-4 4 0,-6 11-2009,0 1 0,-14 27 0,8-17-3616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03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33 327 9060,'0'0'6902,"-6"7"-6206,-18 21-90,24-28-581,0 1-1,0-1 1,-1 0-1,1 1 1,0-1 0,0 0-1,-1 1 1,1-1-1,0 1 1,0-1 0,0 0-1,0 1 1,0-1 0,-1 1-1,1-1 1,0 0-1,0 1 1,0-1 0,0 1-1,0-1 1,0 1 0,1-1-1,-1 0 1,0 1-1,0-1 1,0 1 0,0-1-1,0 0 1,0 1 0,1-1-1,-1 1 1,0-1-1,0 0 1,1 1 0,-1-1-1,0 0 1,1 1-1,-1-1 1,0 0 0,1 0-1,-1 1 1,0-1 0,1 0-1,-1 0 1,0 0-1,1 0 1,-1 1 0,1-1-1,-1 0 1,1 0 0,22 4 489,-21-4-430,1 1-35,1-1-1,0 0 0,-1 0 1,1 0-1,0 0 1,-1 0-1,1-1 1,0 1-1,-1-1 1,1 0-1,-1 0 0,1-1 1,-1 1-1,0-1 1,1 1-1,-1-1 1,0 0-1,0 0 1,0-1-1,-1 1 1,1-1-1,0 1 0,-1-1 1,3-3-1,37-46-723,37-59 0,-42 57-1660,61-70-1,-92 118 2069,-5 5 710,-1 4-110,-8 181 1833,-1 4-1311,8-56-187,2 159 630,0-275-1233,2 41 62,-3-54-125,1 1 0,-1-1 0,1 0 0,0 0 0,0 0 0,0 1 1,0-1-1,1 0 0,-1 0 0,1-1 0,0 1 0,0 0 0,3 3 0,-5-6-13,0 0 1,0 0-1,0 0 0,0 1 0,0-1 0,1 0 0,-1 0 0,0 0 1,0 1-1,0-1 0,0 0 0,1 0 0,-1 0 0,0 0 1,0 0-1,1 0 0,-1 0 0,0 1 0,0-1 0,0 0 1,1 0-1,-1 0 0,0 0 0,0 0 0,1 0 0,-1 0 1,0 0-1,0 0 0,1 0 0,-1 0 0,0 0 0,0 0 1,1 0-1,-1-1 0,0 1 0,0 0 0,0 0 0,1 0 1,-1 0-1,0 0 0,0 0 0,0-1 0,1 1 0,-1 0 1,0 0-1,0 0 0,0-1 0,0 1 0,0 0 0,1 0 1,-1 0-1,0-1 0,0 1 0,0 0 0,0 0 0,0 0 1,0-1-1,0 1 0,0 0 0,0 0 0,0-1 0,0 1 1,0 0-1,0 0 0,0-1 0,1-82-4337,-1 28-609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04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0 425 13478,'0'0'3778,"21"-38"-3799,67-124-916,-65 120-304,2 0-1,44-55 1,-63 89 1304,-5 5 48,1 1 1,-1-1-1,1 1 1,0-1-1,0 1 1,0 0-1,0 0 1,0-1-1,1 2 1,-1-1-1,1 0 1,-1 0-1,1 1 1,-1-1-1,1 1 1,3-1-1,-5 20 1698,4 315 685,-7-189-2235,2 67 19,0-121-6719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07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0 1361,'0'0'5890,"-14"47"-5890,14-41-128,14 1 96,0 2-752,0-3-1489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10.2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 3874,'82'73'1118,"-82"-72"-1061,0-1 1,0 0 0,0 0-1,0 1 1,1-1 0,-1 0 0,0 0-1,0 0 1,1 1 0,-1-1-1,0 0 1,0 0 0,1 0 0,-1 0-1,0 0 1,0 0 0,1 1-1,-1-1 1,0 0 0,1 0-1,-1 0 1,0 0 0,1 0 0,-1 0-1,0 0 1,0 0 0,1 0-1,-1 0 1,0 0 0,1-1 0,-1 1-1,0 0 1,0 0 0,1 0-1,-1 0 1,0 0 0,1 0-1,-1-1 1,0 1 0,0 0 0,0 0-1,1 0 1,-1-1 0,0 1-1,0 0 1,0 0 0,1-1 0,-1 1-1,0 0 1,0 0 0,0-1-1,0 1 1,0 0 0,0-1 0,0 1-1,0 0 1,0-1 0,0 1-1,0 0 1,0 0 0,0-1-1,0 1 1,0 0 0,0-1 0,1-30 5559,-1 17-4018,1-17-1631,-1 27 25,-1 0 1,1 0 0,0 0-1,0 0 1,1 0-1,0 0 1,-1 0 0,1 1-1,0-1 1,1 0-1,2-6 1,-3 9 15,0 1-1,0 0 1,0-1-1,0 1 1,0 0 0,0-1-1,0 1 1,0 0-1,0 0 1,1 0-1,-1 0 1,0 0 0,0 0-1,0 0 1,0 1-1,2-1 1,-2 0 88,1115 4 2317,-1092-3-2326,0 1 0,35 9-1,-35-6-4,0-1-1,37 1 0,14-6 30,13 0 49,133 15 1,-174-9-62,86-4 0,-3 0 44,-7 16 302,-76-9-335,41 11 51,9 2-12,-3-13-106,132-5-1,-123-4-31,96 2 24,326-6 134,-407-4-140,37 0 28,148 3-50,45 4-20,-180 4 8,-132-2-12,-1 1 0,0 2 0,54 11 0,19 21 7,-17-4 18,-82-29-16,4 2 2,0-1 0,0 0 0,20 1 0,5 12 29,35 15-21,-60-20-17,-12-10 15,0 0-1,-1 0 1,1 0-1,0-1 1,-1 1 0,1 0-1,0-1 1,0 1-1,0 0 1,0-1-1,-1 1 1,1-1 0,0 0-1,0 1 1,0-1-1,0 0 1,0 1-1,2-1 1,-1 0 0,0 1 0,1-1-1,-1 1 1,0-1 0,0 1 0,0 0 0,1 0-1,-1 0 1,0 0 0,0 0 0,-1 0 0,4 3 0,-4-3 4,1 1-1,0-1 1,0 0 0,0 0 0,0 0 0,0 0 0,0 0 0,0 0 0,1-1 0,-1 1 0,0 0 0,3-1 0,-4 0-8,-1 0 0,1 0 1,-1 0-1,1 0 1,-1 0-1,1 0 0,-1 0 1,1 0-1,-1 0 0,1 0 1,-1 0-1,1 0 1,-1 0-1,1 0 0,-1 0 1,1 1-1,-1-1 0,1 0 1,-1 0-1,0 1 1,1-1-1,-1 0 0,1 0 1,-1 1-1,0-1 1,1 1-1,-1-1 0,0 0 1,1 1-1,-1-1 0,0 1 1,0-1-1,1 0 1,-1 1-1,0-1 0,0 1 1,0-1-1,0 1 0,1-1 1,-1 1-1,0-1 1,0 1-1,0-1 0,0 1 1,0-1-1,0 1 1,0-1-1,-1 1 0,1-1 1,0 2-1,0 11-101,6 45 235,-2-1-1,-6 67 1,1-33-96,-3 28 27,-4 0 1,-38 184-1,37-244-48,3 0-1,4 117 1,3-93-18,0-80 5,0 1 0,-1-1 0,1 1 0,0-1 0,0 0 1,1 0-1,-1 0 0,4 6 0,4 10-13,25 121-116,-9-32 157,-23-95-44,0 0 0,-1 1 0,0-1-1,-3 27 1,1-4-1702,-6-50-2103,-3-13-108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11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31 3073,'0'0'6105,"-3"-5"-5588,-11-14-37,14 19-379,0 0-1,0-1 0,-1 1 1,1 0-1,0-1 0,0 1 1,0 0-1,0-1 0,-1 1 1,1 0-1,0-1 0,-1 1 1,1 0-1,0 0 0,0-1 1,-1 1-1,1 0 0,0 0 1,-1 0-1,1-1 0,0 1 1,-1 0-1,1 0 0,-1 0 1,1 0-1,0 0 0,-1 0 1,1 0-1,0 0 0,-1 0 1,1 0-1,-1 0 0,1 0 1,0 0-1,-1 0 0,1 0 0,-1 0 1,1 0-1,0 1 0,-1-1 1,1 0-1,0 0 0,-1 0 1,1 1-1,0-1 0,0 0 1,-1 0-1,1 1 0,0-1 1,-1 0-1,1 0 0,0 1 1,0-1-1,0 0 0,-1 1 1,1-1-1,0 1 0,0-1 1,0 0-1,0 1 0,0-1 1,0 0-1,0 1 0,0-1 1,0 1-1,2 42 893,2 0 1,17 74-1,-8-30-571,4 131 1,-15-187-396,9 748 703,-12-570-763,3-166 44,12 65 1,1 25 13,-14 48-85,-1-101-24,0-67-16,-1 1 1,-1-1 0,1 0-1,-2-1 1,0 1 0,0 0-1,-1-1 1,-1 0 0,0 1-1,-1-2 1,0 1 0,-12 15-1,0-12-2853,-5-3-2975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12.8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19 320,'0'0'2945,"17"-15"-2784,-17 12 175,4 3-320,-1 0-176,1 0-385,-1 0-367,1 0 304,6 0-241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42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0 290 2769,'0'0'15623,"2"0"-15089,1-1-458,0 1 0,0-1 1,-1 1-1,1-1 0,0 0 0,-1 0 0,1 0 0,-1 0 1,1-1-1,-1 1 0,0-1 0,3-2 0,28-25 83,-27 22-94,28-30-148,-2-3 0,-1 0 1,32-56-1,-57 82-154,0 4-643,-4 21 580,-4 6 306,-21 359 567,17-30 177,5-345-761,1-1 0,0 0 0,-1 1 0,1-1 0,-1 1 0,1-1-1,0 0 1,-1 1 0,1-1 0,-1 0 0,1 1 0,-1-1 0,1 0 0,-1 0 0,0 1 0,1-1 0,-1 0 0,1 0 0,-1 0-1,1 0 1,-1 0 0,0 0 0,1 0 0,-2 0 0,-20 0-1629,19 0 748,-13-1-3075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43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0 113 400,'0'0'10248,"5"14"-8730,15 42-323,-19-54-1072,0 0 0,0 0-1,0 1 1,1-1 0,-1 0 0,1 0 0,-1 0 0,1 0 0,-1-1 0,1 1 0,0 0 0,0-1 0,0 1-1,0-1 1,0 0 0,0 1 0,1-1 0,-1 0 0,0 0 0,3 0 0,1 0 93,0 0-1,-1 0 1,1-1 0,0 0 0,0 0 0,5-1 0,-8 0-208,0 1 6,-1-1 0,1 0 0,0 1 0,-1-1 0,1-1 0,-1 1 0,1 0 0,-1 0 0,0-1 0,1 0 0,-1 1 0,0-1-1,3-3 1,26-33 44,-10 12-111,25-31-201,-34 40-5,1 0-1,25-24 1,-38 41 279,0 0 0,0-1 0,1 1 0,-1 0 0,0 0 0,1-1 0,-1 1 0,0 0 0,1 0 0,-1 0 0,0 0 1,1-1-1,-1 1 0,0 0 0,1 0 0,-1 0 0,0 0 0,1 0 0,-1 0 0,1 0 0,-1 0 0,0 0 0,1 0 0,-1 0 0,1 0 0,-1 0 0,0 1 0,1-1 0,-1 0 0,0 0 0,1 0 0,-1 0 1,0 1-1,1-1 0,-1 0 0,10 16 285,-2 24 125,12 222 274,69 337 499,-87-583-1206,-1-10-29,0 1 0,1 0-1,-1 0 1,1-1 0,1 1-1,-1-1 1,4 7 0,1-8-939,-2-47-10283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50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1 864,'0'0'1492,"-25"9"-1188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8:51.8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0 768,'0'0'2049,"-35"57"-2193,32-29 192,3 3-48,-4-3 0,1 1 0,-1-4-128,1-3-144,-1-7-977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01.4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26 8244,'0'0'5693,"-8"4"-5453,-25 16 110,32-20-301,0 1-1,0-1 1,0 1 0,1-1 0,-1 1 0,0 0 0,0 0-1,0-1 1,1 1 0,-1 0 0,0 0 0,1 0 0,-1 0 0,1 0-1,-1-1 1,1 1 0,-1 0 0,1 1 0,0-1 0,-1 0 0,1 1-1,-2 5 310,-5 7-46,0 1 0,1-1-1,1 1 1,0 1-1,1-1 1,-2 22 0,1 4 351,2 53 1,4-87-580,0 0 0,0 1 0,1-1 0,0 0 0,0 0 0,0 0 0,1 0 0,0-1 0,0 1 0,1-1 0,0 0 0,0 0 0,1 0 0,-1 0 0,1-1 1,0 0-1,11 9 0,-2-3 24,0-1 1,1 0-1,1-1 1,-1 0-1,1-1 1,23 7 0,-22-11-8,0 0 1,0-1 0,1-1 0,-1-1 0,35-1-1,-24 0 17,-22 0-124,-1-1 0,1 1 0,0-1 0,0 0 0,-1-1 1,1 1-1,-1-1 0,1 0 0,-1 0 0,0-1 0,1 1 0,-1-1 0,-1-1 0,6-3 0,-3 1-47,-1 0-1,0-1 1,0 0-1,0 0 1,-1 0-1,0-1 1,-1 1-1,6-12 1,-2 0-47,-2-1 0,0 1-1,-1-1 1,0 0 0,-2 0 0,0-1 0,-1-27 0,-2 18 95,1 12 31,-1-1 0,-1 0 0,-5-29 0,5 42-20,-1 0 0,0 1 0,0 0 0,0-1 0,0 1-1,-1 0 1,0 0 0,0 0 0,0 0 0,-1 1 0,1-1 0,-1 1 0,0 0 0,-1 0 0,1 1 0,-7-5 0,3 3 0,-1 0 0,0 1 0,0 0 0,-1 1 0,1 0 0,-1 0 0,0 1 0,1 0 0,-12 0 0,-14 0 32,-44 3 1,23 1-24,49-1-32,1 0 0,-1 0 0,1 1 1,0 0-1,0 0 0,-1 1 0,2 0 0,-1 0 0,0 0 1,-7 6-1,1-2-22,11-4-141,0-1 0,0 0 0,0 0-1,0 1 1,1-1 0,-1 1 0,1-1 0,-1 1 0,1-1 0,0 1 0,0 3 0,-1 6-895,-2 9-1441,-1 1-2345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02.4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176 75 6979,'0'0'5109,"-5"-5"-4519,-14-11-182,17 15-191,-1 0 1,1 0-1,0 0 0,-1 0 0,1 1 1,-1-1-1,1 1 0,-1 0 1,1 0-1,-1 0 0,0 0 1,1 0-1,-1 0 0,1 1 0,-1-1 1,1 1-1,0 0 0,-1 0 1,-3 1-1,0 2-73,-1 0-1,1 0 1,0 1-1,0 0 1,1 0 0,-1 0-1,1 0 1,0 1-1,1 0 1,-1 0 0,1 1-1,0-1 1,1 1-1,-4 7 1,3-1 5,0 1 0,1-1 0,0 1 0,1 0-1,1 0 1,0 24 0,-1 12 181,3 50 200,0-89-457,0-1 1,1 0 0,1 0-1,-1 0 1,1 0 0,1 0-1,7 14 1,-2-8 50,0-1 0,2 0 0,0 0 0,0-1 1,2-1-1,-1 0 0,2-1 0,23 18 0,-24-22-41,-1 0-1,1-1 1,1-1-1,0 0 1,0 0-1,0-2 1,0 0-1,1 0 1,-1-1-1,30 1 1,-28-3-28,-11 0-52,1 0 1,-1-1-1,0 1 0,0-1 1,1 0-1,-1-1 0,0 0 0,1 1 1,-1-2-1,0 1 0,0-1 1,0 1-1,8-5 0,-8 1-37,0 0 0,0 0 0,-1 0 0,0 0 0,0-1 0,-1 1 0,1-1 0,4-11 0,0-3-106,9-33-1,-10 23-135,-2 0 1,4-60-1,-9-62-434,-1 140 695,-1 0-1,0 0 0,-1 1 1,0-1-1,0 1 0,-1 0 1,-1 0-1,0 0 0,0 1 1,-1-1-1,-1 1 0,1 1 1,-2-1-1,1 1 0,-15-13 1,13 13 67,0 1 0,-1 1 1,0 0-1,0 0 0,-1 1 1,0 0-1,0 1 0,0 0 1,0 0-1,-1 2 1,0-1-1,0 1 0,0 1 1,0 0-1,-14 0 0,7 2-62,13-1 31,1 1 0,-1 0 0,1 0-1,-1 0 1,1 0 0,-1 1 0,1 0 0,0 0-1,-1 1 1,1-1 0,0 1 0,0 1 0,0-1 0,0 0-1,-5 4 1,-4 6-111,0 0 0,1 1 0,0 0 0,1 1 0,0 1 1,-10 17-1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22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0 276 3458,'12'2'11530,"14"-2"-9590,-14-9-1789,0-1 1,-1 0 0,0-1-1,-1 0 1,0 0 0,-1-1-1,11-18 1,1-6-252,23-53 1,-39 72 66,4-5-55,-9 21 110,0 1 0,1-1 0,-1 0 1,1 1-1,-1-1 0,1 1 0,-1-1 0,1 1 0,-1-1 0,1 1 1,-1-1-1,1 1 0,0-1 0,-1 1 0,1 0 0,0-1 0,-1 1 1,1 0-1,0 0 0,-1-1 0,1 1 0,0 0 0,1 0 0,-2 25 275,0-17-240,-14 467 1249,12-267-1150,4-107-128,-2 49 385,0-150-413,0 0 0,0 0-1,0 1 1,0-1 0,0 0-1,0 0 1,0 0-1,0 1 1,0-1 0,1 0-1,-1 0 1,0 0 0,0 1-1,0-1 1,0 0-1,1 0 1,-1 0 0,0 0-1,0 1 1,0-1 0,1 0-1,-1 0 1,0 0 0,0 0-1,0 0 1,1 0-1,-1 0 1,0 0 0,0 0-1,1 0 1,-1 0 0,0 0-1,0 0 1,0 0-1,1 0 1,1-3-143,0 0-1,-1 0 1,0 0-1,1-1 1,-1 1 0,0 0-1,-1-1 1,1 1-1,-1-1 1,1-4 0,2-11-990,8-24-2184,2-9-2800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25.1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 51 9172,'0'0'5053,"-15"12"-4786,-46 38-56,44-32 47,14-10-35,1-1-61,-25 49 953,-12 27-28,35-73-976,1 1 1,0 0-1,0-1 1,1 1-1,1 0 1,-1 14-1,2 12 31,-1-15 158,4 40-1,-2-55-239,0 0 0,1 0 0,0 0 0,0 0-1,0 0 1,1-1 0,0 1 0,0-1 0,8 10 0,-1-3 75,2 0 0,0-1 0,0-1-1,1 0 1,0-1 0,1 0 0,21 12 0,-1-5 137,1 0-1,43 12 1,-66-25-244,1-1 0,-1-1 0,1 0 1,0-1-1,0 0 0,-1-1 0,1 0 0,25-5 0,-32 3-24,-1 0 0,1 0-1,-1-1 1,0 0-1,1 0 1,-1 0 0,-1 0-1,1-1 1,0 0-1,-1 0 1,0 0 0,0-1-1,0 0 1,6-9 0,4-8-95,21-48 0,-33 66 74,12-28-92,-1-1 0,-2 0 1,-1-1-1,-1 0 0,-2-1 0,-2 1 0,-1-1 0,-2 0 0,-1-1 0,-4-37 0,1 66 108,1 0-1,-1 0 1,-1 1-1,1-1 1,-1 1-1,0-1 1,-1 1-1,1 0 1,-1 1-1,0-1 1,-1 0-1,1 1 1,-1 0-1,0 0 1,-1 1-1,1-1 1,-12-6-1,2 2-26,0 0-1,-1 2 1,0-1-1,0 2 1,0 0-1,-20-4 1,13 7 26,-1 0 1,1 1 0,-34 3 0,23-1 19,29 0-19,0 1-1,0 0 1,0-1 0,0 2 0,1-1 0,-1 1-1,0-1 1,0 1 0,1 1 0,-7 3-1,-41 33-19,31-22 53,11-9-31,-1 1-1,1 0 0,1 0 0,-12 15 1,17-19-28,1 0 1,0-1 0,1 1 0,-1 1 0,1-1 0,0 0-1,0 1 1,1-1 0,-1 1 0,1-1 0,1 1 0,-1 10-1,0-12-164,1-3 25,0 0 1,0 0-1,0 0 1,0 0-1,-1 0 0,1 0 1,1-1-1,-1 1 1,0 0-1,0 0 0,0 0 1,0 0-1,1 0 1,-1 0-1,0 0 1,1 0-1,0 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26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361 6 8724,'0'0'4928,"-5"0"-4256,-7 0-445,1 1 0,-1 1 1,0 0-1,0 0 0,1 1 0,-1 0 1,1 1-1,0 0 0,0 1 0,-16 10 1,11-6-104,0 0 0,0 1 0,1 1 0,1 0 0,0 1 0,0 0 0,-22 28 0,28-29-39,0 1-1,1 0 1,1 0 0,-1 0 0,2 1 0,0 0 0,0 0 0,2 1 0,-1-1 0,2 1 0,-2 18 0,3-27-51,-4 49 567,2-1-1,8 105 1,-3-146-537,0 0 0,1 0 0,0 0 0,1-1 0,1 1-1,0-1 1,0 0 0,1 0 0,0-1 0,1 0 0,0 0 0,1 0 0,0-1 0,0 0 0,1-1 0,0 0 0,1 0 0,0-1 0,0 0 0,0 0 0,1-1 0,0-1-1,0 0 1,1-1 0,-1 0 0,1 0 0,0-1 0,0-1 0,0 0 0,13 0 0,-9-1-29,12 1 67,47-3 0,-68 0-98,1 0 0,-1 0 0,0 0 0,0-1 0,0 0-1,0-1 1,0 0 0,-1 0 0,1 0 0,-1 0 0,9-8-1,-1-1-122,-2-1-1,1 0 0,-2-1 0,0 0 0,0-1 0,-2 0 1,0 0-1,0-1 0,-2-1 0,0 1 0,7-26 0,-5 7-139,-1-1-1,-2 1 0,-1-1 0,-1-61 0,-4 71 139,-4-93-332,2 105 428,-1 0 1,0 0-1,0 1 0,-1-1 1,-1 1-1,-10-20 0,8 21 42,0-1-1,-1 1 0,-18-21 1,23 29-7,0 0 1,-1 1-1,0 0 1,1 0 0,-1 0-1,0 0 1,0 1-1,-1-1 1,1 1-1,-1 0 1,1 1 0,-1-1-1,1 1 1,-1-1-1,-7 1 1,-13-2 56,-1 2-1,0 1 1,-33 5 0,53-4-27,0 1 1,0 0 0,0 1-1,-10 5 1,-3 5-1126,18-12 785,1 0 1,-1 0-1,0-1 0,1 1 0,-1 0 1,1 0-1,-1 0 0,1-1 1,-1 1-1,1 0 0,0 0 0,-1 0 1,1 0-1,0 0 0,-1 2 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08.7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16,'0'0'288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09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3 192,'0'0'816,"0"-3"-719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09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1 224,'0'0'1113,"3"0"-1975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27.2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252 45 6115,'0'0'11088,"-8"0"-9885,2 0-1114,0 1-1,0 0 1,0 0 0,0 1 0,1 0 0,-1 0-1,0 0 1,1 1 0,0-1 0,-1 1 0,1 1-1,0-1 1,1 1 0,-1 0 0,1 0 0,-1 0-1,1 0 1,0 1 0,-4 6 0,-4 7 41,0 1 0,1 0 1,1 1-1,-8 22 1,2 2 29,2 1 1,2 1 0,1 0-1,3 0 1,2 1 0,2 0 0,2 48-1,2-77-114,-1 2-5,5 32 0,-3-45-10,0-1-1,1 1 1,0-1-1,0 0 1,0 1 0,1-1-1,0 0 1,7 10-1,-3-6 11,0-1-1,1 0 1,0 0-1,1-1 1,-1 0-1,2 0 1,-1-1 0,1-1-1,0 1 1,0-2-1,1 1 1,0-1-1,0-1 1,0 0-1,0 0 1,1-1-1,0-1 1,-1 0-1,1-1 1,14 1-1,-19-2-24,32 2 53,1-2 0,-1-1 0,71-13 0,-98 11-87,0 0 0,0-1 0,0 0 0,0-1 0,-1-1 0,21-12 0,-25 12-20,0 1 0,-1-1 0,1 0 0,-1-1 0,0 0-1,-1 0 1,1 0 0,-1 0 0,-1-1 0,8-16 0,-6 6-40,0 0 1,-1 0 0,-1-1-1,0 1 1,0-30-1,-3-100-267,-3 74 176,2 59 129,1-9-22,-1 0 0,-1 0-1,-1-1 1,-1 1 0,-13-46-1,10 52 68,-2 0 0,1 0 0,-2 1 0,0 0 0,-1 1 0,-13-16 0,18 26 16,0 1 0,0-1 0,-1 1 0,0 0 0,0 0 0,0 1-1,-1-1 1,0 1 0,1 1 0,-1 0 0,-1 0 0,1 0 0,0 1 0,-1-1 0,1 2-1,-1-1 1,-11 0 0,-113 1 236,74 2-199,55-1-51,0 0 0,0 0 0,0 0-1,0 1 1,0 0 0,0-1 0,0 1 0,1 0 0,-1 0 0,0 0 0,1 1 0,-1-1-1,0 1 1,1-1 0,0 1 0,-1 0 0,1 0 0,0 0 0,0 0 0,0 0 0,0 1-1,1-1 1,-1 1 0,1-1 0,-1 1 0,1-1 0,0 1 0,0 0 0,-1 5 0,-1 0-368,1 1 1,0 0 0,0 13 0,1 24-4593,1-11-3501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42.4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0 318 6627,'0'0'12019,"0"-13"-9914,1 5-2069,-1 1-1,2-1 1,-1 1 0,1-1-1,0 1 1,0 0 0,6-13-1,31-49-261,-15 30-135,-12 16 143,-5 9-12,1-1 0,1 1 0,0 0 0,1 0 0,14-14 0,-23 27 246,-1 1 1,1 0-1,0-1 0,-1 1 0,1 0 0,-1 0 0,1 0 1,0-1-1,-1 1 0,1 0 0,0 0 0,-1 0 0,1 0 1,0 0-1,-1 0 0,1 0 0,0 0 0,-1 1 0,1-1 1,0 0-1,-1 0 0,1 0 0,-1 1 0,1-1 0,0 0 1,-1 1-1,1-1 0,-1 0 0,1 1 0,-1-1 0,1 1 1,-1-1-1,1 1 0,11 121 987,-1-49-492,2 91 0,-10 77 30,-3-175-458,0 187 211,0-251-244,-1-10-671,0-5 137,0 4-207,0 0 0,-1 0 0,-4-13 0,5 19 118,-1 0 0,1 0 0,-1 0 0,1 0 0,-1 0 0,0 0 1,0 1-1,-3-4 0,-21-11-8522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45.0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206 1 5426,'-5'0'10080,"-18"0"-9130,21 0-934,0 0 0,0 1 1,0-1-1,0 1 0,-1-1 1,1 1-1,1 0 1,-1 0-1,0 0 0,0 0 1,0 0-1,0 1 1,-2 1-1,-23 25 62,14-13 12,-1-1-24,2 0-1,0 0 1,0 1-1,-14 26 1,21-31 24,0-1 1,1 1-1,0 0 1,1 1-1,0-1 1,1 1-1,0-1 1,0 1-1,0 16 1,2 108 1253,0-130-1289,1 0-1,0 1 0,0-1 0,0 0 1,0 0-1,1 1 0,0-1 0,0 0 1,1-1-1,-1 1 0,1 0 1,0-1-1,0 1 0,0-1 0,1 0 1,0 0-1,-1 0 0,1-1 0,5 4 1,-2-1 14,1-2 1,-1 1 0,1-1-1,0 0 1,0-1-1,0 1 1,0-2 0,0 1-1,1-1 1,-1-1-1,15 2 1,-10-2-32,70 0 144,-76-2-180,1 1-1,-1-1 1,0-1-1,0 1 1,0-1-1,0 0 1,-1-1-1,1 0 0,6-3 1,1-3-80,-1 0 0,1-1 0,-2 0 0,1-1 0,-2-1 0,20-23 0,-25 27-1,-1 0 0,0-1 0,-1 0 0,0 0 0,0 0 0,-1 0-1,0-1 1,0 1 0,-1-1 0,-1 0 0,1 1 0,-1-18 0,0-17 32,0 19 26,-1 0 0,-4-29 0,3 47 22,0 1 0,-1 0 0,0 0-1,0 0 1,-1 0 0,1 0-1,-1 0 1,-1 1 0,1-1-1,-1 1 1,0 0 0,0 0-1,0 0 1,-1 1 0,0 0 0,1 0-1,-2 0 1,1 0 0,0 1-1,-7-4 1,0 2 9,0 0-1,0 0 1,-1 1 0,1 1-1,-1 0 1,0 1 0,0 0-1,-23 1 1,-30 1-133,64 0 120,0 1-1,0 0 1,0 0-1,0 0 1,0 0-1,0 0 1,1 0-1,-1 0 1,0 1-1,1-1 1,-1 0-1,1 1 1,-1-1-1,1 1 1,0 0-1,-1 0 1,1-1-1,0 1 1,0 0-1,0 2 1,-19 42-730,-1 16-3626,7-24-1569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46.2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28 8036,'0'0'5373,"-3"0"-4864,-4 0-298,1 1-1,-1 0 1,0 0 0,1 0-1,0 0 1,-1 1-1,1 0 1,0 1-1,0-1 1,0 1 0,0 0-1,-5 4 1,3-1-64,1 0 1,-1 1-1,1-1 1,1 2-1,-1-1 1,1 1 0,-7 12-1,3-1 2,0 0-1,2 1 0,0-1 1,1 2-1,1-1 1,-6 41-1,5-13 371,3 0 0,2 0 0,7 87 0,-3-121-399,1 1 0,0-1 0,1 0 0,1 0-1,0-1 1,1 1 0,0-1 0,1 0 0,1-1 0,0 0 0,0 0 0,21 21 0,-20-24-48,0-1 0,0 0 0,1 0 0,0-1 1,1 0-1,-1-1 0,1 0 0,1-1 0,-1 0 0,1-1 0,0 0 1,0 0-1,0-2 0,0 0 0,18 2 0,-11-4 43,34-2 0,-47 1-116,0 0 0,1-1 0,-1 1-1,0-1 1,0-1 0,0 1-1,0-1 1,9-6 0,-2-1-76,1-1 1,-1 0-1,-1 0 0,0-2 0,-1 1 1,0-2-1,-1 1 0,-1-1 1,0-1-1,-1 0 0,10-23 0,-9 14-190,-1-1 0,-1 0 0,-1 0 0,-2 0 0,0-1-1,0-48 1,-4 50 163,1-3-81,-5-35 0,3 54 171,-1-1 1,1 0-1,-2 1 0,1 0 1,-1-1-1,-1 1 0,1 0 0,-6-8 1,1 4 51,-1 1 0,0 0 0,-1 0 0,0 1 0,0 0 0,-18-12 0,-73-42 232,0 1-257,94 57-32,4 4-2,1 0 0,0 0-1,0 0 1,-1 1 0,1-1-1,-1 0 1,0 1 0,1 0-1,-1-1 1,0 1 0,-5-1 0,7 3-17,0 0 1,0 0-1,0 0 1,0 1-1,0-1 1,0 0-1,1 0 1,-1 1-1,0-1 1,1 1 0,-1-1-1,1 0 1,-1 1-1,1-1 1,-1 3-1,0 0-171,-23 68-4526,13-27-390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19:47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54 5955,'0'0'6741,"-3"-1"-5801,0 0-769,1 0 0,-1 0 1,0 0-1,0 0 0,0 0 0,0 1 1,-1-1-1,1 1 0,0 0 1,0 0-1,0 0 0,0 1 1,0-1-1,0 1 0,0-1 1,0 1-1,0 0 0,0 0 1,0 0-1,0 1 0,0-1 1,1 1-1,-1-1 0,1 1 1,-1 0-1,1 0 0,-5 4 0,-5 15 161,0 0-1,1 0 0,1 1 0,2 1 0,0-1 0,1 1 0,1 1 0,-5 42 0,4 14-140,5 104-1,2-107 297,0-64-432,1 0 0,1 0 1,0 0-1,0-1 1,1 1-1,1-1 1,0 1-1,0-1 1,2 0-1,7 13 1,-10-19-22,1 0 1,0-1 0,0 1 0,0-1-1,1 0 1,0 0 0,0-1-1,0 1 1,1-1 0,-1 0 0,1-1-1,0 1 1,0-1 0,0 0-1,0-1 1,1 1 0,-1-1 0,1-1-1,-1 1 1,15 0 0,-9-1-41,-1-1 0,1 0 0,0-1 0,19-4 0,-24 4-15,0-1 0,-1-1 0,1 0 1,-1 0-1,0 0 0,0 0 1,0-1-1,0 0 0,5-5 0,7-8-89,-1 0 0,0 0 0,-2-2 0,0 0 0,-1 0 0,-1-2-1,-1 0 1,-1 0 0,0-1 0,-2 0 0,0-1 0,-2 0 0,-1 0 0,0 0-1,-2-1 1,-1 0 0,1-25 0,-2 9 47,-4-41 0,1 67 52,0 0 1,-2 0-1,0 0 1,0 0-1,-1 1 1,-8-18-1,2 10-11,-1-1 0,-1 1 0,-1 1 0,-27-34-1,34 48 67,1 0 1,-1 0-1,0 1 0,-1 0 0,1 0 0,-1 0 0,0 1 0,0 0 0,-1 0 0,1 1 0,-1 0 0,0 1 1,1-1-1,-1 1 0,0 1 0,-1-1 0,-12 1 0,11 1-24,4 0-16,-1 0 0,0 0 0,0 1-1,-10 1 1,15-1-14,-1 0 0,0 1-1,0-1 1,1 0-1,-1 1 1,1 0-1,-1-1 1,1 1-1,0 0 1,0 0 0,0 0-1,0 1 1,-3 2-1,-3 8-428,0-1 0,0 1 0,1 1-1,1 0 1,-5 14 0,-11 41-4932,1 5-3596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0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11 7924,'0'0'8078,"-4"-2"-7296,-10-7-227,14 10-407,0-1 1,-1 0 0,1 0 0,0 1-1,0-1 1,-1 0 0,1 1 0,0-1 0,0 0-1,-1 1 1,1-1 0,0 0 0,0 1-1,0-1 1,0 1 0,0-1 0,0 0 0,-1 1-1,1-1 1,0 1 0,0-1 0,0 0-1,0 1 1,0-1 0,1 1 0,-1-1 0,0 0-1,0 1 1,0 22-741,0-16 978,14 471 929,-14-369-1080,-10 402 782,6-345-360,4-156-607,0-9-96,-1 0-451,0-1 401,1 0-1,-1 0 0,0 0 0,1 0 0,-1 0 1,0 0-1,0 0 0,1 0 0,-1 0 0,0 0 1,1 0-1,-1 0 0,0-1 0,1 1 0,-1 0 1,0 0-1,1-1 0,-1 1 0,0 0 0,1-1 1,-1 1-1,1-1 0,-1 1 0,1-1 0,-1 1 1,1-1-1,-1 1 0,1-1 0,-1 0 1,1 0-1,-5-14-807,2 0-1,0 0 1,0-1 0,2 1 0,0 0 0,2-29 0,-1 18-734,0-56-3954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1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8660,'0'0'8273,"1"8"-7102,-1-5-1091,0 0 0,1 0 0,-1 0 0,1 0 0,0-1 1,-1 1-1,1 0 0,1 0 0,-1-1 0,0 1 0,1-1 0,-1 1 0,1-1 0,0 0 0,-1 0 0,1 1 0,0-1 0,1 0 0,-1-1 0,0 1 0,1 0 0,-1-1 0,4 2 0,6 3 156,1 0 0,0-2 0,1 1 1,-1-2-1,1 0 0,26 3 0,85-5 179,-100-1-351,8-3-32,0-2 1,0 0-1,0-3 1,57-20-1,-8 2-13,-50 16-72,-1 2 0,1 1-1,1 2 1,53-3-1,-86 30-426,0-19 387,0-1 0,-1 0 0,1 0-1,0 0 1,-1 0 0,0 0 0,0 0 0,1 0-1,-1 0 1,0 0 0,0-1 0,-1 1 0,1 0-1,0-1 1,-1 1 0,1 0 0,-1-1 0,1 0-1,-1 1 1,0-1 0,-3 2 0,-4 2-594,0 0 1,0-1-1,-14 4 0,15-5 180,-17 5-3548,-38 6 0,12-4-2377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1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6979,'0'0'10949,"157"116"-10052,-63-116-193,4 0-176,-4-9-528,-10-16 0,-22 3 0,-16 6-336,-22 7-720,-10 9-481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1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1 367 14551,'0'0'4151,"26"-36"-4535,83-114-491,-55 66-416,-31 30 256,-17 38 885,3-6 208,-4 17 852,-4 32 1367,-1 10-2337,8 543 3943,-9-386-2846,3-179-896,-1-14-318,0-10-660,-8-140-8684,3 87-52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3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 7876,'0'0'8163,"0"-11"-3921,0 1125-1211,2-1100-2921,-1-13-221,-1-1-1,1 0 0,-1 1 0,1-1 0,-1 0 0,1 1 1,-1-1-1,1 0 0,-1 0 0,1 0 0,-1 1 0,1-1 1,-1 0-1,1 0 0,-1 0 0,1 0 0,-1 0 0,1 0 1,1 0-1,-2-5-1510,0-101-7503,0 57 3424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3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26 6915,'0'0'8922,"-2"-2"-7831,1 2-1055,1-1 1,0 1 0,0 0 0,-1-1-1,1 1 1,0 0 0,-1 0-1,1-1 1,0 1 0,0-1-1,0 1 1,-1 0 0,1-1-1,0 1 1,0 0 0,0-1-1,0 1 1,0-1 0,0 1 0,0 0-1,0-1 1,0 1 0,0-1-1,0 1 1,0-1 0,0 1-1,0 0 1,0-1 0,0 1-1,0-1 1,1 1 0,-1 0-1,0-1 1,0 1 0,0 0 0,1-1-1,-1 1 1,0 0 0,1-1-1,25-4 1114,188 2 906,-131 3-1831,-40 1-158,0 2-1,66 12 1,-68-9-78,1-2 1,57-1-1,-102-18-3406,-1 14 2891,0-1 1,0 1 0,-1 0 0,1 1-1,0-1 1,-1 1 0,1 0 0,0 0 0,-1 0-1,-5 1 1,-8 0-2027,-20-1-3181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4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7443,'0'0'10405,"185"65"-9524,-105-65-305,-6 0-32,-5 0-352,-16 0-176,-15 0-32,-13 0-16,-18 0-1072,-7 13-5860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4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62 208 6851,'0'0'5605,"15"-24"-5164,49-75-23,-32 57 90,-10 28-48,-8 8-155,-7 2-156,0 1 0,0 0 1,0 0-1,1 1 0,-1 0 0,1 0 0,-1 0 1,1 1-1,0 1 0,0-1 0,-1 1 0,12 1 1,-17 0-131,-1-1 0,0 0 0,0 1 0,1-1 0,-1 1 0,0 0 1,0-1-1,0 1 0,0 0 0,0 0 0,0-1 0,0 1 1,0 0-1,0 0 0,0 0 0,-1 0 0,1 0 0,0 0 1,-1 1-1,1-1 0,0 1 0,10 31 237,-9-24-218,3 14 166,-1 0 1,0 1-1,-2-1 1,-1 1-1,-1 0 1,-1-1-1,-1 1 1,-1-1-1,-1 0 1,-1 1-1,-1-2 1,0 1 0,-2-1-1,-16 32 1,3-14 273,-39 58 0,52-87-385,0 0-1,-1 0 1,0-1-1,-1 0 0,0 0 1,-1-1-1,0-1 1,0 0-1,-17 10 0,24-16-74,0-1 0,-1 1 0,1 0 0,-1-1 0,1 0 0,-1 0 0,1 0-1,-1-1 1,1 1 0,-1-1 0,-5-1 0,8 1-26,0-1 0,0 1 0,0-1 1,0 1-1,0-1 0,0 0 0,0 0 0,0 0 1,0 0-1,0-1 0,1 1 0,-1 0 0,0-1 0,1 1 1,-1-1-1,1 0 0,-1 1 0,1-1 0,0 0 0,0 0 1,0 0-1,0 0 0,-1-3 0,-3-12-278,2 0 0,1 0 0,0 0 0,1 0 0,0 0-1,2 0 1,2-20 0,-3 36 283,0-1-1,1 1 1,-1-1-1,0 1 0,0 0 1,1-1-1,-1 1 1,1 0-1,-1-1 1,1 1-1,0 0 1,0-1-1,-1 1 1,1 0-1,0 0 1,0 0-1,0 0 0,0 0 1,0 0-1,0 0 1,1 0-1,1-1 1,-1 1 25,1 0 0,-1 1 1,1-1-1,-1 1 0,1-1 0,0 1 0,-1 0 1,1 0-1,-1 0 0,1 0 0,-1 1 1,4 0-1,1 1 95,1 0-1,0 0 1,0 1 0,-1 0 0,0 1-1,1 0 1,10 8 0,1 4 269,-2 1 1,18 20-1,-25-24-192,0-1 1,1 0-1,1-1 0,0 0 0,1-1 1,0-1-1,26 15 0,-35-22-161,1 0 1,0 0-1,0-1 0,0 1 0,0-1 0,0-1 0,0 1 1,0-1-1,9 0 0,-11 0-47,-1-1-1,1 1 1,0-1-1,0 0 1,0 0 0,-1 0-1,1 0 1,0-1 0,-1 1-1,1-1 1,-1 1 0,1-1-1,-1 0 1,0 0-1,0 0 1,0 0 0,0-1-1,2-3 1,6-10-385,-2 0 1,0-1-1,-1 0 0,0 0 1,4-19-1,-5 10-2136,5-33 0,-8-6-4994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5.3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9588,'0'0'8161,"-5"0"-5022,17 1-1980,70 5-190,13 11-638,62 8 240,-54-18-5950,-119-7 1556,-7 0-2281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5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1201,'0'0'14854,"2"0"-13981,6 1-546,0 1 1,0-1-1,-1 1 1,1 0-1,0 1 1,-1 0-1,8 4 1,19 7 480,-10-7-474,-1-1-1,1 0 1,42 2 0,74-4-584,-140-4 248,5 0-222,0 0-69,-1 0 0,1 0 0,0 1 1,-1-1-1,7 3 0,-10-3 6,1 1-1,-1-1 1,0 1-1,0-1 0,0 1 1,0 0-1,0-1 1,0 1-1,0 0 1,0 0-1,0 0 1,0 0-1,0 0 1,0 0-1,0 1 0,4 13-6389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6.4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61 5491,'0'0'9500,"8"-9"-8716,26-29-85,-21 26-132,-6 11 221,-2 2 1470,-5 0-2106,3 5-81,-1 1 1,0 0-1,-1 0 1,1 0-1,-1 0 1,-1 0-1,1 10 1,0 4-4,18 751 1935,-20-548-1509,1-222-488,2 22 86,-2-24-94,1 1 0,-1-1 0,0 1 0,0-1 0,1 1 1,-1-1-1,1 1 0,-1-1 0,0 0 0,1 1 0,-1-1 0,1 1 0,-1-1 0,1 0 0,-1 0 1,1 1-1,-1-1 0,1 0 0,-1 0 0,1 1 0,0-1 0,-1 0 0,1 0 0,-1 0 0,1 0 0,0 0 1,-1 0-1,2 0 0,-2 0-2,0 0 1,1 0 0,-1 0 0,0 0-1,1 0 1,-1 0 0,0 0 0,0 0-1,1-1 1,-1 1 0,0 0-1,1 0 1,-1 0 0,0 0 0,0 0-1,1-1 1,-1 1 0,0 0-1,0 0 1,0 0 0,1-1 0,-1 1-1,0 0 1,0 0 0,0 0 0,1-1-1,-1 1 1,0 0 0,0-1-1,0 1 1,0 0 0,0 0 0,0-1-1,0 0 1,4-9-310,-2-1 0,1 0 1,-2 0-1,2-22 0,-4-54-2414,0 38-49,1-12-2128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6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11221,'0'0'7846,"33"0"-7678,220 0 852,-152-1-293,114 3 218,-212-2-1075,24 3 489,-26-3-434,0 0-1,-1 0 1,1 0 0,0 0-1,-1 0 1,1 0-1,0 1 1,0-1-1,-1 0 1,1 0 0,0 1-1,-1-1 1,1 1-1,-1-1 1,1 0 0,0 1-1,-1-1 1,1 1-1,-1-1 1,1 1-1,-1 0 1,1-1 0,-1 1-1,0 0 1,1-1-1,-1 1 1,0 0 0,1 0-1,-2 0-102,0 0 0,0 0-1,0-1 1,0 1 0,0 0 0,0-1 0,-1 1-1,1 0 1,0-1 0,0 0 0,0 1 0,-1-1-1,1 0 1,0 1 0,-3-1 0,0 1-404,-18 6-2015,0 1 1,0 0-1,-20 13 0,-3 4-2848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7.2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1601,'0'0'15207,"3"7"-13764,-2-4-1364,0-1-1,0 1 1,1-1-1,0 0 1,-1 1-1,1-1 1,0 0-1,0 0 1,0 0-1,0-1 1,0 1-1,0 0 1,1-1-1,-1 1 1,1-1-1,-1 0 1,1 0-1,-1 0 1,1 0-1,0-1 1,-1 1-1,4 0 1,10 1 205,0-1 1,1 0-1,15-2 1,2 0 149,370 1 1065,-402 0-1631,-1 0 0,0 0 0,0-1 0,1 1 0,-1 0 1,0 1-1,1-1 0,-1 0 0,0 0 0,0 0 0,1 1 0,-1-1 0,0 1 0,0-1 0,0 1 1,1-1-1,-1 1 0,0 0 0,0-1 0,0 1 0,0 0 0,0 0 0,0 0 0,-1 0 0,1 0 1,0 0-1,0 0 0,-1 0 0,1 0 0,0 0 0,-1 1 0,1-1 0,-1 0 0,0 0 0,1 1 1,-1-1-1,0 0 0,0 0 0,0 1 0,0 2 0,1 14-4254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7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 84 6787,'0'0'10373,"8"-19"-9170,6 7-1198,-10 7 15,0 1 0,1-1 1,0 1-1,0 0 0,0 1 1,1-1-1,-1 1 1,1 0-1,-1 0 0,1 1 1,0-1-1,9-1 1,-3 2 126,0 0 1,0 1 0,0 1-1,-1 0 1,14 1 0,-21 0-97,0-1 0,-1 1 0,1 0 1,-1 0-1,1 0 0,-1 1 0,1-1 0,-1 1 0,0 0 1,1 0-1,-1 0 0,0 0 0,0 0 0,0 1 0,-1-1 1,1 1-1,-1 0 0,1 0 0,-1 0 0,2 4 0,0 1 75,0 1 0,-1 0-1,0 0 1,-1 0 0,0 0-1,0 0 1,0 15 0,-1 1 175,-4 42 1,1-51-240,-1 1 1,-1-1-1,-1 1 0,0-1 0,-1-1 0,0 1 1,-2-1-1,1 0 0,-15 18 0,5-8-80,-2-1 0,0-1 0,-2-1-1,-30 25 1,46-42-55,-1 0-1,0 0 1,-1-1 0,1 0-1,-1 0 1,1 0 0,-1-1-1,0 0 1,-1 0-1,1 0 1,-13 1 0,20-4 37,-1 0 0,0 0 0,1 0-1,-1 0 1,0 0 0,0 0 0,1 0 0,-1 0 0,0 0 0,1 0 0,-1-1 0,0 1 0,1 0 0,-1-1 0,0 1 0,1 0 0,-1-1 0,1 1 0,-1-1 0,1 1 0,-1-1 0,1 1 0,-1-1-1,1 1 1,-1-1 0,1 1 0,0-1 0,-1 0 0,1 1 0,0-1 0,-1 0 0,1 1 0,0-1 0,0 0 0,0 1 0,0-1 0,-1 0 0,1 0 0,1-32-858,0 25 616,-1 5 251,0 1 0,1-1-1,-1 0 1,1 1-1,-1-1 1,1 1-1,0-1 1,0 1 0,0 0-1,0-1 1,1 1-1,-1 0 1,1 0-1,-1 0 1,1 0-1,0 0 1,0 0 0,-1 0-1,1 0 1,1 1-1,-1-1 1,0 1-1,0 0 1,0-1-1,1 1 1,-1 0 0,1 0-1,-1 1 1,4-2-1,7 0 176,-1 0-1,1 1 0,0 0 1,21 1-1,-33 0-133,4 1 97,0-1 0,0 0 0,0 1-1,-1 0 1,1 0 0,0 1 0,0-1-1,-1 1 1,1 0 0,-1 0-1,0 0 1,1 1 0,-1 0 0,6 5-1,-5-3 0,-1-1 0,0 2 0,0-1-1,0 0 1,0 1 0,-1 0 0,0-1-1,0 1 1,3 12 0,0 6 198,-2-1 1,0 1-1,-2 0 1,0 46-1,-2-49-223,-1 0 1,0-1-1,-6 26 1,5-37-76,-1 0 0,0 0 0,-1 0 0,1-1 0,-2 1 0,1-1 1,-1 0-1,0 0 0,-10 10 0,9-10-34,-1 0 0,0 0 0,0-1 0,-1-1 0,0 1 0,0-1 0,-1 0 0,0-1 0,0 0 0,0 0 0,-1-1 0,1-1 0,-1 1 0,0-1 0,0-1 0,-12 2 0,6-3-200,1 0 1,-1-1-1,-17-2 1,29 2 67,-1-1 0,0 0 0,0-1 0,1 1 1,-1-1-1,1 0 0,-1 0 0,1 0 0,0 0 0,-1-1 0,1 0 0,1 0 1,-8-6-1,4 1-565,1-1 0,0 0 0,0 0 0,1 0 0,1-1 1,-1 1-1,1-1 0,1 0 0,-4-15 0,-5-40-6738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8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 21514,'0'0'2401,"-45"50"-8468,49-82-2449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29.1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9444,'1'1'14644,"13"1"-14574,431 1-196,-445-3 206,0-1-282,0 1-1,0-1 0,0 0 0,0 1 0,0-1 1,0 0-1,0 1 0,0-1 0,0 0 0,0 1 1,-1-1-1,1 1 0,0-1 0,-1 1 0,1-1 1,0 0-1,-1 1 0,1-1 0,0 1 0,-1-1 1,1 1-1,-1 0 0,1-1 0,-1 1 0,1-1 1,-1 1-1,0 0 0,1-1 0,-1 1 0,1 0 0,-2-1 1,-23 1-2278,12 1 258,-21-1-4056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29.7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1 944,'2'7'18460,"4"-2"-16468,54 5-1289,78 24 0,-116-29-653,1-2-1,0 0 1,0-1-1,0-2 0,29-2 1,4 1 27,-55 1-101,-1 15-1406,-2 19-4490,-7-21-2166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2.1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8180,'0'0'11875,"13"3"-11235,215 34 995,-7-32-1279,-143-6-1982,-90-12-6631,-7 4 368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12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8500,'0'0'8068,"195"0"-7316,-129 3-96,-3 7 129,-4-7-241,-3 3-112,-11-6-256,-3 0-176,-7 0 0,-3-6-1328,-12-7-1730,-9 10-2512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48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402 70 3762,'0'0'9223,"8"-11"-8375,22-35-128,-23 34 509,-7 12-1181,1 0 0,-1 0-1,0 0 1,0 0-1,0 0 1,0 0 0,0 0-1,0 0 1,0 0-1,0 0 1,1 0 0,-1 0-1,0 0 1,0 0 0,0 0-1,0 0 1,0 0-1,0 0 1,0 0 0,1 0-1,-1 0 1,0 0-1,0 0 1,0 0 0,0 0-1,0 0 1,0 0 0,0 1-1,0-1 1,1 0-1,-1 0 1,0 0 0,0 0-1,0 0 1,0 0-1,0 0 1,0 0 0,0 0-1,0 0 1,0 1-1,0-1 1,0 0 0,0 0-1,0 0 1,0 0 0,0 0-1,0 0 1,0 0-1,0 1 1,0-1 0,0 0-1,0 0 1,0 0-1,0 0 1,0 0 0,0 0-1,0 0 1,0 1-1,0-1 1,0 0 0,0 0-1,0 0 1,-2 20 25,0 0-1,-2-1 1,0 1 0,-1-1-1,-1 0 1,-14 31 0,2-2 37,-334 947 976,343-970-882,3-11-58,1 0-1,1 0 1,0 0 0,1 1 0,0-1-1,0 20 1,3-34-151,0 0 0,0 0-1,0 0 1,0 0 0,0 0 0,0 1-1,0-1 1,0 0 0,0 0 0,0 0-1,0 0 1,0 0 0,0 1 0,0-1-1,0 0 1,0 0 0,0 0 0,0 0-1,0 0 1,0 1 0,0-1 0,0 0-1,0 0 1,0 0 0,0 0 0,0 0-1,0 0 1,1 0 0,-1 1-1,0-1 1,0 0 0,0 0 0,0 0-1,0 0 1,0 0 0,0 0 0,1 0-1,-1 0 1,0 0 0,0 0 0,0 0-1,0 0 1,0 0 0,0 0 0,1 0-1,-1 0 1,0 0 0,0 0 0,0 0-1,1 0 1,5-4-299,-6 4 263,12-12-882,-1 0-1,0 0 1,-1-1 0,-1 0 0,0 0 0,-1-1 0,0-1 0,7-19 0,11-37-4952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48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7892,'0'0'5744,"6"-2"-5320,-5 2-382,0-1-1,0 1 1,1 0 0,-1-1 0,0 1 0,0 0 0,1 0-1,-1 0 1,0 0 0,1 0 0,-1 0 0,0 1-1,0-1 1,1 0 0,-1 1 0,0-1 0,0 1 0,0-1-1,0 1 1,1-1 0,-1 1 0,0 0 0,0 0 0,0-1-1,0 1 1,0 0 0,0 1 0,4 5 189,-1-1 1,0 1 0,-1 0-1,5 11 1,21 62 958,-4 2 0,21 114 1,-38-159-990,108 596 2641,-92-492-2304,-23-134-514,4 24 52,1-2-1,16 49 1,-21-76-100,-5-5-1187,-27-22-1667,-2 2 0,-1 2 0,-46-23 0,21 12-3653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49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13782,'0'0'2417,"192"0"-992,-80 0-128,3 0-849,-4 0-352,-10 0-96,-24 0-128,-28 0-464,-25 0-657,-20 0-288,-36 0-10740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0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29 5827,'0'0'6376,"0"-5"-5602,0-13-27,0 13 499,0 9-654,0 50 36,14 398 2137,36 79 1117,-49-519-3814,1 16 118,2-1 0,0 0 0,2-1 0,10 31 0,-15-55-188,-1 0-1,1-1-1,0 1 0,-1 0 0,1 0 0,0 0 1,0-1-1,0 1 0,0-1 0,0 1 0,0 0 0,0-1 1,1 0-1,-1 1 0,3 1 0,-4-9-223,0 4 190,0-17-400,0 0-1,-2 0 1,0 0-1,-6-24 0,-42-127-1941,-34-135-2752,75 262 5373,2-1-1,3-1 0,1 1 0,5-82 0,-1 120-236,1-1 1,-1 1-1,1 0 0,1 0 0,-1 0 0,1 0 0,0 1 1,0-1-1,1 1 0,0-1 0,0 1 0,0 1 0,0-1 1,1 0-1,0 1 0,10-7 0,-1 1 11,0 0 0,1 1 0,1 1 0,0 1 0,18-7 0,-13 8 7,-1 2-1,1 0 0,0 1 0,0 1 0,39 2 1,-54 0 14,-1 1-1,1-1 1,-1 1 0,1 0 0,-1 1 0,0-1 0,0 1 0,1 0 0,-1 0-1,0 1 1,-1 0 0,1-1 0,0 2 0,-1-1 0,0 0 0,1 1 0,-2 0-1,1 0 1,0 0 0,-1 0 0,1 1 0,-1 0 0,-1-1 0,1 1 0,3 10-1,1 2 290,-1 0 0,-1 0 0,-1 1-1,-1-1 1,0 1 0,0 35 0,-3-27 20,-2 1 1,0-1 0,-2 0 0,-1-1 0,-1 1-1,-1-1 1,-1 0 0,-1-1 0,-1 0 0,-24 41 0,-69 93 803,31-53-726,67-98-308,2 0-520,14-15-672,-1 0 929,1 1 0,0 0 1,1 1-1,-1 0 0,1 1 0,0 0 0,1 1 0,-1 0 0,1 1 0,0 1 0,13-2 0,-16 3 153,0 0-1,0 1 1,0 0-1,0 0 1,1 1-1,-1 1 1,0 0-1,0 0 1,-1 1-1,1 0 1,0 1-1,-1 0 1,0 0-1,17 11 1,-18-9 11,-1 0 1,0 1 0,0 0 0,-1 0 0,0 1 0,0-1 0,0 1 0,-1 0 0,0 1 0,-1-1 0,5 13 0,-5-8 75,-1 1 1,0-1-1,0 1 1,-1 0-1,-1 0 1,0-1-1,-2 20 1,0-26-50,0 1 0,0 0 0,-1-1 0,0 0 0,0 1 0,-1-1 0,0 0 0,0 0 0,0 0 0,-7 9 0,2-6 7,0 0 0,0 0 0,-1-1 0,0 0 1,-19 13-1,6-7-7,-1-1 0,0-2 0,-1 0 1,0-2-1,-42 13 0,38-16-77,-1-1 0,0-1 0,-1-2 0,1-1 0,-1-1 0,1-1 0,-39-7 0,53 5-170,1-1 0,-1-1 0,1-1 0,0 0 0,0 0 0,1-2 0,0 0 0,-15-9 0,20 10-197,0 0 1,0 0-1,0-1 0,1 0 1,0 0-1,0-1 1,1 0-1,0 0 0,0 0 1,1-1-1,0 0 1,-6-17-1,6 9-1971,-4-31 1,9 48 2357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49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3778,'0'0'11653,"244"-22"-10084,-143 22-865,4 6-448,-8 7-128,-13-4-128,-18-2-64,-24-4-304,-14-3-2945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0.7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13190,'0'0'2545,"251"31"-1024,-105-15-625,11-3-800,-3-1-96,-29-9-2369,-44 4-6867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3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19 2801,'0'0'13446,"-7"3"-8067,221-12-4869,4-1-476,-125 9-32,58 0 7,-119 2-7,0 2-1,50 11 1,-71-11 18,0 1 1,17 7-1,-22-8 39,1 0 104,-6-2-150,-57-1-12317,21 0 2782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3.6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3153,'0'0'7876,"10"-9"-4674,-8 9-3139,0 0 0,-1 1 0,1-1 0,0 1 0,-1-1 0,1 1 0,-1 0 0,1-1 0,0 1 0,-1 0 0,0 0 0,1 0 1,-1 0-1,1 0 0,-1 1 0,0-1 0,0 0 0,0 0 0,0 1 0,0-1 0,0 1 0,1 1 0,17 42 450,-14-31-251,12 37 257,-2 1 0,-2 1 0,-2 0 0,3 59 0,0 218 611,-11-182-1110,3-78-2637,-6-61-1409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6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234 231 2673,'0'0'3602,"18"-28"-2660,57-87 87,-22 28 7703,-55 115-8267,-2-13-328,-1 0 0,-1 0 1,-1-1-1,-8 16 0,-13 25 65,-247 629 2266,267-663-2318,1 0 1,1 0-1,1 1 1,1 0 0,0 0-1,1 35 1,3-56-210,1-1-256,0 0 178,-1 0 0,1 0 1,0-1-1,0 1 1,0 0-1,0 0 0,0-1 1,-1 1-1,1-1 1,0 1-1,0 0 0,-1-1 1,1 0-1,0 1 1,0-1-1,-1 1 1,1-1-1,-1 0 0,1 1 1,-1-1-1,1 0 1,-1 0-1,1-1 0,10-17-1715,-1 0 0,13-40 0,-23 57 1702,25-68-5461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6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7860,'0'0'6827,"13"2"-6096,41 10-8,-50-11-635,-1 1 0,1 0 0,-1 0 0,0 0 0,1 0 0,-1 1 0,0-1 0,0 1 0,-1 0 0,1 0 0,-1 0 0,1 0 0,-1 0 0,0 1 0,0-1 0,0 1 0,1 4 0,6 8 161,6 11 165,-2 1 1,0 0 0,-2 1 0,14 51 0,15 126 837,-35-180-1073,41 286 1666,24 133 40,-67-430-1865,1-1 0,0-1 1,1 1-1,7 14 0,-11-27-123,-1-1 86,0 0 1,0 0-1,-1 0 0,1 0 0,0 0 0,0 0 0,0-1 1,0 1-1,0 0 0,0 0 0,0 0 0,-1 0 0,1 0 1,0 0-1,0 0 0,0 0 0,0 0 0,0 0 0,0 0 1,-1 0-1,1 0 0,0 0 0,0 0 0,0 0 0,0 1 1,0-1-1,0 0 0,0 0 0,-1 0 0,1 0 0,0 0 1,0 0-1,0 0 0,0 0 0,0 0 0,0 0 0,0 0 1,0 1-1,0-1 0,0 0 0,-1 0 0,1 0 0,0 0 1,0 0-1,0 0 0,0 0 0,0 1 0,0-1 1,0 0-1,0 0 0,0 0 0,0 0 0,0 0 0,0 0 1,0 1-1,0-1 0,0 0 0,0 0 0,0 0 0,0 0 1,0 0-1,1 0 0,-1 0 0,0 1 0,0-1 0,-13-1-636,0 0 0,0-1-1,0-1 1,-23-7 0,-57-25-2634,48 17 924,-35-14-2132,0-4-1660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6.7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0 107 13142,'0'0'5811,"217"-3"-4659,-109 0-640,3-7-512,-6-2-16,-21-4-432,-15-3-2001,-27-3-1601,-17 0-5698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0:57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126 121 1105,'0'0'11437,"0"-9"-10493,1-25-226,3 19 823,3 13-309,-6 3-1202,0-1-1,-1 1 1,1-1 0,0 1-1,0-1 1,0 1 0,-1 0 0,1-1-1,-1 1 1,1 0 0,0 0-1,-1-1 1,1 1 0,-1 0 0,1 0-1,-1 0 1,0 0 0,1 2-1,5 34 282,-1 1 0,-1 64 0,-4-79-171,3 526 3835,-3-398-2886,0-138-1021,0-10-34,-1 1 0,1-1 0,1 1 0,-1-1 0,0 0 1,1 1-1,2 5 0,0-2 6,-3-7-41,0 0 1,0 0-1,0 0 0,0 0 0,0 0 1,0 0-1,1 0 0,-1 0 1,0 0-1,0 0 0,0 0 1,0 0-1,0 0 0,0 0 0,0 0 1,0 0-1,0 0 0,0 0 1,0 0-1,1 0 0,-1 0 0,0 0 1,0 0-1,0 0 0,0 0 1,0 0-1,0 0 0,0 0 0,0 0 1,0 0-1,0 0 0,0 0 1,0 0-1,1 0 0,-1 0 0,0 0 1,0 0-1,0-1 0,0 1 1,0 0-1,0 0 0,0 0 1,0 0-1,0 0 0,0 0 0,0 0 1,0 0-1,0 0 0,0 0 1,0 0-1,0 0 0,0-1 0,0 1 1,0 0-1,0 0 0,0 0 1,0 0-1,0 0 0,0 0 0,0 0 1,0 0-1,0 0 0,0-1 1,2-19-386,-1-1 1,-1 1 0,-1-1-1,-1 1 1,-1-1-1,-7-30 1,-4-29-751,2-39-1257,7-225 0,7 331 2456,1 0 0,0 0 1,1 1-1,0-1 0,1 1 1,0 0-1,1 0 0,1 0 1,12-17-1,16-32-5,-31 54-56,1-1 0,-1 1 1,2 0-1,-1 0 0,1 1 1,0-1-1,0 1 0,1 1 1,0-1-1,0 1 0,0 0 1,0 1-1,1 0 0,0 0 1,0 0-1,0 1 0,0 0 1,1 1-1,-1 0 0,1 0 1,0 1-1,-1 0 0,11 0 1,-11 1 62,1 0 1,-1 1 0,1-1-1,-1 2 1,12 2 0,-17-3-29,1 1 1,0 0 0,-1-1-1,0 1 1,1 0-1,-1 1 1,0-1-1,0 1 1,0-1 0,0 1-1,-1 0 1,1 0-1,-1 0 1,3 4-1,0 2 102,0 1-1,0-1 1,-1 1-1,-1 0 1,1 0-1,-2 1 0,1-1 1,0 12-1,1 13 572,-3 40-1,-1-64-548,-1 5 18,0 0 0,-1 0-1,-1 0 1,-1 0 0,0-1 0,-1 1 0,0-1 0,-2 0-1,0 0 1,-16 25 0,4-12-11,-1-1-1,-2-1 0,0-1 0,-33 28 1,48-47-477,19-8-2245,8-1 2305,-1 1-1,34 0 1,-45 2 263,1 1 0,0 0 1,-1 0-1,1 1 0,-1 0 0,1 0 1,-1 1-1,0 0 0,8 5 0,-7-3 60,0 1 0,-1 0-1,0 1 1,0 0 0,-1 0-1,0 1 1,0 0-1,-1 0 1,0 0 0,0 1-1,-1 0 1,0 0-1,7 18 1,-6-8 147,0 1 0,-2-1 0,0 1 0,-1 0 0,-1 0 0,0 26 0,-2-41-181,0 0 1,0 0-1,-1 0 1,0 0-1,0 0 1,0 0-1,0-1 1,-1 1 0,1 0-1,-1-1 1,-1 1-1,1-1 1,0 0-1,-1 0 1,-5 6-1,3-4 1,-1-1-1,0 0 0,-1-1 0,1 1 1,-1-1-1,0-1 0,0 1 0,0-1 1,-11 3-1,-1 0 16,1-1 1,-1-1 0,-36 2-1,-60-3-243,93-3 78,3-1-301,0 0-1,0-1 0,0-1 0,-32-9 0,-69-35-5973,46 16-2361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4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4930,'0'0'9978,"18"0"-9303,1 0-490,115-3 1017,-56-7-299,49-3 331,107-2-361,-77 5-702,76-2-27,447 12 403,-525 13-529,-98-14-20,-26-1 12,0 2-1,1 1 0,56 10 0,-71-8-11,1 0 0,21 0-1,5 0 18,-44-3 6,1 1 0,0-1 1,0 0-1,-1 1 0,1-1 1,0 1-1,-1-1 0,1 0 1,0 1-1,-1 0 0,1-1 0,-1 1 1,1-1-1,-1 1 0,1 0 1,-1-1-1,1 1 0,-1 0 0,1-1 1,-1 1-1,1 1 0,-2 1-2362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7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1 182 11205,'0'0'7011,"31"160"-5618,-17-116-545,4-9-223,-1-13 159,4-13-400,3-6 0,22-3-31,10-25-113,17-35-160,21-21-80,7-10-1393,4 9-1184,-11 13-1425,-24 22-3842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26.7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97 5907,'0'0'7427,"7"-15"-6653,18-48-46,-16 45 753,-13 35-509,4-15-1213,-5 14 302,-1 0 0,0-1 0,-12 21 0,-8 18-38,-78 242 484,20 7 87,37-125-351,35-134-126,-9 59 0,17-41-2597,5-96 611,2 0 0,1 0 0,15-61 0,-1 15-2378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27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7363,'0'0'5856,"19"5"-5186,4 1-356,31 14-1,-51-18-254,0-1-1,0 1 1,0 0 0,0 0-1,-1 0 1,1 0-1,-1 0 1,0 1 0,1-1-1,-1 1 1,0-1 0,0 1-1,-1 0 1,1 0 0,-1 0-1,1 0 1,-1 0-1,0 0 1,1 6 0,2 3 166,34 107 1902,37 216-1,-59-249-1713,23 98 416,40 251 407,-75-374-1623,-4-61 316,-1 1 0,0-1 0,0 1 0,0-1 0,0 1-1,0-1 1,0 0 0,0 0 0,0 1 0,0-1 0,0 0 0,0 0 0,0 0 0,0 0-1,0 0 1,0 0 0,-2-1 0,0 1-151,0 0 143,-12 0-1004,0 0 1,-24-5 0,33 4 692,1 0 1,-1-1-1,0 0 1,1 0-1,0-1 0,-1 0 1,1 0-1,0 0 1,0 0-1,-4-5 1,-29-26-2986,-4-3-56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27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1 104 5507,'0'0'11141,"251"-34"-9973,-157 27-576,-3 1-239,-7-3-337,-15 2-16,-13-5-657,-21-1-1936,-21-2-2321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28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196 123 544,'0'0'9074,"-3"-5"-7799,-9-13-275,9 13 1217,0 7-1728,2 0-436,0 0 0,0 1 1,1-1-1,-1 0 0,1 1 1,-1-1-1,1 1 1,0-1-1,0 5 0,0 8 126,-10 362 2817,11-271-2222,6 156 802,-1-198-1168,2-1 1,20 71-1,-26-124-358,9 29 46,-10-37-92,0 1 0,0-1 0,0 0 0,1 0 0,-1 0 0,0 0 0,1 1 0,-1-2 0,1 1 0,0 0 0,-1 0-1,4 2 1,-4-4-1,1 1 12,-1-10-75,-1-8-134,0 0 1,-2 0-1,0 0 1,-1 0 0,0 0-1,-1 1 1,-11-27-1,-13-22-1409,-30-106 0,47 130 1132,3 0 1,1 0-1,2-1 0,1-42 1,4-259 115,1 336 330,0 0 1,0 0-1,0-1 1,1 1-1,1 0 1,-1 1-1,1-1 1,0 0-1,0 1 1,1-1-1,0 1 1,0 0-1,9-9 1,-2 3 120,1 0-1,0 0 1,1 1 0,0 1 0,15-10 0,-17 14-57,1 0-1,-1 1 1,1 0 0,0 0 0,0 2 0,21-5 0,-6 4 115,0 2 0,31 0-1,-53 2-114,0 0-1,0 1 1,0 0-1,0 0 0,0 0 1,0 1-1,0-1 1,0 1-1,0 0 0,-1 1 1,1-1-1,5 5 1,-3-1 44,1 0 1,-2 0 0,1 1 0,-1-1-1,0 2 1,7 11 0,-3-4 120,-2 1 0,0 0 1,-1 0-1,0 1 1,-2 0-1,7 32 0,-7-20 56,-1-1-1,-2 1 1,0 0-1,-3 0 1,0 0 0,-2 0-1,0-1 1,-2 1-1,-2-1 1,0 0-1,-2-1 1,-1 1-1,-15 28 1,13-34-152,0 0 0,-1-1 0,-1-1-1,-2 0 1,1-1 0,-26 23 0,39-40-110,0 0 0,0-1 0,0 1 0,0-1 0,0 1 0,-1-1 0,1 0 0,0 0 0,-1 1 0,1-2 0,-1 1 0,1 0 0,-1-1 0,0 1 0,-4 0 0,6-2-33,0 1-1,0 0 1,0-1 0,0 1 0,0-1 0,1 1-1,-1-1 1,0 0 0,0 1 0,1-1 0,-1 0-1,0 1 1,1-1 0,-1 0 0,1 0-1,-1 0 1,1 0 0,-1 1 0,1-1 0,0 0-1,-1 0 1,1 0 0,0 0 0,0 0-1,-1 0 1,1 0 0,0 0 0,0 0 0,0 0-1,1-1 1,-2-39-1061,1 31 709,0-12-317,-1 11 452,1-1 1,0 0-1,3-17 1,-2 26 248,-1 1 0,1-1 1,-1 1-1,1 0 0,0-1 0,0 1 1,0 0-1,0-1 0,1 1 0,-1 0 0,0 0 1,1 0-1,0 0 0,-1 0 0,1 1 1,0-1-1,0 0 0,0 1 0,0 0 1,0-1-1,4-1 0,1 1 11,0 1 0,-1-1-1,1 1 1,-1 1 0,1-1 0,0 1 0,7 1-1,2-1 16,-6 1 17,0 0-1,0 1 1,-1 0 0,1 1-1,-1 0 1,1 0-1,-1 1 1,0 0-1,0 0 1,-1 1-1,1 0 1,-1 1-1,11 9 1,-7-4 53,0 0-1,0 1 1,-1 1-1,0-1 1,-1 2-1,-1-1 1,12 23-1,-16-22 1,-1-1 0,0 1-1,-1 0 1,-1 0-1,0 0 1,-1 0 0,0 0-1,-1 1 1,-1-1 0,-2 15-1,2-19-29,-2-1-1,1 1 0,-1 0 1,-1-1-1,0 1 0,0-1 1,-1 0-1,0-1 1,0 1-1,-1-1 0,0 0 1,-1 0-1,0-1 0,0 0 1,-16 12-1,9-8-19,0 0 1,-1-2-1,0 0 0,-1 0 0,0-2 1,0 0-1,-1 0 0,-24 5 1,18-8-135,0 0-1,0-2 1,0 0 0,-1-2 0,1 0 0,0-2 0,-1 0-1,1-2 1,0 0 0,1-2 0,-1-1 0,1 0 0,1-2 0,-1 0-1,1-1 1,1-2 0,-26-18 0,40 25-168,0 0 1,0 0-1,1-1 1,0 0-1,0 0 1,1 0-1,-1-1 1,1 1-1,1-1 1,-1 0-1,1 0 1,1 0-1,-1-1 1,1 1-1,0-1 1,1 1-1,0-1 1,0-11-1,-1-37-2987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28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14054,'0'0'3730,"223"66"-2113,-87-53-977,3-13-640,-6 0 0,-21 0-4674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3.3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448 151 7411,'0'0'5406,"6"-21"-5182,16-67-51,-21 83-137,1 0-1,0 0 1,0 1-1,0-1 1,3-5-1,-5 10 133,1-1 0,-1 1 0,1-1 0,-1 1-1,1-1 1,-1 1 0,1-1 0,-1 1 0,1-1 0,-1 1 0,1 0-1,0-1 1,-1 1 0,1 0 0,0-1 0,-1 1 0,1 0 0,0 0-1,-1 0 1,1 0 0,0 0 0,0 0 0,-3 15 387,-1-6-513,0 0 0,-1 0 1,0 0-1,-10 15 0,1-2-13,-160 344 64,29 14 100,39-97 180,90-247-311,8-18 99,-10 31 0,25-95-1217,40-92-3493,-29 62-920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3.7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7171,'0'0'8764,"0"0"-8736,1 0 0,-1 0-1,1 0 1,-1-1-1,1 1 1,-1 0 0,1 0-1,-1 0 1,1 0 0,-1 0-1,1 0 1,-1 0-1,1 0 1,-1 1 0,1-1-1,-1 0 1,1 0 0,-1 0-1,1 0 1,-1 1-1,1-1 1,-1 0 0,0 0-1,1 1 1,-1-1 0,1 0-1,-1 1 1,0-1-1,1 0 1,-1 1 0,8 13 166,0 0 0,-2 0 0,0 1 0,4 15 0,1 1 58,83 282 1685,-25 6-583,14 58-654,-80-364-694,-2-10-8,-1 1 0,1 0-1,0 0 1,1 0 0,-1-1-1,1 1 1,-1-1 0,1 1-1,0-1 1,0 0 0,5 6-1,-6-8-282,-2-4 22,1 1 1,0-1-1,-1 1 0,1-1 1,-1 1-1,0-1 0,0 1 1,0-1-1,0 1 0,0 0 1,-1-1-1,1 1 0,-4-4 1,-26-23-1614,24 23 1213,-17-14-2732,-42-25 0,14 13-1567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4.1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13190,'0'0'1729,"206"12"-561,-63-12 657,14 0-960,-11-12-641,-20-7-224,-25 3-833,-42 4-2896,-24-1-5892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4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7267,'0'0'6878,"2"1"-5538,13 1-1090,138 10 1684,273-11-874,-224-2-6418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6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203 35 3506,'0'0'9230,"-5"-4"-8434,-24-23 1031,28 27-1746,1 0 1,0-1-1,-1 1 0,1 0 1,-1-1-1,1 1 0,-1 0 1,1 0-1,-1-1 1,1 1-1,-1 0 0,1 0 1,-1 0-1,1 0 0,-1 0 1,1 0-1,-1 0 0,1 0 1,-1 0-1,0 0 0,1 0 1,-1 0-1,1 0 0,-1 0 1,1 0-1,-1 1 0,1-1 1,-1 0-1,1 0 0,-1 1 1,1-1-1,0 0 0,-1 1 1,1-1-1,-1 1 1,-10 16-50,4 2 94,0 2 0,2-1-1,1 1 1,-3 23 0,0 88 449,6-96-399,-3 551 1906,4-372-1379,0-200-635,-1-12-57,1-1-1,0 1 1,0 0 0,0-1 0,0 1 0,0-1-1,1 1 1,-1-1 0,1 1 0,0-1 0,1 4-1,0-4 17,-1-7-368,-1-10 96,1-18-560,-2 0 0,-1 0-1,-10-49 1,-1 28-371,3 0 0,1-1 0,0-96 1,8 51 706,2-112-404,1 189 974,0 1 1,2-1 0,1 1 0,0 1 0,11-29-1,-11 41-44,-1 0-1,1 1 0,1-1 1,-1 1-1,1 0 0,1 1 1,-1 0-1,2 0 0,-1 0 0,0 1 1,1 0-1,0 0 0,1 1 1,-1 0-1,1 0 0,0 1 0,0 0 1,12-3-1,5 0 161,1 1-1,0 0 1,0 2-1,0 2 1,38 0 0,-61 1-165,1 1 0,0 0-1,0 0 1,-1 1 0,1-1 0,0 1 0,-1 0 0,1 0 0,-1 1 0,1-1 0,-1 1 0,1 0 0,-1 0 0,0 1 0,0-1 0,0 1 0,0 0 0,-1 0 0,1 0 0,-1 1 0,0-1 0,5 7 0,-1 0 92,0 0 1,-1 1-1,0 0 0,-1 0 1,0 1-1,0 0 1,-1-1-1,4 24 0,-4-4 285,-1 0-1,0 44 1,-4-52-276,-1 1-1,0-1 1,-2 0 0,-1-1 0,0 1-1,-2-1 1,0 0 0,-2 0 0,0-1-1,-2 0 1,-16 25 0,-48 66 161,64-98-272,-1-1 0,0 0 0,-1 0 0,0-1 0,-22 15-1,32-25-45,0 0 0,0 0 0,-1 0 0,1 0 0,-1 0-1,1-1 1,-1 1 0,0-1 0,0 0 0,0 0 0,1-1-1,-1 1 1,0-1 0,0 0 0,-6 0 0,9 0-13,1 0 0,-1-1 1,0 1-1,0 0 0,0 0 1,0-1-1,0 1 0,0-1 1,0 1-1,1-1 0,-1 1 0,0-1 1,0 1-1,1-1 0,-1 0 1,0 1-1,1-1 0,-1 0 1,1 0-1,-1 0 0,1 1 1,-1-1-1,1 0 0,-1 0 0,1-2 1,-3-25-306,3 19 171,0 3 31,-1-9-170,0 1 0,2-1 0,0 1 1,5-27-1,-5 37 276,0 0 0,1 0 0,-1 0-1,1 0 1,0 0 0,1 0 0,-1 1 0,0-1 0,1 1 0,0-1 0,0 1 0,0 0 0,0 0-1,0 1 1,1-1 0,-1 1 0,1-1 0,0 1 0,0 0 0,7-3 0,0 2 71,0-1 1,0 2-1,1 0 1,-1 0-1,0 1 1,1 0 0,-1 1-1,19 1 1,-22 0 2,1 0 0,-1 1 0,1 0 1,-1 0-1,0 1 0,0 0 0,0 0 0,0 1 1,-1 0-1,1 1 0,11 8 0,-11-5 9,0 0 0,-1 0 0,1 0 0,-1 1 0,-1 1 0,0-1 0,0 1 0,-1 0 0,0 0 0,6 20 0,-6-10 49,0 0 0,-2 0 0,0 1 1,-1 0-1,-2 20 0,1-32-91,-1 0 1,0-1-1,-1 1 1,0-1-1,-1 1 1,1-1-1,-2 1 1,1-1-1,-1 0 1,0 0-1,-1 0 1,0 0-1,0-1 1,-1 1-1,0-1 1,0 0-1,-1-1 1,1 1-1,-1-1 1,-1 0-1,1-1 1,-11 8-1,3-4-37,0-1-1,-1 0 1,0-1 0,-1-1 0,1 0-1,-1-1 1,0-1 0,0 0-1,-1-1 1,1-1 0,-1-1 0,-20 0-1,22-1-175,0-1 0,0-1-1,0 0 1,0-1 0,0-1-1,1 0 1,-1-1 0,1 0-1,0-1 1,1-1-1,-1 0 1,1-1 0,-17-14-1,19 13-238,1-1-1,0 1 1,1-2-1,0 1 1,1-1-1,0 0 0,1-1 1,0 0-1,-6-16 1,9 17-473,0 0 0,1 0 0,0-1 0,1 1 0,1-1 0,-1-20 1,2-17-4351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36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126 1 20057,'0'0'1729,"-125"41"-5139,125-35-1040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05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2417,'1'0'16521,"17"0"-16394,346 3 857,-363-3-832,-1 0-227,0 1 0,0-1-1,0 1 1,0-1 0,0 1 0,0-1-1,0 0 1,0 1 0,0-1-1,0 1 1,0-1 0,0 0 0,0 1-1,0-1 1,0 1 0,-1-1-1,1 0 1,0 1 0,0-1 0,0 0-1,-1 1 1,1 0 0,-12-1-3690,-16 3-2616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06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7075,'0'0'6240,"1"4"-5399,-1-2-707,1 0 1,-1 0 0,1 0-1,0 0 1,0-1-1,0 1 1,0 0 0,0 0-1,1-1 1,-1 1-1,0 0 1,1-1-1,-1 1 1,1-1 0,0 0-1,-1 0 1,1 1-1,0-1 1,0 0 0,0 0-1,0-1 1,0 1-1,0 0 1,0-1 0,0 1-1,0-1 1,0 1-1,3-1 1,28 4 297,1-2-1,58-3 1,-27-1-406,55 2 76,-68 0-4076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06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466 1 960,'0'3'14924,"2"17"-14678,-4-14-199,-1-1 1,1 1-1,-1-1 1,0 1-1,-7 7 0,-6 12 29,-326 595 1456,258-467 247,81-159-5086,3-18 1070,0 14 853,1 0 0,0 0 0,4-14 0,11-14-3735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07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7347,'0'0'6206,"7"0"-5638,66 0 3319,-71 2-3890,0 1 0,-1-1 0,1 1 0,0 0 0,-1-1 0,0 1 0,2 5 0,-3-3-18,0 0 90,0 0 0,1 0 0,0 0 0,0 0 0,0-1 0,0 1 0,1 0 0,0 0 0,0-1 0,4 8 0,5 10 186,18 63 468,23 119 1,1 90 280,-34-177-531,6-13-233,-25-119-868,-5-17 143,0 20 99,-2-1 1,1 1-1,-1 0 0,-1 1 0,-15-18 0,-25-24-4082,34 37 2271,-13-12-4713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08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7940,'0'0'10004,"220"12"-9636,-168-12-352,-7 3 96,-10-3-112,-14 4-160,-10-4-1216,-4 6-1490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0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20 2497,'0'0'6587,"-4"-1"-5432,-13-2 9231,260-4-9910,9-1-415,-224 8-542,-18 0-878,-22 0 3,-42 0-3505,23 0-304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0.7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4994,'0'0'7062,"20"19"-4213,-15-9-2627,-1 0 0,0 1 0,-1-1 0,0 1-1,0 0 1,-1-1 0,-1 1 0,1 18-1,0-5-48,8 314 2087,-10-249-2327,-12-90-5207,-4-7 261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2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659 152 3778,'0'0'7558,"2"-1"-6408,-1 0-841,0 0 1,0 0-1,0 0 1,0 0-1,0 0 1,0 0 0,0 0-1,-1-1 1,1 1-1,0 0 1,-1 0-1,1 0 1,-1-1-1,0 1 1,1 0-1,-1-1 1,0 1-1,0-1 1,0 1 0,0-2-1,-5-13-865,1 11 576,0 1 0,0-1 1,0 1-1,0 0 0,-1 0 1,0 1-1,0-1 0,0 1 1,-7-4-1,-56-22 304,53 23-264,-3 0-46,1 0 1,-1 2-1,0 0 1,-36-3-1,-75 5 102,73 3 59,47 0-145,0 1 1,1 1-1,-1-1 1,1 1-1,0 1 1,0 0-1,0 0 1,0 0-1,-8 8 1,2-4 8,6-3-17,0 1 1,0 0 0,0 1 0,1 0-1,0 0 1,0 1 0,0 0 0,1 0-1,1 0 1,-1 1 0,1 0 0,1 0-1,0 0 1,0 0 0,1 1 0,0-1-1,-3 17 1,1 11 90,1 2 0,2-1 0,3 51 0,0-25 165,-1-46-201,0 1 0,1 0 0,1 0 0,1 0 0,9 31-1,-3-19 78,2-1 0,2 0-1,1 0 1,33 52 0,-42-76-132,1 1 1,-1-1-1,1-1 0,1 1 1,-1-1-1,1 0 0,0-1 1,0 1-1,1-1 1,-1-1-1,1 0 0,-1 0 1,1 0-1,0-1 1,15 3-1,7-2 3,-1-1-1,0-1 1,32-3-1,-50 2 5,5-2-54,-1-1-1,1-1 1,-1 0-1,0-1 1,-1-1 0,1 0-1,-1-1 1,0 0-1,0-1 1,23-19-1,-24 16-32,-1 0 1,-1-2-1,0 1 0,0-1 1,-1-1-1,-1 0 0,0 0 0,-1-1 1,-1 0-1,0 0 0,-1-1 1,7-27-1,-1-10-275,-2 0 1,5-85 0,-11-23 367,-4 120 122,0 37-151,0 1-1,-1-1 1,1 1 0,-1-1 0,0 1 0,0 0-1,0-1 1,0 1 0,-1 0 0,1 0 0,-1 0-1,0-1 1,0 2 0,0-1 0,0 0-1,0 0 1,-1 1 0,1-1 0,-1 1 0,0 0-1,0 0 1,1 0 0,-2 0 0,-3-2 0,-1 0 33,0 1 0,-1 0 1,1 1-1,-1-1 0,1 1 1,-1 1-1,0 0 0,-15 0 1,-38 1 293,62 0-357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13.4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286 66 4578,'0'0'7147,"3"-4"-6533,-1 1-476,-1 2-91,0-1-1,0 1 1,0 0 0,-1 0 0,1 0 0,0-1 0,-1 1 0,1 0 0,-1-1 0,1 1 0,-1-1 0,1 1 0,-1-3 0,1 20 4569,1-4-4566,-2 0 0,0 0 0,-1 16 0,-24 162 1693,-1 317 0,26-351-198,0-399-5832,-1 226 3979,0 1 0,-5-20 1,-2-24-579,6-111-986,3 91 1698,0 52 223,2 0 1,1 0 0,1 0 0,1 0-1,1 1 1,2 0 0,16-35-1,-22 56 4,0 0 1,0 1-1,1-1 0,0 1 0,0 0 0,1 1 0,-1-1 0,1 1 0,0-1 0,0 2 0,0-1 0,1 0 1,-1 1-1,1 0 0,0 0 0,0 1 0,0 0 0,11-3 0,5 1 0,1 0-1,0 2 1,44 0 0,-65 2-33,0 0 0,0 0 0,0 1 0,0-1 0,0 0 0,0 1 1,0 0-1,0-1 0,0 1 0,0 0 0,-1 0 0,1 0 1,0 0-1,-1 0 0,1 1 0,0-1 0,-1 0 0,1 1 1,0 1-1,1 1 37,0 0 1,-1 0-1,0 0 1,1 1-1,-2-1 1,1 0-1,2 10 1,-1 4 140,0 0 1,-1 0-1,-1 24 0,-1-14-39,1-16-15,-1 0 1,0 0-1,0-1 0,-1 1 0,-1 0 0,0 0 0,0-1 1,-2 1-1,-6 17 0,-8 0 104,-1 0 0,-2-2 0,-33 36 0,45-53-240,-16 14 73,23-21-129,9-8-1185,-1 0 1092,1 1 0,-1 0 0,1 0 0,0 1 0,0 0 0,0 0 0,0 0 1,1 1-1,-1 0 0,10-1 0,-12 3 139,0-1 0,1 1 0,-1 0 0,0 0 0,0 1 0,1 0 0,-1-1-1,0 2 1,0-1 0,0 1 0,0-1 0,0 2 0,0-1 0,-1 0 0,1 1 0,6 5 0,-1 0 102,0 0 0,-1 1-1,0 1 1,-1-1 0,1 1-1,-2 1 1,0 0 0,0 0-1,-1 0 1,0 1 0,-1-1 0,0 2-1,-1-1 1,-1 0 0,0 1-1,0-1 1,-1 1 0,0 20-1,-2-30-64,0-1-1,-1 1 1,1-1-1,0 1 1,-1-1-1,0 0 1,0 1-1,0-1 1,0 0-1,0 1 1,0-1-1,0 0 1,-1 0-1,1 0 1,-4 3-1,0-1 18,1 0 0,-1 0 0,0 0 0,-1-1 0,1 1 0,-7 2 0,-7 1 58,1 0 0,-2-1 0,-23 5 0,-3-5-138,-1-1-1,1-3 1,-52-3 0,26 0-300,50 1 114,1-1 0,0-1 0,-32-7 0,40 6-529,0-1 0,1-1 0,0 0-1,0 0 1,0-1 0,-19-14 0,-8-8-4300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1:48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1 64,'0'0'2132,"-25"0"-476,-13 0-2283,38 0 576,0 1-1,-1-1 0,1 1 0,0 0 0,-1-1 1,1 1-1,0-1 0,0 1 0,-1 0 0,1 0 0,0-1 1,0 1-1,0 0 0,0-1 0,0 1 0,0 0 0,0 0 1,0 0-1,-1 7-1226,-1-8 1035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59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5 4434,'0'0'3327,"5"-4"598,-3 10-1710,1 23-719,-3 48-2419,0-63 1528,0 532 1286,-7-391-1728,0-44-24,6-77-110,-1-1-1,0-17-15</inkml:trace>
  <inkml:trace contextRef="#ctx0" brushRef="#br0" timeOffset="1">14 1040 17358,'-13'72'29,"12"-148"-6061,1 43 1400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59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32 3394,'0'0'5725,"-5"0"-1360,11-1-4236,0 0 0,1 0 1,-1-1-1,0 1 1,7-4-1,19-6 172,-2 7-180,0 1-1,0 1 0,48 3 1,-17 1 88,-19-3-36,-17 0-7,0 1 1,0 1 0,0 0-1,-1 2 1,1 2 0,39 10 0,107 41 516,-21-9-193,-108-31-279,0 3 0,72 42 0,-103-54-120,-1 1-1,0 0 1,0 0 0,0 2 0,-1-1 0,-1 1 0,1 0 0,7 14-1,7 13 323,-14-19-323</inkml:trace>
  <inkml:trace contextRef="#ctx0" brushRef="#br0" timeOffset="1">64 1289 21434,'-1'0'-3,"-4"0"-13,0 0 0,0 0 0,-1-1 0,1 1 0,0-1 0,0 0 0,-9-4 0,2-5-918,17-1-2275,1 4 1859,4-6-4487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0.4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0 4082,'0'0'4831,"-30"2"5620,67 49-10023,-3 1 0,54 112 0,-71-124-394,-2 1 0,-1 0 0,-2 1 0,-2 1 0,5 48 0,-3 339 108,-13-291-169,-1-113 9,-1 1 0,-1-1 1,-1 0-1,-1-1 0,-13 31 0,-4 23 109,10-29-76,-87 294 85,77-273-87,21-68-28,-2 4 58,3-14-183,0-35-606,4-87-3847,8 35-774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1.8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0 1521,'0'0'2990,"-11"1"-2408,-72 1 1251,70 0-1101,13 3 2604,20 9 3531,-6-6-8083,13 14 1451,-1 0 1,-1 2-1,-1 1 0,-2 1 0,0 0 1,-2 2-1,-1 1 0,-1 0 1,20 44-1,62 131 309,-90-179-547,0 0 0,-1 1 0,-2 0 0,-1 0 0,0 0 0,1 31 0,-2 166 47,-5-151-3,-14 233-65,7-242 17,-3 0 0,-33 111 0,30-142-39,-2 1 1,-1-2-1,-1 0 1,-27 34 0,18-26-29,-30 62 1,48-88 72,7-11 2,-1 0 0,1 0 0,0 0 0,0 0-1,0 0 1,0 1 0,-1 4 0,2-7 9,0-2-2128,0-88-5130,0 38 580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2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20 4610,'0'0'6235,"-1"-3"-5453,1 2-732,0 1 0,-1-1 0,1 1 0,0 0 0,0-1 0,0 1 0,-1-1 0,1 1 1,0-1-1,0 1 0,0 0 0,0-1 0,0 1 0,0-1 0,0 1 0,0-1 0,0 1 1,0-1-1,0 1 0,0 0 0,0-1 0,0 1 0,0-1 0,1 1 0,-1-1 0,0 1 0,0 0 1,0-1-1,1 1 0,-1-1 0,1 1 0,18-2 1607,-13 2-1844,15 0 437,8-1-122,-1 2-1,1 1 1,42 8-1,41 12 199,-67-14-28,0 1-1,-1 3 0,65 25 1,87 52 1164,-118-49-590,119 81 1,-166-101-817,-17-10-26,-1 0 0,0 1 0,-1 1 0,19 21-1,37 58 296,-16-19-84,11 3-10,-29-35-136,-1 1 1,42 70-1,-26-17 154,28 49 46,-71-133-280,1-1-1,1 1 0,0-1 0,0-1 1,0 0-1,1 0 0,0 0 0,1-1 0,0-1 1,0 1-1,12 4 0,-15-6 228,-15-6-635,-17-6-851,-41-30-4343,22 18-541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3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3 948 3714,'0'0'6864,"-1"-7"-5477,-1-22-357,3 28-953,-1 1 0,0-1-1,1 1 1,-1-1 0,0 0-1,1 1 1,-1-1 0,1 1 0,-1 0-1,1-1 1,-1 1 0,1-1-1,-1 1 1,1 0 0,-1-1-1,1 1 1,-1 0 0,1-1 0,0 1-1,-1 0 1,1 0 0,0 0-1,-1 0 1,1 0 0,-1 0 0,1 0-1,0 0 1,-1 0 0,1 0-1,0 0 1,-1 0 0,1 0-1,0 0 1,-1 0 0,2 1 0,2 0 451,107-1 1257,133-1-1132,-219-1-604,1 0-1,-1-2 0,35-10 1,74-30 123,38-8 113,-139 44-234,0-1 0,0-2 0,-1-1 0,-1-2 0,0-1 0,-1-1 0,0-2 0,-2-1 0,42-35 0,28-19 113,-75 58-65,0-1 0,-1-1 0,-1 0 0,0-2 0,35-43-1,100-176 201,-153 231-269,0-1 0,0 0 0,-1 0 0,0 0 0,0 0-1,-1 0 1,0 0 0,-1-14 0,1 10 6,0 0 0,0 0 1,4-13-1,-5 25-56,0-1 0,0 1 1,0 0-1,0 0 0,0 0 1,0-1-1,0 1 0,0 0 1,0 0-1,0-1 0,0 1 1,0 0-1,0 0 0,-1-1 1,1 1-1,0 0 0,0 0 1,0-1-1,0 1 0,0 0 1,0 0-1,-1 0 0,1 0 1,0-1-1,0 1 0,0 0 1,-1 0-1,1 0 0,0 0 1,0 0-1,0-1 0,-1 1 1,1 0-1,0 0 0,0 0 1,-1 0-1,1 0 0,0 0 1,0 0-1,-1 0 0,1 0 1,0 0-1,-1 0 0,-15 0-2971,8 1 375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4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58 1617,'0'0'8022,"4"-2"-6771,1-1-1431,7-5 7514,-12 8-7231,-3 0-61,0 0-1,0 0 1,0 0 0,-1 0-1,1 1 1,0-1-1,0 1 1,0 0 0,0 0-1,0 0 1,0 0 0,-3 2-1,4-1-17,0 1 1,0-1-1,0 0 0,0 1 0,0-1 1,0 1-1,0 0 0,1-1 0,0 1 1,-1 0-1,1 0 0,-1 5 0,-5 18 173,2 0-1,1 1 0,1 0 0,1 0 0,2 41 1,0-46 63,0-20-231,1 1-1,0 0 0,-1-1 0,1 1 1,0-1-1,1 1 0,-1-1 0,0 0 1,0 1-1,1-1 0,0 0 0,-1 0 1,1 0-1,0 0 0,0 0 0,0 0 1,0-1-1,0 1 0,1-1 0,-1 1 1,0-1-1,5 2 0,8 4 178,0-1-1,24 7 1,-33-12-144,13 3 42,0-1 0,1 0 0,-1-2 0,25-1 0,-33 0-77,5 0-36,24-2 138,-38 2-120,0-1 1,0 1-1,0-1 0,0 0 1,0 0-1,0 0 0,0 0 1,0-1-1,0 1 0,0 0 1,-1-1-1,1 1 0,0-1 1,-1 1-1,3-5 0,1-3-27,0 0-1,0-1 1,-1 1-1,0-1 1,0-1-1,-1 1 0,-1 0 1,3-19-1,-2-8-212,-1-43-1,-2 62 193,-1 14 51,1 0 0,-1 0 0,1 0 0,-1 0 0,0 0 0,0 1 0,-1-1-1,1 0 1,-1 1 0,0-1 0,0 1 0,0 0 0,0 0 0,-1-1 0,1 1 0,-4-2 0,-5-5 22,0 0 0,-24-15 0,26 20-49,4 2 12,0 0 0,0 0-1,-1 1 1,1-1-1,-1 1 1,0 1-1,0-1 1,-11-1-1,-49 2-32,41 1 31,20 1-6,0-1-1,1 1 0,-1 0 0,1 1 0,-1-1 0,1 1 0,0 0 0,-1 0 0,1 0 0,0 0 1,0 1-1,1 0 0,-1-1 0,1 2 0,-1-1 0,1 0 0,0 1 0,0-1 0,-5 8 0,6-7-324,0 0 0,0-1 0,0 1 0,0 1 0,1-1 0,-1 0 0,0 7 0,-1-1-2377,-1 2-1553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08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4802,'0'0'3146,"3"-5"-2802,9-14-160,-10 18-38,-1 0 1,1 0-1,-1 1 1,0-1-1,1 0 1,0 1-1,-1 0 1,1-1-1,-1 1 1,1 0-1,0-1 1,-1 1-1,1 0 1,-1 0-1,1 0 1,0 1-1,-1-1 1,4 1-1,0-1 144,671 0 3372,-237 0-3471,-352 3-159,151 26 0,-183-24-7,0-2 1,0-2 0,74-9-1,34 0-31,-60 7 6,188 8 83,-235 2-98,0 2 1,91 32-1,-40-11 75,-67-24-52,0-2 0,0-2-1,1-1 1,66-4 0,-34 0-5,162 1-32,-206 1 32,38 7 0,-37-4-7,38 1-1,-3-4-9,-14 1 8,91-11-1,-51 0-1,115 2-1,-66 4 34,-39-2-23,83-2 34,-113 6 11,-1-3 0,103-19 0,116-9-59,-170 23 0,55 5-3,-114 5-7,-52-1 16,0 1 1,0 1-1,0-1 1,0 1-1,0 1 1,-1 0-1,1 0 0,-1 0 1,1 1-1,-1 0 1,9 7-1,-6-5 12,-3-3 3,0-1 0,0 1 1,0-1-1,0 0 0,0-1 1,0 0-1,1 0 1,-1 0-1,1-1 0,-1 0 1,8-1-1,38 2 33,-3 4 90,87-3 1,-77-2 1200,-65-3-1178,-5 2-368,-1 0-1,1 1 1,-13 1 0,-5-1-505,-33 3-2073,-14 7-2363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0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3378,'0'0'4935,"6"0"-4255,13 0 209,-1-1-121,1 1 0,0 1 0,0 1 0,-1 1-1,22 5 1,11 7-475,0-2-1,87 9 1,-13 0-168,1-3-64,56 5 127,160 11-82,-277-23 18,131 4 0,936-19 1581,-260 10-1137,-505 2-197,-191-7-130,191-4-26,-339-1-177,35-7 0,-7 1 1,195-29 44,-119 14-120,-89 14 37,-1 3 0,80-5 0,168 12 10,-281 1-14,0 0 0,0 0 1,18 5-1,-18-3 17,1-1 0,-1 0 0,1-1 1,9 1-1,6-3-5,-13 1 3,1 0 1,-1 0-1,0 1 0,25 5 0,-30-5 6,0 0 0,1 0 0,-1-1 0,1 0 0,13-1 0,5-1 22,15 2-28,-40 0-83,-1 2-153,-1 0 0,1 1 0,0-1 0,-1 0 0,0 0 0,1 0 0,-1 0 0,0 0 0,0 0 0,0 0 0,0 0 0,0-1 0,-2 3 0,-2 3-1091,-3 6-2030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2.6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287 51 2305,'0'0'2511,"-6"-2"-1802,-15-7 30,20 7-485,1 1 0,-1-1-1,0 1 1,0-1 0,1 0 0,-1 0-1,1 1 1,-1-1 0,1 0-1,0 0 1,-1 1 0,1-1 0,0 0-1,0 0 1,0 0 0,1 1-1,-1-1 1,1-2 0,-1 0 1467,-2 3-1657,1 1 0,-1 0 0,0 0 0,0 1 0,0-1 0,0 0 0,1 1 0,-1-1 0,0 1 0,0-1 0,-2 2 0,0 4-54,0 0-1,0 0 1,0 1-1,-2 7 1,-11 17 22,-8 7-25,6-8 14,-49 56-1,3-16-20,58-65-2025,7-5 1953,0 1 1,0-1-1,-1 0 1,1 0-1,0 0 0,0 0 1,0 0-1,0 0 1,0 1-1,0-1 1,0 0-1,-1 0 1,1 0-1,0 0 1,0 0-1,0 0 0,0 0 1,0 0-1,-1 0 1,1 0-1,0 0 1,0 0-1,0 0 1,0 0-1,-1 0 1,1 0-1,0 0 0,0 0 1,0 0-1,0 0 1,-1 0-1,1 0 1,0 0-1,0 0 1,0 0-1,0 0 1,0 0-1,-1 0 0,1 0 1,0 0-1,0 0 1,0-1-1,0 1 1,0 0-1,-1 0 1,1 0-1,0 0 1,0 0-1,0 0 0,0-1 1,0 1-1,0 0 1,0 0-1,0 0 1,0-1-1,0-6-4717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6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50 3810,'0'0'5840,"0"-8"-4848,3-25-170,-3 24 501,0 11-1141,1 94 277,0 25 23,-24 212 1,-1-196-360,5-40 9,-7 128 0,26-165-289,0-57-121,0-7-399,1-14-779,1 0 1,6-28 0,1-4-1028,-1-15-1919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6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35 6051,'0'0'4410,"-1"-5"-3794,-4-18-277,4 17 776,1 9-861,1 20 89,1 1 1,1-2 0,8 33 0,25 69 874,-18-66-663,54 198 921,43 292 1,-112-524-1633,1 48 0,-4-72 120,0 1 1,0-1 0,0 1-1,0-1 1,0 0 0,0 1-1,0-1 1,-1 1 0,1-1-1,0 0 1,0 1 0,0-1-1,-1 0 1,1 1 0,0-1-1,-1 0 1,1 0 0,0 1-1,0-1 1,-1 0 0,1 0-1,0 0 1,-1 1 0,1-1-1,-1 0 1,1 0 0,0 0-1,-1 0 1,1 0 0,-1 0-1,1 1 1,0-1 0,-1 0-1,-17 0-801,12-1 235,-40 0-3547,-14-7-2737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6.9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12758,'0'0'1969,"210"10"-1329,-127-10-496,-9-19-144,-22 6-176,-24 10-3105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17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190 271 2113,'0'0'4922,"1"-26"-3967,1-9-625,2-82 1408,-4 82 2581,0 42-4140,0 694 2054,1-835-3126,-3-161-591,-6 216 1045,4 46 189,-1-34 0,5 48 147,0-23-284,1 40 383,-1 0 1,1 0-1,-1 0 0,1-1 0,0 1 1,-1 0-1,1 0 0,1 0 0,-1 0 1,0 0-1,0 1 0,1-1 0,-1 0 1,1 0-1,1-1 0,8-6 103,1-1-41,1 1 1,14-9-1,-22 15-46,0 1 1,0-1-1,0 1 0,1 1 0,-1-1 0,0 1 0,1 0 0,-1 0 0,11 0 0,1 1 4,-7-1 40,1 2 0,-1-1 0,13 3 0,-20-2-8,1 0 0,-1 0 0,1 0 0,-1 0 0,0 1 0,0-1 0,1 1 0,-1 0 0,0 0 0,-1 0 0,1 1 0,0-1 0,2 4 1,0 0 53,0 0 0,-1 0 1,0 1-1,0 0 1,0-1-1,-1 1 1,0 1-1,-1-1 1,0 0-1,3 14 1,-2 4 205,-1-1 1,-2 27-1,0-35-141,0 6-86,-2-1 0,0 0 0,-2 1 0,0-1 0,-2-1 0,0 1 0,-1-1 0,-1 0 0,-1 0 0,0-1 0,-2 0 0,0-1 0,-17 20 0,-44 45 42,71-81-193,5-2-111,108-3-575,48 1 930,-155 2-174,0 0 1,0 0-1,-1 1 0,1 0 0,0 0 0,-1 0 0,1 0 0,0 1 0,7 3 0,-10-3 0,0-1 0,0 1 0,0 0-1,0 0 1,0-1 0,-1 1 0,1 0 0,-1 1 0,1-1-1,-1 0 1,0 0 0,0 1 0,0-1 0,0 0 0,0 1 0,-1-1-1,1 1 1,-1-1 0,1 1 0,-1 2 0,0 1 4,0-1 0,0 1 0,-1-1 0,1 1 0,-1-1 0,0 1 1,-1-1-1,0 0 0,0 1 0,0-1 0,0 0 0,-1 0 0,1 0 0,-1-1 1,-1 1-1,1-1 0,-1 0 0,1 0 0,-1 0 0,0 0 0,-6 4 0,-9 5 31,0 1 0,-1-2-1,-37 16 1,15-8-68,-2-3 0,0-1 0,0-2-1,-1-2 1,-1-2 0,0-2 0,0-2 0,-56-1-1,101-4-37,0-1-1,0 0 1,-1 0-1,1 0 0,0-1 1,-1 1-1,1 0 1,0 0-1,0-1 1,-1 1-1,1-1 0,0 1 1,0-1-1,0 1 1,-1-1-1,1 0 1,0 1-1,0-1 0,0 0 1,0 0-1,0 0 1,1 0-1,-1 0 1,0 0-1,0 0 0,1 0 1,-1 0-1,0-1 1,0 0-1,0-3-419,0 0-1,0 0 1,1 0-1,0 0 0,0 0 1,0-7-1,1-2-984,-1-30-4004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20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 2481,'0'0'5301,"4"-8"-5077,0-1-153,-2 4 1,1 0 0,-1 0 0,1 1-1,0-1 1,7-7 0,0-2 1090,-7 9 2639,-2 19-2457,-1 1309 1404,7-1328-2810,22-76-1891,-6-5-3713,-12 35-358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21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76 4418,'0'0'4213,"-3"0"-3141,-11 0-87,14 0-931,-1 0 1,1 0 0,0 0 0,0 0 0,0 0 0,-1-1-1,1 1 1,0 0 0,0 0 0,0 0 0,0 0 0,-1 0-1,1 0 1,0 0 0,0 0 0,0 0 0,0-1 0,0 1 0,-1 0-1,1 0 1,0 0 0,0 0 0,0-1 0,0 1 0,0 0-1,0 0 1,0 0 0,0 0 0,-1-1 0,1 1 0,0 0-1,0 0 1,0 0 0,0 0 0,0-1 0,0 1 0,0 0 0,0 0-1,0 0 1,0-1 0,0 1 0,1 0 0,-1 0 0,0 0-1,0-1 1,0 1 0,0 0 0,0 0 0,0 0 0,0-1-1,5-7 255,0 6-217,0 0 0,1 0 0,-1 0 0,1 0 0,-1 1-1,11-1 1,12-4 153,0-3-184,-5 1-20,0 2 0,0 0 1,1 1-1,29-1 0,170 5 880,-208 2-847,0 0 1,0 1 0,0 1-1,0 0 1,-1 1 0,1 0-1,-1 2 1,21 9 0,7 8 228,52 38 0,-56-35-154,-13-8-46,-1 1 0,-1 0 0,-1 2 1,-1 1-1,-1 1 0,-1 0 0,0 2 0,-2 0 0,-1 1 0,-1 0 1,11 31-1,-20-41-54,-1 0-1,0 0 1,-1 1 0,-1 0 0,1 26 0,-4 90 273,-1-62-105,0-61-195,0-1 1,0 1-1,-1 0 0,0-1 1,-1 0-1,0 1 0,-1-1 1,1 0-1,-7 10 0,-9 11 78,-24 34 1,30-46-55,-8 9 50,-1-2 1,-1 0-1,-30 25 0,-82 57 154,100-84-232,0-1 0,-2-1 1,-1-3-1,0 0 0,-1-3 1,-1-1-1,-51 10 0,81-21-15,1-1 0,-1-1-1,0 0 1,1 0 0,-1-1-1,0 0 1,0-1 0,0 0-1,1-1 1,-1 1 0,1-2-1,-1 0 1,1 0 0,0 0-1,-17-10 1,-17-12-12,-56-24-1,83 42 5,0 2 0,-1 0 0,0 0 0,0 2 0,0 0 0,-1 1 0,-18 0 0,-10 2 19,46 0-41,0-48-8748,0 8-685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24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92 2385,'0'0'3890,"0"-7"-3367,0-31 352,0-8 5875,0 50-6729,17 230 1171,-2-42-682,-3 32-269,4 164 321,-17-251-445,2 160 188,17-92 33,-12-93-259,1 60 45,2 11-60,-1 4 0,-7-134-26,-2 70 42,19-123 242,29 0-295,300 10 291,-305-5-315,27 2 18,63 3 1,-118-8-31,30 0 2,-37-3 10,0 1 1,0 0-1,0 0 0,0 1 1,0 0-1,0 0 0,0 1 1,0 0-1,12 5 1,-16-6 3,1-1 0,-1 1 0,1 0 1,-1-1-1,1 0 0,-1 0 0,1 0 1,6-1-1,1 0-3,177 1 60,-187 0-45,-8-2-158,-119-43-5405,77 26 1070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29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20 1745,'0'0'5829,"-27"0"-5997,16-9-568,7-2 5719,4 29-2784,7 135-1068,-5 47-609,-4-105-380,2 464 520,-7-455-644,0 1-2,7-84-23,-1 0-1,-1 0 0,-1 0 1,-1 0-1,-1-1 0,-1 0 1,-11 27-1,13-35 21,0 0-1,0 0 1,-1 16-1,-6 17 15,0-14 3,8-23-14,0 0-1,0 1 0,1 0 1,0-1-1,0 1 0,1 0 1,1 0-1,-1 10 1,1-18 90,0 0-86,1 1-1,-1-1 1,0 0-1,1 0 1,-1 0-1,1 0 1,-1 1-1,1-1 1,-1 0-1,1 0 1,0 0-1,1 1 1,1 0-21,1 0-1,-1 0 1,1-1 0,0 1 0,0-1-1,0 0 1,0 0 0,0 0 0,0 0-1,5-1 1,46 0-194,-25-2 476,89-7-46,155 9 407,-267 1-2,-3-27-16460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29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4610,'0'0'3116,"4"-5"-2737,10-17 283,-14 22-511,0-1 0,0 1 1,0-1-1,0 1 1,0 0-1,1-1 0,-1 1 1,0-1-1,0 1 0,1-1 1,-1 1-1,0 0 1,1-1-1,-1 1 0,0 0 1,1-1-1,-1 1 0,0 0 1,1 0-1,-1-1 1,1 1-1,-1 0 0,0 0 1,1 0-1,-1-1 1,1 1-1,-1 0 0,1 0 1,-1 0-1,1 0 0,-1 0 1,1 0-1,-1 0 1,1 0-1,-1 0 0,1 0 1,-1 0-1,0 0 0,2 1 1,-2-1-123,1 1 0,-1 0 0,1-1 0,-1 1-1,1 0 1,-1 0 0,1-1 0,-1 1 0,0 0 0,1 0 0,-1 0 0,0 0 0,0-1 0,0 1 0,1 0 0,-1 2 0,3 589 1801,-10-732-10826,4 100 6643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30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53 104 4466,'0'0'5600,"0"-16"-4704,0-71 1185,9 87-720,-6 0-1277,-1 0-1,0 0 1,0 1-1,0-1 1,1 1-1,-1 0 1,0 0 0,0-1-1,0 1 1,0 1-1,0-1 1,0 0-1,3 3 1,23 25 421,-13-11-190,-9-12-216,159 157 1930,-127-129-1494,1-2 0,66 42 0,-101-71-510,1-1 1,-1 1 0,0-1 0,1 0 0,-1 0-1,1-1 1,0 1 0,9 1 0,-11-2-32,-2 3-15,-1-3-147,-4-2-18,0 1 139,0-1-1,1 1 1,-1 0 0,0 0 0,0 1 0,0-1-1,0 1 1,1-1 0,-6 3 0,6-2 27,-66 21 66,24-6-9,-57 24 35,70-26-77,-1-1 1,-40 10 0,57-20 3,2 0 12,0 0 0,-23 10 0,33-11-12,1 0 0,-1 0 0,1 0 1,0 1-1,-1 0 0,1-1 1,0 1-1,1 1 0,-1-1 0,0 0 1,1 0-1,0 1 0,0 0 1,-3 5-1,3-3-79,-1 1 1,1-1 0,0 0-1,1 1 1,0-1 0,0 1-1,0 8 1,1-26-848,0 1 0,1-1 1,1 1-1,4-18 0,13-11-5129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30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14 3522,'0'0'5103,"5"-1"-3611,22-2 4980,-37 7-5952,7 0-464,1 0-1,0 0 1,0 0 0,1 0-1,-1 0 1,1 1 0,0-1-1,0 0 1,0 1 0,1 4-1,-2 52 703,2-50-562,-1 25 297,-1-17-134,2 0 0,3 31-1,-2-46-321,-1 0-1,1 1 1,0-1-1,1 0 0,-1 0 1,1 0-1,-1 0 0,1 0 1,0 0-1,1 0 1,-1-1-1,1 1 0,-1-1 1,1 0-1,0 0 1,7 6-1,-7-8 7,0 1 0,1 0 0,-1-1 0,1 0 0,0 0 0,-1 0 0,1 0 1,0 0-1,0-1 0,0 0 0,7 0 0,-8 0-30,0 0 1,0 0-1,0-1 0,0 1 1,0-1-1,0 0 1,0 0-1,-1 0 0,1 0 1,0 0-1,-1-1 0,1 1 1,0-1-1,-1 0 1,5-3-1,-2-3-119,0 1-1,0-1 1,0 0 0,-1 0-1,0-1 1,-1 1 0,0-1 0,0 0-1,2-16 1,-2 3-586,0 0 0,-2 0 0,-2-25 0,1 43 580,0 0 1,0 0 0,-1 0-1,0-1 1,0 1-1,0 1 1,0-1 0,-1 0-1,0 0 1,0 0-1,0 1 1,0-1 0,0 1-1,0 0 1,-5-5-1,3 4 57,-1 0 0,0 1 1,0-1-1,0 1 0,0 0 0,0 1 0,0-1 0,-1 1 0,-10-3 0,-8 0 350,0 2 1,0 0-1,0 1 0,-31 3 1,30-1 225,20 0-794,-8 0 860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31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2177,'0'0'8463,"1"16"-2359,1-14-6062,0-1-1,-1 1 1,1-1 0,0 1 0,0-1 0,0 0 0,0 1 0,0-1 0,1 0-1,-1 0 1,0-1 0,3 2 0,34 6 9,-17-5 5,32 6 87,1-2 0,107-2 1,-36-2-73,73 4 308,72-5-245,-140-4-63,216-4 925,-346 6-970,-1 1-564,0 1 301,0 0 0,-1-1 0,1 1 1,0 0-1,-1-1 0,1 1 0,-1 0 0,0-1 0,-1 3 1,0 1-537,-11 20-3045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37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2305,'0'0'3218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38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1 1585,'0'0'5119,"5"0"-3899,-22 0-4454,4 0 705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1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43 136 144,'0'0'2836,"-1"0"-2714,1 0-1,-1 0 1,1 0-1,-1 0 1,1 0 0,-1 0-1,1 0 1,-1 0-1,1 0 1,0 0-1,-1-1 1,1 1 0,-1 0-1,1 0 1,-1-1-1,1 1 1,0 0-1,-1-1 1,1 1 0,-1-1-1,1-9 515,0-6 119,0 16-735,0 0-1,0 0 0,0-1 1,-1 1-1,1 0 1,0-1-1,0 1 1,0 0-1,0-1 1,0 1-1,0 0 1,0-1-1,-1 1 0,1 0 1,0 0-1,0-1 1,0 1-1,-1 0 1,1 0-1,0-1 1,0 1-1,0 0 1,-1 0-1,1 0 0,0 0 1,-1-1-1,1 1 1,0 0-1,0 0 1,-1 0-1,1 0 1,-1 0-1,1 0 357,-4-22 1844,4-55-478,1 223-1193,-9 326 1108,-2-64-908,7-138-673,1 13-17,3-150-27,10 228 18,-9-273-22,5-1-1,28 143 1,-28-180-30,-2 1 1,-3 0-1,-3 56 1,-1-24-4,6 764 189,-4-843-195,-1 0-1,1 0 0,-1 0 0,0 0 1,0 1-1,0-1 0,-3 5 1,-4 15 102,4 10-19,4-33 58,0 0-138,-1 4-10,-1-2 26,1-2 24,1 26 2,0-26 108,0 25-390,-6 68 358,-2 3-47,5 80 217,3-176-205,504-1-19,-499 1-59,0-1 1,0 1-1,0 0 1,0 0-1,-1 0 0,1 0 1,9 5-1,-12-5 10,1 1-1,-1-1 1,1 0 0,-1 1-1,0 0 1,1 0 0,-1-1-1,0 1 1,0 1 0,0-1-1,-1 0 1,1 0-1,0 1 1,-1-1 0,2 3-1,1 6-28,-3-5 5,-3 1-90,-6-10-1366,-9-12-581,-3-1-2204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2.0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4690,'0'0'6203,"0"2"-5990,-1 89 1117,12 260 1526,3-244-2026,-8-75-1833,-6-50-2063,-2-17 1287,2-6-337,0 1-311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2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5843,'0'0'6781,"32"22"-6074,104 71-197,-131-89-479,258 190 2168,-203-150-1818,8 8-87,-58-45-113,0 4-236,-10-10 56,0-1-1,0 1 0,0-1 1,0 1-1,0-1 0,0 1 1,0-1-1,0 1 0,-1 0 1,1-1-1,0 1 1,0-1-1,-1 1 0,1-1 1,0 0-1,-1 1 0,1-1 1,-1 1-1,1-1 0,0 0 1,-1 1-1,1-1 1,-1 0-1,1 1 0,-1-1 1,1 0-1,-2 1 0,-24 18 78,0 1-1,1 2 0,-22 25 1,15-15 15,22-23-62,0-1 0,-1 0 0,1-1 0,-1 0 0,-1 0 0,-15 5 0,-77 25 90,76-29-128,1 1 1,0 1 0,-26 15-1,39-18 4,-20 11 12,32-14-20,7-16-232,-1 4-83,0 2 1,0-1-1,1 0 0,0 1 0,0 0 0,1 0 1,11-10-1,30-16-5642,-10 13-1654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3.2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70 4402,'0'0'5418,"-6"0"-4457,-6 0-508,4-1-152,0 0-1,0 1 0,1 1 1,-1-1-1,0 1 0,1 1 0,-1-1 1,-14 6-1,6 2-31,-4 2 128,-31 22-1,47-29-356,0-1 0,-1 1 0,1-1 0,1 1-1,-1 1 1,0-1 0,1 0 0,0 1-1,0 0 1,0-1 0,1 1 0,-3 7-1,4-5 86,0-1-1,0 1 0,1-1 0,0 1 0,1 10 0,0 2 57,0-7-97,0-1-1,1 0 1,0 1-1,1-1 1,0 0-1,1-1 1,0 1-1,1-1 1,0 1-1,1-1 1,0-1-1,0 1 1,1-1-1,0 0 1,1-1-1,0 1 1,0-2 0,1 1-1,0-1 1,0 0-1,1-1 1,13 7-1,-20-12-68,0 1 0,0-1 1,0 0-1,0 0 0,1 0 0,-1 0 0,0 0 1,1-1-1,-1 0 0,1 1 0,-1-1 0,0-1 1,1 1-1,-1 0 0,1-1 0,-1 0 0,0 1 1,0-1-1,5-2 0,-5 0 7,1 1-1,-1-1 1,0 0 0,0 0 0,0 0-1,0-1 1,0 1 0,-1-1-1,0 1 1,1-1 0,-1 0 0,-1 0-1,1 0 1,2-7 0,2-9-135,-1 1 0,-1-1 0,4-40 0,-6-63-1451,-2 97 1216,0 17 179,0 0-1,-1-1 1,0 1-1,0 0 1,-1 0-1,-1 0 1,1 0 0,-1 1-1,-1-1 1,-6-12-1,7 17 202,1 1 1,-1-1-1,0 0 0,0 1 0,0 0 0,-1 0 0,1 0 0,-1 0 0,0 0 0,0 1 0,0-1 0,0 1 0,0 0 0,0 0 1,-1 1-1,1-1 0,0 1 0,-1 0 0,1 0 0,-1 0 0,0 1 0,-6 0 0,8 0-1,0 0 0,0 1 0,1 0 0,-1-1 0,0 1 0,0 0 0,0 0 0,1 1 0,-1-1 0,0 1 0,1-1 0,-1 1 0,1 0 0,0 0 0,0 0 0,-3 2 0,0 2 28,-1 1-1,2-1 0,-1 1 1,-6 12-1,9-15-116,1 0 1,0-1-1,0 1 0,0 0 1,1 0-1,-1 0 0,1 5 0,0-7-345,0-1-1,0 0 0,0 1 0,0-1 0,0 0 0,1 1 0,-1-1 0,0 1 0,1-1 0,-1 0 0,1 0 1,0 1-1,-1-1 0,2 2 0,21 12-7541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4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18 3922,'0'0'6613,"-3"-2"-5471,-8-6 1950,36 2-2467,15 5-473,0 2 0,0 1 0,0 3 0,75 17 0,21 11-75,-111-29-70,1 0 0,25 0 0,-24-2-3,43 8 1,-6 3-15,1-2 0,130 4 0,-47-8 19,-48 0 6,33 3 27,34 1-60,624-11 61,-768-1-44,-1-2 0,0 0 0,32-9 0,24-5 0,-64 15-7,17-2-7,43-1 0,30 5 506,-104 0 0,-2 0-443,-90-4-5125,43-2-1953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5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2177,'0'0'1769,"0"22"-2265,0 8-673,0-23-840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49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2849,'0'0'4920,"7"-3"-1639,-7-6-758,0 31-2041,3 33-165,-2-50-243,1 1 1,1-1-1,-1 0 0,1 0 1,0-1-1,0 1 0,0-1 0,1 1 1,-1-1-1,1 0 0,0 0 1,0-1-1,1 1 0,-1-1 1,1 0-1,0 0 0,0 0 1,0-1-1,0 0 0,0 0 1,0 0-1,0-1 0,1 1 1,-1-1-1,1 0 0,-1-1 1,11 1-1,-14-1-62,0 0 0,-1 0-1,1 0 1,0 0 0,0 0 0,0 0 0,0 0 0,0-1-1,0 1 1,0-1 0,0 1 0,-1-1 0,1 0 0,0 1-1,0-1 1,-1 0 0,1 0 0,-1-1 0,1 1 0,-1 0-1,1 0 1,-1-1 0,0 1 0,1-1 0,-1 1 0,0-1-1,0 1 1,0-1 0,0 0 0,-1 0 0,1 1 0,0-1-1,-1 0 1,1 0 0,-1 0 0,1 0 0,-1 0 0,0-2-1,1-7-199,0 1 0,0 0-1,-1-1 1,-1 1 0,-1-13 0,1 19 130,0 1 1,0 0-1,0-1 1,0 1 0,-1 0-1,1 0 1,-1 0 0,0 0-1,0 0 1,0 0 0,0 0-1,-1 0 1,1 1 0,-1-1-1,1 1 1,-1 0-1,0 0 1,-4-3 0,3 3 55,0 0 0,0 0 0,-1 0 1,1 0-1,0 0 0,-1 1 0,-5-1 1,9 2 0,0 0 0,0 0 0,-1 0 0,1 0 1,0 0-1,0 0 0,-1 1 0,1-1 0,0 0 0,0 1 0,0-1 1,0 1-1,0-1 0,-1 1 0,1 0 0,0 0 0,0-1 1,1 1-1,-1 0 0,0 0 0,0 0 0,0 0 0,0 0 1,1 0-1,-1 0 0,0 0 0,1 0 0,-1 0 0,1 1 1,-1 1-1,-5 16 111,0 1 0,2 0 1,0 0-1,1 1 0,2-1 0,0 1 1,2 24-1,-1-31-83,1 2 4,1-1 0,1 0-1,0 0 1,1-1 0,1 1-1,9 20 1,9 27 261,32 193 204,-33-135-415,-12-68-84,5 104 0,11 216 72,0-4 1,-14-167-12,0 66-47,-11-142-31,-2 129 32,-9-138 3,-1 54 16,1-4-40,-1 8-9,15 192 183,24-367 65,-25-1-210,0 1-1,1-1 1,-1 1 0,0-1 0,0 0 0,4-4-1,-5 4-18,1 0-1,-1 0 0,1 1 1,0-1-1,0 0 0,0 1 0,0 0 1,0 0-1,6-2 0,52-3-9,0 2 0,76 5 0,-41 1 23,-53-2-18,78 12 0,20 17 37,63 9 6,-41-18-39,-101-8 21,-43-8-10,0 0 0,0-1-1,24 0 1,294 9 74,-133-2 1,4 6-76,-76-2-2,81 4 11,-181-13-13,-1 0 0,60 20-1,-58-15 0,1-1 0,38 5 0,116-5 61,-37-3-20,94-3-58,-127-5 8,-67 3 12,-22 0 2,1-1 0,-1-1 0,36-6 0,77-12-21,-66 11 6,-46 5 9,40 3-1,-41 0 3,46-4 0,-13-2 7,-49 3-11,-1 1 0,1 1 0,0 0 0,15 1 0,-12 1 1,31-4 0,-18 0-12,0 1 1,42 4-1,-13 0 65,81-2-6,-132-1-43,0 0-1,0 0 1,0 0-1,0-1 1,0 0 0,9-4-1,-9 3 0,1 0 1,-1 1-1,1 0 0,13-2 1,90-3 1,47 1 5,-19 6-611,-144 0 255,0 0 0,0-1 1,-1 0-1,1 1 0,0-2 0,0 1 0,0 0 0,0-1 0,0 0 0,0 0 0,1-1 0,-9-5 0,2-4-3616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2:52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123 312 6163,'0'-2'8624,"0"7"-7604,-39 646-481,15-452-518,-2-25 81,12-97 39,-5 143 1,19 78 1608,21-298-1555,237-6 93,73-21-288,-285 24 0,-32 2 0,-1 0 0,1 0 0,25-7 0,16-10-20,-18 6-16,0 1 0,64-9 0,-83 17 3,0-1-1,-1 0 1,1-2 0,-1 0 0,0 0 0,0-2 0,-1 0 0,0-1 0,-1 0-1,1-2 1,25-23 0,-37 32 32,10-9-53,-1 0 0,0-1 1,0 0-1,-1-1 0,-1-1 0,0 0 0,13-22 0,-5-5-69,17-53 1,-34 90 105,15-52-185,-2-1-1,9-67 0,-13 67 304,-5 24-41,4-39 1,17-215 558,-22 219-24,-6-106-1,0 166-563,-1 0 0,1 0 0,-1 0 0,-1 1 0,1-1 0,-8-13 0,-28-42 208,11 19 52,25 41-252,0 1-1,0 0 1,0 0-1,0 0 1,0 0-1,0 0 1,-1 0-1,1 0 0,-1 1 1,1-1-1,-4-1 1,2 2-12,1-1 0,0 0 0,-1 0 0,1 0 0,0-1 0,-3-3 0,-4-5-14,-1 1-1,0-1 1,-1 2-1,0-1 1,-21-11-1,-71-30-52,90 45 21,-2-2 35,0-1 0,-15-12 0,22 15-13,1 0 0,-1 0-1,0 1 1,-1 0 0,1 0-1,-1 1 1,0 0 0,0 1-1,0 0 1,-14-1 0,5 1-8,1 0-1,-19-7 1,22 6 14,0 0 0,0 1 0,-1 1 0,-16-1 0,24 3-6,-21 0-112,-46-6-1,67 5 102,-1-1 0,0 0 0,1 0 0,0-1 0,0 0 0,0 0 0,0-1 0,0-1 0,-11-7 0,16 10 22,0 0 0,0 0 0,-1 1 0,1-1 0,0 1 0,0 0 0,-1 0 0,1 0 0,-1 1 0,-5-2 0,-39 2 40,25 1-62,16 0 6,0-1 1,-1 2-1,1-1 0,1 1 1,-1 0-1,0 0 0,0 0 1,1 1-1,-1 0 0,-6 5 1,-15 6 46,13-7 131,12-5-176,-1 0 0,1 0 0,0-1 0,-1 1 0,1-1 0,-1 0 0,-6 1 0,-2 7-2204,2-2-1200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2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 6435,'0'0'5995,"0"-7"-5454,0-23-202,0 23 4749,3 7-4901,155 10 370,-132-9-533,38 7-1,-38-4-5,38 1 0,491-5-109,-524 2 64,-1 1 0,1 2 0,49 14 0,-46-10 0,-1-2 0,57 5 0,52-10 46,60 5 50,-190-6-49,-10-1-2,1 0 0,-1 0 0,1 0 0,-1 0 0,0 1-1,1-1 1,-1 1 0,1 0 0,-1-1 0,0 1 0,0 0-1,1 0 1,-1 1 0,2 1 0,-3-2-1,0 1 0,0-1 0,-1 0 1,1 1-1,-1-1 0,1 1 0,-1-1 0,1 1 0,-1-1 1,0 1-1,0 0 0,0-1 0,0 1 0,0-1 0,0 1 1,0-1-1,0 1 0,-1-1 0,0 4 0,-11 30-2449,-8 0-2389,-4 10-5205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4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2257,'0'0'10728,"1"-2"-10045,0 0-580,0 1 1,0 0 0,0 0-1,1 0 1,-1 0 0,0 0 0,1 0-1,-1 0 1,0 0 0,1 1-1,-1-1 1,1 0 0,-1 1 0,1-1-1,-1 1 1,1 0 0,-1-1-1,1 1 1,0 0 0,2 0 0,46 1 1743,-28 0-1385,260 8 1651,-199-3-1748,47 7-215,1042-13 2086,-1172 9-2477,0-1-506,0 0-1,-1 0 1,0 0-1,0 0 0,0 0 1,-1 0-1,0-1 1,-6 13-1,-11 23-7843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5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26 4930,'0'0'6342,"-1"-3"-5657,0-1-293,-1-4-444,2-2 6433,18 10-5962,51-1 153,77 3-77,-135-1-443,0 1 1,0 1 0,-1 0-1,0 0 1,16 8-1,-16-7-43,0 0 0,0 0 0,0-1 1,0-1-1,1 1 0,11 0 0,136-4 58,-103-1-39,1 2 0,93 13 1,-83-3 7,2-3 1,76-2-1,-119-6 44,0 2 0,-1 0 0,1 2 0,-1 1 0,25 7 0,-36-7-62,-6-2 41,0 1 1,1-1-1,-1-1 1,13 2-1,-19-3-24,0 1 0,-1-1 0,1 0 0,0 1 0,-1-1 1,1 0-1,-1 1 0,1-1 0,-1 1 0,1-1 0,-1 1 0,1-1 0,-1 1 0,1-1 0,-1 1 0,1-1 0,-1 1 0,0 0 0,1-1 0,-1 1 0,0 0 0,0-1 0,0 1 1,1 0-1,-1-1 0,0 1 0,0 0 0,0 0 0,0-1 0,0 1 0,0 1 0,-1 32-470,1-22 199,0-5-51,-1 1-1,0-1 1,0 0-1,-1 0 1,0 0-1,0 0 1,0 0 0,-4 7-1,-5 7-1510,-17 23 0,19-30 842,-38 57-5007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6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62 1008,'0'0'5304,"-4"1"-4573,-2 3-396,3-2-127,0-1 1,0 1-1,-1-1 0,1 1 0,0-1 1,-7 1 890,10-32 2094,0-15-164,6 55-2010,-4-9-985,1 1 0,0 0-1,-1-1 1,1 1 0,0-1 0,0 0 0,0 0 0,0 0 0,0-1 0,0 1 0,5 0 0,40 0 39,-35-1-57,247-12 299,-75 4-57,-39 3-255,-138 5 14,47-2 6,-51 2 30,1 0 0,-1 0-1,1 1 1,0 0 0,-1 0 0,0 0 0,1 1 0,-1-1 0,5 3 0,21 12 298,-23-13-269,1 1 1,-1 0-1,0 0 1,0 1-1,-1 0 1,1 0-1,-1 0 1,6 7-1,-10-9-31,-1 1 0,1-1 0,-1 1 0,0-1-1,0 1 1,0 0 0,0 0 0,-1-1 0,1 1-1,-1 0 1,0 0 0,0 0 0,-2 7-1,1-3-456,0 1 0,-1 0 0,0-1 0,-1 0-1,-4 11 1,-13 19-2891,-1 8-2530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7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5603,'0'0'6581,"0"17"-1760,-2 12-4463,1-14-78,1 0 0,0-1 0,1 1 0,4 25 0,-4-37-224,0 0 0,-1-1 0,1 1 0,0 0 0,0-1 0,0 1 0,1-1 0,-1 0 0,1 1 0,-1-1 0,1 0 1,0 0-1,0 0 0,0 0 0,0 0 0,0 0 0,0-1 0,0 1 0,1-1 0,-1 1 0,1-1 0,-1 0 0,1 0 0,-1 0 0,1 0 0,0 0 0,-1-1 0,1 1 0,0-1 0,0 0 0,3 0 0,-4 0-51,0-1 0,0 1 1,0-1-1,0 1 0,0-1 0,-1 0 0,1 0 0,0 0 0,0 0 1,-1 0-1,1 0 0,-1 0 0,1-1 0,-1 1 0,1 0 0,-1-1 1,0 1-1,0-1 0,0 0 0,0 1 0,0-1 0,0 0 0,0 0 1,0 0-1,-1 1 0,1-4 0,3-7-52,-1 1 0,3-24 0,-6 33 25,1-32-321,0 29 301,-1 17 350,-1-3-209,0 1 0,0-1 0,-1 0 0,0 1 0,-1-1 0,1 0 0,-2-1 0,-7 16 0,11-24-103,0 0-1,0 0 1,0 0 0,0 0 0,0 0 0,0 0 0,0-1 0,0 1 0,0 0-1,0 0 1,0 0 0,0 0 0,0 0 0,0 0 0,0-1 0,0 1-1,-1 0 1,1 0 0,0 0 0,0 0 0,0 0 0,0 0 0,0 0-1,0 0 1,0-1 0,0 1 0,0 0 0,-1 0 0,1 0 0,0 0 0,0 0-1,0 0 1,0 0 0,0 0 0,0 0 0,0 0 0,-1 0 0,1 0-1,0 0 1,0 0 0,0 0 0,0 0 0,0 0 0,0 0 0,-1 0-1,1 0 1,0 0 0,0 0 0,0 0 0,0 0 0,0 0 0,0 0 0,-1 0-1,1 0 1,0 0 0,0 1 0,0-1 0,0 0 0,0 0 0,0 0-1,0 0 1,0 0 0,0 0 0,0 0 0,-1 0 0,1 1 0,0-1-1,0 0 1,0 0 0,-3-16-773,-4-44-2398,-3-32-2356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08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1 180 3810,'0'0'5202,"3"-7"-4674,1-2-248,2-4-9,-2-2 3543,-3-5 637,-1 18-4367,0 0 0,0 0-1,0 0 1,0 0 0,0 0-1,1 0 1,-1 0 0,0 0 0,1 0-1,0 0 1,-1 0 0,1 0-1,0 1 1,1-3 0,12-27-50,-13 27-35,0 0 1,1 0 0,-1 0 0,1 0 0,0 0-1,0 0 1,1 1 0,-1-1 0,5-4 0,-6 7 13,-2-8 1378,-1 8-580,-4 19-352,-3 30-148,9-47 4,0-12-481,0-6-77,0 17 221,0 0 0,-1 0 0,1 0 0,0 0 0,0 0 0,0 0 0,0 0 0,0 0 0,0 0-1,0 0 1,0 0 0,0 0 0,0 0 0,0 0 0,0-1 0,0 1 0,0 0 0,0 0 0,0 0 0,0 0 0,0 0 0,0 0 0,-1 0-1,1 0 1,0 0 0,0 0 0,0 0 0,0 0 0,0 0 0,0 0 0,0 0 0,0 0 0,0 0 0,0 0 0,0 0 0,0 0 0,0 0-1,0 0 1,0-1 0,-5 27-2084,2-6 1694,-4 28-1624,3 4-1760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4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6819,'0'0'4159,"-1"4"-3868,-2 40 860,2 71 0,2-46-537,1 58 833,20 151 1,-16-232-1277,-5-24-100,2-1 1,1 0-1,7 26 0,-10-42-66,0-4-6,-1-1 1,0 1-1,1 0 1,-1 0-1,0 0 1,1 0-1,-1 0 1,1-1 0,-1 1-1,1 0 1,-1 0-1,1-1 1,0 1-1,-1 0 1,2 0-1,-1-20-3827,-1 13 2569,-1-1 1,0 1-1,0-1 0,-3-11 0,-3-6-3591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5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24 480,'0'0'14583,"-1"-4"-13449,1 4-1113,0-1 0,0 0 0,1 0 0,-1 0 0,0 0-1,0 1 1,0-1 0,1 0 0,-1 0 0,0 1 0,1-1 0,-1 0 0,0 0 0,1 1 0,-1-1 0,1 1 0,-1-1 0,1 0 0,0 1 0,-1-1 0,1 1 0,0-1 0,-1 1 0,1-1 0,0 1-1,-1 0 1,1-1 0,0 1 0,0 0 0,-1 0 0,1-1 0,0 1 0,0 0 0,0 0 0,0 0 0,-1 0 0,1 0 0,1 0 0,48 0 402,-25 1 15,0 1-88,-1 1 0,1 1 0,-1 1 0,0 1 0,24 10 0,-22-7-180,2-1 0,-1-1 0,43 4 0,23-9-129,-63-3-3868,-48 1 727,-5 0-1609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5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6563,'0'0'8324,"87"22"-7268,-35-16-127,0-3-353,1-3-384,-4 4 16,-8 2-208,-2 0-304,-15 7-945,-10 2-1248,-10 1-3249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43 5603,'-6'-5'7917,"6"4"-7735,0 1 0,-1-1-1,1-1-163,0 1 0,1 0 0,-1-1 0,0 1 0,0 0 0,1-1 0,-1 1-1,0 0 1,1-1 0,-1 1 0,1 0 0,0 0 0,-1 0 0,1 0 0,0 0 0,0-1 0,0 1 0,0 1-1,0-1 1,0 0 0,0 0 0,0 0 0,0 0 0,0 1 0,0-1 0,0 0 0,1 1 0,-1-1 0,0 1 0,0 0-1,1-1 1,1 1 0,5-1-47,1 0-1,-1 0 0,1 1 1,10 1-1,1 0 163,-18-1-111,0 0 0,0 1 0,1-1 0,-1 1 0,0 0 0,0 0 1,0 0-1,0 0 0,0 0 0,-1 0 0,1 0 0,0 0 0,0 1 0,-1-1 0,1 1 0,-1-1 0,1 1 0,-1 0 0,0 0 0,0 0 0,0-1 0,0 1 0,0 0 0,0 0 0,0 0 0,0 4 0,2 3 76,0 1 0,-1-1 1,0 1-1,1 18 0,-3-26-84,0 67 316,-1-62-306,1 1 1,-2-1-1,1 0 0,-1 0 1,0 0-1,0 0 1,-6 10-1,-6 3 19,-1-1-1,0 0 1,-2-1 0,0-1 0,-1 0-1,-28 19 1,37-29-46,-1 0 1,0-1-1,0 0 0,0 0 1,-1-1-1,0-1 0,0 0 1,0 0-1,0-1 0,0-1 1,-1 0-1,0 0 0,-18-1 1,29 0-4,1-1 1,-1 0 0,0 0 0,1 0 0,-1 0-1,1 0 1,-1-1 0,0 1 0,1 0 0,-1 0 0,1 0-1,-1 0 1,0-1 0,1 1 0,-1 0 0,1 0 0,-1-1-1,1 1 1,-1-1 0,1 1 0,-1 0 0,1-1-1,0 1 1,-1-1 0,1 1 0,0-1 0,-1 1 0,1-1-1,-1 0 1,1-16-66,1 13 92,-1 2-14,1 1 0,-1 0 0,1-1 0,-1 1-1,1 0 1,0-1 0,0 1 0,0 0 0,-1 0 0,1 0 0,0 0-1,0 0 1,1 0 0,-1 0 0,0 0 0,0 0 0,0 1 0,1-1-1,-1 0 1,0 1 0,1-1 0,-1 1 0,0-1 0,1 1 0,-1 0-1,1 0 1,-1-1 0,0 1 0,1 0 0,1 1 0,1-2 26,25-2 273,0 1 1,1 2 0,54 6 0,-51-1-136,0 3 0,-1 0 0,37 16-1,32 8-648,-94-30-163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36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13 120 1585,'0'0'8406,"0"-3"-7763,0-36 3665,0-38-2746,0 77-1561,0 0 0,-1 1 1,1-1-1,-1 0 1,1 1-1,-1-1 1,1 0-1,0 1 0,-1-1 1,1 1-1,0-1 1,-1 0-1,1 1 1,0-1-1,0 1 1,-1-1-1,1 1 0,0-1 1,0 1-1,0-1 1,0 1-1,0 0 1,-1-1-1,1 1 0,0 0 1,-2 21 120,0 1 0,1 0 1,2 23-1,0-2 99,-1-29-126,1 0 1,0-1 0,1 1 0,1 0-1,6 20 1,-7-28-85,1 0 1,0 0-1,0-1 1,1 1-1,-1-1 0,1 0 1,1 0-1,-1 0 0,1-1 1,0 1-1,0-1 0,1-1 1,7 7-1,-8-9-3,-1 0 0,1 0 0,1 0 0,-1-1 0,0 0 0,0 0 0,0 0 0,1 0 0,-1-1 0,0 0 0,1 0 0,5-1 0,6 1 30,-14 0-28,1 0 0,-1-1 0,0 1 0,1-1 0,-1 1 1,0-1-1,0 0 0,0 0 0,1 0 0,-1-1 0,0 1 0,0-1 1,-1 0-1,1 1 0,0-1 0,3-3 0,-3 1-53,0 0 0,0 0 0,0 0 0,0 0 0,-1-1 0,1 1 0,-1-1-1,-1 1 1,1-1 0,1-4 0,1-12-310,-1 0 0,-1-1 0,0 1 1,-3-25-1,1 25 31,0 17 321,0 0 1,-1 0-1,0 0 1,1 0 0,-1 0-1,-1 0 1,1 0-1,0 0 1,-1 1-1,0-1 1,0 0-1,0 1 1,0 0-1,-1-1 1,1 1 0,-1 0-1,0 0 1,0 0-1,0 1 1,0-1-1,0 1 1,-1 0-1,1 0 1,-1 0-1,1 0 1,-1 0 0,0 1-1,0 0 1,0 0-1,0 0 1,1 0-1,-1 0 1,-1 1-1,-3 0 1,4-1 52,-1 1 0,1 0 1,0 1-1,0-1 0,0 1 1,-1 0-1,1 0 0,-8 3 1,11-3-93,0 0 1,-1 0-1,1 0 1,0 0 0,0 0-1,-1 1 1,1-1-1,0 1 1,0-1-1,1 1 1,-1-1 0,0 1-1,0-1 1,1 1-1,-1 0 1,1-1-1,-1 1 1,1 0 0,0 0-1,0-1 1,0 1-1,0 0 1,0 0-1,0 1 1,3 6-3114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8 272,'0'0'13766,"0"-5"-12676,0 3-982,-1 5 695,-13 437 476,15-321-1053,-1 399 697,0-522-1934,-1-1 0,0 0 0,0 1 0,0-1-1,-4-7 1,-3-17-3143,4-10-3116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7187,'0'0'7297,"26"9"-6601,83 24-31,-100-30-532,1-1 1,-1 0 0,1 0 0,0-1-1,-1-1 1,18 0 0,-5-1 149,12 1 69,11-1-134,1 2 0,71 11 0,-116-12-259,1 1 0,-1-1 0,0 0 0,0 1 0,1-1 0,-1 0 0,0 1 1,0 0-1,0-1 0,0 1 0,1 0 0,-1-1 0,0 1 0,1 1 0,-2-1-106,0-1 0,1 1 0,-1-1 0,0 1 0,0-1 0,0 1 0,1-1 0,-1 1-1,0-1 1,0 1 0,0-1 0,0 1 0,0 0 0,0-1 0,0 1 0,0-1 0,0 1 0,0-1-1,-1 1 1,1-1 0,0 1 0,0-1 0,-1 1 0,-1 3-616,0-1 0,-1 1 0,1-1 0,-1 0 0,0 0 0,0 0 0,-4 3 0,-20 15-4434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6915,'0'0'8484,"115"44"-7940,-69-44-47,-1 0 159,0 0-304,-6 0-112,-1 0-240,-6 0 112,-5 0-288,-6 6 48,-3 4-656,-11-1-1425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3970,'0'0'6373,"7"-13"-5191,21-37-277,-21 42 1286,-4 9-1564,-2 13-980,-2-11 590,2 150 357,26 195-1,-24-334-3140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38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14 3874,'0'0'11226,"-3"63"-10410,1-37-410,1-1 1,5 47 0,-4-71-404,0 0-1,0 0 1,1 0 0,-1 0-1,1 0 1,-1 0 0,1 0-1,-1 0 1,1 0 0,-1-1-1,1 1 1,0 0 0,-1 0-1,1-1 1,0 1 0,0 0-1,0-1 1,-1 1 0,1-1-1,2 1 1,0 1 18,0-1 0,1 0-1,-1 0 1,1-1 0,-1 1 0,6 0 0,-4-1 12,1 0 1,-1 0 0,1-1-1,-1 1 1,1-1-1,-1 0 1,1-1-1,7-2 1,-10 2-71,-1 1 1,1-1-1,0-1 0,0 1 1,-1 0-1,1 0 0,-1-1 1,0 0-1,0 1 0,0-1 1,0 0-1,0 0 0,0 0 1,-1 0-1,0 0 0,1-1 1,-1 1-1,1-6 1,0-4-219,0-1 1,-1 0 0,-1-19 0,0 19 265,0 11 6,-1 0 0,1 0-1,-1-1 1,0 1 0,0 0 0,0 0-1,0 0 1,0 0 0,-1 0 0,0 1 0,1-1-1,-1 0 1,0 1 0,0-1 0,0 1 0,-1 0-1,1-1 1,0 1 0,-1 0 0,0 0 0,1 1-1,-6-4 1,5 4 3,1 0-1,0 0 1,0 0-1,-1 0 0,1 1 1,0-1-1,-1 1 1,1-1-1,0 1 1,-1 0-1,1 0 1,-1 0-1,1 0 1,-1 0-1,1 1 1,-1-1-1,1 1 1,0-1-1,-1 1 1,1 0-1,0 0 0,0 0 1,0 0-1,-1 0 1,1 1-1,0-1 1,1 1-1,-1-1 1,0 1-1,-2 3 1,-3 2 7,1 1 0,0 0 0,1 0 0,-1 1 0,2 0 0,-1 0 0,1 0 0,1 0 0,0 1 0,0 0 0,1-1 0,0 1 0,0 0 0,1 12 0,0 4 124,0-12-124,1 1-1,3 19 0,-3-32-24,1-1 0,0 1 0,-1-1 1,1 1-1,0-1 0,0 1 0,0-1 1,0 1-1,0-1 0,1 0 0,-1 0 0,0 1 1,0-1-1,1 0 0,-1 0 0,1 0 1,-1-1-1,1 1 0,-1 0 0,1 0 0,0-1 1,-1 1-1,1-1 0,0 0 0,0 1 1,-1-1-1,1 0 0,2 0 0,0 0 8,0 0 0,0 0 0,0 0 0,0 0 0,0 0 0,0-1 0,0 0 0,0 0 0,-1 0 0,1 0 0,0-1 0,5-2 0,-7 1-44,1 1 0,0-1-1,-1 1 1,1-1 0,-1 0-1,0 0 1,0 0-1,0 0 1,0 0 0,-1 0-1,1-1 1,-1 1 0,0 0-1,0-1 1,1-7-1,0-3-314,0-1-1,-2-23 1,0 25 243,0 89-604,0-48-2195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6835,'0'0'7142,"0"-4"-6744,0-14 2013,7 571-1909,-6-542-483,-1 6 69,1 0 0,4 20 0,-2 6 448,-3-35-549,0-7-198,0-6-606,0-77-3825,0 15-307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7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6051,'0'0'11952,"5"0"-11144,37 2-523,-1 1 0,1 2 0,-1 2 0,56 18 0,-59-14-206,2-2 1,-1-2-1,1-1 1,64 0-1,-103-6-95,-1 0-1,1 0 1,-1 0-1,1 0 1,-1-1-1,1 1 0,-1 0 1,1-1-1,-1 1 1,0 0-1,1-1 1,-1 1-1,0 0 0,1-1 1,-1 1-1,0-1 1,1 1-1,-1-1 1,0 1-1,0 0 0,1-1 1,-1 1-1,0-1 1,0 1-1,0-1 1,0 1-1,0-1 0,0 0 1,0 1-1,0-1 1,0 1-1,0-1 0,0-1-58,0 1-1,0 0 0,0-1 0,0 1 0,0-1 0,-1 1 1,1 0-1,0 0 0,-1-1 0,1 1 0,-1 0 0,1-1 1,-2-1-1,0 1-139,-1 1 1,1-1 0,0 0 0,-1 1-1,0-1 1,1 1 0,-1-1 0,0 1-1,1 0 1,-1 0 0,0 1 0,0-1-1,0 1 1,-4-1 0,-48 0-5108,36 1 2799,-6 0-1217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3698,'-2'0'7929,"1"0"-7855,1 0 1,0 0 0,0 0 0,-1 0-1,1 0 1,0 0 0,0 0 0,-1 0-1,1 0 1,0 0 0,0 0 0,-1 0 0,1 0-1,0 0 1,0 0 0,0 1 0,-1-1-1,1 0 1,0 0 0,0 0 0,-1 0-1,1 0 1,0 1 0,0-1 0,0 0-1,0 0 1,-1 0 0,1 0 0,0 1-1,0-1 1,0 0 0,0 0 0,0 1-1,0-1 1,-1 0 0,1 0 0,0 0-1,0 1 1,0-1 0,0 0 0,0 0 0,0 1-1,0-1 1,0 0 0,0 1 0,13 8 1241,31 7-907,-37-13-24,31 9 169,1-2 1,0-2-1,64 7 0,121-7-829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19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35 3185,'0'0'13292,"1"-12"-12580,0 12-686,0-1-1,0 0 0,0 0 1,0 1-1,0-1 0,0 1 1,0-1-1,1 1 0,-1-1 1,0 1-1,0 0 0,0 0 1,1-1-1,-1 1 0,2 0 1,-2 0-2,0 0-1,0 0 1,0 0 0,0 0 0,0-1 0,0 1-1,0 0 1,-1-1 0,1 1 0,0-1 0,0 1 0,0-1-1,0 1 1,0-1 0,-1 1 0,3-2 0,-3 1-16,1 0 1,0 0 0,0 1 0,0-1 0,0 0-1,-1 1 1,1-1 0,0 1 0,0-1-1,0 1 1,0 0 0,1-1 0,-1 1 0,0 0-1,0 0 1,0 0 0,1-1 0,171 1-113,-172 1 54,0 0 0,0 0 1,-1 0-1,1 0 1,0-1-1,-1 1 1,1 0-1,-1 0 0,1 0 1,-1 0-1,1 0 1,-1 0-1,0 1 1,1-1-1,-1 0 0,0 0 1,0 0-1,0 0 1,0 2-1,2 23 239,-2-24-191,1 9-27,-2-1 1,1 0-1,-4 15 0,3-21 37,0 1-1,-1-1 1,0 1-1,0-1 0,0 0 1,-1 0-1,0 0 0,1 0 1,-8 7-1,-25 33 32,24-29-26,0-2 0,0 1 0,-21 17 0,28-28-3,0 0 1,-1-1 0,1 1-1,0-1 1,-1 0 0,0 0-1,1-1 1,-1 1 0,0-1-1,0 0 1,0 0 0,-7-1-1,-12 7-50,24-23 11,0 14 30,0 0 0,1 1 1,-1-1-1,0 0 0,1 1 0,-1-1 1,1 1-1,-1-1 0,1 1 0,0-1 0,0 1 1,-1-1-1,1 1 0,0-1 0,0 1 1,0 0-1,1 0 0,-1 0 0,0 0 1,0 0-1,1 0 0,-1 0 0,1 0 0,-1 0 1,1 0-1,-1 1 0,1-1 0,-1 1 1,1-1-1,-1 1 0,4-1 0,6-1 32,-1 1 0,1 0 0,21 2 0,-16-1 31,11-1 226,-12 1-200,-1-1-1,18 3 1,-28-1-74,-1-1 1,1 1 0,-1 0-1,1 0 1,-1 0 0,1 0-1,-1 1 1,0-1 0,0 1-1,1 0 1,-1 0 0,0 0-1,4 5 1,0 0 46,-1 1 0,0 0-1,0 0 1,-1 1 0,0-1-1,0 1 1,-1 0 0,-1 1 0,1-1-1,-1 1 1,-1-1 0,2 16 0,-3-18-45,0 0 1,-1 0 0,0 0 0,-1 0 0,1-1 0,-1 1 0,-1 0-1,1 0 1,-1-1 0,0 1 0,-1-1 0,0 1 0,0-1 0,0 0 0,0 0-1,-1-1 1,0 1 0,-9 9 0,4-6 12,-1-1 1,0 0-1,-1-1 0,1 0 1,-1 0-1,-1-1 0,1-1 1,-1 1-1,0-2 0,0 0 1,-17 3-1,-5-1-214,-1-2 0,-68 0 0,100-4-19,-1 0 1,1 0 0,0 0-1,-1-1 1,1 1 0,0-1 0,-1 0-1,1 0 1,0 0 0,0 0 0,-1-1-1,1 1 1,0-1 0,1 0-1,-1 0 1,0 0 0,-4-4 0,-18-21-6128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38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3586,'0'0'416,"-28"69"-1056,21-63 656,0 0 320,0 4 224,0-4 240,0 13-287,0 3-385,0 0-96,7-7-32,0 4-144,0-9-529,7-10-1456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3:39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2081,'94'-17'12767,"-112"-1"-11765,10 12-771,6 4-82,0 0 0,0 0-1,-1 1 1,1-1-1,0 1 1,-1-1-1,1 1 1,-6-2 659,8 9-355,0-2-369,-1 12 226,2 0 0,0 0 0,1 0 0,4 19 0,-5-30-284,1 0 1,-1-1-1,1 1 0,0-1 0,0 0 0,0 0 1,1 1-1,0-2 0,-1 1 0,1 0 1,1 0-1,-1-1 0,0 0 0,1 1 0,0-2 1,0 1-1,0 0 0,0-1 0,8 4 0,-5-3-17,0 0 0,1-1-1,-1-1 1,0 1-1,1-1 1,-1 0-1,1-1 1,-1 0-1,1 0 1,12-2 0,-15 1-25,0 0 1,0 0 0,1-1 0,-1 0 0,-1 0 0,1 0 0,0 0 0,0-1 0,-1 0 0,1 0 0,-1 0 0,0-1 0,0 1 0,0-1 0,3-5 0,-2 2-145,0 0-1,0-1 1,-1 0 0,0 0 0,-1 0 0,0 0-1,0-1 1,0 0 0,1-12 0,-1-6-955,-1-49-1,-2 71 1024,0-2 53,0 0-1,-1 1 1,0-1 0,0 1-1,0-1 1,-1 1-1,0 0 1,0 0-1,-5-10 1,5 13 79,1 1 0,-1-1-1,0 1 1,0 0 0,0-1 0,0 1-1,0 0 1,0 0 0,-1 0 0,1 0 0,0 1-1,-1-1 1,0 1 0,1 0 0,-1-1-1,0 1 1,0 0 0,0 0 0,0 1-1,0-1 1,1 1 0,-1-1 0,-4 1 0,6 0-29,0 1 1,0-1-1,1 0 1,-1 1 0,0-1-1,0 1 1,1-1-1,-1 1 1,0-1 0,1 1-1,-1-1 1,1 1 0,-1-1-1,1 1 1,-1 0-1,1 0 1,-1-1 0,1 1-1,0 0 1,-1-1-1,1 1 1,0 0 0,0 0-1,-1 0 1,1-1-1,0 1 1,0 1 0,-4 25 56,4-25-51,0 0-48,-1 1-1,1-1 1,0 1-1,0-1 1,0 1-1,1 0 1,-1-1-1,0 1 1,1-1-1,0 1 1,-1-1-1,1 0 1,2 5-1,-2-6-148,1 0 1,-1 0-1,0 0 0,1 0 0,-1 0 0,1 0 0,-1 0 0,1 0 0,0-1 0,-1 1 0,1-1 0,0 1 1,-1-1-1,1 0 0,0 1 0,0-1 0,-1 0 0,1 0 0,3-1 0,20 1-5286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4:0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0 960,'-88'198'0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24:06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 2985 9700,'0'0'6574,"-9"-9"-5467,-32-24-192,34 25 1299,16 12-2384,3 1 250,29 7-33,-1-2 1,1-1-1,1-2 1,51 1-1,184-12 146,-180-5-97,188-45 0,95-56-38,-18-9-103,431-207-1,-576 219-41,-4-10-1,-7-9 1,218-174 0,-200 116-145,268-286 0,-271 209-97,-196 226 243,-1-1 0,-2 0 0,-2-2-1,-1-1 1,25-75 0,-38 89 84,0-1 1,-2 0-1,1-41 0,-6-78 324,0 137-295,-1-1-1,1 1 1,-1-1 0,0 1-1,-1 0 1,0 0 0,0 0-1,-1 0 1,0 1 0,0-1 0,-1 1-1,0 0 1,0 0 0,-1 1-1,0 0 1,0 0 0,0 0-1,-10-7 1,4 5-15,0 1 1,0-1-1,0 2 0,-1 0 1,0 0-1,0 1 1,0 1-1,-1 0 0,1 1 1,-23-3-1,24 5 3,-87-4 67,86 5-68,0 1 0,0 0 0,0 1 0,0 1 0,-20 6 0,6 2 13,0 2 0,0 0 0,2 2 0,-1 1 0,-22 19 0,-115 111 340,23 8 1,-25 65 248,-126 234 644,40 28-300,225-422-848,3 1 0,-23 94 0,41-132-82,1-1-1,1 0 1,2 1 0,0-1-1,0 1 1,2 0 0,6 32-1,-5-45-25,0 0 0,0 0-1,1 0 1,0-1 0,1 1-1,0-1 1,1 0 0,-1 0-1,1 0 1,1-1 0,0 0-1,0 0 1,0 0 0,1-1-1,13 11 1,0-4 1,1-1 1,1-1-1,0-1 0,1-1 1,0-1-1,0-1 0,34 6 1,27 1-1,144 5 0,-105-16-30,132-14 0,96-42-232,-1-22-169,-245 52 308,246-53 17,-74 27 170,-88 32 89,-169 16-158,0 1 1,0 0 0,23 4-1,-41-4-7,0 1-1,0-1 1,0 1 0,0-1-1,0 1 1,0 0-1,-1 0 1,1 0-1,0 0 1,0 0-1,-1 0 1,1 0-1,-1 1 1,1-1-1,-1 1 1,0-1-1,1 1 1,-1-1 0,0 1-1,0 0 1,0 0-1,0-1 1,-1 1-1,1 0 1,1 4-1,-1 0-12,-1 1 0,1-1 0,-1 0 0,0 1 0,-1-1 0,-1 7 0,1-5 2,-2 9 1,0-1 0,-2 1-1,0-1 1,-1 0 0,-1 0-1,0-1 1,-18 27 0,18-29-67,2-6-83,1-1 0,0 1 0,0 0 0,1 0 0,0 0-1,0 0 1,1 1 0,-3 12 0,6-16-1574,47-10-13198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8.9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4786,'0'-8'9935,"17"320"-7334,-3-96-978,-12-106-825,-1-29-142,17 120 0,-17-197-628,-1-3-27,0 0 1,0 0 0,0 0 0,0-1 0,0 1-1,0 0 1,0 0 0,0 0 0,1-1 0,-1 1 0,0 0-1,0 0 1,1-1 0,-1 1 0,1 0 0,-1-1 0,1 1-1,-1 0 1,2 0 0,-2 0-157,0-89-7686,0 53 3026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9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8500,'0'0'4415,"31"-19"-3911,104-57-135,-129 72-310,0 1 0,1 0 0,0 0 1,0 1-1,0 0 0,0 0 0,0 0 0,0 1 1,0 0-1,0 1 0,1 0 0,11 0 1,3 1 239,-15 0-171,1-1 0,-1 1-1,0 0 1,0 1 0,0-1-1,0 1 1,0 1 0,0-1-1,-1 1 1,9 5-1,-5-1 65,0 0 0,-1 0 0,0 0 0,0 1-1,13 17 1,-3-1 227,-2 1 0,-1 1 0,-1 0 1,13 35-1,-15-29-48,-1 1 1,-2 0 0,-1 1 0,8 68 0,-12-39 143,-5 117 0,-2-158-492,-1 0 0,-1-1 1,-1 1-1,-1-1 0,-1 0 0,0-1 0,-2 0 1,0 0-1,-1 0 0,-1-2 0,-14 19 1,13-21-67,-1 0 0,0-1 1,-1 0-1,-1-1 1,0-1-1,-1-1 1,-1 0-1,1-1 0,-2 0 1,0-2-1,0 0 1,-20 7-1,31-14-104,1 0 1,-1-1-1,0 0 0,0 0 0,-11 0 1,17-1 58,0 0 1,0-1-1,0 1 1,0 0 0,0 0-1,0-1 1,0 1-1,0 0 1,1-1-1,-1 1 1,0-1 0,0 1-1,0-1 1,0 0-1,0 1 1,1-1-1,-1 0 1,0 0 0,1 1-1,-1-1 1,0 0-1,1 0 1,-1 0-1,1 0 1,-1 0 0,1 0-1,0 0 1,-1 0-1,1-1 1,-4-35-4160,3 28 1840,-2-13-5844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9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9316,'0'0'6083,"21"179"-3506,-17-94-400,-1-7-1088,-3-12-737,7-22-352,4-19-112,3 0-592,3-15-3026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2.2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63 320,'0'0'10648,"-3"-1"-9832,-2-1-617,1 1 1,-1 0-1,1 0 0,-1 0 1,0 1-1,1 0 0,-1 0 1,0 0-1,0 0 0,1 1 1,-1 0-1,0 0 0,1 0 1,-1 0-1,1 1 0,-1 0 1,1 0-1,0 0 0,0 0 1,-7 5-1,4-1-134,0-1 1,1 1-1,-1 0 0,1 0 0,0 1 1,1-1-1,0 1 0,0 1 1,0-1-1,1 1 0,0 0 1,0 0-1,1 0 0,0 0 0,1 1 1,0-1-1,0 1 0,0-1 1,1 1-1,1 15 0,-1 1-56,0-7 216,1-1 0,1 0 0,0 0 0,1 1 0,1-1 0,0-1 0,11 32 0,-4-27 118,0-2 0,1 1 0,15 17 0,-20-28-178,1 0-1,0 0 1,1-1 0,0 0-1,0-1 1,1 0 0,18 12-1,-21-17-114,0 0 0,-1 0 0,1 0 0,0-1 0,0 0 0,0 0 0,12 0 0,-14-1-30,0 0-1,-1 0 0,1 0 0,0-1 1,0 1-1,-1-1 0,1 0 0,-1 0 1,1 0-1,-1-1 0,1 1 0,-1-1 1,7-4-1,-5 1-55,0-1 1,-1 0-1,1 0 1,-1-1-1,-1 1 1,1-1-1,-1 0 1,0 0-1,0 0 1,-1-1-1,2-12 1,1-2-380,-2 0 0,0-42 1,-2 14 50,-1-47 89,-1 86 265,-1 0 1,1 0 0,-2 0-1,0 0 1,0 0 0,-7-15 0,-6-6 29,-1 1 0,-2 1 0,-28-35 0,46 63-26,0 1 0,0 0 0,0 0 0,0 0 0,0 0 0,0 1 0,0-1 0,0 0 0,0 0 0,0 1 0,-1-1 1,1 0-1,0 1 0,0-1 0,-1 1 0,1 0 0,-1 0 0,1-1 0,0 1 0,-1 0 0,1 0 0,0 0 0,-1 0 0,1 0 0,-1 1 1,1-1-1,0 0 0,-1 1 0,1-1 0,0 1 0,-3 0 0,1 1 7,-1 1-1,1-1 1,0 1-1,-1-1 1,1 1-1,0 0 1,1 0-1,-1 0 1,-2 4 0,-23 38-46,1 0-1065,6-17-3325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7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9204,'0'0'4909,"4"0"-4631,-3 1-241,0-1 0,0 0 0,0 0 0,0 0 0,0 0 0,0 1 0,0-1 0,0 0 0,0 1 0,0-1 0,0 1 0,0-1 0,0 1 0,0 0 0,0-1 0,0 1 0,-1 0 0,1 0 0,0-1 0,-1 1 1,1 0-1,0 0 0,-1 0 0,1 0 0,0 1 0,9 32 724,-8-24-666,53 345 2956,-44-261-2495,6 61 134,15 111 412,20-5-351,-48-244-684,1-1 0,1 0 1,13 27-1,-19-75-4765,-7-11 563,-6-3-1689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7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1 161 10213,'0'0'3417,"42"-23"-3257,138-74-122,-168 91-20,0 0-1,1 1 1,-1 0 0,1 1 0,0 0 0,0 1 0,1 1-1,-1 0 1,1 1 0,21 0 0,-10 1 68,-5-1-26,11 1 190,41 3 0,-62-2-134,1 1-1,-1 0 1,1 1-1,-1 0 1,0 1-1,0 0 0,14 8 1,-10-4 48,-1 0 1,0 1-1,0 1 1,-1 0-1,0 1 1,-1 0-1,0 0 1,-1 1-1,-1 1 1,0 0 0,0 0-1,-1 1 1,-1 0-1,0 0 1,-1 1-1,-1 0 1,0 0-1,-1 0 1,0 0-1,1 18 1,-2-2 13,-2 0 0,-1 0 1,-1 0-1,-2 0 0,-1 0 0,-1 0 1,-2-1-1,-1 0 0,-1 0 0,-16 34 1,7-27-159,-1 0 0,-2-1 0,-2-2 0,-1 0 0,-34 37 0,44-55-19,-1-2-1,0 0 0,-1-1 1,-1 0-1,0-1 0,-1-1 1,0-1-1,0 0 1,-1-2-1,-1 0 0,1-1 1,-28 6-1,35-11-274,1-1 0,-23 0 0,34-12-1772,0-20-486,3-11-1998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8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6 2017,'-7'8'13459,"20"-11"-13106,0 0 0,0 0 0,1 1 0,0 1-1,-1 0 1,1 1 0,23 3 0,-32-3-265,0 1 0,1 1 0,-1-1 0,0 1 0,0 0 0,0 0 0,0 1 0,0-1 1,8 7-1,-10-7-11,0 1 0,-1 0 0,1 0 0,-1-1 0,0 1 0,0 1 0,0-1 0,0 0 0,0 0 0,0 1 0,-1-1 0,0 1 0,0-1 0,0 1 0,1 6 0,-1-2-25,1 0 0,-2 0 1,1 0-1,-1-1 0,0 1 0,-1 0 0,0 0 0,0 0 1,-1 0-1,0-1 0,0 1 0,-1-1 0,0 0 0,0 1 1,0-1-1,-1 0 0,-6 7 0,-15 15 32,-1-2 1,-2-1-1,0-1 0,-64 41 1,73-52-112,19-14 26,-1 0 0,1 0 1,0 0-1,0 0 0,0 0 0,0 0 0,0 0 1,-1 0-1,1 1 0,0-1 0,0 0 0,0 0 1,0 0-1,0 0 0,0 0 0,0 0 0,0 0 1,0 1-1,-1-1 0,1 0 0,0 0 0,0 0 1,0 0-1,0 0 0,0 1 0,0-1 0,0 0 1,0 0-1,0 0 0,0 0 0,0 0 1,0 1-1,0-1 0,0 0 0,0 0 0,0 0 1,0 0-1,0 0 0,0 1 0,0-1 0,1 0 1,-1 0-1,0 0 0,0 0 0,0 0 0,0 0 1,0 0-1,0 1 0,0-1 0,0 0 0,0 0 1,1 0-1,-1 0 0,0 0 0,0 0 0,0 0 1,0 0-1,0 0 0,1 0 0,-1 0 0,0 0 1,0 0-1,0 0 0,0 1 0,0-1 0,1-1 1,10 2-59,-11-1 46,47-2-83,80-17 1,12 0 64,-65 16-599,-28 2-4977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3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33 1185,'0'0'7507,"-1"-4"-6531,1 4-994,0-1 196,0 0-1,0 0 1,0 0-1,0 0 1,-1 0-1,1 0 1,0 0 0,0 0-1,-1 0 1,1 0-1,-1 0 1,1 0-1,-1 1 1,1-1-1,-1 0 1,1 0 0,-1 0-1,0 1 1,0-1-1,1 0 1,-1 1-1,0-1 1,0 1 0,-1-2-1,2 2 5,-32 1 722,30 1-844,-1-1 1,1 0-1,0 1 1,-1-1-1,1 1 1,0 0-1,0 0 1,0 0-1,0 0 0,0 0 1,1 0-1,-1 0 1,0 0-1,-1 5 1,-18 39 235,18-38-240,-8 21 68,0 0-1,2 1 1,1 1-1,1-1 1,2 1-1,-3 51 1,8-51 138,-1-16-32,1 0 0,0 0 0,2 0 1,3 21-1,-3-31-168,-1 0 0,1 0 1,0 0-1,1 0 0,-1-1 1,1 1-1,0-1 0,0 1 1,0-1-1,1 0 1,-1 0-1,1-1 0,0 1 1,0-1-1,1 1 0,5 2 1,-2-2-22,0 0 1,0-1-1,0 0 0,1 0 1,-1-1-1,1 0 1,0-1-1,0 1 1,-1-2-1,1 1 1,0-1-1,11-2 0,-10 1-5,0 0-1,0-1 1,0 0-1,0-1 1,0 0-1,-1-1 0,0 0 1,1 0-1,-1-1 1,10-7-1,-5 1-79,-1 0-1,0-1 1,-1-1-1,0 0 1,-1 0-1,-1-1 1,0 0-1,-1-1 1,-1 0-1,0-1 1,8-21 0,-14 24-129,0 1 0,0-1 1,-1 0-1,-1 0 0,0 0 1,-3-20-1,1 25 167,0 1 0,-1-1 1,0 1-1,0-1 0,0 1 0,-1 0 0,0 0 0,-1 1 1,1-1-1,-11-9 0,4 1 9,-3-2 17,0 1 1,0 1-1,-2 0 1,0 1-1,-19-13 1,28 22-68,1 1 0,-1 0-1,0 0 1,-1 0 0,1 1 0,0 0 0,-1 0 0,0 1 0,0 0 0,0 0 0,0 1 0,0 0-1,0 0 1,0 1 0,0 0 0,-12 2 0,18-1-187,0-1 0,1 1 1,-1 0-1,0-1 0,1 1 0,-1 0 1,1 0-1,-1 0 0,1 0 0,0 1 0,-1-1 1,1 0-1,0 1 0,0-1 0,-1 2 1,-6 10-4385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4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8004,'0'0'10664,"0"18"-10699,4 73 567,18 96 0,-3-24 207,-8-27-173,14 135 594,-23-254-1090,-1-8-15,-1 0 1,2-1-1,-1 1 1,1-1-1,0 1 1,1-1-1,0 0 0,0 0 1,7 12-1,-8-17-41,-2-3-54,-2-83-6883,-3 47 2003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5.6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0 146 6051,'0'0'6712,"6"-12"-6312,21-39 17,-23 46-300,-1 1 0,1-1 0,0 1 0,1 0 0,-1 0 0,1 0 0,0 0 0,0 1 0,0 0 0,0 0 0,0 0 0,1 1 0,10-4 0,-2 1 184,3-1-182,1 1 1,-1 1-1,1 1 0,0 0 1,0 2-1,0 0 0,23 2 1,-29-1-69,-5 0 3,-1 0 1,1 1-1,-1 0 0,0 0 1,1 1-1,-1 0 0,0 0 1,0 0-1,0 1 0,0 0 1,9 6-1,-6-3 9,-1 1-1,0 0 1,0 1 0,0 0-1,-1 0 1,9 13 0,-1 2 94,-2 1 0,0 0 0,-2 1-1,15 46 1,-12-22 148,-3 1-1,-2 1 0,-2 0 0,-2 0 0,-2 0 0,-7 74 0,3-116-303,-1 0 0,0 0-1,0 0 1,-1 0 0,0-1-1,-1 1 1,0-1-1,0 0 1,-1 0 0,0 0-1,0-1 1,-1 1 0,-13 12-1,-7 5 3,-2-1 0,-36 24 0,33-25 41,28-21-42,-26 19 59,-50 30 1,69-46-98,0 0 0,-1-1 1,0 0-1,0 0 0,0-1 0,0-1 1,0 0-1,0 0 0,-15-1 1,24-1-37,0 0-1,0 0 1,1 0 0,-1-1 0,0 1 0,0 0 0,0-1 0,0 0 0,1 0 0,-1 1-1,0-1 1,1 0 0,-1 0 0,1 0 0,-1-1 0,1 1 0,-2-2 0,0 0-103,0 0 1,1-1-1,0 0 1,0 1-1,0-1 1,0 0-1,-2-5 1,0-5-2162,1 0 1,0-1 0,-1-21 0,3 19-4965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0:56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3 102 5731,'0'0'6856,"0"-7"-6397,-2-21-123,2 27-270,0-1 1,0 1-1,0 0 0,0-1 1,0 1-1,1 0 0,-1 0 0,1-1 1,-1 1-1,1 0 0,-1 0 1,1 0-1,0 0 0,-1 0 1,1-1-1,0 2 0,0-1 0,0 0 1,0 0-1,0 0 0,1-1 1,26-13 1532,-18 9-1362,-4 3-210,1 0-1,-1 0 1,1 1-1,0 0 1,-1 0-1,1 1 1,0-1-1,0 1 1,0 1-1,0 0 1,0 0-1,0 0 1,12 2 0,-15-1 22,0-1 0,0 1 1,0 0-1,0 1 0,0-1 1,0 1-1,0-1 0,0 1 0,-1 0 1,1 1-1,-1-1 0,1 0 1,-1 1-1,0 0 0,0 0 1,0 0-1,-1 0 0,1 0 1,-1 1-1,1-1 0,-1 1 1,0 0-1,2 5 0,-2 0 27,-1-1 0,1 0 0,-1 1 0,-1-1 0,0 1 0,0-1 0,0 1 0,-1-1 0,-1 1 0,1-1 0,-1 0-1,-1 1 1,1-1 0,-1 0 0,-5 8 0,5-11-135,1 0 0,-1 0 0,0 0 0,-1 0 0,1-1 0,-1 0 0,1 1 1,-1-1-1,-1-1 0,1 1 0,0-1 0,-1 1 0,0-1 0,0-1 0,0 1 0,0-1 0,0 0 0,0 0 0,-1 0 0,1-1 0,-1 1 0,1-1 0,-9 0 0,13-1-27,1 0-1,-1 0 1,1 0-1,-1 0 1,1 0-1,-1 0 1,1 0-1,-1 0 0,1-1 1,-1 1-1,1 0 1,-1 0-1,1 0 1,-1-1-1,1 1 1,-1 0-1,1-1 1,0 1-1,-1 0 1,1-1-1,-1 1 0,1 0 1,0-1-1,-1 1 1,1-1-1,0 1 1,0-1-1,-1 1 1,1 0-1,0-1 1,0 1-1,0-1 1,0 1-1,0-1 0,-1 1 1,1-1-1,0 0 1,0 1-1,0-1 1,0 1-1,0-1 1,1 0-1,-1 0 35,0-1 0,0 1 0,1 0-1,-1-1 1,1 1 0,-1 0 0,1 0-1,0-1 1,-1 1 0,1 0 0,0 0-1,0 0 1,0 0 0,0 0 0,1-2 0,3 1 125,1 0 1,0 1-1,-1-1 1,1 1-1,0 0 1,0 0-1,0 1 1,-1 0 0,1 0-1,9 1 1,3 0 362,-16-1-368,0 0 0,0 0 1,0 0-1,0 0 0,0 0 0,0 0 0,0 1 0,0-1 0,0 1 0,0 0 0,0-1 0,0 1 0,0 0 0,0 0 0,0 0 0,0 1 0,-1-1 0,1 0 0,0 1 0,-1-1 0,1 1 0,-1-1 0,0 1 0,2 2 0,-1 1 82,0 0 1,-1 0-1,1 0 0,-1 0 0,0 0 0,-1 1 0,1-1 0,-1 10 0,0-10-136,0-1-1,0 1 1,-1-1 0,1 1-1,-1-1 1,0 0-1,0 1 1,0-1-1,-1 0 1,0 0-1,1 0 1,-1 0-1,-1 0 1,1 0-1,-1-1 1,1 1-1,-1-1 1,0 1-1,0-1 1,0 0-1,-1 0 1,1-1-1,-1 1 1,0-1-1,1 0 1,-1 1-1,0-2 1,0 1-1,-1 0 1,-7 1-1,1-1-655,0 0 1,0-1-1,0 0 0,-17-2 0,-4-2-3664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4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213 0 6915,'0'0'4159,"-13"1"-3838,-41 6-156,49-6-103,0 0 1,0 1-1,0 0 0,1 0 0,-1 0 1,0 0-1,1 1 0,-1 0 1,1 0-1,0 0 0,0 0 1,-4 5-1,3-3 35,-2 1 34,1 1 1,0 0-1,1 0 0,-1 0 1,1 1-1,1 0 1,-1 0-1,1 0 0,1 0 1,0 1-1,0 0 0,1-1 1,-3 18-1,1 5 264,2 1 1,4 52-1,-1-43 70,0-20-190,1 0 1,1-1-1,0 1 1,10 28-1,-10-38-113,2 1 0,-1-1-1,2 0 1,-1 0 0,1 0 0,1-1-1,0 0 1,16 18 0,-19-25-115,-1 0 0,1 0-1,0 0 1,0-1 0,0 1 0,0-1 0,0 0-1,0 0 1,1-1 0,-1 1 0,0-1 0,1 0 0,0 0-1,-1-1 1,1 1 0,-1-1 0,1 0 0,5-1-1,-5 0-13,1 1-1,0-1 0,-1-1 1,1 1-1,-1-1 0,0 0 1,1-1-1,-1 1 0,0-1 0,0 0 1,-1 0-1,1 0 0,-1-1 1,7-6-1,2-5-62,-1-1 0,0-1 0,-1 0 1,0-1-1,-2 0 0,0 0 0,-1-1 0,6-21 0,-6 11-676,-1 0-1,-1-1 0,-2 1 1,2-59-1,-6 79 536,0 0 0,-1 1-1,0-1 1,0 0 0,-1 0-1,-3-8 1,3 11 146,-1 1 0,1 0 0,-1-1 0,0 1 0,-1 0 0,1 1 0,-1-1 0,0 1 0,-7-7 0,0 1 109,-1 0-1,0 1 1,-20-11-1,26 16 25,-1 1 1,1 0-1,-1 1 0,0 0 1,0 0-1,0 0 0,0 1 1,0 0-1,-12 0 0,12 1-91,-1-1 0,1 1 0,0 1 0,-1 0 0,1 0 0,0 0 0,0 1 0,0 0 0,0 0 0,0 0 0,0 1 0,0 1-1,1-1 1,0 1 0,-1 0 0,-6 6 0,-39 36-4005,27-21-3760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6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 2049,'0'-14'13836,"0"336"-11757,0-104-5983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6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236 10 7203,'0'0'4480,"-4"-2"-4072,-2 1-222,1-1 0,-1 1 1,0 0-1,0 0 0,1 0 1,-1 1-1,0 0 0,0 0 1,0 0-1,0 1 0,1 0 1,-1 0-1,0 0 0,1 1 0,-1 0 1,1 0-1,-1 0 0,1 1 1,0 0-1,0 0 0,0 0 1,0 1-1,-6 6 0,3-4-129,0 1-1,1 0 1,0 0-1,1 1 0,-1-1 1,1 2-1,1-1 1,0 1-1,0-1 1,0 1-1,1 1 1,1-1-1,0 0 1,0 1-1,1 0 0,0 0 1,0 0-1,0 14 1,0 0 213,1 1 0,2 0 0,0-1 0,1 1 0,2-1 0,9 38 0,-10-54-165,0 0-1,0 0 1,1 0 0,0 0-1,1-1 1,-1 1 0,2-1-1,-1 0 1,10 9-1,-10-11-53,1-1 0,-1 0 0,1 0-1,0 0 1,0-1 0,1 0 0,-1 0-1,0-1 1,1 1 0,0-2 0,0 1-1,0-1 1,10 1 0,-10-1-27,0 0 0,0-1 0,0 0 0,0-1 0,0 0 0,0 0 1,0 0-1,-1-1 0,1 0 0,0 0 0,-1 0 0,1-1 0,-1 0 0,0-1 1,0 1-1,0-1 0,0-1 0,-1 1 0,1-1 0,-1 1 0,0-1 0,-1-1 1,6-6-1,2-4-192,-1-1 0,0-1 1,-1 1-1,-1-2 0,0 1 0,-2-1 1,0 0-1,-1-1 0,-1 1 1,-1-1-1,-1-1 0,0 1 1,-1-26-1,-2 42 124,0-7-155,0 1 0,0-1 0,-1 1 0,-4-18 0,4 24 178,-1 0 0,0 0 0,0 0 0,0 1 0,0-1 1,-1 1-1,1-1 0,-1 1 0,0 0 0,0 0 0,0 0 0,0 0 0,-1 0 0,-3-1 0,2 0 72,-1 2 1,1-1-1,-1 0 0,1 1 0,-1 0 0,0 1 0,1-1 1,-1 1-1,-12-1 0,-3 1 96,-31 3 1,32-1-136,-17 4 69,-9-1-4502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7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10 3698,'0'0'8945,"0"-7"-7506,0 4-493,-5 40-354,2-1 0,3 63 0,1-36-87,0 241 576,0-280-1648,1 0-1,2-1 1,6 25 0,-7-37-923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8.2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209 43 6851,'0'0'5667,"-2"-6"-5200,-6-17-65,7 22-333,0-1-1,0 1 1,-1 0-1,1 0 1,0 0 0,0 0-1,-1 1 1,1-1-1,0 0 1,-1 0-1,1 1 1,-1-1-1,1 1 1,-1-1-1,1 1 1,-1 0-1,1-1 1,-1 1-1,0 0 1,1 0-1,-1 0 1,1 0-1,-1 1 1,1-1-1,-3 1 1,-4-1 156,-7 0 120,7 0-177,-1 0 1,1 0 0,0 1-1,-14 2 1,19-2-138,0 0 0,0 1 0,0-1 0,0 1 0,0-1 1,0 1-1,1 0 0,-1 0 0,0 0 0,1 0 0,0 0 0,-1 1 0,1-1 1,0 1-1,-2 4 0,-2 3 44,1 0 0,0 1 1,1 0-1,0 0 0,1 0 0,0 0 1,1 0-1,-2 23 0,3-1 615,5 61 0,-3-81-511,1-1 0,1 0 0,0 0 0,1-1 0,0 1 0,1-1 0,0 0 0,1 0 0,12 19 0,-13-24-117,-1 0 0,1 0 0,0 0 0,0-1 0,0 0 0,1 0 1,0 0-1,0-1 0,0 0 0,1 0 0,-1 0 0,1-1 0,0 0 0,0 0 0,0-1 1,0 0-1,10 2 0,-11-3-15,1-1 1,0 1-1,0-1 1,-1-1 0,1 1-1,0-1 1,-1 0-1,1-1 1,7-2-1,-10 2-26,1 0 0,-1-1-1,1 1 1,-1-1 0,0 0-1,0-1 1,-1 1 0,1 0-1,-1-1 1,1 0 0,-1 0-1,3-6 1,4-7-183,0-1 0,-1 0-1,-1-1 1,-1 0 0,0 0-1,-1 0 1,-2-1 0,0 0-1,-1 0 1,-1 0 0,-1-40 0,0 55 61,-2 1 0,1 0 0,0 0 0,-1 0 0,0 0 1,0 0-1,0 0 0,0 0 0,-1 0 0,1 0 0,-1 0 1,0 1-1,-1-1 0,1 1 0,-4-5 0,2 4 61,0 0-1,0 1 0,-1-1 0,1 1 1,-1 0-1,0 1 0,0-1 1,0 1-1,0 0 0,-7-2 1,-9-1 67,-1 1 1,0 1 0,0 1 0,-36 2 0,45 0-89,-21 0-1298,11 0-3130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8.6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48 4114,'0'0'9639,"-3"-8"-8985,-8-24-180,8 25-220,4 14-89,0 1 1,0 0-1,-1 0 1,0-1-1,-2 12 1,1 13 210,1 444 563,0-439-3210,3-18-2336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9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166 45 5843,'0'0'5909,"-2"-3"-5269,1 1-489,-1 1 0,1-1 0,-1 1 1,0 0-1,0 0 0,0-1 0,1 1 0,-1 0 0,0 0 0,-1 1 0,1-1 0,0 0 0,0 1 0,0-1 0,0 1 0,0 0 0,-1 0 0,1-1 0,0 1 0,0 1 0,0-1 1,-4 1-1,2-1-20,0 0 1,0 1-1,0-1 1,1 1 0,-1 0-1,0 0 1,0 1 0,1-1-1,-1 1 1,1 0 0,-1 0-1,1 0 1,-6 4-1,2 3-71,1 0 1,0 0-1,1 1 0,0-1 0,0 1 0,1 0 0,0 1 0,1-1 0,0 1 0,1-1 0,-2 19 0,1 10 533,4 74-1,0-106-491,0 9 99,1 0 0,0-1 0,1 1 0,1-1 1,1 0-1,9 22 0,-10-27-123,1 0 1,1 0-1,0-1 0,0 0 1,1 0-1,0 0 0,0-1 0,1 0 1,0-1-1,10 8 0,-13-12-32,0 0 1,0 0-1,1 0 0,0-1 0,-1 1 0,1-1 0,0-1 0,9 2 0,-12-2-31,0-1 0,0 1 0,0-1 0,1 0 0,-1 0 0,0-1 0,0 1 0,0 0 0,1-1-1,-1 0 1,0 0 0,0 0 0,0 0 0,0-1 0,0 1 0,0-1 0,4-2 0,-2-1-8,-1-1 1,1 1 0,-1-1 0,0 0-1,-1 0 1,1 0 0,-1 0-1,2-8 1,4-9-34,6-28-1,-4-4-605,-3-1-1,-2 0 1,-3 1 0,-5-86-1,2 137 628,-1 1 0,1-1 0,-1 1 0,1-1 0,-1 1 0,0 0 0,0-1 0,-1 1-1,1 0 1,-1 0 0,0 0 0,1 0 0,-1 0 0,-1 0 0,1 0 0,0 1 0,-1-1 0,1 1 0,-1 0-1,0 0 1,0 0 0,0 0 0,0 0 0,-6-2 0,-1 0 63,1 1 0,-1 0 0,0 1 0,0 0 0,-1 0 0,1 1 0,-16 1 0,23 0-70,-1 0 0,0 1 0,1 0 0,-1 0 0,0 0 0,1 0 0,-1 1 0,1-1 0,-1 1-1,1 0 1,0 0 0,0 0 0,0 0 0,0 1 0,0-1 0,0 1 0,1 0 0,-1-1 0,1 1-1,0 0 1,0 1 0,0-1 0,0 0 0,-1 5 0,-2 2-316,1 0 1,0 1-1,1-1 1,1 1-1,-1 0 1,2 0-1,-2 14 0,3 25-3907,0 3-3744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09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0 5122,'0'0'13126,"-31"16"-12437,31 34-337,0 19 208,0 13 176,0 2-351,0-5-385,0-16-48,0-29-1185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3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0 8004,'0'0'4831,"-3"1"-4545,-3 2-129,1 0 1,0 0 0,0 0 0,1 0 0,-1 1 0,1-1-1,-1 1 1,1 0 0,0 1 0,-3 4 0,-37 53 448,37-51-484,2 1-1,-1 0 0,1 0 1,1 0-1,0 1 1,0-1-1,-2 24 0,3 1 427,1 51 0,3-53-302,-1-20-66,1-1 0,1 1 1,0 0-1,1-1 0,0 1 0,2-1 0,-1 0 0,10 18 0,-9-23-49,-1 0 1,2 0-1,-1-1 0,1 0 0,0 0 0,1-1 0,0 1 1,0-2-1,1 1 0,-1-1 0,1 0 0,1 0 1,12 6-1,-16-10-92,1 1-1,0-1 1,0-1 0,0 1 0,0-1 0,0 0-1,0 0 1,0-1 0,0 1 0,0-1 0,0-1-1,1 1 1,-1-1 0,0 0 0,0-1 0,0 1 0,0-1-1,-1 0 1,1-1 0,-1 1 0,1-1 0,-1 0-1,0-1 1,0 1 0,0-1 0,0 0 0,-1 0-1,1-1 1,-1 1 0,4-7 0,7-10-251,0-1 1,-2 0-1,-1-1 0,-1 0 0,0-1 1,-2 0-1,-1-1 0,-1 0 0,-1 0 1,-1 0-1,-2-1 0,0 1 1,-1-35-1,-3 54 165,0 1 0,0-1 1,0 1-1,-1-1 0,1 1 1,-1 0-1,0 0 0,-1-1 0,1 2 1,-1-1-1,0 0 0,-1 0 1,1 1-1,-1 0 0,1 0 1,-1 0-1,-1 0 0,1 0 0,0 1 1,-1 0-1,-5-3 0,-5-3 93,0 1 1,0 1-1,0 0 0,-1 1 0,0 1 0,-17-3 1,4 3 0,0 2 1,-1 2-1,-36 2 1,19-1-537,45 0 68,0 0 0,0 0 0,-1 1 0,1-1 0,0 0 0,0 1 0,0 0 0,0-1 0,0 1 0,0 0 0,0 0-1,0 0 1,0 0 0,1 0 0,-4 3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4.2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2785,'0'0'10408,"0"-6"-9338,0-17-227,0 17 619,0 11-1126,31 519 1907,-30-512-2238,1 0 0,0 0 0,1-1 0,5 15-1,-7-22-297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4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7603,'0'0'8052,"3"125"-7492,-3-53 193,0 13-321,0 9 48,0 0-160,0-12-320,0-26-96,0-34-1745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5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224 8 6195,'-4'-7'10062,"4"7"-9919,-5 0-33,1 0 1,0 0 0,-1 0 0,1 0 0,0 1 0,0 0 0,0 0 0,-1 0 0,1 0 0,0 1 0,0-1 0,1 1 0,-1 0 0,0 1-1,0-1 1,1 0 0,0 1 0,-5 3 0,-4 5-76,0 1-1,0 0 0,1 0 1,0 1-1,1 0 0,1 1 1,0 0-1,1 1 1,1 0-1,0 0 0,0 1 1,2-1-1,0 1 1,1 1-1,1-1 0,0 0 1,0 21-1,1 2 166,3 133 1043,0-155-1088,2 1 0,0 0-1,0-1 1,2 1 0,0-1 0,1-1 0,10 23-1,-13-35-107,0 1 0,0 0 0,0-1 0,0 0 0,1 1 0,0-1 1,0-1-1,0 1 0,0 0 0,1-1 0,-1 0 0,7 3 0,-8-4-26,0-1 0,1 0 1,-1 0-1,0 0 0,1 0 1,-1 0-1,1-1 0,0 0 1,-1 1-1,1-1 0,-1-1 1,1 1-1,-1 0 0,1-1 0,0 0 1,-1 0-1,0 0 0,1 0 1,4-3-1,-3 2 0,-1-1 0,1-1 0,-1 1 0,1-1 0,-1 0 0,0 0-1,6-8 1,23-38 63,-30 47-81,10-20-181,0 0 1,-1-1 0,-2-1 0,13-42 0,-18 49-160,-1-1-1,-1-1 1,0 1-1,-1 0 1,-2-1-1,0 1 0,-3-24 1,2 37 300,-1 1 1,0-1-1,0 1 0,-1 0 1,1 0-1,-1 0 1,0 0-1,0 0 0,-1 1 1,1-1-1,-1 1 0,0 0 1,0 0-1,-1 0 0,1 1 1,-1 0-1,0 0 1,1 0-1,-7-3 0,-1 0 73,-1 0 0,0 1 0,0 0 1,0 1-1,0 1 0,-25-4 0,-50 6-570,88 1 507,-1 0-149,1 0 0,-1 0 0,0 0 0,0 0 0,1 0 0,-1 0 0,0 0 0,1 0 0,-1 0 0,0 0 0,0 0 0,1 1 0,-1-1 0,0 0 0,1 1 1,-1-1-1,1 0 0,-1 1 0,0-1 0,1 1 0,-1-1 0,1 1 0,-1-1 0,1 1 0,-1-1 0,0 2 0,-6 12-5845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6.4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54 7235,'-4'0'9732,"-16"-3"-9115,17 3-600,1-1 0,0 1-1,-1 0 1,1 0 0,-1 0 0,1 1 0,-1-1-1,1 0 1,-1 1 0,1 0 0,0-1 0,-1 1-1,1 0 1,0 0 0,0 0 0,-1 1 0,1-1-1,0 0 1,0 1 0,1 0 0,-1-1-1,0 1 1,0 0 0,1 0 0,-1 0 0,1 0-1,0 0 1,-1 0 0,1 0 0,0 0 0,0 1-1,0-1 1,0 5 0,-4 6 162,1 1-1,1 0 1,0 1-1,1-1 1,0 15 0,4 75 737,0-81-705,1 0 1,2-1 0,0 1-1,1-1 1,1 0-1,2 0 1,0-1 0,1 0-1,1 0 1,0-1 0,21 25-1,-28-40-174,-1-1 1,1 0-1,0 0 0,0 0 0,1 0 0,-1-1 0,1 0 0,0 0 0,-1 0 0,1 0 0,1-1 0,-1 1 0,0-1 0,10 2 0,-12-4-22,1 0 0,0 1 0,0-1 0,0-1 0,-1 1 0,1 0 0,0-1 0,0 0 0,-1 0 0,1 0-1,0 0 1,-1-1 0,1 1 0,-1-1 0,0 0 0,1 0 0,-1 0 0,0-1 0,0 1 0,-1-1 0,1 1 0,4-6-1,5-8 16,0-1 0,-1 0-1,0-1 1,-2 0-1,0-1 1,10-30 0,-7 8-233,-1-1 1,6-50-1,-12 50-440,-1-56 0,-4 92 546,0 0 1,0 0-1,-1 0 0,1 1 0,-2-1 0,1 0 0,-1 0 0,1 1 0,-5-8 1,4 9 52,0 0 1,-1 1 0,0-1-1,0 1 1,0 0 0,0 0 0,0 0-1,-1 0 1,0 0 0,1 1 0,-1-1-1,-6-2 1,1 1 51,-1 0-1,1 1 1,-1 0-1,0 0 1,0 1-1,-17-1 1,-63 1 419,50 3-331,37-1-184,-4 0-151,1 0 0,0 0 0,0 0 0,-1 1 0,1 0 0,-8 3 0,13 10-5542,1 4 611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8132,'0'0'6512,"0"10"-4594,0 252 2059,0-175-5163,0 0-3291,-1-103-568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7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 8020,'0'0'8852,"-3"88"-8084,-1-32 80,1 10 49,3 10-49,-4 2-207,1-6-433,3-19-208,0-21-16,0-20-96,-4-43-8756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8.7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0 496,'0'0'13412,"-7"0"-12719,-35 0-28,41 1-631,-1-1 1,0 1 0,0-1 0,1 1 0,-1 0-1,1 0 1,-1-1 0,0 1 0,1 0 0,-1 1-1,1-1 1,0 0 0,-1 0 0,-1 3-1,-20 25 283,16-19-160,1-2-53,1-1 1,0 1-1,1 0 1,0 0-1,0 1 0,1-1 1,0 1-1,1 0 1,-3 18-1,2 2 358,1 53-1,2-51-187,1-4 21,0-1 1,2 1-1,1-1 1,9 33 0,-9-43-120,1 0 0,1 0 1,1-1-1,0 0 1,1-1-1,1 1 0,0-1 1,12 13-1,-16-22-119,-1 0 0,1 0 0,0 0 0,0-1 0,1 0 0,-1 0 1,1-1-1,0 1 0,0-1 0,0 0 0,0-1 0,0 0 0,1 0 0,-1 0 0,1 0 0,-1-1 0,1 0 0,0-1 0,0 0 0,10 0 0,-13-1-44,0 1-1,0-1 1,1 0-1,-2 0 1,1-1-1,0 1 1,0-1 0,0 1-1,-1-1 1,1 0-1,-1-1 1,6-4-1,-3 2 5,0-1 0,-1 0 0,0 0 0,0 0 0,-1 0 0,5-10-1,0-3-28,0-1-1,-2 0 1,0-1-1,4-21 1,-4 4-438,-2-1-1,-2 0 1,-2-44 0,0 76 352,-1-1 0,-1 0 1,0 1-1,0-1 0,0 0 0,-1 1 1,0 0-1,0-1 0,-1 1 0,0 0 0,0 0 1,0 0-1,-1 1 0,0-1 0,-1 1 0,0 0 1,0 0-1,0 0 0,0 1 0,-1 0 1,0 0-1,-11-7 0,3 2 110,0 1 1,0 1-1,0 0 1,-1 1-1,0 1 1,-1 0-1,1 1 1,-1 1-1,0 0 1,0 1-1,-32-1 0,46 4-65,0 0 0,0 1 0,0-1 0,0 1 0,0-1 0,0 1 0,0 0 0,0 0 0,0 0 0,0 0 0,1 0 0,-1 0 0,0 1 0,1-1 0,-1 1 0,0-1 0,1 1 0,0-1 0,-1 1 0,1 0-1,-2 2 1,-2 6-558,0 0-1,-7 20 1,8-20 83,-14 42-3437,1 1-3158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19.3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0 7652,'0'0'7272,"-9"0"-6765,5 1-435,1 0 0,-1-1 0,1 1 0,-1 0 1,1 1-1,0-1 0,-1 1 0,1-1 0,0 1 0,0 0 0,0 0 0,0 1 0,1-1 0,-1 0 1,-4 6-1,-5 6 335,-19 27 1,26-35-312,-4 8 44,1 0 1,1 0-1,0 1 0,1-1 1,0 2-1,1-1 0,1 0 1,0 1-1,-1 20 0,1 15 468,3 79-1,1-101-400,1-12-58,0 1-1,2-1 0,-1 0 0,2 0 0,0 0 1,1-1-1,1 1 0,11 21 0,-14-31-102,1 0-1,0 0 1,1-1-1,-1 1 1,1-1-1,1 0 1,-1 0-1,1-1 1,0 0-1,0 0 1,1 0-1,-1 0 0,1-1 1,0 0-1,0-1 1,0 0-1,1 0 1,-1 0-1,1-1 1,12 2-1,-12-2-24,0-1 0,1-1-1,-1 0 1,0 0 0,0 0 0,0-1-1,13-3 1,-16 2-6,0 0 0,0 0 0,-1 0 0,1-1 0,-1 0 0,0 1 0,0-1 0,0-1 0,0 1 0,0-1 0,-1 1 0,6-8 0,0-2-57,0-1 0,-1 1 0,-1-2 0,0 1 0,-1-1 1,0 0-1,-1 0 0,-1 0 0,4-27 0,-3-9-1017,-1-85-1,-4 116 767,0 13 215,0 0 0,-1 0 0,0 0 0,-1 0 0,0 1 1,0-1-1,0 0 0,-1 1 0,0-1 0,0 1 0,0 0 0,-1 0 0,0 0 1,-1 0-1,1 1 0,-1 0 0,0 0 0,0 0 0,0 0 0,-1 1 0,0 0 1,1 0-1,-9-3 0,0 0 67,0 0 1,-1 1-1,0 1 1,0 0-1,0 1 1,-1 1-1,0 0 1,1 1-1,-24 0 1,30 2-93,7 0-53,1 0-1,-1-1 1,0 1 0,0 0 0,0 0-1,1 0 1,-1 1 0,0-1-1,0 0 1,1 1 0,-1-1 0,0 1-1,0-1 1,1 1 0,-1 0 0,1 0-1,-1 0 1,0 0 0,1 0 0,0 0-1,-1 0 1,1 0 0,0 0-1,-1 1 1,1-1 0,-1 2 0,-12 23-4532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20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25 8388,'0'0'6227,"-1"-3"-5814,1 2-343,0 0 0,0 0 0,0 0-1,0 0 1,-1 0 0,1 0 0,0 0-1,-1 1 1,1-1 0,0 0 0,-1 0-1,1 0 1,-1 1 0,1-1 0,-1 0-1,0 1 1,1-1 0,-1 0 0,0 1 0,1-1-1,-1 1 1,0-1 0,0 1 0,-1-1-1,-27-2 2447,26 3-2518,-1 1 30,-1-1 1,1 1-1,0 0 0,0 0 0,0 1 1,0-1-1,0 1 0,0 0 0,0 0 1,1 0-1,-1 1 0,1-1 0,-1 1 1,1 0-1,0 0 0,0 0 0,0 0 1,0 0-1,1 1 0,-4 5 0,-3 6-7,1-1 0,1 1-1,1 0 1,-6 18-1,5-10 94,2-1 0,1 1-1,1-1 1,-1 27-1,6 92 1035,-2-131-1049,1 1 0,1-1 0,0 0 0,0 1 0,1-1 0,0 0 0,1 0 0,0-1 0,8 13 0,-9-16-69,0-1-1,1-1 1,0 1-1,0 0 0,0-1 1,0 0-1,1 0 1,-1 0-1,1-1 1,0 1-1,0-1 1,0 0-1,1-1 1,-1 1-1,1-1 1,-1 0-1,1 0 1,6 0-1,-5 0-15,0-1 1,0-1-1,0 1 0,1-1 0,-1 0 1,0-1-1,0 0 0,0 0 0,11-3 1,-13 1 8,1 1 1,-1-1 0,0 1-1,0-2 1,0 1 0,-1 0 0,1-1-1,-1 0 1,0 0 0,0 0-1,0 0 1,3-7 0,6-7-93,-2-1 0,0 0 0,-1 0 1,-1-1-1,-1-1 0,10-38 0,-11 25-451,-1 0 0,-1 0 1,-1-56-1,-4 82 380,0 1 0,0 0 0,-1-1 0,0 1 0,0 0 0,-1 0 1,0 0-1,0 0 0,0 0 0,-5-7 0,5 10 80,-1 0 0,0 1 0,0-1 0,0 1 0,0 0 0,0 0 1,-1 0-1,1 0 0,-1 1 0,0 0 0,0-1 0,0 1 0,0 1 0,0-1 0,-1 1 0,1-1 0,-5 0 0,-5 0 64,0 0 0,-1 1-1,-23 1 1,18 0-3,17 0-88,0 0 0,0 1 0,-1-1-1,1 1 1,0 0 0,0 0 0,0 0-1,0 0 1,0 1 0,0-1 0,0 1-1,-4 2 1,-29 30-3628,22-20 1353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20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4018,'0'0'10226,"0"10"-8761,0 422 1635,0-422-3403,0-1 1,0 1-1,1 0 0,4 16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21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 5587,'0'0'10388,"0"-9"-10068,0 37-15,4 13-33,3 15 272,-4 13 16,4 3-80,-3 1-480,3-11-16,3-11-32,-3-23-992,-4-22-1569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21.7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5555,'0'0'9764,"7"-19"-8195,-7 32-1137,0 15 80,0 16-16,0 22-127,3 6-241,1 10-128,-1-7-64,4-15-561,-3-26-1600,-4-18-2129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22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9428,'0'0'6870,"0"2"-6291,23 408 4405,-15-327-4920,-7-79-480,-1-11-1721,-3-34-3562,-12-14-6085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58.4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441 13 4690,'0'0'3901,"7"-2"-3149,31-9 4482,-50 11-4962,-139 0 38,143 1-308,0 0 0,0 0 0,0 0 0,0 1 0,0 0-1,1 1 1,-1 0 0,-13 7 0,-4 4-2,-26 20-1,29-18 6,11-9 0,1 1 0,0 0 1,0 1-1,1 1 0,0-1 0,1 1 0,0 1 0,1-1 0,0 1 0,0 1 0,-5 12 0,6-7 50,0 0-1,1 0 0,0 1 1,2 0-1,0-1 1,1 1-1,0 26 1,2-20 51,2 46 291,-1-63-321,0 0 0,1-1 0,0 1 1,0 0-1,0-1 0,1 1 0,7 11 0,-1-5 33,1 0 0,1 0 0,0-1 0,0-1 0,1 0 0,1-1 0,0 0 0,0 0 0,1-2 0,0 0 0,0 0 0,1-1 0,0-1 0,1-1 0,-1 0 0,1-1 0,0 0 0,0-2 0,0 0 0,19 0 0,-28-2-554,1 1 648,1-1 1,-1-1-1,0 0 1,15-3-1,-21 4-367,0-1-1,0 0 1,-1 1-1,1-1 1,0 0 0,-1 0-1,1 0 1,0-1-1,-1 1 1,3-3-1,-3 3-302,0 0-1,0-1 0,0 1 0,0-1 0,-1 1 1,1-1-1,-1 1 0,1-1 0,-1 1 1,1-1-1,-1 1 0,0-1 0,0 1 0,0-1 1,0-2-1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59.1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64 3426,'0'0'4199,"0"-35"1139,0 34-5328,0 0-1,0 0 0,0-1 0,0 1 1,0 0-1,0 0 0,0 0 1,0 0-1,1-1 0,-1 1 0,0 0 1,1 0-1,-1 0 0,1 0 1,-1 0-1,1 0 0,-1 0 0,1 0 1,0 0-1,0 0 0,0-1 1,1 2 18,0-1 1,0 0 0,0 1 0,0-1 0,0 1 0,0 0 0,0 0 0,0 0 0,0 0 0,3 0 0,4 0 43,-3 0 1,-2 0 29,1 0 1,-1 0-1,0 0 0,0 1 0,1 0 0,7 2 0,-11-3-76,0 1 0,0 0 0,1-1-1,-1 1 1,0 0 0,0 0-1,0 0 1,0 0 0,0 0 0,0 0-1,-1 0 1,1 1 0,0-1-1,0 0 1,-1 0 0,1 1 0,-1-1-1,1 0 1,-1 1 0,1-1-1,-1 0 1,0 1 0,0-1-1,0 1 1,0 0 0,2 16 568,-2 33 1,-1-46-536,1 0 1,-1 0-1,0 0 1,0 0-1,-1 0 1,1 0-1,-1 0 1,0 0-1,-1-1 1,-4 9-1,2-8-40,4-4-17,0-1-1,0 1 0,0 0 0,0 1 1,0-1-1,0 0 0,0 0 1,0 0-1,1 0 0,-1 1 1,1-1-1,-1 0 0,1 1 1,-1-1-1,1 1 0,0-1 1,-1 2-1,1-2-2,0 0 0,0-1 0,0 1 0,0-1 0,0 1 0,1 0-1,-1-1 1,0 1 0,0-1 0,0 1 0,1 0 0,-1-1 0,0 1 0,1-1 0,-1 1 0,0-1 0,1 1 0,-1-1-1,1 0 1,-1 1 0,1-1 0,-1 1 0,1-1 0,-1 0 0,1 1 0,-1-1 0,1 0 0,-1 0 0,1 1 0,1-1-1,21 7-31,-16-6 28,26 9 26,-13-5 7,-1 1 1,0 0 0,26 13 0,-44-18-29,0 0 0,1 0 0,-1 0 0,0 0 0,0-1-1,0 2 1,0-1 0,0 0 0,0 0 0,-1 0 0,1 0 0,0 0 0,0 1 0,-1-1-1,1 0 1,-1 1 0,1-1 0,-1 0 0,0 1 0,1-1 0,-1 1 0,0-1-1,0 0 1,0 1 0,0-1 0,0 1 0,-1-1 0,1 1 0,0-1 0,0 0 0,-1 1-1,1-1 1,-1 0 0,0 1 0,1-1 0,-1 0 0,0 0 0,1 1 0,-1-1 0,0 0-1,0 0 1,0 0 0,0 0 0,0 0 0,-1 0 0,0 0 0,-11 8 39,0 0 0,-1-2 0,0 0 0,-28 10 0,-64 15 121,89-28-205,-1 0 0,1-2 1,-35 2-1,51-4 5,1 0-1,0-1 1,-1 1 0,1 0 0,-1 0 0,1 0-1,0 0 1,-1 0 0,1 0 0,-1-1 0,1 1-1,0 0 1,-1 0 0,1 0 0,0-1 0,-1 1-1,1 0 1,0-1 0,-1 1 0,1 0 0,0-1-1,0 1 1,0 0 0,-1-1 0,1 1 0,0 0 0,0-1-1,0 1 1,0-1 0,0 1 0,-1 0 0,1-1-1,0 0 1,1-17-1263,-1 13 545,3-35-4274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1:59.9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279 1 6451,'0'0'6395,"-7"0"-5661,-5 0-459,0 0 0,0 1 0,-1 0 0,1 1 0,0 1 1,-17 5-1,16-2-185,-1 0 0,2 1-1,-1 0 1,1 1 0,0 0 0,-17 16 0,23-18-61,1 0 0,-1 0 0,1 1-1,0-1 1,1 1 0,0 0 0,0 1-1,0-1 1,1 1 0,0-1 0,1 1 0,-1 0-1,0 10 1,-1 9 205,2 0-1,0 0 1,2 0-1,1 1 1,1-1-1,2 0 1,1 0-1,0-1 1,2 1-1,1-1 1,2 0-1,0-1 1,1 0-1,2-1 1,0 0-1,2-1 1,1-1-1,25 29 1,-34-44-196,0 0-1,1 0 1,0-1-1,0 1 1,1-2 0,0 1-1,0-2 1,0 1 0,1-1-1,-1 0 1,1-1 0,0 0-1,0-1 1,0 0-1,0 0 1,0-1 0,1-1-1,11 0 1,-19 0-160,-1 0 0,1 0 0,0 0 1,-1 0-1,1-1 0,-1 1 0,1-1 0,-1 0 0,1 1 0,-1-1 1,1 0-1,-1-1 0,0 1 0,0 0 0,1-1 0,-1 1 0,0-1 1,0 0-1,0 1 0,-1-1 0,1 0 0,0 0 0,-1 0 0,1-1 1,-1 1-1,0 0 0,0-1 0,0 1 0,2-4 0,-1-5-852,1-1 1,-2 1-1,1-1 0,-2 0 0,0-15 0,0 18 522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00.4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 39 5523,'0'0'6192,"10"-5"-5877,-4 1-230,1 0 36,0 0 0,1 0 0,0 1 0,0 0 0,0 0 1,0 1-1,0 0 0,0 0 0,11 0 0,-6 1 27,18 2 1013,-31 0-1117,1-1 0,0 0 0,0 1 0,0-1 0,0 1 1,0-1-1,0 1 0,0-1 0,-1 1 0,1-1 0,0 1 1,0 0-1,-1-1 0,1 1 0,-1 0 0,1 0 0,0-1 1,-1 1-1,1 0 0,-1 0 0,0 0 0,1 0 0,-1 0 1,0 0-1,1 0 0,-1 0 0,0 1 0,1 7 93,-1 0 0,1-1 0,-2 1 0,1 0-1,-1 0 1,-1 0 0,0-1 0,0 1 0,0-1 0,-1 1-1,-5 8 1,-4 8 163,-2 0 1,-20 26-1,26-41-250,-117 159 399,119-156-328,8-7 170,0-6-270,0 0 1,0 0-1,-1 0 1,1 0-1,0 0 1,0-1-1,0 1 1,0-1-1,-1 1 0,4-2 1,30-12 115,45-24 0,-12 4 85,-38 21-281,1 0-1,0 2 0,56-11 1,-67 18-1575,1 2-1,19 0 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01.26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433 60 7908,'0'0'5301,"-18"-7"-5043,-58-23-127,61 25 24,0 0-1,1 1 1,-1 1-1,0 1 1,-1 0-1,1 1 1,0 1-1,-25 1 1,-2 1 26,36-2-151,-1 0 0,1 0 0,0 1 0,0 0 1,0 0-1,0 0 0,0 1 0,0 0 0,0 0 0,1 1 1,-8 3-1,9-3 14,0 0 0,1 0 0,-1 0-1,1 1 1,0 0 0,0-1 0,0 1 0,0 0 0,0 1 0,1-1 0,0 0 0,0 1-1,0-1 1,0 1 0,-1 6 0,-1 13 267,1 1 0,0-1-1,2 1 1,3 39 0,-1-8 427,-1-13 26,1 0 1,11 57 0,-9-84-612,1 0 0,0-1 0,1 0-1,1 0 1,0 0 0,1 0 0,1-1 0,0 0 0,16 19 0,-19-27-123,0-1 0,0 1-1,1-1 1,-1-1 0,1 1 0,0-1 0,1 0 0,-1-1-1,1 1 1,-1-1 0,1 0 0,0-1 0,12 3-1,-2-2-5,0-1 0,1-1 0,-1 0-1,27-3 1,-39 1-33,-1 1-1,1-1 0,0 0 1,-1 0-1,1 0 0,-1-1 1,0 1-1,1-1 1,-1 0-1,0-1 0,0 1 1,0-1-1,0 1 0,-1-1 1,1-1-1,-1 1 1,1 0-1,-1-1 0,0 1 1,4-8-1,-5 7-345,-1 0 0,1 1 0,-1-1 1,1 0-1,-1 0 0,0 0 0,-1 0 0,1 0 0,-1-7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01.6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4082,'0'0'10933,"42"169"-8900,-32-78-673,1 7-415,-1-10-609,4-19-336,4-22-496,-1-25-4899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09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3922,'0'0'0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10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57 6739,'0'0'5218,"0"-2"-4609,0 0-503,0 0 1,0 1 0,0-1-1,0 0 1,0 1 0,0-1-1,0 0 1,-1 1 0,1-1-1,-1 0 1,1 1-1,-1-1 1,0 1 0,1-1-1,-1 1 1,0-1 0,0 1-1,0 0 1,0-1 0,0 1-1,0 0 1,-1 0 0,1 0-1,0 0 1,-1 0-1,1 0 1,0 0 0,-1 0-1,1 1 1,-1-1 0,0 0-1,1 1 1,-1-1 0,1 1-1,-1 0 1,-2-1 0,-25-3-65,0 0 1,0 2 0,-36 3 0,30-1 20,32 0-59,0 1-1,1 0 0,-1-1 1,1 1-1,0 0 0,-1 0 1,1 1-1,0-1 0,-1 0 0,1 1 1,0 0-1,0-1 0,0 1 1,0 0-1,1 0 0,-1 0 1,0 0-1,1 0 0,0 0 1,-2 3-1,-2 4 28,0 1 1,0 0-1,-5 16 0,4 0 112,1 0-1,1 1 1,2-1-1,0 1 1,3 33-1,-1-23-58,1-28-44,0 0 0,0 0 0,1-1-1,0 1 1,0 0 0,1-1 0,0 1 0,1-1-1,0 0 1,0 0 0,1 0 0,6 8 0,3 2 250,1 0 0,1-2 0,29 26 0,-39-38-231,-1-1-1,0 0 0,1 0 1,-1 0-1,1-1 0,0 0 1,0 0-1,0 0 0,0-1 1,0 1-1,11-1 0,1 0 60,-1-1 0,35-4 0,-46 3-85,-1-1 0,0 1-1,0-1 1,0-1 0,0 1 0,0-1 0,0 1-1,-1-1 1,1-1 0,-1 1 0,0-1-1,7-7 1,-6 6-20,0-1-1,-1 1 1,0-1 0,0 0-1,0 0 1,-1 0 0,1-1-1,-2 0 1,5-11-1,1-35-250,-2-1 0,-2 0 0,-4-55 0,0 76-2,0 29 225,0-1 0,-1 1 0,0-1 0,0 1 0,0-1 0,0 1 0,-1 0 0,1 0 1,-1-1-1,0 1 0,-1 0 0,1 1 0,-1-1 0,0 0 0,0 1 0,0-1 0,0 1 0,0 0 0,-1 0 0,-5-4 1,3 3 11,-1 0 0,0 1-1,0-1 1,0 1 0,0 1 0,0-1 0,0 1 0,-1 1 0,1-1 0,-1 1 0,-12 0 0,16 2-39,0 0-1,0 0 0,0 0 1,0 1-1,0-1 0,1 1 1,-1 0-1,1 0 0,-1 1 0,1-1 1,0 1-1,0 0 0,0 0 1,0 0-1,0 0 0,0 0 1,1 0-1,0 1 0,0-1 1,0 1-1,0 0 0,0-1 1,1 1-1,0 0 0,-1 0 0,1 0 1,0 4-1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1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64 6403,'0'0'6971,"0"-3"-6421,0-16 1704,-14 16-1168,11 3-1076,-7 0 16,-1 0 1,1 0-1,0 1 0,-12 3 0,17-2-17,1-1 0,0 1 0,0 0-1,0 0 1,0 1 0,0-1 0,0 1 0,1 0 0,-1 0 0,1 0-1,0 0 1,-3 4 0,1-1 28,1 0-1,0 0 1,0 1-1,1-1 1,0 1-1,0 0 1,0 0-1,1 0 1,0 0-1,0 0 1,0 10-1,0 9 368,2 49-1,1-62-258,0-4-73,0-1 1,1 1-1,0-1 1,0 0-1,1 1 1,0-1-1,0 0 1,1 0-1,0-1 1,1 1-1,0-1 1,7 10-1,-1-5 72,1 0 0,-1 0 0,2-1 0,0 0 0,22 14 0,-28-21-97,1 0 1,0 0-1,0-1 0,0 0 0,0 0 1,0-1-1,1 0 0,10 1 1,0-2 53,1 0 1,29-3 0,-42 0-85,0 1 0,0-1 0,0 0 1,0-1-1,-1 0 0,1 0 0,-1 0 0,0-1 0,0 0 0,0 0 0,0-1 0,-1 1 1,1-1-1,-1 0 0,-1-1 0,8-9 0,4-8-111,0 0-1,22-49 1,-33 60 17,-1 1-1,-1-1 0,0 0 1,0-1-1,-2 1 0,1 0 1,-2-1-1,1 1 1,-2 0-1,-2-22 0,2 28 39,-1-1 0,0 1 0,0 0 0,-1-1 0,1 1 0,-1 0 0,0 1 0,-1-1-1,0 0 1,0 1 0,-6-7 0,-2-1-84,0 1-1,-1 0 1,-17-10-1,23 17 85,0 2 0,0-1-1,-1 1 1,0 0 0,0 1-1,1 0 1,-1 0 0,-1 0 0,1 1-1,0 1 1,0-1 0,0 1-1,-10 1 1,8-1 32,5 1-152,1-1 0,-1 1 0,0 0 1,1 0-1,-1 0 0,1 1 0,-1 0 0,1-1 1,0 2-1,0-1 0,0 0 0,0 1 1,0 0-1,1 0 0,-6 5 0,3-2-407,1 0-1,-1 0 1,1 1 0,1 0-1,-1 0 1,1 0-1,0 0 1,-2 8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1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47 848,'0'0'14316,"-5"0"-12918,-1-1-1325,0 1 0,0 0 0,0 1 0,-1 0 0,1 0 0,0 0-1,0 0 1,1 1 0,-1 0 0,0 1 0,1-1 0,-1 1 0,1 0 0,0 0 0,-1 1-1,2-1 1,-1 1 0,0 0 0,1 1 0,0-1 0,0 1 0,0 0 0,0 0 0,-3 6-1,2 0 78,-1 1 0,1 0-1,1 0 1,0 1 0,1-1-1,0 1 1,1-1 0,1 1-1,-1 0 1,2 17 0,1-21-55,-1 0 0,1 0 0,1 0 0,0 0 1,0 0-1,0-1 0,1 1 0,1-1 0,-1 1 1,1-1-1,1-1 0,0 1 0,0 0 0,0-1 1,8 8-1,-5-8-27,0 1-1,1-1 1,0-1 0,0 0 0,0 0-1,1-1 1,0 0 0,0 0 0,1-1-1,13 3 1,-1-2 22,1-1 0,-1-2 0,44 0-1,-58-2-71,0-1 0,0 0 0,0-1 0,0 0 0,-1 0 0,1-1 0,-1 0 0,1-1 0,-1 0 0,0 0 0,0 0 0,11-10 0,-2 0-163,-1 0 1,0-1 0,-1-1-1,17-22 1,-26 29 64,0 1 0,-1-1 1,0 0-1,0 0 0,-1-1 0,0 0 0,-1 1 0,3-12 0,-3 2-51,0-1 0,-1 0 0,-1-24 0,-1 38 123,-1 1 0,0 0 0,0-1 0,-1 1 0,0 0 0,0 0 0,0 0 1,0 0-1,-1 0 0,0 0 0,0 1 0,0-1 0,0 1 0,-1 0 0,0 0 0,-8-7 0,3 3-1,-2 0 0,1 1 0,-1 0 0,1 1 0,-2 0 0,-17-7 0,17 10 2,0 1-1,-1 0 0,1 0 0,-1 1 1,1 1-1,-19 2 0,-3-1-4,28-1 19,1 1 1,-1 0 0,0 0-1,0 1 1,0-1 0,1 1-1,-1 1 1,1-1-1,0 1 1,-1 0 0,-8 6-1,-3 5-809,-29 28 0,13-4-6017,14-16-1254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1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7764,'-1'1'10319,"-29"379"-8781,20-218-1056,9-107-505,1-45-1104,0-34-962,-1-8-4170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20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28 6851,'0'0'7582,"-1"-6"-6760,-2-15 169,2 29 782,3 52-610,7 27-430,1 29 202,-9-61-585,-1-19-84,7 64 1,0-67-2071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21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4082,'0'0'8318,"0"-8"-7475,0-34 3824,0 45-4243,0 362 3218,0-255-5368,0-26-4000,0-96 1858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40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13 5587,'0'0'6643,"-11"-13"-2319,12 82-2567,0 31-1228,-13 120 0,8-192-418,-1 0 248,0 45 1,5-72-208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44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 5218,'-3'-5'13572,"3"32"-13477,-7 414 1117,7-349-684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46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 5282,'0'5'11613,"-3"5"-10433,-18 8-1036,16-15-55,0 1 1,0 0 0,0 1-1,0-1 1,1 1-1,0 0 1,0 0 0,0 1-1,0-1 1,1 1 0,-4 9-1,-2 11 114,2-9-133,2-1 0,0 1 0,1 0 0,0 0 1,2 1-1,-1 18 0,2-9 184,0-17-194,1 1 1,0-1-1,0 0 1,1 0-1,1 0 1,-1 0-1,1 0 1,1 0-1,7 16 1,-5-16-27,1-1 0,0 0 0,0 0 0,1 0 1,1-1-1,-1 0 0,1-1 0,0 1 0,1-2 0,0 1 1,0-1-1,0 0 0,1-1 0,0 0 0,0-1 0,0 0 0,1 0 1,-1-1-1,1-1 0,0 0 0,0 0 0,-1-1 0,1 0 0,12-1 1,-16 0-41,-3 0 23,0 0 0,-1 0 1,1 0-1,-1-1 1,1 1-1,6-3 1,-9 3-17,1-1 0,-1 0 0,0 0 1,0 0-1,1 0 0,-1 0 0,0 0 1,0 0-1,0 0 0,0 0 1,0-1-1,0 1 0,-1 0 0,1-1 1,0 1-1,-1-1 0,1 1 0,-1 0 1,1-3-1,7-28-120,-2 0 1,-2 0-1,-1-1 0,-1 1 1,-3-48-1,0 23 63,0 49 37,0 0 1,0 1 0,-1-1 0,0 0 0,-6-13 0,-5-22-105,12 40 115,1 0 0,-1 0 1,0 1-1,1-1 0,-1 0 1,-1 1-1,1-1 1,0 1-1,0-1 0,-4-3 1,4 5 0,-1 0 0,1 0 0,0-1 0,-1 2 0,1-1-1,-1 0 1,1 0 0,-1 0 0,0 1 0,1-1 0,-1 1 0,0-1 0,1 1 0,-1 0 0,0 0 0,0 0 0,-2 0 0,2 0 26,1-1 0,-1 1 0,1 0 0,0-1-1,-1 1 1,1-1 0,-1 1 0,1-1 0,0 0 0,0 1 0,-1-1 0,1 0 0,0 0 0,-2-1 0,2 0-10,0 1-1,-1 0 1,1 0 0,-1 0 0,1 0-1,-1 0 1,0 0 0,1 1 0,-1-1-1,0 1 1,0-1 0,1 1 0,-1-1-1,0 1 1,-2 0 0,2 0-11,0 0 1,1 1-1,-1-1 0,0 1 0,0-1 1,0 1-1,0 0 0,0-1 1,1 1-1,-1 0 0,0 0 1,1 1-1,-1-1 0,0 0 0,1 0 1,-3 3-1,-20 30-254,11-15-289,-19 19-2891,-2 2-4037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4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4514,'0'0'4736,"-4"0"-3744,-16 0 760,2 0 4614,18 10-6099,0 19-94,2 1-1,10 55 1,11 113 365,-18-133-136,17 85 0,-19-136-288,-1 0 1,2 28 0,-4-42-102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5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13 3314,'-1'-12'14910,"-2"13"-14892,0 1 0,0 0 0,0 1 0,0-1 0,0 0-1,1 1 1,-1-1 0,1 1 0,-1 0 0,-2 5 0,-20 32 15,16-21 7,1 1 0,0 0 1,1 0-1,-6 38 1,8-24 96,1 1 0,2 39 0,2-54-109,-1-15-14,0 1 1,1-1-1,0 1 0,0 0 0,1-1 0,-1 1 1,1-1-1,1 1 0,-1-1 0,1 0 1,-1 1-1,2-1 0,3 7 0,-1-5 51,0-1 0,1 1 0,0-1 0,1 0 0,13 10 0,-16-13-30,0-1 0,1 0 0,-1 0-1,1 0 1,0 0 0,0-1 0,0 0 0,0 0 0,0 0 0,0 0 0,7-1 0,147 0 821,-157 0-855,1 0 1,-1-1-1,0 1 1,1-1-1,-1 1 0,1-1 1,-1 0-1,0 0 1,1 0-1,-1 0 0,0-1 1,0 1-1,0-1 1,0 1-1,0-1 0,0 1 1,0-1-1,-1 0 1,1 0-1,-1 0 1,1 0-1,1-4 0,3-5 36,-1-1 0,0 1 0,5-18 0,-2 5-84,-1 4 9,-1 0 0,-1-1 0,0 1 0,-2-1 0,0 0 0,-1-32 0,-2 46 33,0 0 0,0 0 1,0 1-1,-1-1 0,0 0 1,-1 0-1,0 1 1,0-1-1,0 0 0,0 1 1,-1 0-1,0 0 0,-1 0 1,-5-9-1,1 4-13,2 2-37,-1 0 0,-15-17 0,19 23 32,0 0-1,-1 1 1,1-1-1,-1 1 1,0 0 0,1 0-1,-1 0 1,0 0-1,0 1 1,0-1-1,-8 0 1,-14-2 64,-1 1 0,-35 0 0,60 4-45,-1 0 1,0 0-1,1 0 1,-1 0-1,0 0 1,1 0-1,-1 0 0,1 1 1,0 0-1,-1-1 1,1 1-1,0 0 1,0 0-1,0 0 1,0 0-1,1 1 1,-1-1-1,0 0 1,1 1-1,0-1 1,-1 1-1,1-1 1,0 1-1,1 0 1,-1-1-1,0 1 0,0 5 1,1-7-280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2:51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1617,'0'0'9201,"0"-8"-8384,1 1-2451,1-20 12413,-2 44-9773,0 550-422,0-567-490,1 0-109,-1 0 1,0 0 0,0 0 0,1 0 0,-1 0 0,0 0-1,1 0 1,-1 0 0,0 0 0,0 0 0,1 0 0,-1 0-1,0 0 1,0 0 0,1-1 0,-1 1 0,0 0 0,0 0-1,1 0 1,-1-1 0,0 1 0,0 0 0,0 0 0,0 0-1,1-1 1,-1 1 0,0 0 0,0-1 0,0-35-2877,0 10-2956,0 26 5778,0-18-7286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0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3666,'0'-17'15474,"0"38"-11456,2-4-5483,8 45 1647,-3 0 0,-1 67 1,-8-24-82,4 117 435,3-199-429,0 6 216,-4-29-310,0 0-88,1 0 1,-1-1-1,0 1 0,1 0 1,-1-1-1,0 1 0,0 0 0,1-1 1,-1 0-1,0 1 0,0-1 1,0 0-1,0 0 0,0 1 1,0-1-1,0 0 0,0 0 0,0 0 1,0 0-1,0 0 0,0-1 1,-1 1-1,2-1 0,11-33-2599,-9 21 1010,3-11-2410,-3-2-1886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3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43 6963,'0'0'6446,"1"-4"-6198,3-11 43,-3 14-277,-1 1 0,0-1 0,0 1 0,0-1 0,-1 1 0,1-1 0,0 1 0,0-1 0,0 1 0,0-1 0,0 1 1,0-1-1,-1 1 0,1 0 0,0-1 0,0 1 0,-1-1 0,1 1 0,0 0 0,-1-1 0,1 1 0,0-1 0,-1 1 0,1 0 0,-1 0 1,1-1-1,-1 1 0,1 0 0,0 0 0,-2-1 0,-13-4 13,14 4-18,-12-1-2,0 1 0,0 0 0,0 1 0,-21 1 0,30 0-3,1 0 1,-1 0 0,1 0-1,-1 0 1,1 1 0,-1-1-1,1 1 1,0 0 0,0 0-1,-1 0 1,2 1 0,-1-1-1,0 1 1,0-1 0,1 1-1,-1 0 1,1 0 0,-2 3-1,-4 6 110,1 1-1,0-1 0,-7 22 0,8-17 210,1 1 0,0 0 1,2 0-1,0 0 0,0 27 0,7 93 1807,-3-131-2002,-1-1 1,2 1 0,-1 0 0,1 0-1,-1-1 1,2 1 0,-1-1-1,1 1 1,0-1 0,0 0 0,1 0-1,6 7 1,-7-9-76,1 0 0,0 0 0,0-1 0,0 0 0,0 0 0,1 0 0,-1 0 0,1-1 0,0 0 0,-1 0 0,1 0 0,0 0 0,0-1 0,0 0 0,1 0 0,8 1 0,-7-2-43,1-1 0,-1 1-1,0-1 1,1 0-1,-1-1 1,0 0 0,0 0-1,0-1 1,-1 1 0,1-1-1,0-1 1,-1 1 0,0-1-1,0 0 1,0-1-1,0 0 1,-1 1 0,0-2-1,0 1 1,8-11 0,0-2-539,-1 0 0,-1-1-1,-1 0 1,-1-1 0,13-38 0,-15 31-1333,-1 0 0,-1-1-1,-2 1 1,0-1-1,-3-45 1,0 66 1249,0-62-5179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 6403,'0'0'7110,"-3"-1"-6590,3 1-496,-1 0 0,1-1 0,-1 1 0,1 0 0,-1 0 1,1 0-1,-1 0 0,1-1 0,-1 1 0,0 0 0,1 0 0,-1 0 0,1 0 0,-1 0 0,1 0 0,-1 0 0,0 0 1,1 1-1,-1-1 0,1 0 0,-1 0 0,1 0 0,-1 1 0,1-1 0,-2 1 0,-4 19 839,0 28 93,3 1 0,4 64 0,0-38-588,16 388 1744,-13-371-1868,-3-61-159,1 0-1,2-1 1,1 1 0,11 38 0,-8-48-30,-7-21-56,-1 1 0,0 0 0,1-1 0,-1 1-1,1 0 1,-1-1 0,1 1 0,-1-1 0,1 1 0,0-1 0,-1 1 0,1-1-1,-1 1 1,1-1 0,0 0 0,-1 1 0,1-1 0,0 0 0,0 0 0,-1 1-1,1-1 1,1 0 0,-1-2-150,-1 1 0,1-1-1,-1 1 1,1-1 0,-1 0 0,1 0-1,-1 1 1,0-1 0,0 0 0,0-2-1,0 3-67,4-77-6288,-4 37-219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4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8628,'0'0'4306,"39"160"-1889,-25-91-576,0 0-464,-1-10-193,-6-12-576,0-12-336,0-16-208,0-13-48,-3-6-16,-4-25-4818,0-16-800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11237,'0'0'1649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252 442 6003,'0'0'4567,"-4"0"-3457,-31-1 1102,14 0-1717,-1 1 1,-29 3-1,47-2-475,1 1 1,0-1-1,-1 1 1,1-1 0,0 1-1,0 0 1,0 0-1,0 1 1,0-1-1,0 0 1,1 1 0,-1 0-1,1 0 1,0-1-1,0 1 1,0 1-1,-3 4 1,-2 6 227,1 0 1,0 0-1,-4 16 0,1 5 522,1 1 1,-5 62-1,7 73 1657,6-168-2360,0 1-1,0 0 0,0-1 1,0 1-1,1-1 1,0 1-1,-1-1 1,1 0-1,1 1 0,-1-1 1,0 0-1,3 4 1,-3-5-47,1-1 0,0 1 0,-1-1 1,1 1-1,0-1 0,0 1 0,0-1 1,0 0-1,0 0 0,0 0 1,0 0-1,1 0 0,-1-1 0,0 1 1,1-1-1,-1 1 0,0-1 0,4 0 1,0 1-24,0-1 1,-1 0-1,1-1 1,0 0-1,0 0 1,0 0-1,0 0 1,-1-1 0,1 0-1,-1 0 1,1 0-1,-1-1 1,0 0-1,0 0 1,0 0-1,0-1 1,-1 0-1,1 0 1,-1 0-1,0 0 1,0-1-1,0 1 1,-1-1 0,0 0-1,4-6 1,2-7-394,0-1 1,-1 0 0,-1 0 0,0-1 0,-2 0-1,4-22 1,-4-1-1264,-1 0 0,-4-72 0,-1 51 692,-17-378-1898,14 413 5781,3 33-1871,2 46 153,18 52-621,-2-15-132,25 324 2463,-14-93-504,-27-305-2300,1 0-1,1-1 1,0 1-1,0 0 1,6 12 0,-5-66-2703,-4-51-3580,0 44 382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0 276 7443,'0'0'9856,"27"3"-9240,85 8-133,-108-11-442,0 1 1,1-1-1,-1 0 1,1-1-1,-1 1 1,0-1-1,1 0 1,7-2 0,-10 2-25,-1 0 1,1 0 0,0 0-1,-1-1 1,1 1 0,-1 0-1,0-1 1,1 1 0,-1-1-1,0 1 1,2-4 0,1-2 12,2-2-241,0 0 1,-1-1-1,0 0 1,-1 0-1,0 0 0,0 0 1,-1 0-1,-1-1 1,0 0-1,0 1 0,-1-1 1,0 0-1,-1 0 1,-1 0-1,-2-19 0,2 26 165,0 1-1,0-1 0,-1 0 0,1 1 0,-1-1 0,0 1 0,0 0 0,0-1 0,0 1 0,-1 0 0,1 0 0,-1 1 0,0-1 0,0 0 0,0 1 0,0 0 0,0-1 0,-1 2 0,1-1 0,-5-2 0,3 2 71,1 0-1,0 0 0,-1 1 1,1 0-1,-1-1 0,1 2 1,-1-1-1,0 0 0,1 1 1,-1 0-1,0 0 0,1 0 1,-1 1-1,0 0 0,1 0 1,-9 3-1,10-3 21,1 0 0,0 0 0,1 1 0,-1-1 0,0 1 0,0-1 0,1 1 0,-1 0 0,0 0 0,1 0 0,0 0 0,0 0 0,-1 0 0,1 0 0,0 3 0,-12 37 647,7-6 97,2 1-1,2 1 0,2 45 0,1-38-142,-2-18-315,0-10-15,1-1-1,1 1 1,5 32 0,-5-46-273,-1 1 0,1-1 0,0 0 0,1 1 0,-1-1 0,0 0 0,1 0 0,0 0 0,0 0 0,0 0 0,0 0 0,0-1 0,0 1 0,1-1 0,-1 0 0,1 1 0,0-1 0,0 0 0,0 0 0,0-1 0,0 1 0,0-1 0,0 1 0,5 0-1,-3 0-60,1-1 0,0 0-1,-1 0 1,1-1-1,0 0 1,-1 0 0,1 0-1,0-1 1,-1 1-1,1-1 1,-1-1-1,1 1 1,-1-1 0,1 0-1,-1 0 1,0 0-1,0-1 1,0 0 0,8-5-1,-5 0-542,0 0 0,0 0 1,0-1-1,-1 0 0,0 0 0,-1 0 0,0-1 0,8-18 0,9-28-4245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7443,'0'0'7649,"4"8"-7056,1 5-169,0 0 1,-1 0-1,0 0 1,-1 0-1,-1 1 1,2 22 0,4 164 2392,1 23-1301,-4-166-1067,23 102 0,-25-143-398,1 0 0,1-1 0,0 0 0,1 0 0,0 0 0,2 0 0,9 14 0,-17-28-50,0-1 0,0 0-1,0 0 1,0 0-1,0 0 1,0 0-1,1 1 1,-1-1-1,0 0 1,0 0-1,0 0 1,0 0-1,0 0 1,0 1-1,0-1 1,0 0 0,1 0-1,-1 0 1,0 0-1,0 0 1,0 0-1,0 0 1,0 0-1,1 0 1,-1 1-1,0-1 1,0 0-1,0 0 1,0 0-1,1 0 1,-1 0 0,0 0-1,0 0 1,0 0-1,0 0 1,1 0-1,-1 0 1,0 0-1,0 0 1,0-1-1,0 1 1,0 0-1,1 0 1,-1 0-1,0 0 1,0 0 0,0 0-1,0 0 1,0 0-1,1 0 1,-1-1-1,0 1 1,0 0-1,0 0 1,2-4-37,-1-1-1,0 1 1,0-1 0,-1 1 0,1-1-1,-1 1 1,0-1 0,0 1 0,-1-7-1,0-9-230,1-14-235,1 7-28,-1 1 0,-1-1-1,-2 0 1,-7-36 0,-26-40-1553,-1-4-124,26 69 1576,3 0-1,1-1 1,2 0 0,0-48 0,5 81 593,0-6 182,0 0-1,1 1 1,0-1 0,3-11 0,-3 19-44,0 0 0,1 0 0,-1 0 0,1 0 0,0 1 0,0-1 1,1 1-1,-1 0 0,1-1 0,-1 1 0,1 0 0,0 0 0,0 1 0,7-5 0,-2 2 27,0 1 1,0-1-1,0 2 0,0-1 0,1 1 1,-1 1-1,1 0 0,0 0 0,10-1 1,1 2 22,1 0 0,39 4 0,-55-2-126,1 0 0,-1 0-1,1 0 1,-1 1-1,0-1 1,0 2 0,1-1-1,-1 0 1,-1 1-1,1 0 1,0 0-1,-1 0 1,1 1 0,-1-1-1,0 1 1,0 0-1,-1 0 1,1 1-1,-1-1 1,0 1 0,0 0-1,0 0 1,-1 0-1,3 5 1,0 6 258,0 1 0,-1-1 0,-1 0 0,0 1 0,-1 0 0,-1 31 0,-1-41-201,-1 0-1,0 0 1,0 0-1,-1 0 1,0 0 0,0-1-1,-1 1 1,0-1-1,0 1 1,0-1-1,-1 0 1,0 0-1,0 0 1,0-1 0,-1 0-1,0 1 1,0-1-1,0-1 1,-12 9-1,8-7-63,-1 0 0,0 0-1,0-1 1,0 0 0,-1-1 0,0 0-1,0-1 1,0 0 0,0-1-1,0 0 1,-22 1 0,31-3-16,-4 0-156,1 0 0,-1 0 0,0 0 0,0-1 0,0 0 0,0 0 0,-9-3 0,13 3-24,0-1-1,1 1 1,-1 0-1,0-1 1,0 0-1,1 1 1,-1-1-1,1 0 1,0 0-1,-1 1 1,1-1-1,0 0 1,0-1-1,0 1 1,0 0-1,1 0 1,-1 0-1,1 0 1,-1-1-1,1 1 1,0 0-1,-1 0 1,2-3-1,-3-34-3790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6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269 164 5282,'0'0'9469,"0"-3"-9016,0-13-75,1 12-289,-1 0-1,1 1 1,-1-1 0,0 0-1,0 1 1,0-1 0,-1 0-1,1 1 1,-1-1-1,0 1 1,0-1 0,0 1-1,-1-1 1,1 1 0,-1 0-1,0-1 1,0 1-1,0 0 1,-2-3 0,-5-2-76,0 1 0,-1 0 1,1 0-1,-1 1 0,-1 0 1,1 1-1,-1 0 0,0 1 1,0 0-1,-23-5 0,17 7 156,-1 1-1,-24 0 0,21 2-102,18-2-12,3 1-52,0 0 0,0 0 0,0 0 0,-1 0 0,1 0 0,0 0 0,0 1-1,-1-1 1,1 0 0,0 0 0,0 0 0,0 0 0,-1 0 0,1 1 0,0-1 0,0 0 0,0 0 0,0 0 0,-1 0 0,1 1 0,0-1 0,0 0 0,0 0 0,0 1 0,0-1 0,0 0 0,0 0 0,0 0 0,0 1 0,0-1 0,0 0 0,0 0 0,0 1 0,0 0 264,-7 28 441,5-4-168,0 43-1,2-48-396,0 205 1913,0-214-1891,1 0 1,0-1-1,0 1 1,1 0-1,0-1 1,6 15-1,-7-22-121,1 1 1,-1 0-1,1-1 1,0 1-1,0-1 0,0 0 1,1 0-1,-1 1 0,1-1 1,0-1-1,0 1 1,0 0-1,0-1 0,0 0 1,0 1-1,1-1 0,-1 0 1,1-1-1,-1 1 1,7 1-1,-5-2-42,-1 0 1,1 0-1,0-1 1,-1 0-1,1 0 0,0 0 1,0 0-1,-1-1 1,1 0-1,-1 0 1,1 0-1,0-1 0,-1 1 1,0-1-1,1 0 1,-1 0-1,0 0 1,0-1-1,0 0 0,0 0 1,-1 0-1,1 0 1,-1 0-1,4-5 1,4-6-392,0-1 0,-1 0 0,-1 0 1,14-33-1,-15 30-354,-2-1 0,0 1 0,-1-1 0,-1 0 0,3-35 0,-5-99-2816,-2 89 5717,1 87-912,0 1 0,-4 35 0,1-9-546,1 281 1988,1-329-2707,0-1 1,0 1-1,0 0 0,0-1 1,1 1-1,-1 0 0,0-1 1,1 1-1,-1-1 1,1 1-1,0-1 0,-1 1 1,1-1-1,0 1 0,0-1 1,2 3-1,-3-4-42,1 0 1,-1 1-1,0-1 0,1 0 1,-1 0-1,1 1 0,-1-1 1,1 0-1,-1 0 0,1 0 1,-1 0-1,0 0 0,1 0 1,-1 0-1,1 0 0,-1 0 1,1 0-1,-1 0 0,1 0 1,-1 0-1,1 0 0,0-1 1,14-11-2200,3-18-585,8-12-2213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7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9861,'0'0'7552,"-1"32"-6268,-1 216 2053,2 54 321,-1-293-3571,2 15 78,-1-24-163,1 1-1,-1-1 1,0 0 0,0 1 0,0-1-1,0 1 1,0-1 0,1 1 0,-1-1-1,0 0 1,0 1 0,1-1 0,-1 1 0,0-1-1,1 0 1,-1 1 0,0-1 0,1 0-1,-1 0 1,0 1 0,1-1 0,-1 0-1,1 0 1,-1 0 0,1 1 0,-1-1 0,0 0-1,1 0 1,-1 0 0,1 0 0,-1 0-1,1 0 1,-1 0 0,1 0 0,-1 0 0,1 0-1,0 0-3,0 0 0,-1-1 0,1 1 0,-1 0 0,1 0 0,-1 0-1,1-1 1,-1 1 0,1 0 0,-1-1 0,1 1 0,-1 0 0,1-1 0,-1 1 0,1-1-1,-1 1 1,0 0 0,1-1 0,-1 1 0,0-1 0,1 0 0,-1 1 0,1-2 0,8-20-217,0 0 1,7-27 0,13-36-899,0 25-390,1 0 1,4 3-1,45-62 0,-69 106 1192,0 1 0,1-1 0,0 2 0,19-16 0,-26 24 306,0 0 0,0 0 0,0 1 0,0-1-1,1 1 1,-1 0 0,0 1 0,1-1 0,0 1 0,-1 0 0,1 0-1,0 0 1,0 0 0,0 1 0,-1 0 0,1 0 0,0 0-1,0 1 1,5 1 0,-7-1 67,0 0-1,0 0 0,0 0 1,0 1-1,0-1 1,-1 1-1,1 0 1,0 0-1,-1 0 0,1 0 1,-1 0-1,0 0 1,4 6-1,-1 0 216,0 0-1,0 1 1,5 11-1,-1 5 269,0 0-1,-2 0 0,-1 0 1,-1 1-1,2 30 0,0 131 1167,-7-165-1619,0-75-4975,0 5 63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7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19 4178,'0'0'6269,"-1"-3"-5652,-2-12 2408,3 24-2601,0-8-403,15 403 2800,-7-325-2256,36 230 2012,-42-299-2462,-2-3-35,1 0 0,1 0 0,0-1-1,-1 1 1,2 0 0,-1-1 0,1 0 0,0 0-1,0 0 1,1 0 0,7 10 0,-11-16-78,1 0 1,-1 1-1,0-1 0,0 1 0,1-1 1,-1 0-1,0 0 0,0 1 1,1-1-1,-1 0 0,0 1 1,1-1-1,-1 0 0,0 0 1,1 0-1,-1 1 0,0-1 1,1 0-1,-1 0 0,1 0 0,-1 0 1,0 0-1,1 0 0,-1 0 1,1 0-1,-1 0 0,0 0 1,1 0-1,-1 0 0,1 0 1,-1 0-1,0 0 0,1 0 1,-1 0-1,0 0 0,1-1 0,-1 1 1,1 0-1,-1 0 0,0 0 1,1-1-1,-1 1 0,0 0 1,0-1-1,1 1 0,-1 0 1,0 0-1,0-1 0,1 1 1,-1 0-1,0-1 0,0 0 0,4-21-204,-2-213-5391,-3 124 3537,1 106 1994,0 0 0,1 1 0,0-1 0,0 0 0,0 0 0,0 1 0,1-1 0,0 1 0,0-1 0,0 1-1,0 0 1,1 0 0,-1 0 0,1 0 0,0 0 0,1 1 0,-1-1 0,6-4 0,-4 4 41,0 0-1,1 1 1,0 0 0,-1 0-1,1 0 1,0 0 0,1 1-1,-1 0 1,0 0-1,1 1 1,-1 0 0,1 0-1,10 0 1,-12 1 68,1 0 0,0 0 0,-1 1-1,0 0 1,1 0 0,-1 0 0,1 1 0,-1-1 0,0 1-1,0 1 1,0-1 0,0 1 0,0-1 0,-1 2 0,1-1 0,-1 0-1,0 1 1,0 0 0,0 0 0,-1 0 0,1 0 0,-1 1 0,0-1-1,4 8 1,-2-3 96,0 1 1,-1-1-1,0 1 0,-1 0 0,0 0 0,0 0 0,-1 0 1,1 13-1,-1 11 569,-3 39 0,1-57-493,-1-5-119,-1 0 0,0 0 0,0 0 0,-1 0 0,0 0 0,-1-1 0,0 1 0,-1-1 0,0 0-1,-1 0 1,0-1 0,0 0 0,-1 0 0,0 0 0,-1-1 0,0 0 0,0-1 0,0 1 0,-1-2 0,0 1 0,-13 5 0,19-10-121,0 0 1,0-1 0,-1 1 0,1-1 0,-1 0 0,1 0-1,-1 0 1,0-1 0,1 1 0,-1-1 0,-5 0 0,7-1-66,1 1 1,-1 0 0,1-1 0,-1 1 0,1-1-1,-1 0 1,1 0 0,0 1 0,-1-1 0,1 0-1,0 0 1,0 0 0,0 0 0,-1 0-1,1 0 1,0-1 0,1 1 0,-1 0 0,0-1-1,0 1 1,0 0 0,1-1 0,-1 1 0,1-1-1,-1 1 1,1-1 0,-1-2 0,-5-41-3829,5-7-2863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32 344 6211,'0'0'9316,"5"-6"-8419,38-42-1125,49-71 1,-62 77-1151,-26 38 1061,-1 0 0,0-1 0,0 1 0,0 0 0,-1-1-1,1 0 1,-1 1 0,0-1 0,-1 0 0,1 0 0,-1 0 0,0 0 0,0-1 0,0 1 0,-1 0 0,0 0 0,-1-9 0,1 13 318,-1 0-1,0 0 1,1 0-1,-1 0 1,0 0-1,0 0 1,0 0-1,0 0 1,0 0-1,0 0 1,0 1-1,0-1 1,0 0-1,0 1 1,0-1-1,0 1 1,-2-1-1,-23-8 52,21 8-46,-5-2 60,-1 1 0,0 1 1,1 0-1,-1 0 0,0 1 1,-15 1-1,23 0 7,0 0-1,0 0 1,0 0 0,0 0-1,1 0 1,-1 1-1,0-1 1,1 1 0,-1 0-1,0 0 1,1 0 0,0 0-1,0 0 1,-1 0 0,1 1-1,0-1 1,1 1-1,-1-1 1,0 1 0,-1 5-1,-2 3 254,0 0 1,1 0-1,0 1 0,-2 15 0,-2 18 675,3 1 0,2 0 0,2-1 0,7 73 0,-5-105-756,1 0 0,0-1 0,1 1 1,1 0-1,0-1 0,1 0 0,0 0 0,8 13 0,-9-19-169,-1-1 0,1 0 0,0 0 0,0 0-1,0-1 1,1 1 0,0-1 0,0 0 0,0 0 0,0-1-1,0 1 1,1-1 0,0-1 0,-1 1 0,1-1 0,0 0-1,0 0 1,11 1 0,-6-1-12,0-1-1,1 0 1,-1-1-1,0-1 1,0 0-1,13-2 1,-18 1-98,1 1 0,0-2-1,-1 1 1,0-1 0,1 0 0,-1 0 0,0-1 0,0 1 0,-1-1 0,10-9-1,-2 0-744,-1-1 0,-1 0 0,0 0 0,-1-1 0,9-16 0,1-18-3898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8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4018,'0'0'8956,"0"11"-7633,1 1-791,0 1-1,5 19 0,0 1 114,35 190 2932,-33-161-3313,-8-62-186,0-12-44,0-177-3150,-7 166 3436,6 21-246,0-1-1,0 0 1,0 0-1,0 1 1,0-1-1,1 0 1,-1 0-1,1-3 1,0 6-54,-1-7 29,1 1 0,0-1-1,0 1 1,1-1 0,-1 1-1,1-1 1,1 1 0,-1 0-1,1-1 1,1 1 0,-1 0-1,1 0 1,4-7 0,-1 5-152,0 0 1,1 0 0,0 1-1,0-1 1,9-5-1,-12 10 61,0 0 0,0 1 0,0 0 0,0-1 0,0 2 0,1-1 0,-1 0 0,1 1 0,-1 0 0,1 0 0,-1 0 0,10 0 0,-10 0 44,0 1 0,1 0-1,-1 0 1,0 0 0,0 1-1,1-1 1,-1 1 0,0 0-1,0 0 1,0 1 0,0-1-1,0 1 1,0 0 0,-1 0-1,6 4 1,-3-3-366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9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7892,'0'0'7873,"-1"37"-6601,2 128 195,0-137-921,2-1 0,0 1 0,2-1-1,11 33 1,-12-46-327,-4-14-211,3 13 283,1-1 0,0 0-1,1 1 1,10 18 0,-13-28-261,-1-1-1,1 0 0,-1 1 1,1-1-1,0 0 0,0 0 1,0 0-1,0 0 0,1-1 1,-1 1-1,0-1 0,1 1 1,-1-1-1,1 0 1,-1 0-1,1 0 0,0 0 1,-1 0-1,1 0 0,0-1 1,0 1-1,0-1 0,-1 0 1,1 0-1,0 0 0,0 0 1,3-1-1,-1-1-24,0 1-1,-1-1 1,0 1 0,1-1-1,-1-1 1,0 1-1,0 0 1,0-1 0,0 0-1,-1 0 1,1 0 0,-1-1-1,1 1 1,-1-1-1,0 1 1,3-7 0,4-7-256,0 0 0,11-30 1,-18 39 96,8-19-786,-1 0-1,-2-1 1,-1 0-1,-1-1 1,-1 0 0,-2 1-1,1-38 1,-4-45 4990,7 86-13287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9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8132,'0'0'7515,"4"6"-6770,2 5-434,-1 1 0,0 0 0,-1-1 0,-1 1 0,4 16 0,9 74 1395,-10-61-1213,47 554 3712,-53-571-4145,2-1 0,1 1 0,8 34 0,-10-56-58,0 1 0,1 0 0,-1-1 0,0 0 0,1 1 1,-1-1-1,4 4 0,-4-5-6,-1-1 0,0 1 1,1-1-1,-1 0 0,0 1 1,1-1-1,-1 0 0,1 1 1,-1-1-1,1 0 0,-1 0 1,1 1-1,-1-1 0,1 0 1,-1 0-1,1 0 0,-1 0 1,1 0-1,-1 0 0,1 0 1,-1 0-1,1 0 0,-1 0 0,1 0 1,-1 0-1,1 0 0,0 0 1,-1 0-1,1-1 0,-1 1 1,1 0-1,-1 0 0,0-1 1,1 1-1,-1 0 0,1 0 1,-1-1-1,1 1 0,-1-1 1,0 1-1,1 0 0,-1-1 1,0 1-1,1-1 0,-1 1 1,0-1-1,0 1 0,0-1 1,1 1-1,-1-1 0,4-9-128,0 1 0,0-1 0,-1 1-1,-1-1 1,0 0 0,2-12 0,2-68-1285,-5 79 1163,0-252-4489,0 253 4657,0-1-1,0 1 1,1-1 0,0 1-1,1 0 1,0 0 0,7-13 0,-8 17 143,2 0 1,-1 0-1,1 0 1,0 1 0,0 0-1,0 0 1,1 0 0,0 0-1,0 0 1,0 1-1,0 0 1,8-4 0,-10 6 7,0 1 1,0-1-1,0 1 1,0 0 0,0 0-1,1 0 1,-1 1-1,0-1 1,0 1 0,0-1-1,1 1 1,-1 0-1,0 1 1,0-1-1,1 0 1,-1 1 0,0 0-1,0 0 1,0 0-1,0 0 1,0 0 0,0 0-1,0 1 1,0 0-1,0-1 1,-1 1-1,1 0 1,0 0 0,-1 1-1,0-1 1,0 0-1,0 1 1,0 0 0,0-1-1,3 6 1,2 5 105,-1 1-1,0 0 1,-1 1 0,0-1 0,-1 1 0,4 25 0,-4-1 239,-1 55 1,-3-83-383,0-1 0,-1 0 0,0 1 0,-1-1 0,0 0 0,0 1 0,-1-1 0,-1 0 0,0-1 0,0 1 0,-1-1 0,0 0 0,-1 0 0,0 0 0,0-1 0,0 0 0,-1 0 0,-1 0 0,-8 6 0,1-1-85,-1 0 0,0-2 0,-20 11 1,29-17-152,-1-1 0,-1 0 0,1-1-1,-1 0 1,1 0 0,-1 0 0,0-2 0,0 1 0,-10 0 0,18-2 99,0 0 0,1-1 0,-1 1 0,1 0 1,-1-1-1,1 1 0,-1-1 0,1 1 0,-1 0 0,1-1 0,-1 1 0,1-1 0,0 1 0,-1-1 0,1 0 0,0 1 0,-1-1 1,1 1-1,0-1 0,0 0 0,-1 1 0,1-1 0,0 1 0,0-1 0,0 0 0,0 1 0,0-1 0,0 0 0,0 1 0,0-2 1,0-27-1867,1 21 905,-1-35-3914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179 171 7716,'0'0'6042,"8"-7"-5842,22-19 182,-29 25-200,0-1 0,0 1 0,0-1 1,0 0-1,0 1 0,0-1 0,-1 0 0,1 0 1,0 0-1,-1 1 0,0-1 0,1 0 0,-1 0 0,0 0 1,0 0-1,0 0 0,0 0 0,0 0 0,-1 0 0,0-3 1,0-3-466,1 3 224,0 1-1,0-1 1,0 0 0,-1 1-1,0 0 1,0-1 0,0 1-1,-2-5 1,2 6 79,0 1 0,-1 0 0,1 0 1,-1 0-1,0 0 0,0 0 0,1 0 0,-1 1 0,0-1 0,-1 0 0,1 1 0,0 0 0,0-1 0,0 1 1,-1 0-1,-2-1 0,-5-1 67,0 0 0,0 1 0,0 0 0,0 1 0,0 0 0,0 0 0,-14 1 0,22 1-80,0-1 0,0 0 0,0 1 0,1-1 0,-1 1 0,0 0 0,0 0 1,0 0-1,0 0 0,1 0 0,-1 0 0,1 0 0,-1 0 0,1 1 0,-1-1 0,1 1 0,-1-1 0,1 1 0,0-1 0,0 1 0,0 0 0,0 0 0,0-1 0,0 1 0,0 3 0,-4 8 110,1 0 0,-4 24 0,5-24 27,-9 60 1146,3 1 0,2 134 1,7-208-1285,0 9 114,0 1 1,0-1 0,1 0-1,1 0 1,1 9-1,-2-16-106,0 0 0,0 1 0,0-1 0,0 0 0,0 0 0,0-1 0,0 1 0,1 0 0,-1 0 0,1 0 0,-1-1 0,1 1 0,0-1-1,0 1 1,-1-1 0,1 0 0,0 0 0,0 0 0,0 0 0,1 0 0,-1 0 0,0 0 0,0-1 0,4 1 0,-1 0-33,1-1 0,-1 1 1,0-1-1,1 0 0,-1-1 0,0 1 1,0-1-1,0 0 0,1-1 1,-1 1-1,0-1 0,0 0 0,-1 0 1,1 0-1,0-1 0,-1 0 0,1 0 1,-1 0-1,0 0 0,0-1 1,0 0-1,-1 1 0,1-1 0,-1-1 1,3-4-1,6-8-479,-2-2-1,0 1 1,-1-2 0,0 1 0,5-22-1,-6 14-658,-1-1 0,-1-1 0,3-42 0,-4-90 3296,-5 165-936,0 435 2479,0-434-3680,0-1 0,0 0 0,1 0 0,-1 0 0,1 1 1,0-1-1,0 0 0,2 5 0,-2-8-127,0 0 0,-1 0 1,1 0-1,0 0 1,0 0-1,-1 0 0,1 0 1,0 0-1,0 0 0,0 0 1,0-1-1,2 2 1,-1-1-291,-1-1 0,1 1 0,-1-1 0,1 0 0,-1 1 0,1-1 0,-1 0 0,1 0 1,-1 0-1,1 0 0,0 0 0,1 0 0,-2-1 211,-1 1 0,1 0 1,-1 0-1,1 0 0,-1 0 0,1-1 0,-1 1 1,1 0-1,-1 0 0,1-1 0,3-4-2242,7-25-6051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11781,'0'0'4064,"-1"43"-2037,0 15-1391,1 219 1940,24 45 535,-11-169-1916,-12-141-1123,15 134 910,-9-134-964,-6-12-21,-1 1 0,0-1 0,0 0 1,1 0-1,-1 0 0,0 0 0,1 0 0,-1 0 0,0 0 0,1 0 0,-1 0 0,0 0 0,1 0 0,-1 0 0,0 0 0,1 0 0,-1 0 0,0 0 0,1 0 0,-1-1 1,0 1-1,0 0 0,1 0 0,-1 0 0,0 0 0,1-1 0,-1 1 0,0 0 0,0 0 0,0 0 0,1-1 0,-1 1 0,0 0 0,0-1 0,0 1 0,1 0 0,-1 0 1,0-1-1,0 1 0,0 0 0,0-1 0,0 1 0,0 0 0,0-1 0,0 1 0,0-1 0,10-25-624,-2-1 1,5-32-1,-6 28-208,0 1-1,13-30 1,-13 42 200,2 1 0,0-1 1,0 2-1,22-29 0,-27 40 569,0 0 0,0 1 0,1-1 0,0 1 0,-1 0 0,1 0 0,1 0 0,-1 1 0,1-1 0,-1 1 0,1 1 0,0-1 0,0 1 0,0 0 0,0 0-1,0 1 1,1 0 0,8-1 0,-12 2 111,-1 0 1,1 1-1,0-1 0,-1 1 0,1-1 0,0 1 0,-1 0 1,1 0-1,-1 0 0,1 0 0,-1 1 0,0-1 0,1 1 0,-1-1 1,0 1-1,0 0 0,0 0 0,0 0 0,-1 0 0,1 0 0,0 0 1,-1 1-1,2 2 0,3 6 225,-1 1-1,0 1 1,6 21-1,-6-17-27,11 48 592,-3 0 0,8 96 0,-16-60-8720,-5-135-2417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2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0 4994,'0'0'10053,"4"2"-9861,0-1-143,-1 0 0,0 1 0,0 0 0,0 0 1,0 0-1,0 0 0,0 0 0,-1 1 0,1-1 0,-1 1 0,0-1 0,1 1 0,-1 0 1,0 0-1,-1 0 0,1 0 0,0 1 0,-1-1 0,1 4 0,1 4 334,0 0 1,-2-1-1,1 2 0,-1-1 0,-1 14 0,-1-21-294,1 0-1,-1 0 0,0 0 0,-1 0 0,1 0 0,-1 0 0,1 0 0,-1-1 0,0 1 0,-1-1 1,1 1-1,-1-1 0,1 0 0,-1 0 0,0 0 0,0 0 0,0-1 0,-1 1 0,1-1 0,-8 4 0,4-1-284,0-1 1,-1-1-1,1 1 0,-1-1 0,0-1 0,0 1 0,0-2 0,0 1 0,-15 1 0,5-3-3430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8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1 273 10709,'0'0'6510,"12"-13"-6236,1 0-280,-4 5-62,-1-1 0,0 0 0,0 0 1,-1-1-1,0 0 0,-1 0 0,7-15 0,-7 11-241,0 0 0,-1-1 0,-1 0 0,0 0 0,-1 0 0,0 0 1,-1 0-1,-1-23 0,-2 250 1597,4 231 1783,-2-416-2855,1-1 0,1 0-1,1 0 1,2 0 0,0-1-1,12 27 1,-11-39-564,-6-13 25,-1 0 291,0 0-1,0 0 1,0 0 0,0 0-1,0 0 1,0 0 0,0 0 0,0 0-1,1 0 1,-1 0 0,0 0-1,0 0 1,0 0 0,0 0-1,0 0 1,0 0 0,0 0 0,0 0-1,0 0 1,1-2-808,-1 2 808,0 0 0,0 0-1,0 0 1,0-25-3810,-6-9-2379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3426,'0'0'6467,"-31"151"-5571,27-132-544,4-10-240,0-3-96,0-2-832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0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0 0 2913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0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2913,'105'18'10093,"-107"5"-10010,-1-1 0,-1 0 1,-1 0-1,-1 0 0,-14 32 0,9-22 5,6-9-531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1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 3650,'0'0'9740,"0"-3"-9489,-2-3-113,-1 9 6,-7 20 151,-10 35 275,16-44-453,0 0 1,1 1-1,0-1 1,-1 23-1,4-36-189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1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1 19 3682</inkml:trace>
  <inkml:trace contextRef="#ctx0" brushRef="#br0" timeOffset="1">1 19 3682,'146'-19'3489,"-146"25"-3185,0 7 609,0 3-65,0 6-320,0 3 257,0 6 111,-7 4-303,-3-4-81,-1 0-224,8-9-192,-1 0-64,4-12-32,0-4-304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18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1 5683,'0'0'6891,"-3"0"-6660,0-1 0,0 1 0,0 0-1,0 0 1,0 0 0,0 1 0,0-1 0,-5 2 0,3 2-210,0 0-1,0 0 1,1 1-1,0-1 1,0 1 0,0 0-1,-4 7 1,-22 41 232,29-50-241,-12 25 69,2 0 0,0 0 0,2 1 1,2 0-1,-6 39 0,5-7 165,0 98 0,7-99 0,3 70 404,-1-114-532,1-1-1,1 1 0,0-1 1,1 0-1,12 29 0,-9-27 12,2-1 0,0-1 0,0 0 0,1 0 1,1-1-1,1 0 0,18 17 0,-23-25-60,1 1 1,0-2 0,0 1 0,0-1 0,1 0 0,0-1 0,0 0 0,0 0 0,0-1 0,0 0 0,1-1 0,0 0 0,-1 0-1,20 0 1,3-2-488,-31-8-1546,-1-11-376,0-10-1939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19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19 5122,'0'0'5643,"0"-1"-5510,0 0 0,0 1 0,0-1 1,0 0-1,0 1 0,0-1 0,0 0 0,0 1 1,0-1-1,0 0 0,0 1 0,-1-1 0,1 0 0,0 1 1,-1-1-1,1 1 0,0-1 0,-1 0 0,1 1 1,0-1-1,-1 1 0,1-1 0,-1 1 0,0-1 0,-32 0-139,18 0-5,0 0 0,0 1 0,-27 5 0,39-4 6,0 0 0,-1 1 0,1-1 0,0 1 0,0 0 0,0 0 0,0 0 0,0 0 0,1 1 0,-1-1 0,1 1-1,-1 0 1,1 0 0,0 0 0,0 0 0,-2 4 0,-4 7-15,2 0-1,-8 22 1,8-16 35,1-1 1,1 1-1,-3 37 1,4 61 767,3-97-539,0-4 78,0 0 1,2 0 0,0 0 0,0-1 0,2 1 0,0-1 0,10 25-1,-12-36-253,0 0 0,1 0-1,-1 0 1,1-1-1,1 1 1,-1-1 0,1 0-1,-1 0 1,1 0-1,0 0 1,1-1-1,-1 0 1,0 0 0,1 0-1,0 0 1,0-1-1,0 0 1,0 0 0,0 0-1,0 0 1,1-1-1,-1 0 1,0 0 0,1 0-1,-1-1 1,1 0-1,5 0 1,-5-1-64,-1 0 0,1 0 0,0-1 0,-1 1 0,0-1 0,1-1 0,-1 1 0,0-1 0,0 0 0,0 0 0,-1 0 0,1-1 0,-1 1 1,1-1-1,-1 0 0,-1 0 0,1-1 0,0 1 0,-1-1 0,3-5 0,5-9-509,-1 0 1,0-1 0,13-41-1,-16 37-1030,-1 0 0,-2-1 0,0 1 0,-1-1 0,-1-38 0,-2 12-2121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0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5426,'0'0'4130,"0"7"-3279,1 11 176,2 1 0,7 31 0,-4-26-620,-2 0-1,2 26 1,4 387 1247,-8-252-893,-1-156-642,9 160 399,-10-185-493,0 0 12,0 0 0,1 0 0,0 0 0,-1 0 0,1 0 0,0 0 0,1-1 0,-1 1 1,1 0-1,0-1 0,3 7 0,-1-52-4338,-4 6-69,0-5-979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6115,'0'0'5685,"4"6"-4938,1 3-407,0 0 1,0 1-1,-1-1 0,0 1 1,4 20-1,11 64 1445,-18-84-1645,17 153 2024,-13-103-1286,23 110-1,-28-168-872,14 42 73,-13-42-82,0 0-1,0 0 1,0 1 0,0-1-1,0 0 1,0 0 0,1 0-1,-1 0 1,1 0 0,-1-1-1,1 1 1,0 0 0,0-1-1,0 1 1,3 1 0,-5-3-14,0 0 1,0 0-1,1 0 1,-1 0-1,0 0 1,0 1-1,0-1 1,0 0-1,1 0 1,-1 0-1,0 0 1,0 0-1,0 0 1,1 0-1,-1 0 1,0 0-1,0 0 1,0 0-1,0 0 1,1 0-1,-1 0 1,0 0-1,0 0 1,0 0-1,1 0 1,-1-1-1,0 1 1,0 0-1,0 0 1,0 0-1,1 0 1,-1 0-1,0 0 1,0 0-1,0-1 1,0 1-1,0 0 1,1-13-1788,-1 13 1759,0-41-3510,0-13-2767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0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10229,'0'0'4514,"63"0"-4978,-52 0-625,-1 6-3393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1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7 4706,'0'0'4258,"3"0"-3079,7-1 381,-20-1 16,-25-1-801,23 3-770,-19 2 97,30-1-91,-1-1 1,1 1 0,-1 0 0,0 0 0,1 0-1,0 0 1,-1 0 0,1 0 0,0 0 0,-1 0-1,1 1 1,0-1 0,0 0 0,0 1 0,0-1-1,-1 3 1,-4 8 181,1 0 0,0 0 0,1 1 0,0 0 0,1-1 0,0 1 0,0 18 0,0 96 1424,4-76-891,-2-26-339,0-14-150,1 0 1,0 1 0,1-1 0,2 13-1,-3-22-200,1 1 0,-1-1 1,1 0-1,0 0 0,0 0 0,0 0 0,0 0 0,0 0 0,0 0 0,0 0 1,1 0-1,-1-1 0,0 1 0,1 0 0,0-1 0,-1 1 0,1-1 0,0 0 1,0 0-1,0 1 0,0-1 0,0 0 0,0-1 0,0 1 0,0 0 0,3 0 1,-1 0-21,1 0 0,0-1 0,0 1 1,0-1-1,0 0 0,0-1 1,0 1-1,-1-1 0,1 0 0,0 0 1,0 0-1,-1-1 0,7-2 1,-4 0-65,-1 0 1,0 0 0,1 0 0,-1-1-1,-1 0 1,1 0 0,8-11-1,1-5-480,-1 0 0,-1 0 0,0-2 0,8-24 0,-14 31 5,-1 0 0,-2 0 0,1 0 1,-2 0-1,0-1 0,1-30 0,-2-18 3774,14 68-2574,-13 1-627,-1 0 0,1 1 1,-1-1-1,0 1 0,0 0 0,0 0 1,-1 0-1,0-1 0,2 10 0,-2-7 13,10 55 686,6 117 0,-16 65 215,-2-127-644,1 236 666,0-346-944,0 0 1,-1 0 0,1 0 0,-1 0 0,-1-1-1,-2 10 1,3-14-41,1 0 1,-1-1-1,0 1 0,0-1 1,0 1-1,0-1 1,0 1-1,0-1 0,0 1 1,0-1-1,-1 0 0,1 0 1,-1 0-1,1 0 0,-1 0 1,1 0-1,-1 0 0,1 0 1,-1-1-1,0 1 0,1 0 1,-1-1-1,0 0 0,0 1 1,1-1-1,-1 0 1,-3 0-1,2 0-6,1 0 0,-1 0 1,1 0-1,-1-1 0,0 1 1,1-1-1,-1 0 0,1 0 1,-1 0-1,1 0 0,0 0 0,-1 0 1,1-1-1,0 1 0,0-1 1,-3-2-1,2 0-19,0 1 1,0 0-1,1-1 1,0 0-1,-1 0 0,2 1 1,-1-1-1,0-1 0,-1-4 1,-1-10-95,1 0 0,1 0-1,0-34 1,1 42 93,0-35-182,1 0 0,3 0 1,1 0-1,12-53 0,3 33-490,3 1 1,3 0 0,58-106-1,-68 144 117,1 1-1,2 1 0,30-33 0,-46 55 590,0 0 0,1 1 0,-1 0 0,1 0 1,0 0-1,0 0 0,0 0 0,0 0 0,0 1 0,0 0 0,0-1 1,0 1-1,0 0 0,1 0 0,-1 1 0,1-1 0,-1 1 1,0 0-1,1 0 0,-1 0 0,5 0 0,-6 1 54,0-1 0,0 1 0,0 0 0,0 0-1,0-1 1,0 1 0,0 1 0,0-1 0,0 0 0,0 0 0,-1 1-1,1-1 1,0 1 0,-1-1 0,1 1 0,-1 0 0,0 0 0,0 0-1,1-1 1,0 5 0,23 47 1249,-22-45-1082,10 30 971,13 65 0,-17-61-766,16 42-1,-19-73-886,-6-17-1454,-4-22-309,-11-24-802,-3-9-2163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2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11477,'0'0'3778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3730,'0'0'9265,"4"-5"-8339,10-13-254,-11 13 326,-2 6-961,0-1 0,-1 1 0,1 0 0,0 0 0,-1 0 0,1-1 0,-1 1 0,0 0 0,1 0 0,-1 0 0,0 0 0,1 0 0,-1 0 0,0 0 0,0 0 0,0 0 0,0 0 0,0 0 0,0 1 0,1 3 74,15 127 1512,0 189 0,-14-232-931,-1-25-271,-1-19-167,1-1-1,3 1 1,1 0-1,12 44 1,-15-80-230,-2-8-21,1 1 1,-1 0 0,0-1 0,1 1 0,-1 0 0,1-1 0,0 1 0,-1-1 0,1 1 0,0-1 0,0 1 0,0-1 0,0 0 0,0 1 0,0-1 0,3 2-1,-4-3-43,1-1 0,-1 1 0,1 0 0,-1-1 0,0 1 0,1-1 0,-1 1 0,0-1 0,0 1 0,1-1 0,-1 1 0,0-1 0,0 1 0,0-1 0,1 1 0,-1-1 0,0 1 0,0-1 0,0 1 0,0-1 0,0 1 0,0-1-1,0 1 1,0-1 0,0 1 0,-1-1 0,1 0 0,0 0-98,1-37-2074,0 14-503,-1 0-1,-4-37 0,-8 23-2799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2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8836,'0'0'8372,"216"0"-7140,-143-18-927,-7-7-305,-10-1-929,-14 8-2496,-18 2-4595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9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 1505,'0'0'9719,"-4"0"-8561,-3-1-1071,6 0 14,0 1 0,0-1 0,1 1 0,-1 0-1,0-1 1,0 1 0,0 0 0,0 0-1,0 0 1,0 0 0,0 0 0,0 0-1,0 0 1,0 0 0,0 0 0,1 0-1,-1 0 1,0 0 0,0 1 0,0-1-1,0 0 1,0 1 0,0-1 0,1 1-1,-1-1 1,0 1 0,0-1 0,1 1-1,-1 0 1,0-1 0,1 1 0,-1 0-1,0-1 1,1 1 0,-1 0 0,1 0-1,-1 1 1,-4 36 121,1 0 1,2 60-1,2-36 37,-6 524 3492,5-575-3688,1-6-4,0 0 1,0 0 0,1 0-1,-1 0 1,1 1 0,1 4 0,-1-9-64,-1 0 0,1 0-1,-1 0 1,1 0 0,0 0 0,0 0 0,-1 0 0,1 0 0,0 0 0,0 0 0,0 0 0,0-1 0,0 1 0,0 0 0,0-1 0,0 1 0,0-1-1,0 1 1,0-1 0,1 1 0,-1-1 0,0 0 0,0 0 0,0 1 0,1-1 0,-1 0 0,0 0 0,2-1 0,-2 1-92,0-1 1,0 0-1,-1 0 0,1 1 1,-1-1-1,1 0 0,0 0 1,-1 0-1,0 0 0,1 0 1,-1 0-1,1 0 1,-1 0-1,0 0 0,0 0 1,0 0-1,1 0 0,-1 0 1,0 0-1,0 0 1,-1 0-1,1-1 0,0-2-375,4-67-6215,-4 33 35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29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12934,'0'0'4626,"234"22"-3778,-171-22-848,-15-10-128,-20-18-2193,-24 0-5506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2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74 242 7123,'0'0'8738,"8"2"-8026,-6-2-681,1 0-4,0 1 1,0-1-1,1 1 0,-1-1 0,0 0 1,0-1-1,0 1 0,1 0 1,-1-1-1,0 0 0,0 0 0,0 0 1,0 0-1,0 0 0,0 0 1,0-1-1,0 0 0,4-3 1,3-4-6,0 0 0,0-1 0,-1 0 0,-1 0 1,14-22-1,-18 24-168,0 1 0,0-1 0,-1 0 0,0-1 0,0 1 0,-1 0 0,0-1 0,-1 1 0,0-1 0,0-9 0,0 16 115,-1 1 1,0-1-1,0 1 1,0-1-1,-1 0 1,1 1-1,0-1 1,0 1 0,-1-1-1,1 1 1,-1-1-1,0 1 1,1-1-1,-1 1 1,0-1-1,0 1 1,0 0-1,0-1 1,0 1-1,0 0 1,-2-1-1,0 0 29,-1 0 0,1 1-1,-1-1 1,0 1 0,0 0 0,0 0-1,-5 0 1,9 0 0,-19-1-28,0 0 0,-35 2 0,24 1 16,27-1 28,0 0 1,0 1 0,0-1-1,0 1 1,0-1-1,1 1 1,-1 0-1,0 0 1,0 1-1,1-1 1,-1 0 0,1 1-1,0 0 1,-1-1-1,1 1 1,0 0-1,0 0 1,0 0 0,0 0-1,0 1 1,0-1-1,1 1 1,-1-1-1,1 1 1,0-1 0,0 1-1,0 0 1,0-1-1,0 1 1,-1 5-1,-1 10 197,1-1 0,0 0 0,1 36 0,1-38-82,0 9 274,1 0 0,2 0-1,0-1 1,1 1-1,9 26 1,-10-40-233,0 0-1,1 0 1,1 0 0,0-1 0,0 1 0,1-1-1,0-1 1,1 1 0,-1-1 0,2 0 0,-1 0-1,1-1 1,0 0 0,10 6 0,-11-9-146,0-1 0,0 0-1,1 0 1,-1 0 0,1-1 0,0 0 0,-1 0 0,1-1 0,0 0 0,0 0 0,0-1 0,0 0 0,0 0-1,0-1 1,0 0 0,0-1 0,-1 0 0,1 0 0,0 0 0,-1-1 0,0 0 0,1-1 0,-1 1 0,0-1-1,10-9 1,-7 3-388,-1 1-1,-1-2 1,0 1-1,0-1 0,-1-1 1,7-14-1,-6 8-2191,11-32 0,-7-1-4488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3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6547,'0'0'4658,"2"33"-2027,9 110-425,9 61 2294,-12-134-3123,-7-68-1059,0-5-169,0-16-234,0-26-729,-2-27-891,3-90-3209,-1 156 4844,1-1-1,-1 1 1,1 0 0,0 0-1,0 0 1,1 0-1,0 1 1,0-1 0,0 1-1,1-1 1,0 1-1,0 0 1,0 1 0,0-1-1,1 1 1,0 0-1,7-6 1,-4 5 119,-1 0 0,1 1 0,0-1 0,0 2 0,0-1-1,0 1 1,1 0 0,-1 1 0,1 0 0,0 1 0,17-2 0,-11 2-240,19 2 242,-33-1-388,1 0 0,-1 0 0,0 1 0,1-1-1,-1 1 1,1-1 0,-1 1 0,0 0 0,1-1-1,-1 1 1,1 1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3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0 4082,'-5'1'12067,"-21"2"-11752,-82-3 207,103 0-477,1 0-1,-1 0 0,0 1 0,1-1 0,-1 1 0,1 1 0,0-1 0,-1 0 0,1 1 0,0 0 1,0 0-1,0 0 0,0 1 0,0-1 0,0 1 0,1 0 0,-1 0 0,1 0 0,0 1 0,0-1 1,0 1-1,0 0 0,1 0 0,-1 0 0,1 0 0,0 0 0,0 0 0,1 0 0,-3 9 0,-1 9 352,1 0 1,1 0-1,1 0 0,1 40 0,1-60-343,-1 24 394,0-11-60,1 1 1,1-1-1,4 30 0,-4-42-340,0 0 1,-1 0-1,2 1 0,-1-1 0,0 0 0,0 0 0,1 0 0,0 0 0,0 0 0,0 0 0,0-1 0,0 1 0,0-1 1,1 1-1,-1-1 0,1 0 0,-1 0 0,1 0 0,0 0 0,0 0 0,0-1 0,0 1 0,4 0 0,-1 0-32,-1-1 0,1 0-1,0 0 1,0-1 0,0 1 0,0-1-1,0-1 1,0 1 0,0-1-1,0 0 1,0 0 0,0-1-1,-1 0 1,1 0 0,-1 0-1,1-1 1,-1 1 0,0-1 0,0-1-1,0 1 1,0-1 0,0 0-1,6-7 1,5-6-258,-1-1-1,-1 0 1,0-1-1,18-34 1,-23 37-200,0 0 0,0-1 0,-2 0-1,0-1 1,-1 1 0,0-1 0,-2 0 0,0-1 0,3-35 0,-9 154 3219,5 120-65,-3-217-2692,0 0 0,0 0 0,1 0 0,-1 0 0,1 0 0,0-1 0,0 1 0,0 0 0,0 0 0,0-1 0,3 4 0,-3-5-22,0 0 0,0 0 0,1 1 0,-1-1 1,0-1-1,1 1 0,-1 0 0,1 0 0,-1 0 0,1-1 1,0 1-1,-1-1 0,1 1 0,0-1 0,-1 0 1,1 1-1,0-1 0,-1 0 0,4 0 0,-2-1-47,-1 0 0,1 0 0,0 1 0,-1-2 0,1 1 0,-1 0 0,1 0 0,-1-1 0,0 1 0,0-1 0,1 0 0,-1 0 0,0 0 0,-1 0 0,1 0 0,0 0 0,0 0-1,-1-1 1,0 1 0,1-1 0,-1 1 0,0-1 0,1-2 0,4-10-1166,-1 1-1,7-28 1,-5-3-2994,-6-2-2750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4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6 208,'0'0'13062,"0"-4"-12244,0 3-700,0 2 584,18 307 3545,0-90-2734,12 78 203,-27-282-1668,4 22 65,-7-34-103,0 0 1,1-1-1,0 1 1,-1 0 0,1 0-1,0-1 1,0 1-1,0 0 1,0-1 0,0 1-1,0-1 1,0 0-1,3 3 1,-4-4-14,0 0-1,1 0 1,-1 0-1,0 0 1,0 0-1,0 0 1,0 0 0,0 0-1,0 1 1,1-1-1,-1-1 1,0 1-1,0 0 1,0 0 0,0 0-1,0 0 1,0 0-1,1 0 1,-1 0-1,0 0 1,0 0 0,0 0-1,0 0 1,0 0-1,0 0 1,0 0-1,1 0 1,-1 0 0,0 0-1,0-1 1,0 1-1,0 0 1,0 0-1,0 0 1,0 0 0,0 0-1,0 0 1,0 0-1,0-1 1,0 1-1,0 0 1,0 0 0,1 0-1,-1 0 1,0 0-1,0-1 1,0 1-1,0 0 1,-1 0 0,1 0-1,0 0 1,0 0-1,0 0 1,0-1-1,0 1 1,0 0 0,0 0-1,0 0 1,0 0-1,0 0 1,0 0-1,0-1 1,1-130-6940,-2 67 1835,1 8-1620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4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0 5475,'0'0'11077,"-1"4"-10773,0-2-277,0 1 0,0 0 0,0-1 0,-1 1 0,1-1 0,-1 1 0,1-1 1,-1 0-1,0 0 0,0 1 0,0-1 0,-1-1 0,1 1 0,0 0 0,-1 0 0,1-1 1,-1 0-1,1 1 0,-5 0 0,-7 6 74,-3 3 41,-63 42 133,72-47-265,0 0 1,0 1 0,1 0-1,0 0 1,0 1-1,1-1 1,-6 11-1,10-14-6,0 0 1,0 0-1,0 0 0,1 0 0,0 0 0,0 0 1,0 1-1,1-1 0,-1 0 0,1 1 0,0-1 1,0 0-1,0 1 0,1-1 0,0 0 0,0 0 1,2 8-1,0-6 71,-1 0-1,1 0 1,0 0-1,1 0 1,-1-1 0,1 0-1,1 0 1,-1 0-1,0 0 1,8 5 0,2 2 134,0-2 0,1 1 0,1-2 0,0 0 0,22 9-1,-26-14-336,0 0 0,0-1 0,1 0 0,-1-1 0,1 0 0,0-1 0,-1 0 0,18-2 0,-29 1 36,0 0 1,0 0-1,-1 0 0,1 0 1,0 0-1,0-1 0,0 1 1,-1 0-1,1 0 0,0-1 1,0 1-1,-1 0 1,1-1-1,0 1 0,0-1 1,-1 1-1,1-1 0,-1 1 1,1-1-1,0 0 0,-1 1 1,1-1-1,-1 0 0,1 0 1,2-21-2890,-2 19 2445,-1-34-7372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8548,'0'0'5869,"0"3"-5394,22 128 2070,9 32-57,16 243 0,-44-358-2158,-1-12-114,1-1-1,2 1 1,11 40-1,-15-72-186,-1-1 0,2 0 0,-1-1 0,0 1 0,0 0 0,1 0 0,0 0 0,3 4 0,-5-7-26,0 0 1,1 0-1,-1 1 1,0-1-1,0 0 0,0 0 1,1 0-1,-1 0 1,0 0-1,0 0 0,0 0 1,1 1-1,-1-1 0,0 0 1,0 0-1,1 0 1,-1 0-1,0 0 0,0 0 1,1 0-1,-1 0 1,0 0-1,0 0 0,1 0 1,-1 0-1,0 0 0,0-1 1,1 1-1,-1 0 1,0 0-1,0 0 0,0 0 1,1 0-1,-1 0 1,0-1-1,0 1 0,0 0 1,1 0-1,6-21-1,-1-24-1051,-1-92 0,0 1-1559,-3 114 2200,1 0 1,1 0-1,1 1 0,8-23 1,-10 35 356,0 1 1,1 0-1,0 0 1,0 1-1,1-1 0,10-11 1,-13 16 79,1 1 0,0-1-1,-1 1 1,1-1 0,1 1 0,-1 0 0,0 0 0,0 0 0,1 1-1,-1-1 1,1 1 0,-1 0 0,1 0 0,0 0 0,-1 0 0,1 1-1,7-1 1,-7 2 22,-1-1 0,1 1 0,0-1 0,0 1 0,-1 1-1,1-1 1,0 0 0,-1 1 0,1 0 0,-1-1 0,0 2 0,1-1-1,-1 0 1,0 0 0,0 1 0,-1 0 0,1 0 0,0-1 0,-1 2-1,0-1 1,4 6 0,3 7 159,-1 1 0,0 0 0,6 23 0,-10-29-98,5 17 218,-1 0-1,-2 1 1,4 43 0,-3 89-374,-10-154-843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5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9620,'0'0'6513,"1"23"-5222,0-6-1055,18 240 3898,-13-200-3344,-5-35-556,1 0 0,1-1 0,1 1-1,0-1 1,14 36 0,-17-55-238,0-1 0,-1 0 0,1 1 0,0-1 0,0 0 0,0 1 0,0-1 0,0 0 0,0 0 0,0 0 0,0 0 0,1 0 0,-1 0 0,3 1 0,-4-1-15,1-1 0,-1 0 0,0 0 0,1 0 0,-1 0 0,0 0-1,1 0 1,-1 0 0,0 0 0,1 0 0,-1 0 0,0 0 0,1 0-1,-1-1 1,0 1 0,0 0 0,1 0 0,-1 0 0,0 0 0,1 0 0,-1-1-1,0 1 1,0 0 0,1 0 0,-1-1 0,0 1 0,6-16-1142,-3-77-5159,-3 37 1339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12886,'0'0'1457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36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8724,'0'0'5856,"1"34"-3244,-1 1-1841,0 10 474,1 0 0,15 83 0,-9-92-513,-2-3 104,2-1 1,19 54-1,-25-84-800,0 0-1,0 1 0,0-1 0,0 0 0,1 0 1,-1 0-1,1 0 0,-1 0 0,1 0 0,0 0 0,-1 0 1,1-1-1,0 1 0,4 1 0,-6-2-32,1-1 0,0 0 0,-1 0 0,1 1 0,0-1 0,0 0 0,-1 0 0,1 0 0,0 0 0,-1 0 0,1 0 0,0 0-1,-1 0 1,1-1 0,0 1 0,0 0 0,-1 0 0,1 0 0,-1-1 0,1 1 0,1-1 0,-1 0-4,1-1 0,-1 1 0,0 0 0,1-1 0,-1 0 0,0 1 1,0-1-1,0 0 0,0 1 0,0-1 0,0-2 0,9-23-318,-2 1 1,8-49-1,2-63-2558,4-22-3857,-21 155 6536,0 1 0,0-1 0,0 1 0,0-1 0,1 1 0,0 0 0,0-1 0,0 1 0,0 0 0,1 0 0,5-6 0,-5 7 276,0 1 0,0 1 0,-1-1 0,1 0 0,0 1 0,1-1 0,-1 1 1,0 0-1,0 0 0,0 0 0,1 1 0,-1-1 0,0 1 0,1 0 1,6 0-1,-6 0 135,-1 1 0,1-1 0,0 1 0,0 0 0,0 0 0,-1 0 0,1 1 0,-1-1 0,1 1 1,-1 0-1,1 0 0,4 4 0,38 37 1730,-13-11-720,-28-28-1101,0-1 1,1 1-1,-1-1 0,1 0 1,-1-1-1,1 1 1,0-1-1,8 2 0,-12-4-245,-1 0-1,1 1 0,-1-1 1,1 0-1,-1 1 1,1-1-1,-1 0 0,1 0 1,-1 0-1,1 0 1,0-1-1,-1 1 0,1 0 1,-1-1-1,1 1 1,-1-1-1,0 1 0,1-1 1,-1 0-1,1 0 1,-1 0-1,0 1 0,0-1 1,1 0-1,-1 0 1,0-1-1,0 1 0,0 0 1,0 0-1,0-1 1,-1 1-1,1 0 0,0-1 1,-1 1-1,2-2 1,2-22-6192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4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410 625 7411,'0'0'6854,"-2"-12"-6758,-10-35 3,12 45-57,-1 0-1,0 0 1,0 0 0,0 0-1,0 0 1,0 1 0,-1-1-1,1 0 1,-1 1 0,1-1-1,-1 0 1,1 1 0,-1 0-1,0-1 1,0 1 0,0 0-1,0 0 1,0 0 0,-4-1 0,0-1 140,-8-3-22,0 1 0,0 0 0,0 1 0,-25-3 0,-60-4 436,79 10-580,1 0 0,-32 4 0,49-2-16,-1-1 0,1 1 0,0 0 0,0 0 1,0 0-1,0 0 0,0 0 0,1 0 0,-1 1 0,0-1 1,1 1-1,-1-1 0,0 1 0,1 0 0,0 0 0,-1-1 1,1 1-1,0 0 0,0 0 0,-1 4 0,-3 4 21,2 1 0,-5 19 0,7-29-18,-7 49 369,2 0-1,2 0 1,3 75 0,2-68 113,-2-37-268,1-8-43,0 1 1,0-1 0,4 22-1,-3-31-138,-1-1 0,1 0 0,-1 1 0,1-1 0,0 0 0,0 0 0,0 1 0,0-1 0,1 0 0,-1 0 0,0 0 0,1 0 0,0-1 0,-1 1-1,1 0 1,0 0 0,0-1 0,0 0 0,0 1 0,0-1 0,0 0 0,0 0 0,0 0 0,5 1 0,-1-1 13,0 0 0,0 0 0,0-1 0,0 0-1,0 0 1,0-1 0,0 0 0,0 0 0,0 0 0,-1-1 0,1 0 0,0 0 0,-1 0 0,1-1 0,-1 1 0,0-1 0,0-1 0,0 1-1,0-1 1,-1 0 0,7-6 0,9-11 1,-2 0-1,-1-1 0,20-32 1,-29 43-86,25-41-1151,-2-1-1,-3-2 1,40-107 0,-53 116-737,-2-1-1,-2 0 1,-2 0-1,-2-1 1,1-75-1,-7 92 1415,0 17 624,-1-1 1,0 1 0,-1-1 0,-3-16 0,3 27-48,0 1 1,0-1-1,0 0 1,0 1-1,-1 0 1,1-1-1,-1 1 1,0 0-1,0 0 0,0 0 1,-1 0-1,1 0 1,-1 0-1,1 1 1,-1-1-1,0 1 0,0 0 1,0 0-1,0 0 1,0 0-1,-6-2 1,-32-6 323,13 8 5180,17 49-3020,21 180-697,11-16-826,35 253 1207,-53-446-2136,-3-10-32,1 0 1,1 0-1,0 0 1,0 0-1,0-1 0,7 14 1,-8-20-60,0 0 1,-1 0 0,1 0-1,0 0 1,0 0-1,0-1 1,0 1-1,0 0 1,0-1-1,0 1 1,0-1 0,2 1-1,-2 0-8,-1-1 0,0 0 0,1 0-1,-1 0 1,0 0 0,1 0 0,-1 0 0,0 1 0,1-1-1,-1 0 1,0 0 0,1 0 0,-1 0 0,1 0 0,-1-1-1,0 1 1,1 0 0,-1 0 0,0 0 0,1 0-1,-1 0 1,0 0 0,1 0 0,-1-1 0,0 1 0,1 0-1,-1 0 1,0-1 0,1 1 0,-1 0 0,0 0-1,0-1 1,1 1 0,-1 0 0,0-1 0,0 1 0,0 0-1,0-1 1,1 1 0,-1-1 0,3-25-1523,0-1 1,-4-53-1,1 34-1945,0 11-1614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5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5795,'0'0'8617,"2"35"-7126,6 117 1,-4-86-634,-3-29 61,2 0 0,14 67 0,-16-100-893,6 16 160,-7-19-190,1 0-1,-1-1 1,1 1-1,-1 0 1,1-1-1,-1 1 1,1-1-1,0 1 1,-1-1-1,1 1 1,-1-1-1,1 1 1,0-1-1,0 0 0,-1 0 1,1 1-1,0-1 1,0 0-1,-1 0 1,1 0-1,0 1 1,0-1-1,1 0 1,-2-1-45,0 1 1,1 0-1,-1 0 1,0 0-1,0-1 1,1 1-1,-1 0 1,0-1-1,0 1 1,1 0-1,-1 0 1,0-1-1,0 1 1,0 0-1,0-1 1,1 1-1,-1-1 1,0 1-1,0 0 1,0-1-1,0 1 1,0 0-1,0-1 1,0 1-1,0-1 1,0 1 0,0 0-1,0-1 1,0 1-1,0 0 1,0-1-1,-1 0 1,1-3-391,0-103-9402,0 63 1904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11077,'0'0'1761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8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44 6195,'0'0'4538,"0"-7"-4119,0-22-54,0 22 1260,-11 7-739,8 0-849,0 1 0,0 0 0,0 0 1,0 0-1,0 0 0,0 1 0,0-1 1,1 1-1,-1 0 0,0 0 0,1 0 0,-1 0 1,1 0-1,0 0 0,0 1 0,0-1 1,0 1-1,0 0 0,0-1 0,1 1 0,-3 4 1,-5 12 106,1 0 0,-7 21 0,14-38-123,-16 52 566,2 1-1,2 1 1,3 1-1,3 0 1,-1 96-1,8-152-560,0-1 0,0 1 0,0 0 0,0-1-1,0 1 1,0 0 0,0-1 0,0 1 0,0-1 0,1 1-1,-1 0 1,0-1 0,0 1 0,1-1 0,-1 1 0,1-1-1,-1 1 1,0-1 0,1 1 0,-1-1 0,1 1 0,-1-1-1,1 1 1,-1-1 0,1 0 0,-1 1 0,2-1 0,-1 1-1,1-1 0,0 1 0,0-1 1,-1 0-1,1 0 0,0 0 1,0 0-1,0 0 0,-1 0 1,3-1-1,2 0 10,-1 0 0,1-1 1,-1 0-1,1 0 0,-1 0 1,5-3-1,2-4 36,-2 1 0,1-2 1,-1 1-1,0-1 0,15-23 0,38-64-293,-38 50-660,-2-1 0,-3 0 0,-1-2 0,18-78 0,-37 127 888,0 0 1,0 0-1,1 0 0,-1 1 0,0-1 0,1 0 0,-1 0 0,0 0 1,1 1-1,-1-1 0,1 0 0,-1 1 0,1-1 0,-1 0 1,1 1-1,0-1 0,-1 1 0,1-1 0,0 1 0,0-1 0,-1 1 1,1-1-1,0 1 0,0 0 0,0-1 0,-1 1 0,1 0 1,0 0-1,0 0 0,0 0 0,0 0 0,0 0 0,-1 0 0,1 0 1,0 0-1,0 0 0,0 0 0,0 0 0,-1 1 0,1-1 0,0 0 1,0 0-1,0 1 0,1 0 0,1 1 73,0-1 0,0 1 0,0 0 0,0 0 0,-1 0 0,1 0 0,0 1 0,-1-1 0,5 6 0,13 25 394,-1 1-1,-1 1 0,-2 0 0,19 59 1,-14-13 256,-2 0 1,7 88-1,-9 167 740,-17-187-1239,0-149-228,0 0 1,0 1 0,0-1-1,0 0 1,0 1 0,0-1 0,0 0-1,0 0 1,0 1 0,0-1-1,0 0 1,0 0 0,0 1 0,-1-1-1,1 0 1,0 0 0,0 1-1,0-1 1,0 0 0,-1 0 0,1 0-1,0 1 1,0-1 0,0 0-1,-1 0 1,1 0 0,0 0 0,0 0-1,-1 0 1,1 1 0,0-1-1,0 0 1,-1 0 0,1 0 0,0 0-1,-1 0 1,1 0 0,0 0-1,0 0 1,-1 0 0,1 0 0,0 0-1,0 0 1,-1 0 0,1 0-1,0-1 1,0 1 0,-1 0 0,1 0-1,0 0 1,-1-1 0,0 1 5,-1-1 0,1 0 0,0 1 1,0-1-1,-1 0 0,1 0 0,0 0 1,0 0-1,0 0 0,0 0 0,-1-2 1,-7-13-25,1 1 1,1-2 0,1 1-1,0-1 1,1 0 0,1-1-1,0 1 1,-1-23 0,-3-150-677,8 154 475,2 0 0,8-41 0,-6 56 73,1 1-1,1-1 0,1 1 1,18-37-1,-4 18 40,3 1 0,1 1 0,1 1 0,2 1 0,33-31 0,-51 56 85,1 0 0,0 1-1,1 0 1,19-11-1,-26 17 32,1 0-1,0 1 0,0 0 0,0 0 0,0 0 0,0 1 0,1-1 0,-1 2 0,0-1 0,1 1 1,-1 0-1,9 1 0,-13-1 6,0 1 0,1-1 0,-1 1 0,0 0 0,0 0 0,0 0 0,0 0 0,0 0 0,0 0 0,0 1 0,-1-1 0,1 1 0,0-1 0,-1 1 0,1 0 0,-1-1 0,0 1 0,1 0 0,0 3 1,3 4 94,-1 0 1,0 0 0,2 11 0,-2-9 46,3 11 84,0 1 0,-1 0 1,-2 1-1,0-1 0,0 47 1,-10-88-3808,-10-25-258,-4-12-2388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8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42 1105,'0'0'15014,"-10"-41"-20264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8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1521,'0'0'13166,"0"8"-12555,3 48 656,4 1 0,15 65 1,-9-52-567,17 110 696,17 91-139,-45-264-1249,0 6-3,1 1 1,0-1-1,1 0 0,0-1 0,1 1 1,8 14-1,-11-24-209,-2-17-3457,-2-20-961,-6-6-2009</inkml:trace>
  <inkml:trace contextRef="#ctx0" brushRef="#br0" timeOffset="1">1 443 16760,'0'0'2449,"234"-57"-1921,-179 48-528,-6 3-592,-10 2-2081,-12 4-4179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231 117 7123,'0'0'6419,"1"-1"-6403,-1 1 0,0 0 0,1-1 0,-1 1 0,1-1 0,-1 0 0,0 1 0,1-1 0,-1 1 0,0-1 0,0 1 0,1-1 0,-1 0 0,0 1 0,0-1 0,0 0 0,0 1 0,0-1 0,0 0 0,0 1 0,0-1 0,0 1 0,0-1 0,0-1 0,-3-1-4,0 0 0,-1 0 1,1 0-1,-1 1 0,1-1 0,-1 1 0,0 0 0,0 0 0,0 0 0,0 1 0,0-1 0,0 1 0,0 0 0,-7-1 0,-6 0-7,-1 0-1,-21 1 1,35 1-5,1 0 0,0 0 1,-1 1-1,1 0 0,0-1 0,0 1 0,0 0 0,0 1 0,0-1 0,0 1 1,0-1-1,0 1 0,0 0 0,1 0 0,-1 0 0,1 0 0,0 0 1,-1 1-1,1-1 0,0 1 0,0 0 0,0-1 0,1 1 0,-1 0 1,1 0-1,-2 5 0,-3 8 101,2-1 0,0 0 0,1 1 1,-2 19-1,0 135 2309,5-126-1656,0-38-584,-1-1 0,2 1-1,-1-1 1,1 1 0,0 0 0,0-1 0,3 10 0,-3-13-116,0-1 0,0 1-1,1 0 1,-1-1 0,0 1 0,1-1 0,-1 1 0,1-1 0,-1 0 0,1 0-1,0 0 1,0 0 0,-1 0 0,1 0 0,0 0 0,0 0 0,0-1-1,0 1 1,0-1 0,0 1 0,0-1 0,0 0 0,3 0 0,-1 0-19,1 0 0,-1 0 0,0-1 0,0 1 0,1-1 1,-1 0-1,0-1 0,0 1 0,0-1 0,0 1 0,0-1 0,0 0 1,0-1-1,-1 1 0,1-1 0,-1 1 0,0-1 0,4-3 0,5-8-2,0 0-1,19-30 1,-30 43-35,27-43-752,31-66 0,-42 72-1409,-1-1-1,12-50 0,-11 10-3075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49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5298,'0'0'7036,"-8"23"-6319,-24 76-95,29-89-485,1-1 1,0 1-1,0 0 0,1 0 1,1 0-1,1 19 1,0-1 127,2 26 428,3 0-1,2-1 1,22 74 0,-4-14 279,-7-19-143,73 290 1410,-87-368-2121,1 0 0,0 0 0,11 17 0,-7-23 44,-10-10-161,0 0 0,0 0 0,0 0 0,1 0-1,-1 0 1,0 0 0,0 0 0,0 0 0,1 0 0,-1 0 0,0 0-1,0 0 1,0 0 0,1 0 0,-1 0 0,0 0 0,0 0 0,0 0 0,1-1-1,-1 1 1,0 0 0,0 0 0,0 0 0,0 0 0,0 0 0,1-1 0,-1 1-1,0 0 1,0 0 0,0 0 0,0-1 0,0 1 0,0 0 0,4-22-283,-4-88-4019,0 35-2854,0 28-2073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7924,'0'0'6130,"32"179"-3889,-22-98-288,1 1-736,-1-10-705,1-18-432,-4-23 32,0-15-112,-4-16-32,-3-7-1745,0-30-912,-7-14-1249,-14-2-3473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12230,'0'0'0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3906,'0'0'6648,"4"-6"-5810,16-15-123,-20 21-649,0 0 0,0-1-1,0 1 1,0 0 0,1-1 0,-1 1 0,0 0-1,1-1 1,-1 1 0,0 0 0,0-1 0,1 1 0,-1 0-1,0 0 1,1 0 0,-1-1 0,1 1 0,-1 0-1,0 0 1,1 0 0,-1 0 0,1 0 0,-1 0 0,0-1-1,1 1 1,-1 0 0,1 0 0,-1 0 0,0 0-1,1 1 1,-1-1 0,1 0 0,-1 0 0,0 0 0,1 0-1,-1 0 1,1 0 0,-1 1 0,0-1 0,1 0-1,-1 0 1,0 0 0,1 1 0,-1-1 0,0 0 0,1 1-1,-1-1 1,5 18-331,-4-16 495,48 284 1413,-23 1 697,17 118 560,-43-403-2889,2 9 161,-1 0-1,2 0 1,0 0-1,0 0 1,9 20 0,-1-19 107,-11-12-277,1 0 1,-1 0-1,0 1 0,1-1 1,-1 0-1,0 0 0,1 0 0,-1 0 1,0 0-1,1 1 0,-1-1 0,0 0 1,1 0-1,-1 0 0,1 0 1,-1 0-1,0 0 0,1 0 0,-1 0 1,0-1-1,1 1 0,-1 0 0,0 0 1,1 0-1,-1 0 0,0 0 1,1 0-1,-1-1 0,0 1 0,0 0 1,1 0-1,-1-1 0,0 1 1,1 0-1,-1 0 0,0-1 0,0 1 1,0 0-1,1-1 0,-1 1 0,0 0 1,0-1-1,0 1 0,0 0 1,0-1-1,4-12-76,-1-1-1,-1 1 1,0-1 0,-1 0 0,0 1-1,-3-22 1,2 6-303,-2-55-599,0 24-462,8-74 0,-5 126 1308,0-1 0,1 1 1,1 0-1,-1 1 0,1-1 1,1 0-1,-1 1 0,1-1 0,1 1 1,-1 0-1,9-9 0,-10 13 173,-1 0-1,1 0 0,1 0 1,-1 0-1,0 0 1,1 1-1,-1 0 1,1 0-1,-1 0 0,1 0 1,0 0-1,0 1 1,0 0-1,0-1 0,0 2 1,0-1-1,0 0 1,1 1-1,-1 0 1,0 0-1,0 0 0,0 0 1,1 1-1,5 1 1,-7-1-4,0 1 0,0-1 0,0 1-1,-1 0 1,1 0 0,0 0 0,-1 0 0,0 0 0,1 0 0,-1 1 0,0-1 0,0 1 0,0 0 0,-1 0 0,1 0 0,-1-1 0,2 6 0,4 7 202,-2 1 1,5 17-1,-10-32-228,5 31 335,0 0-1,-3 0 1,0 0 0,-5 51 0,2-68-318,-1 0-1,-1 1 1,0-2 0,-1 1-1,-1 0 1,0-1 0,-1 0-1,0 0 1,-1 0 0,-1-1-1,0 0 1,-1-1 0,0 1-1,-1-2 1,0 1-1,-1-2 1,-16 14 0,20-19-129,0 0 0,0-1 0,-1 1 0,1-2 0,-1 1 0,-15 4 0,20-8 29,0 1 1,0 0-1,0-1 0,0 0 1,0 0-1,0 0 1,0 0-1,0 0 0,0-1 1,-3 0-1,4 1 22,1-1 0,-1 0 1,1 1-1,-1-1 0,1 0 0,0 0 1,-1 0-1,1 0 0,0 0 0,0 0 0,-1 0 1,1 0-1,0-1 0,0 1 0,0 0 0,1-1 1,-1 1-1,0-1 0,-1-2 0,-1-9-1064,1 0 0,0 0 0,0 0-1,2 0 1,0-20 0,0 20-384,0-52-8420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25 478 5186,'0'0'11400,"-5"-1"-9895,5 1-1466,-1 0 0,1 0-1,-1 0 1,1 0 0,-1 0 0,1 0 0,0 0-1,-1 0 1,1-1 0,-1 1 0,1 0 0,-1 0-1,1 0 1,0-1 0,-1 1 0,1 0 0,0 0 0,-1-1-1,1 1 1,0 0 0,-1-1 0,1 1 0,0 0-1,0-1 1,-1 1 0,1-1 0,0 1 0,0 0-1,0-1 1,-1 0 0,6-15 584,25-29-288,-14 24-204,2-5-112,-1 3-147,0-2 1,-2 0-1,0 0 0,-2-1 0,12-34 1,-21 47-356,-2 1 1,0-1-1,-1 0 0,0 0 1,0 1-1,-2-1 1,-2-17-1,3 27 428,-1 1 0,0-1 0,0 0 0,-1 1 1,1-1-1,-1 1 0,1-1 0,-1 1 0,0 0 0,0 0 0,0 0 0,0 0 0,0 0 0,0 0 0,0 0 0,-1 1 0,1-1 0,-1 1 0,1 0 0,-1 0 1,0 0-1,1 0 0,-6-1 0,-4-1 44,1 0 1,-1 1-1,1 1 0,-19 0 1,28 0 19,-1 1 0,0 0 0,1 0-1,-1 1 1,1-1 0,-1 0 0,0 1 0,1 0 0,-1-1 0,-4 3-1,6-1 10,0-1 0,-1 0 0,1 1-1,0-1 1,0 1 0,-1 0-1,1-1 1,0 1 0,1 0-1,-1 0 1,0-1 0,0 1-1,1 0 1,-1 3 0,-3 15 310,1 0 0,0 0 1,2 0-1,0 0 0,3 25 1,0 7 382,-3-20-120,2-1 1,1 0-1,2 0 0,14 59 1,-15-81-473,0 0 1,1 0-1,0-1 1,1 1 0,-1-1-1,2 0 1,-1 0-1,1-1 1,6 8 0,-6-11-52,-1 1 1,0-1-1,1 0 1,0 0-1,0-1 1,0 0-1,0 0 1,0 0-1,1-1 1,-1 1-1,1-2 1,0 1-1,13 1 1,-14-3-81,0 0 1,0 0-1,-1-1 1,1 0-1,0 0 1,0 0-1,0 0 1,-1-1-1,1 0 1,0 0 0,-1-1-1,0 0 1,0 0-1,0 0 1,0 0-1,0-1 1,0 0-1,-1 0 1,0 0-1,0 0 1,0-1-1,0 1 1,4-9-1,3-5-806,-1-1-1,0 0 1,-2 0-1,0-1 1,7-29-1,0-19-4666,-7 4-4610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1489,'0'0'9305,"0"4"-8355,1 7-518,1-1-1,0 0 1,1 0 0,0-1 0,1 1-1,7 14 1,12 36 604,-1 28 95,-4 0 1,9 114-1,-7 179 1406,-9-126-1761,-11-243-759,0-3 0,1-1 0,-1 1-1,1 0 1,1 0 0,0 0 0,0-1 0,6 15 0,-3-17 17,-5-6-36,0 0-1,0 0 1,0 0 0,0 0-1,0-1 1,-1 1 0,1 0-1,0 0 1,0 0 0,0 0-1,0 0 1,0 0 0,0-1-1,1 1 1,-1 0 0,0 0-1,0 0 1,0 0-1,0 0 1,0 0 0,0-1-1,0 1 1,0 0 0,0 0-1,0 0 1,0 0 0,0 0-1,0 0 1,1 0 0,-1-1-1,0 1 1,0 0 0,0 0-1,0 0 1,0 0 0,0 0-1,0 0 1,1 0-1,-1 0 1,0 0 0,0 0-1,0 0 1,0 0 0,0 0-1,1 0 1,-1 0 0,0 0-1,0 0 1,0 0 0,0 0-1,0 0 1,0 0 0,1 0-1,-1 0 1,0 0 0,0 0-1,0 0 1,0 0-1,0 0 1,0 0 0,1 0-1,-1 1 1,0-1 0,0 0-1,0 0 1,0 0 0,0 0-1,0 0 1,3-102-3947,-6-6-4713,-3 42-572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2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131 108 11829,'0'0'4797,"8"-6"-4714,22-17 117,-29 22-136,0 1 1,-1-1-1,1 0 1,0 1-1,-1-1 0,1 0 1,0 0-1,-1 0 0,1 1 1,-1-1-1,1 0 1,-1 0-1,0 0 0,1 0 1,-1 0-1,0 0 0,0 0 1,1 0-1,-1 1 1,0-1-1,0 0 0,0 0 1,0 0-1,0 0 0,-1 0 1,1 0-1,0-2 1,-1-2 18,1 3-90,0 0-1,0 0 1,-1 1-1,1-1 0,0 0 1,-1 0-1,1 1 1,-1-1-1,1 0 0,-1 0 1,0 1-1,0-1 1,0 1-1,0-1 0,0 1 1,0-1-1,0 1 1,0 0-1,-1-1 0,1 1 1,-1 0-1,1 0 1,-1 0-1,1 0 1,-1 0-1,1 0 0,-1 1 1,0-1-1,1 0 1,-1 1-1,-2-1 0,-5-1 11,-1 1 0,1 0 0,-1 0-1,-16 2 1,10-1 18,15 0-19,0 0 0,0 1-1,0-1 1,0 0 0,0 0-1,0 0 1,0 1 0,0-1-1,0 1 1,0-1 0,0 1 0,1-1-1,-1 1 1,0-1 0,0 1-1,0 0 1,1-1 0,-1 1-1,0 0 1,1 0 0,-1 0 0,-1 1-1,-7 23 86,7-20-63,-5 24 350,1-1 0,1 1 1,-1 34-1,2 88 1262,4-125-1368,0 5 122,-1-17-146,1-1 0,0 0 0,4 26 0,-3-37-228,-1-1-1,1 1 1,-1-1 0,1 0-1,-1 1 1,1-1 0,0 0-1,0 1 1,0-1 0,0 0-1,0 0 1,0 0-1,0 0 1,0 0 0,0 0-1,0 0 1,1 0 0,-1 0-1,0-1 1,1 1 0,-1 0-1,0-1 1,1 1 0,-1-1-1,1 0 1,-1 1-1,1-1 1,-1 0 0,3 0-1,-1 0-10,0 0 0,0 0 0,0-1 0,0 1 0,0-1 0,-1 0-1,1 0 1,0 0 0,0 0 0,0 0 0,-1-1 0,1 1-1,-1-1 1,1 0 0,2-2 0,3-5-33,0 0-1,0 0 1,-1-1-1,-1 0 1,1-1-1,6-15 1,29-76-1307,-38 93 1108,7-19-490,-2-1 0,0 0-1,-2 0 1,0 0 0,-3-1 0,2-32-1,0 219 5212,27 77-2419,-32-228-2030,11 39 277,-11-43-314,-1 0-1,1-1 0,0 1 0,-1-1 0,1 1 1,0-1-1,0 1 0,0-1 0,0 0 0,0 1 1,0-1-1,0 0 0,1 0 0,-1 0 1,0 0-1,1 0 0,-1 0 0,1 0 0,-1-1 1,1 1-1,-1 0 0,3 0 0,-3-1-17,1 0 0,-1 0 0,0-1-1,1 1 1,-1 0 0,0-1 0,0 1 0,0-1 0,1 1-1,-1-1 1,0 0 0,0 1 0,0-1 0,0 0 0,0 0-1,0 0 1,0 1 0,0-1 0,-1 0 0,1 0-1,0-1 1,0 1 0,-1 0 0,1 0 0,-1 0 0,1 0-1,0-3 1,11-39-694,-11 36 477,20-112-5371,-17 64 607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6659,'0'0'7467,"3"26"-6813,-2-12-514,20 167 1596,21 310 2502,-21-185-3026,-21-297-1170,1 2-15,0 0 1,0 0 0,1 0 0,1 0-1,5 17 1,-7-27-47,-1-1 0,0 1 0,0-1 0,0 1 0,0-1 0,0 1-1,1-1 1,-1 1 0,0-1 0,1 0 0,-1 1 0,0-1 0,0 1 0,1-1 0,-1 0-1,1 1 1,-1-1 0,0 0 0,1 1 0,-1-1 0,1 0 0,-1 0 0,1 1 0,-1-1-1,1 0 1,0 0-59,0-1 0,-1 0 0,1 1 0,-1-1-1,0 0 1,1 1 0,-1-1 0,1 0 0,-1 0 0,0 1-1,0-1 1,1 0 0,-1 0 0,0 0 0,0 0 0,0 1-1,0-1 1,0-1 0,3-96-7630,-3 36-1795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3.6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0 6915,'0'0'7300,"-31"7"-6831,-100 23-264,123-28-197,-66 18 195,68-17-166,0-1 0,1 1 0,-1 0 0,1 0 0,0 1 0,0 0 0,-4 4 0,6-6-15,1 1 0,0 0-1,0-1 1,0 1 0,1 0-1,-1 0 1,1 0 0,-1 1-1,1-1 1,0 0 0,0 0-1,0 1 1,1-1 0,-1 0-1,1 1 1,0-1-1,0 1 1,1 5 0,-1-4 59,1 1 0,0 0 0,0-1 0,1 1 0,-1-1 0,1 1-1,0-1 1,1 0 0,-1 1 0,5 5 0,4 3 143,1-1 0,0 0 0,0-1 0,1-1-1,1 0 1,22 15 0,-26-20-222,1 0-1,-1-1 1,1 0 0,1 0-1,-1-1 1,0-1 0,1 0-1,0 0 1,0-1-1,17 0 1,-27-2-166,0 0 1,0 0-1,-1 0 0,1-1 0,0 1 1,0-1-1,0 1 0,0-1 0,-1 0 1,1 1-1,0-1 0,-1 0 1,1 0-1,-1 0 0,1-1 0,-1 1 1,1 0-1,-1 0 0,0-1 0,0 1 1,3-4-1,-4 5 135,29-32-4458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4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353 129 11221,'0'0'2404,"-2"-13"-2284,-10-38 283,12 49-329,-1 0 0,1 0 1,-1 1-1,0-1 0,0 1 0,0-1 1,0 1-1,0-1 0,0 1 0,-1-1 1,1 1-1,0 0 0,-1 0 0,1 0 1,-1 0-1,1 0 0,-1 0 0,0 0 1,1 0-1,-1 1 0,0-1 0,1 0 1,-1 1-1,-3-1 0,-8-3 407,2-1-314,0 0-1,0 1 1,0 0 0,-1 1-1,-22-3 1,-60 2 659,82 4-593,9 1-203,0-1 0,1 1-1,-1-1 1,1 1 0,-1 0-1,1 0 1,-1 0-1,1 0 1,-1 1 0,1-1-1,0 0 1,0 1-1,0 0 1,0 0 0,0-1-1,0 1 1,0 1-1,0-1 1,1 0 0,-1 0-1,1 0 1,-2 4 0,-2 4 76,0 1 0,1 0 0,0 0 0,-3 12 0,-1 23 487,2-1 0,2 1 0,4 79 0,0-71-135,0-36-317,-1 0 83,1 1 0,1-1-1,1 1 1,0-1 0,8 26 0,-9-41-198,0 0-1,0 0 1,0 0 0,1 0 0,-1 0 0,1 0 0,0 0 0,0 0 0,0-1 0,0 1-1,1-1 1,-1 0 0,1 0 0,-1 0 0,1 0 0,0 0 0,0 0 0,0-1 0,0 1 0,0-1-1,0 0 1,0 0 0,0 0 0,0 0 0,6 0 0,-4-1-24,-1 0 1,1 0-1,0 0 0,-1-1 1,1 0-1,-1 0 0,1-1 1,-1 1-1,1-1 0,-1 0 1,0 0-1,0 0 0,0 0 1,0-1-1,0 0 0,0 0 1,-1 0-1,4-4 0,9-10-199,-1-2 0,-1 0 0,15-27-1,31-69-2369,-48 89 1414,-2 0 0,-1-1 1,-1 0-1,-1-1 0,-1 0 0,-2 0 0,-1 0 1,-1-49 2176,1 110 4138,-4 14-3667,-1-6-631,2-29-679,0 33 523,1 0-1,2 1 0,12 59 0,-14-100-666,1 1-1,0-1 1,0 0 0,0 0-1,1 0 1,5 9-1,-7-13-78,-1 0-1,1 0 0,0 0 1,0 0-1,0 0 0,-1 0 1,1-1-1,0 1 1,0 0-1,0 0 0,1-1 1,-1 1-1,0-1 0,0 1 1,0-1-1,0 1 0,0-1 1,1 0-1,-1 1 0,0-1 1,0 0-1,1 0 0,-1 0 1,0 0-1,0 0 0,1 0 1,-1 0-1,0-1 1,0 1-1,1 0 0,-1-1 1,0 1-1,0-1 0,0 1 1,0-1-1,0 0 0,2 0 1,0-2-288,-1 1-1,1-1 1,0 0 0,-1 0 0,0 0 0,1 0 0,-1 0 0,0 0 0,-1-1 0,4-6-1,10-39-5314,-7 3-2512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14054,'0'0'3173,"2"37"-636,-1-9-2041,20 223 3063,-11-162-2266,5 35 151,-8-102-1074,-7-22-369,0 1 1,0-1 0,1 0-1,-1 0 1,0 1-1,0-1 1,0 0 0,0 1-1,0-1 1,1 0 0,-1 0-1,0 1 1,0-1-1,0 0 1,1 0 0,-1 0-1,0 1 1,0-1-1,1 0 1,-1 0 0,0 0-1,0 0 1,1 1 0,-1-1-1,0 0 1,1 0-1,-1 0 1,0 0 0,1 0-1,-1 0 1,0 0 0,0 0-1,1 0 1,-1 0-1,0 0 1,1 0 0,-1 0-1,0 0 1,1 0 0,-1 0-1,0-1 1,0 1-1,1 0 1,-1 0 0,0 0-1,1 0 1,-1 0-1,0-1 1,0 1 0,1 0-1,-1 0 1,0-1 0,0 1-1,0 0 1,0 0-1,1-1 1,-1 1 0,0 0-1,0 0 1,0-1 0,0 1-1,0 0 1,0-1-1,0 1 1,4-9-55,0 0 1,-1-1-1,0 1 0,2-19 1,1-2-229,6-16-648,2 0 1,2 1 0,34-70-1,-38 92 339,1 1 1,1 0-1,1 1 1,0 0-1,2 1 0,0 1 1,2 1-1,27-22 1,-38 35 526,0-1 0,0 1 0,1 1 0,0 0 0,18-6 0,-23 8 107,1 1 0,0 0 0,-1 0 0,1 1 0,0-1-1,0 1 1,-1 0 0,1 0 0,0 1 0,0-1-1,-1 1 1,1 0 0,0 1 0,4 1 0,-4 0 115,1 0 1,-1 1 0,0 0-1,0 0 1,0 0-1,-1 1 1,1-1-1,-1 1 1,0 0 0,0 0-1,-1 1 1,6 10-1,2 7 900,14 46-1,-15-35-608,-3 1-1,0 0 1,-3 1-1,-1-1 1,-2 52-1,-1-86-804,-1-17-3348,-10-16-669,-8-7-3125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51 6851,'0'0'6126,"5"-8"-5214,14-21 227,-15 22 152,-48 1 1524,36 6-2816,3-1 23,0 1 0,0 0 0,0 1 0,0-1 0,0 1 0,-7 2 0,9-2 5,1 1 1,-1-1-1,0 1 1,1 0-1,-1 0 1,1 0-1,0 0 0,0 0 1,0 1-1,0-1 1,0 1-1,-2 4 1,-15 23 351,2 0 1,2 2-1,1 0 1,1 0-1,2 1 1,1 1-1,-11 65 1,21-94-314,-2 26 339,2-30-394,0-1 0,-1 1 0,1-1 0,0 1 1,0-1-1,0 1 0,0 0 0,1-1 0,-1 1 0,0-1 1,0 1-1,0-1 0,0 1 0,0-1 0,1 1 0,-1 0 1,0-1-1,1 1 0,-1-1 0,0 0 0,1 1 0,-1-1 1,0 1-1,1-1 0,-1 1 0,1-1 0,-1 0 0,1 1 1,-1-1-1,1 0 0,-1 0 0,1 1 0,-1-1 0,1 0 1,-1 0-1,1 0 0,-1 0 0,1 1 0,0-1 0,4-1-11,-1-1-1,1 1 0,-1-1 0,1 0 0,-1 0 1,0 0-1,0 0 0,0-1 0,0 0 0,0 0 0,6-6 1,5-7-77,18-24-1,-9 9-139,148-179-5671,-147 187 4849,-25 23 1043,1-1 1,0 1-1,-1-1 1,1 1-1,0 0 1,0-1-1,-1 1 1,1 0-1,0-1 1,0 1-1,0 0 1,0 0-1,-1 0 1,1 0-1,0 0 1,0 0-1,0 0 1,0 0-1,-1 0 1,1 0-1,0 1 1,0-1-1,0 0 1,-1 0-1,1 1 1,0-1-1,0 0 1,-1 1-1,1-1 1,0 1-1,-1-1 1,1 1-1,0 0 1,-1-1-1,1 1 1,-1-1-1,1 1 1,-1 0-1,1 1 1,6 12 454,-2 1 0,0 0 0,-1 0 0,5 28 0,-3-11 226,65 370 3751,-56-267-3595,-1 138-1,-14-268-822,1 1 0,-2 0-1,1 0 1,0-1-1,-1 1 1,0 0 0,-1 0-1,-2 6 1,3-10-23,0-1 1,-1 1 0,1 0-1,0-1 1,-1 0 0,0 1-1,1-1 1,-1 0-1,0 0 1,0 1 0,0-2-1,0 1 1,0 0 0,0 0-1,0 0 1,0-1-1,0 1 1,0-1 0,0 0-1,0 0 1,0 0-1,0 0 1,-4 0 0,-13 1-169,-1-1 0,0-1 0,-21-4 0,30 3 1,0-1 0,1 0 0,0-1 0,-1 0 0,1-1 0,1 0 0,-11-6 0,1-2-421,-1-1-1,2 0 1,0-1-1,0-1 1,1-1-1,-22-30 1,33 39 496,0-1 0,1 1 0,0-1 1,0 0-1,1 0 0,1-1 1,-1 1-1,2-1 0,-1 0 0,1 0 1,1 0-1,0 0 0,0 0 1,1 0-1,0 0 0,0 0 0,2 0 1,1-10-1,0 12 112,-1 0 1,1 1-1,1 0 0,0-1 1,0 1-1,0 1 0,1-1 0,0 1 1,0-1-1,0 1 0,1 1 1,0-1-1,7-4 0,14-10 128,54-29 1,-53 34-125,3-3-106,60-36-250,-34 16-2619,-16 6-3292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6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1 285 12470,'0'0'3809,"34"-30"-3582,107-95-1040,-95 76-25,-33 23-21,-7 12 467,-4 11 458,-1-1 0,1 0 0,-1 1 0,0-1 0,0 0 0,0 0 0,0 0 0,0-6 1,9 362 4048,1-11-1606,-12-302-2301,0-21-81,1 0 0,1 0 1,0 1-1,1-1 0,6 19 0,-8-33-322,0-64-7670,0 20 550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7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0 144,'0'0'12966,"-28"70"-10864,-54 88-400,94-203-11559,2 19 3600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7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0 50 1345</inkml:trace>
  <inkml:trace contextRef="#ctx0" brushRef="#br0" timeOffset="1">0 50 1345,'110'-41'4858,"-87"32"-27,-23 16-4376,0-1-1,0 1 0,-1-1 0,1 1 0,-2 0 0,1-1 0,-1 0 0,-4 12 1,-6 15-25,0 1 0,3 0 0,-8 45 0,16-59-1201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8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 2321,'0'0'5976,"-2"3"-5536,-17 25 616,2 2 0,1 0 0,1 1 0,2 0 1,-16 59-1,25-72-832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8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7652,'0'0'4434,"-63"172"-4066,53-144-368,6-9-32,-6-9-1665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9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5763,'0'0'5853,"4"25"-4818,35 301 3239,-29-224-3045,36 260 1469,-44-352-2652,13 57 201,-13-61-238,0-1 0,0 0 0,1 0 0,-1 1 1,1-2-1,0 1 0,0 0 0,1-1 0,6 7 0,-10-10-64,1 0 0,0 0 0,0 0-1,0-1 1,0 1 0,-1-1 0,1 1-1,0 0 1,0-1 0,0 0 0,0 1 0,0-1-1,0 1 1,0-1 0,0 0 0,2 0-1,-2-31-8404,-1-10 1025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15175,'0'0'4002,"209"0"-3090,-143 0-784,-10-13-128,-11 0-576,-6 1-1425,-8 2-1040,1 4-4387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3:59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0 481 7716,'0'0'8619,"28"-29"-8026,88-96-350,-104 111-223,21-30 0,-18 7-56,-11 25 5,1-6-464,0 0 0,-2-1 0,0 1 0,-1-1 0,-1-32 0,-1 48 459,0 0 0,-1 0 0,1 0 0,0 1 0,-1-1-1,0 0 1,0 0 0,1 1 0,-1-1 0,-1 1-1,1-1 1,0 1 0,-1-1 0,1 1 0,-1 0-1,0-1 1,0 1 0,0 0 0,0 0 0,0 1 0,0-1-1,0 0 1,-1 1 0,1-1 0,-1 1 0,1 0-1,-6-2 1,-2 0 97,-1 0 0,1 1 0,-1 0 0,0 1 0,1 0 0,-13 1 0,21 0-17,-1 0 1,1 0-1,0 0 1,0 0 0,0 1-1,-1-1 1,1 1-1,0 0 1,0 0 0,0-1-1,0 1 1,0 0 0,0 1-1,0-1 1,1 0-1,-1 1 1,0-1 0,1 0-1,-1 1 1,1 0-1,-1-1 1,1 1 0,0 0-1,0 0 1,-1 0 0,1 0-1,1 0 1,-2 3-1,-1 6 182,0 0-1,1 0 0,0 0 0,1 19 0,-1 13 458,2 1-1,1-1 1,10 49-1,-7-69-416,1 1 1,2-1-1,0 0 1,1-1-1,1 1 0,2-2 1,15 27-1,-20-40-195,-1-1-1,1 1 1,0-1-1,1-1 0,-1 1 1,1-1-1,1 0 1,-1-1-1,1 0 1,0 0-1,0 0 1,1-1-1,8 3 1,-12-5-76,0-1 1,0 0 0,0 0 0,0 0 0,0 0-1,0-1 1,0 0 0,0 0 0,0 0 0,0-1 0,0 1-1,0-1 1,0 0 0,0-1 0,-1 1 0,1-1 0,0 0-1,-1 0 1,1-1 0,-1 1 0,0-1 0,0 0-1,0 0 1,0-1 0,6-6 0,-1-1-653,0 0-1,-1-1 1,0 0 0,-1 0-1,0-1 1,-1 0 0,7-21 0,3-32-5746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0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35 4882,'0'0'7612,"0"-5"-7220,0-24 1900,-18 29-1601,-9 0 120,-71 0 202,98 13-746,0 57 394,11 87-1,0-72 250,-4-22 99,27 112 1,-34-174-1003,13 33 438,-13-33-417,1 0 1,0 0-1,-1 0 0,1 0 1,0 0-1,0 0 0,-1 0 0,1 0 1,0 0-1,0 0 0,0-1 1,0 1-1,0 0 0,0-1 1,1 1-1,-1-1 0,0 1 1,0-1-1,0 1 0,0-1 0,1 0 1,-1 0-1,2 1 0,-3-1-26,0 0 0,1 0 0,-1 0-1,0 0 1,1 0 0,-1 0-1,0 0 1,1-1 0,-1 1 0,0 0-1,1 0 1,-1 0 0,0 0-1,0 0 1,1-1 0,-1 1 0,0 0-1,0 0 1,1 0 0,-1-1-1,0 1 1,0 0 0,1 0 0,-1-1-1,0 1 1,0 0 0,0-1 0,0 1-1,1 0 1,-1-1 0,5-14-102,-1 0 0,0 0 1,-1-1-1,0 1 0,-2-1 1,1-28-1,-2 22-243,2-214-3594,-2 132 2739,-1 102 1200,1 0 0,0 0 0,0 0 1,0 0-1,0 0 0,1 0 1,-1 0-1,0 0 0,1 0 0,-1 0 1,1 0-1,0 1 0,0-1 1,0 0-1,0 0 0,0 1 1,0-1-1,0 0 0,0 1 0,1-1 1,-1 1-1,3-3 0,0 3 123,0-1-1,0 1 0,0 0 1,1 0-1,-1 0 1,0 0-1,0 1 0,1 0 1,7 0-1,-4 0 65,169 6 1610,-161-5-3769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1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248 217 8084,'0'0'4703,"3"-21"-4364,6-65 131,-8 82-391,-1 0 0,0 0 0,1 0 0,-2 0 1,1 0-1,0 0 0,-1 1 0,1-1 1,-1 0-1,0 0 0,0 0 0,-1 1 0,1-1 1,-1 1-1,0-1 0,-3-5 0,2 6-45,-1 0-1,0-1 0,0 1 1,0 1-1,0-1 0,0 1 1,0-1-1,-9-2 1,8 3-51,-3-1 119,0 1 0,0 1 0,0 0 0,-1 0 1,1 0-1,0 1 0,-1 0 0,1 1 0,-12 1 0,17-1-61,0 0-1,0 1 0,0-1 1,0 0-1,1 1 0,-1 0 1,1-1-1,-1 1 0,1 0 1,-1 0-1,1 0 1,0 1-1,0-1 0,0 0 1,1 1-1,-4 5 0,-1 2 112,0 1-1,1 1 0,-3 11 1,0 3 293,1 1 1,2-1-1,-4 53 1,5 83 1497,5-122-1485,-1-37-433,-1 4 102,1 0 1,0 0-1,1 0 1,0 0-1,0 0 1,4 12-1,-5-17-101,1-1 0,0 1 0,1 0 0,-1-1 0,0 1 0,0-1 0,1 1 0,-1-1-1,1 0 1,-1 1 0,1-1 0,0 0 0,-1 0 0,1 0 0,0 0 0,0 0 0,0-1 0,-1 1 0,1-1 0,0 1 0,0-1 0,0 1 0,0-1 0,0 0 0,0 0-1,0 0 1,3-1 0,1 1-14,-1 0-1,1-1 0,-1 0 0,1 0 0,-1-1 1,1 1-1,-1-1 0,0-1 0,1 1 0,-1-1 1,0 1-1,-1-1 0,1-1 0,8-6 0,2-5-234,-1 0 0,22-31 0,-31 40 140,18-27-985,-1 0 1,-1-1-1,18-42 0,-31 57 604,0-1-1,-1 0 0,-1 0 1,-1-1-1,-1 0 1,-1 0-1,1-31 0,-5 145 3945,3 125-60,0-194-3241,1 0 0,1 0 0,1 0 0,2 0 0,0-1 0,17 37 1,-22-55-160,1 0 0,0 0 0,0-1 0,1 1 1,-1-1-1,9 8 0,-11-11-20,0-1 0,0 1 0,0 0 0,0 0 0,0 0 0,0-1 1,0 1-1,0 0 0,0-1 0,1 1 0,-1-1 0,0 0 0,1 1 0,-1-1 0,0 0 0,0 0 0,1 0 0,-1 0 0,0 0 1,1 0-1,-1 0 0,0 0 0,1 0 0,-1-1 0,0 1 0,1 0 0,-1-1 0,0 1 0,0-1 0,0 0 0,0 1 0,1-1 0,-1 0 1,1-1-1,4-6-239,0-1 1,0 0 0,-1-1-1,0 1 1,-1-1 0,0 0-1,5-20 1,-5 20-78,7-26-2763,-1-2-1,6-48 0,-8 4-8549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1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9973,'0'0'7104,"8"33"-6592,1 2-333,2 7 141,-1 1 0,-2 1 1,1 47-1,3 328 1909,-8-156-1366,-3-230-713,1 1 0,11 51 1,-3-57-41,-10-27-113,0 0 0,1-1 1,-1 1-1,1 0 0,-1-1 0,0 1 1,1 0-1,-1-1 0,1 1 0,0-1 0,-1 1 1,1-1-1,-1 0 0,1 1 0,0-1 1,0 1-1,-1-1 0,1 0 0,0 0 0,-1 1 1,1-1-1,0 0 0,0 0 0,-1 0 1,1 0-1,0 0 0,0 0 0,-1 0 0,1 0 1,0 0-1,0 0 0,0-1 0,0 1-19,-1 0 0,1 0 0,-1-1-1,1 1 1,-1 0 0,1-1 0,-1 1-1,1 0 1,-1-1 0,1 1 0,-1 0 0,1-1-1,-1 1 1,0-1 0,1 1 0,-1-1-1,0 1 1,0-1 0,1 1 0,-1-1-1,0 1 1,0-1 0,1 0 0,1-13-818,0 0 0,0 0 0,-1 0-1,-1 0 1,-2-21 0,1-5-2459,1-17-3571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2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0 8980,'0'0'8070,"-16"6"-7912,-14 5-95,1 0 0,-53 31 0,71-35-50,1 0-1,0 1 1,0 0 0,1 0 0,-10 12-1,15-15-5,0-1 0,0 1 0,1 0 1,0 1-1,0-1 0,1 0 0,-1 1 0,1 0 0,0-1 0,1 1 0,0 0 0,-1 7 0,1-2 107,0 0 0,1 0-1,0 1 1,1-1-1,0 0 1,1 0 0,1 0-1,0 0 1,6 15-1,-6-19-63,0-1-1,1 1 1,0-1-1,0 0 0,0 0 1,1-1-1,0 1 1,0-1-1,0 0 0,1-1 1,0 1-1,0-1 0,0 0 1,0 0-1,12 4 1,-11-5-151,0-1 1,-1 0-1,1 0 1,0-1 0,1 0-1,-1 0 1,0 0-1,0-1 1,0 0 0,0-1-1,0 0 1,1 0 0,-1 0-1,12-5 1,-11 3-534,0 0 1,0 0-1,0-1 1,-1-1-1,0 1 1,0-1-1,8-7 1,15-19-5498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6547,'0'0'7926,"-1"2"-7659,-1 2-158,0-1 0,0 1-1,1-1 1,-1 1 0,1 0 0,0 0-1,0 0 1,1 0 0,-1 4 0,-2 45 809,3-34-541,27 734 5200,-23-706-5266,-1 1-20,-1-5 64,2 0 1,1 0-1,19 68 0,-23-109-339,0 1 0,0-1 0,0 1 0,0-1 0,0 1 0,0-1 0,1 0-1,-1 0 1,1 1 0,0-1 0,0 0 0,-1-1 0,1 1 0,4 3 0,-5-5-17,0 0 0,-1 1 1,1-1-1,0 0 0,-1 0 1,1 0-1,0 1 0,-1-1 0,1 0 1,0 0-1,-1 0 0,1 0 1,0 0-1,-1 0 0,1-1 1,0 1-1,-1 0 0,1 0 1,0 0-1,-1-1 0,1 1 0,0-1 1,1 0-13,-1 0 0,1-1 0,-1 1 0,0 0 0,0-1 0,1 1 0,-1-1 0,0 0 0,0 1 0,-1-1 0,2-3 0,11-36-924,-3 0 1,-1-1-1,5-73 1,-8 71-75,-2-2-64,0 11 96,8-42 0,-10 68 907,1 0-1,0 0 0,0 0 1,1 0-1,0 0 1,0 1-1,1-1 0,0 1 1,8-9-1,-10 14 114,0 1 1,0-1-1,0 1 0,0 0 1,0 0-1,1 0 0,4-2 1,-7 3 11,0 1 0,0-1 0,0 1 0,0 0 0,0-1 0,0 1 0,1 0 0,-1-1 0,0 1 0,0 0 0,0 0 0,0 0 0,0 0 0,0 0 0,0 0 0,1 1 0,-1-1 0,0 0 0,0 1 0,0-1 0,0 0 0,0 1 0,0-1 0,0 1 0,0-1 0,0 1 0,0 0 0,-1 0 0,1-1 0,1 2 0,3 10 215,0-1-1,-1 1 0,0 0 0,-1 1 1,3 19-1,-5-28-219,29 232 1802,-19-134-1339,-7-27-1269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3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11957,'0'0'6729,"1"33"-5697,-1-8-803,13 200 1738,8 81 808,-20-301-2760,2 24 50,-3-28-70,0-1 1,0 1 0,0 0 0,0 0-1,0-1 1,0 1 0,1 0 0,-1 0-1,0-1 1,0 1 0,1 0 0,-1-1-1,1 1 1,-1 0 0,0-1 0,1 1-1,-1-1 1,1 1 0,0 0 0,-1-1-1,1 1 1,-1-1 0,1 0 0,0 1-1,-1-1 1,2 1 0,-1-2-83,0 1 0,0-1 0,0 1 0,0-1 0,0 1 0,-1-1 0,1 0 0,0 0-1,0 1 1,0-1 0,-1 0 0,1 0 0,0 0 0,-1 0 0,1 0 0,-1 0 0,1 0 0,-1 0 0,0 0 0,1 0 0,-1 0 0,0 0 0,0 0 0,1 0 0,-1-1 0,0-1 0,0 2-42,6-30-3859,1-47 0,-5 13-4897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3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14935,'0'0'4274,"35"-31"-9381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3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10373,'0'27'3553,"0"40"-1984,1 227 4346,0-238-4772,3 1-1,18 87 1,-22-141-1089,1 0 1,0 0-1,0 0 0,0 0 0,1 0 1,-1 0-1,1-1 0,-1 1 0,1 0 1,0-1-1,3 4 0,-4-5-46,-1-1 1,0 0-1,1 1 0,-1-1 0,1 0 0,-1 0 0,1 1 0,-1-1 0,0 0 0,1 0 1,-1 0-1,1 0 0,-1 0 0,1 0 0,-1 0 0,1 0 0,-1 0 0,1 0 1,-1 0-1,1 0 0,-1 0 0,0 0 0,1 0 0,-1 0 0,1 0 0,-1 0 1,1-1-1,0 1 0,0-2-7,0 1 0,1 0 0,-1 0 0,0-1 0,0 1-1,0-1 1,0 1 0,-1-1 0,1 0 0,0 1 0,-1-1 0,2-2 0,13-54-821,12-86 0,-17 82-1504,25-87 0,-32 137 2156,2 1 1,-1 0-1,1 0 1,1 1-1,0-1 1,0 1-1,11-13 0,-12 18 283,-1 1 0,1-1 0,0 1 0,1 0-1,-1 0 1,1 0 0,0 1 0,-1 0 0,1 0-1,1 0 1,-1 1 0,0 0 0,1 0 0,12-2-1,-3 3 131,-1 0-1,1 0 1,0 2-1,0 0 1,0 1-1,0 0 0,-1 1 1,1 1-1,-1 0 1,0 2-1,0-1 0,19 12 1,-23-12-680,9 5-1156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0 626 12342,'0'0'5439,"16"-36"-5164,56-118-840,-15 45-179,-38 74 165,22-54-1,-33 68 660,-2-1-1,0 0 0,-1 0 1,-1 0-1,-1 0 0,1-46 678,-4 68-758,0 0-1,0 0 0,0 0 1,0-1-1,0 1 1,0 0-1,0 0 1,1 0-1,-1 0 1,0-1-1,0 1 1,0 0-1,0 0 1,0 0-1,1 0 1,-1-1-1,0 1 0,0 0 1,0 0-1,1 0 1,-1 0-1,0 0 1,0 0-1,0 0 1,1 0-1,-1 0 1,0 0-1,0 0 1,1 0-1,-1 0 1,0 0-1,0 0 0,0 0 1,1 0-1,-1 0 1,0 0-1,0 0 1,1 0-1,-1 0 1,0 0-1,0 0 1,0 0-1,0 1 1,1-1-1,-1 0 1,0 0-1,0 0 0,0 0 1,0 0-1,1 1 1,-1-1-1,0 0 1,0 0-1,0 0 1,0 0-1,0 1 1,0-1-1,0 0 1,1 0-1,-1 1 1,0-1-1,0 0 0,7 21 0,34 527 3413,-5-49-667,-35-491-2694,6 31 226,-7-38-280,1 0 1,-1 0-1,0 0 1,1 0-1,-1 0 0,1 0 1,-1 0-1,1 0 0,-1 0 1,1 0-1,0 0 0,0 0 1,-1-1-1,1 1 1,0 0-1,0 0 0,0-1 1,0 1-1,0-1 0,0 1 1,0-1-1,0 1 0,0-1 1,0 1-1,0-1 1,0 0-1,2 1 0,-2-2-30,-1 1 0,0 0 1,1 0-1,-1 0 0,1 0 0,-1 0 0,0 0 0,1-1 0,-1 1 1,0 0-1,1 0 0,-1 0 0,0-1 0,1 1 0,-1 0 0,0-1 0,0 1 1,1 0-1,-1-1 0,0 1 0,0 0 0,1-1 0,-1 1 0,0 0 0,0-1 1,0 1-1,0 0 0,0-1 0,0 1 0,1-1 0,0-17-549,-1 13 239,1-98-6576,-1 46 368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4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14455,'0'0'2502,"35"-5"-1758,117-16-58,-93 13-500,-1 0-371,0 1-1,87 3 0,-142 4 171,1 1 0,-1-1-1,1 1 1,-1 0 0,0 0-1,1 0 1,-1 1 0,0-1-1,0 1 1,0 0 0,0 0 0,0 0-1,-1 0 1,1 0 0,0 0-1,-1 1 1,0-1 0,1 1-1,-1 0 1,0 0 0,-1 0-1,1 0 1,0 0 0,1 6 0,3 6 127,-1-1 0,-1 1 0,-1 1 1,2 17-1,2 69 1061,-6-66-535,5 38 0,-5-68-619,-2-49-6051,-2 3-99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11573,'0'0'2433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437 654 7876,'0'0'7961,"-4"0"-7548,-139 0 3554,137 0-3944,1 1-1,-1 0 1,1 0-1,0 0 1,-1 1 0,1 0-1,0 0 1,0 0-1,0 0 1,0 1-1,0 0 1,1 0-1,-1 0 1,-6 7-1,-2 3 7,0 1 0,1 0 0,-12 18 0,3-1 171,1 1 0,2 1 0,-25 59 0,34-67 48,1-1 1,1 1-1,1 0 1,2 0 0,0 0-1,0 34 1,4-59-238,0 0 0,0 1 0,0-1 0,0 0 1,0 1-1,0-1 0,0 1 0,0-1 0,0 0 1,0 1-1,0-1 0,0 0 0,0 1 0,0-1 1,0 1-1,0-1 0,0 0 0,0 1 1,1-1-1,-1 0 0,0 1 0,0-1 0,1 0 1,-1 0-1,0 1 0,0-1 0,1 0 0,-1 0 1,0 1-1,0-1 0,1 0 0,-1 0 0,0 0 1,1 1-1,-1-1 0,0 0 0,1 0 0,-1 0 1,1 0-1,4 1 15,-1 0 1,1-1-1,0 0 1,-1 0-1,1 0 1,-1 0-1,1-1 0,0 0 1,-1 0-1,1 0 1,-1 0-1,5-3 1,0 0-17,0 0 1,0-1-1,-1 0 1,0-1 0,10-8-1,7-10-182,-2 0-1,29-39 1,-48 59 130,43-57-1414,-3-2 0,-2-1 0,61-130 0,-89 158 825,-1-1 1,-2 0-1,-2-1 0,-1 0 1,3-45-1,-1-193 502,-10 254 336,0 11-99,0 7-35,0 0 0,0-1 0,0 1 0,-1 0 0,1-1 0,-2-3 0,1 7-39,1 0 0,-1 0 1,1 0-1,-1 0 0,1 1 0,-1-1 0,1 0 1,-1 0-1,0 0 0,0 1 0,1-1 1,-1 0-1,0 1 0,0-1 0,0 1 0,0-1 1,0 1-1,1 0 0,-1-1 0,0 1 1,0 0-1,0-1 0,0 1 0,0 0 1,0 0-1,0 0 0,0 0 0,-2 0 0,-2 0 60,2 0 50,1 0-1,-1 0 1,1 0-1,-1 0 1,1 0 0,-1 1-1,1-1 1,-4 2 0,4-1-92,1 0 1,0 0-1,0 0 1,0 0-1,0 0 1,0 0-1,0 0 1,1 1-1,-1-1 1,0 0-1,0 0 1,1 1 0,-1-1-1,1 0 1,-1 1-1,1-1 1,-1 3-1,-3 22 330,1-1 0,1 1 0,1-1 0,3 28 0,-1 4-72,16 231 636,-2-96-321,-12-33-62,8 95 816,-10-251-1347,4 25 141,-5-27-170,0-1 0,0 1 0,0 0 0,0-1-1,1 1 1,-1-1 0,0 1 0,0 0 0,1-1 0,-1 1 0,0-1-1,1 1 1,-1-1 0,1 1 0,-1-1 0,1 1 0,-1-1 0,1 0-1,-1 1 1,1-1 0,-1 1 0,1-1 0,-1 0 0,1 0 0,0 1-1,-1-1 1,1 0 0,-1 0 0,1 0 0,0 0 0,-1 0-1,2 0 1,-1 0-14,-1 0 1,1 0-1,0 0 0,-1-1 0,1 1 0,-1 0 1,1-1-1,-1 1 0,1 0 0,-1-1 0,1 1 0,-1-1 1,1 1-1,-1-1 0,1 1 0,-1-1 0,0 1 1,1-1-1,-1 1 0,0-1 0,0 0 0,1 1 0,-1-1 1,0 1-1,0-2 0,2-20-344,-1 14 132,9-156-7001,-6 107 1392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5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62 11221,'0'0'4279,"0"-2"-4173,-1 1 1,1 0-1,0 0 0,-1 0 0,1-1 0,0 1 0,-1 0 0,0 0 0,1 0 0,-1 0 0,-1-2 0,-54-35 1930,49 36-1892,0 0 1,0 1 0,0 0 0,0 0-1,0 1 1,0-1 0,-14 2 0,0 0-130,19-1 6,0 0 0,-1 1 0,1-1 0,0 0 0,0 1 0,0 0 0,0-1 0,0 1 0,0 0 0,0 0 0,0 0 0,0 0 0,0 0 0,1 1 0,-1-1 0,0 1 0,1-1 0,-3 4 0,-2 2 67,1 1 1,1 0 0,-6 11-1,3-6 69,-12 26 327,2 1-1,2 0 0,1 1 0,2 0 1,2 1-1,-8 78 0,17-109-383,-1 22 181,2-32-276,0-1-1,1 1 1,-1 0 0,0 0 0,0-1 0,0 1-1,0 0 1,1-1 0,-1 1 0,0 0 0,0-1 0,1 1-1,-1 0 1,1-1 0,-1 1 0,1-1 0,-1 1 0,1-1-1,-1 1 1,1-1 0,-1 1 0,1-1 0,-1 1 0,1-1-1,0 0 1,-1 1 0,1-1 0,0 0 0,-1 0 0,1 1-1,0-1 1,0 0 0,-1 0 0,2 0 0,3 0-9,0-1 0,0 0-1,-1 0 1,1 0 0,0-1 0,-1 1 0,1-1 0,-1 0 0,0 0 0,1-1 0,-1 1 0,0-1 0,6-6 0,7-6-218,26-31 0,-24 23-86,24-26-1396,-2-2 1,58-95-1,-91 128 1187,-2 7 1453,-4 30 507,-5 359 2004,2-374-3435,1 0 0,0 0-1,0 0 1,1 0 0,-1 0 0,1 0 0,0 0 0,0-1 0,0 1 0,0 0-1,1-1 1,3 8 0,-3-9-16,0-1 0,0 1 0,0-1 1,1 1-1,-1-1 0,0 1 0,1-1 0,-1 0 0,0 0 0,1-1 0,0 1 0,-1 0 0,1-1 0,-1 1 0,1-1 1,0 0-1,-1 0 0,6 0 0,-3-1-59,0 0 0,0 0 0,0 0 0,0 0 0,-1-1 0,1 1 0,0-1 1,-1 0-1,0-1 0,1 1 0,-1-1 0,0 0 0,0 0 0,0 0 0,-1-1 0,1 1 0,-1-1 1,0 0-1,4-6 0,7-10-827,-1-2 1,17-37-1,-20 38-282,22-49-4414,-3-1-3093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11909,'0'0'6625,"-6"18"-6110,2-3-369,-2 3 68,1 1 1,0-1 0,2 1-1,-3 38 1,4 481 2392,4-285-2189,-3-222-396,1-15-16,0-1 0,0 1 0,6 29 0,-6-43-13,1-1 0,-1 1 0,0-1 0,1 1 1,-1-1-1,1 0 0,0 1 0,-1-1 0,1 0 1,0 0-1,0 1 0,0-1 0,0 0 0,0 0 1,0 0-1,0 0 0,0 0 0,0 0 0,0 0 1,1-1-1,-1 1 0,0 0 0,2 0 0,-2-1-69,0 0-1,0 0 1,0 0-1,0-1 1,1 1-1,-1 0 1,0 0-1,0-1 1,0 1-1,0-1 1,0 1-1,0-1 1,0 1-1,-1-1 1,1 1-1,0-1 1,0 0-1,0 0 1,0 1-1,-1-1 1,1 0-1,0 0 1,-1 0-1,1 0 0,-1 0 1,1 0-1,-1 0 1,1 0-1,-1 0 1,0 0-1,1-1 1,6-19-2816,-1-1 0,4-26 0,-2-5-8663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6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 0 13558,'0'0'8017,"-22"12"-7350,9-5-590,-150 71 214,146-71-282,3-1 2,0 0 0,0 1-1,-17 11 1,28-16-13,0 0 1,-1 1-1,1 0 0,0 0 0,1 0 0,-1 0 0,0 0 0,1 0 1,0 1-1,0-1 0,0 1 0,0 0 0,0-1 0,1 1 1,0 0-1,-1 0 0,1 5 0,-1 4-9,1 0 0,0 0 0,1 0 0,0 0-1,4 17 1,-3-23 9,1 0 0,0 0 0,0 0-1,1-1 1,-1 1 0,1-1 0,1 0 0,-1 0-1,1 0 1,0 0 0,6 5 0,-5-5-91,0 0 0,1-1 0,0 1 0,0-1 1,0 0-1,1-1 0,0 0 0,0 0 0,0 0 1,0-1-1,0 0 0,1 0 0,0-1 0,-1 0 0,1 0 1,0-1-1,0 0 0,12 0 0,37-1-7377,-41 0 1099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12966,'0'0'4242,"199"-38"-9396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3 8116,'0'0'6261,"0"-3"-5267,0 11-731,-25 522 3013,-27-5-1373,46-472-1792,-2 69 1362,9-145-1592,2-1 0,1 0 0,0 1 0,12-33 1,1-9-697,-14 51 566,56-206-3906,-51 198 3836,0 0 0,2 1 0,0 1-1,2 0 1,0 0 0,1 1 0,27-30-1,-35 45 328,-1-1 1,1 1-1,0 1 0,0-1 0,0 1 0,1-1 0,-1 2 0,1-1 0,0 0 0,0 1 0,-1 0 0,2 1 0,7-2 0,-9 2 84,-1 1-1,0 0 0,1 0 1,-1 0-1,1 1 0,-1 0 1,0-1-1,1 1 0,-1 1 1,0-1-1,0 1 0,0-1 1,0 1-1,0 0 0,0 1 1,-1-1-1,1 1 0,-1 0 1,6 5-1,3 5 185,0 1 1,-1 1-1,-1 0 0,0 0 0,-1 1 1,-1 0-1,0 1 0,-1 0 1,-1 0-1,-1 0 0,0 1 0,3 28 1,-6-33-157,-1 1-1,0-1 1,-2 1 0,1-1 0,-1 0 0,-1 0 0,0 1 0,-1-1-1,-1 0 1,0-1 0,0 1 0,-2-1 0,1 0 0,-1 0 0,-1 0 0,0-1-1,-17 20 1,13-20-208,-1-1 0,0 0-1,0 0 1,-1-1 0,0-1-1,-1 0 1,1-1 0,-2 0 0,1-1-1,-1-1 1,0 0 0,0-1-1,0-1 1,0 0 0,-1-1-1,1-1 1,-1 0 0,0-1-1,-20-3 1,33 3-69,-1 0 0,0-1-1,1 1 1,-1-1 0,1 0 0,-1 0 0,1 0-1,-1-1 1,1 1 0,0-1 0,-1 0-1,1 0 1,0 0 0,0 0 0,1 0 0,-1-1-1,-4-4 1,4 2-213,0 0-1,0 0 0,1 0 1,0 0-1,0 0 0,1 0 0,-1 0 1,1-1-1,0 1 0,1 0 1,-1-8-1,0 4-990,1-1 0,0 1-1,3-17 1,15-33-5021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8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1 433 11957,'0'0'6497,"31"-27"-6278,99-85-41,-119 102-174,0-1 0,-1 0 0,11-16 0,-17 21-40,-1-1 0,1 0 0,4-14 0,-2 6-52,0-3-376,0 0-1,-1 0 0,-1-1 1,-1 1-1,0-1 1,-1-37-1,-2 55 447,0 1 0,-1-1 0,1 0-1,-1 0 1,1 1 0,0-1 0,-1 0 0,0 1-1,1-1 1,-1 1 0,1-1 0,-1 0 0,0 1 0,1-1-1,-1 1 1,0 0 0,0-1 0,1 1 0,-1 0 0,0-1-1,0 1 1,1 0 0,-1 0 0,0 0 0,0 0 0,0-1-1,0 1 1,1 0 0,-1 1 0,0-1 0,-2 0-1,0 0 32,-1 0 0,0 0 0,1 1 0,-1-1 0,1 1 0,-1 0 0,-4 2 0,4-1 24,0 1 0,0 0 0,0 0 0,1 0-1,-1 0 1,1 1 0,0-1 0,0 1 0,0 0-1,0 0 1,1 0 0,0 0 0,-3 6-1,-1 4 225,1 1 0,0-1 0,-3 17 0,1 16 641,1 1 1,3 95 0,3-109-495,0-11-126,1 0 0,1-1 1,1 1-1,1-1 1,1 1-1,9 24 0,-12-40-225,1 0-1,-1 0 0,2-1 0,-1 1 0,1-1 0,0 0 0,0 0 1,1 0-1,-1-1 0,1 1 0,1-1 0,-1 0 0,1-1 0,0 1 1,0-1-1,0 0 0,0-1 0,1 0 0,-1 0 0,1 0 0,0-1 1,0 1-1,9 0 0,-10-2-55,1 0 0,-1 0-1,0-1 1,0 0 0,1 0 0,-1 0 0,0-1 0,1 0 0,-1 0-1,0-1 1,0 1 0,0-1 0,0-1 0,-1 1 0,1-1 0,9-6-1,-7 2-175,1-1-1,-1 0 0,-1-1 1,1 0-1,-1 0 1,-1 0-1,0-1 0,7-14 1,2-5-1505,-2-1 0,13-36 0,-21 47-571,0 0 0,4-33 1,-5-17-5039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8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5138,'0'0'5723,"0"38"-2127,-1 6-2718,0 10 466,2-1 1,12 80 0,-2-66 613,25 82 0,-36-147-1900,11 27 551,-11-28-591,0-1 0,0 1 0,0 0 0,1-1 0,-1 1 0,0 0 0,0-1 0,1 1 0,-1-1 0,1 1 0,-1 0-1,0-1 1,1 1 0,-1-1 0,1 1 0,0-1 0,-1 0 0,1 1 0,-1-1 0,1 1 0,-1-1 0,1 0 0,0 0 0,-1 1 0,1-1 0,0 0 0,-1 0 0,1 0 0,0 0 0,-1 0 0,1 0 0,1 0 0,-1 0-15,-1 0 0,0-1 0,1 1 0,-1 0 1,1-1-1,-1 1 0,0-1 0,1 1 1,-1-1-1,0 1 0,1-1 0,-1 1 0,0-1 1,0 1-1,0-1 0,1 1 0,-1-1 1,0 1-1,0-1 0,0 0 0,0 1 0,0-1 1,0 0-1,7-120-326,6-39-1446,-9 136 1268,2-1-1,0 1 0,15-34 0,-15 44 286,1 0-1,0 0 0,1 1 0,0 0 1,2 1-1,16-19 0,-24 29 180,0 0 0,0 0 1,0 0-1,0 0 0,1 0 0,-1 1 0,1-1 0,-1 1 1,1 0-1,0-1 0,-1 1 0,1 0 0,0 1 0,0-1 1,-1 0-1,1 1 0,0 0 0,0 0 0,0 0 0,0 0 1,0 0-1,0 0 0,-1 1 0,1-1 0,0 1 0,0 0 1,0 0-1,-1 0 0,1 0 0,0 0 0,-1 1 1,0-1-1,1 1 0,-1 0 0,0 0 0,1 0 0,-1 0 1,0 0-1,-1 0 0,1 0 0,0 0 0,0 1 0,-1-1 1,0 1-1,3 5 0,2 5-3309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9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7780,'0'0'6445,"7"24"-5263,45 201 2785,-47-195-3403,3 25 743,3 0 0,28 87 0,-37-136-1227,0 0 0,0-1 0,1 0 0,0 1 1,1-1-1,-1 0 0,1 0 0,-1-1 0,10 9 0,-12-12-78,1 0 0,0 0 1,-1 0-1,1 0 0,0 0 0,0 0 0,0-1 0,0 1 0,0 0 0,0-1 0,0 0 0,0 1 0,0-1 0,0 0 0,0 0 0,0 0 1,0 0-1,-1 0 0,1-1 0,0 1 0,0-1 0,0 1 0,0-1 0,0 0 0,0 0 0,0 0 0,-1 0 0,1 0 0,0 0 0,-1 0 1,1 0-1,2-3 0,5-6-61,-1-1 0,0 0 0,0 0 0,-1 0 1,-1-1-1,0 0 0,5-13 0,-1 2-159,27-53-870,54-126-1785,-81 176 1579,-2 0 0,-1 0 0,-1 0 0,-2-1 0,0 0 0,-1-27 0,-3 5-2188,-1 48 3507,0 1 0,0 0-1,0-1 1,0 1-1,1-1 1,-1 1-1,0 0 1,0 0-1,0 0 1,0-1-1,0 1 1,0 0 0,0 0-1,0 0 1,0 0-1,0 1 1,-2-1-1,2 0 87,-34 0 180,17 0-1759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0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5555,'0'0'7534,"8"39"-5163,-4-18-2054,75 424 4724,-61-298-3809,37 225 1070,-54-367-2278,11 36 104,-12-40-126,0 0-1,0 0 1,1 0 0,-1 0-1,0 0 1,1 0 0,-1-1-1,1 1 1,-1 0 0,1 0-1,0 0 1,-1-1 0,1 1-1,0 0 1,-1-1 0,1 1-1,0 0 1,0-1 0,0 1-1,0-1 1,0 1 0,-1-1-1,1 0 1,0 1 0,0-1-1,0 0 1,0 0 0,0 0-1,0 1 1,0-1 0,0 0-1,0 0 1,1-1 0,-1 1-5,0 0 0,-1-1 0,1 1 0,0 0 0,-1-1 0,1 1 0,0-1 0,-1 1 0,1-1 0,-1 0 1,1 1-1,-1-1 0,1 1 0,-1-1 0,1 0 0,-1 1 0,0-1 0,0 0 0,1 0 0,-1 1 0,0-2 1,7-18-256,-2 1 0,0-1 1,3-38-1,0-71-2233,-6 93 1621,-1 7 55,1-18-2454,12-77 0,-12 112 2984,1-1 1,1 0-1,0 1 1,0 0-1,2 0 1,-1 0 0,1 1-1,1-1 1,0 2-1,15-18 1,-18 24 453,-1 1-1,1-1 0,0 1 1,1 0-1,-1 1 1,0-1-1,1 1 1,-1 0-1,1 0 1,0 0-1,0 0 0,0 1 1,6-1-1,-7 1-5,-1 1-1,1 0 0,-1 0 0,1 0 1,-1 0-1,0 0 0,1 1 0,-1 0 0,1-1 1,-1 1-1,0 0 0,0 1 0,1-1 1,-1 1-1,0-1 0,0 1 0,0 0 1,-1 0-1,1 0 0,3 4 0,2 3 122,0 2 0,-1-1 0,0 1 0,-1 0 0,0 0 0,-1 1 0,0 0-1,-1 0 1,0 0 0,4 22 0,-5-12-78,0 1-1,-2-1 1,0 1 0,-2 0-1,-3 29 1,1-40-180,0 1 1,0-2-1,-1 1 0,-1 0 1,0-1-1,-1 0 0,0 0 0,0 0 1,-1-1-1,-1 0 0,-12 14 1,7-10-204,-2-1 0,1 0 0,-1 0 0,-1-2 0,0 0 0,-29 15 0,37-23-24,1 0 1,-1 0-1,0 0 0,1-1 1,-1 0-1,-1-1 0,1 0 1,0 0-1,0-1 0,0 0 1,0 0-1,-1-1 0,-7-1 1,14 2 102,1-1 1,-1 1-1,1-1 1,0 1-1,-1-1 1,1 0 0,0 0-1,-1 1 1,1-1-1,0 0 1,0 0-1,0 0 1,0 0-1,0 0 1,0-1 0,0 1-1,0 0 1,0 0-1,0-2 1,-1-1-226,1 0 1,0 0-1,-1-1 0,2 1 1,-2-7-1,0-40-3177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1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86 2849,'0'0'10309,"0"-3"-9986,0-17 3609,0-32-2262,0 51-1459,-15-8 779,-3 9-810,9-1-124,1 1 0,0 0 0,0 1 0,-10 2 0,15-2-53,0-1-1,0 2 0,0-1 0,1 0 1,-1 0-1,0 1 0,1 0 0,-1-1 0,1 1 1,-1 0-1,1 0 0,0 0 0,0 1 1,0-1-1,-2 3 0,-5 11 111,0-1 0,1 1 0,1 0 0,0 1 0,2 0 0,-1 0-1,-4 30 1,-7 127 1188,16-143-1128,-3 162 1069,4-185-1174,-1-7-52,1 1-1,0-1 1,0 1 0,1-1-1,-1 1 1,0-1-1,0 0 1,1 1-1,-1-1 1,1 0 0,-1 1-1,1-1 1,-1 0-1,1 1 1,0-1-1,0 0 1,0 0 0,0 0-1,-1 0 1,1 0-1,1 0 1,-1 0 0,0 0-1,0 0 1,0 0-1,0-1 1,1 1-1,-1 0 1,0-1 0,1 1-1,-1-1 1,0 1-1,1-1 1,-1 0-1,1 0 1,-1 0 0,1 0-1,-1 0 1,0 0-1,1 0 1,-1 0 0,2-1-1,3 1-10,-1-1 1,0-1-1,1 1 0,-1-1 1,0 0-1,0 0 0,0 0 1,-1-1-1,1 0 0,0 0 1,4-4-1,5-6-144,0-1 1,-1-1-1,20-29 0,29-58-843,-56 92 849,29-56-1476,50-125 0,-73 149 1588,-11 40 384,-1 10 32,-2 109 873,8 196 478,-6-304-1784,7 33 248,-7-41-242,0 0 0,0 0 1,1 0-1,-1 0 0,1 0 0,-1 0 1,1 0-1,-1 0 0,1 0 0,-1 0 0,1 0 1,0 0-1,0 0 0,-1 0 0,1 0 1,0-1-1,0 1 0,0 0 0,0-1 1,0 1-1,0 0 0,0-1 0,0 0 1,0 1-1,0-1 0,0 1 0,0-1 0,2 0 1,-1 0-132,-1 0-1,0-1 1,0 1 0,0 0 0,0-1 0,0 0 0,0 1 0,0-1-1,0 1 1,0-1 0,0 0 0,0 0 0,-1 1 0,1-1 0,0 0-1,0 0 1,-1 0 0,1 0 0,-1 0 0,2-2 0,12-28-2675,-8 17 762,17-31-4959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1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0 520 14839,'0'0'8572,"32"6"-8479,5 2-92,59 5 1,-92-13-16,0 0 0,-1 0 1,1 0-1,-1-1 0,1 0 0,-1 0 1,1 0-1,-1 0 0,1 0 1,-1-1-1,0 1 0,1-1 0,-1 0 1,0 0-1,0 0 0,-1 0 1,1-1-1,0 1 0,-1-1 0,1 0 1,-1 0-1,0 0 0,0 0 0,0 0 1,0 0-1,1-5 0,5-5-159,-1 2-135,0 0 1,0 0 0,-1-1 0,-1 0-1,0-1 1,-1 1 0,0-1 0,0 0-1,-2 0 1,1 0 0,0-24-1,-3 26-70,0 4 252,1-1-1,-2 1 0,1 0 0,-1-1 1,0 1-1,0 0 0,0 0 0,-1 0 0,-1 0 1,1 0-1,-6-10 0,-18-24 261,-1 2 1,-48-53-1,72 89-67,-1 0 1,1 0 0,-1 0-1,1 0 1,-1 1-1,0 0 1,0 0 0,-1 0-1,1 0 1,-7-2 0,10 4-27,-1-1 1,1 1 0,-1 0 0,0-1 0,0 1 0,1 0 0,-1 0 0,0 0 0,1 0 0,-1 0 0,0 1 0,1-1 0,-1 0 0,0 1-1,1-1 1,-1 1 0,1 0 0,-1 0 0,1-1 0,-1 1 0,1 0 0,-1 0 0,1 0 0,0 0 0,0 1 0,-1-1 0,1 0 0,0 0 0,0 1-1,-1 2 1,-3 9 82,1 0-1,0 1 0,1-1 0,1 1 0,0-1 1,0 1-1,2 0 0,0 17 0,0-8 142,15 490 2905,50-62-1615,-62-433-1480,2 0 0,0 0-1,1 0 1,0-1 0,17 30-1,-22-45-72,0 0 0,0 0 0,1-1 0,-1 1-1,0-1 1,1 1 0,-1-1 0,1 1 0,-1-1-1,1 0 1,0 0 0,0 0 0,0 0 0,-1 0 0,1 0-1,3 0 1,-4-1-7,1 0-1,-1 0 0,0 0 1,1 0-1,-1 0 1,1-1-1,-1 1 0,0 0 1,1-1-1,-1 1 1,0-1-1,0 0 0,1 1 1,-1-1-1,0 0 1,0 0-1,0 0 0,0 0 1,0 0-1,0 0 1,0 0-1,0 0 0,0 0 1,0 0-1,0-3 1,11-17-363,-1-2 0,-2 1 1,14-46-1,-1 1-594,-10 34 401,33-78-1939,-40 101 2202,1-1 1,0 1-1,0 0 0,1 1 0,1 0 1,-1 0-1,16-13 0,-20 19 272,0 1 0,0-1 0,1 1 0,0 0 0,-1 0 0,1 1 1,0-1-1,0 1 0,0 0 0,0 0 0,0 0 0,0 0 0,0 1 0,0 0 0,5 0 0,-6 0 80,0 0 0,0 1 0,0 0 0,0-1 0,0 1 1,0 0-1,0 1 0,0-1 0,-1 0 0,1 1 0,-1 0 0,1-1 0,-1 1 0,1 0 0,-1 0 0,0 1 0,0-1 0,0 0 0,0 1 0,3 4 0,8 19 396,-2 0 0,0 0 0,-1 1 0,11 53-1,7 117 856,-28-196-1742,1 10 1407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11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0 19161,'0'0'6675,"-91"101"-7876,78-89-528,-12 1-1648,-10-10-417,-7-3-672,-3 0-1873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15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37 6819,'0'0'9610,"-25"0"-7884,-1-1-1653,18 0-61,0 0-1,0 1 1,0 0-1,1 1 1,-1 0-1,0 0 1,0 0-1,1 1 1,-1 0 0,-9 5-1,9-2 27,1 0 0,0 1 0,0 0 0,0 0 1,0 0-1,1 1 0,1 0 0,-1 1 0,1-1 0,0 1 0,0 0 0,1 0 0,0 1 1,1-1-1,0 1 0,0-1 0,-2 18 0,0 2 205,2 1 0,1-1 1,2 1-1,3 40 0,-2-59-159,0 0 0,1-1-1,1 1 1,-1 0 0,1-1 0,1 1-1,0-1 1,0 0 0,1 0 0,0-1-1,7 10 1,-7-12-45,-1-1-1,1 0 1,0 0 0,0 0-1,1 0 1,0-1 0,-1 0-1,1 0 1,1 0 0,-1-1-1,0 0 1,1 0 0,0-1-1,0 0 1,0 0 0,9 1-1,0-1 95,0 0-1,0-2 0,0 0 0,16-3 0,-23 2-93,-1-1 0,1 0 0,-1 0-1,0-1 1,0 0 0,0 0 0,0-1-1,0 0 1,7-6 0,3-2-140,-1-2-1,0 0 1,26-27 0,-39 35 26,1 0 0,0 0-1,-1 0 1,0-1 0,-1 0-1,0 1 1,0-1 0,0 0 0,-1 0-1,1-1 1,-2 1 0,1 0-1,-1-1 1,0-11 0,-1-16-131,1 3 141,-4-35-1,1 57 66,1 0 0,-2 0 0,1 0 0,-1 0 0,-1 0 1,0 0-1,-7-13 0,6 15-17,0-1 1,-1 1 0,0 0-1,0 0 1,-1 0 0,0 1-1,0 0 1,-15-10-1,15 13 6,0 0 0,0 0 0,0 1-1,-1 0 1,1 1 0,-1 0-1,0 0 1,0 0 0,1 1-1,-1 1 1,-13-1 0,11 1 57,7-1-39,1 1 0,-1 0 0,1 0 0,-1 0 0,0 0 0,1 0 0,-1 0 0,1 0-1,-1 1 1,1 0 0,-1-1 0,1 1 0,-1 0 0,1 0 0,-1 0 0,1 1 0,0-1 0,0 0 0,0 1 0,0 0-1,0-1 1,-3 4 0,1 2 49,0 0 0,0 0 0,1 1 0,0-1 0,0 1 0,1-1 0,0 1 0,-2 12 0,0 30-1501,4-18-3531,0-25 3447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1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3682,'-1'2'10610,"-14"18"-8895,7-11-1256,1 0 1,1 0-1,0 1 0,0-1 1,-7 18-1,8-6-213,0 0 0,1 0-1,1 0 1,1 0 0,1 1-1,3 27 1,-2-15 70,0-18-154,1 0 0,1 0 0,0 0 0,1 0 0,0-1 0,2 0 0,0 1 0,13 27 0,-14-35-111,0-1-1,1 1 1,0-1-1,0 0 1,1-1-1,0 1 0,0-1 1,0 0-1,1-1 1,0 1-1,0-1 1,0-1-1,1 1 1,-1-1-1,1 0 1,0-1-1,0 0 1,9 2-1,3-2 108,-1 0-1,1-1 1,38-2 0,-24-1-45,-30 1-122,-1 0-1,1 0 0,-1-1 1,1 1-1,-1-1 0,1 0 1,-1 0-1,1 0 0,-1-1 1,1 1-1,-1-1 0,0 1 1,0-1-1,0 0 0,0-1 0,3-2 1,-2 0-47,0 1-1,0-1 1,-1 0 0,0 0 0,0 0-1,0 0 1,-1-1 0,1 1 0,1-8 0,1-8-249,-1 0 0,-1-1 0,-1 1 0,-1-34 0,-1-165-2449,0 216 2753,0 0 0,0 0 0,0 0 0,0-1 0,-1 1 0,0 0 0,0 0-1,0 0 1,0 0 0,-1 0 0,0 0 0,0 1 0,0-1 0,0 1 0,0-1-1,0 1 1,-1-1 0,0 1 0,0 0 0,0 0 0,0 1 0,0-1 0,-1 1-1,1-1 1,-1 1 0,1 0 0,-1 0 0,0 1 0,0-1 0,-7-1 0,-18-6 355,0 2 1,-1 1 0,0 2 0,-59-2 0,86 6-328,0 0 0,0 1-1,0-1 1,0 1 0,0 0 0,1 0 0,-1 0 0,0 0 0,1 0 0,-1 1 0,0-1 0,1 1-1,0 0 1,-1-1 0,1 1 0,0 0 0,0 0 0,-3 5 0,-3 3-57,1 1 0,0 1 1,-6 12-1,-5 10-2990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24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106 109 6611,'0'0'4639,"-21"10"-1501,13-3-2973,0 1 1,0 0-1,1 0 1,-1 1-1,2 0 0,0 1 1,-6 10-1,8-10-119,0 0-1,1 0 0,0 1 1,0-1-1,2 1 1,-1 0-1,1 0 0,1-1 1,1 20-1,-1-14 77,-1-2-35,1-1 0,0 1 0,2-1 0,-1 1 0,2-1 0,-1 0 0,2 0 0,0 0 0,9 19 0,-5-15 60,0 1 33,1 0 1,1-1-1,16 22 1,-23-35-130,0 0 0,1-1 0,-1 1 1,1-1-1,0 0 0,-1 0 1,1 0-1,1 0 0,-1 0 0,0-1 1,1 0-1,-1 0 0,1 0 1,-1-1-1,1 0 0,0 1 1,0-2-1,0 1 0,4 0 0,-7-1-26,-1 0 0,1 0 0,-1 0 0,1 0-1,-1 0 1,1 0 0,-1-1 0,1 1 0,-1 0-1,1-1 1,-1 0 0,0 1 0,1-1-1,-1 0 1,0 1 0,0-1 0,3-2 0,-3 1-15,0 0 0,1 0-1,-1 0 1,0 0 0,-1-1 0,1 1 0,0 0 0,-1-1 0,1 1 0,-1 0 0,1-4 0,3-46-213,-3-54 1,-2 59-127,0 27 159,-1 0-1,-1 1 1,-7-28 0,-5-27 118,8 21 101,0 9 32,0-55-1,7 97-80,0 1-1,-1 0 1,1 0-1,0 0 1,-1 0-1,1-1 0,0 1 1,-1 0-1,0 0 1,1 0-1,-1 0 1,0 0-1,1 0 1,-1 0-1,0 0 0,0 1 1,0-1-1,0 0 1,0 0-1,0 1 1,0-1-1,0 1 0,0-1 1,0 1-1,0-1 1,0 1-1,0-1 1,0 1-1,-1 0 1,1 0-1,0 0 0,0-1 1,0 1-1,-1 0 1,1 1-1,0-1 1,0 0-1,0 0 1,0 0-1,-1 1 0,1-1 1,0 1-1,0-1 1,0 1-1,0-1 1,0 1-1,0-1 0,0 1 1,0 0-1,0 0 1,0-1-1,0 1 1,1 0-1,-1 0 1,0 0-1,-1 2 0,1 1-31,-1-1 0,1 1-1,0-1 1,0 1 0,1-1-1,-1 1 1,1 0 0,-1 0-1,1-1 1,1 6-1,-1-2-587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25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7892,'0'0'6851,"0"0"-6772,1 0 1,0-1-1,0 1 1,-1 0-1,1 0 0,0 0 1,-1 0-1,1 0 1,0 0-1,0 1 1,-1-1-1,1 0 1,0 0-1,-1 0 0,1 1 1,0-1-1,1 1 1,-1 209 2829,-3 221-1408,-1-363-1277,3-67-72,0-3-187,1 0 1,-1 0-1,1 0 0,-1 1 1,1-1-1,0 0 0,-1 0 0,1 0 1,2-2-1,7 0-1159,-9 3 748,1 0-1,0 0 0,-1 1 0,1-1 0,0 0 0,-1 0 0,1-1 0,-1 1 0,0 0 1,1 0-1,-1-1 0,1-1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26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6307,'0'0'8414,"0"2"-7965,0 414 4021,0-286-5688,0-17-3963,0-124 952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28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4098,'0'0'9706,"-18"0"-8447,12 1-1172,-1 0 1,1 0-1,-1 1 0,1 0 1,0 0-1,0 0 0,0 1 1,0 0-1,0 0 0,0 0 1,1 1-1,-1 0 0,1 0 1,0 0-1,1 1 0,-1 0 1,1-1-1,0 2 0,0-1 1,0 0-1,0 1 0,-2 7 1,-5 12 186,2 0 0,0 1 0,2 0 0,1 1 0,-5 47 0,4 139 775,7-190-946,0-19-75,0 1 1,1-1-1,-1 1 1,1-1-1,0 0 0,0 1 1,0-1-1,1 0 1,-1 0-1,1 0 1,0 0-1,0 0 0,1 0 1,-1-1-1,1 1 1,0-1-1,3 4 1,-1-3-1,-1 0 1,1-1 0,0 0 0,1 1-1,-1-2 1,1 1 0,-1-1 0,1 0-1,0 0 1,-1 0 0,1-1 0,8 1 0,12 1 152,31-2 0,-40-2-151,-15 1-38,0 0 0,0-1 1,0 1-1,0-1 0,0 1 1,-1-1-1,1 0 0,0 0 0,0 0 1,-1 0-1,1 0 0,-1 0 1,1-1-1,-1 1 0,1 0 1,-1-1-1,0 1 0,0-1 1,1 1-1,-1-1 0,0 0 0,-1 1 1,1-1-1,0 0 0,0 0 1,0-2-1,3-9-117,0 0 1,3-24-1,-5 24 50,2-27-101,-1-1-1,-5-61 0,1 28 422,0 65-238,0 1 1,0 0-1,0 0 0,-1 0 1,0 0-1,-1 0 1,0 0-1,0 0 0,-1 1 1,-4-9-1,0 3 15,-1 1 0,0 0 1,-1 1-1,-20-20 0,26 29-18,1 0 0,-1 0 0,0 0-1,0 0 1,0 0 0,0 1 0,0 0 0,0 0 0,0 0 0,0 0-1,-1 1 1,1 0 0,0 0 0,0 0 0,-6 1 0,0-1-37,9 0 25,0 0-1,1 0 0,-1 1 0,1-1 1,-1 0-1,1 0 0,-1 1 0,0-1 1,1 0-1,-1 1 0,1-1 0,0 0 1,-1 1-1,1-1 0,-1 1 0,1-1 1,-1 1-1,1-1 0,0 1 0,-1-1 1,1 1-1,0-1 0,0 1 0,0 0 1,-1-1-1,1 1 0,0-1 0,0 1 1,0 0-1,0 0 0,-2 27-1415,2-16-442,-3 6-2728,-1 1-3082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42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11 3410,'0'0'5941,"0"-1"-5818,0 1 0,0 0 1,0-1-1,0 1 0,0 0 0,-2-3 863,1 3-863,1 0 0,0 0 1,-1 0-1,1-1 0,0 1 0,-1 0 1,1 0-1,0 0 0,-1 0 0,1 0 0,0 0 1,-1 0-1,-5-1-32,2 1-72,1 0 0,-1 0 0,1 0 0,0 0 0,-1 0 0,1 1 0,-1-1 0,1 1 0,0 0 0,-1 0 0,1 0 0,0 1 0,0-1 0,0 1-1,0 0 1,-4 2 0,-2 4 97,0 1-1,0-1 1,1 2-1,0-1 1,0 1-1,1 0 1,1 1-1,-1-1 1,2 1-1,0 1 1,0-1-1,1 1 1,0 0-1,1 0 1,0 0-1,-1 19 1,4 79 1237,0-105-1296,1 0 0,0 0 1,1 0-1,-1 0 0,1 0 1,0 0-1,1-1 0,-1 1 1,1-1-1,0 1 0,0-1 1,0 0-1,0 0 0,1 0 1,5 4-1,5 5 222,2 0 1,27 18-1,-37-28-214,0 1 0,1-1-1,-1 0 1,1-1 0,0 1 0,0-2 0,0 1 0,9 1-1,6-2 255,30 0 0,-29-1 5,-19 0-306,-1-1 1,1 1-1,-1 0 1,1-1-1,-1 0 1,1 0-1,-1 0 0,0 0 1,1-1-1,-1 1 1,0-1-1,0 0 1,0 0-1,3-3 1,-1 0-6,0 0 0,0 0 0,-1 0 0,0 0 0,0-1 0,-1 0 0,4-6 0,1-6-147,-1 0 0,0-1 0,-2 0 0,5-23 1,-4 2-267,0 0 1,-1-59 0,-5 97 392,-1 0-1,1 0 1,-1 0 0,0 0 0,0 1 0,0-1 0,0 0 0,0 0 0,0 0 0,0 1 0,0-1 0,-1 1-1,-2-4 1,-24-19-40,23 20 10,-3-3-11,0 0 0,-1 0 0,0 1 0,0 1-1,0-1 1,-1 1 0,0 1 0,0 0 0,0 0 0,0 1 0,-1 1 0,1-1 0,-1 2 0,-16-2 0,13 3 15,-27 0 24,39 0 9,1 0 0,-1 0 0,0 1 0,1-1 0,-1 1 0,0-1 1,1 1-1,-1-1 0,1 1 0,-1 0 0,1 0 0,-1-1 0,1 1 0,-1 0 1,1 1-1,0-1 0,0 0 0,-1 0 0,0 2 0,1 0-324,1 0 0,0-1 0,-1 1 0,1 0 0,0 0 0,0 0 0,0-1 0,1 1 0,-1 0 0,1 0 0,-1-1 0,1 1-1,0 0 1,2 3 0,9 12-4633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4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7587,'0'0'8906,"0"4"-8765,-3 512 1415,3-515-1852,0-26-9834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44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6099,'0'0'7691,"-11"6"-7491,-6 5 412,1 0 0,1 0 0,-28 28 0,36-32-523,1 0 0,0 0 0,0 0 0,1 1 0,0 0 1,0 0-1,1 1 0,0-1 0,1 1 0,-5 14 1,3 6 351,1 0 0,-1 48 0,5-60-251,-1-9-77,1 0 0,0 0-1,0 0 1,1 0 0,0 0 0,0 0 0,1 0 0,0-1-1,0 1 1,1 0 0,0-1 0,5 10 0,-1-7-12,-1-1 1,1 0-1,1-1 0,0 0 1,0 0-1,0-1 1,12 8-1,-13-11-52,-1 0 0,1 0 0,0-1 0,0 0 0,0 0-1,1-1 1,-1 0 0,0 0 0,1-1 0,0 0 0,11 0 0,7-1 211,-10 1-102,0-1-1,23-3 1,-34 2-152,0 0 0,0-1 0,0 1 0,0-1 0,0 0 0,0 0 0,0-1 0,-1 1 0,1-1 0,-1 0 0,6-5 0,-1-1-107,-1 0-1,1-1 0,-1 0 0,-1 0 0,0-1 0,-1 0 1,0 0-1,0 0 0,-1-1 0,-1 0 0,0 0 0,-1 0 1,0 0-1,0-1 0,-2 1 0,1-1 0,-2-25 1,1 3-214,-1 13 95,-3-43 0,2 58 216,0 0 0,-1 0 1,0 0-1,0 0 0,-1 0 1,0 1-1,0-1 0,0 1 1,-1 0-1,-4-6 0,5 8 15,1 0 0,-1 1-1,0-1 1,0 1-1,0 0 1,0 0-1,0 0 1,-1 0-1,1 1 1,-1-1 0,0 1-1,0 0 1,0 0-1,0 0 1,0 1-1,0-1 1,-1 1-1,1 0 1,0 0-1,-1 1 1,-4-1 0,-138-3 204,117 4-412,29 1-42,-1-1 0,1 1 0,0 0 0,0-1 0,0 1-1,1 0 1,-1 0 0,0 0 0,0-1 0,0 1 0,0 0 0,1 0 0,-1 0-1,1 0 1,-1 1 0,0-1 0,1 0 0,0 0 0,-1 0 0,1 0-1,0 0 1,0 1 0,-1 1 0,0 1-801,-6 21-5539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4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 7684,'0'0'5455,"-8"0"-5407,-26 1-29,32-1-12,1 0 1,-1 1-1,1-1 1,-1 0-1,1 1 1,-1 0-1,1-1 1,-1 1-1,1 0 0,-1 0 1,1 0-1,0 0 1,-1 0-1,1 0 1,0 0-1,0 0 0,0 0 1,0 1-1,-2 1 1,-4 6 91,-4 0 254,1 1 0,0 1 0,0-1-1,-8 14 1,15-19-254,0 1 0,0-1-1,0 1 1,1 0 0,0 1-1,0-1 1,0 0 0,1 0-1,0 1 1,0-1 0,0 11-1,1 24 140,-1-17 134,4 43 0,-2-60-280,1-1 0,0 1 0,0-1 0,1 0 0,0 0 1,0 0-1,0 0 0,8 10 0,3 1 274,21 22 0,-26-30-236,0-1 0,1 0 1,-1 0-1,16 8 0,-19-12-77,0-1-1,1-1 0,-1 1 0,0-1 1,1 0-1,-1-1 0,1 1 0,-1-1 0,14 0 1,-8-1 14,-10 0-45,0 1 1,0-1-1,0 0 1,0 0-1,0 0 0,0 0 1,0 0-1,0 0 0,0-1 1,0 1-1,0-1 1,0 1-1,0-1 0,0 0 1,-1 0-1,1 0 0,0 0 1,0 0-1,-1 0 1,1 0-1,0-1 0,-1 1 1,0-1-1,3-2 0,8-14-224,-1-1-1,0 0 0,-2 0 0,0-1 0,-1 0 0,7-32 0,-7 19-170,-3 1 0,0-1-1,-1-55 1,-5 84 382,1 1 0,-2 0 0,1-1 0,0 1 0,0 0-1,-1-1 1,0 1 0,0 0 0,0 0 0,0 1 0,0-1 0,0 0 0,-1 1-1,0-1 1,-3-2 0,-7-7 68,-26-16 0,32 24-78,0 0 0,-1 0 0,1 1-1,-1 0 1,1 0 0,-1 1 0,0 0-1,-11-1 1,-4 1 11,-37 1 0,34 1 45,24 1-47,-1-1 0,1 1-1,0 0 1,0 0-1,-1 0 1,1 1 0,0-1-1,0 0 1,0 1-1,0-1 1,1 1 0,-1 0-1,0 0 1,1 0 0,-1 0-1,1 0 1,0 0-1,-3 4 1,-20 43-105,20-38 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50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7571,'0'0'6542,"-22"0"-5643,20 0-845,-1 0-1,1 0 1,0 0-1,-1 1 0,1-1 1,0 1-1,0-1 1,-1 1-1,1 0 1,0 0-1,0 0 1,0 0-1,-3 2 0,-21 25 433,25-25-461,-9 11 115,2 2-1,0-1 1,0 1-1,2 1 1,0-1-1,-4 19 1,6-8 95,0 0 1,2 0-1,1 0 1,4 46-1,-2-47-99,-1-17-47,2 0 0,-1-1 1,1 1-1,0 0 1,1-1-1,0 1 0,0-1 1,1 0-1,0 0 1,1 0-1,-1-1 1,2 1-1,6 7 0,-8-10-14,1 1 0,0-2 0,0 1 0,1-1 0,-1 1-1,1-1 1,0-1 0,0 1 0,0-1 0,1 0-1,-1-1 1,1 1 0,-1-1 0,1-1 0,0 1-1,0-1 1,11 0 0,-10-1-31,-4 1-8,0-1 0,0 1 0,1-1 0,-1-1 0,0 1 0,0 0 0,0-1 0,0 0 0,0 0 0,0 0 0,-1-1 0,1 1 0,0-1 0,0 0 0,-1 0 0,1 0 0,-1 0 0,6-5 0,7-11-164,-1-1-1,0 0 0,-1-2 0,-2 1 0,0-1 0,12-29 1,-19 35-3,-1 0 0,-1-1 0,0 0 0,-1 0 0,-1 1 0,0-1 0,-2-19 0,1 13 79,-1 16 49,0-1 0,0 1 0,-1 0 0,1 0-1,-1-1 1,-1 1 0,1 1 0,-1-1-1,0 0 1,-1 1 0,1-1 0,-1 1 0,0 0-1,0 0 1,-1 0 0,1 1 0,-1 0-1,0 0 1,-9-6 0,5 4 9,0 0 0,0 1 0,-1 0 0,1 1 0,-1-1 0,0 2 0,0 0 0,-1 0 0,1 1 0,-1 0 0,-13 0 0,-11 2-85,-15 0 87,18 0-3274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4:51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4626,'0'0'12785,"9"2"-12057,-3-1-632,-4 0-83,1 0-1,-1-1 1,0 1 0,0-1-1,1 0 1,-1 1-1,0-1 1,0 0 0,1 0-1,-1-1 1,0 1 0,1 0-1,-1-1 1,0 1-1,0-1 1,0 0 0,1 0-1,-1 0 1,0 0-1,0 0 1,0 0 0,-1 0-1,1-1 1,0 1 0,2-3-1,5-9-151,-1 0-1,-1-1 1,0 1-1,-1-1 0,-1-1 1,7-23-1,4-13-1033,-7 41 1105,-8 10 80,-1 0 0,0-1 1,0 1-1,1 0 0,-1 0 1,0 0-1,1 0 0,-1 0 1,0-1-1,1 1 0,-1 0 1,0 0-1,1 0 0,-1 0 1,0 0-1,0 0 1,1 0-1,-1 0 0,0 0 1,1 0-1,-1 0 0,0 1 1,1-1-1,-1 0 0,0 0 1,1 0-1,-1 0 0,0 0 1,0 1-1,1-1 0,-1 0 1,0 0-1,0 0 0,1 1 1,-1-1-1,0 0 1,0 0-1,0 1 0,1-1 1,-1 0-1,0 0 0,0 1 1,0-1-1,0 0 0,0 1 1,0 0-1,8 25 174,-2 1 0,-1 0 0,-2 0 0,1 32 0,-1-18 159,2 29 333,-1-3 98,3-1-1,25 108 0,-32-171-758,9 20 191,-9-22-213,0 0 0,1-1 0,-1 1 0,0 0 1,1-1-1,-1 1 0,1 0 0,-1-1 1,1 1-1,-1-1 0,1 1 0,0 0 0,-1-1 1,1 0-1,-1 1 0,1-1 0,0 1 0,0-1 1,-1 0-1,1 1 0,0-1 0,0 0 1,0 0-1,0 0-55,-1 0 1,0 0-1,0 0 1,1 0-1,-1 0 1,0 0-1,0 0 1,1 0-1,-1 0 1,0 0-1,0-1 1,0 1-1,1 0 1,-1 0-1,0 0 1,0 0-1,0-1 1,0 1-1,0 0 1,1 0-1,-1 0 1,0-1-1,0 1 1,0 0-1,0 0 1,0-1-1,0 1 1,0 0-1,0 0 1,0 0-1,0-1 1,0 1-1,0 0 1,0 0-1,0-1 1,0 1-1,0 0 1,0 0-1,0-1 1,0 1-1,0 0 1,0 0-1,0-1 1,0-3-818,0-21-3128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59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2063 35 848,'0'0'11011,"-23"0"-9525,-16-1-801,-16 1 82,0 1-1,-64 11 1,88-8-66,0-2 1,-60-3-1,26-1-169,27 3-246,16 0-61,-1-1 0,1-1 1,-33-6-1,11-3 155,19 3-270,-2 1 1,1 1-1,-45-2 1,-155 1 86,191 5-193,22 0 3,0 0 1,0 1-1,-1 1 1,1 0-1,-25 6 0,24-3-1,0-1-1,0-1 0,-1 0 1,-27 0-1,-13 1 6,21-2-2,-14 3-13,34-2 8,0 0 0,1-1 0,-1-1 1,-16-2-1,15 1-3,-1 1 0,-23 2 0,25 0 0,0 1 1,0 0-1,-14 5 0,-11 0-10,32-7 10,0 0 1,0 1-1,0-1 0,-9 5 1,11-5-2,1 1 0,0-1 0,-1 0 0,0 0 0,1-1 0,-1 1 0,0-1 0,-7-1 0,5 3-4,-1 0 1,1 0-1,-1 0 1,1 1-1,-12 6 0,11-2 11,7-7-7,0 1 1,0 0-1,1 0 1,-1-1-1,0 1 1,0-1-1,0 1 1,0-1-1,0 1 1,0-1-1,0 1 1,0-1-1,0 0 1,0 0-1,0 1 1,0-1-1,0 0 1,-2 0-1,-1 1 0,0 0 0,0 0 0,0 1 0,1-1 0,-1 1 0,0 0-1,-5 3 1,-3 2-17,-3 12-31,-4 0 10,-7 9 60,18-15-46,1-1 0,1 1 0,0 0 0,1 0 0,0 1 0,1 0 0,-3 20 0,4 1 59,4 61-1,0-36 35,1-43-57,-1 1-1,2-1 1,0 0-1,7 17 0,-5-14 7,0 0-1,2 25 1,9 60 28,-9-75-42,-2 0 0,1 47 0,-7-15-22,3 73 82,11-71-63,-8-47 3,4 31-1,-9-44-14,1-1 0,-1 0 0,1 1 0,1-1 0,-1 0 0,0 1 1,1-1-1,-1 0 0,1 0 0,0 0 0,0 0 0,0-1 0,1 1 0,-1 0 0,0-1 1,1 1-1,0-1 0,0 0 0,5 3 0,-3-2 19,1 0 0,0 0 0,0-1 1,0 0-1,0 0 0,0 0 0,1-1 0,-1 0 0,1 0 1,7 0-1,211 5 176,-199-6-188,1-1 1,-1-1 0,32-8-1,59-7-17,-1 0 16,-76 9 16,1 2 0,-1 1 1,52 2-1,-60 1-11,61-10-1,-61 6 3,62-2 0,-79 6 2,0 1 1,0-2-1,0 0 0,0-1 1,25-10-1,-22 7 1,1 1 1,27-5-1,-4 7 0,73 2-1,-72 2 36,-42 0-32,1-1 0,0 1 1,-1-1-1,1 1 0,-1-1 1,1 0-1,-1 0 0,1 0 1,-1 0-1,0 0 1,1 0-1,-1 0 0,2-3 1,20-22 84,-12 13-74,21-17 30,-24 23-46,0 0-1,0-1 0,0 0 0,-1 0 0,-1-1 0,1 0 1,6-13-1,-10 14-5,1 1-1,0-1 1,0 1 0,1 0 0,0 0 0,0 0 0,0 0-1,1 1 1,0 0 0,9-7 0,-7 6-3,0 1 0,-1-1 0,1-1 0,-2 1 0,1-1 0,-1-1 0,-1 1 0,1-1 0,-1 0 0,-1 0 1,4-11-1,13-21-8,-16 31 2,0 0 0,0 0 1,-1 0-1,-1 0 0,0-1 1,0 0-1,-1 0 0,0 0 1,-1 0-1,1-16 1,-1-27 16,1 35 13,-2 0-1,0 0 1,0 0-1,-2 0 1,-1 0-1,-9-36 1,5 32-24,2 0 0,0-1 0,1 1 1,2-1-1,0 1 0,2-25 1,-10-49-137,5 49 200,-1-11-809,6 60 415,-1 1 0,1-1 0,-1 1 1,0-1-1,1 0 0,-1 1 1,0-1-1,0 0 0,0 0 1,0 0-1,0 1 0,-2 0 0,0 2-926,-20 18-6253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1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7363,'0'0'9029,"56"-18"-8645,-11 18 240,7 0-96,4 0-144,-4 0-240,-6 0-96,-4 0-48,-15 0-208,-6 0-1568,-14-13-2322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1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 2465,'0'-12'12448,"-2"148"-12383,7 192 1111,-3-316-965,-1 0-1,8 21 1,-8-26-75,0-5 334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1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9 117 3522,'0'0'6507,"-1"-5"-5382,0 4-1104,0-1 50,0 1 0,0-1 0,1 0 0,-1 0-1,0 0 1,1 0 0,-1 0 0,1 0 0,0 1-1,0-1 1,-1 0 0,1 0 0,0 0 0,1 0-1,-1 0 1,0 0 0,1 0 0,-1 0 0,1 0-1,-1 0 1,1 0 0,0 1 0,0-1 0,0 0-1,0 0 1,0 1 0,0-1 0,0 1 0,2-2-1,4-2 2,-1 1-1,1 0 0,0 0 0,1 1 0,-1 0 0,14-4 0,49-7 306,-65 13-344,17-3 121,0 1 1,25 1-1,-41 2-70,-1 0 0,1 0 0,-1 1-1,1-1 1,-1 1 0,0 1 0,1-1 0,-1 1-1,0 0 1,0 0 0,0 1 0,0-1 0,0 1-1,4 3 1,8 11 69,0 1 0,-2 0 0,0 1-1,-1 1 1,-1 0 0,0 1-1,-2 0 1,-1 1 0,0 0 0,-2 1-1,6 23 1,-10-25-97,-1 0 0,-1 0 0,-1 0 0,0 0 0,-5 37 0,2-49-57,0 0 1,0 0-1,-1-1 0,0 1 0,0-1 0,-1 0 0,0 0 0,-11 14 0,-50 60 80,36-49-40,25-27-22,-1 0-1,0-1 1,0 0 0,0 0 0,-1 0 0,0-1 0,0 0 0,0 0-1,0 0 1,-1-1 0,1 0 0,-1 0 0,0 0 0,0-1 0,0 0-1,0-1 1,0 0 0,0 0 0,-1 0 0,1-1 0,-8 0 0,9 0-12,-1-1 1,1 1 0,-1-1-1,1 0 1,-1-1 0,1 0-1,-8-3 1,3 2 54,-1-3-1419,7-15-1133,5-5-992,0-10-2613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13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90 1873,'0'0'5584,"-21"-1"1491,20-15-6384,1-21-295,0 36-399,0 0 0,0-1 0,0 1 0,0 0 0,0 0 0,1 0 0,-1 0 0,1-1-1,-1 1 1,1 0 0,-1 0 0,1 0 0,0 0 0,-1 0 0,1 0 0,0 0 0,0 0 0,0 1 0,-1-1 0,1 0 0,0 0 0,0 1 0,2-2 0,11-1 76,0 0 0,0 1 1,1 1-1,-1 0 0,0 1 0,21 2 1,9 0 2,-42-2-73,0 0 1,0 0-1,1 0 0,-1 1 0,0-1 0,0 1 0,1-1 0,-1 1 0,0 0 0,0 0 0,0 0 0,0 0 0,0 0 1,0 0-1,0 1 0,0-1 0,2 3 0,-2-1 28,0 0 0,1 1-1,-1-1 1,0 0 0,-1 1 0,1-1 0,0 1 0,-1 0-1,1 5 1,1 9 166,0-1-1,-2 1 1,-1 30 0,0-29-78,0-6-36,0 0 0,-1 0 0,-1 0 0,0 0 0,-6 22 0,6-29-56,0-1-1,-1 0 1,1 0 0,-1-1 0,0 1-1,0-1 1,-1 1 0,1-1 0,-1 0-1,0 0 1,0-1 0,0 1 0,-1-1-1,1 0 1,-1 0 0,-7 4 0,8-6-14,0 1 0,-1-1 0,1 0 0,-1 0 0,1 0 0,-1 0 0,1-1 0,-1 0 0,-5 0 0,1 0-71,8-1 9,0 1 1,0 0-1,-1 0 1,1-1 0,0 1-1,0-1 1,0 1-1,0-1 1,0 1 0,0-1-1,0 1 1,0-1-1,1 0 1,-1 0-1,0 1 1,0-1 0,0 0-1,1 0 1,-1 0-1,0 0 1,1 0-1,-1 0 1,1 0 0,-1 0-1,1 0 1,0 0-1,-1 0 1,1-1-1,0 1 1,0 0 0,0-2-1,-2-44-1218,2 36 1034,0 10 221,0 0-1,1 0 0,-1 0 0,0 0 0,1 0 1,-1 0-1,0 0 0,1 0 0,0 0 0,-1 0 1,1 0-1,-1 1 0,1-1 0,0 0 0,0 0 0,0 0 1,-1 1-1,1-1 0,0 1 0,0-1 0,0 0 1,0 1-1,0 0 0,0-1 0,0 1 0,0-1 1,0 1-1,0 0 0,0 0 0,0 0 0,0 0 1,1 0-1,0 0 0,2-1 21,0 1 0,0 0 0,0 1 0,-1-1 0,1 0 0,0 1 0,0 0 0,-1 0 0,6 2 1,1 4 172,-1 0 0,0 0 0,-1 0 0,0 1 1,0 1-1,-1-1 0,0 1 0,0 1 0,-1-1 0,0 1 1,5 11-1,-8-13 47,-1 0 0,0 0 1,0 0-1,0 0 0,0 13 1,-1-18-178,-1 0 0,0 0 0,0 1 1,0-1-1,-1 0 0,1 0 0,-1 1 1,1-1-1,-1 0 0,0 0 0,0 0 1,-1 0-1,1 0 0,0 0 0,-1 0 1,-3 4-1,0-3-27,-1 0 1,0 0-1,0 0 1,0-1-1,0 1 0,0-1 1,0-1-1,-1 0 1,0 1-1,1-2 0,-11 2 1,-11 1-387,-40 0-1,65-4 325,-202 0-7512,133 0 291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1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10853,'0'0'7075,"7"-3"-6595,-4 3-416,4-6-2753,-3-13-736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20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3410,'0'0'8609,"0"0"-8471,0-1 1,0 1-1,0-1 1,0 1-1,0-1 1,0 0-1,1 1 1,-1-1-1,0 1 1,0-1-1,0 1 1,1 0-1,-1-1 1,0 1-1,1-1 1,-1 1-1,0-1 1,1 1-1,-1 0 1,1-1-1,-1 1 1,1-1-1,1 4-121,0-1-1,0 1 1,0-1 0,-1 1-1,1 0 1,-1-1-1,0 1 1,0 0 0,0 0-1,1 4 1,5 34 188,-6-33-131,5 53 322,-2 103 0,-4-52-52,1 210 1174,-1-322-1427,0-50-7332,0 13 3194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21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3570,'0'0'6531,"3"-6"-5987,-1 2-509,0 0 1,0 0 0,1 0-1,-1 1 1,1-1-1,0 1 1,0 0-1,0 0 1,0 0 0,0 0-1,1 1 1,-1-1-1,1 1 1,6-4-1,1 2 206,0 0 0,0 0 0,1 1 0,-1 1 0,1 0-1,-1 0 1,1 1 0,0 0 0,17 2 0,-25-1-184,10 0 133,2 0 15,-1 0 1,25 4 0,-34-2-135,0-1 0,0 1 0,-1 0 0,1 0 0,0 1 0,-1 0 0,1 0 0,-1 0 1,9 7-1,-4 0 119,0-1 1,-1 1 0,0 1 0,0-1-1,-1 2 1,-1-1 0,0 1 0,7 15-1,-5-5-39,0 1-1,-2 0 1,9 43-1,-12-29-41,-1 0 1,-3 0-1,-3 38 1,3-70-100,-1 3 12,0 1-1,-1 0 1,0-1-1,0 0 1,-1 1 0,0-1-1,-5 11 1,-36 53 69,21-35 35,11-16-53,6-11-78,1 1 0,-2-1 0,1-1-1,-1 1 1,-1-1 0,0 0 0,-11 10 0,13-17 26,1 0 1,0 0-1,-1-1 1,1 1 0,-1-1-1,0-1 1,1 1-1,-1-1 1,0 0-1,0 0 1,-9-2-1,-5 2-12,16 0-35,1 0 0,-1 0-1,0 0 1,1 0 0,-1-1 0,1 1 0,-1-1 0,1 0 0,-1 0 0,1 0 0,0 0 0,-1-1 0,1 1 0,0-1 0,0 0 0,0 0 0,0 0 0,1 0 0,-5-5 0,5 6-355,-15-18 326,15 11-2459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2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29 6435,'0'0'6803,"-7"-9"-4495,7 8-2267,0 1-1,0-1 1,1 0 0,-1 1 0,0-1-1,0 0 1,0 1 0,1-1 0,-1 1-1,0-1 1,0 0 0,1 1 0,-1-1 0,1 1-1,-1-1 1,0 1 0,1-1 0,-1 1-1,1 0 1,-1-1 0,1 1 0,-1 0-1,1-1 1,0 1 0,21-6 478,33 5-122,-40 2-177,-12-1-188,0 0 0,-1 0 0,1 0 0,-1 1 0,1-1 0,0 1 0,-1 0-1,1-1 1,-1 1 0,0 0 0,1 1 0,-1-1 0,0 0 0,0 1 0,1-1-1,-1 1 1,0-1 0,2 4 0,-3-3-22,-1 1 0,1 0 0,-1-1 0,1 1-1,-1-1 1,0 1 0,0 0 0,0-1 0,-1 5 0,0 4 62,1-9-73,1 6 22,-1 0 0,0 1-1,0-1 1,-1 0-1,0 0 1,-1 0-1,1 1 1,-2-1-1,1-1 1,-1 1-1,0 0 1,-7 11 0,-12 9 108,-1-1 0,-1-1 0,-41 34 0,52-48-21,12-12-93,1 1 1,0-1-1,-1 0 0,1 1 1,0-1-1,-1 1 1,1-1-1,0 0 0,0 1 1,0-1-1,0 1 1,-1-1-1,1 0 0,0 1 1,0-1-1,0 1 1,0-1-1,0 1 0,0-1 1,0 1-1,0-1 1,0 1-1,0-1 0,0 0 1,0 1-1,0-1 1,1 1-1,-1-1 0,0 1 1,0-1-1,0 0 0,1 1 1,-1-1-1,0 1 1,0-1-1,1 0 0,-1 1 1,0-1-1,1 0 1,-1 1-1,1-1 0,-1 0 1,0 0-1,1 1 1,16 8 86,-3-7-82,0 0 1,-1-1 0,1-1-1,27-2 1,-2 1-9,17 1-178,-55 11-1704,-1 5-534,0-2-1830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23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7187,'0'0'6529,"-10"3"-6073,-32 7-53,32-7 3116,22-3-3343,68 1 107,-22 1-101,0-3 0,71-10 0,-105 9-152,-1 0-1,30 2 1,-16 0-135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24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2321,'0'0'8089,"0"-3"-7096,2-7 142,4 13 440,7 21-729,-3 10-393,-2 0 0,-1 1-1,4 64 1,-8 108 655,-4-131-972,1 57-1249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17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132 116 8852,'0'0'5328,"-22"-19"-4413,-67-56-171,81 68-517,-4-5-124,12 12-72,0 0 0,0 0 0,0 0 0,0 0 0,0 0 0,0 0 0,0 0 0,1 1 0,-1-1 0,0 0 0,0 0 0,0 0 0,0 0 0,0 0 0,0 0 0,0 0 0,0 0 0,0 0 0,2-1 496,-2 1-496,0 0 0,0 0 0,0-1 0,0 1 0,0 0 0,0 0 0,0 0 0,0 0 0,0 0 0,0 0 0,0 0 0,0 0 0,0 0 0,0 0 0,0-1 0,0 1 0,0 0 0,0 0 0,0 0 0,0 0 0,0 0 0,0 0 0,5 1-8,1 0 0,-1 1 0,0 0 1,0 0-1,0 1 0,0-1 0,0 1 1,0 0-1,-1 0 0,7 6 0,4 2 36,480 314 1067,-355-247-982,254 102 0,-168-102-96,-194-66-18,-26-9-60,0-1 0,0 0-1,0 0 1,0 0-1,0-1 1,0 1-1,10-1 1,-16-1-2,0-2 11,-24 1-86,22 2 107,0-1 1,0 0-1,0 1 0,0-1 1,0 1-1,0 0 0,0 0 1,0 0-1,0 0 1,0 0-1,1 0 0,-1 0 1,0 1-1,1-1 0,-1 1 1,-1 1-1,-23 32 9,19-24-8,-4 6 4,1 0 0,1 1 0,0 0-1,2 1 1,0-1 0,1 2 0,1-1 0,-4 31 0,2 18 22,1 80-1,5-105-27,-1 803 100,4-439-86,17-115-9,0-2-8,-18-193-8,-4 120-29,-4-166 52,-24 86 1,1-12 7,26-104-18,-1 3 5,2 0 0,-2 47 0,5-69-14,0-4-51,-1-288-7019,-2 183 593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1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28 5410,'0'0'5320,"-5"0"-3696,3 0-1308,4 0 23,29 0 162,0 2 1,53 9-1,-22-2-352,0-3 0,89-2 0,57 4-78,412 10 543,-431-19-409,-42 2 174,164-3 744,-186-10-1086,29 0 54,-44 13 96,135-3 309,-209-2-494,0-2-1,36-10 1,-38 7-16,1 2 0,41-3 0,121 9 57,-112 1-28,153 7 25,-221-7-45,63-1 17,0 4-1,84 13 1,-94-7-35,1-4-1,101-5 1,-1 0-9,-121 2 40,-8 0 18,83-5-1,-120 2-24,0 0 1,1-1-1,-1 1 1,0-1-1,7-4 0,-8 4 6,0 0 0,0 0 0,1 0-1,-1 1 1,1-1 0,-1 1 0,1 0 0,6 0-1,109-8 307,4-1 1154,-124 16-1422,-14 446 147,9-3-306,7-262 82,-3-79-9,2 122 15,6-158 17,0 21 7,-7 778-643,-2-832 628,-8 44 1,1-13-10,-19 140 133,27-185-118,2 34 0,0-40 16,-1 1-1,-4 35 1,3-38-5,1-16 34,0 23 283,0-16-204,0-7-112,1 0 0,-1 0 0,0-1 0,0 1 0,0 0 1,-1 0-1,1 0 0,0-1 0,0 1 0,0 0 0,-1 0 0,1-1 1,0 1-1,-1 0 0,1-1 0,0 1 0,-1 0 0,1-1 0,-1 1 1,1 0-1,-1-1 0,0 2 0,0-2-85,0 0-1,0 0 1,0 0-1,0 0 1,0 0-1,0 0 1,0 0 0,0 0-1,0-1 1,0 1-1,0 0 1,0-1-1,0 1 1,0 0 0,0-1-1,0 1 1,0-1-1,1 1 1,-1-1 0,0 0-1,0 1 1,-1-2-1,-44-46-5971,13 20-862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8468,'0'0'4391,"4"0"-3657,10 0-464,5-1 420,0 2 0,33 4 0,-39-3-571,0-1-1,0 0 1,0-1 0,16-2 0,5 1 15,287 12 93,-243-7-227,30 3 0,-57 0 20,201 14 307,605-18 380,-817-5-697,0-1 1,72-17 0,-74 12-9,29-1 52,1 2 1,92 3-1,33-2 61,184-3 229,-290 19-20,-60-5-252,48 1-1,194 0 99,-183 1-122,-29 0-52,-29-3 22,34 0 1,14-3-9,88 10 1,-104-6-5,106-4 0,-74-3 1,493 2 2143,-589 0-2993,-47 1-5731,30 4-1608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4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1873,'0'0'1312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29 2353,'0'-29'7254,"-3"29"-7614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3185,'0'0'8071,"1"19"-6612,5 0-1172,-1 1-1,0-1 0,-2 1 1,2 26-1,-2 84 269,-3-95-384,0 1226 1356,27-889-1346,-16-267-160,-8 19 15,1 6 38,7-45 142,5 59 72,-14 58-143,-3-105-135,0-84-6,0 1 0,-1-1 0,-6 21 0,5-19-1,-1 0 0,2 0 1,-2 26-1,4-21 2,0-19 14,0-5-296,-11-149-6116,2 72-951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10 4594,'0'0'5731,"0"-9"-2319,-7 243-1739,1 573-758,4-631-710,-3 144-71,-8 638 1,15-629-60,-1-305-35,2 0-1,0 0 1,12 38-1,4 30 44,-15-52 7,-1 49 1,4-145-755,7-74-3149,-3 52-794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29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6259,'0'0'4642,"0"0"-4615,0 0 0,0 0 0,-1 0 0,1 0 0,0 0 0,-1 1 1,1-1-1,0 0 0,-1 0 0,1 0 0,0 0 0,0 0 0,-1 0 0,1 1 0,0-1 0,0 0 0,-1 0 1,1 0-1,0 1 0,0-1 0,-1 0 0,1 0 0,0 0 0,0 1 0,0-1 0,0 0 0,-1 1 0,1-1 0,0 0 1,0 0-1,0 1 0,0-1 0,0 0 0,0 1 0,0-1 0,0 0 0,0 1 0,0-1 0,0 0 0,0 1 0,0-1 1,0 0-1,0 0 0,0 1 0,0-1 0,7 488 2798,3-143-2532,29 420 495,-14-72-601,-25-634-156,3 107-21,-3 127-12,-7 54 2196,7-291-2077,0-87-988,-7-40 0,-7-3-3326,-3-3-4484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1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2817,'-5'0'12723,"122"10"-11095,-39-3-1425,0-1-121,145 6 54,814-12 107,-112 6-117,-892-6-128,159 4 92,-146-1-76,0 3 0,53 13 0,-41-9 22,0-1-1,0-4 1,94-2-1,-37-2-9,25 16 21,-98-10-26,75 3-1,755-10 1160,-882-6-2978,0-1 1,-22-8 0,-20-7-1850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2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4674,'0'0'5867,"-2"0"-5331,0 0-462,0 1 0,0 0 0,0 0 0,0 0-1,0 0 1,0 0 0,1 0 0,-1 1 0,0-1 0,1 1 0,-1-1-1,1 1 1,-1-1 0,1 1 0,0 0 0,0 0 0,0-1 0,0 1 0,0 0-1,-1 4 1,-19 48 1206,14-21-908,1 1 1,1 0 0,2 1-1,2-1 1,4 54-1,-2-76-259,0-1-1,1 1 0,1-1 1,-1 0-1,2 0 0,0 0 1,0 0-1,1-1 0,10 16 0,-12-20-69,0-1 0,1 0 0,0 0 0,0-1 0,0 1 0,1-1 0,0 0 0,0 0 0,0 0 0,0-1 0,0 1 0,1-1 0,-1-1 0,1 1 0,0-1 0,0 0 0,0 0 0,0-1 0,8 2 0,-10-3-27,0 1 1,0-1 0,1 1-1,-1-1 1,0 0 0,0-1-1,1 1 1,-1-1 0,0 0 0,0 0-1,0 0 1,0-1 0,0 1-1,0-1 1,0 0 0,0 0-1,-1 0 1,1-1 0,-1 1 0,0-1-1,1 0 1,-1 0 0,0 0-1,-1 0 1,1 0 0,-1-1-1,1 1 1,-1-1 0,0 0-1,2-5 1,6-11-312,0-2 0,-2 1 0,0-1 0,-2-1 1,8-44-1,-9 26-2243,-2 0 0,-4-61 0,1 97 2577,-1 1 0,1 0 0,-1 0 0,0-1-1,0 1 1,-1 0 0,1 0 0,-1 0 0,0 0-1,0 0 1,0 1 0,-1-1 0,1 1 0,-1-1 0,0 1-1,0 0 1,0 0 0,0 0 0,0 0 0,-1 1 0,1-1-1,-1 1 1,0 0 0,0 0 0,0 0 0,0 1-1,0 0 1,-7-2 0,-9-2 804,0 2 0,-1 0 0,1 1 0,-32 1 0,49 1-859,1 0-42,-8 0 155,-1 0 0,1 1 0,-1 0 0,-13 4-1,22-5-276,0 1 0,0-1 0,-1 1 0,1 0 0,0 0-1,0 0 1,0 0 0,0 1 0,0-1 0,0 1 0,0-1 0,1 1-1,-1-1 1,1 1 0,-1 0 0,1 0 0,-1 0 0,1 0-1,0 0 1,0 0 0,0 0 0,0 0 0,0 0 0,0 0 0,0 4-1,0 13-7793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15 2305,'0'0'10989,"0"-4"-10287,0-6-130,0 34-128,-1 61 968,6 157-84,-5-232-1341,1 0 0,0 0 0,1 0 0,0 0 0,1 0 0,5 12 0,-7-20-58,0-1-1,-1 0 0,1 0 1,0 0-1,0 0 0,0 0 1,0-1-1,0 1 0,0 0 1,0 0-1,1-1 1,-1 1-1,0 0 0,0-1 1,1 1-1,-1-1 0,0 0 1,0 1-1,1-1 0,-1 0 1,0 0-1,1 0 0,1 0 1,-2 0-141,0 0 0,0 0 0,0-1 0,0 1 0,0 0 0,0-1-1,0 1 1,-1 0 0,1-1 0,0 1 0,0-1 0,0 0 0,0 1 0,0-1 0,-1 0 0,1 1 0,0-1 0,-1 0 0,1 0 0,0 0 0,0 0 0,13-44-8408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3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4370,'0'0'6430,"-22"0"-2863,20 0-3558,1 1 0,0-1 0,0 0 0,0 0 1,0 0-1,0 1 0,-1-1 0,1 1 0,0-1 1,0 1-1,0-1 0,0 1 0,0 0 0,0-1 1,1 1-1,-1 0 0,0 0 0,0-1 0,0 1 1,1 0-1,-1 0 0,0 2 0,-12 26-4,7-13 27,-1 6 88,0 0 1,1 0 0,1 0 0,1 1-1,1 0 1,1 0 0,2 37-1,0-57-64,0 1-1,0 0 0,1 0 0,-1-1 1,1 1-1,0 0 0,0 0 0,0-1 0,1 1 1,-1-1-1,1 1 0,0-1 0,0 0 0,0 0 1,0 0-1,0 0 0,5 4 0,-3-4-42,-1 0-1,1-1 1,0 1 0,0-1-1,0 0 1,0 0-1,0-1 1,0 1 0,1-1-1,-1 0 1,0 0-1,1 0 1,-1-1 0,1 1-1,4-1 1,-6-1-24,1 1 1,-1-1-1,0 1 0,1-1 1,-1 0-1,0 0 1,0-1-1,1 1 0,-1-1 1,0 1-1,0-1 1,-1 0-1,1 0 1,0 0-1,0-1 0,-1 1 1,0-1-1,1 1 1,-1-1-1,0 0 1,0 0-1,1-3 0,5-7-541,-2-1-1,1-1 0,6-22 0,-8 19-1151,0 0 0,-1 0 0,3-28 0,-6 2-2952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1 0 5282</inkml:trace>
  <inkml:trace contextRef="#ctx0" brushRef="#br0" timeOffset="1">1 0 5282,'38'10'1553,"-48"-10"-865,-1 0 289,4 0-321,4 0-592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73 3970,'0'0'6984,"-14"0"-4145,13 0-2815,0 0 1,0 0-1,0 0 1,1 0-1,-1 1 1,0-1-1,0 0 1,1 1-1,-1-1 1,0 1-1,0-1 1,1 1-1,-1-1 1,1 1-1,-1-1 1,0 1-1,1-1 1,-1 1-1,1 0 1,-1-1-1,1 2 1,-11 23 291,2 25 243,5 74 1098,5-85-1270,-1-32-298,0-1 0,1 1 1,0 0-1,0-1 0,1 1 1,-1-1-1,2 0 1,-1 1-1,6 10 0,-5-13-40,-1-1-1,0 1 1,1-1-1,-1 0 1,1 0-1,0 0 0,0 0 1,0-1-1,1 1 1,-1-1-1,0 0 1,1 0-1,0 0 1,-1 0-1,1-1 0,0 1 1,0-1-1,4 1 1,-3-1-38,0 0 1,1 0-1,-1-1 0,0 0 1,1 0-1,-1 0 1,0 0-1,1-1 0,-1 0 1,0 0-1,0-1 1,0 1-1,0-1 0,7-3 1,-7 1-26,1 1 0,-2-1 0,1 0 0,0-1 0,-1 1 0,0-1 0,0 1 0,0-1 0,-1-1-1,1 1 1,4-10 0,2-8-843,0 0 1,-2 0-1,0 0 0,5-32 0,-8 27-2705,1-47 1,-5 24-1986</inkml:trace>
  <inkml:trace contextRef="#ctx0" brushRef="#br0" timeOffset="1">53 73 6563,'84'-73'1089,"-109"99"495,8-8 417,3 1-1008,7-13-625,4 1-368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5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23 4482,'0'0'6742,"-5"-1"-5555,-107-2 2332,111 4-3510,0-1 1,0 0-1,0 0 0,0 1 0,0-1 1,0 0-1,1 1 0,-1-1 1,0 1-1,0-1 0,0 1 1,1 0-1,-1-1 0,0 1 1,0 0-1,1-1 0,-1 1 0,1 0 1,-1 0-1,1 0 0,-1 0 1,1-1-1,-1 1 0,1 0 1,0 0-1,-1 0 0,1 0 1,0 0-1,0 0 0,0 0 0,0 0 1,0 0-1,0 2 0,-1 2 27,-5 28 384,2 0-1,1-1 0,1 1 1,4 45-1,-1-75-393,-1 0-1,1-1 1,0 1-1,0-1 1,0 0 0,0 1-1,0-1 1,1 0 0,-1 1-1,1-1 1,-1 0-1,1 0 1,0 0 0,0-1-1,0 1 1,0 0-1,0-1 1,0 1 0,0-1-1,0 0 1,1 1-1,-1-1 1,0 0 0,1 0-1,-1-1 1,1 1-1,0-1 1,-1 1 0,5-1-1,-2 1-8,0 0 0,0-1 0,0 0 0,0 0 0,-1 0 0,1 0 0,0-1 0,0 0 0,0 0 0,-1 0 0,1-1 0,-1 1 0,1-1 0,-1 0 0,1-1 0,4-3 0,1-2-155,-2-1 0,1-1 0,-1 0 0,-1 0 0,12-19 0,-15 21-231,0 0 0,0 0-1,0 0 1,-1-1 0,-1 1 0,1-1 0,-1 0 0,-1 1-1,1-12 1,-1 12 42,-1 0 0,-1 0-1,1 0 1,-1 0 0,-1 0-1,-3-13 1,3 18 398,1 0 0,0 1 0,-1-1 1,0 1-1,1-1 0,-1 1 0,0 0 0,0 0 0,-1 0 1,1 0-1,0 0 0,-1 1 0,1-1 0,-1 1 0,1-1 1,-1 1-1,0 0 0,0 0 0,1 0 0,-1 0 0,-4 0 0,-3 0 175,10 1-298,0 0 0,-1 0 0,1 0 0,0 0 0,-1 0 0,1 0 0,0 0 0,-1 0 0,1 0 0,0 0 0,-1 0 0,1 0 0,0 0 0,-1 0 0,1 0 0,0-1 0,0 1 0,-1 0 0,1 0 0,0 0 0,-1 0 0,1-1 0,0 1 1,0 0-1,-1 0 0,1-1 0,0 1 0,0 0 0,0 0 0,0-1 0,-1 1 0,1 0 0,0-1 0,0 1 0,0 0 0,0 0 0,0-1 0,0 1 0,0 0 0,0-1 0,0 1 0,0 0 0,0-1 0,0 1 0,0 0 0,0-1 0,0 1 0,0 0 0,0-1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5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45 1361,'0'0'4746,"-4"-4"-3879,2 1-467,-10-16 81,8 2 4958,4 17-5416,0-1-1,-1 1 1,1 0 0,0 0-1,0 0 1,0 0-1,-1 0 1,1 0 0,0 0-1,-1 0 1,1 0-1,0 0 1,0 0 0,-1 0-1,1 0 1,0 0 0,0 0-1,-1 0 1,1 0-1,0 0 1,0 0 0,-1 0-1,1 1 1,0-1-1,0 0 1,-1 0 0,1 0-1,0 0 1,0 0 0,0 1-1,-1-1 1,1 0-1,0 0 1,0 0 0,0 1-1,0-1 1,0 0-1,-1 0 1,1 1 0,0-1-1,0 1 1,-5 60 784,4 100 1,3-73-73,-2-79-915,1 13 593,-1-22-513,0 1-1,1-1 1,-1 1 0,0-1-1,0 0 1,1 1 0,-1-1 0,0 0-1,1 1 1,-1-1 0,0 0-1,1 1 1,-1-1 0,0 0-1,1 0 1,-1 1 0,1-1 0,-1 0-1,0 0 1,1 0 0,-1 1-1,1-1 1,-1 0 0,1 0-1,-1 0 1,1 0 0,-1 0 0,1 0-1,-1 0 1,1 0 0,-1 0-1,1 0 1,-1 0 0,0-1-1,1 1 1,-1 0 0,1 0 0,0-1-1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6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2449,'0'0'8524,"3"-11"-5064,4 161-1395,-7 28-1414,4-207-8089,-4 5 400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1 0 2401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6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2401,'174'-23'1972,"-135"17"8266,-37 10-11269,3 16 1319,-2 0 0,0 1 1,-1-1-1,-1 23 1,-1-16-104,1 90 71,-1-66-4322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7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3362,'0'0'8371,"0"4"-7768,0 348 5400,-1-352-6028,1 1 0,0-1 1,0 1-1,0-1 0,0 1 0,0-1 0,0 1 1,0 0-1,0-1 0,0 1 0,0-1 0,0 1 1,1-1-1,-1 1 0,0-1 0,0 1 0,0-1 1,1 1-1,-1-1 0,0 1 0,1-1 0,-1 1 1,0-1-1,1 1 0,1-4-1161,-2 3 989,1-1-1,-1 1 0,0-1 1,0 0-1,0 1 1,1-1-1,-1 1 0,0-1 1,0 1-1,0-1 0,0 1 1,0-1-1,0 0 1,0 0-1,0-18-4233,0-2-2226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38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 5330,'0'0'6121,"-21"-6"-3291,17 5-2650,1 1-1,-1 1 1,0-1 0,0 0-1,1 1 1,-1 0-1,0 0 1,-6 3 0,8-3-148,0 0-1,0 1 1,0-1 0,0 1 0,0 0 0,0 0 0,1 0 0,-1 0-1,1 0 1,-1 0 0,1 0 0,0 0 0,0 0 0,-2 4 0,-1 8 253,1 0 0,0 0 0,1 0 0,1 1 0,0-1 1,1 0-1,3 28 0,-2-13 347,-1-21-511,1 0 0,0 0 1,1 1-1,0-1 0,0-1 0,0 1 1,1 0-1,1 0 0,-1-1 1,1 0-1,9 14 0,-9-16-77,0 0 0,0-1 0,1 0 0,-1 1-1,1-1 1,0-1 0,0 1 0,0-1 0,1 0 0,-1 0 0,1 0 0,-1-1-1,1 0 1,0 0 0,0-1 0,11 2 0,-7-1-25,0-1-1,0-1 1,-1 0 0,1-1 0,13-1-1,-18 1-26,0-1-1,-1 1 0,1-1 0,-1 0 0,1 0 0,-1 0 0,0-1 0,0 1 1,0-1-1,0 0 0,0 0 0,4-6 0,0 0-326,1-2 0,-2 1 0,0-1 0,0-1-1,0 1 1,-2-1 0,0 0 0,0 0 0,-1-1 0,0 1-1,-1-1 1,0 0 0,-2 0 0,1 0 0,-1-23 0,-1 32 308,0 1 1,-1-1-1,1 1 1,-1-1-1,1 1 1,-1-1-1,0 1 1,-1-1 0,1 1-1,0 0 1,-1 0-1,0 0 1,0 0-1,0 0 1,0 0-1,-4-5 1,2 5 84,-1-1 0,0 1 1,1-1-1,-1 1 0,0 1 1,-1-1-1,1 1 0,0 0 1,-9-3-1,-9 1 466,0 0 0,0 1 1,0 2-1,-25 0 0,40 1-338,-6 0-167,-5 0-1092,6 1-2894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4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28 5090,'-1'-5'9059,"-5"-15"-6891,6 20-2151,0 0 0,0 1 0,0-1-1,0 0 1,0 0 0,0 0 0,0 0 0,0 0 0,0 0 0,0 0 0,-1 0 0,1 0 0,0 0 0,0 0-1,0 0 1,0 0 0,0 0 0,0 0 0,0 0 0,0 0 0,-1 0 0,1 0 0,0 0 0,0 0-1,0 0 1,0 0 0,0 0 0,0 0 0,0 0 0,0 0 0,0 0 0,-1 0 0,1 0 0,0 0 0,0 0-1,0 0 1,0 0 0,0 0 0,0-1 0,0 1 0,0 0 0,0 0 0,0 0 0,0 0 0,0 0 0,0 0-1,0 0 1,0 0 0,0 0 0,-1 0 0,1-1 0,0 1 0,0 0 0,0 0 0,0 0 0,0 0 0,0 0-1,0 0 1,0 0 0,0 0 0,0-1 0,1 1 0,-1 0 0,0 0 0,0 0 0,0 0 0,0 0 0,0 0-1,-4 10 216,4 559 2150,0-558-2352,1-1 0,-1 0-1,2 0 1,-1 1 0,1-1 0,6 17-1,-2-18 26,-3-16-211,-1-25-1644,-2 23 174,3-15-3851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50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3426,'0'0'10098,"0"0"-9976,-1 0 0,1 0 1,0 0-1,-1 0 1,1 0-1,0 1 0,-1-1 1,1 0-1,0 0 1,-2 1 489,2 0-490,0-1 1,0 0-1,-1 1 0,1-1 1,0 0-1,0 0 1,0 1-1,-1-1 0,1 1 1,0-1-1,7 343 2472,-4-265-2200,-2 191 420,-1-269-707,0-14-1105,-1-38-4479,-2 24-739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51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3922,'0'0'7409,"7"-9"-4024,-5 9-3322,-1 1 0,0 0 0,0 0 0,0-1 0,0 1-1,0 0 1,0 0 0,0 0 0,0 0 0,0 0 0,-1 0 0,1 0 0,0 0 0,0 1 0,-1-1-1,1 0 1,0 2 0,10 25 227,-6-4-109,-1 0 1,-1 0-1,1 48 1,-2-19 28,5 96 394,10 124 1202,-16-267-1715,2 16 133,-3-21-209,0-1-1,0 1 0,1 0 1,-1-1-1,0 1 0,0-1 1,1 1-1,-1-1 0,0 1 0,1-1 1,-1 1-1,0-1 0,1 1 1,-1-1-1,1 1 0,-1-1 1,1 0-1,-1 1 0,1-1 1,-1 0-1,1 1 0,-1-1 1,1 0-1,0 0 0,-1 0 1,1 1-1,-1-1 0,2 0 1,-1 0 73,-1-18-5952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5:52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 5923,'0'0'6525,"0"-3"-5463,-1-8-35,-1 18-1,-2 28-523,-1 250 946,6-103-1036,-6-80-152,0-5-949,5-31-6648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2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6147,'0'0'7318,"0"3"-7299,-1 90 120,0 38 1833,21 174 1,-20-298-1847,1 0 0,1 0 0,-1 0 0,1 0 0,0-1 0,0 1 0,1 0-1,0-1 1,4 7 0,-4 0 426,-3-12-552,0-1-1,0 1 0,0-1 1,0 1-1,0-1 1,0 1-1,0-1 0,0 1 1,0-1-1,0 1 0,0-1 1,0 1-1,0-1 1,0 1-1,1-1 0,-1 1 1,0-1-1,0 1 0,1-1 1,-1 1-1,0-1 1,1 1-1,-1-1 0,0 0 1,1 1-1,-1-1 1,0 0-1,1 1 0,-1-1 1,1 0-1,-1 1 0,1-1 1,0 0-1,-1-8-2835,0-31-2369,0 14 675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3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4370,'0'0'5515,"0"-14"-4990,0-42-143,1 54-335,-1 1 1,0-1 0,0 1-1,0-1 1,1 1 0,-1 0-1,1-1 1,-1 1 0,1 0-1,0-1 1,-1 1 0,1 0-1,0-1 1,0 1 0,0 0-1,0 0 1,0 0 0,0 0-1,0 0 1,0 0 0,1 0-1,-1 1 1,0-1 0,0 0-1,1 1 1,-1-1 0,0 1-1,1-1 1,-1 1 0,1-1-1,-1 1 1,1 0 0,-1 0-1,1 0 1,-1 0 0,0 0-1,1 0 1,1 0 0,2 0 70,6-1-37,0 1 1,0-1 0,0 2-1,0 0 1,13 2 0,-18-1-79,-1 0-1,1 0 1,0 0 0,0 1-1,-1-1 1,0 2 0,1-1 0,-1 0-1,0 1 1,7 7 0,-5-4 67,0 1 0,0 0 1,0 0-1,-1 1 0,0 0 0,-1 0 1,0 0-1,0 0 0,-1 1 0,0 0 1,-1 0-1,0 0 0,-1 0 0,0 1 1,0-1-1,-1 0 0,-1 21 0,2 17 294,-2 38-44,0-77-309,-1-1 0,-1 1-1,1 0 1,-1-1 0,-1 0 0,0 1 0,-5 10 0,-49 82 219,29-55-122,3 1-1,-27 69 1,40-86-80,6-18-12,2 1-1,-6 20 0,10-27 4,0-5 125,0-18-128,0 14-162,0-1 1,0 0-1,0 1 0,1-1 0,0 0 1,2-6-1,9-10-4562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4 111 5619,'0'0'3876,"0"-6"-3446,-3-35 2843,3 12-1632,0 28-1640,0-1 1,1 1-1,-1-1 1,1 1-1,-1-1 1,1 1-1,0 0 1,-1-1-1,1 1 1,0 0-1,0 0 1,0-1-1,0 1 1,0 0-1,0 0 1,1 0-1,-1 0 1,0 0-1,0 0 1,1 1-1,-1-1 1,0 0-1,1 1 1,-1-1-1,1 1 1,-1-1-1,1 1 1,-1 0-1,1-1 1,2 1-1,8-2 40,0 1-1,21 0 1,-27 1-6,-3 0-13,0 0 0,0 0 0,0 0 0,-1 0 0,1 1 0,0-1 1,0 1-1,0 0 0,-1 0 0,1 0 0,0 0 0,-1 0 1,1 0-1,3 3 0,-4-1 19,0-1 1,0 0-1,0 1 0,-1 0 1,1-1-1,-1 1 0,1 0 1,-1 0-1,0 0 0,0 0 1,-1 0-1,1 0 0,-1 0 1,1 4-1,1 14 185,0 0 0,-1 0 1,-2 0-1,-4 38 0,2-49-209,0-1 1,0 0-1,-1 0 0,0 0 0,-1-1 1,0 1-1,0-1 0,-1 0 0,0-1 1,0 1-1,-1-1 0,-13 11 0,19-18-233,5 0-918,41-1-1136,-17 0 2357,0 1 0,31 4 0,-56-3-27,0-1 0,0 1 0,0 1-1,0-1 1,0 0 0,0 0 0,-1 1-1,1 0 1,0-1 0,-1 1 0,0 0-1,1 0 1,-1 1 0,0-1 0,0 0 0,0 1-1,0-1 1,-1 1 0,1 0 0,-1-1-1,0 1 1,1 0 0,-1 0 0,0 0-1,0 5 1,0-4-22,0-1 0,-1 0 0,1 1 0,-1-1-1,0 1 1,0-1 0,0 1 0,-1-1 0,1 1 0,-1-1 0,0 0-1,0 1 1,0-1 0,0 0 0,0 0 0,-1 1 0,0-1 0,0 0 0,1-1-1,-2 1 1,1 0 0,0 0 0,-4 3 0,-6 2-92,-1 0 0,1 0 0,-1-1 0,-1-1 0,1 0 0,-1-1 0,0-1 0,0 0 1,0 0-1,-1-2 0,1 0 0,-1 0 0,-16-1 0,28-1-313,0 0 0,1 0 0,-1 0 0,1-1 0,-1 1 0,1-1 0,-1 1 0,-4-3 0,4 1-393,0 0 0,0 0 0,1 0 0,-1-1 0,1 1 0,-4-6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4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5891,'0'0'3287,"0"1"-3063,1 27 542,2-1 1,2 0-1,12 46 1,-2-13 168,11 83 1292,8 158-1,-26-240-1936,-4-37-874,1 36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5186,'0'0'422,"30"-3"-299,97-12 119,-120 14-157,-1 0 0,0 1 1,1 0-1,-1 0 0,1 0 0,-1 1 0,0 0 0,1 0 0,-1 1 0,0 0 0,12 4 0,-13-2 160,0-1 0,0 1 0,0 0 1,-1 1-1,1-1 0,-1 1 0,7 10 0,-4-7 148,0 2-12,1 1-1,-2 0 1,1 1-1,-2-1 1,1 1-1,-1 0 0,-1 1 1,0-1-1,3 21 1,-3 6 121,0 73 0,-4-105-482,0 10 55,-2 0 0,0-1-1,0 1 1,-1-1 0,-2 1-1,1-1 1,-2 0 0,0 0-1,-1-1 1,-12 22 0,-123 220 1915,141-252-1919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5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52 6003,'0'0'4098,"9"-8"-3912,28-25 257,-37 32-395,1 0 0,0 0 0,0 0 0,0 1 0,-1-1 0,1 0 0,0 1 0,0-1 0,0 1 0,0-1 0,0 1 0,0-1 0,0 1 0,0 0 0,1-1 0,-1 1 0,0 0 0,0 0 0,0 0 0,0 0 0,0 0 0,0 0 0,0 0 0,1 0 0,-1 0 0,0 1 0,0-1 0,0 0 0,0 1 0,0-1 0,0 1 0,0-1 0,0 1 0,0-1 0,0 1 0,0 0 0,-1 0 0,1-1 0,0 1 0,0 0 0,-1 0 0,1 0 0,0 1 0,1 2 141,0 0 0,0 0 0,-1 1 0,1-1 0,-1 0 0,0 0-1,0 9 1,0-3-6,0 0-1,-1 0 0,-1 1 0,-1 11 1,1-16-150,-1-1 1,1 0 0,-1 0 0,0 0-1,0-1 1,-1 1 0,1 0-1,-1-1 1,-6 7 0,-3 5 57,0-1-1,-2-1 1,0 0 0,-19 14-1,81-42-1877,-10-4-3335,-21 11-807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6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3410,'0'0'4161,"0"9"-3056,21 481 5455,2-284-5319,-22-194-1137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6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2113,'0'0'6862,"26"3"-6054,78 9 110,-99-11-818,-1 0 0,0 0 0,0 0 0,0 0-1,0 0 1,0 1 0,4 2 0,-7-3-52,0-1-1,0 1 1,0 0-1,0 0 1,0 0-1,-1 0 1,1 0-1,0 0 1,-1 0-1,1 0 1,0 0-1,0 2 1,3 4 221,2 5-20,0-1 1,-1 0-1,0 1 0,-1 0 1,0 0-1,-1 1 0,0-1 0,2 23 1,-3 7-12,-3 55 0,0-81-127,-1 1-46,0 0 0,-1 0 1,-1 0-1,-1 0 0,0 0 1,-12 23-1,-53 92 666,60-115-625,-74 127 537,80-139-581,-1 2-305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2481,'0'0'7065,"0"-6"-6196,0-19-23,0 19 1352,0 10-2051,11 139 1566,-1 6-1750,-10-122-1802,0-11-3168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0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2625,'0'0'6859,"-2"-2"-5957,-1-1-668,2 3 148,0-1 0,0 0 0,0 0 0,0 0 0,0 0 0,0-1 0,0 1 0,0 0 0,0 0 0,0 0 0,1-1 0,-2-2 640,11 4-814,110 0-177,-78 0-2905,-2 0-4154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38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1907 54 2289,'0'0'4965,"-4"-12"-99,-2 6-4783,4 4-59,-1-1 0,0 1-1,1 0 1,-1-1 0,0 1 0,0 1-1,-1-1 1,1 0 0,-7-2-1,-10 0 134,-1 0-1,0 2 1,0 0-1,-37 1 0,46 1-81,-329 0 931,194 7-521,-288-1 1297,299 7-1358,14-6-42,104-6-374,-219 19 184,177-9-162,47-8-17,0 0-1,0-1 1,-17 1-1,23-2-9,0 0-1,0 0 1,0 1-1,0 0 1,1 0-1,-1 1 1,1 0-1,-1 0 1,1 1-1,-7 5 1,-5 1 6,15-8 1,0 0-1,0 0 0,1 0 0,-1 1 0,1-1 0,-1 1 0,1 0 0,0-1 0,0 1 1,0 0-1,0 0 0,1 1 0,-1-1 0,1 0 0,0 0 0,0 1 0,0-1 0,0 1 1,0-1-1,1 1 0,0-1 0,-1 1 0,2 4 0,-4 63 237,1-47-33,1 0 1,4 45-1,-1-62-188,0 0 0,0 0 1,0 0-1,1 0 0,7 11 0,3 10-5,2 10 37,-3 0 0,11 52-1,-19-62-52,-1 1-1,-2 0 0,-2 32 0,0-27 41,5 47 1,0-56-10,12 40 1,-5-25-11,-10-35-35,1 0 0,0 0 0,0 1 0,1-2 0,0 1 0,-1 0 0,2 0 0,-1-1 0,0 0 0,1 0 0,7 7 0,4 1 29,0-1 0,19 11 1,-6-4 23,-19-13-37,1 0 0,-1 0 0,1-1 0,0 0 0,0-1 0,0 0 0,0-1 0,14 2 0,9-1-15,43 0-1,250-3 90,-177-13-147,3 1 51,590 12-64,-740 0 79,0 0 0,-1-1 0,1 1 0,0 0 0,0-1-1,0 1 1,-1-1 0,1 1 0,0-1 0,0 0 0,-1 0 0,1 0 0,-1 0 0,1 0-1,-1 0 1,1 0 0,-1 0 0,0 0 0,1-1 0,-1 1 0,0-1 0,0 1-1,1-3 1,2-4-13,-1 1 0,0-1 0,0 0 0,1-10 0,7-17 4,-4 19 3,-1-1-1,-1 0 0,-1 0 0,5-28 0,-2-70-617,-3 34 558,5-19 116,6-132-476,-11-139 2078,-5 376-1809,0-1 1,0 0-1,-1 1 1,1-1-1,-1 0 0,0 0 1,0 0-1,-1 0 1,1-1-1,-1 1 1,1-1-1,-7 6 0,-2 5-1264,-20 31-5160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2273,'0'0'7161,"0"-12"-6681,0-37 230,0 37 1733,0 19-2349,10 302 2061,12 78 54,-22-376-2137,-1-8-49,1 0 0,-1 0-1,1 0 1,0 0 0,0 0 0,1 0 0,-1 0-1,1 0 1,-1 0 0,1 0 0,0 0-1,0 0 1,0-1 0,2 4 0,-3-5-38,1-1-1,-1 0 1,0 0-1,0 0 1,0 1 0,0-1-1,0 0 1,0 0 0,0 0-1,1 1 1,-1-1 0,0 0-1,0 0 1,0 0-1,0 0 1,1 0 0,-1 0-1,0 1 1,0-1 0,0 0-1,1 0 1,-1 0 0,0 0-1,0 0 1,1 0-1,-1 0 1,0 0 0,0 0-1,0 0 1,1 0 0,-1 0-1,0 0 1,0 0 0,0 0-1,1 0 1,-1 0 0,0 0-1,0 0 1,1-1-1,-1 1 1,0 0 0,0 0-1,0 0 1,0 0 0,1 0-1,-1 0 1,0-1 0,0 1-1,0 0 1,0 0-1,0 0 1,1 0 0,-1-1-1,0 1 1,0 0 0,0 0-1,0 0 1,0-1 0,0 1-1,0 0 1,0-1-1,0-31-4764,0 11 97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2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5635,'0'0'4764,"14"-13"-4339,51-42 60,-60 52-441,1-1 1,-1 1-1,1 0 0,0 0 0,0 0 1,0 1-1,1 0 0,-1 0 0,0 1 0,1 0 1,-1 0-1,1 0 0,0 1 0,9 0 1,5 0 204,-8-1-46,0 1 1,-1 0 0,16 3 0,-24-2-123,0 0 0,0 0 0,0 0-1,0 1 1,0-1 0,0 1 0,0 0 0,-1 0 0,1 0 0,-1 1 0,1 0-1,-1-1 1,4 5 0,6 8 137,-1 1 0,0 0 0,-1 1 0,-1 0-1,0 1 1,-2 0 0,0 0 0,10 36 0,-10-21-64,-1 1-1,-2 0 1,-1 0 0,-1 46-1,-3-42-89,1 0-8,-8 72-1,4-97-44,1 0 1,-1-1-1,-1 1 0,-1-1 1,0 0-1,0 0 0,-1 0 1,0-1-1,-12 16 1,6-11 12,-1-1 0,0 0 0,-1-1 0,-1-1 0,-31 23 0,36-30-28,0 0 0,0-1 0,-1 0 0,0 0 0,0-1 0,0-1 0,0 0 0,0 0 0,-1-1 0,0-1 0,-15 1 0,17-2 27,8 0-38,-1 0 0,1 0-1,0 0 1,0 0 0,-1 0 0,1 0-1,0-1 1,0 1 0,-1-1 0,-2-1-1,4 1-32,0 0 0,0 0 0,1 0 0,-1 0 0,0 0 0,1 0-1,-1 0 1,0-1 0,1 1 0,-1 0 0,1 0 0,0-1 0,-1 1-1,1 0 1,0-1 0,0 1 0,0 0 0,0-1 0,0 1 0,1-3-1,-1-1-177,-1 5 74,1-1 1,0 0 0,0 0 0,0 0 0,-1 1 0,1-1 0,0 0-1,0 0 1,0 0 0,1 0 0,-1 1 0,0-1 0,0 0-1,0 0 1,1 0 0,-1 1 0,0-1 0,1 0 0,-1 0-1,0 1 1,1-1 0,-1 0 0,1 1 0,0-1 0,-1 0 0,1 1-1,-1-1 1,1 1 0,0-1 0,-1 1 0,1-1 0,0 1-1,0 0 1,-1-1 0,1 1 0,0 0 0,1-1 0,15 0-5972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3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79 5346,'0'0'4792,"-1"-2"-4424,-15-21 2802,15 21-3098,1 1 1,-1-1 0,1 0 0,-1 0 0,1 0-1,0 0 1,0 1 0,0-1 0,0 0 0,0 0 0,0 0-1,1 0 1,-1 0 0,1 0 0,-1 1 0,1-1-1,0 0 1,-1 0 0,1 1 0,0-1 0,0 1-1,0-1 1,2-1 0,4 1-53,-1 0-1,1 0 1,0 1 0,0 0-1,0 0 1,0 1 0,0 0-1,0 0 1,11 2 0,-15-2 22,0 0 1,0 1-1,0 0 1,0 0-1,0-1 1,0 2-1,-1-1 1,1 0-1,0 0 1,-1 1-1,1 0 1,-1-1-1,1 1 1,-1 0-1,0 0 1,0 0-1,0 1 1,0-1-1,0 0 1,0 1-1,-1-1 1,1 1-1,-1 0 1,2 4-1,-1 1 27,0 0-1,-1 1 0,1-1 0,-2 0 0,1 1 1,-1-1-1,-1 0 0,0 1 0,0-1 1,0 0-1,-1 1 0,0-1 0,-1 0 0,0 0 1,0-1-1,-1 1 0,1-1 0,-2 1 1,1-1-1,-9 9 0,-2 3-1,8-11-27,0 0 1,0 0-1,0-1 1,-11 8-1,14-13-152,46-3-1879,-15 0 1744,33 3 0,-52-1 291,0 0 0,0 0 0,-1 1 0,1 0 0,0 1 0,-1-1 0,0 2 0,12 5 0,-10-3 59,-1 0 0,1 0 0,-1 1 0,-1 0-1,10 10 1,-14-13-39,0 0-1,0 0 1,-1 0-1,0 0 0,0 0 1,0 0-1,0 1 1,0-1-1,-1 1 1,0-1-1,0 1 1,0 0-1,-1-1 1,1 6-1,-1-5-45,0-1-1,0 1 1,0-1-1,0 1 1,-1-1-1,1 1 1,-1-1-1,0 1 1,-1-1-1,1 0 1,-1 1-1,0-1 1,0 0-1,0 0 1,0 0-1,-1 0 1,0-1-1,0 1 1,0-1-1,0 0 1,0 1-1,-1-1 1,1-1-1,-6 5 1,-5 2-178,0-1 0,-1 0 0,0-1 0,0-1 0,0 0 0,-1-1 0,0-1 0,0 0 1,0-1-1,0-1 0,0 0 0,-1-2 0,1 0 0,-27-3 0,36 3-452,1-2 1,0 1-1,-1-1 0,1 0 0,-11-5 0,-29-24-5921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8548,'0'0'10277,"182"41"-9557,-99-38-528,1-3-96,-4 0-96,-14 0-16,-13 0-512,-15 0-3058,-14 0-4065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7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9941,'0'0'4306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49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4626,'0'-5'9711,"10"457"-8910,-9-213 572,-2-158-1703,1-120-3205,0 17-851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5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79 6915,'0'0'5813,"-2"-2"-5375,2 0-390,-1 1 0,0 0-1,1-1 1,-1 1 0,1 0 0,0-1 0,-1 1-1,1 0 1,0-1 0,0 1 0,0-1 0,0 1-1,0 0 1,0-1 0,0 1 0,1-1 0,-1 1-1,0 0 1,1-1 0,-1 1 0,1 0 0,-1 0-1,1-1 1,0 1 0,1-2 0,1 0 34,0 0 0,1 0 0,0 1 0,-1-1 0,1 1 0,0 0 0,8-4 1,1 2 7,-1 1 1,1 0-1,0 1 1,0 0 0,1 1-1,-1 0 1,0 1-1,19 3 1,9-2 286,-33 0-336,0 0 0,0 0 0,-1 1-1,1 0 1,0 0 0,-1 1 0,0 0 0,1 0-1,-1 1 1,0 0 0,9 7 0,-1 0 147,0 1-1,-1 1 1,21 23 0,-29-29-142,-1 1 1,0 0-1,-1 0 1,0 0-1,0 0 1,0 1-1,-1-1 1,0 1-1,-1 0 1,2 18 0,0 6 92,-2 55 0,-3-61-76,1-16-39,1 9 88,-5 31 0,3-44-101,0 0 0,-1-1 0,0 1 0,0-1 0,-1 1 0,0-1 0,0 0 0,-5 7 0,2-2 27,0-1-1,-1-1 1,-1 1 0,0-1-1,0 0 1,-1-1-1,0 0 1,0-1-1,-1 0 1,0 0 0,-19 9-1,13-8 75,-1-2 1,0 0-1,0-1 0,0 0 1,-26 2-1,-1-3-2364,-49-1-1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5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67 3185,'0'0'4699,"0"-7"-4347,0-33 352,0 21 4632,1 197-2598,-3 207-3409,-1-317-3474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57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48 5234,'0'0'8359,"-4"0"-7756,2 0-301,-10-2 2832,25-5-3080,0 2-1,0 0 1,1 0 0,-1 1 0,26-3-1,-3 3 62,43 2 0,209 2-3460,-315-6-6900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6:57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5106,'0'0'6323,"14"12"-5714,0 20 111,-7 15-48,-4 9-64,-3 13-159,0 10-353,0-4 16,0-6-112,0-12-256,0-20-2594,0-8-3537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6659,'-7'4'7347,"7"-3"-7232,-2 205 758,4 217 2456,-2-420-3301,0 16 195,1 0 0,1-1 1,0 1-1,6 17 1,-7-33-160,1-1 45,-1-2-61,-1-6-834,0-1 0,0 1 0,0-1-1,-1 1 1,0-1 0,-1 1 0,1 0 0,-4-10 0,-6-11-3712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3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3954,'0'0'4722,"7"-12"-4421,25-36-100,-30 44-159,1 1 0,0 0 1,0 0-1,1 1 0,-1-1 1,0 1-1,1-1 1,0 1-1,-1 0 0,1 0 1,0 1-1,0-1 0,0 1 1,8-2-1,0 2 104,0 0 0,0 0-1,18 2 1,-8-1 47,-14 0-27,-1 0 0,1 1 0,0-1-1,0 1 1,-1 1 0,1 0 0,-1 0 0,1 0 0,-1 1 0,0 0 0,0 0 0,0 1 0,0 0 0,-1 0-1,10 8 1,-2-1 135,0 0 0,0 1 0,21 26 0,-29-30-230,0 1 0,-1-1 0,1 1 0,-2 0 1,0 1-1,0-1 0,0 1 0,3 15 0,-2 10 124,-1 0 0,-2 0 0,-2 46-1,-1-30 129,1-39-294,0 0 1,0 1 0,-2-1 0,1 0-1,-2 0 1,1 0 0,-2-1 0,1 1-1,-2-1 1,1 0 0,-2 0-1,1 0 1,-9 10 0,12-18-31,-149 202 170,146-199-166,-2-1 1,1 0-1,-1 0 0,1-1 0,-1 0 1,-1 0-1,1 0 0,0-1 0,-16 5 0,-16 7 77,35-13-196,0 0 1,0 0-1,0-1 0,0 0 0,-1 0 1,1 0-1,-6 0 0,12-17-2666,7-3-516,5-2-2211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4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2849,'0'0'5147,"3"-21"246,2 14-5821,6 4 496,1 1 0,-1 0 0,1 0 0,0 1 0,-1 1 1,1 0-1,0 1 0,16 2 0,-25-2 0,1 0 0,-1 0 1,0 0-1,0 0 0,0 1 0,0 0 0,0-1 0,0 1 0,0 0 0,0 0 0,-1 0 0,1 1 1,-1-1-1,1 1 0,-1-1 0,0 1 0,0 0 0,0 0 0,-1 0 0,1 0 0,-1 0 0,1 0 1,-1 0-1,1 6 0,2 4 165,-2 0 1,1 0 0,-2 1-1,1 25 1,-2-30-196,0-1-1,-1 0 1,0-1 0,-1 1 0,1 0 0,-2 0 0,1 0-1,-1-1 1,0 0 0,0 1 0,-1-1 0,0 0-1,0-1 1,-1 1 0,0-1 0,0 0 0,-1 0 0,1 0-1,-1-1 1,0 0 0,-1 0 0,-7 5 0,14-10-68,0 0-1,-1 0 1,1 1 0,0-1 0,0 0 0,-1 0 0,1 1 0,0-1 0,-1 0 0,1 0 0,0 0 0,-1 0 0,1 1-1,0-1 1,-1 0 0,1 0 0,0 0 0,-1 0 0,1 0 0,0 0 0,-1 0 0,1 0 0,-1 0 0,1 0 0,0 0-1,-1 0 1,1 0 0,0 0 0,-1 0 0,1-1 0,0 1 0,-1 0 0,1 0 0,0 0 0,-1 0 0,1-1 0,0 1-1,0 0 1,-1 0 0,1-1 0,0 1 0,0 0 0,-1-1 0,1 1 0,0 0 0,0 0 0,0-1 0,-1 1 0,1 0-1,0-1 1,0 1 0,0-1 0,0 1 0,0 0 0,0-1 0,0 1 0,0 0 0,0-1 0,0 1 0,0 0 0,0-1-1,0 1 1,0-1 0,1-1-216,-1 0 0,1 0 0,-1 0-1,1 0 1,0 0 0,-1 0-1,1 0 1,0 0 0,0 0 0,2-2-1,0 1 127,1 1-1,-1-1 0,1 1 0,-1 0 0,1 0 0,-1 0 0,1 1 1,0-1-1,0 1 0,0 0 0,0 0 0,0 0 0,0 0 0,6 1 1,-7-1 166,1 1 0,-1 0 0,1 0 0,-1 0 0,1 0 0,-1 1 0,0 0 1,1-1-1,-1 1 0,0 1 0,1-1 0,-1 0 0,0 1 0,0-1 1,0 1-1,0 0 0,0 0 0,2 3 0,-2-1 79,1 1 0,-1 0 0,0-1-1,0 2 1,-1-1 0,1 0 0,-1 0 0,-1 1 0,1-1-1,-1 1 1,2 11 0,-1 4 495,-3 40 1,1-60-615,0 6 52,-2 1 0,1-1-1,-1 1 1,0-1-1,0 0 1,-1 0 0,0 0-1,0 0 1,-1 0-1,0-1 1,0 1 0,-10 10-1,6-7 6,-1-1 0,-1 0 0,1 0 0,-2-1 0,1 0 0,-20 10 0,26-16-96,0 0 0,1 0 0,-1-1 0,0 0 0,0 1 0,-1-1 0,1-1 0,0 1-1,0-1 1,0 1 0,0-1 0,-1 0 0,1-1 0,-5 0 0,9 1-46,-1-1-1,1 1 1,-1-1-1,1 1 1,-1-1 0,1 1-1,-1-1 1,1 1 0,0-1-1,-1 1 1,1-1 0,0 1-1,-1-1 1,1 0-1,0 1 1,0-1 0,0 0-1,-1 1 1,1-1 0,0 0-1,0 1 1,0-1-1,0-1 1,-1-41-4043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6035,'0'0'3465,"5"-8"-2912,2 1-254,3-7-36,-1-1 3657,-7 21-3865,0 0 1,0 1 0,-1-1-1,0 1 1,0-1 0,0 1-1,-1 10 1,0-2 56,14 419 3389,-14-409-3267,2-1 0,0 1 1,2-1-1,1 0 0,1 0 1,10 28-1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3105,'0'0'6179,"9"-13"-5840,28-43-163,-35 54-134,0 0 0,0-1 1,1 1-1,-1 0 0,0 0 0,1 0 0,-1 1 0,1-1 0,-1 0 0,1 1 1,0 0-1,0 0 0,0-1 0,0 2 0,-1-1 0,1 0 0,1 1 0,-1-1 0,0 1 1,0 0-1,5 0 0,8-1 274,3-2 207,-1 1-1,1 1 1,30 2-1,-42 0-429,-1 0-1,0 0 0,0 0 0,0 1 1,0 0-1,0 0 0,0 0 0,-1 1 1,1 0-1,-1 0 0,1 1 0,-1-1 0,0 1 1,7 7-1,2 5 84,0 0 1,-1 1-1,0 0 1,16 31-1,-24-37-75,0 1 1,0 0-1,-1 1 0,0-1 0,-1 0 0,-1 1 0,0 0 1,0 24-1,-1 0 226,-1-7-36,-3 41 1,2-62-267,-1 1 1,0-1-1,-1 0 1,1 0-1,-2 0 1,1 0-1,-1 0 1,-8 11-1,-88 112 413,60-82-337,25-31-107,-1-2 0,-1 1 0,0-2 0,-23 17 1,39-33 9,1 1 1,0-1-1,-1 1 1,1-1-1,0 0 1,-1 0-1,1 1 1,-1-1-1,1 0 1,-1 1-1,1-1 1,0 0-1,-1 0 1,1 0-1,-1 0 1,1 0-1,-1 1 1,1-1-1,-1 0 1,1 0-1,-1 0 1,1 0-1,-1 0 1,1 0-1,-1-1 1,1 1 0,-1 0-1,1 0 1,-1 0-1,1 0 1,-1-1-1,1 1 1,-1 0-1,1 0 1,0-1-1,-1 1 1,1 0-1,-1-1 1,1 1-1,0 0 1,-1-1-1,1 1 1,0 0-1,0-1 1,-1 1-1,1-1 1,0 1-1,0-1 1,0 1-1,-1-1 1,1 1-1,0-1 1,0 1-1,0-1 1,0 1 0,0-1-1,0 1 1,0-2-1,0-40-2648,1 25-47,-1-1-1874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6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4 4770,'0'0'7638,"22"0"-5266,-7-2-2111,0 1-1,24 1 1,-13 0 315,-25 1-550,0-1-1,1 0 1,-1 1 0,0-1 0,1 1-1,-1 0 1,0-1 0,0 1-1,0 0 1,1 0 0,-1 0-1,0 0 1,0 0 0,0 0 0,0 0-1,-1 0 1,1 0 0,0 0-1,0 1 1,-1-1 0,1 0-1,-1 1 1,1-1 0,-1 0 0,1 1-1,-1-1 1,0 0 0,0 1-1,0 1 1,2 7 94,0 0 0,-1 20 0,-2-23-94,1 0 0,-1 0 0,-1 0 0,1 0 0,-1 0 0,-1 0 0,1-1 0,-1 1 0,0-1 0,-1 1 0,-6 9 0,-6 6 49,-35 34 0,28-32-3,-1 2-19,13-16-28,1 1-1,0 0 1,0 1-1,2 0 0,-9 15 1,15-23 53,1 0 1,-1 0 0,1 1-1,0-1 1,1 0-1,-1 1 1,1-1-1,0 7 1,0-11-64,0 0 0,0 1-1,0-1 1,0 1 0,1-1 0,-1 0 0,0 1 0,0-1-1,0 1 1,0-1 0,1 0 0,-1 1 0,0-1 0,0 0-1,1 1 1,-1-1 0,0 0 0,1 1 0,-1-1 0,0 0-1,1 0 1,-1 0 0,0 1 0,1-1 0,-1 0 0,0 0-1,1 0 1,-1 0 0,1 1 0,0-1 0,15 1 86,-11-1-24,148 1 490,-82-1-2188,-70 0 1467,0 0 0,0 0 0,0 0 0,0 0 0,0 0 0,0 0 0,0 1 0,0-1 0,0 0 0,0 1 1,0-1-1,0 1 0,0-1 0,0 1 0,0-1 0,-1 1 0,1 0 0,0-1 0,0 1 0,-1 0 0,1 0 0,0 0 0,-1-1 1,1 1-1,-1 0 0,1 0 0,-1 0 0,0 0 0,1 0 0,-1 0 0,0 0 0,1 0 0,-1 0 0,0 0 0,0 0 0,0 0 1,0 2-1,1 2-630,5 23-5483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10 5394,'0'0'7233,"-3"-1"-6451,-6-2 242,20 3 260,27 3-521,7 5-517,1 1-92,1-2-1,62 1 1,-56-7-241,59-2 72,-95 0-599,1-1 1,-1 0-1,0-2 1,20-5-1,5-6-4340,-15 7-3789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8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7 6323,'0'0'4386,"-6"-1"-3748,-26-4 26,32 21-88,21 574 4370,-11-525-4783,-6-46-224,-1 0-1,1 23 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8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5891,'0'0'2361,"34"-5"-1227,106-18-441,-130 21-590,0 1-1,1 0 1,-1 0 0,0 1-1,1 1 1,-1 0-1,16 3 1,-19-1 37,1 0-1,-1 1 1,1-1 0,-1 1 0,0 1-1,7 5 1,2 1 161,-3-3-157,0 1 0,0 1 0,-1 0 1,-1 1-1,0 1 0,0-1 0,-1 2 0,0-1 1,-1 1-1,-1 1 0,0-1 0,0 2 0,-2-1 1,0 1-1,0 0 0,-2 0 0,0 0 0,0 1 1,-2-1-1,2 18 0,-2-2 38,-2 1 1,-4 38-1,2-56-123,-1 0 1,0 0-1,0-1 0,-1 0 1,-1 1-1,-1-1 0,-8 15 1,-10 11-15,-2-1 0,-2-1 1,-1-1-1,-2-2 1,-1-1-1,-2-2 0,-1-1 1,-57 38-1,88-66-193,1 1 1,-1-1-1,0 0 1,1 0-1,-1 0 1,0-1-1,0 1 1,0-1-1,-6 1 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8740,'0'0'4290,"6"-17"-4223,20-51-27,-20 56 822,-3 16-599,-2 23-248,-1-21 136,7 327 2901,-7-327-3034,0 6-10,1 0 0,0 0 0,0 0 0,1-1 0,0 1 1,5 12-1,-2-17-227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7:0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10229,'0'0'6531,"195"44"-6243,-115-32-256,4-2-32,0-10-112,-8 0-2577,-13 0-4771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16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270 1 4082,'0'0'14793,"-18"0"-14555,-110 0-265,124 2 22,0 0-1,1 0 1,-1 0-1,1 1 1,-1-1 0,-3 5-1,1-2 7,0 0-4,0 1-1,1 0 1,-1 0 0,1 1 0,0-1 0,1 1 0,-8 14-1,5-6-12,1 0 0,0 1-1,-3 16 1,5-13-17,1 1 0,0 0 0,2 0 0,0 0 0,3 28 1,-1-43 33,1 1 0,-1 0 1,1-1-1,0 1 1,0-1-1,1 1 1,0-1-1,0 0 0,0 0 1,1 0-1,5 6 1,8 7 134,25 22 0,-38-36-89,1 0 0,0 0 0,0 0 0,1-1 0,-1 1 0,1-1 0,0-1 0,0 1 0,0-1 0,0 0 0,1 0 0,-1-1 0,0 0 0,1 0 0,-1 0 0,13-1 0,10 0 206,-16 0-5516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17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20 2161,'-14'-13'13697,"101"7"-13113,-32 6-573,-53 3-13,1 1-1,-1-1 1,0 1 0,-1-1 0,4 8 0,-3-3 34,0-1 0,-1 1 0,1 0 0,-1-1 1,-1 12-1,0-16-20,0-1 0,0 1-1,0 0 1,-1 0 0,1 0 0,-1 0 0,0 0 0,0 0 0,0-1-1,0 1 1,0 0 0,-1-1 0,1 1 0,-1-1 0,0 1 0,-3 3-1,-5 3-4,0 0 0,-1-1 0,0 0 0,0 0 0,-1-2 0,-23 12-1,31-17-27,-7 4 25,11-5-7,-1 0 0,1 0-1,0 0 1,0 0-1,0 0 1,0 0-1,-1 1 1,1-1 0,0 0-1,0 0 1,0 0-1,-1 0 1,1 0-1,0 0 1,0 0 0,0 0-1,0 0 1,-1-1-1,1 1 1,0 0-1,0 0 1,0 0 0,-1 0-1,1 0 1,0 0-1,0 0 1,0 0-1,0 0 1,0 0 0,-1-1-1,1 1 1,0 0-1,0 0 1,0 0 0,0 0-1,0-1 1,0 1-1,0 0 1,-1 0-1,1 0 1,0 0 0,0-1-1,0 1 1,0 0-1,0 0 1,0 0-1,0-1 1,0 0-16,0-1-1,1 1 1,-1 0 0,0-1 0,0 1-1,1-1 1,-1 1 0,1 0 0,0-1-1,-1 1 1,1 0 0,0 0 0,0 0-1,-1-1 1,1 1 0,0 0 0,0 0-1,0 0 1,0 0 0,1 1-1,-1-1 1,0 0 0,0 0 0,1 1-1,-1-1 1,0 0 0,1 1 0,-1 0-1,0-1 1,1 1 0,-1 0 0,2-1-1,7 0 59,0 0-1,0 0 1,18 2-1,-12-1 14,-14 1-41,-1-1-1,1 1 1,0 0-1,-1 0 0,1 0 1,0-1-1,-1 2 0,1-1 1,-1 0-1,1 0 0,-1 0 1,0 1-1,1-1 1,-1 1-1,0-1 0,0 1 1,0-1-1,0 1 0,0 0 1,0 2-1,3 2 27,-1 1 0,0 0 0,3 15 0,-2 2 527,-2 0 0,-1 41 1,-1-47-310,0-15-235,0 0 1,0 0-1,-1 0 1,1 0-1,-1 0 1,0 0-1,0 0 1,0 0-1,0 0 1,0 0-1,-1-1 1,1 1-1,-1 0 1,0-1-1,0 1 1,0-1-1,0 0 1,0 0-1,0 0 1,-1 0-1,1 0 1,-1 0-1,1 0 1,-1-1-1,0 0 1,1 1 0,-1-1-1,-4 1 1,-5 2-30,0-2 1,0 1-1,0-1 1,-1-1-1,-20 0 1,29-1-23,0-1 0,0 1 1,0-1-1,0 0 1,0 0-1,0 0 0,0 0 1,0 0-1,1-1 0,-1 0 1,0 0-1,1 0 0,-1 0 1,1-1-1,-4-3 0,-2-3-747,0-1 0,1 0 0,-10-15-1,11 15-515,0-1-2484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18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4002,'0'0'6475,"-3"2"-5557,-9 2-82,17-2 719,28-3 1778,-15 1-2492,42 0-2124,-60 16-3554,0-1 427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19.0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3057,'-5'0'11371,"77"0"-10558,-25 0-3715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0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384 20 3554,'11'19'15786,"-12"-21"-15772,1 1 0,0 0 0,-1 0 0,1-1 0,-1 1 0,1 0 0,-1 0 0,1 0 0,-1 0 0,0 0 0,0 0 0,0 0 0,1 0 0,-1 0 1,0 0-1,0 0 0,0 1 0,0-1 0,0 0 0,-1 1 0,1-1 0,0 1 0,0-1 0,0 1 0,-3-1 0,-35-8-73,35 8 78,-4 0-21,0-1 1,0 1-1,0 1 1,0 0-1,0 0 1,0 0-1,1 1 1,-1 0-1,0 1 0,0 0 1,1 0-1,-1 1 1,1-1-1,-1 2 1,1-1-1,0 1 1,0 0-1,1 1 0,-1-1 1,1 1-1,0 0 1,1 1-1,-8 8 1,-2 5 5,0 0 0,2 1 0,0 0 1,2 1-1,0 1 0,1 0 0,1 0 1,1 1-1,-8 39 0,6-7 34,3 0-1,2 0 0,2 59 1,3-104 37,1 0 0,1 0 1,0 0-1,0-1 0,1 1 0,0-1 1,0 0-1,1 0 0,1 0 0,-1 0 1,2 0-1,-1-1 0,1 0 0,0 0 1,1-1-1,0 0 0,0 0 0,10 8 1,-4-5 52,0-1 1,1 0-1,0 0 1,1-1-1,-1-1 1,1-1-1,1 0 1,-1-1 0,1-1-1,23 4 1,0-4-25,0-2 0,66-6 0,-100 4-112,-1 0 0,0-1 1,0 1-1,0-1 0,-1 0 1,1-1-1,0 1 0,0-1 1,-1 1-1,8-5 0,-10 4-147,1 1 0,-1 0 0,1-1 0,-1 0 0,1 1 0,-1-1 0,0 0 0,0 1 0,0-1 0,0 0 0,0 0 0,0 0 0,0 0 0,-1 0 0,1 0 0,-1 0 0,1-1 0,-1 1 0,0 0 0,0-3 0,0-5-3322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0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46 8084,'0'0'5946,"-2"-5"-5247,2 4-637,-1 0-1,0-1 1,1 1-1,0 0 1,-1-1-1,1 1 1,0-1-1,0 1 1,0-1 0,0 1-1,0-1 1,0 1-1,0-1 1,0 1-1,1-2 1,0 1-13,0 1 1,0 0 0,0 0 0,0 0-1,0 0 1,0 0 0,0 1 0,0-1 0,0 0-1,0 0 1,1 1 0,-1-1 0,0 1-1,0-1 1,1 1 0,-1-1 0,1 1 0,-1 0-1,0 0 1,1 0 0,-1 0 0,2 0-1,-2 0-46,11-2 199,0 1 0,0 1-1,0 0 1,18 3 0,-28-2-166,0-1 0,1 0 0,-1 1 0,0 0 0,1 0 0,-1 0 0,0 0 0,0 0 0,0 0 0,0 0 0,0 1 0,0-1 1,0 1-1,0-1 0,-1 1 0,1 0 0,0 0 0,-1-1 0,0 1 0,1 0 0,-1 1 0,0-1 0,0 0 0,0 0 0,0 0 0,-1 1 0,1-1 0,0 4 0,1 3 62,-1 0-1,0 0 0,-1 0 1,1 0-1,-2 0 0,1-1 0,-2 1 1,1 0-1,-1 0 0,0-1 1,-1 1-1,0-1 0,0 1 1,-1-1-1,0 0 0,-5 8 0,-29 29-30,-1-1 0,-3-2 0,-60 48-1,94-85-62,7-4-4,-1 0 1,1 0-1,0 0 1,0 0 0,-1 0-1,1 1 1,0-1-1,0 0 1,0 0-1,0 1 1,0-1-1,-1 3 1,22-3-25,3-2 128,0-2 1,29-5-1,11-2 58,-47 8-120,2 0-21,0-1-1,33-8 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5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597 71 8836,'0'0'7267,"0"-6"-7064,0-16 27,0 21-204,0 0 0,-1-1 0,1 1 1,0 0-1,0 0 0,-1 0 0,1-1 1,-1 1-1,1 0 0,-1 0 1,0 0-1,1 0 0,-1 0 0,0 0 1,0 0-1,1 0 0,-1 0 0,0 0 1,0 1-1,0-1 0,0 0 0,0 1 1,0-1-1,0 0 0,-1 1 1,0-1-1,-34-8 236,31 8-228,-34-3 21,-1 1 0,-49 4-1,32 0-31,49-1-16,-1 1 0,0 1 0,1 0 0,-1 0 0,1 1 0,-1 0 0,1 0 0,0 1 1,0 0-1,1 0 0,-1 1 0,1 0 0,-9 8 0,2-1 27,0 0 1,2 2 0,-1-1 0,2 1-1,-16 25 1,12-13 72,2 0 0,1 0 1,0 2-1,2-1 0,2 1 0,0 1 0,2 0 1,1 0-1,1 0 0,0 32 0,4-46-2,2 122 851,0-121-821,0 0 0,1-1 0,1 1 0,0-1 0,1 0 0,11 22 0,-7-20 24,0-1-1,1 0 0,1-1 1,0 0-1,1-1 0,1 0 1,0-1-1,20 15 0,-21-19-85,0-1 0,1 0 0,-1-1 0,2-1 0,-1 0 0,0 0 0,1-2-1,0 0 1,0 0 0,1-1 0,14 1 0,-2-2 21,0 0-1,1-2 1,-1-1 0,53-10 0,-69 9-105,-1-1 0,1 0 1,-1-1-1,0 0 1,0 0-1,-1-1 0,1-1 1,-1 0-1,0 0 1,0 0-1,-1-1 0,0-1 1,0 1-1,-1-1 1,8-11-1,-12 14-272,0 1 1,0-1 0,-1 0-1,1 0 1,-1 0-1,-1 0 1,1 0 0,-1-1-1,0 1 1,0 0-1,0-1 1,-1 1 0,0-10-1,-1 5-2417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6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1873,'0'0'9967,"3"1"-8956,-1 0-926,-1 0-1,0 0 1,1 0-1,-1 0 1,0 1 0,0-1-1,0 0 1,0 1-1,0-1 1,0 1-1,0-1 1,0 1-1,0-1 1,-1 1 0,1-1-1,-1 1 1,1 0-1,-1 0 1,0-1-1,1 1 1,-1 2-1,2 51 1018,-2-33-772,1 261 2777,-1-180-2463,0-189-7617,0 57 1095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6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2961,'0'0'13500,"-6"0"-12532,-7 0 2394,59 0-1807,239 9-394,-282-9-975,18 3-1062,-19 2-831,-13 3-194,-6 0-1042,-3-7-1766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7.2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 10165,'0'0'8187,"19"0"-7416,122 0 755,-106-2-1031,46-7-1,5-1-415,-65 6 294,-7 1-1955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8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25 119 6627,'0'0'1019,"0"-12"-968,0-45 680,0 7 4989,0 808-1710,0-745-3911,3 50 426,-2-58-437,0 1 1,0-1 0,0 0-1,1 0 1,0 0-1,0 0 1,0 0-1,1 0 1,4 6 0,-4-8-73,-7-3-1174,-17-6-1310,-6-13-2113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9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0 157 7652,'0'0'5407,"4"-17"-5015,15-56-61,-19 72-313,1-1 0,-1 0 0,1 0 0,0 1 0,-1-1 0,1 0 0,0 0 0,0 1 0,0-1 0,0 1 0,0-1 0,0 1 0,1 0 1,-1-1-1,0 1 0,1 0 0,-1 0 0,1 0 0,2-2 0,3-1 83,-2 0 7,1 1 0,-1-1 1,1 1-1,0 0 0,0 1 1,1-1-1,-1 1 0,0 1 0,1-1 1,7 0-1,8 0 129,38 1-1,-31 1-166,-17 1-55,0 0 0,0 1 0,0 0 0,0 1 0,-1 1 0,1-1 0,17 10 0,-11-4 29,0 0 0,-1 2 0,30 23 0,-16-9-36,-13-11 103,0 0-1,-1 1 1,-1 0-1,-1 2 1,0 0-1,15 23 1,-13-12 80,-10-19-78,-1 0 1,0 1 0,-1-1 0,0 1 0,-1 0-1,0 1 1,0-1 0,-1 1 0,2 16-1,-3-6 92,-1 1 0,-2-1-1,-2 24 1,2-38-179,-1 0 1,0 0-1,0 0 1,-1 0-1,1 0 1,-1-1-1,-1 1 1,1-1 0,-1 0-1,0 0 1,-1 0-1,-8 9 1,-14 11 8,-2 0 0,0-2 0,-1-1 0,-45 24 0,55-35-36,-1-2-1,0-1 1,-1 0 0,0-2-1,0 0 1,-1-2-1,0 0 1,-30 1-1,-94-4-315,86-3-161,59 1-106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9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8260,'0'0'8484,"21"176"-7572,-21-98-128,0-2-367,0-13-385,0-16-32,0-25-1809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1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7652,'0'0'8873,"-6"1"-6771,63 13-496,111 14 0,-114-27-1380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21.4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4722,'0'0'15879,"101"-7"-15526,-48 7 127,-1 0 112,-7 0-256,-3 0-160,-7 0-112,-11 0-64,-3 0-160,-3 0-864,-8 0-1617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0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15 226 7475,'0'0'3068,"0"-9"-2518,0-7-426,0-13 888,0 0 1,-7-42 0,4 59-973,1-1 1,1 0 0,0-20-1,1 32-50,0 3-4,-1 98 89,20 542 3719,-18-623-3729,0-5 48,0 0 0,0 0 0,1 0 0,1-1 1,1 1-1,0-1 0,0 1 0,8 13 0,-12-26-93,1 0 0,-1 0 0,1-1 1,-1 1-1,1 0 0,0 0 0,-1-1 0,1 1 1,0-1-1,-1 1 0,1 0 0,0-1 0,0 1 0,-1-1 1,3 1-1,-3-1-36,0 0 1,1 0 0,-1 0-1,0 0 1,1-1 0,-1 1-1,0 0 1,1 0 0,-1 0-1,0 0 1,1-1-1,-1 1 1,0 0 0,1 0-1,-1-1 1,0 1 0,0 0-1,1 0 1,-1-1 0,0 1-1,0 0 1,0-1 0,0 1-1,1 0 1,-1-1-1,0 1 1,0 0 0,0-1-1,0 1 1,0 0 0,0-1-1,0 1 1,0-1 0,0 1-1,0 0 1,0-1 0,0 1-1,0 0 1,0-1-1,-1 0 1,1-69-5734,0 32-481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0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 6371,'0'0'2614,"21"-10"-2387,68-32-43,-84 40-147,0 0 1,0 0-1,0 1 0,1-1 0,-1 1 0,0 0 0,1 1 0,-1-1 0,1 1 0,7 1 1,3 0 116,-11-1-92,-1 1 0,1-1 0,0 1 0,-1 1 0,1-1 0,-1 1 0,0-1 0,0 1 0,1 1 0,-1-1 0,0 0 0,-1 1 0,1 0 0,0 0 0,-1 0 0,0 0 0,5 6 0,6 8 393,-1 1 1,16 29-1,-17-27-184,6 10 120,-1 0 0,-2 2 0,0 0 0,-3 0 0,-1 1 0,-1 1-1,-1-1 1,-3 2 0,5 58 0,-10-71-298,1 78 216,-2-86-283,-1 0-1,-1-1 1,-1 1-1,0 0 0,-5 13 1,2-12-26,-1 0 0,-1-1 0,0 0 0,-1 0 0,0-1 0,-1 0 1,-1-1-1,0 0 0,-1-1 0,0 0 0,-1 0 0,0-2 0,0 1 0,-1-2 0,0 0 0,0-1 1,-1 0-1,0-1 0,-1-1 0,1 0 0,-1-1 0,0-1 0,0 0 0,0-1 0,-17 0 1,33-2-37,0 0 0,-1 0 0,1 0 1,0 0-1,0 0 0,-1 0 0,1 0 1,0 0-1,0 0 0,-1 0 1,1 0-1,0 0 0,0 0 0,-1 0 1,1-1-1,0 1 0,0 0 1,-1 0-1,1 0 0,0 0 0,0 0 1,0 0-1,-1-1 0,1 1 0,0 0 1,0 0-1,0 0 0,0-1 1,-1 1-1,1 0 0,0 0 0,0-1 1,0 1-1,0 0 0,0 0 0,0-1 1,0 1-1,0 0 0,0 0 1,0-1-1,-2-29-3280,2-13-2727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1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 7700,'0'0'4527,"4"-5"-4138,0 0-296,1 1 0,0 0 0,0 0-1,0 0 1,1 1 0,-1 0 0,1 0-1,0 0 1,0 0 0,0 1 0,0 0-1,0 1 1,0-1 0,1 1 0,-1 0-1,9 0 1,74 1 1180,-87 1-1225,0-1 0,0 0 0,0 0 0,0 1 0,1 0 1,-1-1-1,0 1 0,0 0 0,0 0 0,0 0 0,-1 0 0,1 0 1,0 0-1,0 1 0,-1-1 0,1 1 0,-1-1 0,1 1 0,-1 0 0,1-1 1,-1 1-1,0 0 0,0 0 0,0 0 0,0 0 0,0 0 0,-1 0 1,1 0-1,0 0 0,-1 0 0,1 4 0,1 8 223,0 0 1,-1 1-1,-2 24 0,1-34-220,-1 4 11,0 0 1,0 0-1,-1-1 0,0 1 1,0 0-1,-1-1 1,-1 1-1,1-1 1,-1 0-1,-1 0 1,-5 8-1,2-5-12,0-1-1,-1 0 1,0-1-1,0 1 1,-1-2 0,-22 15-1,10-13-286,22-10 215,0 0 0,0 0 0,-1 1 0,1-1 0,0 0 0,0 0 0,0 0 0,0 0 0,0 0 0,0 0 0,0 0 0,0 0 0,0 0 0,0 0 0,-1 0 0,1 0 0,0 0 0,0 0 0,0 0 0,0 0 0,0 0 0,0 0 0,0 0 0,-1 0 0,1 0 0,0 0 0,0 0 0,0 0 0,0 0 0,0 0 0,0 0 0,0 0 0,0 0 0,-1 0 0,1 0 0,0 0 0,0 0 0,0 0 0,0 0 0,0-1 0,0 1 0,0 0 0,0 0 0,0 0 0,0 0 0,0 0 0,0 0 0,0 0 0,0 0 0,-1 0 0,1-1 0,0 1 0,0 0 0,0 0 0,0 0 0,0 0 0,0 0 0,0 0 0,0 0 0,0-1 0,0 1 0,0 0 0,0 0 0,0 0 0,0 0 0,1 0 0,-1 0 0,0 0 0,0-2-216,0 1 1,0-1-1,0 1 1,0-1-1,1 1 1,-1 0 0,1-1-1,-1 1 1,1-1-1,-1 1 1,1 0-1,0 0 1,1-3-1,36-34-5724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1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 0 6339,'0'0'10997,"77"189"-10533,-105-161-240,-7-6 128,0-16-304,-3-6 32,0 0-80,-4-28-3665,0-19-5075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2.0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5507,'0'0'12501,"195"-3"-12005,-90 3-480,-7 0-16,-8 0-160,-16 0-3153,-26 0-6003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2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5523,'0'0'7590,"0"-3"-7198,0-6-136,0 15-33,0 26-22,0 679 5351,0-700-5493,1 13 169,-1-24-223,0 1-1,1 0 1,-1-1 0,0 1 0,1-1-1,-1 1 1,0-1 0,1 1 0,-1-1-1,1 1 1,-1-1 0,1 1 0,-1-1-1,1 0 1,-1 1 0,1-1 0,0 0-1,-1 1 1,1-1 0,-1 0 0,1 0 0,0 1-1,-1-1 1,1 0 0,0 0 0,-1 0-1,1 0 1,0 0 0,0 0 0,0 0-21,-1 0 0,1 0 1,-1-1-1,0 1 1,1 0-1,-1 0 1,0 0-1,1 0 1,-1-1-1,1 1 1,-1 0-1,0 0 1,0 0-1,1-1 1,-1 1-1,0 0 1,1-1-1,-1 1 0,0 0 1,0-1-1,1 1 1,-1 0-1,0-1 1,0 1-1,0-1 1,0 1-1,0 0 1,0-1-1,1 1 1,-1-1-1,1-16-716,-1 12 385,1-83-7075,-1 40 1312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2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7732,'0'0'1982,"30"-20"-1491,103-59 410,-127 76-843,-1 0-1,1 1 0,0-1 1,0 1-1,0 0 0,1 1 0,-1 0 1,0 0-1,1 0 0,10 0 1,-11 2 31,0 1 0,0-1 0,0 1 0,0 0 0,-1 0 0,1 1 0,6 3 0,-10-5-47,10 6 192,0 0 0,-1 1 0,1 0-1,-2 1 1,1 0 0,-1 1 0,-1 0 0,0 1-1,0 0 1,-1 0 0,-1 1 0,7 12 0,-5-6 126,-1 1 1,0 0 0,-2 0 0,0 0-1,-1 1 1,-1 0 0,3 36-1,-6 79 775,-2-118-1027,0 0 1,-2 1-1,0-1 0,-1 0 1,-11 28-1,7-26-52,-1-1 0,-1 0 1,0-1-1,-1 0 0,-1-1 0,-20 22 0,26-32-44,-1 1-1,1-1 1,-1 0-1,-1-1 1,1 0-1,-1 0 1,0 0 0,0-1-1,0 0 1,-1-1-1,1 0 1,-1 0 0,0-1-1,0 0 1,0-1-1,-13 1 1,11-1 49,5-1-161,1 0-1,0 0 0,-1-1 0,1 1 0,-7-2 0,11 1 32,0 1 1,-1-1-1,1 1 0,0-1 0,0 0 0,-1 1 0,1-1 0,0 0 1,0 0-1,0 0 0,0 0 0,0 0 0,0 0 0,0 0 0,0 0 1,1 0-1,-1-1 0,0 1 0,1 0 0,-1 0 0,1-1 0,-1 1 1,1 0-1,-1-2 0,-1-32-3715,3 22 1133,-1-14-5150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3.3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 6563,'0'0'8380,"33"-7"-7609,106-22-112,-134 28-594,0 0 1,0 0-1,1 1 1,-1 0-1,0 0 1,1 0-1,-1 0 1,0 1-1,7 1 1,-10-1-23,-1 0 0,1 0 1,0 0-1,-1 0 0,1 0 1,-1 0-1,1 1 0,-1-1 1,0 0-1,0 1 0,1-1 1,-1 1-1,0-1 0,1 3 1,1 2 86,0-1-6,0 0 0,-1 1-1,1-1 1,-1 1 0,-1-1 0,1 1-1,-1 0 1,0 0 0,0 0 0,-1 0-1,0 0 1,0 7 0,-1-5-56,0 0 0,0 1 0,0-1 1,-1 0-1,0 0 0,-1 0 0,0 0 0,-5 9 1,-4 2 18,-1-1 0,-2 0 1,0-1-1,-17 17 1,10-12 3,-22 29-1,43-50-89,-1 1 1,1-1 0,0 1 0,-1-1 0,1 1 0,0-1 0,0 1 0,0 0 0,0 0 0,0-1 0,0 1 0,1 0 0,-1 0 0,1 0 0,-1 0 0,1 0 0,0 0 1,0 0-1,0 0 0,0 0 0,0 0 0,0 3 0,1-4 4,0 0-1,0-1 1,0 1 0,0 0 0,0 0 0,0 0 0,0-1-1,0 1 1,0 0 0,0-1 0,0 1 0,0-1-1,1 1 1,-1-1 0,0 0 0,0 1 0,1-1 0,-1 0-1,0 0 1,0 0 0,1 0 0,0 0 0,4 1 25,38 4 344,71 2 1,-93-8-818,36-6 1,-44 4-740,0 0-1,0-1 1,19-9-1,0-2-6064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3.7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6403,'0'0'8420,"189"-35"-8020,-99 35-32,-2 0-96,-12 3-272,-16 16-80,-19-6-288,-20-4-4546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5.7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6307,'0'0'4138,"1"-6"-3855,2-15-75,22 511 4421,-15-185-3069,-10-287-1493,3 24 91,-3-39-142,0-1-1,1 0 1,-1 1-1,1-1 1,0 0 0,-1 1-1,1-1 1,0 0-1,1 0 1,-1 0-1,0 0 1,1 0-1,1 2 1,-3-4-22,0 0-1,0 1 1,0-1 0,0 0 0,0 0-1,0 0 1,1 1 0,-1-1-1,0 0 1,0 0 0,0 0-1,1 0 1,-1 0 0,0 1 0,0-1-1,0 0 1,1 0 0,-1 0-1,0 0 1,0 0 0,0 0-1,1 0 1,-1 0 0,0 0 0,0 0-1,1 0 1,-1 0 0,0 0-1,0 0 1,1 0 0,-1 0-1,0 0 1,0 0 0,0 0 0,1 0-1,-1 0 1,0 0 0,0-1-1,0 1 1,1 0 0,-1 0-1,0 0 1,0 0 0,3-14-2526,-3-17-1409,0-9-1947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6.1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7251,'0'0'4522,"39"1"-3887,127 10-213,-158-10-386,1 0 1,-1 1 0,0 0-1,0 0 1,0 1-1,0 0 1,0 0 0,-1 1-1,0 0 1,1 1 0,-2-1-1,1 2 1,0-1-1,-1 0 1,0 1 0,6 8-1,4 2 70,5 6 155,0 1 1,-1 1-1,-1 0 0,24 41 0,-34-47-71,0 0-1,-1 1 1,0 0 0,-2 0-1,0 1 1,-2 0-1,5 37 1,-6-19 115,-2 44 0,-2-69-246,0 0 1,-1 0-1,0-1 1,-1 1-1,0-1 1,-1 0-1,-8 17 1,2-10-25,-1-2 0,-1 1 1,-1-1-1,0-1 1,-2 0-1,1-1 0,-2-1 1,0 0-1,-1-1 0,0-1 1,-1 0-1,0-1 1,0-1-1,-2-1 0,1-1 1,-1-1-1,0 0 0,0-1 1,-1-2-1,0 0 1,0-1-1,-27 0 0,26-2-40,12-1-68,-1 1 0,1-2-1,-12-1 1,21 1 20,0 1 1,0 0 0,0-1-1,0 1 1,0-1-1,1 0 1,-1 1 0,0-1-1,0 0 1,1 1 0,-1-1-1,0 0 1,1 0 0,-1 1-1,1-1 1,-1 0 0,1 0-1,-1 0 1,1 0 0,0 0-1,-1 0 1,1 0 0,0 0-1,0 0 1,0 0 0,-1 0-1,1 0 1,1-2-1,-2 1-215,1-1-1,1 1 1,-1-1-1,0 0 0,1 1 1,-1-1-1,1 1 0,0-1 1,1-3-1,-1 5-134,1-1-1,-1 1 1,1-1 0,-1 1-1,1 0 1,-1-1 0,1 1 0,0 0-1,0 0 1,0 0 0,3-1-1,34-11-8533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6.5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9540,'0'0'5027,"0"91"-4387,0-28 545,0-1-401,0-5-384,0-13-112,0-10-256,0-12 32,0-15-64,7-7-608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6.8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12854,'0'0'5296,"29"0"-5035,190 0 67,-134-1-126,100 3 44,-184-2-303,25 3 222,-25-3-204,-1 0 1,1 0-1,-1 0 1,0 0-1,1 0 1,-1 0-1,1 0 1,-1 0-1,1 0 1,-1 0 0,0 0-1,1 0 1,-1 0-1,1 1 1,-1-1-1,0 0 1,1 0-1,-1 0 1,1 1-1,-1-1 1,0 0-1,1 1 1,-1-1-1,0 0 1,0 0-1,1 1 1,-1-1-1,0 1 1,0-1-1,1 0 1,-1 1-1,0-1 1,0 1-1,0-1 1,0 0-1,0 1 1,0-1-1,1 1 1,-1-1-1,0 1 1,0-1 0,0 1-1,-7 0-2594,-14-1-2049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7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 7251,'0'0'2626,"-10"169"-866,10-78-447,0 10-145,10-1-95,4-15-673,0-16-256,0-16-144,-3-24-160,-11-14-6291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9.5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4290,'0'0'3228,"-3"3"-3100,1-2-110,1 1 0,-1-1 0,1 1 0,0 0 0,-1-1 0,1 1 0,0 0 0,0 0 0,0 0 0,0 0 0,0 0 0,1 0 0,-1 0 0,1 0-1,-1 0 1,1 3 0,-1 43 340,2-22-87,-1 650 8213,0-673-8468,-1 8 84,2 0 0,-1 0 0,2 1 1,2 10-1,-4-20-86,0 0 0,1 0 0,-1 0 0,1 0 0,0-1 0,-1 1 1,1 0-1,0-1 0,0 1 0,0 0 0,1-1 0,-1 1 0,0-1 1,0 0-1,1 1 0,-1-1 0,1 0 0,-1 0 0,1 0 0,-1 0 1,1 0-1,0 0 0,0 0 0,-1-1 0,1 1 0,0-1 0,0 1 1,0-1-1,0 0 0,2 1 0,-4-16-2906,0-13-870,0-11-1760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8:59.9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47 4290,'0'0'2980,"34"-8"-2281,108-25-184,-135 31-438,1 1 1,-1 0-1,0 0 0,1 1 1,-1 0-1,1 0 0,12 2 1,-16-1-19,0 1 1,-1-1 0,1 1-1,0 0 1,-1 0 0,1 0-1,-1 0 1,5 5 0,3 1 99,4 4 181,0 1-1,-1 0 1,-1 0-1,0 1 1,-1 1-1,-1 0 1,0 1-1,-1 0 1,0 1-1,-1 0 1,9 27-1,-8-14 38,-1 0-1,-2 1 1,-1 0-1,-2 1 1,-1-1-1,-1 37 1,-1-32-131,-1-4 36,-4 42 1,3-63-239,-1 0-1,-1-1 1,1 1 0,-2-1-1,1 0 1,-1 0 0,-11 18-1,5-12-11,0-1-1,-2 0 0,0-1 1,0 0-1,-1 0 1,-1-2-1,0 1 0,-1-2 1,0 0-1,-1-1 0,0 0 1,0-2-1,-1 0 0,0 0 1,-1-2-1,0 0 0,0-1 1,0-1-1,-29 3 0,28-5 1,8-1-28,-1 0 0,0 0 0,1-2 0,-1 1 0,-21-5 0,32 5-22,0-1-1,0 1 0,0-1 1,0 1-1,1-1 0,-1 0 1,0 1-1,0-1 1,0 0-1,1 0 0,-1 0 1,0 0-1,1 0 0,-1 0 1,0 0-1,1 0 0,-1 0 1,1 0-1,0 0 0,-1 0 1,1 0-1,0 0 0,0-1 1,-2-29-1278,3 23 652,0-21-3110,5 1-3895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0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51 5106,'0'0'4080,"1"-4"-3437,0 2-486,1-1 0,-1 0 1,1 1-1,-1-1 0,1 1 1,0-1-1,0 1 0,0 0 1,1 0-1,-1 0 0,0 0 1,1 1-1,-1-1 0,1 0 1,-1 1-1,1 0 0,0 0 1,0-1-1,0 2 0,-1-1 1,1 0-1,6 0 1,9-2 339,0 2 0,31 0 0,-36 1-330,-11-1-127,0 1 1,0 0-1,0 0 1,1 1-1,-1-1 1,0 0-1,0 1 1,0-1-1,0 1 1,0 0-1,0-1 1,0 1-1,0 0 1,0 0-1,0 0 1,0 1-1,-1-1 1,1 0-1,0 1 1,-1-1-1,3 4 1,-2-1 42,0 0 0,0 0 0,-1 1 0,1-1 0,-1 0 0,0 1 0,0 0-1,-1-1 1,1 7 0,1 9 277,-2 0 0,-2 32-1,2-45-291,-2 1 0,1-1 0,-1 0 0,0 0 0,0 0 0,-1 0 0,0 0 0,0 0 0,-8 10 0,-10 17 180,21-31-221,5-3-78,100 0-710,-102 0 764,0 0 0,-1 0 0,1 0 0,0 0-1,0 0 1,0 1 0,0-1 0,0 1 0,-1 0 0,1 0-1,0 0 1,-1 0 0,1 0 0,-1 1 0,1-1 0,-1 1-1,1 0 1,-1 0 0,0-1 0,0 2 0,0-1 0,0 0-1,0 0 1,-1 0 0,1 1 0,-1-1 0,1 1 0,-1-1-1,0 1 1,0 0 0,0 0 0,0 2 0,2 4 48,-1-1 0,0 1 1,-1 0-1,0-1 0,0 1 1,-1 0-1,-1 9 0,1-14-4,-1 1 0,0-1 0,0 1 0,0-1 0,-1 0 1,1 1-1,-1-1 0,0 0 0,0 0 0,0 0 0,-1 0 0,1-1 0,-1 1 0,0-1 0,-5 5 0,-1-1 40,0 0 1,-1-1-1,1 0 1,-1-1-1,-1 0 1,1 0 0,-1-1-1,1-1 1,-21 4-1,8-3-136,0-1 1,-1-2-1,-41-1 0,58-1-281,1 0 1,-1 0-1,1 0 0,-1-1 0,1 0 0,0 0 0,0 0 1,0-1-1,0 0 0,0 0 0,0-1 0,1 0 1,0 1-1,-1-2 0,-5-6 0,-38-35-5814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0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9108,'0'0'8820,"258"51"-7939,-140-30-81,4-2-608,-17-3-192,-14 0 0,-15 3-400,-23-7-2946,-25 10-6962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20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7 4994,'0'0'6849,"-9"-1"-5875,-1 0-1373,-10-2 2878,49 2-253,81 1-1745,45 0-171,-52 0-3553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21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8388,'0'0'2593,"188"0"-672,-101 0-673,-3 0-799,-14 0-321,-7 0-128,-22 0-160,-20 16-2562,-17 6-5409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4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4882,'0'0'6902,"14"-1"-5824,-14-33 128,0 208-1053,1 214 2911,-1-373-2955,0-7-43,-1-1 1,1 1 0,1 0 0,0 0 0,0 0-1,0-1 1,1 1 0,0 0 0,1-1-1,-1 0 1,2 1 0,4 7 0,-8-14-48,1 0 0,0 0 1,-1 0-1,1 0 1,0 0-1,0 0 0,0-1 1,0 1-1,-1 0 0,1-1 1,0 1-1,0-1 1,0 1-1,0-1 0,1 1 1,-1-1-1,0 0 1,0 1-1,0-1 0,0 0 1,0 0-1,2 0 0,-2 0-62,0 0 0,-1-1 0,1 1 0,0 0 0,0-1-1,0 1 1,-1-1 0,1 1 0,0-1 0,-1 1 0,1-1 0,0 0-1,-1 1 1,1-1 0,-1 0 0,1 0 0,-1 1 0,1-1-1,-1 0 1,1 0 0,-1 0 0,0 1 0,0-1 0,1 0 0,-1 0-1,0 0 1,0 0 0,0-1 0,4-64-7638,-4 33 1412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4.5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63 1921,'0'0'6768,"21"-10"-6314,63-32-139,-82 41-245,1-1 0,-1 1 1,1 0-1,0 0 0,-1 0 1,1 0-1,0 0 0,0 1 0,0-1 1,0 1-1,-1 0 0,1 0 1,0 0-1,0 0 0,0 0 1,0 1-1,-1-1 0,1 1 1,0 0-1,0 0 0,-1 0 0,1 0 1,0 0-1,-1 0 0,1 1 1,3 3-1,-2 0 119,1 0 0,-2 0 0,1 0 0,-1 1-1,1-1 1,-2 1 0,1 0 0,2 8 0,0-2 4,2 5 40,-2 1 0,0-1 0,-1 1 0,0 0 0,1 23 0,-3 93 584,-3-83-386,1-24-257,-2-1 0,0 1 0,-2-1 0,-1 0 0,-1 0 0,-13 32 0,12-39-97,-1-1-1,-1 0 0,-1 0 1,-1-1-1,0 0 0,-1-1 1,0 0-1,-29 26 0,37-38-52,0-1-1,0 1 1,0-1-1,0 0 1,-1 0-1,1-1 0,-1 1 1,1-1-1,-1 0 1,0 0-1,0-1 1,0 0-1,0 1 1,-6-1-1,11-1 12,0-10-1022,-1 7 704,1 1 1,0 0-1,0 0 1,0-1-1,1 1 0,-1 0 1,1 0-1,-1-1 1,1 1-1,0 0 1,1-4-1,1 2-792,1-1 1,-1 1-1,1 0 0,8-7 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5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41 2481,'0'0'5934,"0"-28"-2397,1 27-3478,0 0 1,0 0-1,0 0 0,0 0 0,0 0 0,0 1 1,1-1-1,-1 0 0,0 1 0,0-1 1,1 1-1,-1-1 0,0 1 0,1 0 1,-1-1-1,0 1 0,1 0 0,-1 0 0,2 0 1,29-2 1146,-31 2-1171,0 0 1,-1 0 0,1 0 0,0 0 0,0 1 0,-1-1-1,1 0 1,0 0 0,0 0 0,-1 1 0,1-1 0,0 0 0,-1 1-1,1-1 1,0 1 0,-1-1 0,1 0 0,-1 1 0,1-1-1,-1 1 1,1 0 0,-1-1 0,1 1 0,-1-1 0,1 1 0,-1 0-1,0-1 1,1 2 0,2 21 558,-3-17-467,1 3-30,0 1-1,-1-1 1,-1 0-1,1 0 0,-1 0 1,-1 0-1,0 0 0,0 0 1,-1 0-1,0 0 1,0 0-1,-1-1 0,0 0 1,0 0-1,-10 12 0,6-10-121,6-8-42,0 0 0,0 0 0,0 1 1,1-1-1,-1 0 0,0 1 0,1 0 0,0-1 1,-1 1-1,1 0 0,-1 4 0,16-6-3027,-8-2 3134,0 1-1,-1 0 1,1 0-1,0 1 1,9 2 0,-13-3 34,-1 1 0,0-1 0,1 1 1,-1 0-1,0-1 0,1 1 0,-1 0 0,0 0 1,0 0-1,0 0 0,0 0 0,0 0 0,0 0 1,0 0-1,0 0 0,0 1 0,0-1 0,-1 0 1,1 1-1,0-1 0,-1 0 0,1 1 0,-1-1 1,0 1-1,1-1 0,-1 1 0,0 1 0,0-1-28,1 5 31,0-1 0,-1 1 0,0-1-1,-1 10 1,1-14-79,-1-1-1,1 1 1,-1 0-1,0 0 0,1 0 1,-1-1-1,0 1 1,0 0-1,0-1 1,0 1-1,0-1 1,0 1-1,-1-1 1,1 1-1,-1-1 0,1 0 1,0 0-1,-1 0 1,-1 1-1,-7 3-510,0-1-1,0 0 1,0-1-1,0 0 1,0 0 0,-1-1-1,1-1 1,-13 1-1,-15-1-4240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5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8004,'0'0'4722,"231"16"-3410,-151-10-655,0 4-657,-10-7-80,-18 0-2465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6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83 1713,'0'0'7259,"2"-13"-6018,0-5-790,2-7 166,2-1 2783,-6 26-3377,0 0 0,0 0 0,1 0 0,-1 0 0,0 0 0,1 0 0,-1 0 0,0 0 0,0 0 0,1 0 0,-1 0 0,0 0 0,1 0 0,-1 0 0,0 0 0,0 0 0,1 1 0,-1-1 0,0 0 0,0 0 0,1 0 0,-1 0 0,0 1 0,0-1 0,0 0 0,1 0 0,-1 0 0,0 1 0,5 11 59,-1-1-1,0 1 1,-1 0-1,0 1 1,-1-1-1,1 21 1,0 0 156,16 203 1874,-5-30-452,-13-202-1625,6 48 272,-6-48-275,0 0 0,0 0 0,1 0 0,-1 0 0,1 0 0,0 0 0,0 0 0,5 7 0,-7-11-62,0 0 1,0 0-1,0 0 1,0 0-1,0 0 1,0 0-1,0 0 0,0 0 1,1 0-1,-1 0 1,0 0-1,0 0 1,0 0-1,0 0 1,0 0-1,0 1 1,0-1-1,0 0 1,1 0-1,-1 0 1,0 0-1,0 0 0,0 0 1,0 0-1,0 0 1,0 0-1,0-1 1,0 1-1,1 0 1,-1 0-1,0 0 1,0 0-1,0 0 1,0 0-1,0 0 1,0 0-1,0 0 0,0 0 1,0 0-1,1 0 1,-1 0-1,0 0 1,0 0-1,0-1 1,0 1-1,0 0 1,0 0-1,0 0 1,0 0-1,0 0 0,0 0 1,0 0-1,0 0 1,0-1-1,0 1 1,0 0-1,0 0 1,0 0-1,0 0 1,0 0-1,0 0 1,2-14-1971,-2-12-1701,-3-8-2043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6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7555,'0'0'2092,"33"0"-819,104 7-329,-131-7-880,0 1-1,0 0 1,0 0 0,0 1-1,-1-1 1,1 1 0,0 0-1,-1 1 1,0-1 0,1 1-1,-1 0 1,0 1 0,-1-1-1,1 1 1,0 0 0,-1 0-1,6 8 1,-7-9-1,3 4 90,0 0 1,-1 0-1,0 1 1,-1 0 0,1 0-1,-1 0 1,-1 1-1,0-1 1,0 1-1,2 12 1,-1 1 181,-2 0 1,0 0-1,-2 27 0,-1-32-215,-1 0-1,-1-1 1,-1 1-1,0-1 1,-1 0-1,-1 0 0,0 0 1,-1-1-1,-13 21 1,-12 14 250,-49 59 0,70-96-328,4-3 13,1-3-37,1 1 0,-1-1 0,0-1-1,0 1 1,-1-1 0,1 0-1,-2 0 1,1-1 0,-14 8-1,20-13 10,1-17-3746,0-4-1569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6.8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57 4386,'0'0'8705,"25"-9"-7531,79-29-48,-99 36-980,-1 1-1,1-1 1,0 1 0,0 0-1,-1 0 1,1 0 0,0 0-1,0 1 1,7 0-1,-1 1 224,-10-1-326,0 0 1,0 0-1,0 0 1,0 0-1,0 1 1,0-1-1,0 0 1,0 0-1,0 1 1,0-1-1,-1 1 1,1-1-1,0 1 1,0-1-1,0 1 1,0 0-1,-1-1 1,1 1-1,0 0 1,-1 0 0,1-1-1,1 3 1,-1 0 30,0-1 0,0 1 0,0 0 0,0 0 0,0 0 0,0 0 0,0 6 1,-1 4 117,0 1 1,-3 23 0,1-23-70,-2 0 1,1 0-1,-2 0 1,0-1-1,-1 0 1,-9 16-1,6-10 87,-14 36-1,20-34-124,2-21-79,1 1 0,0 0 0,0-1 0,0 1 0,0 0 0,0-1-1,0 1 1,0 0 0,0-1 0,0 1 0,0 0 0,0-1 0,1 1 0,-1 0 0,0-1 0,0 1 0,1-1 0,-1 1-1,0 0 1,1-1 0,-1 1 0,0-1 0,1 1 0,-1-1 0,1 1 0,-1-1 0,2 1 0,8 0-168,0 0 0,0-1 0,1 0 0,-1-1 0,0 0 0,0-1 0,0 0 0,0 0 0,0-1 0,0-1 0,-1 0 0,1 0 0,11-8 0,1 1-3829,37-15 0,-21 13-5224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7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9812,'0'0'5699,"199"-19"-5347,-147 19-288,-10 0-64,-14 0-96,-18 0-336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7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5314,'0'0'6115,"0"176"-4210,0-107-208,0 3 16,0-9-561,0-22-271,0-7-353,3-24-368,1-4-64,-1-12-320,1-26-2946,-4-9-4289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8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642 94 3794,'0'0'9033,"-10"-11"-8763,-34-33-220,40 41-46,-1-1-1,1 1 1,-1 0-1,0 0 1,0 0-1,-1 0 0,1 1 1,-1 0-1,1 0 1,-1 1-1,1-1 1,-1 1-1,0 0 0,0 1 1,-9 0-1,-8-2 4,-30-2 262,-66 5 0,40 1 52,75-2-286,0 1 0,0-1 1,0 1-1,-1 0 0,1 0 0,0 0 0,0 1 1,0 0-1,1 0 0,-1 0 0,0 0 1,1 0-1,-1 1 0,1-1 0,0 1 1,0 0-1,0 0 0,0 0 0,0 1 1,1-1-1,-1 0 0,1 1 0,-2 4 1,-5 10 191,1 1 1,0 0 0,-7 31 0,9-30-182,-22 67 162,-18 64-30,41-129 169,1 1 0,1 0 0,1 0 0,1 40 0,2-58-260,0 0-1,0-1 1,1 1-1,-1 0 0,1-1 1,1 1-1,-1-1 1,0 0-1,1 0 1,0 0-1,0 0 0,0 0 1,1-1-1,-1 1 1,1-1-1,0 0 1,0 0-1,6 3 0,4 4 167,2-1 0,-1-1-1,1-1 1,17 6 0,-11-7-172,0-1 0,0 0 0,0-2 0,1-1 0,-1 0 0,1-2 0,32-3 0,-46 2-96,0 0 0,-1-1 0,1 0 0,-1-1 0,1 0 0,-1 0 0,0-1 0,0 0 0,0 0 0,-1-1 0,1 0 0,-1 0 0,0-1 0,-1 0 0,0 0 0,1-1 0,-2 1 0,1-1 0,6-12 0,-4 5-141,0 0 1,-1-1-1,-1 0 1,-1 0-1,0 0 0,0 0 1,-2-1-1,0 0 1,-1 0-1,0-17 0,-1-143-308,-1 165 400,0 0 0,-1 0 0,0 1 1,-1-1-1,0 0 0,0 1 0,-1 0 0,-1-1 0,0 1 0,0 0 0,-1 1 1,0-1-1,-1 1 0,0 0 0,0 0 0,-12-11 0,17 19-26,0 0 1,0 0-1,-1 0 0,1 0 0,0 1 1,0-1-1,0 0 0,-1 1 0,1-1 0,0 1 1,-1-1-1,-1 0 0,-10 1-4635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8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55 7940,'0'0'5453,"0"-5"-5293,7-44 664,-7 465 4120,0-399-4713,2 53 531,-1-65-684,-1 0 1,1 1-1,0-1 1,1 0-1,-1 0 1,1 0 0,0 0-1,1 0 1,-1-1-1,5 7 1,-1-5 11,-5-28-1480,-1 16 388,-1-1 0,0 0 0,0 1 0,0-1 0,-1 0 0,0 1 0,-4-10-1,-11-24-9289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8.9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9044,'0'0'4277,"30"15"-3031,98 55-267,-123-67-915,-1 1 0,1-1 1,0 1-1,-1 0 0,0 0 0,0 0 0,0 1 1,0 0-1,-1-1 0,0 1 0,0 0 1,0 1-1,-1-1 0,1 1 0,-1-1 1,-1 1-1,1-1 0,1 8 0,0 2 111,2 10 227,-2 0 0,0 1 0,-2 48 0,-1-49-214,-1-13-84,0 1 1,0 0 0,-2 0-1,1-1 1,-1 0 0,-1 1-1,-1-1 1,1 0 0,-11 18-1,0-5-28,-2-1 0,0-1 0,-23 25 0,33-40-194,6-6 58,-1 1 0,0-1 0,0 1 0,0-1 0,-1 0 1,1 0-1,0 0 0,-1 0 0,1 0 0,-1 0 0,0-1 0,0 1 0,1-1 0,-1 0 0,0 0 1,0 0-1,0 0 0,0 0 0,-1-1 0,1 1 0,-4-1 0,7 0-64,0 0 0,-1-1 1,1 1-1,-2-3-1239,2 3 1239,-1-1 0,1 1 0,0 0 1,0-1-1,0 1 0,0 0 0,0-1 0,0 1 0,0-1 0,0 1 0,0 0 1,0-1-1,0 1 0,0 0 0,0-1 0,0 1 0,1-1 0,-1-2-1046,0-18-5036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39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8404,'0'0'8724,"66"182"-7492,-66-126-111,0 1-673,0-23-288,0 1-160,0-16-80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0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 6195,'0'0'1739,"-4"1"-1624,1 0-63,1 1 0,0-1 0,-1 1 0,1 0 1,0 0-1,0 0 0,0 0 0,1 0 0,-1 0 0,0 0 0,1 0 0,-1 1 0,1-1 0,0 1 1,0-1-1,0 1 0,-1 3 0,-13 59 1448,13-55-1275,-14 103 1133,5 0-1,5 1 1,9 116 0,-3-219-1308,1 0-1,0-1 0,1 1 0,0-1 1,1 1-1,0-1 0,0 0 0,1 0 0,7 11 1,-8-16-35,0-1 1,0 1-1,0-1 1,1 0-1,-1 0 1,1 0-1,0-1 1,1 1 0,-1-1-1,0 0 1,1 0-1,0-1 1,0 1-1,0-1 1,0 0-1,0-1 1,0 1-1,0-1 1,10 2-1,6-1-112,0-1 0,0 0-1,0-2 1,0 0 0,28-7-1,-12-3-3554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1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6835,'0'0'7113,"7"17"-6388,-3-4-594,5 11 184,1 0 0,23 38 0,-23-42-157,-1 0 0,-1 0-1,0 1 1,-2 0 0,0 0 0,-2 1 0,3 25 0,1 154 678,-8-189-772,0 4 14,-4 115 461,2-114-484,-1-1-1,0 1 1,-2-1-1,1 0 1,-13 26 0,16-39-55,-8 18 76,-1-1-1,-1 0 1,-1-1 0,-24 32-1,33-47 266,1-36-11161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1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9172,'0'0'8644,"80"-12"-8516,-49 12 0,-3 0-32,-3 0-64,-8 0-32,-7 0 0,-3 0-48,-3 0-176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2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7603,'0'0'5059,"0"211"-3122,0-142-625,0-7-687,0-18-465,7-15-160,-3-11 0,3-8-1441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5.1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10741,'0'0'6227,"196"0"-5987,-106 0-240,-3 0 16,-13 0-16,-19 0 0,-13 0 0,-24 0-64,-11 0-384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5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5507,'0'0'4978,"45"188"-3409,-14-110-657,-3 1-128,-10 9-191,-4-16-209,-4-9-384,1-23 80,-1-11-80,4-17-352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5.8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7251,'0'0'5032,"0"0"-5025,0 0 1,0 0-1,0 0 1,0 0-1,1 0 1,-1 0-1,0 1 1,0-1-1,0 0 0,0 0 1,0 0-1,0 0 1,0 0-1,0 0 1,0 0-1,0 0 1,1 0-1,-1 0 0,0 0 1,0 0-1,0 0 1,0 0-1,0 0 1,0 0-1,0 0 1,0 0-1,0 0 0,1 0 1,-1 0-1,0 0 1,0 0-1,0 0 1,0 0-1,0 0 1,0 0-1,0-1 0,0 1 1,0 0-1,0 0 1,0 0-1,1 0 1,-1 0-1,2 14 212,0 1 0,-1-1 1,0 25-1,0 8 393,23 402 3696,-23-431-4216,-1 5 65,1-1 1,1 1-1,0-1 0,2 0 0,13 43 1,-16-64-149,-1 0 1,0 0 0,1 1-1,-1-1 1,1 0-1,-1 0 1,1 0 0,0 0-1,-1 0 1,1 0 0,0 0-1,0 0 1,0 0 0,0 0-1,0 0 1,0 0 0,0-1-1,0 1 1,0 0 0,2 0-1,-3-17-1084,0-94-6686,-3 70 3634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6.1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1 131 7123,'0'0'5307,"36"-22"-5129,119-65 105,-150 83-252,1 1-1,0 1 0,0-1 1,0 1-1,0 0 1,0 1-1,0-1 1,1 1-1,10 0 0,-14 1-5,0 1 0,0-1 0,0 1 0,0 0 0,0 0 0,-1 0-1,1 0 1,0 1 0,0-1 0,-1 1 0,4 2 0,4 3 85,-1-1 47,0 0 0,0 1 0,0 1 0,-1-1 0,-1 1 0,1 1 0,-1-1 1,-1 1-1,1 1 0,-2-1 0,1 1 0,-1 0 0,-1 0 0,0 1 0,5 17 1,-2 2 218,-1 1 0,-2 1 0,-1-1 0,-1 42 0,-2-44-138,-1-1 1,-2 0 0,0 1 0,-2-1-1,-15 47 1,-3-14 26,-3-1 1,-2-1-1,-3-2 0,-69 96 0,95-146-263,4-5-4,0 0 0,0 0 0,-1-1 0,1 1-1,-1 0 1,1 0 0,-1-1 0,0 1-1,0-1 1,1 0 0,-1 1 0,-3 0-1,-2-1-10,6-12 34,1-5-211,2-46-2267,9 18-2155,11-5-3952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6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21 9780,'0'0'5614,"-14"-1"-4902,17-1-594,0 0 0,-1 0 1,1 0-1,0 0 0,0 1 0,0-1 1,0 1-1,0 0 0,0 0 0,0 0 0,1 0 1,-1 1-1,0-1 0,0 1 0,1 0 0,-1 0 1,0 0-1,5 1 0,2-1 72,-9 0-160,-1 0 0,1 1 0,0-1 0,0 1 1,-1-1-1,1 1 0,-1-1 0,1 1 0,0-1 0,-1 1 0,1-1 1,-1 1-1,0 0 0,1-1 0,-1 1 0,1 0 0,-1 0 0,0-1 1,1 1-1,-1 0 0,0 0 0,0-1 0,0 1 0,0 0 1,0 0-1,0-1 0,0 1 0,0 0 0,0 1 0,0 36 435,-1-25-239,1-4-153,0-1-1,-1 1 1,-1-1-1,1 1 1,-1-1-1,-1 0 1,0 0-1,0 0 1,0 0-1,-9 13 1,9-16-33,-20 42 189,21-44-229,1 0-1,0 0 0,0 0 1,1 0-1,-1 0 0,1 0 0,-1 0 1,1 0-1,0 0 0,0 0 1,0 1-1,1-1 0,-1 0 0,2 4 1,-1-6-13,-1 0 1,1 0-1,-1 0 1,1 0 0,0 0-1,-1 0 1,1-1-1,0 1 1,0 0 0,0 0-1,0-1 1,-1 1-1,1-1 1,0 1 0,0-1-1,0 1 1,0-1-1,0 0 1,2 1 0,12 3-391,1-1 1,29 2 0,-33-4 351,1 0 1,-1 0-1,0 1 1,0 1-1,0 0 0,-1 0 1,21 10-1,-29-11 69,-1-1 0,0 1 0,0-1 0,0 1 0,0 0 0,0 0 0,-1 0-1,1 0 1,-1 0 0,1 0 0,-1 1 0,0-1 0,1 0 0,-1 1 0,-1-1 0,2 5 0,0 1 157,-1 0 0,0 0 0,-1 16 1,0-15-5,-1 0-127,0 0 1,-1-1-1,1 1 1,-2-1-1,1 1 1,-1-1-1,-1 0 1,1 0-1,-1 0 1,-1 0 0,1-1-1,-1 1 1,-1-1-1,1 0 1,-1-1-1,-1 0 1,1 0-1,-1 0 1,0-1-1,0 1 1,0-2-1,-1 1 1,0-1-1,0 0 1,0-1-1,0 0 1,-1 0-1,-16 3 1,19-6-97,-45 1-673,48-1 412,0 0 0,0-1 1,0 1-1,0-1 1,0 0-1,0 0 0,0 0 1,1-1-1,-1 1 1,0-1-1,1 1 0,-1-1 1,1 0-1,-3-2 0,-17-27-6786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7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5635,'0'0'7672,"0"-2"-7330,1 5-259,6 19 211,-1 0 0,-1 1 0,-1-1 0,1 32 0,-2 97 1046,-3-113-976,0 384 3201,0-406-3450,0-2-3,0 0 1,3 21 0,-2-32-95,-1 0 0,1 0 1,0 0-1,0 1 0,0-1 0,1 0 0,-1-1 1,1 1-1,-1 0 0,1 0 0,0-1 0,0 1 0,0-1 1,0 1-1,5 3 0,-7-6-27,1 1 1,-1-1-1,1 0 0,-1 0 0,0 1 0,1-1 1,-1 0-1,1 0 0,-1 1 0,0-1 1,1 0-1,-1 0 0,1 0 0,-1 0 1,1 0-1,-1 0 0,1 0 0,-1 0 0,1 0 1,-1 0-1,1 0 0,-1 0 0,1 0 1,-1 0-1,1 0 0,-1 0 0,0-1 1,1 1-1,-1 0 0,1 0 0,-1 0 1,1-1-1,-1 1 0,0 0 0,1-1 0,-1 1 1,0 0-1,1-1 0,-1 1 0,0 0 1,1-1-1,6-19-1197,-3 4-1219,-2-1 0,2-24 0,-3-5-4819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7.4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1 672,'0'0'8017,"33"1"-6760,109 12 482,-134-11-1608,0 0 0,0 0 0,0 1 0,0 0 0,0 0 0,0 1 0,-1 0 0,0 1 0,0-1 0,0 1 0,-1 1-1,1-1 1,-1 1 0,0 0 0,6 9 0,1 0 93,-1-1 9,-1 0 1,0 1 0,-2 0 0,0 0-1,0 1 1,-1 1 0,-1-1-1,-1 1 1,0 0 0,-2 1-1,0-1 1,3 26 0,-5-22-33,-1 0 1,-1 0 0,0 0-1,-2 0 1,0 0-1,-2 0 1,0 0 0,-2-1-1,0 0 1,-12 27-1,-3-4 37,-2-1 0,-29 41 0,33-56-195,-1-2-1,-1 0 0,-48 43 1,65-63-61,-1-1 0,0 0 1,-1 0-1,1 0 1,0-1-1,-1 0 0,0 0 1,0 0-1,0-1 0,0 1 1,0-2-1,-1 1 1,1-1-1,-9 1 0,14-1-32,0-1 0,1 0 0,-1 0 0,0-1-1,0 1 1,0 0 0,0 0 0,1 0 0,-1 0-1,0-1 1,0 1 0,0 0 0,1-1 0,-1 1-1,0-1 1,0 1 0,1-1 0,-1 1 0,1-1-1,-1 1 1,0-1 0,1 0 0,-2-1 0,-3-20-1894,3-22-2124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7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8836,'0'0'8316,"27"6"-7537,3 0-386,47 17 1,-74-22-345,-1 1-1,1-1 1,-1 0 0,1 0-1,-1 1 1,0-1 0,0 1-1,0 0 1,0 0 0,0 0-1,0 0 1,0 0 0,0 0-1,-1 0 1,1 1 0,-1-1-1,0 1 1,2 3 0,-2-2 70,0 1 0,0 0-1,-1 0 1,0 0 0,0 0 0,-1 10 0,1 0 146,-1-3-111,0 1-1,0-1 1,-1 1 0,-1-1-1,0 0 1,-1 0 0,-8 20-1,-5 1 148,-25 39-1,25-47-124,2 1 0,-20 47 1,32-67-166,1 0 0,0 1 1,0-1-1,1 1 0,-1 9 1,2-15-11,0 0 1,0 1 0,0-1 0,0 0 0,0 0 0,0 0 0,0 0 0,1 1 0,-1-1 0,1 0 0,-1 0 0,1 0 0,-1 0 0,1 0 0,-1 0-1,1 0 1,0 0 0,0 0 0,-1 0 0,1-1 0,0 1 0,0 0 0,0 0 0,0-1 0,0 1 0,0-1 0,0 1 0,0-1 0,0 1 0,0-1-1,0 1 1,1-1 0,-1 0 0,0 0 0,0 0 0,0 1 0,3-2 0,19 3-9,0-2 0,1-1 0,-1-1 0,0-1 0,0-1 0,0-1 0,26-9 0,35-17-857,59-20-949,-118 44-648,48-6 1,-48 11-2812,0-4-3937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8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4130,'0'0'8534,"4"-5"-7747,11-16-226,-15 21-555,0-1 1,0 1 0,0 0 0,0 0-1,0-1 1,1 1 0,-1 0 0,0 0-1,0-1 1,0 1 0,0 0-1,1 0 1,-1 0 0,0 0 0,0-1-1,1 1 1,-1 0 0,0 0-1,0 0 1,0 0 0,1 0 0,-1 0-1,0-1 1,1 1 0,-1 0-1,0 0 1,0 0 0,1 0 0,-1 0-1,0 0 1,0 0 0,1 0-1,-1 0 1,0 0 0,0 0 0,1 1-1,-1-1 1,0 0 0,0 0 0,1 0-1,3 12 180,-4-11-170,11 61 1240,4 108 0,-13 69 1315,-2-146-1742,0 185 404,-1-272-1215,1 0 0,1 1 0,-1-1 0,1 0 0,0 0 0,3 8 0,-4-13-16,1 0 0,-1 0 1,1 0-1,-1 0 0,1 0 0,0 0 0,-1 0 1,1 0-1,0-1 0,-1 1 0,1 0 0,0 0 1,0-1-1,0 1 0,0 0 0,0-1 0,0 1 0,0-1 1,0 1-1,0-1 0,0 0 0,0 1 0,0-1 1,0 0-1,0 0 0,0 0 0,0 0 0,1 0 1,-1 0-1,0 0 0,0 0 0,0 0 0,0 0 1,0-1-1,0 1 0,0 0 0,0-1 0,0 1 1,0-1-1,1 0 0,-1 1-13,0-1 0,0 1 1,0-1-1,0 0 0,0 1 0,0-1 0,0 0 1,-1 0-1,1 0 0,0 1 0,-1-1 0,1 0 0,0 0 1,-1 0-1,1 0 0,-1 0 0,1 0 0,-1-2 1,6-16-1121,-1-1 1,0 0 0,-2-1 0,0 1 0,-2-1 0,0 1 0,-1-1 0,-1 0 0,-4-23-1,0 25-2223,-11-29 0,16 47 3321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8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9268,'0'0'689,"33"2"-137,-7 0-267,-9-2-61,1 1 1,-1 0-1,0 1 0,1 2 1,-1-1-1,-1 2 1,1 0-1,-1 1 0,0 1 1,28 16-1,-23-10-31,-1 2-1,-1 0 1,0 2-1,-1 0 1,16 19-1,-25-24-43,0 0 0,-1 0-1,0 1 1,-1 0-1,0 0 1,-1 0 0,-1 1-1,0 0 1,6 28-1,-7-13 138,-2-1-1,0 1 0,-2 1 0,-1-1 1,-2 0-1,0-1 0,-2 1 0,-1-1 1,-2 0-1,0 0 0,-2 0 1,-1-2-1,-28 50 0,10-27-50,-2-2 0,-2-1 1,-3-1-1,-1-2 0,-2-2 0,-44 37 0,76-72-221,3-2-22,1 0 0,-2-1 0,1 0 0,0 1 0,0-1 0,-1-1 0,0 1 0,0-1 0,1 0 0,-1 0 0,-1 0 0,1 0 0,-6 0-1,10-2 3,1 0-1,0 0 0,0 0 0,0 0 1,0 0-1,-1 0 0,1 0 0,0 0 1,0 0-1,0 0 0,0 0 0,-1 0 1,1 0-1,0 0 0,0 0 0,0 0 1,0 0-1,0 0 0,-1 0 0,1 0 1,0-1-1,0 1 0,0 0 0,0 0 1,0 0-1,0 0 0,0 0 0,-1 0 1,1-1-1,0 1 0,0 0 0,0 0 1,0 0-1,0 0 0,0-1 0,0 1 1,0 0-1,0 0 0,0 0 0,0 0 1,0-1-1,0 1 0,0 0 0,0 0 0,0 0 1,0-1-1,-1-65-4102,1 24-1112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9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8628,'0'0'6627,"21"216"-4066,-21-140-400,0-10-960,0-19-481,0-13-112,0-12-416,0-15-144,0-29-2016,0-19-2322,0-9-3650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9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16087,'0'0'2145,"303"7"-2097,-146-7-48,-4 0-48,-17-7-4386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1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19 5234,'0'0'5584,"0"-4"-4834,0-10-221,0 17 34,0 33-276,-7 324 2811,0-3-676,7-352-2354,0 0-1,0 0 1,1 0 0,0 0-1,1 6 1,-2-10-66,0 0 1,1 0-1,-1 0 0,0-1 1,1 1-1,-1 0 0,1 0 0,0 0 1,-1 0-1,1-1 0,0 1 1,-1 0-1,1 0 0,0-1 1,0 1-1,-1-1 0,1 1 0,0-1 1,0 1-1,0-1 0,0 1 1,0-1-1,0 0 0,0 1 1,0-1-1,0 0 0,0 0 0,0 0 1,1 0-1,-1-11-4020,-1-6-1606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1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3 6931,'0'0'2271,"38"-1"-636,118 0-472,-147 1-1074,0 0 0,0 1-1,0 0 1,0 1 0,-1 0-1,13 4 1,-17-4-25,0 1 1,1-1-1,-1 1 0,0 0 0,-1 0 1,1 0-1,3 4 0,3 2 106,0 1 51,0 0 0,0 1 1,-1 0-1,-1 1 0,0 0 1,-1 0-1,0 0 0,0 1 1,-2 0-1,1 0 0,-2 1 1,5 22-1,-4-7-2,-1-1-1,-2 1 1,-1 0-1,-2 0 1,-4 37-1,1-42-179,-1-1 0,-1 0-1,0 0 1,-2 0-1,-1-1 1,-1-1 0,-1 1-1,0-2 1,-15 21 0,3-10-18,0-1-1,-2-2 1,-1 0 0,-56 46 0,67-63-17,-1 1 0,0-2-1,-1 0 1,0-1 0,-19 7-1,25-12-6,1 0 0,-1-1 0,0-1 0,1 0 0,-1 0 0,0-1 0,0-1 0,0 0 0,-1 0 1,-11-3-1,23 3-26,-1 0 0,0 0 1,1 0-1,-1-1 0,0 1 1,1 0-1,-1 0 0,0-1 1,1 1-1,-1 0 0,1-1 1,-1 1-1,1-1 0,-1 1 1,1-1-1,-1 1 1,1-1-1,-1 1 0,1-1 1,0 1-1,-1-1 0,1 0 1,0 1-1,0-1 0,-1 0 1,1 1-1,0-2 0,-1-18-508,2 13 196,-2-9-519,1 10 100,0 0 1,0 0-1,0-1 1,1 1 0,0 0-1,2-10 1,0 10-546,0 0-1,0 1 1,0-1 0,5-5 0,-8 11 1300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2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 6787,'0'0'8404,"23"-5"-7753,74-14-230,-92 18-351,0 1-1,0-1 0,1 1 0,-1 0 0,0 0 1,0 0-1,0 1 0,10 2 0,-13-3-26,0 1 0,0 0 0,-1 0 0,1 0 1,0 0-1,0 0 0,0 1 0,-1-1 0,1 0 0,0 1 0,-1-1 0,1 1 0,-1 0 0,0-1 0,2 3 0,-1 3 53,1-1 0,-1 1 0,-1-1 0,1 1-1,-1 0 1,0 0 0,-1 0 0,0 0 0,0 9 0,0-16-96,-1 8 71,1 1-1,-1 0 1,-1-1 0,0 0-1,0 1 1,0-1 0,-1 0-1,-1 0 1,1 0 0,-1-1 0,-8 13-1,-5 3 116,-1-1 0,-26 24 0,-16 21 97,58-65-258,0 1 1,1-1 0,-1 1 0,1-1-1,0 1 1,-1 0 0,1-1 0,1 1-1,-1 0 1,-1 3 0,2-5-10,0 0 0,0 0 0,0-1 0,0 1 0,1 0 0,-1 0 0,0 0 0,0-1 0,0 1 0,1 0 0,-1 0 0,0-1 0,1 1 0,-1 0 0,0-1 0,1 1 0,-1 0 0,1-1 0,-1 1 0,1-1 0,-1 1 0,1-1 0,0 1 0,-1-1 0,1 1 0,0-1 0,-1 1 0,1-1 0,0 0 0,0 1 0,-1-1 0,1 0 0,0 0 0,0 0 0,0 0 0,-1 1 0,1-1 0,1 0 0,129 2 597,-72-3-506,-32-1-15,32-4-1,-17 0-1430,0 4-3977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3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12 4290,'0'0'5720,"0"-3"-5251,0-6-326,0 10-16,0 19 117,0 41 499,-1 134 1557,3 205 770,-2-399-3065,4 36 219,-4-36-217,1 0 0,-1 0 0,0 0-1,0 0 1,1 0 0,-1 0 0,1 0-1,-1 0 1,1 0 0,-1 0 0,1 0 0,0 0-1,-1 0 1,1 0 0,0-1 0,0 1 0,-1 0-1,1-1 1,0 1 0,0 0 0,0-1-1,0 1 1,0-1 0,0 1 0,0-1 0,0 0-1,0 1 1,0-1 0,2 0 0,-3 0-27,0 0 0,1 0 0,-1 0 0,0 0 0,1 0 0,-1 0 0,0 0 1,1 0-1,-1-1 0,0 1 0,1 0 0,-1 0 0,0 0 0,0-1 0,1 1 0,-1 0 1,0 0-1,0 0 0,1-1 0,-1 1 0,0 0 0,0-1 0,0 1 0,1 0 0,-1-1 1,0 1-1,0 0 0,0-1 0,0 1 0,0 0 0,0-1 0,0 1 0,0 0 1,0-1-1,0 1 0,0 0 0,0-1 0,0 1 0,0 0 0,0-1 0,0 1 0,0 0 1,0-1-1,0-32-2656,0-8-2380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3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8340,'0'0'883,"31"-7"-510,0 0-208,14-4 348,1 2 1,66-4-1,-48 9 141,84 6-1,-142-1-595,0 0-1,0 0 0,0 0 0,-1 0 0,1 1 1,0 0-1,-1 0 0,1 1 0,-1 0 0,0 0 1,0 0-1,0 0 0,0 1 0,-1 0 0,1 0 1,-1 0-1,0 1 0,0-1 0,-1 1 0,5 7 1,-2-2 117,-1 0 1,-1 1-1,0 0 1,0 0-1,-1 0 1,0 0-1,-1 1 1,0-1-1,-1 21 0,-3 94 974,0-107-1014,-1-1 1,0 0-1,-1 0 0,-13 32 0,-6-2 28,-2-1-1,-2-1 0,-2-1 0,-45 53 0,53-72-140,0-2 0,-2 0 0,-45 36-1,57-52-28,1-1-1,-1 0 1,0 0-1,0-1 1,-1-1-1,0 0 1,0 0-1,0-1 1,-1-1-1,1 0 1,-1-1-1,-22 2 1,34-4-72,0 0 1,0 0 0,0 0 0,0 0 0,0 0 0,0 0-1,0 0 1,0 0 0,0-1 0,0 1 0,0 0-1,0-1 1,0 1 0,0-1 0,0 1 0,0-1-1,0 1 1,1-1 0,-1 1 0,0-1 0,0 0-1,1 0 1,-1 1 0,0-1 0,1 0 0,-1 0 0,1 0-1,-1 0 1,1 0 0,-1 1 0,1-1 0,-1 0-1,1 0 1,0 0 0,0 0 0,0 0 0,-1-1-1,1 0 1,-1-31-4657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3.9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7491,'0'0'8308,"7"163"-7379,-7-100-97,0-3-208,0-4-320,0-21-191,0-7-49,0-12-64,0-10-64,0-47-12278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4.2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5795,'0'0'9508,"185"-28"-9204,-81 28 0,5 0-112,2 0-80,-6 0-112,-18 0-624,-21 0-6115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5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11493,'0'0'6486,"11"0"-6113,352 0 436,-283 0-4162,0 0-3659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5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6755,'0'0'1569,"31"185"448,-17-103-353,-10 2-671,3 7-545,-7-12-368,0-10-80,0-19-304,0-18-9348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2.0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7171,'0'0'9717,"21"6"-9269,31-6-96,18 0-288,17 0 32,11 0-96,3 0-480,-10 0-5587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7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2849,'0'0'1113,"0"38"688,0 128-19,-1-130-588,9 72-1,-5-97-954,-1 0-1,1 0 0,1-1 0,0 0 0,0 1 0,1-2 0,1 1 0,8 12 0,-12-19-105,1 1 0,0-1 1,-1 0-1,1 0 0,1-1 0,-1 1 0,4 2 1,-5-4-98,-1 0 1,1 0-1,0 0 1,0 0-1,-1 0 1,1-1-1,0 1 1,0-1-1,0 0 1,-1 1 0,1-1-1,0 0 1,0 0-1,0 0 1,0 0-1,0 0 1,2-1-1,-3 0-43,-1 0-1,1 1 0,-1-1 1,1 0-1,-1 0 0,1 0 1,-1 0-1,0 0 0,1 1 1,-1-1-1,0 0 0,0 0 1,0 0-1,0 0 0,1 0 1,-2 0-1,1 0 0,0 0 1,0 0-1,0-1 0,0-4-303,3-93-7578,-3 58 4357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8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1 378 1921,'23'1'500,"-14"-1"-296,-1 1 1,1-1-1,0-1 1,-1 0-1,15-3 1,-21 4-165,-1-1 1,0 1-1,0-1 1,0 1-1,0-1 1,1 1-1,-1-1 0,0 0 1,0 0-1,0 0 1,0 0-1,-1 0 1,1 0-1,0 0 1,0 0-1,0 0 1,0-1-1,-1 0 22,1 0 0,-1 0 0,1 1 0,-1-1-1,0 0 1,0 0 0,0 0 0,0 0 0,0 0 0,0 0-1,0 0 1,-1 0 0,1 1 0,-2-4 0,-10-35 1008,-7-40 1,16 65-848,2 0-1,-1 0 1,2 0 0,0 0 0,0 0-1,5-19 1,-4 30-170,0 0-1,0 1 1,1-1-1,0 1 1,0-1 0,0 1-1,0 0 1,0 0-1,1 0 1,0 0-1,-1 0 1,1 0 0,0 1-1,0-1 1,0 1-1,1 0 1,-1 0-1,0 0 1,1 0 0,5-1-1,2-1 143,1 0-1,1 0 0,-1 1 1,0 1-1,15-1 0,-14 1-68,1 2 0,-1-1 0,0 2 0,20 2-1,-27-1-114,0-1-1,0 1 1,0 0-1,-1 0 1,1 1-1,-1 0 1,1 0-1,-1 0 1,0 1-1,0-1 1,8 8 0,-1 1 73,-1-1 0,0 2 1,0 0-1,-1 0 0,-1 1 1,-1 0-1,1 0 0,-2 1 1,0 0-1,-1 0 1,-1 1-1,0 0 0,-1 0 1,-1 0-1,3 28 0,-5 70 573,-2-98-563,-1 0 0,-1-1 0,0 1-1,-1-1 1,-8 20 0,-1-6 140,-1 1 0,-2-2 0,-1 0 1,-33 42-1,36-53-60,0 0-1,-2-2 1,0 0 0,0 0 0,-1-2-1,-1 0 1,-36 20 0,51-32-131,1 0 0,-1 1 0,0-1 0,0-1-1,1 1 1,-1 0 0,0-1 0,0 1 0,0-1 0,-3 0 0,5-15-128,5-12-1319,13-6-2317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08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35 5507,'0'0'6845,"0"-4"-6372,0 3-449,-1 1 1,1-1 0,0 0 0,0 1 0,0-1 0,0 0 0,0 1 0,0-1 0,0 0 0,0 1 0,0-1-1,0 0 1,1 1 0,-1-1 0,0 0 0,0 1 0,1-1 0,-1 1 0,0-1 0,1 1 0,-1-1 0,0 0-1,1 1 1,-1-1 0,1 1 0,-1-1 0,1 1 0,23-7 808,-17 5-688,11 0 523,0 0 0,27 1 0,-40 1-610,-4 0-35,0 0 0,0 0-1,-1 1 1,1-1 0,0 0-1,0 0 1,0 1 0,0-1-1,-1 0 1,1 1 0,0-1 0,0 1-1,-1-1 1,1 1 0,0 0-1,-1-1 1,1 1 0,0 0-1,-1-1 1,1 1 0,-1 0-1,1-1 1,-1 1 0,0 0 0,1 0-1,-1 0 1,0 0 0,1-1-1,-1 1 1,0 0 0,0 1-1,2 33 573,-2-29-435,1 1-61,-1 1 0,0-1 0,0 0 0,-1 0 0,0 0 0,0 0 0,-1 0 0,1 0 0,-2 0 0,1 0 0,-1-1 0,0 1 0,0-1 0,-1 0 0,0 0 0,0 0 0,-5 6 0,1-4 56,-11 13 66,18-20-221,1-1 0,0 1 0,-1 0-1,1 0 1,0 0 0,-1-1-1,1 1 1,0 0 0,0 0 0,0 0-1,0-1 1,0 1 0,-1 0-1,2 0 1,-1 0 0,0 0 0,0 0-1,0-1 1,0 1 0,0 0 0,1 0-1,-1 0 1,0-1 0,1 1-1,-1 0 1,1 0 0,-1-1 0,2 2-1,6 7 26,1-1 0,0 0 0,18 10-1,16 15 13,-31-22-37,-1 0 0,0 1 1,15 21-1,-22-27-1,0 0 0,0 1 0,-1-1 1,0 1-1,0-1 0,-1 1 0,0 0 1,0 0-1,-1 1 0,2 11 0,-3-14 4,1 3 5,-1 0-1,0 0 1,0 1 0,-3 11-1,2-17 15,0 0 0,0 0-1,0 1 1,-1-1-1,1-1 1,-1 1 0,0 0-1,0 0 1,0-1 0,0 1-1,0-1 1,-1 1 0,1-1-1,-5 3 1,-5 3 80,-1 0 1,0-2 0,0 1-1,0-2 1,0 0 0,-1 0-1,-15 2 1,10-3-86,1-1 0,-1 0 1,-1-2-1,-34-1 0,52 0-73,-1 0 0,1-1 0,0 1 0,0 0 0,-1-1 0,1 0 0,0 1 0,0-1 0,0 0 0,0 0 0,0 0 0,0-1 0,0 1 1,0 0-1,-2-3 0,2 1-343,-1 0 1,1-1 0,0 1-1,0-1 1,0 0 0,0 0-1,-1-4 1,-12-40-5781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0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28 402 7299,'0'0'8460,"-4"0"-7790,-20 0 1539,25-26-2164,2 17-121,5-21-238,-2 0-1,0 0 1,2-56-1,-8-104-888,0 189 1174,0 15-131,0 806 3556,0-811-3348,-1-3 31,1 0 0,0 0 0,0 0 0,1 0 0,0 0 0,0 0 0,0 0 0,1 0 0,3 8 0,-5-14-80,0 0 0,0 0 0,0 0 1,0 0-1,0 0 0,0 0 1,0 0-1,1 0 0,-1 0 0,0 0 1,0 0-1,0 0 0,0 0 0,0 0 1,0 0-1,0 0 0,0 0 1,0 0-1,0 0 0,0 0 0,0 0 1,0 0-1,0 0 0,1-1 0,-1 1 1,0 1-1,0-1 0,0 0 1,0 0-1,0 0 0,0 0 0,0 0 1,0 0-1,0 0 0,0 0 0,0 0 1,0 0-1,0 0 0,0 0 1,1 0-1,-1 0 0,0 0 0,0 0 1,0 0-1,0 0 0,0 0 1,0 0-1,0 0 0,0 0 0,0 0 1,0 0-1,0 1 0,0-1 0,0 0 1,0 0-1,0 0 0,0 0 1,0 0-1,1-10-637,-1-92-7021,0 62 2083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0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 8948,'0'0'2492,"30"-4"-1265,97-10-715,-119 13-472,0 0-1,0 1 0,0 0 0,0 0 0,0 1 0,0 0 0,0 0 1,0 1-1,0 0 0,0 0 0,-1 1 0,1 0 0,-1 0 1,0 1-1,0 0 0,0 0 0,0 1 0,-1 0 0,7 6 1,0-1 86,5 4 134,-1 1 0,0 0 1,-2 1-1,25 31 0,-33-36-113,0-1 0,0 1 0,-1 1 0,-1-1 0,0 1 1,0 0-1,-1 0 0,-1 1 0,4 22 0,-5-14-94,0 1 1,-2-1-1,0 1 0,-1-1 1,-1 1-1,-1-1 1,-1 0-1,-1 0 0,-1 0 1,-1 0-1,0-1 0,-18 32 1,4-18-28,-1-1 1,-2 0 0,-2-2-1,0-1 1,-2-1 0,-62 50-1,81-73-20,1 1 0,-1-2 0,0 1 0,-1-1-1,1-1 1,-1 1 0,0-2 0,0 1-1,0-1 1,0-1 0,-18 2 0,27-4-18,1 0 1,-1 0 0,1-1 0,-1 1-1,1 0 1,-1-1 0,1 1-1,-1 0 1,1-1 0,-1 1-1,1-1 1,-1 1 0,1-1-1,0 1 1,-1 0 0,1-1-1,0 0 1,-1 1 0,1-1-1,0 1 1,0-1 0,0 1-1,0-1 1,-1 1 0,1-1-1,0 0 1,0 1 0,0-1-1,0 1 1,0-1 0,0 0-1,1-27-1519,-1 19 568,0-36-4435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1.0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50 6707,'0'0'7059,"7"-7"-6680,-3 2-285,-1 2-50,0 0 0,0 0 0,0 0 0,1 0-1,-1 1 1,1-1 0,-1 1 0,1 0 0,0 0 0,0 0 0,0 1 0,0-1 0,0 1 0,5-1-1,10 0 267,0 1-1,1 1 1,29 3-1,-47-3-271,0 1 0,0-1 0,0 1 0,0 0 0,0 0 0,0 0 0,0 0 0,0 0 0,0 1 0,0-1 0,0 0 0,-1 1 0,1-1 0,0 1 0,-1 0 0,0 0 0,1-1-1,-1 1 1,0 0 0,0 0 0,0 0 0,0 0 0,0 0 0,0 1 0,-1-1 0,1 4 0,1 5 118,0 1 1,-1-1-1,-1 22 0,0-21-74,0-5-55,-1-1-1,0 0 1,-1 1 0,1-1-1,-1 0 1,0 0 0,0 0-1,-1 0 1,0-1 0,0 1-1,-1 0 1,-4 5 0,-8 9 134,-31 31 1,21-24-66,8-8-20,8-10-19,1 1 0,1 0-1,-1 0 1,-12 24 0,20-34-44,1 1 0,-1 0 0,1-1 0,0 1 0,-1 0 0,1-1 1,0 1-1,-1 0 0,1 0 0,0-1 0,0 1 0,0 0 0,0 0 0,0 0 1,0-1-1,0 1 0,0 0 0,0 0 0,0-1 0,0 1 0,1 0 0,-1 0 1,0-1-1,0 1 0,1 0 0,-1 0 0,0-1 0,1 1 0,-1 0 0,1-1 1,-1 1-1,1-1 0,-1 1 0,1-1 0,0 2 0,2-1 59,0 0 0,0 1-1,1-1 1,-1 0 0,0 0-1,6 0 1,-2 1 13,40 5 110,0-2-1,0-2 1,69-5-1,-32 0-225,-75 3-178,10-2 142,-19 1-118,1 0 1,-1 0-1,1 0 0,-1-1 1,0 1-1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2.4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 4866,'0'0'4856,"-3"-5"-4043,-9-16-452,10 27-109,1 10-104,-2 661 8781,3-676-8917,0 0 1,-1 0-1,1 0 0,0 0 0,0-1 0,1 1 1,-1 0-1,0 0 0,0 0 0,0 0 0,1 0 1,-1 0-1,0 0 0,1 0 0,-1 0 0,1 0 0,-1-1 1,1 1-1,0 0 0,-1 0 0,1-1 0,1 2 1,-1-1-2,1-1-1,0 1 1,-1-1 0,1 0 0,0 1 0,-1-1 0,1 0 0,0 0 0,3 0 0,1 0-30,-2-5-314,-2-9-1555,-1-1 0,0-26 1,-1 23-299,0-24-3729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2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17 8580,'0'0'968,"30"-4"-642,100-8 592,-122 11-831,0 1 1,0 0 0,0 1 0,0 0 0,0 0-1,-1 1 1,1 0 0,0 0 0,-1 0 0,1 1 0,12 7-1,-10-3 44,-1 1 0,1-1 0,-1 2 0,-1-1 0,10 12 0,-15-16-74,6 6 183,-1 2-1,0-1 0,-1 1 0,0 0 0,-1 1 0,0-1 0,-1 1 0,0 1 1,-1-1-1,4 27 0,-6-22-30,0 0 1,-1 0 0,-1 0-1,-1 1 1,-1-1-1,0-1 1,-1 1 0,-6 18-1,-1-8 47,0-1 0,-2-1 0,-26 44 0,8-23 14,-38 43 0,-32 22-49,89-101-208,-1-1-1,1 0 1,-2 0 0,0-2-1,0 0 1,0 0 0,-21 8-1,29-14-13,0-1 0,1 0 0,-1 0 0,0 0 0,0 0 0,-6 0-1,11-1 2,0 0 0,-1 0 0,1 0 0,0 0 0,0 0 0,-1 0 0,1 0 0,0 0 0,0 0 0,-1 0 0,1 0 0,0 0 0,0 0 0,-1 0 0,1 0 0,0-1 0,0 1 0,0 0 0,-1 0 0,1 0 0,0 0 0,0 0 0,0-1 0,-1 1 0,1 0 0,0 0 0,0 0 0,0 0 0,0-1 0,0 1 0,-1 0 0,1 0 0,0-1 0,-2-26-1284,5-4-3554,9 14-1976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13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6499,'0'0'7812,"14"230"-5924,-14-136-431,-7 3-320,-7-15-401,3-10-544,8-25-192,3-13-16,0-12-1120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2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3490,'0'0'7179,"3"1"-6563,-2 0-577,0 0-1,0 0 1,1 0-1,-1 0 1,0 1-1,0-1 1,0 1 0,0-1-1,0 1 1,-1-1-1,1 1 1,0-1-1,-1 1 1,1 0-1,-1-1 1,0 1-1,1 0 1,-1-1 0,0 1-1,0 0 1,0-1-1,0 1 1,-1 2-1,2 6 139,3 291 4603,-4-77-2583,0-218-2166,5 51 181,-5-54-203,1 1 0,-1-1 1,1 0-1,0 1 0,1-1 0,-1 0 0,0 0 0,1 0 1,0 0-1,0 0 0,0 0 0,4 5 0,-5-7 2,-1-15-2775,-5-42-4935,-4 19 2011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2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6947,'0'0'3802,"35"14"-2623,109 48-322,-139-60-804,0 0 1,0 1-1,-1 0 1,1 0-1,-1 0 1,1 0-1,-1 1 1,0 0-1,0 0 1,-1 0-1,1 0 1,-1 0 0,0 1-1,0 0 1,0-1-1,-1 1 1,1 0-1,-1 0 1,-1 1-1,3 6 1,1 4 129,0 5 168,0 0 1,-1 0-1,-1 1 0,-1-1 1,-2 41-1,0-51-248,-1 5 96,0 1 0,-1-1 0,-1 1 0,0-1 0,-1 0 0,-1 0-1,-11 26 1,2-13 18,-2-1 1,0-1-1,-21 25 0,28-41-241,0 0 0,-22 19 0,21-28-715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3.2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6131,'0'0'6067,"5"-3"-5686,-3 2-270,21-10 76,0 8 2773,-21 7-2243,0 28 91,-3 37 1,1-21-433,0-44-370,0 0 0,1 0 0,0-1-1,0 1 1,0-1 0,0 1 0,1-1 0,-1 1-1,1-1 1,0 0 0,0 0 0,0 0 0,1 0-1,-1 0 1,1 0 0,-1 0 0,1-1 0,0 1-1,5 2 1,1 3 22,1 1-6,-7-8-16,-1 1 0,0 0 0,0 0 0,0 0 0,0 0 0,0 0 1,0 0-1,0 0 0,0 1 0,-1-1 0,1 1 0,-1-1 0,0 1 0,0 0 0,0-1 0,1 6 1,-1 2 138,0-1 0,0 1 0,-1 0 0,-1 10 0,0-16-83,0 0 0,1 0 0,-1 0-1,-1 0 1,1 0 0,0 0 0,-1-1-1,0 1 1,0 0 0,0-1 0,0 1 0,-4 2-1,4-2-140,-1-1-1,0 0 1,0 0-1,0 0 1,0 0 0,0 0-1,-1-1 1,1 0-1,-1 0 1,1 1-1,-1-2 1,0 1-1,0 0 1,0-1-1,0 0 1,0 0 0,0 0-1,0-1 1,-1 1-1,1-1 1,0 0-1,-6 0 1,9-1-171,-1 1-1,1 0 1,0 0 0,0-1-1,0 1 1,0 0 0,0-1-1,0 1 1,0-1 0,1 0-1,-1 1 1,0-1 0,0 0-1,0 1 1,0-1 0,0-1 0,-14-28-8090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3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 2 8084,'0'0'5656,"-12"0"-5181,3-1-380,3 1-32,-1 0 0,1 0 0,-1 0 0,0 1 0,1-1 0,-1 2 0,1-1 0,-1 1 0,1 0 0,0 0 0,-7 4 0,4 0 70,-1 1 1,1 1 0,0-1 0,0 2 0,1-1-1,0 1 1,0 0 0,1 1 0,1 0 0,-9 16-1,6-9 132,2 1 1,-1 0-1,2 0 0,1 1 0,-6 33 0,5 12 1113,3 93-1,3-106-818,0-38-395,0 1-1,1 0 1,1-1 0,0 1-1,1-1 1,1 0 0,7 20-1,-8-27-125,0 1 0,1-1 0,-1 0 0,2 0 0,-1 0 0,1 0-1,0-1 1,0 1 0,0-1 0,1-1 0,-1 1 0,1-1 0,1 0 0,-1 0-1,11 4 1,-7-4-6,0-1 0,0 0 0,0 0 1,0-1-1,15 1 0,-22-3-104,1 1 1,-1-1 0,1 0 0,0 0 0,-1-1-1,1 1 1,0-1 0,-1 1 0,1-1 0,-1 0-1,1-1 1,-1 1 0,0 0 0,1-1 0,-1 0-1,0 0 1,0 0 0,5-4 0,9-26-2952,-5-2-2481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4.2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6099,'0'0'7937,"1"2"-7601,6 29 566,4 60-1,-2-20 111,25 207 2659,-33-187-3786,-1-90-152,0-16-1315,0-50-55,0 1-5319,0 42 1089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4.6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61 3458,'0'0'10570,"33"-11"-10127,104-31-243,-132 41-190,1-1 1,0 1-1,-1-1 0,1 1 1,0 1-1,0-1 1,0 1-1,0 0 1,10 2-1,-14-1-4,1 0 1,-1 1-1,1-1 0,-1 1 0,1-1 0,-1 1 1,0 0-1,1 0 0,-1 0 0,0 0 1,-1 0-1,4 4 0,-4-4 1,8 9 138,-1 1 0,-1-1 0,0 2-1,-1-1 1,0 1 0,-1 0 0,0 0 0,-1 0 0,-1 1 0,4 23 0,-2 14 990,-2 81 0,-4-92-752,1-27-323,0-1 0,-1 1 0,-1-1 0,0 1 0,-1-1 0,0 0 0,-1 0 0,0 0 0,-1 0 0,0-1 0,-1 1 0,0-1 0,-1-1 0,0 1 0,-1-1 1,0-1-1,-12 13 0,14-16-61,-1 1 1,0-1 0,-1 0 0,1 0 0,-1-1 0,0 0-1,0 0 1,-1-1 0,1 0 0,-1-1 0,0 0 0,0 0-1,0-1 1,0 0 0,-12 1 0,9-2 11,-24-3-612,34 1 473,1 1 0,0 0 1,-1-1-1,1 1 0,0-1 1,0 0-1,-1 1 0,1-1 0,0 0 1,0 0-1,0 0 0,0 0 1,0 0-1,0 0 0,0 0 1,0 0-1,1 0 0,-1 0 1,0-1-1,0 1 0,1 0 1,-1-3-1,-3-22-3319,3-2-2180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5.0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2 12870,'0'0'4642,"2"-1"-4501,-1 1-135,-1 0-1,0 0 0,0 0 0,0 0 0,1 0 0,-1-1 1,0 1-1,0 0 0,1 0 0,-1 0 0,0 0 0,1 0 0,-1 0 1,0 0-1,0 0 0,1 0 0,-1 0 0,0 1 0,0-1 1,1 0-1,-1 0 0,0 0 0,0 0 0,0 0 0,1 0 0,-1 0 1,0 1-1,0-1 0,1 0 0,-1 0 0,0 0 0,0 1 1,0-1-1,1 0 0,2 14 172,-3 25 243,-1-27-245,-1 3 88,0 1 0,-1-1 0,-1 0 0,-1 0-1,0 0 1,-11 22 0,9-23-30,1 0 1,0 1-1,1-1 0,1 1 0,1 0 0,0 1 0,-2 21 1,5-36-226,0 0 0,0 0 0,0 0 0,1 0 0,-1 0-1,0 0 1,0 0 0,0 0 0,1 0 0,-1-1 0,1 1 0,-1 0 0,1 0 0,-1 0 0,1-1 0,-1 1 0,1 0 0,-1 0 0,1-1 0,0 1 0,0-1 0,-1 1 0,1-1 0,0 1 0,0-1 0,0 1 0,-1-1 0,1 1 0,0-1 0,0 0 0,1 1 0,33 0 73,-24-1-52,-3 0-122,0-1 0,0 0 0,1 0 0,-1-1-1,0 0 1,0 0 0,0-1 0,-1 0 0,1-1 0,8-4 0,25-21-2890,-2-6-4004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5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2017,'0'0'12069,"195"34"-11412,-111-34-657,3 0-80,-14 0-1345,-17 0-5266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5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5330,'0'0'12454,"115"0"-12342,-73 0-96,-4 0-16,-3 0 0,-7 0-272,-7 0-1601,-7 0-768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6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5250,'0'0'5667,"0"176"-2962,0-101-656,0-9-512,0-6-577,0-22-447,0-10-305,0-16-160,0-5-48,0-48-13831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6.8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508 114 4578,'0'0'6699,"-8"-16"-6557,-28-50-116,34 63-24,1 1 0,-1 0 0,1 0 0,-1 0 0,0 0 0,0 0 0,0 0 0,0 0 0,0 1 0,0-1 0,-1 1 0,1-1 0,0 1 0,-1 0 0,1 0 0,-1 0 0,1 0 0,-1 1 0,0-1-1,1 1 1,-1-1 0,0 1 0,1 0 0,-1 0 0,0 0 0,-3 1 0,-4-1 17,-129 0 1067,132 1-1034,0 0-1,1 0 1,-1 1-1,1-1 1,-1 1 0,1 1-1,0-1 1,-1 1-1,-8 6 1,0 0 45,1 1-1,-22 19 1,27-20 20,0 1 0,1 0 0,0 1 1,0-1-1,1 1 0,1 1 0,0 0 0,-5 12 0,4-4 170,0 0 0,1 0 0,2 1 0,-4 24 0,4 0 693,2 1 0,6 74 0,-2-105-758,0 0 0,1 0 1,1 0-1,1 0 0,0 0 0,1-1 1,0 0-1,1 0 0,16 23 0,-17-28-150,0-1 0,0-1 0,1 1 0,0-1 0,1 0 0,-1-1 1,1 0-1,0 0 0,1 0 0,0-1 0,-1-1 0,2 1 0,-1-1 0,0-1 0,1 0 0,12 3 0,-4-4-29,0 0-1,0-1 1,0-1 0,0 0 0,0-1-1,32-7 1,-38 5-80,1-1 1,-1 0-1,0 0 0,-1-2 1,1 1-1,-1-1 0,0-1 1,0 0-1,-1-1 0,13-11 1,-11 7-495,-1-1 0,0 0 1,0 0-1,-2-1 0,0-1 1,0 1-1,-1-1 0,-1-1 0,6-18 1,-5 8-334,-1-1 0,-2 1 0,0-1 0,-2 0 1,-1-29-1,-1 19-15,1-20-209,-6-67 0,3 117 1330,0 1 1,-1-1-1,1 0 1,-1 1-1,-1-1 1,1 1-1,-1 0 0,0 0 1,-8-11-1,9 14-24,0 0-1,-1 0 1,1 1 0,-1-1-1,1 1 1,-1 0-1,0 0 1,0 0 0,0 0-1,0 0 1,-1 0 0,1 1-1,0 0 1,-1 0-1,1 0 1,-1 0 0,1 0-1,-1 1 1,-6-1-1,-19 0 210,-23-1 211,48 2-853,1 0 0,-1 1 0,1-1 0,-1 1 1,1 0-1,0 0 0,-1 0 0,1 0 0,0 0 0,-6 4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7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 7571,'0'0'4101,"-2"34"-2764,-10 216 1621,8-24-69,4-214-2814,4 3 38,-4-15-148,0 1 1,1-1-1,-1 0 1,0 0-1,0 0 1,0 1-1,0-1 0,0 0 1,0 0-1,0 0 1,1 0-1,-1 1 1,0-1-1,0 0 0,0 0 1,0 0-1,0 0 1,1 0-1,-1 0 1,0 0-1,0 1 0,0-1 1,1 0-1,-1 0 1,0 0-1,0 0 1,0 0-1,1 0 0,-1 0 1,0 0-1,0 0 1,0 0-1,1 0 1,-1 0-1,0 0 0,0 0 1,0 0-1,1 0 1,-1-1-1,0 1 1,0 0-1,0 0 0,0 0 1,1 0-1,-1 0 1,0 0-1,0 0 1,0-1-1,0 1 0,1 0 1,-1 0-1,0 0 1,0 0-1,0-1 1,0 1-1,0 0 1,0 0-1,0 0 0,0 0 1,0-1-1,0 1 1,1 0-1,-1 0 1,0 0-1,0-1 0,3-18-3510,-2-9-2757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7.5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7860,'0'0'2195,"38"9"-506,124 34-139,-155-41-1465,1 0 1,-1 1-1,0 0 1,0 1-1,0-1 0,0 1 1,-1 1-1,0-1 0,1 1 1,-2 0-1,1 0 1,-1 1-1,1 0 0,-2 0 1,1 0-1,6 11 0,-3-4 110,3 4 136,-1 0-1,0 1 1,-2 0-1,0 1 1,-1-1-1,9 38 1,-14-46-216,0 1 0,-1-1 1,0 1-1,-1 0 0,0-1 0,-1 1 0,0 0 1,0-1-1,-1 1 0,-1-1 0,0 1 0,0-1 1,-1 0-1,-8 16 0,-1-7 16,0 0 1,-1-2-1,0 1 0,-2-2 0,-24 22 1,11-15-118,0-1 0,-54 30 0,51-39 150,16-12-1245,16-1 933,-1 0-1,1 0 1,0-1-1,-1 1 1,1 0-1,0 0 0,-1-1 1,1 1-1,-2-2-891,2 1 892,-1 1-1,1 0 1,0-1-1,0 1 1,0-1-1,0 1 1,-1-1-1,1 1 0,0 0 1,0-1-1,0 1 1,0-1-1,0 0 1,0-29-6319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7.9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7876,'0'0'10228,"14"210"-8867,-14-154-657,0-8-432,0-11-272,7-9 0,-3-15-720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8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0 272,'0'0'10773,"181"210"-8996,-146-119-961,-11 7-239,-17 2-65,-7-9-80,-14 0-224,-28-9 112,-10-13-256,3-19-64,4-22-160,10-15-224,14-13-3666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9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6851,'0'0'7862,"0"0"-7834,0 0-1,0 0 1,0 0-1,0 0 1,0 0-1,0 0 1,1 0-1,-1 0 1,0 0-1,0 0 1,0 0-1,0 0 1,0-1-1,0 1 1,0 0-1,0 0 1,1 0-1,-1 0 1,0 0-1,0 0 1,0 0-1,0 0 1,0 0-1,0 0 1,0 0-1,0 0 1,0-1-1,0 1 1,1 0-1,-1 0 1,0 0-1,0 0 1,0 0-1,0 0 1,0 0-1,0-1 1,0 1-1,0 0 1,0 0-1,0 0 1,0 0-1,0 0 1,0 0-1,0 0 1,0-1-1,0 1 0,0 0 1,0 0-1,0 0 1,0 0-1,-1 0 1,1 0-1,0 0 1,0-1-1,0 1 1,0 0-1,0 0 1,0 0-1,0 0 1,0 0-1,0 0 1,0 0-1,-1 0 1,1 0-1,0 0 1,0 0-1,0 0 1,0-1-1,9 0 184,1 0 1,-1 0-1,1 1 0,18 1 0,3 0-77,236-1-67,-266 0-214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49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6531,'0'0'8148,"133"6"-7684,-95 1 32,1-7-336,-8 0-160,-3 3 0,-7 3-1072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0.8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4466,'0'0'3001,"0"0"-2991,0 0 0,0 0 0,1-1 0,-1 1 0,0 0 0,0 0 0,0 0 0,0 0 0,0 0 0,1 0 0,-1 0 0,0 0 0,0 0 0,0 0 0,0 0 0,1 0 0,-1 0 0,0 0 0,0 0 0,0 0 0,0 0 0,0 0 0,1 0 0,-1 0 0,0 0 0,0 0 0,0 0 0,0 0 0,0 0 0,1 1 0,-1-1 0,0 0 0,0 0 0,0 0 0,0 0 0,0 0 0,0 0 0,0 0 0,1 1 0,-1-1 0,0 0 0,0 0 0,0 0 0,0 0 0,0 0 0,0 1 0,0-1 0,0 0 0,0 0 0,0 0-1,0 0 1,0 0 0,0 1 0,0-1 0,0 0 0,0 0 0,0 1 0,1 6 264,1 1 0,-2 0 0,1-1 0,-1 1 0,-1 12-1,0 16 920,3 54 871,21 279 2518,-23-363-4508,1 1 0,0 0 0,0-1 0,1 0 0,0 1-1,0-1 1,1 0 0,-1 0 0,8 11 0,-10-17-53,0 1-18,0-1 0,1 1-1,-1-1 1,0 0 0,0 1 0,1-1 0,-1 0-1,0 0 1,0 1 0,1-1 0,-1 0-1,0 0 1,1 1 0,-1-1 0,0 0 0,1 0-1,-1 0 1,1 0 0,-1 1 0,0-1-1,1 0 1,-1 0 0,1 0 0,-1 0 0,1 0-1,-1-14-3646,-5-7-512,-7-1-1170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6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60 4530,'0'0'6320,"0"-5"-5290,-1 3-982,1 1 31,-1-1-1,1 1 1,0-1 0,0 1 0,-1-1 0,1 1 0,0-1 0,0 0 0,0 1 0,1-1-1,-1 1 1,0-1 0,1 1 0,-1 0 0,1-1 0,-1 1 0,1-1 0,-1 1-1,1 0 1,0-1 0,0 1 0,0 0 0,0 0 0,0-1 0,0 1 0,0 0 0,0 0-1,0 0 1,1 0 0,-1 1 0,2-2 0,3 0 63,1 0 1,-1 0-1,1 1 0,0 0 1,0 0-1,-1 1 0,1 0 1,0 0-1,8 2 1,9-1-1,-8-1-113,0 1 0,-1 0 0,1 1 1,-1 1-1,1 1 0,-1 0 0,0 1 0,0 0 0,25 15 0,-32-16-24,-1 0-1,-1 1 1,1 0 0,-1 0-1,0 1 1,0 0-1,0 0 1,-1 0-1,0 0 1,0 1-1,-1 0 1,1 0-1,-2 0 1,1 1 0,-1-1-1,0 1 1,0 0-1,-1 0 1,0 0-1,1 14 1,-1 6 68,-2 0 0,-3 43 0,1-61-45,0 0 1,-1-1 0,0 0-1,-1 1 1,0-1 0,-1-1-1,-10 17 1,0-3 92,-32 34 1,33-41-104,0-1 0,-1 0 0,-27 19 0,35-28-15,0-1 1,-1 0 0,1-1-1,-1 1 1,1-1-1,-1-1 1,0 0-1,0 0 1,0 0-1,-1-1 1,-12 0 0,20-1-9,-1 0 1,1-1 0,-1 1 0,1 0-1,-1-1 1,0 0 0,1 1-1,0-1 1,-1 0 0,1 1 0,-1-1-1,1 0 1,0 0 0,0 0 0,-1 0-1,1-1 1,0 1 0,0 0 0,0 0-1,0-1 1,0 1 0,1 0 0,-1-1-1,0 1 1,1-1 0,-1 1 0,1-1-1,-1 1 1,0-4 0,-1-4-118,1 0 1,0 0-1,0-18 1,10 25-1445,10-3-502,5 2-1611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7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3666,'0'0'5698,"5"0"-5284,105 0 4676,-109 0-5057,0 1 0,0-1 0,0 1 0,0-1 0,0 1 0,0-1 0,0 1 0,0-1 0,0 1 0,0 0 0,0 0 0,0-1 0,-1 1 0,1 0 0,0 0 0,0 0 0,-1 0 0,1 0 0,-1 0 0,1 0 0,-1 0 0,1 0 0,-1 0 0,0 0-1,1 0 1,-1 0 0,0 1 0,0-1 0,0 0 0,0 0 0,0 2 0,1 48 596,-1-36-475,-1-8-112,1-1 0,-1 1-1,0 0 1,0-1 0,-1 1-1,0 0 1,0-1 0,-1 0-1,0 0 1,0 1 0,0-2-1,-5 8 1,0 3 113,10-15-260,-1-1 1,0 1 0,1-1 0,-1 1-1,0-1 1,1 0 0,-1 0 0,1 1-1,-1-1 1,0 0 0,1 0-1,-1 0 1,2-1 0,-2 1-32,32-1-574,-17 0 712,0 1 0,0 0 1,23 4-1,-37-4 34,0 1 1,0 0-1,0 0 1,0-1-1,0 1 1,0 0-1,-1 1 1,1-1 0,0 0-1,-1 1 1,1-1-1,0 1 1,-1-1-1,0 1 1,1-1-1,-1 1 1,0 0-1,0 0 1,0 0 0,0 0-1,0 0 1,0 0-1,-1 0 1,2 4-1,0 4 141,-1 0 0,0 0 0,0 19-1,-1-27-161,0 2-1,0-1-1,0 0 1,0 0 0,-1 1-1,1-1 1,-1 0 0,0 0-1,0 0 1,0 0 0,0 1-1,0-1 1,-1-1 0,1 1-1,-1 0 1,0 0 0,0-1-1,0 1 1,0-1 0,-4 4-1,-2-1 16,0 0-1,0 0 0,-1-1 0,1 0 0,-15 4 0,22-8-27,-10 4-8,0-1 0,0-1 1,-1 0-1,1 0 0,-1-1 1,-21-2-1,30 1-16,2 1-72,0-1 0,0 0-1,0 0 1,0 0-1,0 0 1,0 1-1,0-2 1,0 1-1,0 0 1,0 0-1,0 0 1,0 0-1,0-1 1,0 1-1,0 0 1,0-1-1,0 1 1,0-1-1,0 1 1,1-1-1,-1 1 1,0-1-1,0 0 1,0 0-1,1 1 1,-1-1-1,0 0 1,1 0-1,-1 0 1,1 0-1,-1 1 1,1-1-1,-1 0 1,1 0 0,0 0-1,-1 0 1,1 0-1,0 0 1,0 0-1,0 0 1,0 0-1,0-2 1,-2-29-5503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7.7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4306,'0'0'8449,"4"0"-7294,39 0 328,20-1-281,122 15 0,-162-11-1198,-13-1 4,0-1 0,-1 1 0,12 4-1,-14-4 421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8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3249,'0'0'4899,"-18"182"-3235,15-110 1074,3-3-737,0 0-112,0-6-625,0-22-319,0-13-449,14-12-336,0-16-16,0 0 16,-7 0-160,-7-29-2065,0-11-3650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39:58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497 114 5939,'0'0'4092,"-4"-13"-3993,-12-39-80,15 50-15,0 0-1,0 0 1,0 0 0,0 0 0,-1 0 0,1 0 0,-1 0 0,1 0 0,-1 1-1,0-1 1,1 1 0,-1-1 0,0 1 0,0-1 0,0 1 0,0 0 0,0 0-1,-1 0 1,1 1 0,-4-2 0,-6-3 21,4 3-20,-2-1 0,1 1 0,0 1 0,0 0 0,-1 0 0,1 0 0,0 2 0,-16 1 1,-8-1 34,23-1 11,0 0 0,0 1 0,-19 3 0,24-2 28,0 0 0,0 0 1,1 0-1,-1 0 1,0 1-1,1-1 0,0 1 1,0 0-1,-5 5 1,-13 10 476,15-13-463,1 0-1,-1 1 0,1 0 1,0 0-1,1 1 0,-9 11 1,-9 20 163,-26 47 219,42-73-247,2 0-1,-1 1 1,2-1 0,-1 1 0,2 0 0,0 0 0,1 0-1,0 1 1,0 20 0,1 14 309,0-8 158,8 69 0,-5-95-498,1-1 0,0 0 0,1 0 0,0 0 0,1 0 1,0-1-1,1 0 0,1 0 0,9 12 0,-12-17-91,1-1 0,0-1 0,0 1 0,0-1 0,1 1 0,0-2 0,0 1 0,0-1 0,0 0 0,1 0 0,0 0 0,0-1 0,0 0 0,0-1 0,0 0 0,0 0 0,1 0 0,9 0 0,23 1 100,-1-1 1,66-7-1,-93 3-223,1 0 1,-2-1-1,1-1 0,0 0 0,0 0 0,-1-1 1,0-1-1,0 0 0,-1 0 0,0-1 1,0 0-1,0-1 0,-1 0 0,0-1 0,0 0 1,-1 0-1,9-14 0,-7 8-125,0-1 0,0 0 1,-1-1-1,-2 0 0,1 0 0,-2-1 0,0 0 0,-1 0 1,-1 0-1,3-33 0,-5 5-249,-1 0-1,-6-50 1,4 83 382,-2 1 0,0-1 0,-1 0 0,0 1 0,0 0 0,-2 0 0,1 0 0,-1 0 0,-1 1 0,0 0 1,-1 1-1,0-1 0,-17-15 0,21 23-99,0 0 1,0 1 0,0-1 0,-1 1-1,1 0 1,-1 0 0,0 1-1,1 0 1,-1-1 0,0 1 0,0 1-1,0-1 1,1 1 0,-1 0 0,0 0-1,0 0 1,0 1 0,-6 1-1,3 4-2944,1 8-2278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0.2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0 4082,'0'0'4114,"-1"3"-3887,-2 2-171,1-1 0,-1 0 0,0 1 1,-1-1-1,-3 4 0,3-4 103,-1 1 0,1 1 0,0-1 0,1 0 0,-6 13 0,0 4 452,2 1 0,1 0-1,0 1 1,-3 45 0,4 101 1500,5-143-1842,0-10-28,1 1-1,0-1 1,1 1-1,1-1 1,1 0-1,12 32 1,-14-42-200,1 0-1,1-1 1,-1 0 0,1 1 0,0-1 0,0 0-1,1-1 1,0 1 0,0-1 0,0 0 0,1 0 0,-1-1-1,1 1 1,0-1 0,1-1 0,-1 1 0,1-1-1,-1 0 1,13 3 0,-9-3 1,1-2 0,-1 1 0,0-1 0,1-1 0,13 0 0,-20 0-117,0-1 0,0 1 0,0-1 0,0 0 0,0 1-1,0-2 1,0 1 0,-1 0 0,1-1 0,0 0 0,-1 0 0,1 0 0,-1 0 0,1 0-1,4-6 1,-4 2-775,0 1-1,0-1 1,-1 0-1,0 0 1,0 0 0,-1-1-1,0 1 1,2-8-1,1-19-6192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0.9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2 2865,'-2'-1'8490,"-2"7"-8168,2 7 77,1 0 0,0 0-1,1 1 1,1 15-1,1 12 128,-4 65 610,0-31-374,3 0 0,16 111 1,-16-179-724,-1-2 10,1 1 0,0-1 0,1 1 0,-1-1 1,1 0-1,0 1 0,5 8 0,-6-17 43,0 1 0,0-1 0,-1 0 0,0 0 0,1 1 0,-1-1 0,0-5 0,-2-31-1149,-2 0 0,-10-41-1,1 1-233,4 17 359,3 27 728,1 1 0,2-1-1,1 0 1,5-59 0,-2 92 221,0-1-1,-1 1 1,1 0 0,1-1 0,-1 1-1,0 0 1,0-1 0,1 1 0,0 0-1,-1 0 1,1 0 0,0 0 0,0 1-1,0-1 1,0 0 0,0 1-1,0-1 1,0 1 0,1 0 0,-1 0-1,1 0 1,-1 0 0,3-1 0,4 0 31,0-1 1,0 1 0,0 1-1,-1 0 1,15 0 0,-19 1-3,0 0 1,0 1-1,0-1 1,0 1-1,0 0 1,0 1-1,0-1 1,-1 1-1,1-1 1,0 1 0,-1 0-1,1 0 1,-1 1-1,0-1 1,0 1-1,0 0 1,4 5-1,4 5 163,-1 0 1,-1 1-1,8 16 0,-1-3 139,2 3 262,-2 0 0,26 63 0,-36-72-443,0 0 0,-1 0-1,0 1 1,-2-1 0,1 40 0,-4-33-21,1-17-89,0 0-1,-1 0 1,-1-1-1,0 1 1,0 0-1,-1-1 1,0 1-1,-1-1 1,0 0-1,-8 19 1,2-14 89,0-1-1,-19 22 1,24-31-121,-1-1 1,1 1-1,-1-1 0,0 0 0,0 0 1,0-1-1,-1 1 0,1-1 0,-1 0 1,-8 2-1,14-4-18,0-1 0,-1 0 0,1 0 0,0 0 1,-1 0-1,1 0 0,-1 0 0,1 0 0,0 0 0,-1 0 0,1 0 1,0 0-1,-1 0 0,1 0 0,0 0 0,-1 0 0,1 0 1,-1 0-1,1 0 0,0 0 0,-1-1 0,1 1 0,0 0 0,-1 0 1,1 0-1,0-1 0,0 1 0,-1 0 0,1 0 0,0-1 0,0 1 1,-1 0-1,1-1 0,0 1 0,0 0 0,0-1 0,0 1 0,-1 0 1,1-1-1,0 1 0,0 0 0,0-1 0,0 0 0,0-18 44,1 12-157,-1-5-204,-1 1-349,2-1-1,2-19 0,-2 27 216,0 0 0,0 1 0,0-1-1,1 0 1,-1 0 0,1 1 0,0-1-1,0 1 1,1-1 0,-1 1-1,4-4 1,12-12-5673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1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6835,'0'0'6689,"11"0"-4961,5-1-767,21 2-15,-35 0-924,0-1 0,0 1-1,0-1 1,-1 1 0,1-1 0,0 1 0,-1 0 0,1 0-1,0 0 1,-1 0 0,1 0 0,-1 1 0,0-1 0,1 0-1,-1 0 1,0 1 0,2 2 0,0 2 32,0 0 1,0 0-1,-1 0 0,0 0 1,0 0-1,0 0 0,-1 1 1,0-1-1,0 1 0,0-1 0,-1 1 1,0-1-1,-1 1 0,1-1 1,-3 8-1,1-3 26,-1 0 0,-1 0-1,0 0 1,-1-1 0,0 1 0,0-1 0,-12 16-1,7-12 13,6-10-52,0 1 1,1-1-1,-1 1 0,1 0 0,0 0 0,1 0 0,-1 0 0,1 1 1,0-1-1,0 1 0,-1 9 0,3-15-22,0 0-1,0 1 1,0-1-1,0 0 1,0 1-1,1-1 1,-1 1-1,0-1 1,0 0-1,0 1 1,0-1-1,1 0 1,-1 0-1,0 1 1,0-1-1,1 0 1,-1 1-1,0-1 1,1 0-1,-1 0 1,0 0 0,1 1-1,-1-1 1,0 0-1,1 0 1,-1 0-1,0 0 1,1 0-1,-1 0 1,0 0-1,1 1 1,-1-1-1,1 0 1,16-1 84,-11 1-2,3 0-23,3 1-52,1-1 0,-1 0 0,0-1 0,1-1 0,-1 1 0,0-2 1,0 0-1,0 0 0,15-8 0,35-17-848,-20 10-3693,-27 13-857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1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7828,'0'0'5282,"213"0"-4898,-171 0-128,-11 0-80,-10 0-160,-7 0 0,-7 0-32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2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5539,'0'0'3777,"0"166"-799,0-109-1314,0-13-655,0-10-369,0-6-512,4-9-80,3-13 16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2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650 126 4834,'0'0'3303,"0"-14"-2876,-3-44 208,3 57-619,-1-1 1,1 1-1,0 0 1,-1-1-1,1 1 1,-1 0-1,1 0 1,-1 0-1,0-1 1,0 1-1,1 0 1,-1 0-1,0 0 1,0 0-1,0 0 1,0 0-1,0 0 1,0 1-1,-1-1 1,1 0-1,0 0 0,0 1 1,0-1-1,-1 1 1,1-1-1,0 1 1,-1 0-1,1-1 1,0 1-1,-1 0 1,-1 0-1,-4-1 30,-44-9 223,0 2 0,0 3-1,-101 3 1,112 2 38,35 0-222,-1 1-1,1 0 0,0 1 0,-1-1 0,1 1 0,0 0 0,0 0 0,0 1 0,0-1 0,0 1 1,1 0-1,-1 1 0,1-1 0,0 1 0,0 0 0,-4 5 0,-10 11 201,2 0 0,-15 25 1,22-32-285,-5 7 234,2 0-1,0 1 1,1 1 0,2 0 0,0 0-1,1 1 1,1 0 0,1 0 0,1 1 0,1-1-1,2 1 1,-1 29 0,3-47-178,0 10 187,0 1 1,4 21-1,-3-32-178,1 0 0,0 0 1,0-1-1,0 1 0,0-1 0,1 1 0,0-1 0,0 0 0,6 8 0,1-3 78,-1 1 0,2-1-1,-1-1 1,1 0 0,1-1 0,-1 0-1,1-1 1,1 0 0,-1-1-1,1 0 1,1-1 0,-1 0 0,0-1-1,16 2 1,18 1 150,0-2-1,85-1 1,-122-4-287,5 0 14,1 0-1,24-5 1,-35 4-20,0 0 0,0-1 1,0 0-1,0 0 1,0 0-1,0 0 1,-1-1-1,1 0 1,-1 0-1,7-6 1,1-2-63,-1-1 0,0-1-1,-1 0 1,0-1 0,-1 0 0,-1 0 0,0-1 0,-1 0 0,0 0 0,-1-1 0,-1 0 0,-1 0 0,3-19 0,1-21-232,-3 0 1,-3-85-1,-2 97 246,0 36 24,0 0-1,-1 0 1,0 0-1,-1 0 1,1 0 0,-2 0-1,1 1 1,-5-10-1,6 13 7,-1 1 0,0-1-1,0 1 1,-1 0-1,1 0 1,-1 0 0,1 0-1,-1 0 1,0 0-1,0 1 1,-1-1-1,1 1 1,0 0 0,-1 0-1,1 0 1,-1 0-1,0 1 1,-5-2 0,-2 1-15,0 1-1,0 0 1,0 1 0,-17 1 0,0 0-184,27-1 90,0 0-1,0 0 0,1 0 0,-1 0 0,0 0 0,0 1 0,1-1 1,-1 0-1,0 1 0,0-1 0,1 0 0,-1 1 0,0-1 0,1 1 1,-1-1-1,1 1 0,-1-1 0,0 1 0,1 0 0,-1-1 0,1 1 1,0-1-1,-1 1 0,1 0 0,-1 0 0,1-1 0,0 1 0,0 0 1,-1 0-1,1-1 0,0 1 0,0 0 0,0 0 0,0 0 0,0-1 1,0 1-1,0 0 0,0 0 0,0 0 0,0 18-5275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3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4386,'0'0'4426,"0"0"-4401,0 0-1,-1 0 1,1 1-1,0-1 1,0 0-1,-1 0 1,1 0 0,0 0-1,0 0 1,0 1-1,-1-1 1,1 0-1,0 0 1,0 1 0,0-1-1,0 0 1,0 0-1,-1 0 1,1 1-1,0-1 1,0 0 0,0 0-1,0 1 1,0-1-1,0 0 1,0 1-1,0-1 1,0 0 0,0 0-1,0 1 1,0-1-1,0 0 1,0 0-1,0 1 1,0-1 0,0 0-1,1 1 1,-3 104 2871,1 74-527,3-139-1778,2-1 0,11 54 0,-5-59-330,-9-32-244,-1 0-1,1-1 1,0 1-1,0 0 1,0-1-1,0 1 1,0 0-1,0-1 1,1 0 0,-1 1-1,0-1 1,1 0-1,-1 0 1,3 2-1,-3-3-76,-1 1-1,0-1 0,1 0 1,-1 0-1,1 0 1,-1 0-1,1 1 0,-1-1 1,0 0-1,1 0 1,-1 0-1,1 0 0,-1 0 1,1 0-1,-1 0 1,0 0-1,1 0 0,-1-1 1,1 1-1,-1 0 0,1 0 1,-1 0-1,0 0 1,1-1-1,-1 1 0,1 0 1,-1 0-1,0-1 1,1 1-1,-1 0 0,0 0 1,0-1-1,1 1 1,-1 0-1,0-1 0,1 1 1,-1-1-1,0 1 1,0 0-1,0-1 0,0 1 1,1-1-1,-1 1 1,0-1-1,0 1 0,0 0 1,0-1-1,0 1 0,0-1 1,0-28-4221,-1 20 2327,1-24-4185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3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1681,'0'0'9199,"34"7"-8127,111 31-477,-139-36-555,0 0 0,0 0 0,0 0 0,0 1 0,-1 0 0,1 0 0,-1 1 0,1-1 0,-1 1-1,0 1 1,-1-1 0,1 0 0,-1 1 0,0 0 0,0 0 0,6 11 0,-1-2 89,0-3-20,-1 1 0,-1 0 0,0 0 0,-1 1 0,0 0 0,-1 0 0,0 0 0,-1 1 0,-1 0 0,0 0 0,1 22 0,-3-25-51,0 0 0,-1 0 0,0 0 1,-1 1-1,0-1 0,-1 0 0,0 0 1,-1 0-1,0-1 0,-1 1 0,-5 11 1,-3-3 51,0-1 1,-1-1-1,-1 0 1,-1-1 0,0 0-1,-1-1 1,-1-1-1,-25 17 1,39-29-105,-25 14 74,27-15-84,0-1 1,0 1 0,-1-1 0,1 1 0,0-1 0,0 0 0,0 1 0,0-1-1,0 0 1,-1 0 0,1 0 0,0 0 0,0 0 0,0 0 0,0 0 0,-1 0-1,1 0 1,0-1 0,0 1 0,0 0 0,0-1 0,0 1 0,-2-2-1,2-6-633,2-52-6385,2 26-1686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3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3426,'0'0'10370,"4"4"-9613,-1 1-571,1 0 0,-1 1 0,-1-1 1,1 1-1,-1 0 0,0 0 0,0 0 0,0 0 0,-1 0 0,1 7 0,3 72 1466,-4-60-1258,5 43 479,1 21-324,-7-88-771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5T02:40:04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 7283,'0'0'8404,"156"150"-7988,-128-87 17,-14 9-81,-7 4-32,-7 2-16,-3 4-16,-39-10-80,-10-3-16,-11-13-192,-3-15-640,10-19-3682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6B3C-C929-8289-63D5-1B8FEACA9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C1E4A-D25A-3C6A-33CE-F99B4F181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C4F4-BD09-2267-3076-11E27E84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A5115-3BF6-E934-E86B-F5A39306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E175-A4D1-A42C-10F2-4FA38253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8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C15-9513-56E6-3B55-3D6B665A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08B7-6A6C-EB10-01C1-17ADB14D5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EDC7A-805F-330C-C6BF-767AC0FD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01ED8-3292-00F5-ACD7-14077D5F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8AE5-D280-0390-F97E-A45377B5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3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6E00-4337-06A7-D718-F9835ECD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04FDF-2A1C-DDE3-5F40-3078161A8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032C8-CE4E-41D8-4139-F3F2E8AB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C1C0B-0C98-7EE7-6A39-AF2C6689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CA5DC-09F7-5DBE-F858-5293D5C4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5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C367-32B3-8BEF-0A22-9D1E8A1E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66662-F220-72C0-2FB6-ECD6C5DE0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AF21E-789D-2BA4-3FE1-6D0F070F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E8914-F5B8-283F-FD4D-BB1FB214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89F38-7394-91FA-3915-D4211A4B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4F19A-58AC-B18B-7568-25A8A4D9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0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AE9F-578D-ABA4-CC2C-9A27107F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92DEA-7B75-FD89-2B3E-7BD29A44A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EFFA7-6608-24AE-EA67-E356061CE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D482D-A34C-E34E-BFFA-55EC1912E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DAA4A-F546-C34C-D59A-A44E0810F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DB254-511A-FB9B-38CD-2AC069D1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88624B-04D7-ACE2-77E0-E8F45C6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22619-2604-BAB3-3681-33DA52A0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5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EABB-43B8-91B1-C7CC-2BF1CBC4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49CBC-FA0F-65A0-8906-D9E8F2FB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2D24C-EED6-316D-17FC-695224A0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AC157-9140-5136-BA90-DD2F0906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0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72F53-61E4-1F64-C84F-94CD2732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AA980-82A9-C0B3-E32A-D551BB2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55012-4C77-E5AF-4EBB-CF8EC4A0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9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E74F-56FB-3486-8ACD-C38CD1E2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C4D5-7FE7-2CF2-8410-67B520397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72C88-C9ED-414B-5124-0F67CCFF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CBA43-7D12-7339-5C5E-4297696DD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A4696-AE05-A88C-1163-9D3361B6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C8851-127C-DC5C-D2C3-1BA9EBD7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4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D214-2969-4CB5-E48A-FEA668AE5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07C7E-5C49-7F34-30D1-BDCD2BF1C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FBBED-A8E5-A1D5-75C7-B7DC28809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354F0-0FC0-9C6A-DB95-CC4899DE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1CD89-0C72-EE19-A8D8-49C95AF2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D5244-ACB3-6723-0B4E-38439EDF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1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7924-3184-7601-CF16-86632007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4D06B-B397-4CFE-B4FC-A0E79ADE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A5E2B-785E-7621-D3B0-514CAD6D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CB7A-A944-1EDE-A1E2-749E01E0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458FE-AA79-E548-B0D8-EACBDBCB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2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B3C00-2F05-8FC2-0E67-21102A7AA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89FBF-08BD-6327-28CD-FDED5CA59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8A494-E736-0C71-4E13-4889CFF8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549D0-20AD-CF4E-0BA6-A5D42909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CF3F-6BBC-A7F3-D242-14B31F8D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7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67AD2-2AC1-BF29-E734-0661B8C3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7C40-C1FD-A0CD-5D43-0BA538AD4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58B5-3926-4C57-CD1B-D422344DB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ED1D2-C432-4D64-A07E-E5750EF1BF36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1F8F4-D1C5-F916-ED64-46D23DC05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A7DDC-1702-38B7-365A-441E272F9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E4027-7B5F-4B57-AF84-5346E5DEE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4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image" Target="../media/image149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image" Target="../media/image79.png"/><Relationship Id="rId324" Type="http://schemas.openxmlformats.org/officeDocument/2006/relationships/customXml" Target="../ink/ink162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customXml" Target="../ink/ink21.xml"/><Relationship Id="rId139" Type="http://schemas.openxmlformats.org/officeDocument/2006/relationships/image" Target="../media/image69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85" Type="http://schemas.openxmlformats.org/officeDocument/2006/relationships/customXml" Target="../ink/ink42.xml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image" Target="../media/image157.png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259" Type="http://schemas.openxmlformats.org/officeDocument/2006/relationships/image" Target="../media/image129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0.png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image" Target="../media/image70.png"/><Relationship Id="rId7" Type="http://schemas.openxmlformats.org/officeDocument/2006/relationships/customXml" Target="../ink/ink3.xml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327" Type="http://schemas.openxmlformats.org/officeDocument/2006/relationships/image" Target="../media/image163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customXml" Target="../ink/ink141.xml"/><Relationship Id="rId317" Type="http://schemas.openxmlformats.org/officeDocument/2006/relationships/image" Target="../media/image158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customXml" Target="../ink/ink136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28" Type="http://schemas.openxmlformats.org/officeDocument/2006/relationships/customXml" Target="../ink/ink164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customXml" Target="../ink/ink131.xml"/><Relationship Id="rId283" Type="http://schemas.openxmlformats.org/officeDocument/2006/relationships/image" Target="../media/image141.png"/><Relationship Id="rId318" Type="http://schemas.openxmlformats.org/officeDocument/2006/relationships/customXml" Target="../ink/ink159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customXml" Target="../ink/ink4.xml"/><Relationship Id="rId210" Type="http://schemas.openxmlformats.org/officeDocument/2006/relationships/customXml" Target="../ink/ink105.xml"/><Relationship Id="rId26" Type="http://schemas.openxmlformats.org/officeDocument/2006/relationships/image" Target="../media/image13.png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image" Target="../media/image8.png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customXml" Target="../ink/ink72.xml"/><Relationship Id="rId90" Type="http://schemas.openxmlformats.org/officeDocument/2006/relationships/image" Target="../media/image45.png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320" Type="http://schemas.openxmlformats.org/officeDocument/2006/relationships/customXml" Target="../ink/ink160.xml"/><Relationship Id="rId80" Type="http://schemas.openxmlformats.org/officeDocument/2006/relationships/image" Target="../media/image40.png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310" Type="http://schemas.openxmlformats.org/officeDocument/2006/relationships/customXml" Target="../ink/ink155.xml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image" Target="../media/image132.png"/><Relationship Id="rId286" Type="http://schemas.openxmlformats.org/officeDocument/2006/relationships/customXml" Target="../ink/ink143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customXml" Target="../ink/ink9.xml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287" Type="http://schemas.openxmlformats.org/officeDocument/2006/relationships/image" Target="../media/image143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image" Target="../media/image94.png"/><Relationship Id="rId3" Type="http://schemas.openxmlformats.org/officeDocument/2006/relationships/customXml" Target="../ink/ink1.xml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image" Target="../media/image58.png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customXml" Target="../ink/ink144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313" Type="http://schemas.openxmlformats.org/officeDocument/2006/relationships/image" Target="../media/image156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image" Target="../media/image2.png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customXml" Target="../ink/ink53.xml"/><Relationship Id="rId289" Type="http://schemas.openxmlformats.org/officeDocument/2006/relationships/image" Target="../media/image144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image" Target="../media/image74.png"/><Relationship Id="rId314" Type="http://schemas.openxmlformats.org/officeDocument/2006/relationships/customXml" Target="../ink/ink157.xml"/><Relationship Id="rId95" Type="http://schemas.openxmlformats.org/officeDocument/2006/relationships/customXml" Target="../ink/ink47.xml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image" Target="../media/image162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customXml" Target="../ink/ink140.xml"/><Relationship Id="rId75" Type="http://schemas.openxmlformats.org/officeDocument/2006/relationships/customXml" Target="../ink/ink37.xml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image" Target="../media/image3.png"/><Relationship Id="rId238" Type="http://schemas.openxmlformats.org/officeDocument/2006/relationships/customXml" Target="../ink/ink119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image" Target="../media/image7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2.xml"/><Relationship Id="rId299" Type="http://schemas.openxmlformats.org/officeDocument/2006/relationships/customXml" Target="../ink/ink313.xml"/><Relationship Id="rId21" Type="http://schemas.openxmlformats.org/officeDocument/2006/relationships/customXml" Target="../ink/ink174.xml"/><Relationship Id="rId63" Type="http://schemas.openxmlformats.org/officeDocument/2006/relationships/customXml" Target="../ink/ink195.xml"/><Relationship Id="rId159" Type="http://schemas.openxmlformats.org/officeDocument/2006/relationships/customXml" Target="../ink/ink243.xml"/><Relationship Id="rId324" Type="http://schemas.openxmlformats.org/officeDocument/2006/relationships/image" Target="../media/image326.png"/><Relationship Id="rId170" Type="http://schemas.openxmlformats.org/officeDocument/2006/relationships/image" Target="../media/image249.png"/><Relationship Id="rId226" Type="http://schemas.openxmlformats.org/officeDocument/2006/relationships/image" Target="../media/image277.png"/><Relationship Id="rId268" Type="http://schemas.openxmlformats.org/officeDocument/2006/relationships/image" Target="../media/image298.png"/><Relationship Id="rId32" Type="http://schemas.openxmlformats.org/officeDocument/2006/relationships/image" Target="../media/image181.png"/><Relationship Id="rId74" Type="http://schemas.openxmlformats.org/officeDocument/2006/relationships/image" Target="../media/image202.png"/><Relationship Id="rId128" Type="http://schemas.openxmlformats.org/officeDocument/2006/relationships/image" Target="../media/image228.png"/><Relationship Id="rId335" Type="http://schemas.openxmlformats.org/officeDocument/2006/relationships/customXml" Target="../ink/ink331.xml"/><Relationship Id="rId5" Type="http://schemas.openxmlformats.org/officeDocument/2006/relationships/customXml" Target="../ink/ink166.xml"/><Relationship Id="rId181" Type="http://schemas.openxmlformats.org/officeDocument/2006/relationships/customXml" Target="../ink/ink254.xml"/><Relationship Id="rId237" Type="http://schemas.openxmlformats.org/officeDocument/2006/relationships/customXml" Target="../ink/ink282.xml"/><Relationship Id="rId279" Type="http://schemas.openxmlformats.org/officeDocument/2006/relationships/customXml" Target="../ink/ink303.xml"/><Relationship Id="rId43" Type="http://schemas.openxmlformats.org/officeDocument/2006/relationships/customXml" Target="../ink/ink185.xml"/><Relationship Id="rId139" Type="http://schemas.openxmlformats.org/officeDocument/2006/relationships/customXml" Target="../ink/ink233.xml"/><Relationship Id="rId290" Type="http://schemas.openxmlformats.org/officeDocument/2006/relationships/image" Target="../media/image309.png"/><Relationship Id="rId304" Type="http://schemas.openxmlformats.org/officeDocument/2006/relationships/image" Target="../media/image316.png"/><Relationship Id="rId346" Type="http://schemas.openxmlformats.org/officeDocument/2006/relationships/image" Target="../media/image337.png"/><Relationship Id="rId85" Type="http://schemas.openxmlformats.org/officeDocument/2006/relationships/customXml" Target="../ink/ink206.xml"/><Relationship Id="rId150" Type="http://schemas.openxmlformats.org/officeDocument/2006/relationships/image" Target="../media/image239.png"/><Relationship Id="rId192" Type="http://schemas.openxmlformats.org/officeDocument/2006/relationships/image" Target="../media/image260.png"/><Relationship Id="rId206" Type="http://schemas.openxmlformats.org/officeDocument/2006/relationships/image" Target="../media/image267.png"/><Relationship Id="rId248" Type="http://schemas.openxmlformats.org/officeDocument/2006/relationships/image" Target="../media/image288.png"/><Relationship Id="rId12" Type="http://schemas.openxmlformats.org/officeDocument/2006/relationships/image" Target="../media/image171.png"/><Relationship Id="rId108" Type="http://schemas.openxmlformats.org/officeDocument/2006/relationships/image" Target="../media/image219.png"/><Relationship Id="rId315" Type="http://schemas.openxmlformats.org/officeDocument/2006/relationships/customXml" Target="../ink/ink321.xml"/><Relationship Id="rId54" Type="http://schemas.openxmlformats.org/officeDocument/2006/relationships/image" Target="../media/image192.png"/><Relationship Id="rId96" Type="http://schemas.openxmlformats.org/officeDocument/2006/relationships/image" Target="../media/image213.png"/><Relationship Id="rId161" Type="http://schemas.openxmlformats.org/officeDocument/2006/relationships/customXml" Target="../ink/ink244.xml"/><Relationship Id="rId217" Type="http://schemas.openxmlformats.org/officeDocument/2006/relationships/customXml" Target="../ink/ink272.xml"/><Relationship Id="rId259" Type="http://schemas.openxmlformats.org/officeDocument/2006/relationships/customXml" Target="../ink/ink293.xml"/><Relationship Id="rId23" Type="http://schemas.openxmlformats.org/officeDocument/2006/relationships/customXml" Target="../ink/ink175.xml"/><Relationship Id="rId119" Type="http://schemas.openxmlformats.org/officeDocument/2006/relationships/customXml" Target="../ink/ink223.xml"/><Relationship Id="rId270" Type="http://schemas.openxmlformats.org/officeDocument/2006/relationships/image" Target="../media/image299.png"/><Relationship Id="rId326" Type="http://schemas.openxmlformats.org/officeDocument/2006/relationships/image" Target="../media/image327.png"/><Relationship Id="rId65" Type="http://schemas.openxmlformats.org/officeDocument/2006/relationships/customXml" Target="../ink/ink196.xml"/><Relationship Id="rId130" Type="http://schemas.openxmlformats.org/officeDocument/2006/relationships/image" Target="../media/image229.png"/><Relationship Id="rId172" Type="http://schemas.openxmlformats.org/officeDocument/2006/relationships/image" Target="../media/image250.png"/><Relationship Id="rId228" Type="http://schemas.openxmlformats.org/officeDocument/2006/relationships/image" Target="../media/image278.png"/><Relationship Id="rId281" Type="http://schemas.openxmlformats.org/officeDocument/2006/relationships/customXml" Target="../ink/ink304.xml"/><Relationship Id="rId337" Type="http://schemas.openxmlformats.org/officeDocument/2006/relationships/customXml" Target="../ink/ink332.xml"/><Relationship Id="rId34" Type="http://schemas.openxmlformats.org/officeDocument/2006/relationships/image" Target="../media/image182.png"/><Relationship Id="rId76" Type="http://schemas.openxmlformats.org/officeDocument/2006/relationships/image" Target="../media/image203.png"/><Relationship Id="rId141" Type="http://schemas.openxmlformats.org/officeDocument/2006/relationships/customXml" Target="../ink/ink234.xml"/><Relationship Id="rId7" Type="http://schemas.openxmlformats.org/officeDocument/2006/relationships/customXml" Target="../ink/ink167.xml"/><Relationship Id="rId183" Type="http://schemas.openxmlformats.org/officeDocument/2006/relationships/customXml" Target="../ink/ink255.xml"/><Relationship Id="rId239" Type="http://schemas.openxmlformats.org/officeDocument/2006/relationships/customXml" Target="../ink/ink283.xml"/><Relationship Id="rId250" Type="http://schemas.openxmlformats.org/officeDocument/2006/relationships/image" Target="../media/image289.png"/><Relationship Id="rId292" Type="http://schemas.openxmlformats.org/officeDocument/2006/relationships/image" Target="../media/image310.png"/><Relationship Id="rId306" Type="http://schemas.openxmlformats.org/officeDocument/2006/relationships/image" Target="../media/image317.png"/><Relationship Id="rId45" Type="http://schemas.openxmlformats.org/officeDocument/2006/relationships/customXml" Target="../ink/ink186.xml"/><Relationship Id="rId87" Type="http://schemas.openxmlformats.org/officeDocument/2006/relationships/customXml" Target="../ink/ink207.xml"/><Relationship Id="rId110" Type="http://schemas.openxmlformats.org/officeDocument/2006/relationships/image" Target="../media/image220.png"/><Relationship Id="rId348" Type="http://schemas.openxmlformats.org/officeDocument/2006/relationships/image" Target="../media/image338.png"/><Relationship Id="rId152" Type="http://schemas.openxmlformats.org/officeDocument/2006/relationships/image" Target="../media/image240.png"/><Relationship Id="rId194" Type="http://schemas.openxmlformats.org/officeDocument/2006/relationships/image" Target="../media/image261.png"/><Relationship Id="rId208" Type="http://schemas.openxmlformats.org/officeDocument/2006/relationships/image" Target="../media/image268.png"/><Relationship Id="rId261" Type="http://schemas.openxmlformats.org/officeDocument/2006/relationships/customXml" Target="../ink/ink294.xml"/><Relationship Id="rId14" Type="http://schemas.openxmlformats.org/officeDocument/2006/relationships/image" Target="../media/image172.png"/><Relationship Id="rId56" Type="http://schemas.openxmlformats.org/officeDocument/2006/relationships/image" Target="../media/image193.png"/><Relationship Id="rId317" Type="http://schemas.openxmlformats.org/officeDocument/2006/relationships/customXml" Target="../ink/ink322.xml"/><Relationship Id="rId8" Type="http://schemas.openxmlformats.org/officeDocument/2006/relationships/image" Target="../media/image169.png"/><Relationship Id="rId98" Type="http://schemas.openxmlformats.org/officeDocument/2006/relationships/image" Target="../media/image214.png"/><Relationship Id="rId121" Type="http://schemas.openxmlformats.org/officeDocument/2006/relationships/customXml" Target="../ink/ink224.xml"/><Relationship Id="rId142" Type="http://schemas.openxmlformats.org/officeDocument/2006/relationships/image" Target="../media/image235.png"/><Relationship Id="rId163" Type="http://schemas.openxmlformats.org/officeDocument/2006/relationships/customXml" Target="../ink/ink245.xml"/><Relationship Id="rId184" Type="http://schemas.openxmlformats.org/officeDocument/2006/relationships/image" Target="../media/image256.png"/><Relationship Id="rId219" Type="http://schemas.openxmlformats.org/officeDocument/2006/relationships/customXml" Target="../ink/ink273.xml"/><Relationship Id="rId230" Type="http://schemas.openxmlformats.org/officeDocument/2006/relationships/image" Target="../media/image279.png"/><Relationship Id="rId251" Type="http://schemas.openxmlformats.org/officeDocument/2006/relationships/customXml" Target="../ink/ink289.xml"/><Relationship Id="rId25" Type="http://schemas.openxmlformats.org/officeDocument/2006/relationships/customXml" Target="../ink/ink176.xml"/><Relationship Id="rId46" Type="http://schemas.openxmlformats.org/officeDocument/2006/relationships/image" Target="../media/image188.png"/><Relationship Id="rId67" Type="http://schemas.openxmlformats.org/officeDocument/2006/relationships/customXml" Target="../ink/ink197.xml"/><Relationship Id="rId272" Type="http://schemas.openxmlformats.org/officeDocument/2006/relationships/image" Target="../media/image300.png"/><Relationship Id="rId293" Type="http://schemas.openxmlformats.org/officeDocument/2006/relationships/customXml" Target="../ink/ink310.xml"/><Relationship Id="rId307" Type="http://schemas.openxmlformats.org/officeDocument/2006/relationships/customXml" Target="../ink/ink317.xml"/><Relationship Id="rId328" Type="http://schemas.openxmlformats.org/officeDocument/2006/relationships/image" Target="../media/image328.png"/><Relationship Id="rId349" Type="http://schemas.openxmlformats.org/officeDocument/2006/relationships/customXml" Target="../ink/ink338.xml"/><Relationship Id="rId88" Type="http://schemas.openxmlformats.org/officeDocument/2006/relationships/image" Target="../media/image209.png"/><Relationship Id="rId111" Type="http://schemas.openxmlformats.org/officeDocument/2006/relationships/customXml" Target="../ink/ink219.xml"/><Relationship Id="rId132" Type="http://schemas.openxmlformats.org/officeDocument/2006/relationships/image" Target="../media/image230.png"/><Relationship Id="rId153" Type="http://schemas.openxmlformats.org/officeDocument/2006/relationships/customXml" Target="../ink/ink240.xml"/><Relationship Id="rId174" Type="http://schemas.openxmlformats.org/officeDocument/2006/relationships/image" Target="../media/image251.png"/><Relationship Id="rId195" Type="http://schemas.openxmlformats.org/officeDocument/2006/relationships/customXml" Target="../ink/ink261.xml"/><Relationship Id="rId209" Type="http://schemas.openxmlformats.org/officeDocument/2006/relationships/customXml" Target="../ink/ink268.xml"/><Relationship Id="rId220" Type="http://schemas.openxmlformats.org/officeDocument/2006/relationships/image" Target="../media/image274.png"/><Relationship Id="rId241" Type="http://schemas.openxmlformats.org/officeDocument/2006/relationships/customXml" Target="../ink/ink284.xml"/><Relationship Id="rId15" Type="http://schemas.openxmlformats.org/officeDocument/2006/relationships/customXml" Target="../ink/ink171.xml"/><Relationship Id="rId36" Type="http://schemas.openxmlformats.org/officeDocument/2006/relationships/image" Target="../media/image183.png"/><Relationship Id="rId57" Type="http://schemas.openxmlformats.org/officeDocument/2006/relationships/customXml" Target="../ink/ink192.xml"/><Relationship Id="rId262" Type="http://schemas.openxmlformats.org/officeDocument/2006/relationships/image" Target="../media/image295.png"/><Relationship Id="rId283" Type="http://schemas.openxmlformats.org/officeDocument/2006/relationships/customXml" Target="../ink/ink305.xml"/><Relationship Id="rId318" Type="http://schemas.openxmlformats.org/officeDocument/2006/relationships/image" Target="../media/image323.png"/><Relationship Id="rId339" Type="http://schemas.openxmlformats.org/officeDocument/2006/relationships/customXml" Target="../ink/ink333.xml"/><Relationship Id="rId78" Type="http://schemas.openxmlformats.org/officeDocument/2006/relationships/image" Target="../media/image204.png"/><Relationship Id="rId99" Type="http://schemas.openxmlformats.org/officeDocument/2006/relationships/customXml" Target="../ink/ink213.xml"/><Relationship Id="rId101" Type="http://schemas.openxmlformats.org/officeDocument/2006/relationships/customXml" Target="../ink/ink214.xml"/><Relationship Id="rId122" Type="http://schemas.openxmlformats.org/officeDocument/2006/relationships/image" Target="../media/image225.png"/><Relationship Id="rId143" Type="http://schemas.openxmlformats.org/officeDocument/2006/relationships/customXml" Target="../ink/ink235.xml"/><Relationship Id="rId164" Type="http://schemas.openxmlformats.org/officeDocument/2006/relationships/image" Target="../media/image246.png"/><Relationship Id="rId185" Type="http://schemas.openxmlformats.org/officeDocument/2006/relationships/customXml" Target="../ink/ink256.xml"/><Relationship Id="rId350" Type="http://schemas.openxmlformats.org/officeDocument/2006/relationships/image" Target="../media/image339.png"/><Relationship Id="rId9" Type="http://schemas.openxmlformats.org/officeDocument/2006/relationships/customXml" Target="../ink/ink168.xml"/><Relationship Id="rId210" Type="http://schemas.openxmlformats.org/officeDocument/2006/relationships/image" Target="../media/image269.png"/><Relationship Id="rId26" Type="http://schemas.openxmlformats.org/officeDocument/2006/relationships/image" Target="../media/image178.png"/><Relationship Id="rId231" Type="http://schemas.openxmlformats.org/officeDocument/2006/relationships/customXml" Target="../ink/ink279.xml"/><Relationship Id="rId252" Type="http://schemas.openxmlformats.org/officeDocument/2006/relationships/image" Target="../media/image290.png"/><Relationship Id="rId273" Type="http://schemas.openxmlformats.org/officeDocument/2006/relationships/customXml" Target="../ink/ink300.xml"/><Relationship Id="rId294" Type="http://schemas.openxmlformats.org/officeDocument/2006/relationships/image" Target="../media/image311.png"/><Relationship Id="rId308" Type="http://schemas.openxmlformats.org/officeDocument/2006/relationships/image" Target="../media/image318.png"/><Relationship Id="rId329" Type="http://schemas.openxmlformats.org/officeDocument/2006/relationships/customXml" Target="../ink/ink328.xml"/><Relationship Id="rId47" Type="http://schemas.openxmlformats.org/officeDocument/2006/relationships/customXml" Target="../ink/ink187.xml"/><Relationship Id="rId68" Type="http://schemas.openxmlformats.org/officeDocument/2006/relationships/image" Target="../media/image199.png"/><Relationship Id="rId89" Type="http://schemas.openxmlformats.org/officeDocument/2006/relationships/customXml" Target="../ink/ink208.xml"/><Relationship Id="rId112" Type="http://schemas.openxmlformats.org/officeDocument/2006/relationships/image" Target="../media/image221.png"/><Relationship Id="rId133" Type="http://schemas.openxmlformats.org/officeDocument/2006/relationships/customXml" Target="../ink/ink230.xml"/><Relationship Id="rId154" Type="http://schemas.openxmlformats.org/officeDocument/2006/relationships/image" Target="../media/image241.png"/><Relationship Id="rId175" Type="http://schemas.openxmlformats.org/officeDocument/2006/relationships/customXml" Target="../ink/ink251.xml"/><Relationship Id="rId340" Type="http://schemas.openxmlformats.org/officeDocument/2006/relationships/image" Target="../media/image334.png"/><Relationship Id="rId196" Type="http://schemas.openxmlformats.org/officeDocument/2006/relationships/image" Target="../media/image262.png"/><Relationship Id="rId200" Type="http://schemas.openxmlformats.org/officeDocument/2006/relationships/image" Target="../media/image264.png"/><Relationship Id="rId16" Type="http://schemas.openxmlformats.org/officeDocument/2006/relationships/image" Target="../media/image173.png"/><Relationship Id="rId221" Type="http://schemas.openxmlformats.org/officeDocument/2006/relationships/customXml" Target="../ink/ink274.xml"/><Relationship Id="rId242" Type="http://schemas.openxmlformats.org/officeDocument/2006/relationships/image" Target="../media/image285.png"/><Relationship Id="rId263" Type="http://schemas.openxmlformats.org/officeDocument/2006/relationships/customXml" Target="../ink/ink295.xml"/><Relationship Id="rId284" Type="http://schemas.openxmlformats.org/officeDocument/2006/relationships/image" Target="../media/image306.png"/><Relationship Id="rId319" Type="http://schemas.openxmlformats.org/officeDocument/2006/relationships/customXml" Target="../ink/ink323.xml"/><Relationship Id="rId37" Type="http://schemas.openxmlformats.org/officeDocument/2006/relationships/customXml" Target="../ink/ink182.xml"/><Relationship Id="rId58" Type="http://schemas.openxmlformats.org/officeDocument/2006/relationships/image" Target="../media/image194.png"/><Relationship Id="rId79" Type="http://schemas.openxmlformats.org/officeDocument/2006/relationships/customXml" Target="../ink/ink203.xml"/><Relationship Id="rId102" Type="http://schemas.openxmlformats.org/officeDocument/2006/relationships/image" Target="../media/image216.png"/><Relationship Id="rId123" Type="http://schemas.openxmlformats.org/officeDocument/2006/relationships/customXml" Target="../ink/ink225.xml"/><Relationship Id="rId144" Type="http://schemas.openxmlformats.org/officeDocument/2006/relationships/image" Target="../media/image236.png"/><Relationship Id="rId330" Type="http://schemas.openxmlformats.org/officeDocument/2006/relationships/image" Target="../media/image329.png"/><Relationship Id="rId90" Type="http://schemas.openxmlformats.org/officeDocument/2006/relationships/image" Target="../media/image210.png"/><Relationship Id="rId165" Type="http://schemas.openxmlformats.org/officeDocument/2006/relationships/customXml" Target="../ink/ink246.xml"/><Relationship Id="rId186" Type="http://schemas.openxmlformats.org/officeDocument/2006/relationships/image" Target="../media/image257.png"/><Relationship Id="rId211" Type="http://schemas.openxmlformats.org/officeDocument/2006/relationships/customXml" Target="../ink/ink269.xml"/><Relationship Id="rId232" Type="http://schemas.openxmlformats.org/officeDocument/2006/relationships/image" Target="../media/image280.png"/><Relationship Id="rId253" Type="http://schemas.openxmlformats.org/officeDocument/2006/relationships/customXml" Target="../ink/ink290.xml"/><Relationship Id="rId274" Type="http://schemas.openxmlformats.org/officeDocument/2006/relationships/image" Target="../media/image301.png"/><Relationship Id="rId295" Type="http://schemas.openxmlformats.org/officeDocument/2006/relationships/customXml" Target="../ink/ink311.xml"/><Relationship Id="rId309" Type="http://schemas.openxmlformats.org/officeDocument/2006/relationships/customXml" Target="../ink/ink318.xml"/><Relationship Id="rId27" Type="http://schemas.openxmlformats.org/officeDocument/2006/relationships/customXml" Target="../ink/ink177.xml"/><Relationship Id="rId48" Type="http://schemas.openxmlformats.org/officeDocument/2006/relationships/image" Target="../media/image189.png"/><Relationship Id="rId69" Type="http://schemas.openxmlformats.org/officeDocument/2006/relationships/customXml" Target="../ink/ink198.xml"/><Relationship Id="rId113" Type="http://schemas.openxmlformats.org/officeDocument/2006/relationships/customXml" Target="../ink/ink220.xml"/><Relationship Id="rId134" Type="http://schemas.openxmlformats.org/officeDocument/2006/relationships/image" Target="../media/image231.png"/><Relationship Id="rId320" Type="http://schemas.openxmlformats.org/officeDocument/2006/relationships/image" Target="../media/image324.png"/><Relationship Id="rId80" Type="http://schemas.openxmlformats.org/officeDocument/2006/relationships/image" Target="../media/image205.png"/><Relationship Id="rId155" Type="http://schemas.openxmlformats.org/officeDocument/2006/relationships/customXml" Target="../ink/ink241.xml"/><Relationship Id="rId176" Type="http://schemas.openxmlformats.org/officeDocument/2006/relationships/image" Target="../media/image252.png"/><Relationship Id="rId197" Type="http://schemas.openxmlformats.org/officeDocument/2006/relationships/customXml" Target="../ink/ink262.xml"/><Relationship Id="rId341" Type="http://schemas.openxmlformats.org/officeDocument/2006/relationships/customXml" Target="../ink/ink334.xml"/><Relationship Id="rId201" Type="http://schemas.openxmlformats.org/officeDocument/2006/relationships/customXml" Target="../ink/ink264.xml"/><Relationship Id="rId222" Type="http://schemas.openxmlformats.org/officeDocument/2006/relationships/image" Target="../media/image275.png"/><Relationship Id="rId243" Type="http://schemas.openxmlformats.org/officeDocument/2006/relationships/customXml" Target="../ink/ink285.xml"/><Relationship Id="rId264" Type="http://schemas.openxmlformats.org/officeDocument/2006/relationships/image" Target="../media/image296.png"/><Relationship Id="rId285" Type="http://schemas.openxmlformats.org/officeDocument/2006/relationships/customXml" Target="../ink/ink306.xml"/><Relationship Id="rId17" Type="http://schemas.openxmlformats.org/officeDocument/2006/relationships/customXml" Target="../ink/ink172.xml"/><Relationship Id="rId38" Type="http://schemas.openxmlformats.org/officeDocument/2006/relationships/image" Target="../media/image184.png"/><Relationship Id="rId59" Type="http://schemas.openxmlformats.org/officeDocument/2006/relationships/customXml" Target="../ink/ink193.xml"/><Relationship Id="rId103" Type="http://schemas.openxmlformats.org/officeDocument/2006/relationships/customXml" Target="../ink/ink215.xml"/><Relationship Id="rId124" Type="http://schemas.openxmlformats.org/officeDocument/2006/relationships/image" Target="../media/image226.png"/><Relationship Id="rId310" Type="http://schemas.openxmlformats.org/officeDocument/2006/relationships/image" Target="../media/image319.png"/><Relationship Id="rId70" Type="http://schemas.openxmlformats.org/officeDocument/2006/relationships/image" Target="../media/image200.png"/><Relationship Id="rId91" Type="http://schemas.openxmlformats.org/officeDocument/2006/relationships/customXml" Target="../ink/ink209.xml"/><Relationship Id="rId145" Type="http://schemas.openxmlformats.org/officeDocument/2006/relationships/customXml" Target="../ink/ink236.xml"/><Relationship Id="rId166" Type="http://schemas.openxmlformats.org/officeDocument/2006/relationships/image" Target="../media/image247.png"/><Relationship Id="rId187" Type="http://schemas.openxmlformats.org/officeDocument/2006/relationships/customXml" Target="../ink/ink257.xml"/><Relationship Id="rId331" Type="http://schemas.openxmlformats.org/officeDocument/2006/relationships/customXml" Target="../ink/ink329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70.png"/><Relationship Id="rId233" Type="http://schemas.openxmlformats.org/officeDocument/2006/relationships/customXml" Target="../ink/ink280.xml"/><Relationship Id="rId254" Type="http://schemas.openxmlformats.org/officeDocument/2006/relationships/image" Target="../media/image291.png"/><Relationship Id="rId28" Type="http://schemas.openxmlformats.org/officeDocument/2006/relationships/image" Target="../media/image179.png"/><Relationship Id="rId49" Type="http://schemas.openxmlformats.org/officeDocument/2006/relationships/customXml" Target="../ink/ink188.xml"/><Relationship Id="rId114" Type="http://schemas.openxmlformats.org/officeDocument/2006/relationships/image" Target="../media/image222.png"/><Relationship Id="rId275" Type="http://schemas.openxmlformats.org/officeDocument/2006/relationships/customXml" Target="../ink/ink301.xml"/><Relationship Id="rId296" Type="http://schemas.openxmlformats.org/officeDocument/2006/relationships/image" Target="../media/image312.png"/><Relationship Id="rId300" Type="http://schemas.openxmlformats.org/officeDocument/2006/relationships/image" Target="../media/image314.png"/><Relationship Id="rId60" Type="http://schemas.openxmlformats.org/officeDocument/2006/relationships/image" Target="../media/image195.png"/><Relationship Id="rId81" Type="http://schemas.openxmlformats.org/officeDocument/2006/relationships/customXml" Target="../ink/ink204.xml"/><Relationship Id="rId135" Type="http://schemas.openxmlformats.org/officeDocument/2006/relationships/customXml" Target="../ink/ink231.xml"/><Relationship Id="rId156" Type="http://schemas.openxmlformats.org/officeDocument/2006/relationships/image" Target="../media/image242.png"/><Relationship Id="rId177" Type="http://schemas.openxmlformats.org/officeDocument/2006/relationships/customXml" Target="../ink/ink252.xml"/><Relationship Id="rId198" Type="http://schemas.openxmlformats.org/officeDocument/2006/relationships/image" Target="../media/image263.png"/><Relationship Id="rId321" Type="http://schemas.openxmlformats.org/officeDocument/2006/relationships/customXml" Target="../ink/ink324.xml"/><Relationship Id="rId342" Type="http://schemas.openxmlformats.org/officeDocument/2006/relationships/image" Target="../media/image335.png"/><Relationship Id="rId202" Type="http://schemas.openxmlformats.org/officeDocument/2006/relationships/image" Target="../media/image265.png"/><Relationship Id="rId223" Type="http://schemas.openxmlformats.org/officeDocument/2006/relationships/customXml" Target="../ink/ink275.xml"/><Relationship Id="rId244" Type="http://schemas.openxmlformats.org/officeDocument/2006/relationships/image" Target="../media/image286.png"/><Relationship Id="rId18" Type="http://schemas.openxmlformats.org/officeDocument/2006/relationships/image" Target="../media/image174.png"/><Relationship Id="rId39" Type="http://schemas.openxmlformats.org/officeDocument/2006/relationships/customXml" Target="../ink/ink183.xml"/><Relationship Id="rId265" Type="http://schemas.openxmlformats.org/officeDocument/2006/relationships/customXml" Target="../ink/ink296.xml"/><Relationship Id="rId286" Type="http://schemas.openxmlformats.org/officeDocument/2006/relationships/image" Target="../media/image307.png"/><Relationship Id="rId50" Type="http://schemas.openxmlformats.org/officeDocument/2006/relationships/image" Target="../media/image190.png"/><Relationship Id="rId104" Type="http://schemas.openxmlformats.org/officeDocument/2006/relationships/image" Target="../media/image217.png"/><Relationship Id="rId125" Type="http://schemas.openxmlformats.org/officeDocument/2006/relationships/customXml" Target="../ink/ink226.xml"/><Relationship Id="rId146" Type="http://schemas.openxmlformats.org/officeDocument/2006/relationships/image" Target="../media/image237.png"/><Relationship Id="rId167" Type="http://schemas.openxmlformats.org/officeDocument/2006/relationships/customXml" Target="../ink/ink247.xml"/><Relationship Id="rId188" Type="http://schemas.openxmlformats.org/officeDocument/2006/relationships/image" Target="../media/image258.png"/><Relationship Id="rId311" Type="http://schemas.openxmlformats.org/officeDocument/2006/relationships/customXml" Target="../ink/ink319.xml"/><Relationship Id="rId332" Type="http://schemas.openxmlformats.org/officeDocument/2006/relationships/image" Target="../media/image330.png"/><Relationship Id="rId71" Type="http://schemas.openxmlformats.org/officeDocument/2006/relationships/customXml" Target="../ink/ink199.xml"/><Relationship Id="rId92" Type="http://schemas.openxmlformats.org/officeDocument/2006/relationships/image" Target="../media/image211.png"/><Relationship Id="rId213" Type="http://schemas.openxmlformats.org/officeDocument/2006/relationships/customXml" Target="../ink/ink270.xml"/><Relationship Id="rId234" Type="http://schemas.openxmlformats.org/officeDocument/2006/relationships/image" Target="../media/image281.png"/><Relationship Id="rId2" Type="http://schemas.openxmlformats.org/officeDocument/2006/relationships/image" Target="../media/image166.png"/><Relationship Id="rId29" Type="http://schemas.openxmlformats.org/officeDocument/2006/relationships/customXml" Target="../ink/ink178.xml"/><Relationship Id="rId255" Type="http://schemas.openxmlformats.org/officeDocument/2006/relationships/customXml" Target="../ink/ink291.xml"/><Relationship Id="rId276" Type="http://schemas.openxmlformats.org/officeDocument/2006/relationships/image" Target="../media/image302.png"/><Relationship Id="rId297" Type="http://schemas.openxmlformats.org/officeDocument/2006/relationships/customXml" Target="../ink/ink312.xml"/><Relationship Id="rId40" Type="http://schemas.openxmlformats.org/officeDocument/2006/relationships/image" Target="../media/image185.png"/><Relationship Id="rId115" Type="http://schemas.openxmlformats.org/officeDocument/2006/relationships/customXml" Target="../ink/ink221.xml"/><Relationship Id="rId136" Type="http://schemas.openxmlformats.org/officeDocument/2006/relationships/image" Target="../media/image232.png"/><Relationship Id="rId157" Type="http://schemas.openxmlformats.org/officeDocument/2006/relationships/customXml" Target="../ink/ink242.xml"/><Relationship Id="rId178" Type="http://schemas.openxmlformats.org/officeDocument/2006/relationships/image" Target="../media/image253.png"/><Relationship Id="rId301" Type="http://schemas.openxmlformats.org/officeDocument/2006/relationships/customXml" Target="../ink/ink314.xml"/><Relationship Id="rId322" Type="http://schemas.openxmlformats.org/officeDocument/2006/relationships/image" Target="../media/image325.png"/><Relationship Id="rId343" Type="http://schemas.openxmlformats.org/officeDocument/2006/relationships/customXml" Target="../ink/ink335.xml"/><Relationship Id="rId61" Type="http://schemas.openxmlformats.org/officeDocument/2006/relationships/customXml" Target="../ink/ink194.xml"/><Relationship Id="rId82" Type="http://schemas.openxmlformats.org/officeDocument/2006/relationships/image" Target="../media/image206.png"/><Relationship Id="rId199" Type="http://schemas.openxmlformats.org/officeDocument/2006/relationships/customXml" Target="../ink/ink263.xml"/><Relationship Id="rId203" Type="http://schemas.openxmlformats.org/officeDocument/2006/relationships/customXml" Target="../ink/ink265.xml"/><Relationship Id="rId19" Type="http://schemas.openxmlformats.org/officeDocument/2006/relationships/customXml" Target="../ink/ink173.xml"/><Relationship Id="rId224" Type="http://schemas.openxmlformats.org/officeDocument/2006/relationships/image" Target="../media/image276.png"/><Relationship Id="rId245" Type="http://schemas.openxmlformats.org/officeDocument/2006/relationships/customXml" Target="../ink/ink286.xml"/><Relationship Id="rId266" Type="http://schemas.openxmlformats.org/officeDocument/2006/relationships/image" Target="../media/image297.png"/><Relationship Id="rId287" Type="http://schemas.openxmlformats.org/officeDocument/2006/relationships/customXml" Target="../ink/ink307.xml"/><Relationship Id="rId30" Type="http://schemas.openxmlformats.org/officeDocument/2006/relationships/image" Target="../media/image180.png"/><Relationship Id="rId105" Type="http://schemas.openxmlformats.org/officeDocument/2006/relationships/customXml" Target="../ink/ink216.xml"/><Relationship Id="rId126" Type="http://schemas.openxmlformats.org/officeDocument/2006/relationships/image" Target="../media/image227.png"/><Relationship Id="rId147" Type="http://schemas.openxmlformats.org/officeDocument/2006/relationships/customXml" Target="../ink/ink237.xml"/><Relationship Id="rId168" Type="http://schemas.openxmlformats.org/officeDocument/2006/relationships/image" Target="../media/image248.png"/><Relationship Id="rId312" Type="http://schemas.openxmlformats.org/officeDocument/2006/relationships/image" Target="../media/image320.png"/><Relationship Id="rId333" Type="http://schemas.openxmlformats.org/officeDocument/2006/relationships/customXml" Target="../ink/ink330.xml"/><Relationship Id="rId51" Type="http://schemas.openxmlformats.org/officeDocument/2006/relationships/customXml" Target="../ink/ink189.xml"/><Relationship Id="rId72" Type="http://schemas.openxmlformats.org/officeDocument/2006/relationships/image" Target="../media/image201.png"/><Relationship Id="rId93" Type="http://schemas.openxmlformats.org/officeDocument/2006/relationships/customXml" Target="../ink/ink210.xml"/><Relationship Id="rId189" Type="http://schemas.openxmlformats.org/officeDocument/2006/relationships/customXml" Target="../ink/ink258.xml"/><Relationship Id="rId3" Type="http://schemas.openxmlformats.org/officeDocument/2006/relationships/customXml" Target="../ink/ink165.xml"/><Relationship Id="rId214" Type="http://schemas.openxmlformats.org/officeDocument/2006/relationships/image" Target="../media/image271.png"/><Relationship Id="rId235" Type="http://schemas.openxmlformats.org/officeDocument/2006/relationships/customXml" Target="../ink/ink281.xml"/><Relationship Id="rId256" Type="http://schemas.openxmlformats.org/officeDocument/2006/relationships/image" Target="../media/image292.png"/><Relationship Id="rId277" Type="http://schemas.openxmlformats.org/officeDocument/2006/relationships/customXml" Target="../ink/ink302.xml"/><Relationship Id="rId298" Type="http://schemas.openxmlformats.org/officeDocument/2006/relationships/image" Target="../media/image313.png"/><Relationship Id="rId116" Type="http://schemas.openxmlformats.org/officeDocument/2006/relationships/image" Target="../media/image57.png"/><Relationship Id="rId137" Type="http://schemas.openxmlformats.org/officeDocument/2006/relationships/customXml" Target="../ink/ink232.xml"/><Relationship Id="rId158" Type="http://schemas.openxmlformats.org/officeDocument/2006/relationships/image" Target="../media/image243.png"/><Relationship Id="rId302" Type="http://schemas.openxmlformats.org/officeDocument/2006/relationships/image" Target="../media/image315.png"/><Relationship Id="rId323" Type="http://schemas.openxmlformats.org/officeDocument/2006/relationships/customXml" Target="../ink/ink325.xml"/><Relationship Id="rId344" Type="http://schemas.openxmlformats.org/officeDocument/2006/relationships/image" Target="../media/image336.png"/><Relationship Id="rId20" Type="http://schemas.openxmlformats.org/officeDocument/2006/relationships/image" Target="../media/image175.png"/><Relationship Id="rId41" Type="http://schemas.openxmlformats.org/officeDocument/2006/relationships/customXml" Target="../ink/ink184.xml"/><Relationship Id="rId62" Type="http://schemas.openxmlformats.org/officeDocument/2006/relationships/image" Target="../media/image196.png"/><Relationship Id="rId83" Type="http://schemas.openxmlformats.org/officeDocument/2006/relationships/customXml" Target="../ink/ink205.xml"/><Relationship Id="rId179" Type="http://schemas.openxmlformats.org/officeDocument/2006/relationships/customXml" Target="../ink/ink253.xml"/><Relationship Id="rId190" Type="http://schemas.openxmlformats.org/officeDocument/2006/relationships/image" Target="../media/image259.png"/><Relationship Id="rId204" Type="http://schemas.openxmlformats.org/officeDocument/2006/relationships/image" Target="../media/image266.png"/><Relationship Id="rId225" Type="http://schemas.openxmlformats.org/officeDocument/2006/relationships/customXml" Target="../ink/ink276.xml"/><Relationship Id="rId246" Type="http://schemas.openxmlformats.org/officeDocument/2006/relationships/image" Target="../media/image287.png"/><Relationship Id="rId267" Type="http://schemas.openxmlformats.org/officeDocument/2006/relationships/customXml" Target="../ink/ink297.xml"/><Relationship Id="rId288" Type="http://schemas.openxmlformats.org/officeDocument/2006/relationships/image" Target="../media/image308.png"/><Relationship Id="rId106" Type="http://schemas.openxmlformats.org/officeDocument/2006/relationships/image" Target="../media/image218.png"/><Relationship Id="rId127" Type="http://schemas.openxmlformats.org/officeDocument/2006/relationships/customXml" Target="../ink/ink227.xml"/><Relationship Id="rId313" Type="http://schemas.openxmlformats.org/officeDocument/2006/relationships/customXml" Target="../ink/ink320.xml"/><Relationship Id="rId10" Type="http://schemas.openxmlformats.org/officeDocument/2006/relationships/image" Target="../media/image170.png"/><Relationship Id="rId31" Type="http://schemas.openxmlformats.org/officeDocument/2006/relationships/customXml" Target="../ink/ink179.xml"/><Relationship Id="rId52" Type="http://schemas.openxmlformats.org/officeDocument/2006/relationships/image" Target="../media/image191.png"/><Relationship Id="rId73" Type="http://schemas.openxmlformats.org/officeDocument/2006/relationships/customXml" Target="../ink/ink200.xml"/><Relationship Id="rId94" Type="http://schemas.openxmlformats.org/officeDocument/2006/relationships/image" Target="../media/image212.png"/><Relationship Id="rId148" Type="http://schemas.openxmlformats.org/officeDocument/2006/relationships/image" Target="../media/image238.png"/><Relationship Id="rId169" Type="http://schemas.openxmlformats.org/officeDocument/2006/relationships/customXml" Target="../ink/ink248.xml"/><Relationship Id="rId334" Type="http://schemas.openxmlformats.org/officeDocument/2006/relationships/image" Target="../media/image331.png"/><Relationship Id="rId4" Type="http://schemas.openxmlformats.org/officeDocument/2006/relationships/image" Target="../media/image167.png"/><Relationship Id="rId180" Type="http://schemas.openxmlformats.org/officeDocument/2006/relationships/image" Target="../media/image254.png"/><Relationship Id="rId215" Type="http://schemas.openxmlformats.org/officeDocument/2006/relationships/customXml" Target="../ink/ink271.xml"/><Relationship Id="rId236" Type="http://schemas.openxmlformats.org/officeDocument/2006/relationships/image" Target="../media/image282.png"/><Relationship Id="rId257" Type="http://schemas.openxmlformats.org/officeDocument/2006/relationships/customXml" Target="../ink/ink292.xml"/><Relationship Id="rId278" Type="http://schemas.openxmlformats.org/officeDocument/2006/relationships/image" Target="../media/image303.png"/><Relationship Id="rId303" Type="http://schemas.openxmlformats.org/officeDocument/2006/relationships/customXml" Target="../ink/ink315.xml"/><Relationship Id="rId42" Type="http://schemas.openxmlformats.org/officeDocument/2006/relationships/image" Target="../media/image186.png"/><Relationship Id="rId84" Type="http://schemas.openxmlformats.org/officeDocument/2006/relationships/image" Target="../media/image207.png"/><Relationship Id="rId138" Type="http://schemas.openxmlformats.org/officeDocument/2006/relationships/image" Target="../media/image233.png"/><Relationship Id="rId345" Type="http://schemas.openxmlformats.org/officeDocument/2006/relationships/customXml" Target="../ink/ink336.xml"/><Relationship Id="rId191" Type="http://schemas.openxmlformats.org/officeDocument/2006/relationships/customXml" Target="../ink/ink259.xml"/><Relationship Id="rId205" Type="http://schemas.openxmlformats.org/officeDocument/2006/relationships/customXml" Target="../ink/ink266.xml"/><Relationship Id="rId247" Type="http://schemas.openxmlformats.org/officeDocument/2006/relationships/customXml" Target="../ink/ink287.xml"/><Relationship Id="rId107" Type="http://schemas.openxmlformats.org/officeDocument/2006/relationships/customXml" Target="../ink/ink217.xml"/><Relationship Id="rId289" Type="http://schemas.openxmlformats.org/officeDocument/2006/relationships/customXml" Target="../ink/ink308.xml"/><Relationship Id="rId11" Type="http://schemas.openxmlformats.org/officeDocument/2006/relationships/customXml" Target="../ink/ink169.xml"/><Relationship Id="rId53" Type="http://schemas.openxmlformats.org/officeDocument/2006/relationships/customXml" Target="../ink/ink190.xml"/><Relationship Id="rId149" Type="http://schemas.openxmlformats.org/officeDocument/2006/relationships/customXml" Target="../ink/ink238.xml"/><Relationship Id="rId314" Type="http://schemas.openxmlformats.org/officeDocument/2006/relationships/image" Target="../media/image321.png"/><Relationship Id="rId95" Type="http://schemas.openxmlformats.org/officeDocument/2006/relationships/customXml" Target="../ink/ink211.xml"/><Relationship Id="rId160" Type="http://schemas.openxmlformats.org/officeDocument/2006/relationships/image" Target="../media/image244.png"/><Relationship Id="rId216" Type="http://schemas.openxmlformats.org/officeDocument/2006/relationships/image" Target="../media/image272.png"/><Relationship Id="rId258" Type="http://schemas.openxmlformats.org/officeDocument/2006/relationships/image" Target="../media/image293.png"/><Relationship Id="rId22" Type="http://schemas.openxmlformats.org/officeDocument/2006/relationships/image" Target="../media/image176.png"/><Relationship Id="rId64" Type="http://schemas.openxmlformats.org/officeDocument/2006/relationships/image" Target="../media/image197.png"/><Relationship Id="rId118" Type="http://schemas.openxmlformats.org/officeDocument/2006/relationships/image" Target="../media/image223.png"/><Relationship Id="rId325" Type="http://schemas.openxmlformats.org/officeDocument/2006/relationships/customXml" Target="../ink/ink326.xml"/><Relationship Id="rId171" Type="http://schemas.openxmlformats.org/officeDocument/2006/relationships/customXml" Target="../ink/ink249.xml"/><Relationship Id="rId227" Type="http://schemas.openxmlformats.org/officeDocument/2006/relationships/customXml" Target="../ink/ink277.xml"/><Relationship Id="rId269" Type="http://schemas.openxmlformats.org/officeDocument/2006/relationships/customXml" Target="../ink/ink298.xml"/><Relationship Id="rId33" Type="http://schemas.openxmlformats.org/officeDocument/2006/relationships/customXml" Target="../ink/ink180.xml"/><Relationship Id="rId129" Type="http://schemas.openxmlformats.org/officeDocument/2006/relationships/customXml" Target="../ink/ink228.xml"/><Relationship Id="rId280" Type="http://schemas.openxmlformats.org/officeDocument/2006/relationships/image" Target="../media/image304.png"/><Relationship Id="rId336" Type="http://schemas.openxmlformats.org/officeDocument/2006/relationships/image" Target="../media/image332.png"/><Relationship Id="rId75" Type="http://schemas.openxmlformats.org/officeDocument/2006/relationships/customXml" Target="../ink/ink201.xml"/><Relationship Id="rId140" Type="http://schemas.openxmlformats.org/officeDocument/2006/relationships/image" Target="../media/image234.png"/><Relationship Id="rId182" Type="http://schemas.openxmlformats.org/officeDocument/2006/relationships/image" Target="../media/image255.png"/><Relationship Id="rId6" Type="http://schemas.openxmlformats.org/officeDocument/2006/relationships/image" Target="../media/image168.png"/><Relationship Id="rId238" Type="http://schemas.openxmlformats.org/officeDocument/2006/relationships/image" Target="../media/image283.png"/><Relationship Id="rId291" Type="http://schemas.openxmlformats.org/officeDocument/2006/relationships/customXml" Target="../ink/ink309.xml"/><Relationship Id="rId305" Type="http://schemas.openxmlformats.org/officeDocument/2006/relationships/customXml" Target="../ink/ink316.xml"/><Relationship Id="rId347" Type="http://schemas.openxmlformats.org/officeDocument/2006/relationships/customXml" Target="../ink/ink337.xml"/><Relationship Id="rId44" Type="http://schemas.openxmlformats.org/officeDocument/2006/relationships/image" Target="../media/image187.png"/><Relationship Id="rId86" Type="http://schemas.openxmlformats.org/officeDocument/2006/relationships/image" Target="../media/image208.png"/><Relationship Id="rId151" Type="http://schemas.openxmlformats.org/officeDocument/2006/relationships/customXml" Target="../ink/ink239.xml"/><Relationship Id="rId193" Type="http://schemas.openxmlformats.org/officeDocument/2006/relationships/customXml" Target="../ink/ink260.xml"/><Relationship Id="rId207" Type="http://schemas.openxmlformats.org/officeDocument/2006/relationships/customXml" Target="../ink/ink267.xml"/><Relationship Id="rId249" Type="http://schemas.openxmlformats.org/officeDocument/2006/relationships/customXml" Target="../ink/ink288.xml"/><Relationship Id="rId13" Type="http://schemas.openxmlformats.org/officeDocument/2006/relationships/customXml" Target="../ink/ink170.xml"/><Relationship Id="rId109" Type="http://schemas.openxmlformats.org/officeDocument/2006/relationships/customXml" Target="../ink/ink218.xml"/><Relationship Id="rId260" Type="http://schemas.openxmlformats.org/officeDocument/2006/relationships/image" Target="../media/image294.png"/><Relationship Id="rId316" Type="http://schemas.openxmlformats.org/officeDocument/2006/relationships/image" Target="../media/image322.png"/><Relationship Id="rId55" Type="http://schemas.openxmlformats.org/officeDocument/2006/relationships/customXml" Target="../ink/ink191.xml"/><Relationship Id="rId97" Type="http://schemas.openxmlformats.org/officeDocument/2006/relationships/customXml" Target="../ink/ink212.xml"/><Relationship Id="rId120" Type="http://schemas.openxmlformats.org/officeDocument/2006/relationships/image" Target="../media/image224.png"/><Relationship Id="rId162" Type="http://schemas.openxmlformats.org/officeDocument/2006/relationships/image" Target="../media/image245.png"/><Relationship Id="rId218" Type="http://schemas.openxmlformats.org/officeDocument/2006/relationships/image" Target="../media/image273.png"/><Relationship Id="rId271" Type="http://schemas.openxmlformats.org/officeDocument/2006/relationships/customXml" Target="../ink/ink299.xml"/><Relationship Id="rId24" Type="http://schemas.openxmlformats.org/officeDocument/2006/relationships/image" Target="../media/image177.png"/><Relationship Id="rId66" Type="http://schemas.openxmlformats.org/officeDocument/2006/relationships/image" Target="../media/image198.png"/><Relationship Id="rId131" Type="http://schemas.openxmlformats.org/officeDocument/2006/relationships/customXml" Target="../ink/ink229.xml"/><Relationship Id="rId327" Type="http://schemas.openxmlformats.org/officeDocument/2006/relationships/customXml" Target="../ink/ink327.xml"/><Relationship Id="rId173" Type="http://schemas.openxmlformats.org/officeDocument/2006/relationships/customXml" Target="../ink/ink250.xml"/><Relationship Id="rId229" Type="http://schemas.openxmlformats.org/officeDocument/2006/relationships/customXml" Target="../ink/ink278.xml"/><Relationship Id="rId240" Type="http://schemas.openxmlformats.org/officeDocument/2006/relationships/image" Target="../media/image284.png"/><Relationship Id="rId35" Type="http://schemas.openxmlformats.org/officeDocument/2006/relationships/customXml" Target="../ink/ink181.xml"/><Relationship Id="rId77" Type="http://schemas.openxmlformats.org/officeDocument/2006/relationships/customXml" Target="../ink/ink202.xml"/><Relationship Id="rId100" Type="http://schemas.openxmlformats.org/officeDocument/2006/relationships/image" Target="../media/image215.png"/><Relationship Id="rId282" Type="http://schemas.openxmlformats.org/officeDocument/2006/relationships/image" Target="../media/image305.png"/><Relationship Id="rId338" Type="http://schemas.openxmlformats.org/officeDocument/2006/relationships/image" Target="../media/image333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96.xml"/><Relationship Id="rId671" Type="http://schemas.openxmlformats.org/officeDocument/2006/relationships/customXml" Target="../ink/ink678.xml"/><Relationship Id="rId21" Type="http://schemas.openxmlformats.org/officeDocument/2006/relationships/customXml" Target="../ink/ink348.xml"/><Relationship Id="rId324" Type="http://schemas.openxmlformats.org/officeDocument/2006/relationships/image" Target="../media/image497.png"/><Relationship Id="rId531" Type="http://schemas.openxmlformats.org/officeDocument/2006/relationships/image" Target="../media/image599.png"/><Relationship Id="rId629" Type="http://schemas.openxmlformats.org/officeDocument/2006/relationships/image" Target="../media/image648.png"/><Relationship Id="rId170" Type="http://schemas.openxmlformats.org/officeDocument/2006/relationships/image" Target="../media/image422.png"/><Relationship Id="rId268" Type="http://schemas.openxmlformats.org/officeDocument/2006/relationships/image" Target="../media/image469.png"/><Relationship Id="rId475" Type="http://schemas.openxmlformats.org/officeDocument/2006/relationships/image" Target="../media/image571.png"/><Relationship Id="rId32" Type="http://schemas.openxmlformats.org/officeDocument/2006/relationships/image" Target="../media/image354.png"/><Relationship Id="rId128" Type="http://schemas.openxmlformats.org/officeDocument/2006/relationships/image" Target="../media/image402.png"/><Relationship Id="rId335" Type="http://schemas.openxmlformats.org/officeDocument/2006/relationships/customXml" Target="../ink/ink508.xml"/><Relationship Id="rId542" Type="http://schemas.openxmlformats.org/officeDocument/2006/relationships/customXml" Target="../ink/ink613.xml"/><Relationship Id="rId181" Type="http://schemas.openxmlformats.org/officeDocument/2006/relationships/customXml" Target="../ink/ink429.xml"/><Relationship Id="rId402" Type="http://schemas.openxmlformats.org/officeDocument/2006/relationships/image" Target="../media/image535.png"/><Relationship Id="rId279" Type="http://schemas.openxmlformats.org/officeDocument/2006/relationships/customXml" Target="../ink/ink480.xml"/><Relationship Id="rId486" Type="http://schemas.openxmlformats.org/officeDocument/2006/relationships/customXml" Target="../ink/ink585.xml"/><Relationship Id="rId43" Type="http://schemas.openxmlformats.org/officeDocument/2006/relationships/customXml" Target="../ink/ink359.xml"/><Relationship Id="rId139" Type="http://schemas.openxmlformats.org/officeDocument/2006/relationships/customXml" Target="../ink/ink407.xml"/><Relationship Id="rId346" Type="http://schemas.openxmlformats.org/officeDocument/2006/relationships/customXml" Target="../ink/ink514.xml"/><Relationship Id="rId553" Type="http://schemas.openxmlformats.org/officeDocument/2006/relationships/image" Target="../media/image610.png"/><Relationship Id="rId192" Type="http://schemas.openxmlformats.org/officeDocument/2006/relationships/customXml" Target="../ink/ink435.xml"/><Relationship Id="rId206" Type="http://schemas.openxmlformats.org/officeDocument/2006/relationships/image" Target="../media/image439.png"/><Relationship Id="rId413" Type="http://schemas.openxmlformats.org/officeDocument/2006/relationships/customXml" Target="../ink/ink548.xml"/><Relationship Id="rId497" Type="http://schemas.openxmlformats.org/officeDocument/2006/relationships/image" Target="../media/image582.png"/><Relationship Id="rId620" Type="http://schemas.openxmlformats.org/officeDocument/2006/relationships/customXml" Target="../ink/ink652.xml"/><Relationship Id="rId357" Type="http://schemas.openxmlformats.org/officeDocument/2006/relationships/image" Target="../media/image513.png"/><Relationship Id="rId54" Type="http://schemas.openxmlformats.org/officeDocument/2006/relationships/image" Target="../media/image365.png"/><Relationship Id="rId217" Type="http://schemas.openxmlformats.org/officeDocument/2006/relationships/image" Target="../media/image444.png"/><Relationship Id="rId564" Type="http://schemas.openxmlformats.org/officeDocument/2006/relationships/customXml" Target="../ink/ink624.xml"/><Relationship Id="rId424" Type="http://schemas.openxmlformats.org/officeDocument/2006/relationships/customXml" Target="../ink/ink554.xml"/><Relationship Id="rId631" Type="http://schemas.openxmlformats.org/officeDocument/2006/relationships/image" Target="../media/image649.png"/><Relationship Id="rId270" Type="http://schemas.openxmlformats.org/officeDocument/2006/relationships/image" Target="../media/image470.png"/><Relationship Id="rId65" Type="http://schemas.openxmlformats.org/officeDocument/2006/relationships/customXml" Target="../ink/ink370.xml"/><Relationship Id="rId130" Type="http://schemas.openxmlformats.org/officeDocument/2006/relationships/image" Target="../media/image403.png"/><Relationship Id="rId368" Type="http://schemas.openxmlformats.org/officeDocument/2006/relationships/customXml" Target="../ink/ink525.xml"/><Relationship Id="rId575" Type="http://schemas.openxmlformats.org/officeDocument/2006/relationships/image" Target="../media/image621.png"/><Relationship Id="rId228" Type="http://schemas.openxmlformats.org/officeDocument/2006/relationships/customXml" Target="../ink/ink454.xml"/><Relationship Id="rId435" Type="http://schemas.openxmlformats.org/officeDocument/2006/relationships/image" Target="../media/image551.png"/><Relationship Id="rId642" Type="http://schemas.openxmlformats.org/officeDocument/2006/relationships/image" Target="../media/image654.png"/><Relationship Id="rId281" Type="http://schemas.openxmlformats.org/officeDocument/2006/relationships/customXml" Target="../ink/ink481.xml"/><Relationship Id="rId502" Type="http://schemas.openxmlformats.org/officeDocument/2006/relationships/customXml" Target="../ink/ink593.xml"/><Relationship Id="rId76" Type="http://schemas.openxmlformats.org/officeDocument/2006/relationships/customXml" Target="../ink/ink375.xml"/><Relationship Id="rId141" Type="http://schemas.openxmlformats.org/officeDocument/2006/relationships/customXml" Target="../ink/ink408.xml"/><Relationship Id="rId379" Type="http://schemas.openxmlformats.org/officeDocument/2006/relationships/customXml" Target="../ink/ink531.xml"/><Relationship Id="rId586" Type="http://schemas.openxmlformats.org/officeDocument/2006/relationships/customXml" Target="../ink/ink635.xml"/><Relationship Id="rId7" Type="http://schemas.openxmlformats.org/officeDocument/2006/relationships/customXml" Target="../ink/ink341.xml"/><Relationship Id="rId239" Type="http://schemas.openxmlformats.org/officeDocument/2006/relationships/image" Target="../media/image455.png"/><Relationship Id="rId446" Type="http://schemas.openxmlformats.org/officeDocument/2006/relationships/customXml" Target="../ink/ink565.xml"/><Relationship Id="rId653" Type="http://schemas.openxmlformats.org/officeDocument/2006/relationships/customXml" Target="../ink/ink669.xml"/><Relationship Id="rId292" Type="http://schemas.openxmlformats.org/officeDocument/2006/relationships/image" Target="../media/image481.png"/><Relationship Id="rId306" Type="http://schemas.openxmlformats.org/officeDocument/2006/relationships/image" Target="../media/image488.png"/><Relationship Id="rId87" Type="http://schemas.openxmlformats.org/officeDocument/2006/relationships/image" Target="../media/image382.png"/><Relationship Id="rId513" Type="http://schemas.openxmlformats.org/officeDocument/2006/relationships/image" Target="../media/image590.png"/><Relationship Id="rId597" Type="http://schemas.openxmlformats.org/officeDocument/2006/relationships/image" Target="../media/image632.png"/><Relationship Id="rId152" Type="http://schemas.openxmlformats.org/officeDocument/2006/relationships/customXml" Target="../ink/ink414.xml"/><Relationship Id="rId457" Type="http://schemas.openxmlformats.org/officeDocument/2006/relationships/image" Target="../media/image562.png"/><Relationship Id="rId664" Type="http://schemas.openxmlformats.org/officeDocument/2006/relationships/image" Target="../media/image665.png"/><Relationship Id="rId14" Type="http://schemas.openxmlformats.org/officeDocument/2006/relationships/image" Target="../media/image345.png"/><Relationship Id="rId317" Type="http://schemas.openxmlformats.org/officeDocument/2006/relationships/customXml" Target="../ink/ink499.xml"/><Relationship Id="rId524" Type="http://schemas.openxmlformats.org/officeDocument/2006/relationships/customXml" Target="../ink/ink604.xml"/><Relationship Id="rId98" Type="http://schemas.openxmlformats.org/officeDocument/2006/relationships/customXml" Target="../ink/ink386.xml"/><Relationship Id="rId163" Type="http://schemas.openxmlformats.org/officeDocument/2006/relationships/image" Target="../media/image419.png"/><Relationship Id="rId370" Type="http://schemas.openxmlformats.org/officeDocument/2006/relationships/customXml" Target="../ink/ink526.xml"/><Relationship Id="rId230" Type="http://schemas.openxmlformats.org/officeDocument/2006/relationships/customXml" Target="../ink/ink455.xml"/><Relationship Id="rId468" Type="http://schemas.openxmlformats.org/officeDocument/2006/relationships/customXml" Target="../ink/ink576.xml"/><Relationship Id="rId675" Type="http://schemas.openxmlformats.org/officeDocument/2006/relationships/customXml" Target="../ink/ink680.xml"/><Relationship Id="rId25" Type="http://schemas.openxmlformats.org/officeDocument/2006/relationships/customXml" Target="../ink/ink350.xml"/><Relationship Id="rId328" Type="http://schemas.openxmlformats.org/officeDocument/2006/relationships/image" Target="../media/image499.png"/><Relationship Id="rId535" Type="http://schemas.openxmlformats.org/officeDocument/2006/relationships/image" Target="../media/image601.png"/><Relationship Id="rId174" Type="http://schemas.openxmlformats.org/officeDocument/2006/relationships/image" Target="../media/image424.png"/><Relationship Id="rId381" Type="http://schemas.openxmlformats.org/officeDocument/2006/relationships/customXml" Target="../ink/ink532.xml"/><Relationship Id="rId602" Type="http://schemas.openxmlformats.org/officeDocument/2006/relationships/customXml" Target="../ink/ink643.xml"/><Relationship Id="rId241" Type="http://schemas.openxmlformats.org/officeDocument/2006/relationships/image" Target="../media/image456.png"/><Relationship Id="rId479" Type="http://schemas.openxmlformats.org/officeDocument/2006/relationships/image" Target="../media/image573.png"/><Relationship Id="rId36" Type="http://schemas.openxmlformats.org/officeDocument/2006/relationships/image" Target="../media/image356.png"/><Relationship Id="rId339" Type="http://schemas.openxmlformats.org/officeDocument/2006/relationships/customXml" Target="../ink/ink510.xml"/><Relationship Id="rId546" Type="http://schemas.openxmlformats.org/officeDocument/2006/relationships/customXml" Target="../ink/ink615.xml"/><Relationship Id="rId101" Type="http://schemas.openxmlformats.org/officeDocument/2006/relationships/image" Target="../media/image389.png"/><Relationship Id="rId185" Type="http://schemas.openxmlformats.org/officeDocument/2006/relationships/customXml" Target="../ink/ink431.xml"/><Relationship Id="rId406" Type="http://schemas.openxmlformats.org/officeDocument/2006/relationships/image" Target="../media/image537.png"/><Relationship Id="rId392" Type="http://schemas.openxmlformats.org/officeDocument/2006/relationships/image" Target="../media/image530.png"/><Relationship Id="rId613" Type="http://schemas.openxmlformats.org/officeDocument/2006/relationships/image" Target="../media/image640.png"/><Relationship Id="rId252" Type="http://schemas.openxmlformats.org/officeDocument/2006/relationships/customXml" Target="../ink/ink466.xml"/><Relationship Id="rId47" Type="http://schemas.openxmlformats.org/officeDocument/2006/relationships/customXml" Target="../ink/ink361.xml"/><Relationship Id="rId112" Type="http://schemas.openxmlformats.org/officeDocument/2006/relationships/customXml" Target="../ink/ink393.xml"/><Relationship Id="rId557" Type="http://schemas.openxmlformats.org/officeDocument/2006/relationships/image" Target="../media/image612.png"/><Relationship Id="rId196" Type="http://schemas.openxmlformats.org/officeDocument/2006/relationships/customXml" Target="../ink/ink437.xml"/><Relationship Id="rId417" Type="http://schemas.openxmlformats.org/officeDocument/2006/relationships/image" Target="../media/image542.png"/><Relationship Id="rId624" Type="http://schemas.openxmlformats.org/officeDocument/2006/relationships/customXml" Target="../ink/ink654.xml"/><Relationship Id="rId263" Type="http://schemas.openxmlformats.org/officeDocument/2006/relationships/image" Target="../media/image467.png"/><Relationship Id="rId470" Type="http://schemas.openxmlformats.org/officeDocument/2006/relationships/customXml" Target="../ink/ink577.xml"/><Relationship Id="rId58" Type="http://schemas.openxmlformats.org/officeDocument/2006/relationships/image" Target="../media/image367.png"/><Relationship Id="rId123" Type="http://schemas.openxmlformats.org/officeDocument/2006/relationships/customXml" Target="../ink/ink399.xml"/><Relationship Id="rId330" Type="http://schemas.openxmlformats.org/officeDocument/2006/relationships/image" Target="../media/image500.png"/><Relationship Id="rId568" Type="http://schemas.openxmlformats.org/officeDocument/2006/relationships/customXml" Target="../ink/ink626.xml"/><Relationship Id="rId428" Type="http://schemas.openxmlformats.org/officeDocument/2006/relationships/customXml" Target="../ink/ink556.xml"/><Relationship Id="rId635" Type="http://schemas.openxmlformats.org/officeDocument/2006/relationships/customXml" Target="../ink/ink660.xml"/><Relationship Id="rId274" Type="http://schemas.openxmlformats.org/officeDocument/2006/relationships/image" Target="../media/image472.png"/><Relationship Id="rId481" Type="http://schemas.openxmlformats.org/officeDocument/2006/relationships/image" Target="../media/image574.png"/><Relationship Id="rId69" Type="http://schemas.openxmlformats.org/officeDocument/2006/relationships/image" Target="../media/image373.png"/><Relationship Id="rId134" Type="http://schemas.openxmlformats.org/officeDocument/2006/relationships/image" Target="../media/image405.png"/><Relationship Id="rId579" Type="http://schemas.openxmlformats.org/officeDocument/2006/relationships/image" Target="../media/image623.png"/><Relationship Id="rId341" Type="http://schemas.openxmlformats.org/officeDocument/2006/relationships/customXml" Target="../ink/ink511.xml"/><Relationship Id="rId439" Type="http://schemas.openxmlformats.org/officeDocument/2006/relationships/image" Target="../media/image553.png"/><Relationship Id="rId646" Type="http://schemas.openxmlformats.org/officeDocument/2006/relationships/image" Target="../media/image656.png"/><Relationship Id="rId201" Type="http://schemas.openxmlformats.org/officeDocument/2006/relationships/customXml" Target="../ink/ink440.xml"/><Relationship Id="rId285" Type="http://schemas.openxmlformats.org/officeDocument/2006/relationships/customXml" Target="../ink/ink483.xml"/><Relationship Id="rId506" Type="http://schemas.openxmlformats.org/officeDocument/2006/relationships/customXml" Target="../ink/ink595.xml"/><Relationship Id="rId38" Type="http://schemas.openxmlformats.org/officeDocument/2006/relationships/image" Target="../media/image357.png"/><Relationship Id="rId103" Type="http://schemas.openxmlformats.org/officeDocument/2006/relationships/image" Target="../media/image390.png"/><Relationship Id="rId310" Type="http://schemas.openxmlformats.org/officeDocument/2006/relationships/image" Target="../media/image490.png"/><Relationship Id="rId492" Type="http://schemas.openxmlformats.org/officeDocument/2006/relationships/customXml" Target="../ink/ink588.xml"/><Relationship Id="rId548" Type="http://schemas.openxmlformats.org/officeDocument/2006/relationships/customXml" Target="../ink/ink616.xml"/><Relationship Id="rId91" Type="http://schemas.openxmlformats.org/officeDocument/2006/relationships/image" Target="../media/image384.png"/><Relationship Id="rId145" Type="http://schemas.openxmlformats.org/officeDocument/2006/relationships/customXml" Target="../ink/ink410.xml"/><Relationship Id="rId187" Type="http://schemas.openxmlformats.org/officeDocument/2006/relationships/customXml" Target="../ink/ink432.xml"/><Relationship Id="rId352" Type="http://schemas.openxmlformats.org/officeDocument/2006/relationships/customXml" Target="../ink/ink517.xml"/><Relationship Id="rId394" Type="http://schemas.openxmlformats.org/officeDocument/2006/relationships/image" Target="../media/image531.png"/><Relationship Id="rId408" Type="http://schemas.openxmlformats.org/officeDocument/2006/relationships/image" Target="../media/image538.png"/><Relationship Id="rId615" Type="http://schemas.openxmlformats.org/officeDocument/2006/relationships/image" Target="../media/image641.png"/><Relationship Id="rId212" Type="http://schemas.openxmlformats.org/officeDocument/2006/relationships/customXml" Target="../ink/ink446.xml"/><Relationship Id="rId254" Type="http://schemas.openxmlformats.org/officeDocument/2006/relationships/customXml" Target="../ink/ink467.xml"/><Relationship Id="rId657" Type="http://schemas.openxmlformats.org/officeDocument/2006/relationships/customXml" Target="../ink/ink671.xml"/><Relationship Id="rId49" Type="http://schemas.openxmlformats.org/officeDocument/2006/relationships/customXml" Target="../ink/ink362.xml"/><Relationship Id="rId114" Type="http://schemas.openxmlformats.org/officeDocument/2006/relationships/customXml" Target="../ink/ink394.xml"/><Relationship Id="rId296" Type="http://schemas.openxmlformats.org/officeDocument/2006/relationships/image" Target="../media/image483.png"/><Relationship Id="rId461" Type="http://schemas.openxmlformats.org/officeDocument/2006/relationships/image" Target="../media/image564.png"/><Relationship Id="rId517" Type="http://schemas.openxmlformats.org/officeDocument/2006/relationships/image" Target="../media/image592.png"/><Relationship Id="rId559" Type="http://schemas.openxmlformats.org/officeDocument/2006/relationships/image" Target="../media/image613.png"/><Relationship Id="rId60" Type="http://schemas.openxmlformats.org/officeDocument/2006/relationships/image" Target="../media/image368.png"/><Relationship Id="rId156" Type="http://schemas.openxmlformats.org/officeDocument/2006/relationships/customXml" Target="../ink/ink416.xml"/><Relationship Id="rId198" Type="http://schemas.openxmlformats.org/officeDocument/2006/relationships/image" Target="../media/image435.png"/><Relationship Id="rId321" Type="http://schemas.openxmlformats.org/officeDocument/2006/relationships/customXml" Target="../ink/ink501.xml"/><Relationship Id="rId363" Type="http://schemas.openxmlformats.org/officeDocument/2006/relationships/image" Target="../media/image516.png"/><Relationship Id="rId419" Type="http://schemas.openxmlformats.org/officeDocument/2006/relationships/image" Target="../media/image543.png"/><Relationship Id="rId570" Type="http://schemas.openxmlformats.org/officeDocument/2006/relationships/customXml" Target="../ink/ink627.xml"/><Relationship Id="rId626" Type="http://schemas.openxmlformats.org/officeDocument/2006/relationships/customXml" Target="../ink/ink655.xml"/><Relationship Id="rId223" Type="http://schemas.openxmlformats.org/officeDocument/2006/relationships/image" Target="../media/image447.png"/><Relationship Id="rId430" Type="http://schemas.openxmlformats.org/officeDocument/2006/relationships/customXml" Target="../ink/ink557.xml"/><Relationship Id="rId668" Type="http://schemas.openxmlformats.org/officeDocument/2006/relationships/image" Target="../media/image667.png"/><Relationship Id="rId18" Type="http://schemas.openxmlformats.org/officeDocument/2006/relationships/image" Target="../media/image347.png"/><Relationship Id="rId265" Type="http://schemas.openxmlformats.org/officeDocument/2006/relationships/customXml" Target="../ink/ink473.xml"/><Relationship Id="rId472" Type="http://schemas.openxmlformats.org/officeDocument/2006/relationships/customXml" Target="../ink/ink578.xml"/><Relationship Id="rId528" Type="http://schemas.openxmlformats.org/officeDocument/2006/relationships/customXml" Target="../ink/ink606.xml"/><Relationship Id="rId125" Type="http://schemas.openxmlformats.org/officeDocument/2006/relationships/customXml" Target="../ink/ink400.xml"/><Relationship Id="rId167" Type="http://schemas.openxmlformats.org/officeDocument/2006/relationships/customXml" Target="../ink/ink422.xml"/><Relationship Id="rId332" Type="http://schemas.openxmlformats.org/officeDocument/2006/relationships/image" Target="../media/image501.png"/><Relationship Id="rId374" Type="http://schemas.openxmlformats.org/officeDocument/2006/relationships/image" Target="../media/image521.png"/><Relationship Id="rId581" Type="http://schemas.openxmlformats.org/officeDocument/2006/relationships/image" Target="../media/image624.png"/><Relationship Id="rId71" Type="http://schemas.openxmlformats.org/officeDocument/2006/relationships/image" Target="../media/image374.png"/><Relationship Id="rId234" Type="http://schemas.openxmlformats.org/officeDocument/2006/relationships/customXml" Target="../ink/ink457.xml"/><Relationship Id="rId637" Type="http://schemas.openxmlformats.org/officeDocument/2006/relationships/customXml" Target="../ink/ink661.xml"/><Relationship Id="rId2" Type="http://schemas.openxmlformats.org/officeDocument/2006/relationships/image" Target="../media/image166.png"/><Relationship Id="rId29" Type="http://schemas.openxmlformats.org/officeDocument/2006/relationships/customXml" Target="../ink/ink352.xml"/><Relationship Id="rId276" Type="http://schemas.openxmlformats.org/officeDocument/2006/relationships/image" Target="../media/image473.png"/><Relationship Id="rId441" Type="http://schemas.openxmlformats.org/officeDocument/2006/relationships/image" Target="../media/image554.png"/><Relationship Id="rId483" Type="http://schemas.openxmlformats.org/officeDocument/2006/relationships/image" Target="../media/image575.png"/><Relationship Id="rId539" Type="http://schemas.openxmlformats.org/officeDocument/2006/relationships/image" Target="../media/image603.png"/><Relationship Id="rId40" Type="http://schemas.openxmlformats.org/officeDocument/2006/relationships/image" Target="../media/image358.png"/><Relationship Id="rId136" Type="http://schemas.openxmlformats.org/officeDocument/2006/relationships/image" Target="../media/image406.png"/><Relationship Id="rId178" Type="http://schemas.openxmlformats.org/officeDocument/2006/relationships/image" Target="../media/image426.png"/><Relationship Id="rId301" Type="http://schemas.openxmlformats.org/officeDocument/2006/relationships/customXml" Target="../ink/ink491.xml"/><Relationship Id="rId343" Type="http://schemas.openxmlformats.org/officeDocument/2006/relationships/customXml" Target="../ink/ink512.xml"/><Relationship Id="rId550" Type="http://schemas.openxmlformats.org/officeDocument/2006/relationships/customXml" Target="../ink/ink617.xml"/><Relationship Id="rId82" Type="http://schemas.openxmlformats.org/officeDocument/2006/relationships/customXml" Target="../ink/ink378.xml"/><Relationship Id="rId203" Type="http://schemas.openxmlformats.org/officeDocument/2006/relationships/customXml" Target="../ink/ink441.xml"/><Relationship Id="rId385" Type="http://schemas.openxmlformats.org/officeDocument/2006/relationships/customXml" Target="../ink/ink534.xml"/><Relationship Id="rId592" Type="http://schemas.openxmlformats.org/officeDocument/2006/relationships/customXml" Target="../ink/ink638.xml"/><Relationship Id="rId606" Type="http://schemas.openxmlformats.org/officeDocument/2006/relationships/customXml" Target="../ink/ink645.xml"/><Relationship Id="rId648" Type="http://schemas.openxmlformats.org/officeDocument/2006/relationships/image" Target="../media/image657.png"/><Relationship Id="rId245" Type="http://schemas.openxmlformats.org/officeDocument/2006/relationships/image" Target="../media/image458.png"/><Relationship Id="rId287" Type="http://schemas.openxmlformats.org/officeDocument/2006/relationships/customXml" Target="../ink/ink484.xml"/><Relationship Id="rId410" Type="http://schemas.openxmlformats.org/officeDocument/2006/relationships/image" Target="../media/image539.png"/><Relationship Id="rId452" Type="http://schemas.openxmlformats.org/officeDocument/2006/relationships/customXml" Target="../ink/ink568.xml"/><Relationship Id="rId494" Type="http://schemas.openxmlformats.org/officeDocument/2006/relationships/customXml" Target="../ink/ink589.xml"/><Relationship Id="rId508" Type="http://schemas.openxmlformats.org/officeDocument/2006/relationships/customXml" Target="../ink/ink596.xml"/><Relationship Id="rId105" Type="http://schemas.openxmlformats.org/officeDocument/2006/relationships/image" Target="../media/image391.png"/><Relationship Id="rId147" Type="http://schemas.openxmlformats.org/officeDocument/2006/relationships/customXml" Target="../ink/ink411.xml"/><Relationship Id="rId312" Type="http://schemas.openxmlformats.org/officeDocument/2006/relationships/image" Target="../media/image491.png"/><Relationship Id="rId354" Type="http://schemas.openxmlformats.org/officeDocument/2006/relationships/customXml" Target="../ink/ink518.xml"/><Relationship Id="rId51" Type="http://schemas.openxmlformats.org/officeDocument/2006/relationships/customXml" Target="../ink/ink363.xml"/><Relationship Id="rId93" Type="http://schemas.openxmlformats.org/officeDocument/2006/relationships/image" Target="../media/image385.png"/><Relationship Id="rId189" Type="http://schemas.openxmlformats.org/officeDocument/2006/relationships/customXml" Target="../ink/ink433.xml"/><Relationship Id="rId396" Type="http://schemas.openxmlformats.org/officeDocument/2006/relationships/image" Target="../media/image532.png"/><Relationship Id="rId561" Type="http://schemas.openxmlformats.org/officeDocument/2006/relationships/image" Target="../media/image614.png"/><Relationship Id="rId617" Type="http://schemas.openxmlformats.org/officeDocument/2006/relationships/image" Target="../media/image642.png"/><Relationship Id="rId659" Type="http://schemas.openxmlformats.org/officeDocument/2006/relationships/customXml" Target="../ink/ink672.xml"/><Relationship Id="rId214" Type="http://schemas.openxmlformats.org/officeDocument/2006/relationships/customXml" Target="../ink/ink447.xml"/><Relationship Id="rId256" Type="http://schemas.openxmlformats.org/officeDocument/2006/relationships/customXml" Target="../ink/ink468.xml"/><Relationship Id="rId298" Type="http://schemas.openxmlformats.org/officeDocument/2006/relationships/image" Target="../media/image484.png"/><Relationship Id="rId421" Type="http://schemas.openxmlformats.org/officeDocument/2006/relationships/image" Target="../media/image544.png"/><Relationship Id="rId463" Type="http://schemas.openxmlformats.org/officeDocument/2006/relationships/image" Target="../media/image565.png"/><Relationship Id="rId519" Type="http://schemas.openxmlformats.org/officeDocument/2006/relationships/image" Target="../media/image593.png"/><Relationship Id="rId670" Type="http://schemas.openxmlformats.org/officeDocument/2006/relationships/image" Target="../media/image668.png"/><Relationship Id="rId116" Type="http://schemas.openxmlformats.org/officeDocument/2006/relationships/customXml" Target="../ink/ink395.xml"/><Relationship Id="rId158" Type="http://schemas.openxmlformats.org/officeDocument/2006/relationships/customXml" Target="../ink/ink417.xml"/><Relationship Id="rId323" Type="http://schemas.openxmlformats.org/officeDocument/2006/relationships/customXml" Target="../ink/ink502.xml"/><Relationship Id="rId530" Type="http://schemas.openxmlformats.org/officeDocument/2006/relationships/customXml" Target="../ink/ink607.xml"/><Relationship Id="rId20" Type="http://schemas.openxmlformats.org/officeDocument/2006/relationships/image" Target="../media/image348.png"/><Relationship Id="rId62" Type="http://schemas.openxmlformats.org/officeDocument/2006/relationships/image" Target="../media/image369.png"/><Relationship Id="rId365" Type="http://schemas.openxmlformats.org/officeDocument/2006/relationships/image" Target="../media/image517.png"/><Relationship Id="rId572" Type="http://schemas.openxmlformats.org/officeDocument/2006/relationships/customXml" Target="../ink/ink628.xml"/><Relationship Id="rId628" Type="http://schemas.openxmlformats.org/officeDocument/2006/relationships/customXml" Target="../ink/ink656.xml"/><Relationship Id="rId225" Type="http://schemas.openxmlformats.org/officeDocument/2006/relationships/image" Target="../media/image448.png"/><Relationship Id="rId267" Type="http://schemas.openxmlformats.org/officeDocument/2006/relationships/customXml" Target="../ink/ink474.xml"/><Relationship Id="rId432" Type="http://schemas.openxmlformats.org/officeDocument/2006/relationships/customXml" Target="../ink/ink558.xml"/><Relationship Id="rId474" Type="http://schemas.openxmlformats.org/officeDocument/2006/relationships/customXml" Target="../ink/ink579.xml"/><Relationship Id="rId127" Type="http://schemas.openxmlformats.org/officeDocument/2006/relationships/customXml" Target="../ink/ink401.xml"/><Relationship Id="rId31" Type="http://schemas.openxmlformats.org/officeDocument/2006/relationships/customXml" Target="../ink/ink353.xml"/><Relationship Id="rId73" Type="http://schemas.openxmlformats.org/officeDocument/2006/relationships/image" Target="../media/image375.png"/><Relationship Id="rId169" Type="http://schemas.openxmlformats.org/officeDocument/2006/relationships/customXml" Target="../ink/ink423.xml"/><Relationship Id="rId334" Type="http://schemas.openxmlformats.org/officeDocument/2006/relationships/image" Target="../media/image502.png"/><Relationship Id="rId376" Type="http://schemas.openxmlformats.org/officeDocument/2006/relationships/image" Target="../media/image522.png"/><Relationship Id="rId541" Type="http://schemas.openxmlformats.org/officeDocument/2006/relationships/image" Target="../media/image604.png"/><Relationship Id="rId583" Type="http://schemas.openxmlformats.org/officeDocument/2006/relationships/image" Target="../media/image625.png"/><Relationship Id="rId639" Type="http://schemas.openxmlformats.org/officeDocument/2006/relationships/customXml" Target="../ink/ink662.xml"/><Relationship Id="rId4" Type="http://schemas.openxmlformats.org/officeDocument/2006/relationships/image" Target="../media/image340.png"/><Relationship Id="rId180" Type="http://schemas.openxmlformats.org/officeDocument/2006/relationships/image" Target="../media/image427.png"/><Relationship Id="rId236" Type="http://schemas.openxmlformats.org/officeDocument/2006/relationships/customXml" Target="../ink/ink458.xml"/><Relationship Id="rId278" Type="http://schemas.openxmlformats.org/officeDocument/2006/relationships/image" Target="../media/image474.png"/><Relationship Id="rId401" Type="http://schemas.openxmlformats.org/officeDocument/2006/relationships/customXml" Target="../ink/ink542.xml"/><Relationship Id="rId443" Type="http://schemas.openxmlformats.org/officeDocument/2006/relationships/image" Target="../media/image555.png"/><Relationship Id="rId650" Type="http://schemas.openxmlformats.org/officeDocument/2006/relationships/image" Target="../media/image658.png"/><Relationship Id="rId303" Type="http://schemas.openxmlformats.org/officeDocument/2006/relationships/customXml" Target="../ink/ink492.xml"/><Relationship Id="rId485" Type="http://schemas.openxmlformats.org/officeDocument/2006/relationships/image" Target="../media/image576.png"/><Relationship Id="rId42" Type="http://schemas.openxmlformats.org/officeDocument/2006/relationships/image" Target="../media/image359.png"/><Relationship Id="rId84" Type="http://schemas.openxmlformats.org/officeDocument/2006/relationships/customXml" Target="../ink/ink379.xml"/><Relationship Id="rId138" Type="http://schemas.openxmlformats.org/officeDocument/2006/relationships/image" Target="../media/image407.png"/><Relationship Id="rId345" Type="http://schemas.openxmlformats.org/officeDocument/2006/relationships/image" Target="../media/image507.png"/><Relationship Id="rId387" Type="http://schemas.openxmlformats.org/officeDocument/2006/relationships/customXml" Target="../ink/ink535.xml"/><Relationship Id="rId510" Type="http://schemas.openxmlformats.org/officeDocument/2006/relationships/customXml" Target="../ink/ink597.xml"/><Relationship Id="rId552" Type="http://schemas.openxmlformats.org/officeDocument/2006/relationships/customXml" Target="../ink/ink618.xml"/><Relationship Id="rId594" Type="http://schemas.openxmlformats.org/officeDocument/2006/relationships/customXml" Target="../ink/ink639.xml"/><Relationship Id="rId608" Type="http://schemas.openxmlformats.org/officeDocument/2006/relationships/customXml" Target="../ink/ink646.xml"/><Relationship Id="rId191" Type="http://schemas.openxmlformats.org/officeDocument/2006/relationships/image" Target="../media/image432.png"/><Relationship Id="rId205" Type="http://schemas.openxmlformats.org/officeDocument/2006/relationships/customXml" Target="../ink/ink442.xml"/><Relationship Id="rId247" Type="http://schemas.openxmlformats.org/officeDocument/2006/relationships/image" Target="../media/image459.png"/><Relationship Id="rId412" Type="http://schemas.openxmlformats.org/officeDocument/2006/relationships/image" Target="../media/image540.png"/><Relationship Id="rId107" Type="http://schemas.openxmlformats.org/officeDocument/2006/relationships/image" Target="../media/image392.png"/><Relationship Id="rId289" Type="http://schemas.openxmlformats.org/officeDocument/2006/relationships/customXml" Target="../ink/ink485.xml"/><Relationship Id="rId454" Type="http://schemas.openxmlformats.org/officeDocument/2006/relationships/customXml" Target="../ink/ink569.xml"/><Relationship Id="rId496" Type="http://schemas.openxmlformats.org/officeDocument/2006/relationships/customXml" Target="../ink/ink590.xml"/><Relationship Id="rId661" Type="http://schemas.openxmlformats.org/officeDocument/2006/relationships/customXml" Target="../ink/ink673.xml"/><Relationship Id="rId11" Type="http://schemas.openxmlformats.org/officeDocument/2006/relationships/customXml" Target="../ink/ink343.xml"/><Relationship Id="rId53" Type="http://schemas.openxmlformats.org/officeDocument/2006/relationships/customXml" Target="../ink/ink364.xml"/><Relationship Id="rId149" Type="http://schemas.openxmlformats.org/officeDocument/2006/relationships/image" Target="../media/image412.png"/><Relationship Id="rId314" Type="http://schemas.openxmlformats.org/officeDocument/2006/relationships/image" Target="../media/image492.png"/><Relationship Id="rId356" Type="http://schemas.openxmlformats.org/officeDocument/2006/relationships/customXml" Target="../ink/ink519.xml"/><Relationship Id="rId398" Type="http://schemas.openxmlformats.org/officeDocument/2006/relationships/image" Target="../media/image533.png"/><Relationship Id="rId521" Type="http://schemas.openxmlformats.org/officeDocument/2006/relationships/image" Target="../media/image594.png"/><Relationship Id="rId563" Type="http://schemas.openxmlformats.org/officeDocument/2006/relationships/image" Target="../media/image615.png"/><Relationship Id="rId619" Type="http://schemas.openxmlformats.org/officeDocument/2006/relationships/image" Target="../media/image643.png"/><Relationship Id="rId95" Type="http://schemas.openxmlformats.org/officeDocument/2006/relationships/image" Target="../media/image386.png"/><Relationship Id="rId160" Type="http://schemas.openxmlformats.org/officeDocument/2006/relationships/customXml" Target="../ink/ink418.xml"/><Relationship Id="rId216" Type="http://schemas.openxmlformats.org/officeDocument/2006/relationships/customXml" Target="../ink/ink448.xml"/><Relationship Id="rId423" Type="http://schemas.openxmlformats.org/officeDocument/2006/relationships/image" Target="../media/image545.png"/><Relationship Id="rId258" Type="http://schemas.openxmlformats.org/officeDocument/2006/relationships/customXml" Target="../ink/ink469.xml"/><Relationship Id="rId465" Type="http://schemas.openxmlformats.org/officeDocument/2006/relationships/image" Target="../media/image566.png"/><Relationship Id="rId630" Type="http://schemas.openxmlformats.org/officeDocument/2006/relationships/customXml" Target="../ink/ink657.xml"/><Relationship Id="rId672" Type="http://schemas.openxmlformats.org/officeDocument/2006/relationships/image" Target="../media/image669.png"/><Relationship Id="rId22" Type="http://schemas.openxmlformats.org/officeDocument/2006/relationships/image" Target="../media/image349.png"/><Relationship Id="rId64" Type="http://schemas.openxmlformats.org/officeDocument/2006/relationships/image" Target="../media/image370.png"/><Relationship Id="rId118" Type="http://schemas.openxmlformats.org/officeDocument/2006/relationships/image" Target="../media/image397.png"/><Relationship Id="rId325" Type="http://schemas.openxmlformats.org/officeDocument/2006/relationships/customXml" Target="../ink/ink503.xml"/><Relationship Id="rId367" Type="http://schemas.openxmlformats.org/officeDocument/2006/relationships/image" Target="../media/image518.png"/><Relationship Id="rId532" Type="http://schemas.openxmlformats.org/officeDocument/2006/relationships/customXml" Target="../ink/ink608.xml"/><Relationship Id="rId574" Type="http://schemas.openxmlformats.org/officeDocument/2006/relationships/customXml" Target="../ink/ink629.xml"/><Relationship Id="rId171" Type="http://schemas.openxmlformats.org/officeDocument/2006/relationships/customXml" Target="../ink/ink424.xml"/><Relationship Id="rId227" Type="http://schemas.openxmlformats.org/officeDocument/2006/relationships/image" Target="../media/image449.png"/><Relationship Id="rId269" Type="http://schemas.openxmlformats.org/officeDocument/2006/relationships/customXml" Target="../ink/ink475.xml"/><Relationship Id="rId434" Type="http://schemas.openxmlformats.org/officeDocument/2006/relationships/customXml" Target="../ink/ink559.xml"/><Relationship Id="rId476" Type="http://schemas.openxmlformats.org/officeDocument/2006/relationships/customXml" Target="../ink/ink580.xml"/><Relationship Id="rId641" Type="http://schemas.openxmlformats.org/officeDocument/2006/relationships/customXml" Target="../ink/ink663.xml"/><Relationship Id="rId33" Type="http://schemas.openxmlformats.org/officeDocument/2006/relationships/customXml" Target="../ink/ink354.xml"/><Relationship Id="rId129" Type="http://schemas.openxmlformats.org/officeDocument/2006/relationships/customXml" Target="../ink/ink402.xml"/><Relationship Id="rId280" Type="http://schemas.openxmlformats.org/officeDocument/2006/relationships/image" Target="../media/image475.png"/><Relationship Id="rId336" Type="http://schemas.openxmlformats.org/officeDocument/2006/relationships/image" Target="../media/image503.png"/><Relationship Id="rId501" Type="http://schemas.openxmlformats.org/officeDocument/2006/relationships/image" Target="../media/image584.png"/><Relationship Id="rId543" Type="http://schemas.openxmlformats.org/officeDocument/2006/relationships/image" Target="../media/image605.png"/><Relationship Id="rId75" Type="http://schemas.openxmlformats.org/officeDocument/2006/relationships/image" Target="../media/image376.png"/><Relationship Id="rId140" Type="http://schemas.openxmlformats.org/officeDocument/2006/relationships/image" Target="../media/image408.png"/><Relationship Id="rId182" Type="http://schemas.openxmlformats.org/officeDocument/2006/relationships/image" Target="../media/image428.png"/><Relationship Id="rId378" Type="http://schemas.openxmlformats.org/officeDocument/2006/relationships/image" Target="../media/image523.png"/><Relationship Id="rId403" Type="http://schemas.openxmlformats.org/officeDocument/2006/relationships/customXml" Target="../ink/ink543.xml"/><Relationship Id="rId585" Type="http://schemas.openxmlformats.org/officeDocument/2006/relationships/image" Target="../media/image626.png"/><Relationship Id="rId6" Type="http://schemas.openxmlformats.org/officeDocument/2006/relationships/image" Target="../media/image341.png"/><Relationship Id="rId238" Type="http://schemas.openxmlformats.org/officeDocument/2006/relationships/customXml" Target="../ink/ink459.xml"/><Relationship Id="rId445" Type="http://schemas.openxmlformats.org/officeDocument/2006/relationships/image" Target="../media/image556.png"/><Relationship Id="rId487" Type="http://schemas.openxmlformats.org/officeDocument/2006/relationships/image" Target="../media/image577.png"/><Relationship Id="rId610" Type="http://schemas.openxmlformats.org/officeDocument/2006/relationships/customXml" Target="../ink/ink647.xml"/><Relationship Id="rId652" Type="http://schemas.openxmlformats.org/officeDocument/2006/relationships/image" Target="../media/image659.png"/><Relationship Id="rId291" Type="http://schemas.openxmlformats.org/officeDocument/2006/relationships/customXml" Target="../ink/ink486.xml"/><Relationship Id="rId305" Type="http://schemas.openxmlformats.org/officeDocument/2006/relationships/customXml" Target="../ink/ink493.xml"/><Relationship Id="rId347" Type="http://schemas.openxmlformats.org/officeDocument/2006/relationships/image" Target="../media/image508.png"/><Relationship Id="rId512" Type="http://schemas.openxmlformats.org/officeDocument/2006/relationships/customXml" Target="../ink/ink598.xml"/><Relationship Id="rId44" Type="http://schemas.openxmlformats.org/officeDocument/2006/relationships/image" Target="../media/image360.png"/><Relationship Id="rId86" Type="http://schemas.openxmlformats.org/officeDocument/2006/relationships/customXml" Target="../ink/ink380.xml"/><Relationship Id="rId151" Type="http://schemas.openxmlformats.org/officeDocument/2006/relationships/image" Target="../media/image413.png"/><Relationship Id="rId389" Type="http://schemas.openxmlformats.org/officeDocument/2006/relationships/customXml" Target="../ink/ink536.xml"/><Relationship Id="rId554" Type="http://schemas.openxmlformats.org/officeDocument/2006/relationships/customXml" Target="../ink/ink619.xml"/><Relationship Id="rId596" Type="http://schemas.openxmlformats.org/officeDocument/2006/relationships/customXml" Target="../ink/ink640.xml"/><Relationship Id="rId193" Type="http://schemas.openxmlformats.org/officeDocument/2006/relationships/image" Target="../media/image433.png"/><Relationship Id="rId207" Type="http://schemas.openxmlformats.org/officeDocument/2006/relationships/customXml" Target="../ink/ink443.xml"/><Relationship Id="rId249" Type="http://schemas.openxmlformats.org/officeDocument/2006/relationships/image" Target="../media/image460.png"/><Relationship Id="rId414" Type="http://schemas.openxmlformats.org/officeDocument/2006/relationships/image" Target="../media/image541.png"/><Relationship Id="rId456" Type="http://schemas.openxmlformats.org/officeDocument/2006/relationships/customXml" Target="../ink/ink570.xml"/><Relationship Id="rId498" Type="http://schemas.openxmlformats.org/officeDocument/2006/relationships/customXml" Target="../ink/ink591.xml"/><Relationship Id="rId621" Type="http://schemas.openxmlformats.org/officeDocument/2006/relationships/image" Target="../media/image644.png"/><Relationship Id="rId663" Type="http://schemas.openxmlformats.org/officeDocument/2006/relationships/customXml" Target="../ink/ink674.xml"/><Relationship Id="rId13" Type="http://schemas.openxmlformats.org/officeDocument/2006/relationships/customXml" Target="../ink/ink344.xml"/><Relationship Id="rId109" Type="http://schemas.openxmlformats.org/officeDocument/2006/relationships/image" Target="../media/image393.png"/><Relationship Id="rId260" Type="http://schemas.openxmlformats.org/officeDocument/2006/relationships/customXml" Target="../ink/ink470.xml"/><Relationship Id="rId316" Type="http://schemas.openxmlformats.org/officeDocument/2006/relationships/image" Target="../media/image493.png"/><Relationship Id="rId523" Type="http://schemas.openxmlformats.org/officeDocument/2006/relationships/image" Target="../media/image595.png"/><Relationship Id="rId55" Type="http://schemas.openxmlformats.org/officeDocument/2006/relationships/customXml" Target="../ink/ink365.xml"/><Relationship Id="rId97" Type="http://schemas.openxmlformats.org/officeDocument/2006/relationships/image" Target="../media/image387.png"/><Relationship Id="rId120" Type="http://schemas.openxmlformats.org/officeDocument/2006/relationships/image" Target="../media/image398.png"/><Relationship Id="rId358" Type="http://schemas.openxmlformats.org/officeDocument/2006/relationships/customXml" Target="../ink/ink520.xml"/><Relationship Id="rId565" Type="http://schemas.openxmlformats.org/officeDocument/2006/relationships/image" Target="../media/image616.png"/><Relationship Id="rId162" Type="http://schemas.openxmlformats.org/officeDocument/2006/relationships/customXml" Target="../ink/ink419.xml"/><Relationship Id="rId218" Type="http://schemas.openxmlformats.org/officeDocument/2006/relationships/customXml" Target="../ink/ink449.xml"/><Relationship Id="rId425" Type="http://schemas.openxmlformats.org/officeDocument/2006/relationships/image" Target="../media/image546.png"/><Relationship Id="rId467" Type="http://schemas.openxmlformats.org/officeDocument/2006/relationships/image" Target="../media/image567.png"/><Relationship Id="rId632" Type="http://schemas.openxmlformats.org/officeDocument/2006/relationships/customXml" Target="../ink/ink658.xml"/><Relationship Id="rId271" Type="http://schemas.openxmlformats.org/officeDocument/2006/relationships/customXml" Target="../ink/ink476.xml"/><Relationship Id="rId674" Type="http://schemas.openxmlformats.org/officeDocument/2006/relationships/image" Target="../media/image670.png"/><Relationship Id="rId24" Type="http://schemas.openxmlformats.org/officeDocument/2006/relationships/image" Target="../media/image350.png"/><Relationship Id="rId66" Type="http://schemas.openxmlformats.org/officeDocument/2006/relationships/image" Target="../media/image371.png"/><Relationship Id="rId131" Type="http://schemas.openxmlformats.org/officeDocument/2006/relationships/customXml" Target="../ink/ink403.xml"/><Relationship Id="rId327" Type="http://schemas.openxmlformats.org/officeDocument/2006/relationships/customXml" Target="../ink/ink504.xml"/><Relationship Id="rId369" Type="http://schemas.openxmlformats.org/officeDocument/2006/relationships/image" Target="../media/image519.png"/><Relationship Id="rId534" Type="http://schemas.openxmlformats.org/officeDocument/2006/relationships/customXml" Target="../ink/ink609.xml"/><Relationship Id="rId576" Type="http://schemas.openxmlformats.org/officeDocument/2006/relationships/customXml" Target="../ink/ink630.xml"/><Relationship Id="rId173" Type="http://schemas.openxmlformats.org/officeDocument/2006/relationships/customXml" Target="../ink/ink425.xml"/><Relationship Id="rId229" Type="http://schemas.openxmlformats.org/officeDocument/2006/relationships/image" Target="../media/image450.png"/><Relationship Id="rId380" Type="http://schemas.openxmlformats.org/officeDocument/2006/relationships/image" Target="../media/image524.png"/><Relationship Id="rId436" Type="http://schemas.openxmlformats.org/officeDocument/2006/relationships/customXml" Target="../ink/ink560.xml"/><Relationship Id="rId601" Type="http://schemas.openxmlformats.org/officeDocument/2006/relationships/image" Target="../media/image634.png"/><Relationship Id="rId643" Type="http://schemas.openxmlformats.org/officeDocument/2006/relationships/customXml" Target="../ink/ink664.xml"/><Relationship Id="rId240" Type="http://schemas.openxmlformats.org/officeDocument/2006/relationships/customXml" Target="../ink/ink460.xml"/><Relationship Id="rId478" Type="http://schemas.openxmlformats.org/officeDocument/2006/relationships/customXml" Target="../ink/ink581.xml"/><Relationship Id="rId35" Type="http://schemas.openxmlformats.org/officeDocument/2006/relationships/customXml" Target="../ink/ink355.xml"/><Relationship Id="rId77" Type="http://schemas.openxmlformats.org/officeDocument/2006/relationships/image" Target="../media/image377.png"/><Relationship Id="rId100" Type="http://schemas.openxmlformats.org/officeDocument/2006/relationships/customXml" Target="../ink/ink387.xml"/><Relationship Id="rId282" Type="http://schemas.openxmlformats.org/officeDocument/2006/relationships/image" Target="../media/image476.png"/><Relationship Id="rId338" Type="http://schemas.openxmlformats.org/officeDocument/2006/relationships/image" Target="../media/image504.png"/><Relationship Id="rId503" Type="http://schemas.openxmlformats.org/officeDocument/2006/relationships/image" Target="../media/image585.png"/><Relationship Id="rId545" Type="http://schemas.openxmlformats.org/officeDocument/2006/relationships/image" Target="../media/image606.png"/><Relationship Id="rId587" Type="http://schemas.openxmlformats.org/officeDocument/2006/relationships/image" Target="../media/image627.png"/><Relationship Id="rId8" Type="http://schemas.openxmlformats.org/officeDocument/2006/relationships/image" Target="../media/image342.png"/><Relationship Id="rId142" Type="http://schemas.openxmlformats.org/officeDocument/2006/relationships/image" Target="../media/image409.png"/><Relationship Id="rId184" Type="http://schemas.openxmlformats.org/officeDocument/2006/relationships/image" Target="../media/image429.png"/><Relationship Id="rId391" Type="http://schemas.openxmlformats.org/officeDocument/2006/relationships/customXml" Target="../ink/ink537.xml"/><Relationship Id="rId405" Type="http://schemas.openxmlformats.org/officeDocument/2006/relationships/customXml" Target="../ink/ink544.xml"/><Relationship Id="rId447" Type="http://schemas.openxmlformats.org/officeDocument/2006/relationships/image" Target="../media/image557.png"/><Relationship Id="rId612" Type="http://schemas.openxmlformats.org/officeDocument/2006/relationships/customXml" Target="../ink/ink648.xml"/><Relationship Id="rId251" Type="http://schemas.openxmlformats.org/officeDocument/2006/relationships/image" Target="../media/image461.png"/><Relationship Id="rId489" Type="http://schemas.openxmlformats.org/officeDocument/2006/relationships/image" Target="../media/image578.png"/><Relationship Id="rId654" Type="http://schemas.openxmlformats.org/officeDocument/2006/relationships/image" Target="../media/image660.png"/><Relationship Id="rId46" Type="http://schemas.openxmlformats.org/officeDocument/2006/relationships/image" Target="../media/image361.png"/><Relationship Id="rId293" Type="http://schemas.openxmlformats.org/officeDocument/2006/relationships/customXml" Target="../ink/ink487.xml"/><Relationship Id="rId307" Type="http://schemas.openxmlformats.org/officeDocument/2006/relationships/customXml" Target="../ink/ink494.xml"/><Relationship Id="rId349" Type="http://schemas.openxmlformats.org/officeDocument/2006/relationships/image" Target="../media/image509.png"/><Relationship Id="rId514" Type="http://schemas.openxmlformats.org/officeDocument/2006/relationships/customXml" Target="../ink/ink599.xml"/><Relationship Id="rId556" Type="http://schemas.openxmlformats.org/officeDocument/2006/relationships/customXml" Target="../ink/ink620.xml"/><Relationship Id="rId88" Type="http://schemas.openxmlformats.org/officeDocument/2006/relationships/customXml" Target="../ink/ink381.xml"/><Relationship Id="rId111" Type="http://schemas.openxmlformats.org/officeDocument/2006/relationships/image" Target="../media/image394.png"/><Relationship Id="rId153" Type="http://schemas.openxmlformats.org/officeDocument/2006/relationships/image" Target="../media/image414.png"/><Relationship Id="rId195" Type="http://schemas.openxmlformats.org/officeDocument/2006/relationships/image" Target="../media/image434.png"/><Relationship Id="rId209" Type="http://schemas.openxmlformats.org/officeDocument/2006/relationships/customXml" Target="../ink/ink444.xml"/><Relationship Id="rId360" Type="http://schemas.openxmlformats.org/officeDocument/2006/relationships/customXml" Target="../ink/ink521.xml"/><Relationship Id="rId416" Type="http://schemas.openxmlformats.org/officeDocument/2006/relationships/customXml" Target="../ink/ink550.xml"/><Relationship Id="rId598" Type="http://schemas.openxmlformats.org/officeDocument/2006/relationships/customXml" Target="../ink/ink641.xml"/><Relationship Id="rId220" Type="http://schemas.openxmlformats.org/officeDocument/2006/relationships/customXml" Target="../ink/ink450.xml"/><Relationship Id="rId458" Type="http://schemas.openxmlformats.org/officeDocument/2006/relationships/customXml" Target="../ink/ink571.xml"/><Relationship Id="rId623" Type="http://schemas.openxmlformats.org/officeDocument/2006/relationships/image" Target="../media/image645.png"/><Relationship Id="rId665" Type="http://schemas.openxmlformats.org/officeDocument/2006/relationships/customXml" Target="../ink/ink675.xml"/><Relationship Id="rId15" Type="http://schemas.openxmlformats.org/officeDocument/2006/relationships/customXml" Target="../ink/ink345.xml"/><Relationship Id="rId57" Type="http://schemas.openxmlformats.org/officeDocument/2006/relationships/customXml" Target="../ink/ink366.xml"/><Relationship Id="rId262" Type="http://schemas.openxmlformats.org/officeDocument/2006/relationships/customXml" Target="../ink/ink471.xml"/><Relationship Id="rId318" Type="http://schemas.openxmlformats.org/officeDocument/2006/relationships/image" Target="../media/image494.png"/><Relationship Id="rId525" Type="http://schemas.openxmlformats.org/officeDocument/2006/relationships/image" Target="../media/image596.png"/><Relationship Id="rId567" Type="http://schemas.openxmlformats.org/officeDocument/2006/relationships/image" Target="../media/image617.png"/><Relationship Id="rId99" Type="http://schemas.openxmlformats.org/officeDocument/2006/relationships/image" Target="../media/image388.png"/><Relationship Id="rId122" Type="http://schemas.openxmlformats.org/officeDocument/2006/relationships/image" Target="../media/image399.png"/><Relationship Id="rId164" Type="http://schemas.openxmlformats.org/officeDocument/2006/relationships/customXml" Target="../ink/ink420.xml"/><Relationship Id="rId371" Type="http://schemas.openxmlformats.org/officeDocument/2006/relationships/customXml" Target="../ink/ink527.xml"/><Relationship Id="rId427" Type="http://schemas.openxmlformats.org/officeDocument/2006/relationships/image" Target="../media/image547.png"/><Relationship Id="rId469" Type="http://schemas.openxmlformats.org/officeDocument/2006/relationships/image" Target="../media/image568.png"/><Relationship Id="rId634" Type="http://schemas.openxmlformats.org/officeDocument/2006/relationships/image" Target="../media/image650.png"/><Relationship Id="rId676" Type="http://schemas.openxmlformats.org/officeDocument/2006/relationships/image" Target="../media/image671.png"/><Relationship Id="rId26" Type="http://schemas.openxmlformats.org/officeDocument/2006/relationships/image" Target="../media/image351.png"/><Relationship Id="rId231" Type="http://schemas.openxmlformats.org/officeDocument/2006/relationships/image" Target="../media/image451.png"/><Relationship Id="rId273" Type="http://schemas.openxmlformats.org/officeDocument/2006/relationships/customXml" Target="../ink/ink477.xml"/><Relationship Id="rId329" Type="http://schemas.openxmlformats.org/officeDocument/2006/relationships/customXml" Target="../ink/ink505.xml"/><Relationship Id="rId480" Type="http://schemas.openxmlformats.org/officeDocument/2006/relationships/customXml" Target="../ink/ink582.xml"/><Relationship Id="rId536" Type="http://schemas.openxmlformats.org/officeDocument/2006/relationships/customXml" Target="../ink/ink610.xml"/><Relationship Id="rId68" Type="http://schemas.openxmlformats.org/officeDocument/2006/relationships/image" Target="../media/image372.png"/><Relationship Id="rId133" Type="http://schemas.openxmlformats.org/officeDocument/2006/relationships/customXml" Target="../ink/ink404.xml"/><Relationship Id="rId175" Type="http://schemas.openxmlformats.org/officeDocument/2006/relationships/customXml" Target="../ink/ink426.xml"/><Relationship Id="rId340" Type="http://schemas.openxmlformats.org/officeDocument/2006/relationships/image" Target="../media/image505.png"/><Relationship Id="rId578" Type="http://schemas.openxmlformats.org/officeDocument/2006/relationships/customXml" Target="../ink/ink631.xml"/><Relationship Id="rId200" Type="http://schemas.openxmlformats.org/officeDocument/2006/relationships/image" Target="../media/image436.png"/><Relationship Id="rId382" Type="http://schemas.openxmlformats.org/officeDocument/2006/relationships/image" Target="../media/image525.png"/><Relationship Id="rId438" Type="http://schemas.openxmlformats.org/officeDocument/2006/relationships/customXml" Target="../ink/ink561.xml"/><Relationship Id="rId603" Type="http://schemas.openxmlformats.org/officeDocument/2006/relationships/image" Target="../media/image635.png"/><Relationship Id="rId645" Type="http://schemas.openxmlformats.org/officeDocument/2006/relationships/customXml" Target="../ink/ink665.xml"/><Relationship Id="rId242" Type="http://schemas.openxmlformats.org/officeDocument/2006/relationships/customXml" Target="../ink/ink461.xml"/><Relationship Id="rId284" Type="http://schemas.openxmlformats.org/officeDocument/2006/relationships/image" Target="../media/image477.png"/><Relationship Id="rId491" Type="http://schemas.openxmlformats.org/officeDocument/2006/relationships/image" Target="../media/image579.png"/><Relationship Id="rId505" Type="http://schemas.openxmlformats.org/officeDocument/2006/relationships/image" Target="../media/image586.png"/><Relationship Id="rId37" Type="http://schemas.openxmlformats.org/officeDocument/2006/relationships/customXml" Target="../ink/ink356.xml"/><Relationship Id="rId79" Type="http://schemas.openxmlformats.org/officeDocument/2006/relationships/image" Target="../media/image378.png"/><Relationship Id="rId102" Type="http://schemas.openxmlformats.org/officeDocument/2006/relationships/customXml" Target="../ink/ink388.xml"/><Relationship Id="rId144" Type="http://schemas.openxmlformats.org/officeDocument/2006/relationships/image" Target="../media/image410.png"/><Relationship Id="rId547" Type="http://schemas.openxmlformats.org/officeDocument/2006/relationships/image" Target="../media/image607.png"/><Relationship Id="rId589" Type="http://schemas.openxmlformats.org/officeDocument/2006/relationships/image" Target="../media/image628.png"/><Relationship Id="rId90" Type="http://schemas.openxmlformats.org/officeDocument/2006/relationships/customXml" Target="../ink/ink382.xml"/><Relationship Id="rId186" Type="http://schemas.openxmlformats.org/officeDocument/2006/relationships/image" Target="../media/image430.png"/><Relationship Id="rId351" Type="http://schemas.openxmlformats.org/officeDocument/2006/relationships/image" Target="../media/image510.png"/><Relationship Id="rId393" Type="http://schemas.openxmlformats.org/officeDocument/2006/relationships/customXml" Target="../ink/ink538.xml"/><Relationship Id="rId407" Type="http://schemas.openxmlformats.org/officeDocument/2006/relationships/customXml" Target="../ink/ink545.xml"/><Relationship Id="rId449" Type="http://schemas.openxmlformats.org/officeDocument/2006/relationships/image" Target="../media/image558.png"/><Relationship Id="rId614" Type="http://schemas.openxmlformats.org/officeDocument/2006/relationships/customXml" Target="../ink/ink649.xml"/><Relationship Id="rId656" Type="http://schemas.openxmlformats.org/officeDocument/2006/relationships/image" Target="../media/image661.png"/><Relationship Id="rId211" Type="http://schemas.openxmlformats.org/officeDocument/2006/relationships/image" Target="../media/image441.png"/><Relationship Id="rId253" Type="http://schemas.openxmlformats.org/officeDocument/2006/relationships/image" Target="../media/image462.png"/><Relationship Id="rId295" Type="http://schemas.openxmlformats.org/officeDocument/2006/relationships/customXml" Target="../ink/ink488.xml"/><Relationship Id="rId309" Type="http://schemas.openxmlformats.org/officeDocument/2006/relationships/customXml" Target="../ink/ink495.xml"/><Relationship Id="rId460" Type="http://schemas.openxmlformats.org/officeDocument/2006/relationships/customXml" Target="../ink/ink572.xml"/><Relationship Id="rId516" Type="http://schemas.openxmlformats.org/officeDocument/2006/relationships/customXml" Target="../ink/ink600.xml"/><Relationship Id="rId48" Type="http://schemas.openxmlformats.org/officeDocument/2006/relationships/image" Target="../media/image362.png"/><Relationship Id="rId113" Type="http://schemas.openxmlformats.org/officeDocument/2006/relationships/image" Target="../media/image395.png"/><Relationship Id="rId320" Type="http://schemas.openxmlformats.org/officeDocument/2006/relationships/image" Target="../media/image495.png"/><Relationship Id="rId558" Type="http://schemas.openxmlformats.org/officeDocument/2006/relationships/customXml" Target="../ink/ink621.xml"/><Relationship Id="rId155" Type="http://schemas.openxmlformats.org/officeDocument/2006/relationships/image" Target="../media/image415.png"/><Relationship Id="rId197" Type="http://schemas.openxmlformats.org/officeDocument/2006/relationships/customXml" Target="../ink/ink438.xml"/><Relationship Id="rId362" Type="http://schemas.openxmlformats.org/officeDocument/2006/relationships/customXml" Target="../ink/ink522.xml"/><Relationship Id="rId418" Type="http://schemas.openxmlformats.org/officeDocument/2006/relationships/customXml" Target="../ink/ink551.xml"/><Relationship Id="rId625" Type="http://schemas.openxmlformats.org/officeDocument/2006/relationships/image" Target="../media/image646.png"/><Relationship Id="rId222" Type="http://schemas.openxmlformats.org/officeDocument/2006/relationships/customXml" Target="../ink/ink451.xml"/><Relationship Id="rId264" Type="http://schemas.openxmlformats.org/officeDocument/2006/relationships/customXml" Target="../ink/ink472.xml"/><Relationship Id="rId471" Type="http://schemas.openxmlformats.org/officeDocument/2006/relationships/image" Target="../media/image569.png"/><Relationship Id="rId667" Type="http://schemas.openxmlformats.org/officeDocument/2006/relationships/customXml" Target="../ink/ink676.xml"/><Relationship Id="rId17" Type="http://schemas.openxmlformats.org/officeDocument/2006/relationships/customXml" Target="../ink/ink346.xml"/><Relationship Id="rId59" Type="http://schemas.openxmlformats.org/officeDocument/2006/relationships/customXml" Target="../ink/ink367.xml"/><Relationship Id="rId124" Type="http://schemas.openxmlformats.org/officeDocument/2006/relationships/image" Target="../media/image400.png"/><Relationship Id="rId527" Type="http://schemas.openxmlformats.org/officeDocument/2006/relationships/image" Target="../media/image597.png"/><Relationship Id="rId569" Type="http://schemas.openxmlformats.org/officeDocument/2006/relationships/image" Target="../media/image618.png"/><Relationship Id="rId70" Type="http://schemas.openxmlformats.org/officeDocument/2006/relationships/customXml" Target="../ink/ink372.xml"/><Relationship Id="rId166" Type="http://schemas.openxmlformats.org/officeDocument/2006/relationships/customXml" Target="../ink/ink421.xml"/><Relationship Id="rId331" Type="http://schemas.openxmlformats.org/officeDocument/2006/relationships/customXml" Target="../ink/ink506.xml"/><Relationship Id="rId373" Type="http://schemas.openxmlformats.org/officeDocument/2006/relationships/customXml" Target="../ink/ink528.xml"/><Relationship Id="rId429" Type="http://schemas.openxmlformats.org/officeDocument/2006/relationships/image" Target="../media/image548.png"/><Relationship Id="rId580" Type="http://schemas.openxmlformats.org/officeDocument/2006/relationships/customXml" Target="../ink/ink632.xml"/><Relationship Id="rId636" Type="http://schemas.openxmlformats.org/officeDocument/2006/relationships/image" Target="../media/image65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52.png"/><Relationship Id="rId440" Type="http://schemas.openxmlformats.org/officeDocument/2006/relationships/customXml" Target="../ink/ink562.xml"/><Relationship Id="rId678" Type="http://schemas.openxmlformats.org/officeDocument/2006/relationships/image" Target="../media/image672.png"/><Relationship Id="rId28" Type="http://schemas.openxmlformats.org/officeDocument/2006/relationships/image" Target="../media/image352.png"/><Relationship Id="rId275" Type="http://schemas.openxmlformats.org/officeDocument/2006/relationships/customXml" Target="../ink/ink478.xml"/><Relationship Id="rId300" Type="http://schemas.openxmlformats.org/officeDocument/2006/relationships/image" Target="../media/image485.png"/><Relationship Id="rId482" Type="http://schemas.openxmlformats.org/officeDocument/2006/relationships/customXml" Target="../ink/ink583.xml"/><Relationship Id="rId538" Type="http://schemas.openxmlformats.org/officeDocument/2006/relationships/customXml" Target="../ink/ink611.xml"/><Relationship Id="rId81" Type="http://schemas.openxmlformats.org/officeDocument/2006/relationships/image" Target="../media/image379.png"/><Relationship Id="rId135" Type="http://schemas.openxmlformats.org/officeDocument/2006/relationships/customXml" Target="../ink/ink405.xml"/><Relationship Id="rId177" Type="http://schemas.openxmlformats.org/officeDocument/2006/relationships/customXml" Target="../ink/ink427.xml"/><Relationship Id="rId342" Type="http://schemas.openxmlformats.org/officeDocument/2006/relationships/image" Target="../media/image506.png"/><Relationship Id="rId384" Type="http://schemas.openxmlformats.org/officeDocument/2006/relationships/image" Target="../media/image526.png"/><Relationship Id="rId591" Type="http://schemas.openxmlformats.org/officeDocument/2006/relationships/image" Target="../media/image629.png"/><Relationship Id="rId605" Type="http://schemas.openxmlformats.org/officeDocument/2006/relationships/image" Target="../media/image636.png"/><Relationship Id="rId202" Type="http://schemas.openxmlformats.org/officeDocument/2006/relationships/image" Target="../media/image437.png"/><Relationship Id="rId244" Type="http://schemas.openxmlformats.org/officeDocument/2006/relationships/customXml" Target="../ink/ink462.xml"/><Relationship Id="rId647" Type="http://schemas.openxmlformats.org/officeDocument/2006/relationships/customXml" Target="../ink/ink666.xml"/><Relationship Id="rId39" Type="http://schemas.openxmlformats.org/officeDocument/2006/relationships/customXml" Target="../ink/ink357.xml"/><Relationship Id="rId286" Type="http://schemas.openxmlformats.org/officeDocument/2006/relationships/image" Target="../media/image478.png"/><Relationship Id="rId451" Type="http://schemas.openxmlformats.org/officeDocument/2006/relationships/image" Target="../media/image559.png"/><Relationship Id="rId493" Type="http://schemas.openxmlformats.org/officeDocument/2006/relationships/image" Target="../media/image580.png"/><Relationship Id="rId507" Type="http://schemas.openxmlformats.org/officeDocument/2006/relationships/image" Target="../media/image587.png"/><Relationship Id="rId549" Type="http://schemas.openxmlformats.org/officeDocument/2006/relationships/image" Target="../media/image608.png"/><Relationship Id="rId50" Type="http://schemas.openxmlformats.org/officeDocument/2006/relationships/image" Target="../media/image363.png"/><Relationship Id="rId104" Type="http://schemas.openxmlformats.org/officeDocument/2006/relationships/customXml" Target="../ink/ink389.xml"/><Relationship Id="rId146" Type="http://schemas.openxmlformats.org/officeDocument/2006/relationships/image" Target="../media/image411.png"/><Relationship Id="rId188" Type="http://schemas.openxmlformats.org/officeDocument/2006/relationships/image" Target="../media/image431.png"/><Relationship Id="rId311" Type="http://schemas.openxmlformats.org/officeDocument/2006/relationships/customXml" Target="../ink/ink496.xml"/><Relationship Id="rId353" Type="http://schemas.openxmlformats.org/officeDocument/2006/relationships/image" Target="../media/image511.png"/><Relationship Id="rId395" Type="http://schemas.openxmlformats.org/officeDocument/2006/relationships/customXml" Target="../ink/ink539.xml"/><Relationship Id="rId409" Type="http://schemas.openxmlformats.org/officeDocument/2006/relationships/customXml" Target="../ink/ink546.xml"/><Relationship Id="rId560" Type="http://schemas.openxmlformats.org/officeDocument/2006/relationships/customXml" Target="../ink/ink622.xml"/><Relationship Id="rId92" Type="http://schemas.openxmlformats.org/officeDocument/2006/relationships/customXml" Target="../ink/ink383.xml"/><Relationship Id="rId213" Type="http://schemas.openxmlformats.org/officeDocument/2006/relationships/image" Target="../media/image442.png"/><Relationship Id="rId420" Type="http://schemas.openxmlformats.org/officeDocument/2006/relationships/customXml" Target="../ink/ink552.xml"/><Relationship Id="rId616" Type="http://schemas.openxmlformats.org/officeDocument/2006/relationships/customXml" Target="../ink/ink650.xml"/><Relationship Id="rId658" Type="http://schemas.openxmlformats.org/officeDocument/2006/relationships/image" Target="../media/image662.png"/><Relationship Id="rId255" Type="http://schemas.openxmlformats.org/officeDocument/2006/relationships/image" Target="../media/image463.png"/><Relationship Id="rId297" Type="http://schemas.openxmlformats.org/officeDocument/2006/relationships/customXml" Target="../ink/ink489.xml"/><Relationship Id="rId462" Type="http://schemas.openxmlformats.org/officeDocument/2006/relationships/customXml" Target="../ink/ink573.xml"/><Relationship Id="rId518" Type="http://schemas.openxmlformats.org/officeDocument/2006/relationships/customXml" Target="../ink/ink601.xml"/><Relationship Id="rId115" Type="http://schemas.openxmlformats.org/officeDocument/2006/relationships/image" Target="../media/image396.png"/><Relationship Id="rId157" Type="http://schemas.openxmlformats.org/officeDocument/2006/relationships/image" Target="../media/image416.png"/><Relationship Id="rId322" Type="http://schemas.openxmlformats.org/officeDocument/2006/relationships/image" Target="../media/image496.png"/><Relationship Id="rId364" Type="http://schemas.openxmlformats.org/officeDocument/2006/relationships/customXml" Target="../ink/ink523.xml"/><Relationship Id="rId61" Type="http://schemas.openxmlformats.org/officeDocument/2006/relationships/customXml" Target="../ink/ink368.xml"/><Relationship Id="rId199" Type="http://schemas.openxmlformats.org/officeDocument/2006/relationships/customXml" Target="../ink/ink439.xml"/><Relationship Id="rId571" Type="http://schemas.openxmlformats.org/officeDocument/2006/relationships/image" Target="../media/image619.png"/><Relationship Id="rId627" Type="http://schemas.openxmlformats.org/officeDocument/2006/relationships/image" Target="../media/image647.png"/><Relationship Id="rId669" Type="http://schemas.openxmlformats.org/officeDocument/2006/relationships/customXml" Target="../ink/ink677.xml"/><Relationship Id="rId19" Type="http://schemas.openxmlformats.org/officeDocument/2006/relationships/customXml" Target="../ink/ink347.xml"/><Relationship Id="rId224" Type="http://schemas.openxmlformats.org/officeDocument/2006/relationships/customXml" Target="../ink/ink452.xml"/><Relationship Id="rId266" Type="http://schemas.openxmlformats.org/officeDocument/2006/relationships/image" Target="../media/image468.png"/><Relationship Id="rId431" Type="http://schemas.openxmlformats.org/officeDocument/2006/relationships/image" Target="../media/image549.png"/><Relationship Id="rId473" Type="http://schemas.openxmlformats.org/officeDocument/2006/relationships/image" Target="../media/image570.png"/><Relationship Id="rId529" Type="http://schemas.openxmlformats.org/officeDocument/2006/relationships/image" Target="../media/image598.png"/><Relationship Id="rId30" Type="http://schemas.openxmlformats.org/officeDocument/2006/relationships/image" Target="../media/image353.png"/><Relationship Id="rId126" Type="http://schemas.openxmlformats.org/officeDocument/2006/relationships/image" Target="../media/image401.png"/><Relationship Id="rId168" Type="http://schemas.openxmlformats.org/officeDocument/2006/relationships/image" Target="../media/image421.png"/><Relationship Id="rId333" Type="http://schemas.openxmlformats.org/officeDocument/2006/relationships/customXml" Target="../ink/ink507.xml"/><Relationship Id="rId540" Type="http://schemas.openxmlformats.org/officeDocument/2006/relationships/customXml" Target="../ink/ink612.xml"/><Relationship Id="rId72" Type="http://schemas.openxmlformats.org/officeDocument/2006/relationships/customXml" Target="../ink/ink373.xml"/><Relationship Id="rId375" Type="http://schemas.openxmlformats.org/officeDocument/2006/relationships/customXml" Target="../ink/ink529.xml"/><Relationship Id="rId582" Type="http://schemas.openxmlformats.org/officeDocument/2006/relationships/customXml" Target="../ink/ink633.xml"/><Relationship Id="rId638" Type="http://schemas.openxmlformats.org/officeDocument/2006/relationships/image" Target="../media/image652.png"/><Relationship Id="rId3" Type="http://schemas.openxmlformats.org/officeDocument/2006/relationships/customXml" Target="../ink/ink339.xml"/><Relationship Id="rId235" Type="http://schemas.openxmlformats.org/officeDocument/2006/relationships/image" Target="../media/image453.png"/><Relationship Id="rId277" Type="http://schemas.openxmlformats.org/officeDocument/2006/relationships/customXml" Target="../ink/ink479.xml"/><Relationship Id="rId400" Type="http://schemas.openxmlformats.org/officeDocument/2006/relationships/image" Target="../media/image534.png"/><Relationship Id="rId442" Type="http://schemas.openxmlformats.org/officeDocument/2006/relationships/customXml" Target="../ink/ink563.xml"/><Relationship Id="rId484" Type="http://schemas.openxmlformats.org/officeDocument/2006/relationships/customXml" Target="../ink/ink584.xml"/><Relationship Id="rId137" Type="http://schemas.openxmlformats.org/officeDocument/2006/relationships/customXml" Target="../ink/ink406.xml"/><Relationship Id="rId302" Type="http://schemas.openxmlformats.org/officeDocument/2006/relationships/image" Target="../media/image486.png"/><Relationship Id="rId344" Type="http://schemas.openxmlformats.org/officeDocument/2006/relationships/customXml" Target="../ink/ink513.xml"/><Relationship Id="rId41" Type="http://schemas.openxmlformats.org/officeDocument/2006/relationships/customXml" Target="../ink/ink358.xml"/><Relationship Id="rId83" Type="http://schemas.openxmlformats.org/officeDocument/2006/relationships/image" Target="../media/image380.png"/><Relationship Id="rId179" Type="http://schemas.openxmlformats.org/officeDocument/2006/relationships/customXml" Target="../ink/ink428.xml"/><Relationship Id="rId386" Type="http://schemas.openxmlformats.org/officeDocument/2006/relationships/image" Target="../media/image527.png"/><Relationship Id="rId551" Type="http://schemas.openxmlformats.org/officeDocument/2006/relationships/image" Target="../media/image609.png"/><Relationship Id="rId593" Type="http://schemas.openxmlformats.org/officeDocument/2006/relationships/image" Target="../media/image630.png"/><Relationship Id="rId607" Type="http://schemas.openxmlformats.org/officeDocument/2006/relationships/image" Target="../media/image637.png"/><Relationship Id="rId649" Type="http://schemas.openxmlformats.org/officeDocument/2006/relationships/customXml" Target="../ink/ink667.xml"/><Relationship Id="rId190" Type="http://schemas.openxmlformats.org/officeDocument/2006/relationships/customXml" Target="../ink/ink434.xml"/><Relationship Id="rId204" Type="http://schemas.openxmlformats.org/officeDocument/2006/relationships/image" Target="../media/image438.png"/><Relationship Id="rId246" Type="http://schemas.openxmlformats.org/officeDocument/2006/relationships/customXml" Target="../ink/ink463.xml"/><Relationship Id="rId288" Type="http://schemas.openxmlformats.org/officeDocument/2006/relationships/image" Target="../media/image479.png"/><Relationship Id="rId411" Type="http://schemas.openxmlformats.org/officeDocument/2006/relationships/customXml" Target="../ink/ink547.xml"/><Relationship Id="rId453" Type="http://schemas.openxmlformats.org/officeDocument/2006/relationships/image" Target="../media/image560.png"/><Relationship Id="rId509" Type="http://schemas.openxmlformats.org/officeDocument/2006/relationships/image" Target="../media/image588.png"/><Relationship Id="rId660" Type="http://schemas.openxmlformats.org/officeDocument/2006/relationships/image" Target="../media/image663.png"/><Relationship Id="rId106" Type="http://schemas.openxmlformats.org/officeDocument/2006/relationships/customXml" Target="../ink/ink390.xml"/><Relationship Id="rId313" Type="http://schemas.openxmlformats.org/officeDocument/2006/relationships/customXml" Target="../ink/ink497.xml"/><Relationship Id="rId495" Type="http://schemas.openxmlformats.org/officeDocument/2006/relationships/image" Target="../media/image581.png"/><Relationship Id="rId10" Type="http://schemas.openxmlformats.org/officeDocument/2006/relationships/image" Target="../media/image343.png"/><Relationship Id="rId52" Type="http://schemas.openxmlformats.org/officeDocument/2006/relationships/image" Target="../media/image364.png"/><Relationship Id="rId94" Type="http://schemas.openxmlformats.org/officeDocument/2006/relationships/customXml" Target="../ink/ink384.xml"/><Relationship Id="rId148" Type="http://schemas.openxmlformats.org/officeDocument/2006/relationships/customXml" Target="../ink/ink412.xml"/><Relationship Id="rId355" Type="http://schemas.openxmlformats.org/officeDocument/2006/relationships/image" Target="../media/image512.png"/><Relationship Id="rId397" Type="http://schemas.openxmlformats.org/officeDocument/2006/relationships/customXml" Target="../ink/ink540.xml"/><Relationship Id="rId520" Type="http://schemas.openxmlformats.org/officeDocument/2006/relationships/customXml" Target="../ink/ink602.xml"/><Relationship Id="rId562" Type="http://schemas.openxmlformats.org/officeDocument/2006/relationships/customXml" Target="../ink/ink623.xml"/><Relationship Id="rId618" Type="http://schemas.openxmlformats.org/officeDocument/2006/relationships/customXml" Target="../ink/ink651.xml"/><Relationship Id="rId215" Type="http://schemas.openxmlformats.org/officeDocument/2006/relationships/image" Target="../media/image443.png"/><Relationship Id="rId257" Type="http://schemas.openxmlformats.org/officeDocument/2006/relationships/image" Target="../media/image464.png"/><Relationship Id="rId422" Type="http://schemas.openxmlformats.org/officeDocument/2006/relationships/customXml" Target="../ink/ink553.xml"/><Relationship Id="rId464" Type="http://schemas.openxmlformats.org/officeDocument/2006/relationships/customXml" Target="../ink/ink574.xml"/><Relationship Id="rId299" Type="http://schemas.openxmlformats.org/officeDocument/2006/relationships/customXml" Target="../ink/ink490.xml"/><Relationship Id="rId63" Type="http://schemas.openxmlformats.org/officeDocument/2006/relationships/customXml" Target="../ink/ink369.xml"/><Relationship Id="rId159" Type="http://schemas.openxmlformats.org/officeDocument/2006/relationships/image" Target="../media/image417.png"/><Relationship Id="rId366" Type="http://schemas.openxmlformats.org/officeDocument/2006/relationships/customXml" Target="../ink/ink524.xml"/><Relationship Id="rId573" Type="http://schemas.openxmlformats.org/officeDocument/2006/relationships/image" Target="../media/image620.png"/><Relationship Id="rId226" Type="http://schemas.openxmlformats.org/officeDocument/2006/relationships/customXml" Target="../ink/ink453.xml"/><Relationship Id="rId433" Type="http://schemas.openxmlformats.org/officeDocument/2006/relationships/image" Target="../media/image550.png"/><Relationship Id="rId640" Type="http://schemas.openxmlformats.org/officeDocument/2006/relationships/image" Target="../media/image653.png"/><Relationship Id="rId74" Type="http://schemas.openxmlformats.org/officeDocument/2006/relationships/customXml" Target="../ink/ink374.xml"/><Relationship Id="rId377" Type="http://schemas.openxmlformats.org/officeDocument/2006/relationships/customXml" Target="../ink/ink530.xml"/><Relationship Id="rId500" Type="http://schemas.openxmlformats.org/officeDocument/2006/relationships/customXml" Target="../ink/ink592.xml"/><Relationship Id="rId584" Type="http://schemas.openxmlformats.org/officeDocument/2006/relationships/customXml" Target="../ink/ink634.xml"/><Relationship Id="rId5" Type="http://schemas.openxmlformats.org/officeDocument/2006/relationships/customXml" Target="../ink/ink340.xml"/><Relationship Id="rId237" Type="http://schemas.openxmlformats.org/officeDocument/2006/relationships/image" Target="../media/image454.png"/><Relationship Id="rId444" Type="http://schemas.openxmlformats.org/officeDocument/2006/relationships/customXml" Target="../ink/ink564.xml"/><Relationship Id="rId651" Type="http://schemas.openxmlformats.org/officeDocument/2006/relationships/customXml" Target="../ink/ink668.xml"/><Relationship Id="rId290" Type="http://schemas.openxmlformats.org/officeDocument/2006/relationships/image" Target="../media/image480.png"/><Relationship Id="rId304" Type="http://schemas.openxmlformats.org/officeDocument/2006/relationships/image" Target="../media/image487.png"/><Relationship Id="rId388" Type="http://schemas.openxmlformats.org/officeDocument/2006/relationships/image" Target="../media/image528.png"/><Relationship Id="rId511" Type="http://schemas.openxmlformats.org/officeDocument/2006/relationships/image" Target="../media/image589.png"/><Relationship Id="rId609" Type="http://schemas.openxmlformats.org/officeDocument/2006/relationships/image" Target="../media/image638.png"/><Relationship Id="rId85" Type="http://schemas.openxmlformats.org/officeDocument/2006/relationships/image" Target="../media/image381.png"/><Relationship Id="rId150" Type="http://schemas.openxmlformats.org/officeDocument/2006/relationships/customXml" Target="../ink/ink413.xml"/><Relationship Id="rId595" Type="http://schemas.openxmlformats.org/officeDocument/2006/relationships/image" Target="../media/image631.png"/><Relationship Id="rId248" Type="http://schemas.openxmlformats.org/officeDocument/2006/relationships/customXml" Target="../ink/ink464.xml"/><Relationship Id="rId455" Type="http://schemas.openxmlformats.org/officeDocument/2006/relationships/image" Target="../media/image561.png"/><Relationship Id="rId662" Type="http://schemas.openxmlformats.org/officeDocument/2006/relationships/image" Target="../media/image664.png"/><Relationship Id="rId12" Type="http://schemas.openxmlformats.org/officeDocument/2006/relationships/image" Target="../media/image344.png"/><Relationship Id="rId108" Type="http://schemas.openxmlformats.org/officeDocument/2006/relationships/customXml" Target="../ink/ink391.xml"/><Relationship Id="rId315" Type="http://schemas.openxmlformats.org/officeDocument/2006/relationships/customXml" Target="../ink/ink498.xml"/><Relationship Id="rId522" Type="http://schemas.openxmlformats.org/officeDocument/2006/relationships/customXml" Target="../ink/ink603.xml"/><Relationship Id="rId96" Type="http://schemas.openxmlformats.org/officeDocument/2006/relationships/customXml" Target="../ink/ink385.xml"/><Relationship Id="rId161" Type="http://schemas.openxmlformats.org/officeDocument/2006/relationships/image" Target="../media/image418.png"/><Relationship Id="rId399" Type="http://schemas.openxmlformats.org/officeDocument/2006/relationships/customXml" Target="../ink/ink541.xml"/><Relationship Id="rId259" Type="http://schemas.openxmlformats.org/officeDocument/2006/relationships/image" Target="../media/image465.png"/><Relationship Id="rId466" Type="http://schemas.openxmlformats.org/officeDocument/2006/relationships/customXml" Target="../ink/ink575.xml"/><Relationship Id="rId673" Type="http://schemas.openxmlformats.org/officeDocument/2006/relationships/customXml" Target="../ink/ink679.xml"/><Relationship Id="rId23" Type="http://schemas.openxmlformats.org/officeDocument/2006/relationships/customXml" Target="../ink/ink349.xml"/><Relationship Id="rId119" Type="http://schemas.openxmlformats.org/officeDocument/2006/relationships/customXml" Target="../ink/ink397.xml"/><Relationship Id="rId326" Type="http://schemas.openxmlformats.org/officeDocument/2006/relationships/image" Target="../media/image498.png"/><Relationship Id="rId533" Type="http://schemas.openxmlformats.org/officeDocument/2006/relationships/image" Target="../media/image600.png"/><Relationship Id="rId172" Type="http://schemas.openxmlformats.org/officeDocument/2006/relationships/image" Target="../media/image423.png"/><Relationship Id="rId477" Type="http://schemas.openxmlformats.org/officeDocument/2006/relationships/image" Target="../media/image572.png"/><Relationship Id="rId600" Type="http://schemas.openxmlformats.org/officeDocument/2006/relationships/customXml" Target="../ink/ink642.xml"/><Relationship Id="rId337" Type="http://schemas.openxmlformats.org/officeDocument/2006/relationships/customXml" Target="../ink/ink509.xml"/><Relationship Id="rId34" Type="http://schemas.openxmlformats.org/officeDocument/2006/relationships/image" Target="../media/image355.png"/><Relationship Id="rId544" Type="http://schemas.openxmlformats.org/officeDocument/2006/relationships/customXml" Target="../ink/ink614.xml"/><Relationship Id="rId183" Type="http://schemas.openxmlformats.org/officeDocument/2006/relationships/customXml" Target="../ink/ink430.xml"/><Relationship Id="rId390" Type="http://schemas.openxmlformats.org/officeDocument/2006/relationships/image" Target="../media/image529.png"/><Relationship Id="rId404" Type="http://schemas.openxmlformats.org/officeDocument/2006/relationships/image" Target="../media/image536.png"/><Relationship Id="rId611" Type="http://schemas.openxmlformats.org/officeDocument/2006/relationships/image" Target="../media/image639.png"/><Relationship Id="rId250" Type="http://schemas.openxmlformats.org/officeDocument/2006/relationships/customXml" Target="../ink/ink465.xml"/><Relationship Id="rId488" Type="http://schemas.openxmlformats.org/officeDocument/2006/relationships/customXml" Target="../ink/ink586.xml"/><Relationship Id="rId45" Type="http://schemas.openxmlformats.org/officeDocument/2006/relationships/customXml" Target="../ink/ink360.xml"/><Relationship Id="rId110" Type="http://schemas.openxmlformats.org/officeDocument/2006/relationships/customXml" Target="../ink/ink392.xml"/><Relationship Id="rId348" Type="http://schemas.openxmlformats.org/officeDocument/2006/relationships/customXml" Target="../ink/ink515.xml"/><Relationship Id="rId555" Type="http://schemas.openxmlformats.org/officeDocument/2006/relationships/image" Target="../media/image611.png"/><Relationship Id="rId194" Type="http://schemas.openxmlformats.org/officeDocument/2006/relationships/customXml" Target="../ink/ink436.xml"/><Relationship Id="rId208" Type="http://schemas.openxmlformats.org/officeDocument/2006/relationships/image" Target="../media/image440.png"/><Relationship Id="rId415" Type="http://schemas.openxmlformats.org/officeDocument/2006/relationships/customXml" Target="../ink/ink549.xml"/><Relationship Id="rId622" Type="http://schemas.openxmlformats.org/officeDocument/2006/relationships/customXml" Target="../ink/ink653.xml"/><Relationship Id="rId261" Type="http://schemas.openxmlformats.org/officeDocument/2006/relationships/image" Target="../media/image466.png"/><Relationship Id="rId499" Type="http://schemas.openxmlformats.org/officeDocument/2006/relationships/image" Target="../media/image583.png"/><Relationship Id="rId56" Type="http://schemas.openxmlformats.org/officeDocument/2006/relationships/image" Target="../media/image366.png"/><Relationship Id="rId359" Type="http://schemas.openxmlformats.org/officeDocument/2006/relationships/image" Target="../media/image514.png"/><Relationship Id="rId566" Type="http://schemas.openxmlformats.org/officeDocument/2006/relationships/customXml" Target="../ink/ink625.xml"/><Relationship Id="rId121" Type="http://schemas.openxmlformats.org/officeDocument/2006/relationships/customXml" Target="../ink/ink398.xml"/><Relationship Id="rId219" Type="http://schemas.openxmlformats.org/officeDocument/2006/relationships/image" Target="../media/image445.png"/><Relationship Id="rId426" Type="http://schemas.openxmlformats.org/officeDocument/2006/relationships/customXml" Target="../ink/ink555.xml"/><Relationship Id="rId633" Type="http://schemas.openxmlformats.org/officeDocument/2006/relationships/customXml" Target="../ink/ink659.xml"/><Relationship Id="rId67" Type="http://schemas.openxmlformats.org/officeDocument/2006/relationships/customXml" Target="../ink/ink371.xml"/><Relationship Id="rId272" Type="http://schemas.openxmlformats.org/officeDocument/2006/relationships/image" Target="../media/image471.png"/><Relationship Id="rId577" Type="http://schemas.openxmlformats.org/officeDocument/2006/relationships/image" Target="../media/image622.png"/><Relationship Id="rId132" Type="http://schemas.openxmlformats.org/officeDocument/2006/relationships/image" Target="../media/image404.png"/><Relationship Id="rId437" Type="http://schemas.openxmlformats.org/officeDocument/2006/relationships/image" Target="../media/image552.png"/><Relationship Id="rId644" Type="http://schemas.openxmlformats.org/officeDocument/2006/relationships/image" Target="../media/image655.png"/><Relationship Id="rId283" Type="http://schemas.openxmlformats.org/officeDocument/2006/relationships/customXml" Target="../ink/ink482.xml"/><Relationship Id="rId490" Type="http://schemas.openxmlformats.org/officeDocument/2006/relationships/customXml" Target="../ink/ink587.xml"/><Relationship Id="rId504" Type="http://schemas.openxmlformats.org/officeDocument/2006/relationships/customXml" Target="../ink/ink594.xml"/><Relationship Id="rId78" Type="http://schemas.openxmlformats.org/officeDocument/2006/relationships/customXml" Target="../ink/ink376.xml"/><Relationship Id="rId143" Type="http://schemas.openxmlformats.org/officeDocument/2006/relationships/customXml" Target="../ink/ink409.xml"/><Relationship Id="rId350" Type="http://schemas.openxmlformats.org/officeDocument/2006/relationships/customXml" Target="../ink/ink516.xml"/><Relationship Id="rId588" Type="http://schemas.openxmlformats.org/officeDocument/2006/relationships/customXml" Target="../ink/ink636.xml"/><Relationship Id="rId9" Type="http://schemas.openxmlformats.org/officeDocument/2006/relationships/customXml" Target="../ink/ink342.xml"/><Relationship Id="rId210" Type="http://schemas.openxmlformats.org/officeDocument/2006/relationships/customXml" Target="../ink/ink445.xml"/><Relationship Id="rId448" Type="http://schemas.openxmlformats.org/officeDocument/2006/relationships/customXml" Target="../ink/ink566.xml"/><Relationship Id="rId655" Type="http://schemas.openxmlformats.org/officeDocument/2006/relationships/customXml" Target="../ink/ink670.xml"/><Relationship Id="rId294" Type="http://schemas.openxmlformats.org/officeDocument/2006/relationships/image" Target="../media/image482.png"/><Relationship Id="rId308" Type="http://schemas.openxmlformats.org/officeDocument/2006/relationships/image" Target="../media/image489.png"/><Relationship Id="rId515" Type="http://schemas.openxmlformats.org/officeDocument/2006/relationships/image" Target="../media/image591.png"/><Relationship Id="rId89" Type="http://schemas.openxmlformats.org/officeDocument/2006/relationships/image" Target="../media/image383.png"/><Relationship Id="rId154" Type="http://schemas.openxmlformats.org/officeDocument/2006/relationships/customXml" Target="../ink/ink415.xml"/><Relationship Id="rId361" Type="http://schemas.openxmlformats.org/officeDocument/2006/relationships/image" Target="../media/image515.png"/><Relationship Id="rId599" Type="http://schemas.openxmlformats.org/officeDocument/2006/relationships/image" Target="../media/image633.png"/><Relationship Id="rId459" Type="http://schemas.openxmlformats.org/officeDocument/2006/relationships/image" Target="../media/image563.png"/><Relationship Id="rId666" Type="http://schemas.openxmlformats.org/officeDocument/2006/relationships/image" Target="../media/image666.png"/><Relationship Id="rId16" Type="http://schemas.openxmlformats.org/officeDocument/2006/relationships/image" Target="../media/image346.png"/><Relationship Id="rId221" Type="http://schemas.openxmlformats.org/officeDocument/2006/relationships/image" Target="../media/image446.png"/><Relationship Id="rId319" Type="http://schemas.openxmlformats.org/officeDocument/2006/relationships/customXml" Target="../ink/ink500.xml"/><Relationship Id="rId526" Type="http://schemas.openxmlformats.org/officeDocument/2006/relationships/customXml" Target="../ink/ink605.xml"/><Relationship Id="rId165" Type="http://schemas.openxmlformats.org/officeDocument/2006/relationships/image" Target="../media/image420.png"/><Relationship Id="rId372" Type="http://schemas.openxmlformats.org/officeDocument/2006/relationships/image" Target="../media/image520.png"/><Relationship Id="rId677" Type="http://schemas.openxmlformats.org/officeDocument/2006/relationships/customXml" Target="../ink/ink681.xml"/><Relationship Id="rId232" Type="http://schemas.openxmlformats.org/officeDocument/2006/relationships/customXml" Target="../ink/ink456.xml"/><Relationship Id="rId27" Type="http://schemas.openxmlformats.org/officeDocument/2006/relationships/customXml" Target="../ink/ink351.xml"/><Relationship Id="rId537" Type="http://schemas.openxmlformats.org/officeDocument/2006/relationships/image" Target="../media/image602.png"/><Relationship Id="rId80" Type="http://schemas.openxmlformats.org/officeDocument/2006/relationships/customXml" Target="../ink/ink377.xml"/><Relationship Id="rId176" Type="http://schemas.openxmlformats.org/officeDocument/2006/relationships/image" Target="../media/image425.png"/><Relationship Id="rId383" Type="http://schemas.openxmlformats.org/officeDocument/2006/relationships/customXml" Target="../ink/ink533.xml"/><Relationship Id="rId590" Type="http://schemas.openxmlformats.org/officeDocument/2006/relationships/customXml" Target="../ink/ink637.xml"/><Relationship Id="rId604" Type="http://schemas.openxmlformats.org/officeDocument/2006/relationships/customXml" Target="../ink/ink644.xml"/><Relationship Id="rId243" Type="http://schemas.openxmlformats.org/officeDocument/2006/relationships/image" Target="../media/image457.png"/><Relationship Id="rId450" Type="http://schemas.openxmlformats.org/officeDocument/2006/relationships/customXml" Target="../ink/ink5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D94F2C-F7F5-E2C2-3E16-D1F5CEEA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21328" cy="59920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0D8455A-F930-3F59-288F-E051F6EF97D3}"/>
              </a:ext>
            </a:extLst>
          </p:cNvPr>
          <p:cNvGrpSpPr/>
          <p:nvPr/>
        </p:nvGrpSpPr>
        <p:grpSpPr>
          <a:xfrm>
            <a:off x="399788" y="3969830"/>
            <a:ext cx="293400" cy="311040"/>
            <a:chOff x="399788" y="3969830"/>
            <a:chExt cx="29340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C1EC04F-D2C8-6A18-AC58-4F604AF35921}"/>
                    </a:ext>
                  </a:extLst>
                </p14:cNvPr>
                <p14:cNvContentPartPr/>
                <p14:nvPr/>
              </p14:nvContentPartPr>
              <p14:xfrm>
                <a:off x="595268" y="3969830"/>
                <a:ext cx="10440" cy="153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C1EC04F-D2C8-6A18-AC58-4F604AF3592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7268" y="3951830"/>
                  <a:ext cx="46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659562-B7C8-CE98-9BDA-FE282ACFEB92}"/>
                    </a:ext>
                  </a:extLst>
                </p14:cNvPr>
                <p14:cNvContentPartPr/>
                <p14:nvPr/>
              </p14:nvContentPartPr>
              <p14:xfrm>
                <a:off x="399788" y="4091150"/>
                <a:ext cx="103320" cy="113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659562-B7C8-CE98-9BDA-FE282ACFEB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788" y="4073150"/>
                  <a:ext cx="138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C4828A-6BB9-9CF9-5AD4-E46C30CA04AE}"/>
                    </a:ext>
                  </a:extLst>
                </p14:cNvPr>
                <p14:cNvContentPartPr/>
                <p14:nvPr/>
              </p14:nvContentPartPr>
              <p14:xfrm>
                <a:off x="474308" y="4126790"/>
                <a:ext cx="74880" cy="10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C4828A-6BB9-9CF9-5AD4-E46C30CA04A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6668" y="4108790"/>
                  <a:ext cx="110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0743F7-E4DC-995A-28F1-7067D8F65F27}"/>
                    </a:ext>
                  </a:extLst>
                </p14:cNvPr>
                <p14:cNvContentPartPr/>
                <p14:nvPr/>
              </p14:nvContentPartPr>
              <p14:xfrm>
                <a:off x="543788" y="4159550"/>
                <a:ext cx="83160" cy="84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0743F7-E4DC-995A-28F1-7067D8F65F2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148" y="4141550"/>
                  <a:ext cx="118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EFB38A4-D1BF-1D48-FA9F-CF127BBBFA1A}"/>
                    </a:ext>
                  </a:extLst>
                </p14:cNvPr>
                <p14:cNvContentPartPr/>
                <p14:nvPr/>
              </p14:nvContentPartPr>
              <p14:xfrm>
                <a:off x="588788" y="4144790"/>
                <a:ext cx="104400" cy="136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EFB38A4-D1BF-1D48-FA9F-CF127BBBFA1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1148" y="4127150"/>
                  <a:ext cx="1400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DEF671-905B-3F13-32D9-DE2E3CBD5807}"/>
              </a:ext>
            </a:extLst>
          </p:cNvPr>
          <p:cNvGrpSpPr/>
          <p:nvPr/>
        </p:nvGrpSpPr>
        <p:grpSpPr>
          <a:xfrm>
            <a:off x="581228" y="3183230"/>
            <a:ext cx="119520" cy="107280"/>
            <a:chOff x="581228" y="3183230"/>
            <a:chExt cx="119520" cy="1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06B27A-B82A-9C50-49A0-2949E5530C94}"/>
                    </a:ext>
                  </a:extLst>
                </p14:cNvPr>
                <p14:cNvContentPartPr/>
                <p14:nvPr/>
              </p14:nvContentPartPr>
              <p14:xfrm>
                <a:off x="581228" y="3183230"/>
                <a:ext cx="119520" cy="107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06B27A-B82A-9C50-49A0-2949E5530C9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3588" y="3165590"/>
                  <a:ext cx="155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2CBFFE-9FEC-A467-FC79-807868FBCC26}"/>
                    </a:ext>
                  </a:extLst>
                </p14:cNvPr>
                <p14:cNvContentPartPr/>
                <p14:nvPr/>
              </p14:nvContentPartPr>
              <p14:xfrm>
                <a:off x="665468" y="3232910"/>
                <a:ext cx="2880" cy="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62CBFFE-9FEC-A467-FC79-807868FBCC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7828" y="3215270"/>
                  <a:ext cx="385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BB8B23-A5E2-DC00-D9E9-D6654B21F492}"/>
              </a:ext>
            </a:extLst>
          </p:cNvPr>
          <p:cNvGrpSpPr/>
          <p:nvPr/>
        </p:nvGrpSpPr>
        <p:grpSpPr>
          <a:xfrm>
            <a:off x="1363508" y="2253710"/>
            <a:ext cx="133200" cy="270360"/>
            <a:chOff x="1363508" y="2253710"/>
            <a:chExt cx="13320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E332EC4-3F8B-3562-1E5F-528224E3EC63}"/>
                    </a:ext>
                  </a:extLst>
                </p14:cNvPr>
                <p14:cNvContentPartPr/>
                <p14:nvPr/>
              </p14:nvContentPartPr>
              <p14:xfrm>
                <a:off x="1363508" y="2253710"/>
                <a:ext cx="2880" cy="270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E332EC4-3F8B-3562-1E5F-528224E3EC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45508" y="2235710"/>
                  <a:ext cx="385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E93ED9-4986-4C47-E0C5-7CE6109A1BEC}"/>
                    </a:ext>
                  </a:extLst>
                </p14:cNvPr>
                <p14:cNvContentPartPr/>
                <p14:nvPr/>
              </p14:nvContentPartPr>
              <p14:xfrm>
                <a:off x="1427228" y="2421470"/>
                <a:ext cx="69480" cy="96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E93ED9-4986-4C47-E0C5-7CE6109A1B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09588" y="2403470"/>
                  <a:ext cx="1051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4E34D9-445E-3717-E4E0-65F20DDB4DBF}"/>
              </a:ext>
            </a:extLst>
          </p:cNvPr>
          <p:cNvGrpSpPr/>
          <p:nvPr/>
        </p:nvGrpSpPr>
        <p:grpSpPr>
          <a:xfrm>
            <a:off x="1338308" y="2674910"/>
            <a:ext cx="155160" cy="348120"/>
            <a:chOff x="1338308" y="2674910"/>
            <a:chExt cx="15516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ECDFD5-53F9-BE98-C6D4-B5815CADB3D4}"/>
                    </a:ext>
                  </a:extLst>
                </p14:cNvPr>
                <p14:cNvContentPartPr/>
                <p14:nvPr/>
              </p14:nvContentPartPr>
              <p14:xfrm>
                <a:off x="1338308" y="2674910"/>
                <a:ext cx="43200" cy="24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ECDFD5-53F9-BE98-C6D4-B5815CADB3D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20668" y="2656910"/>
                  <a:ext cx="78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F2D0351-4C02-8E1B-CC8A-CEA7B7DC9157}"/>
                    </a:ext>
                  </a:extLst>
                </p14:cNvPr>
                <p14:cNvContentPartPr/>
                <p14:nvPr/>
              </p14:nvContentPartPr>
              <p14:xfrm>
                <a:off x="1463948" y="2853110"/>
                <a:ext cx="29520" cy="169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F2D0351-4C02-8E1B-CC8A-CEA7B7DC915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45948" y="2835110"/>
                  <a:ext cx="651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2327BC-52FB-5927-85B5-3C982CCC3BE7}"/>
              </a:ext>
            </a:extLst>
          </p:cNvPr>
          <p:cNvGrpSpPr/>
          <p:nvPr/>
        </p:nvGrpSpPr>
        <p:grpSpPr>
          <a:xfrm>
            <a:off x="1324628" y="3293030"/>
            <a:ext cx="206280" cy="518400"/>
            <a:chOff x="1324628" y="3293030"/>
            <a:chExt cx="2062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367EDF-38AF-29E5-4428-0A284CBC3328}"/>
                    </a:ext>
                  </a:extLst>
                </p14:cNvPr>
                <p14:cNvContentPartPr/>
                <p14:nvPr/>
              </p14:nvContentPartPr>
              <p14:xfrm>
                <a:off x="1324628" y="3293030"/>
                <a:ext cx="2880" cy="21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367EDF-38AF-29E5-4428-0A284CBC332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06628" y="3275390"/>
                  <a:ext cx="38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7668A7-694D-318B-731C-86FF84DEFA94}"/>
                    </a:ext>
                  </a:extLst>
                </p14:cNvPr>
                <p14:cNvContentPartPr/>
                <p14:nvPr/>
              </p14:nvContentPartPr>
              <p14:xfrm>
                <a:off x="1404188" y="3414710"/>
                <a:ext cx="70200" cy="110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7668A7-694D-318B-731C-86FF84DEFA9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86188" y="3396710"/>
                  <a:ext cx="105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7DC55D-C3D2-D9E1-DC9D-30F31780EDB5}"/>
                    </a:ext>
                  </a:extLst>
                </p14:cNvPr>
                <p14:cNvContentPartPr/>
                <p14:nvPr/>
              </p14:nvContentPartPr>
              <p14:xfrm>
                <a:off x="1346588" y="3584270"/>
                <a:ext cx="4680" cy="16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7DC55D-C3D2-D9E1-DC9D-30F31780ED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28948" y="3566630"/>
                  <a:ext cx="40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00258E-5487-7326-9158-5CCD318AF62D}"/>
                    </a:ext>
                  </a:extLst>
                </p14:cNvPr>
                <p14:cNvContentPartPr/>
                <p14:nvPr/>
              </p14:nvContentPartPr>
              <p14:xfrm>
                <a:off x="1425068" y="3648350"/>
                <a:ext cx="105840" cy="163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00258E-5487-7326-9158-5CCD318AF62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07068" y="3630710"/>
                  <a:ext cx="1414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26F632-ED5D-7E46-5DF0-6ED22FAD12FF}"/>
              </a:ext>
            </a:extLst>
          </p:cNvPr>
          <p:cNvGrpSpPr/>
          <p:nvPr/>
        </p:nvGrpSpPr>
        <p:grpSpPr>
          <a:xfrm>
            <a:off x="4540868" y="2796950"/>
            <a:ext cx="907920" cy="411480"/>
            <a:chOff x="4540868" y="2796950"/>
            <a:chExt cx="90792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F3C995-FA65-EAA1-CF3D-822D1402F33E}"/>
                    </a:ext>
                  </a:extLst>
                </p14:cNvPr>
                <p14:cNvContentPartPr/>
                <p14:nvPr/>
              </p14:nvContentPartPr>
              <p14:xfrm>
                <a:off x="4573628" y="2796950"/>
                <a:ext cx="11520" cy="387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F3C995-FA65-EAA1-CF3D-822D1402F33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55628" y="2778950"/>
                  <a:ext cx="4716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8EFB67-74C5-A4AA-9B6A-448C9322E9D7}"/>
                    </a:ext>
                  </a:extLst>
                </p14:cNvPr>
                <p14:cNvContentPartPr/>
                <p14:nvPr/>
              </p14:nvContentPartPr>
              <p14:xfrm>
                <a:off x="4540868" y="2834390"/>
                <a:ext cx="209880" cy="34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8EFB67-74C5-A4AA-9B6A-448C9322E9D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22868" y="2816390"/>
                  <a:ext cx="245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DB52FF-9259-1C86-A985-81B84E5E6A72}"/>
                    </a:ext>
                  </a:extLst>
                </p14:cNvPr>
                <p14:cNvContentPartPr/>
                <p14:nvPr/>
              </p14:nvContentPartPr>
              <p14:xfrm>
                <a:off x="4783148" y="3026270"/>
                <a:ext cx="118440" cy="177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DB52FF-9259-1C86-A985-81B84E5E6A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65148" y="3008270"/>
                  <a:ext cx="154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756D80C-9CAF-67BE-1EE8-0D8C569FB3FD}"/>
                    </a:ext>
                  </a:extLst>
                </p14:cNvPr>
                <p14:cNvContentPartPr/>
                <p14:nvPr/>
              </p14:nvContentPartPr>
              <p14:xfrm>
                <a:off x="4908788" y="3051830"/>
                <a:ext cx="167400" cy="156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756D80C-9CAF-67BE-1EE8-0D8C569FB3F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90788" y="3033830"/>
                  <a:ext cx="203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81BE3A1-4DAD-AAC8-396D-8F5B847826AA}"/>
                    </a:ext>
                  </a:extLst>
                </p14:cNvPr>
                <p14:cNvContentPartPr/>
                <p14:nvPr/>
              </p14:nvContentPartPr>
              <p14:xfrm>
                <a:off x="5147468" y="2996030"/>
                <a:ext cx="76320" cy="18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81BE3A1-4DAD-AAC8-396D-8F5B847826A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29468" y="2978390"/>
                  <a:ext cx="111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F6FC23-100E-ABE4-80E8-313E99F660AD}"/>
                    </a:ext>
                  </a:extLst>
                </p14:cNvPr>
                <p14:cNvContentPartPr/>
                <p14:nvPr/>
              </p14:nvContentPartPr>
              <p14:xfrm>
                <a:off x="5311628" y="3009350"/>
                <a:ext cx="137160" cy="144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F6FC23-100E-ABE4-80E8-313E99F660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93988" y="2991710"/>
                  <a:ext cx="172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2462080-BFBB-EAD9-E1B4-5CA22CFA0B25}"/>
                    </a:ext>
                  </a:extLst>
                </p14:cNvPr>
                <p14:cNvContentPartPr/>
                <p14:nvPr/>
              </p14:nvContentPartPr>
              <p14:xfrm>
                <a:off x="5353028" y="2969750"/>
                <a:ext cx="56880" cy="20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2462080-BFBB-EAD9-E1B4-5CA22CFA0B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35388" y="2952110"/>
                  <a:ext cx="925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95255A3-3367-FF8D-7534-35509663899B}"/>
              </a:ext>
            </a:extLst>
          </p:cNvPr>
          <p:cNvGrpSpPr/>
          <p:nvPr/>
        </p:nvGrpSpPr>
        <p:grpSpPr>
          <a:xfrm>
            <a:off x="3281948" y="2744030"/>
            <a:ext cx="219600" cy="277920"/>
            <a:chOff x="3281948" y="2744030"/>
            <a:chExt cx="21960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250913-8CD3-5191-EF31-E10C25222124}"/>
                    </a:ext>
                  </a:extLst>
                </p14:cNvPr>
                <p14:cNvContentPartPr/>
                <p14:nvPr/>
              </p14:nvContentPartPr>
              <p14:xfrm>
                <a:off x="3281948" y="2744030"/>
                <a:ext cx="193320" cy="242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250913-8CD3-5191-EF31-E10C252221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64308" y="2726030"/>
                  <a:ext cx="2289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5780A31-BD78-77F1-A0B5-A52A3A344597}"/>
                    </a:ext>
                  </a:extLst>
                </p14:cNvPr>
                <p14:cNvContentPartPr/>
                <p14:nvPr/>
              </p14:nvContentPartPr>
              <p14:xfrm>
                <a:off x="3306788" y="2754110"/>
                <a:ext cx="194760" cy="267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5780A31-BD78-77F1-A0B5-A52A3A3445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89148" y="2736110"/>
                  <a:ext cx="23040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3FA9B9-E323-B9E1-735D-D8AB23927EEB}"/>
              </a:ext>
            </a:extLst>
          </p:cNvPr>
          <p:cNvGrpSpPr/>
          <p:nvPr/>
        </p:nvGrpSpPr>
        <p:grpSpPr>
          <a:xfrm>
            <a:off x="1562948" y="2344070"/>
            <a:ext cx="141120" cy="71640"/>
            <a:chOff x="1562948" y="2344070"/>
            <a:chExt cx="14112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364C3E-3B0B-A3E7-6D12-AEACD34D7949}"/>
                    </a:ext>
                  </a:extLst>
                </p14:cNvPr>
                <p14:cNvContentPartPr/>
                <p14:nvPr/>
              </p14:nvContentPartPr>
              <p14:xfrm>
                <a:off x="1562948" y="2344070"/>
                <a:ext cx="117000" cy="38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364C3E-3B0B-A3E7-6D12-AEACD34D794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45308" y="2326070"/>
                  <a:ext cx="15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310D153-2474-4D43-C99D-F9E2B6B31C9F}"/>
                    </a:ext>
                  </a:extLst>
                </p14:cNvPr>
                <p14:cNvContentPartPr/>
                <p14:nvPr/>
              </p14:nvContentPartPr>
              <p14:xfrm>
                <a:off x="1580588" y="2412830"/>
                <a:ext cx="123480" cy="2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310D153-2474-4D43-C99D-F9E2B6B31C9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62948" y="2394830"/>
                  <a:ext cx="1591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5A9BBF2-AD46-CC59-2E16-52805BCB8A09}"/>
                  </a:ext>
                </a:extLst>
              </p14:cNvPr>
              <p14:cNvContentPartPr/>
              <p14:nvPr/>
            </p14:nvContentPartPr>
            <p14:xfrm>
              <a:off x="3286628" y="1846910"/>
              <a:ext cx="356760" cy="48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5A9BBF2-AD46-CC59-2E16-52805BCB8A0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268988" y="1829270"/>
                <a:ext cx="3924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A9553CBB-081C-2907-BC10-3E2349C6A000}"/>
              </a:ext>
            </a:extLst>
          </p:cNvPr>
          <p:cNvGrpSpPr/>
          <p:nvPr/>
        </p:nvGrpSpPr>
        <p:grpSpPr>
          <a:xfrm>
            <a:off x="391148" y="1948430"/>
            <a:ext cx="318600" cy="268200"/>
            <a:chOff x="391148" y="1948430"/>
            <a:chExt cx="31860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8BBDDB2-DCA3-3D39-ED04-2105DFC9BAC4}"/>
                    </a:ext>
                  </a:extLst>
                </p14:cNvPr>
                <p14:cNvContentPartPr/>
                <p14:nvPr/>
              </p14:nvContentPartPr>
              <p14:xfrm>
                <a:off x="391148" y="2113310"/>
                <a:ext cx="138960" cy="60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8BBDDB2-DCA3-3D39-ED04-2105DFC9BA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3148" y="2095670"/>
                  <a:ext cx="17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25B071-1204-4EC1-B348-980B933E504B}"/>
                    </a:ext>
                  </a:extLst>
                </p14:cNvPr>
                <p14:cNvContentPartPr/>
                <p14:nvPr/>
              </p14:nvContentPartPr>
              <p14:xfrm>
                <a:off x="394388" y="2169830"/>
                <a:ext cx="138600" cy="46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25B071-1204-4EC1-B348-980B933E504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76388" y="2152190"/>
                  <a:ext cx="174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884678-A19D-3820-BF44-3CC9CD3E9AF5}"/>
                    </a:ext>
                  </a:extLst>
                </p14:cNvPr>
                <p14:cNvContentPartPr/>
                <p14:nvPr/>
              </p14:nvContentPartPr>
              <p14:xfrm>
                <a:off x="629108" y="1948430"/>
                <a:ext cx="80640" cy="253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884678-A19D-3820-BF44-3CC9CD3E9AF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1108" y="1930790"/>
                  <a:ext cx="11628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2051D23-E62A-512E-569E-1A1F82B1B979}"/>
                  </a:ext>
                </a:extLst>
              </p14:cNvPr>
              <p14:cNvContentPartPr/>
              <p14:nvPr/>
            </p14:nvContentPartPr>
            <p14:xfrm>
              <a:off x="680588" y="1890830"/>
              <a:ext cx="36720" cy="300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2051D23-E62A-512E-569E-1A1F82B1B97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62588" y="1873190"/>
                <a:ext cx="7236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BE6710F-1243-1220-3539-D77E3C416F9E}"/>
                  </a:ext>
                </a:extLst>
              </p14:cNvPr>
              <p14:cNvContentPartPr/>
              <p14:nvPr/>
            </p14:nvContentPartPr>
            <p14:xfrm>
              <a:off x="1822868" y="2235350"/>
              <a:ext cx="11520" cy="2041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BE6710F-1243-1220-3539-D77E3C416F9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805228" y="2217710"/>
                <a:ext cx="4716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A2AFE27-DAD3-82D8-6981-877580CD1FCE}"/>
              </a:ext>
            </a:extLst>
          </p:cNvPr>
          <p:cNvGrpSpPr/>
          <p:nvPr/>
        </p:nvGrpSpPr>
        <p:grpSpPr>
          <a:xfrm>
            <a:off x="1530908" y="2538470"/>
            <a:ext cx="228600" cy="159480"/>
            <a:chOff x="1530908" y="2538470"/>
            <a:chExt cx="228600" cy="1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FCFB19A-BD0C-E49A-58D6-E1CFB1E1E430}"/>
                    </a:ext>
                  </a:extLst>
                </p14:cNvPr>
                <p14:cNvContentPartPr/>
                <p14:nvPr/>
              </p14:nvContentPartPr>
              <p14:xfrm>
                <a:off x="1530908" y="2606150"/>
                <a:ext cx="90000" cy="62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FCFB19A-BD0C-E49A-58D6-E1CFB1E1E43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512908" y="2588510"/>
                  <a:ext cx="125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FEBEE4-E819-2615-E983-E890BCE24CA4}"/>
                    </a:ext>
                  </a:extLst>
                </p14:cNvPr>
                <p14:cNvContentPartPr/>
                <p14:nvPr/>
              </p14:nvContentPartPr>
              <p14:xfrm>
                <a:off x="1556828" y="2655830"/>
                <a:ext cx="86760" cy="42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FEBEE4-E819-2615-E983-E890BCE24CA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38828" y="2638190"/>
                  <a:ext cx="122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5E85B4-38E1-C4EA-6FA6-068BAA1D0626}"/>
                    </a:ext>
                  </a:extLst>
                </p14:cNvPr>
                <p14:cNvContentPartPr/>
                <p14:nvPr/>
              </p14:nvContentPartPr>
              <p14:xfrm>
                <a:off x="1704788" y="2538470"/>
                <a:ext cx="54720" cy="14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5E85B4-38E1-C4EA-6FA6-068BAA1D06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86788" y="2520470"/>
                  <a:ext cx="903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B857B4-BDBE-05F0-94EA-8A5525E7A1DA}"/>
              </a:ext>
            </a:extLst>
          </p:cNvPr>
          <p:cNvGrpSpPr/>
          <p:nvPr/>
        </p:nvGrpSpPr>
        <p:grpSpPr>
          <a:xfrm>
            <a:off x="1627028" y="3540350"/>
            <a:ext cx="437400" cy="183600"/>
            <a:chOff x="1627028" y="3540350"/>
            <a:chExt cx="43740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4C2A22D-5B13-BFDB-3CEE-E2EC4D117D2C}"/>
                    </a:ext>
                  </a:extLst>
                </p14:cNvPr>
                <p14:cNvContentPartPr/>
                <p14:nvPr/>
              </p14:nvContentPartPr>
              <p14:xfrm>
                <a:off x="1627028" y="3658070"/>
                <a:ext cx="100800" cy="5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4C2A22D-5B13-BFDB-3CEE-E2EC4D117D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09388" y="3640070"/>
                  <a:ext cx="136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D9DD44-6279-86B6-F1CC-088411AC5326}"/>
                    </a:ext>
                  </a:extLst>
                </p14:cNvPr>
                <p14:cNvContentPartPr/>
                <p14:nvPr/>
              </p14:nvContentPartPr>
              <p14:xfrm>
                <a:off x="1658348" y="3716750"/>
                <a:ext cx="96840" cy="7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D9DD44-6279-86B6-F1CC-088411AC532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40708" y="3698750"/>
                  <a:ext cx="132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5317187-13AD-02DA-0BD7-7D43A0401427}"/>
                    </a:ext>
                  </a:extLst>
                </p14:cNvPr>
                <p14:cNvContentPartPr/>
                <p14:nvPr/>
              </p14:nvContentPartPr>
              <p14:xfrm>
                <a:off x="1902068" y="3540350"/>
                <a:ext cx="162360" cy="154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5317187-13AD-02DA-0BD7-7D43A04014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84428" y="3522710"/>
                  <a:ext cx="19800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F98234C-A4D1-019B-AD40-27A834BC97C7}"/>
                  </a:ext>
                </a:extLst>
              </p14:cNvPr>
              <p14:cNvContentPartPr/>
              <p14:nvPr/>
            </p14:nvContentPartPr>
            <p14:xfrm>
              <a:off x="626588" y="3324350"/>
              <a:ext cx="15480" cy="1285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F98234C-A4D1-019B-AD40-27A834BC97C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08588" y="3306350"/>
                <a:ext cx="5112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A38ACA9E-945D-B91B-34DE-FC6F2E5F5A5C}"/>
              </a:ext>
            </a:extLst>
          </p:cNvPr>
          <p:cNvGrpSpPr/>
          <p:nvPr/>
        </p:nvGrpSpPr>
        <p:grpSpPr>
          <a:xfrm>
            <a:off x="761948" y="2053190"/>
            <a:ext cx="201240" cy="133920"/>
            <a:chOff x="761948" y="2053190"/>
            <a:chExt cx="20124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B3F56C-8BCE-085F-E974-550B49E5B81D}"/>
                    </a:ext>
                  </a:extLst>
                </p14:cNvPr>
                <p14:cNvContentPartPr/>
                <p14:nvPr/>
              </p14:nvContentPartPr>
              <p14:xfrm>
                <a:off x="761948" y="2096030"/>
                <a:ext cx="81000" cy="91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B3F56C-8BCE-085F-E974-550B49E5B8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44308" y="2078390"/>
                  <a:ext cx="116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AAF82F-F91B-5A5E-27B6-C7F7FD16D8F6}"/>
                    </a:ext>
                  </a:extLst>
                </p14:cNvPr>
                <p14:cNvContentPartPr/>
                <p14:nvPr/>
              </p14:nvContentPartPr>
              <p14:xfrm>
                <a:off x="891548" y="2053190"/>
                <a:ext cx="71640" cy="10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AAF82F-F91B-5A5E-27B6-C7F7FD16D8F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3548" y="2035550"/>
                  <a:ext cx="1072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C8785D5-0527-608E-39E9-AD1D11F90FC9}"/>
              </a:ext>
            </a:extLst>
          </p:cNvPr>
          <p:cNvGrpSpPr/>
          <p:nvPr/>
        </p:nvGrpSpPr>
        <p:grpSpPr>
          <a:xfrm>
            <a:off x="1517948" y="3223910"/>
            <a:ext cx="379440" cy="230040"/>
            <a:chOff x="1517948" y="3223910"/>
            <a:chExt cx="3794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9BC14A3-C8C7-54E3-DB78-5949648186E0}"/>
                    </a:ext>
                  </a:extLst>
                </p14:cNvPr>
                <p14:cNvContentPartPr/>
                <p14:nvPr/>
              </p14:nvContentPartPr>
              <p14:xfrm>
                <a:off x="1517948" y="3332630"/>
                <a:ext cx="127080" cy="51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9BC14A3-C8C7-54E3-DB78-5949648186E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99948" y="3314630"/>
                  <a:ext cx="162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8B6C0D0-1086-1F6B-EBB2-034EF4ADAEAC}"/>
                    </a:ext>
                  </a:extLst>
                </p14:cNvPr>
                <p14:cNvContentPartPr/>
                <p14:nvPr/>
              </p14:nvContentPartPr>
              <p14:xfrm>
                <a:off x="1545668" y="3435230"/>
                <a:ext cx="91800" cy="1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8B6C0D0-1086-1F6B-EBB2-034EF4ADAE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527668" y="3417230"/>
                  <a:ext cx="127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3B8CC4F-DEB2-3A0D-00AD-3B4C62BA231B}"/>
                    </a:ext>
                  </a:extLst>
                </p14:cNvPr>
                <p14:cNvContentPartPr/>
                <p14:nvPr/>
              </p14:nvContentPartPr>
              <p14:xfrm>
                <a:off x="1763828" y="3223910"/>
                <a:ext cx="133560" cy="205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3B8CC4F-DEB2-3A0D-00AD-3B4C62BA231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746188" y="3206270"/>
                  <a:ext cx="1692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EFBADBC-B2D3-4E61-5F7E-44000286D693}"/>
              </a:ext>
            </a:extLst>
          </p:cNvPr>
          <p:cNvGrpSpPr/>
          <p:nvPr/>
        </p:nvGrpSpPr>
        <p:grpSpPr>
          <a:xfrm>
            <a:off x="3549068" y="2576270"/>
            <a:ext cx="350280" cy="303480"/>
            <a:chOff x="3549068" y="2576270"/>
            <a:chExt cx="35028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3C880E2-F5C4-3E14-B914-781E4CBB5EB6}"/>
                    </a:ext>
                  </a:extLst>
                </p14:cNvPr>
                <p14:cNvContentPartPr/>
                <p14:nvPr/>
              </p14:nvContentPartPr>
              <p14:xfrm>
                <a:off x="3549068" y="2732510"/>
                <a:ext cx="134640" cy="82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3C880E2-F5C4-3E14-B914-781E4CBB5EB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531428" y="2714870"/>
                  <a:ext cx="170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35CC75-1D63-3AA7-C5C3-B78AD26AF75B}"/>
                    </a:ext>
                  </a:extLst>
                </p14:cNvPr>
                <p14:cNvContentPartPr/>
                <p14:nvPr/>
              </p14:nvContentPartPr>
              <p14:xfrm>
                <a:off x="3590828" y="2804870"/>
                <a:ext cx="106560" cy="7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35CC75-1D63-3AA7-C5C3-B78AD26AF75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73188" y="2787230"/>
                  <a:ext cx="142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A511D3-47CC-09AA-E28C-AAD5A47442A4}"/>
                    </a:ext>
                  </a:extLst>
                </p14:cNvPr>
                <p14:cNvContentPartPr/>
                <p14:nvPr/>
              </p14:nvContentPartPr>
              <p14:xfrm>
                <a:off x="3779828" y="2576270"/>
                <a:ext cx="119520" cy="197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A511D3-47CC-09AA-E28C-AAD5A47442A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762188" y="2558630"/>
                  <a:ext cx="155160" cy="23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2F7BFC1-5D0C-9B8B-919A-B07EED9B7569}"/>
                  </a:ext>
                </a:extLst>
              </p14:cNvPr>
              <p14:cNvContentPartPr/>
              <p14:nvPr/>
            </p14:nvContentPartPr>
            <p14:xfrm>
              <a:off x="5014268" y="4576430"/>
              <a:ext cx="85680" cy="251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2F7BFC1-5D0C-9B8B-919A-B07EED9B756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996268" y="4558430"/>
                <a:ext cx="12132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AEAD388-252A-2D07-5EFE-02BBF53329F4}"/>
              </a:ext>
            </a:extLst>
          </p:cNvPr>
          <p:cNvGrpSpPr/>
          <p:nvPr/>
        </p:nvGrpSpPr>
        <p:grpSpPr>
          <a:xfrm>
            <a:off x="7295228" y="3322190"/>
            <a:ext cx="804600" cy="230760"/>
            <a:chOff x="7295228" y="3322190"/>
            <a:chExt cx="80460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FD872ED-AA03-1A9F-C079-91B73A01D923}"/>
                    </a:ext>
                  </a:extLst>
                </p14:cNvPr>
                <p14:cNvContentPartPr/>
                <p14:nvPr/>
              </p14:nvContentPartPr>
              <p14:xfrm>
                <a:off x="7296308" y="3390230"/>
                <a:ext cx="114840" cy="8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FD872ED-AA03-1A9F-C079-91B73A01D9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78308" y="3372230"/>
                  <a:ext cx="150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1940852-3368-C856-CBC9-C0F482A7B14E}"/>
                    </a:ext>
                  </a:extLst>
                </p14:cNvPr>
                <p14:cNvContentPartPr/>
                <p14:nvPr/>
              </p14:nvContentPartPr>
              <p14:xfrm>
                <a:off x="7295228" y="3471950"/>
                <a:ext cx="97200" cy="7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1940852-3368-C856-CBC9-C0F482A7B1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77228" y="3454310"/>
                  <a:ext cx="132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6C3AE8E-29EB-4BFB-42DF-87C5F7B0E919}"/>
                    </a:ext>
                  </a:extLst>
                </p14:cNvPr>
                <p14:cNvContentPartPr/>
                <p14:nvPr/>
              </p14:nvContentPartPr>
              <p14:xfrm>
                <a:off x="7612748" y="3329750"/>
                <a:ext cx="199800" cy="223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6C3AE8E-29EB-4BFB-42DF-87C5F7B0E9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95108" y="3312110"/>
                  <a:ext cx="235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A3A66E8-B73E-D19E-D3FD-554C1B20F540}"/>
                    </a:ext>
                  </a:extLst>
                </p14:cNvPr>
                <p14:cNvContentPartPr/>
                <p14:nvPr/>
              </p14:nvContentPartPr>
              <p14:xfrm>
                <a:off x="7536068" y="3322190"/>
                <a:ext cx="310320" cy="204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A3A66E8-B73E-D19E-D3FD-554C1B20F54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18428" y="3304550"/>
                  <a:ext cx="345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3DAD9EE-22AB-96D7-922F-CC3FEE8D8B90}"/>
                    </a:ext>
                  </a:extLst>
                </p14:cNvPr>
                <p14:cNvContentPartPr/>
                <p14:nvPr/>
              </p14:nvContentPartPr>
              <p14:xfrm>
                <a:off x="7966628" y="3445310"/>
                <a:ext cx="133200" cy="20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3DAD9EE-22AB-96D7-922F-CC3FEE8D8B9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48988" y="3427670"/>
                  <a:ext cx="168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4208BD-E575-C8F4-5A90-7E0694DBC626}"/>
                    </a:ext>
                  </a:extLst>
                </p14:cNvPr>
                <p14:cNvContentPartPr/>
                <p14:nvPr/>
              </p14:nvContentPartPr>
              <p14:xfrm>
                <a:off x="8003348" y="3509750"/>
                <a:ext cx="84960" cy="22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4208BD-E575-C8F4-5A90-7E0694DBC62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85348" y="3492110"/>
                  <a:ext cx="12060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09F95DD-CBDD-31A3-9F98-20E41AC28A82}"/>
                  </a:ext>
                </a:extLst>
              </p14:cNvPr>
              <p14:cNvContentPartPr/>
              <p14:nvPr/>
            </p14:nvContentPartPr>
            <p14:xfrm>
              <a:off x="8351468" y="3411470"/>
              <a:ext cx="156600" cy="1584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09F95DD-CBDD-31A3-9F98-20E41AC28A8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33468" y="3393830"/>
                <a:ext cx="1922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9B30B06-ACD7-44A1-DA89-FE4255A1E161}"/>
                  </a:ext>
                </a:extLst>
              </p14:cNvPr>
              <p14:cNvContentPartPr/>
              <p14:nvPr/>
            </p14:nvContentPartPr>
            <p14:xfrm>
              <a:off x="8737748" y="3647630"/>
              <a:ext cx="360" cy="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9B30B06-ACD7-44A1-DA89-FE4255A1E16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719748" y="362999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A3262DB-7FA5-D223-7330-8B792737B63E}"/>
              </a:ext>
            </a:extLst>
          </p:cNvPr>
          <p:cNvGrpSpPr/>
          <p:nvPr/>
        </p:nvGrpSpPr>
        <p:grpSpPr>
          <a:xfrm>
            <a:off x="3429908" y="3117710"/>
            <a:ext cx="301320" cy="478080"/>
            <a:chOff x="3429908" y="3117710"/>
            <a:chExt cx="30132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6D4C266-0F61-274D-E4A3-305883DCD3F5}"/>
                    </a:ext>
                  </a:extLst>
                </p14:cNvPr>
                <p14:cNvContentPartPr/>
                <p14:nvPr/>
              </p14:nvContentPartPr>
              <p14:xfrm>
                <a:off x="3429908" y="3117710"/>
                <a:ext cx="33120" cy="123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6D4C266-0F61-274D-E4A3-305883DCD3F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11908" y="3100070"/>
                  <a:ext cx="687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67E7EF6-0574-2F32-489F-AB84A526612A}"/>
                    </a:ext>
                  </a:extLst>
                </p14:cNvPr>
                <p14:cNvContentPartPr/>
                <p14:nvPr/>
              </p14:nvContentPartPr>
              <p14:xfrm>
                <a:off x="3495068" y="3128150"/>
                <a:ext cx="25560" cy="162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67E7EF6-0574-2F32-489F-AB84A52661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477428" y="3110150"/>
                  <a:ext cx="61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20CE51B-D365-48A6-ACA4-531E71AF86BB}"/>
                    </a:ext>
                  </a:extLst>
                </p14:cNvPr>
                <p14:cNvContentPartPr/>
                <p14:nvPr/>
              </p14:nvContentPartPr>
              <p14:xfrm>
                <a:off x="3564548" y="3299510"/>
                <a:ext cx="42480" cy="199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20CE51B-D365-48A6-ACA4-531E71AF86B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546908" y="3281510"/>
                  <a:ext cx="78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CB89F74-6897-8C56-B8F3-980D08B2DE7E}"/>
                    </a:ext>
                  </a:extLst>
                </p14:cNvPr>
                <p14:cNvContentPartPr/>
                <p14:nvPr/>
              </p14:nvContentPartPr>
              <p14:xfrm>
                <a:off x="3635828" y="3448910"/>
                <a:ext cx="95400" cy="146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CB89F74-6897-8C56-B8F3-980D08B2DE7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17828" y="3431270"/>
                  <a:ext cx="1310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2D38BDF-0F6B-FEF3-ABAE-BC372D24BB37}"/>
              </a:ext>
            </a:extLst>
          </p:cNvPr>
          <p:cNvGrpSpPr/>
          <p:nvPr/>
        </p:nvGrpSpPr>
        <p:grpSpPr>
          <a:xfrm>
            <a:off x="1479068" y="3880550"/>
            <a:ext cx="1722240" cy="775080"/>
            <a:chOff x="1479068" y="3880550"/>
            <a:chExt cx="1722240" cy="77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EF204C-7DD0-3BFB-BC30-978F5AD9279A}"/>
                    </a:ext>
                  </a:extLst>
                </p14:cNvPr>
                <p14:cNvContentPartPr/>
                <p14:nvPr/>
              </p14:nvContentPartPr>
              <p14:xfrm>
                <a:off x="2659148" y="4135790"/>
                <a:ext cx="101520" cy="35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EF204C-7DD0-3BFB-BC30-978F5AD9279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641148" y="4117790"/>
                  <a:ext cx="137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13952E-5DFE-74B3-B210-2E0702865ABB}"/>
                    </a:ext>
                  </a:extLst>
                </p14:cNvPr>
                <p14:cNvContentPartPr/>
                <p14:nvPr/>
              </p14:nvContentPartPr>
              <p14:xfrm>
                <a:off x="2657708" y="4202390"/>
                <a:ext cx="105120" cy="4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13952E-5DFE-74B3-B210-2E0702865A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40068" y="4184390"/>
                  <a:ext cx="140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772A47-43E5-1AB5-8E02-F699A379DB80}"/>
                    </a:ext>
                  </a:extLst>
                </p14:cNvPr>
                <p14:cNvContentPartPr/>
                <p14:nvPr/>
              </p14:nvContentPartPr>
              <p14:xfrm>
                <a:off x="2884148" y="4120310"/>
                <a:ext cx="180000" cy="163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772A47-43E5-1AB5-8E02-F699A379DB8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66148" y="4102310"/>
                  <a:ext cx="215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C81074-BF31-365F-8972-9842B11C39A8}"/>
                    </a:ext>
                  </a:extLst>
                </p14:cNvPr>
                <p14:cNvContentPartPr/>
                <p14:nvPr/>
              </p14:nvContentPartPr>
              <p14:xfrm>
                <a:off x="1842308" y="4075310"/>
                <a:ext cx="118080" cy="37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C81074-BF31-365F-8972-9842B11C39A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24668" y="4057310"/>
                  <a:ext cx="153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A20D794-13D9-CB12-2C95-F7868A6CB5FB}"/>
                    </a:ext>
                  </a:extLst>
                </p14:cNvPr>
                <p14:cNvContentPartPr/>
                <p14:nvPr/>
              </p14:nvContentPartPr>
              <p14:xfrm>
                <a:off x="1844108" y="4140110"/>
                <a:ext cx="106200" cy="16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A20D794-13D9-CB12-2C95-F7868A6CB5F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26468" y="4122470"/>
                  <a:ext cx="141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7C3524-9AD2-8F77-E549-B5D5D6B75E14}"/>
                    </a:ext>
                  </a:extLst>
                </p14:cNvPr>
                <p14:cNvContentPartPr/>
                <p14:nvPr/>
              </p14:nvContentPartPr>
              <p14:xfrm>
                <a:off x="2069108" y="4006910"/>
                <a:ext cx="34920" cy="155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7C3524-9AD2-8F77-E549-B5D5D6B75E1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51108" y="3988910"/>
                  <a:ext cx="70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6B631A1-8603-8C58-3C52-760474178C61}"/>
                    </a:ext>
                  </a:extLst>
                </p14:cNvPr>
                <p14:cNvContentPartPr/>
                <p14:nvPr/>
              </p14:nvContentPartPr>
              <p14:xfrm>
                <a:off x="2041388" y="3934550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6B631A1-8603-8C58-3C52-760474178C6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023388" y="39169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19E5E2-A4B7-B8F9-3BC4-FDBDF4F70735}"/>
                    </a:ext>
                  </a:extLst>
                </p14:cNvPr>
                <p14:cNvContentPartPr/>
                <p14:nvPr/>
              </p14:nvContentPartPr>
              <p14:xfrm>
                <a:off x="2003588" y="3917630"/>
                <a:ext cx="38160" cy="1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19E5E2-A4B7-B8F9-3BC4-FDBDF4F7073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5948" y="3899630"/>
                  <a:ext cx="73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4ABDB13-A690-A16C-19D1-FE8231B56629}"/>
                    </a:ext>
                  </a:extLst>
                </p14:cNvPr>
                <p14:cNvContentPartPr/>
                <p14:nvPr/>
              </p14:nvContentPartPr>
              <p14:xfrm>
                <a:off x="1987388" y="3880550"/>
                <a:ext cx="1440" cy="16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4ABDB13-A690-A16C-19D1-FE8231B5662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69748" y="3862550"/>
                  <a:ext cx="37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EF33553-463A-D815-166A-DF8FFFBE3321}"/>
                    </a:ext>
                  </a:extLst>
                </p14:cNvPr>
                <p14:cNvContentPartPr/>
                <p14:nvPr/>
              </p14:nvContentPartPr>
              <p14:xfrm>
                <a:off x="1925108" y="4444310"/>
                <a:ext cx="3600" cy="8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EF33553-463A-D815-166A-DF8FFFBE33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07108" y="4426310"/>
                  <a:ext cx="39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594E58-ACD6-ABBB-A577-5268C26C68F6}"/>
                    </a:ext>
                  </a:extLst>
                </p14:cNvPr>
                <p14:cNvContentPartPr/>
                <p14:nvPr/>
              </p14:nvContentPartPr>
              <p14:xfrm>
                <a:off x="2914028" y="4465550"/>
                <a:ext cx="54360" cy="47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594E58-ACD6-ABBB-A577-5268C26C68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96028" y="4447910"/>
                  <a:ext cx="90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85E8EB7-5678-8495-6DBB-C774AD2887A5}"/>
                    </a:ext>
                  </a:extLst>
                </p14:cNvPr>
                <p14:cNvContentPartPr/>
                <p14:nvPr/>
              </p14:nvContentPartPr>
              <p14:xfrm>
                <a:off x="1479068" y="3979190"/>
                <a:ext cx="1722240" cy="676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85E8EB7-5678-8495-6DBB-C774AD2887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61068" y="3961550"/>
                  <a:ext cx="1757880" cy="71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F35DE11-C8B5-BD0D-98AC-7C62990B5A2B}"/>
              </a:ext>
            </a:extLst>
          </p:cNvPr>
          <p:cNvGrpSpPr/>
          <p:nvPr/>
        </p:nvGrpSpPr>
        <p:grpSpPr>
          <a:xfrm>
            <a:off x="4336388" y="3933110"/>
            <a:ext cx="2017800" cy="1044000"/>
            <a:chOff x="4336388" y="3933110"/>
            <a:chExt cx="2017800" cy="10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239C708-9648-EF0F-1835-4DF1A999BB8E}"/>
                    </a:ext>
                  </a:extLst>
                </p14:cNvPr>
                <p14:cNvContentPartPr/>
                <p14:nvPr/>
              </p14:nvContentPartPr>
              <p14:xfrm>
                <a:off x="5759828" y="4360790"/>
                <a:ext cx="80640" cy="111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239C708-9648-EF0F-1835-4DF1A999BB8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42188" y="4342790"/>
                  <a:ext cx="116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14238E2-51FF-0CED-A605-DE15D423C140}"/>
                    </a:ext>
                  </a:extLst>
                </p14:cNvPr>
                <p14:cNvContentPartPr/>
                <p14:nvPr/>
              </p14:nvContentPartPr>
              <p14:xfrm>
                <a:off x="5825348" y="4317590"/>
                <a:ext cx="99360" cy="159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14238E2-51FF-0CED-A605-DE15D423C1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07348" y="4299950"/>
                  <a:ext cx="135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4F37246-0E83-2C2F-684E-29B971D41767}"/>
                    </a:ext>
                  </a:extLst>
                </p14:cNvPr>
                <p14:cNvContentPartPr/>
                <p14:nvPr/>
              </p14:nvContentPartPr>
              <p14:xfrm>
                <a:off x="6008228" y="4487870"/>
                <a:ext cx="69480" cy="210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4F37246-0E83-2C2F-684E-29B971D4176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90588" y="4469870"/>
                  <a:ext cx="105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A1ADF4-5E4E-0319-EF87-CB571B9B92F1}"/>
                    </a:ext>
                  </a:extLst>
                </p14:cNvPr>
                <p14:cNvContentPartPr/>
                <p14:nvPr/>
              </p14:nvContentPartPr>
              <p14:xfrm>
                <a:off x="4815908" y="4397870"/>
                <a:ext cx="69480" cy="17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A1ADF4-5E4E-0319-EF87-CB571B9B92F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7908" y="4380230"/>
                  <a:ext cx="105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B2804F-0C31-6341-443F-F609CE2080B1}"/>
                    </a:ext>
                  </a:extLst>
                </p14:cNvPr>
                <p14:cNvContentPartPr/>
                <p14:nvPr/>
              </p14:nvContentPartPr>
              <p14:xfrm>
                <a:off x="4895468" y="4412990"/>
                <a:ext cx="45000" cy="179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B2804F-0C31-6341-443F-F609CE2080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77468" y="4394990"/>
                  <a:ext cx="80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67904D-310A-7ED7-955C-DE8A5DF1AB63}"/>
                    </a:ext>
                  </a:extLst>
                </p14:cNvPr>
                <p14:cNvContentPartPr/>
                <p14:nvPr/>
              </p14:nvContentPartPr>
              <p14:xfrm>
                <a:off x="4336388" y="3933110"/>
                <a:ext cx="2017800" cy="104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67904D-310A-7ED7-955C-DE8A5DF1AB6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18388" y="3915470"/>
                  <a:ext cx="2053440" cy="10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DD116AE-1886-ED38-EEDE-E30B89D7E723}"/>
              </a:ext>
            </a:extLst>
          </p:cNvPr>
          <p:cNvGrpSpPr/>
          <p:nvPr/>
        </p:nvGrpSpPr>
        <p:grpSpPr>
          <a:xfrm>
            <a:off x="9612548" y="1184150"/>
            <a:ext cx="587880" cy="430200"/>
            <a:chOff x="9612548" y="1184150"/>
            <a:chExt cx="58788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15CA183-5651-523A-02E3-E8F94E1EAC6A}"/>
                    </a:ext>
                  </a:extLst>
                </p14:cNvPr>
                <p14:cNvContentPartPr/>
                <p14:nvPr/>
              </p14:nvContentPartPr>
              <p14:xfrm>
                <a:off x="9612548" y="1184150"/>
                <a:ext cx="299160" cy="420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15CA183-5651-523A-02E3-E8F94E1EAC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94548" y="1166510"/>
                  <a:ext cx="3348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8E9811A-2946-65EE-F8EB-FE98BA22943F}"/>
                    </a:ext>
                  </a:extLst>
                </p14:cNvPr>
                <p14:cNvContentPartPr/>
                <p14:nvPr/>
              </p14:nvContentPartPr>
              <p14:xfrm>
                <a:off x="10063268" y="1217270"/>
                <a:ext cx="137160" cy="39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8E9811A-2946-65EE-F8EB-FE98BA22943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045628" y="1199270"/>
                  <a:ext cx="172800" cy="43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491265D-350B-AE94-5642-F51A9BFA6C0E}"/>
                  </a:ext>
                </a:extLst>
              </p14:cNvPr>
              <p14:cNvContentPartPr/>
              <p14:nvPr/>
            </p14:nvContentPartPr>
            <p14:xfrm>
              <a:off x="9766268" y="1853030"/>
              <a:ext cx="92880" cy="2059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491265D-350B-AE94-5642-F51A9BFA6C0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748628" y="1835390"/>
                <a:ext cx="1285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0B7ECC3-4ACE-07F9-9D52-0C816EFD34E3}"/>
                  </a:ext>
                </a:extLst>
              </p14:cNvPr>
              <p14:cNvContentPartPr/>
              <p14:nvPr/>
            </p14:nvContentPartPr>
            <p14:xfrm>
              <a:off x="10132388" y="1925750"/>
              <a:ext cx="122760" cy="2005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0B7ECC3-4ACE-07F9-9D52-0C816EFD34E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114388" y="1907750"/>
                <a:ext cx="15840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9E432DD-0F25-03D9-F6C9-1F91964B4648}"/>
              </a:ext>
            </a:extLst>
          </p:cNvPr>
          <p:cNvGrpSpPr/>
          <p:nvPr/>
        </p:nvGrpSpPr>
        <p:grpSpPr>
          <a:xfrm>
            <a:off x="10653308" y="1232030"/>
            <a:ext cx="216720" cy="402480"/>
            <a:chOff x="10653308" y="1232030"/>
            <a:chExt cx="21672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9E8AE9C-F7C7-D222-50FD-090C3EE1DC57}"/>
                    </a:ext>
                  </a:extLst>
                </p14:cNvPr>
                <p14:cNvContentPartPr/>
                <p14:nvPr/>
              </p14:nvContentPartPr>
              <p14:xfrm>
                <a:off x="10653308" y="1232030"/>
                <a:ext cx="150840" cy="332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9E8AE9C-F7C7-D222-50FD-090C3EE1DC5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635668" y="1214390"/>
                  <a:ext cx="1864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4CC5A4C-9C42-4DB5-FACF-2FFCD64E6C6D}"/>
                    </a:ext>
                  </a:extLst>
                </p14:cNvPr>
                <p14:cNvContentPartPr/>
                <p14:nvPr/>
              </p14:nvContentPartPr>
              <p14:xfrm>
                <a:off x="10816748" y="1568990"/>
                <a:ext cx="53280" cy="65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4CC5A4C-9C42-4DB5-FACF-2FFCD64E6C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98748" y="1550990"/>
                  <a:ext cx="8892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5CF65C1-53D8-E6D4-69E2-AED6DA6E108D}"/>
              </a:ext>
            </a:extLst>
          </p:cNvPr>
          <p:cNvGrpSpPr/>
          <p:nvPr/>
        </p:nvGrpSpPr>
        <p:grpSpPr>
          <a:xfrm>
            <a:off x="10712348" y="1750790"/>
            <a:ext cx="214560" cy="411840"/>
            <a:chOff x="10712348" y="1750790"/>
            <a:chExt cx="214560" cy="4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5BC3ABF-B911-0D0C-8ECC-30CCA9026DCE}"/>
                    </a:ext>
                  </a:extLst>
                </p14:cNvPr>
                <p14:cNvContentPartPr/>
                <p14:nvPr/>
              </p14:nvContentPartPr>
              <p14:xfrm>
                <a:off x="10712348" y="1750790"/>
                <a:ext cx="28080" cy="353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5BC3ABF-B911-0D0C-8ECC-30CCA9026DC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94348" y="1732790"/>
                  <a:ext cx="637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899FFC-FC2E-EC83-06B1-AFE2D82581C2}"/>
                    </a:ext>
                  </a:extLst>
                </p14:cNvPr>
                <p14:cNvContentPartPr/>
                <p14:nvPr/>
              </p14:nvContentPartPr>
              <p14:xfrm>
                <a:off x="10835468" y="2057870"/>
                <a:ext cx="91440" cy="104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899FFC-FC2E-EC83-06B1-AFE2D82581C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17468" y="2040230"/>
                  <a:ext cx="12708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DF3B2CD-866A-D91A-1400-2DAB619C42DF}"/>
                  </a:ext>
                </a:extLst>
              </p14:cNvPr>
              <p14:cNvContentPartPr/>
              <p14:nvPr/>
            </p14:nvContentPartPr>
            <p14:xfrm>
              <a:off x="9746828" y="2377910"/>
              <a:ext cx="143640" cy="2347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DF3B2CD-866A-D91A-1400-2DAB619C42D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729188" y="2359910"/>
                <a:ext cx="1792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AB0F9C9-230C-7F30-9F8A-F26FD1BF3C36}"/>
                  </a:ext>
                </a:extLst>
              </p14:cNvPr>
              <p14:cNvContentPartPr/>
              <p14:nvPr/>
            </p14:nvContentPartPr>
            <p14:xfrm>
              <a:off x="10191428" y="2436590"/>
              <a:ext cx="52920" cy="3585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AB0F9C9-230C-7F30-9F8A-F26FD1BF3C3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173428" y="2418950"/>
                <a:ext cx="88560" cy="3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9FE72B6-FA3F-8116-4326-F66D0A6CA704}"/>
              </a:ext>
            </a:extLst>
          </p:cNvPr>
          <p:cNvGrpSpPr/>
          <p:nvPr/>
        </p:nvGrpSpPr>
        <p:grpSpPr>
          <a:xfrm>
            <a:off x="10692188" y="2370350"/>
            <a:ext cx="203760" cy="499320"/>
            <a:chOff x="10692188" y="2370350"/>
            <a:chExt cx="20376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8D0D824-3D65-512B-CDAD-755530BABD61}"/>
                    </a:ext>
                  </a:extLst>
                </p14:cNvPr>
                <p14:cNvContentPartPr/>
                <p14:nvPr/>
              </p14:nvContentPartPr>
              <p14:xfrm>
                <a:off x="10692188" y="2370350"/>
                <a:ext cx="25200" cy="315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8D0D824-3D65-512B-CDAD-755530BABD6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74548" y="2352710"/>
                  <a:ext cx="60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8718724-19AC-42BA-14D1-19958A9A8200}"/>
                    </a:ext>
                  </a:extLst>
                </p14:cNvPr>
                <p14:cNvContentPartPr/>
                <p14:nvPr/>
              </p14:nvContentPartPr>
              <p14:xfrm>
                <a:off x="10850588" y="2609030"/>
                <a:ext cx="45360" cy="260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8718724-19AC-42BA-14D1-19958A9A820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32588" y="2591030"/>
                  <a:ext cx="8100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630D1FB-BA78-1694-7EC3-911B831E9995}"/>
                  </a:ext>
                </a:extLst>
              </p14:cNvPr>
              <p14:cNvContentPartPr/>
              <p14:nvPr/>
            </p14:nvContentPartPr>
            <p14:xfrm>
              <a:off x="9863828" y="2967590"/>
              <a:ext cx="40680" cy="4035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630D1FB-BA78-1694-7EC3-911B831E999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845828" y="2949590"/>
                <a:ext cx="7632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A358C62-44AD-0844-7623-3B99F7597EA4}"/>
                  </a:ext>
                </a:extLst>
              </p14:cNvPr>
              <p14:cNvContentPartPr/>
              <p14:nvPr/>
            </p14:nvContentPartPr>
            <p14:xfrm>
              <a:off x="10164068" y="3066950"/>
              <a:ext cx="184320" cy="3506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A358C62-44AD-0844-7623-3B99F7597EA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146428" y="3048950"/>
                <a:ext cx="2199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9A5219F-FE79-3C31-0403-C88216F192B6}"/>
                  </a:ext>
                </a:extLst>
              </p14:cNvPr>
              <p14:cNvContentPartPr/>
              <p14:nvPr/>
            </p14:nvContentPartPr>
            <p14:xfrm>
              <a:off x="9891188" y="3574190"/>
              <a:ext cx="64440" cy="3495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9A5219F-FE79-3C31-0403-C88216F192B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873548" y="3556550"/>
                <a:ext cx="10008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DC3CACD-410F-85C2-DDCF-CADBB26F1F51}"/>
                  </a:ext>
                </a:extLst>
              </p14:cNvPr>
              <p14:cNvContentPartPr/>
              <p14:nvPr/>
            </p14:nvContentPartPr>
            <p14:xfrm>
              <a:off x="10219868" y="3633230"/>
              <a:ext cx="32040" cy="3128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DC3CACD-410F-85C2-DDCF-CADBB26F1F5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202228" y="3615590"/>
                <a:ext cx="676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B575A70-08EB-587C-9765-35F3CFC2E990}"/>
              </a:ext>
            </a:extLst>
          </p:cNvPr>
          <p:cNvGrpSpPr/>
          <p:nvPr/>
        </p:nvGrpSpPr>
        <p:grpSpPr>
          <a:xfrm>
            <a:off x="10712348" y="2938790"/>
            <a:ext cx="286560" cy="1289880"/>
            <a:chOff x="10712348" y="2938790"/>
            <a:chExt cx="286560" cy="12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DD5809B-F303-2F78-9A72-80C80B923F8D}"/>
                    </a:ext>
                  </a:extLst>
                </p14:cNvPr>
                <p14:cNvContentPartPr/>
                <p14:nvPr/>
              </p14:nvContentPartPr>
              <p14:xfrm>
                <a:off x="10712348" y="2938790"/>
                <a:ext cx="48240" cy="449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DD5809B-F303-2F78-9A72-80C80B923F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94348" y="2921150"/>
                  <a:ext cx="838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762D65D-6E48-2A0F-F94B-FB459085A533}"/>
                    </a:ext>
                  </a:extLst>
                </p14:cNvPr>
                <p14:cNvContentPartPr/>
                <p14:nvPr/>
              </p14:nvContentPartPr>
              <p14:xfrm>
                <a:off x="10843028" y="3307790"/>
                <a:ext cx="155880" cy="160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762D65D-6E48-2A0F-F94B-FB459085A53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825028" y="3289790"/>
                  <a:ext cx="191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A3F5CE0-5A4F-935F-CABB-38C33B72B693}"/>
                    </a:ext>
                  </a:extLst>
                </p14:cNvPr>
                <p14:cNvContentPartPr/>
                <p14:nvPr/>
              </p14:nvContentPartPr>
              <p14:xfrm>
                <a:off x="10733588" y="3567710"/>
                <a:ext cx="11880" cy="397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A3F5CE0-5A4F-935F-CABB-38C33B72B69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15948" y="3550070"/>
                  <a:ext cx="475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2E1F294-C7D7-0E7E-2700-B9D6D081A6C7}"/>
                    </a:ext>
                  </a:extLst>
                </p14:cNvPr>
                <p14:cNvContentPartPr/>
                <p14:nvPr/>
              </p14:nvContentPartPr>
              <p14:xfrm>
                <a:off x="10815308" y="3829070"/>
                <a:ext cx="178560" cy="399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2E1F294-C7D7-0E7E-2700-B9D6D081A6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97308" y="3811430"/>
                  <a:ext cx="2142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4A21A2F-D4FF-4744-5522-812B3D688BD2}"/>
              </a:ext>
            </a:extLst>
          </p:cNvPr>
          <p:cNvGrpSpPr/>
          <p:nvPr/>
        </p:nvGrpSpPr>
        <p:grpSpPr>
          <a:xfrm>
            <a:off x="9783188" y="535070"/>
            <a:ext cx="729000" cy="473760"/>
            <a:chOff x="9783188" y="535070"/>
            <a:chExt cx="72900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3058D3-DDA5-F6EA-448C-7F55ED9D3AC4}"/>
                    </a:ext>
                  </a:extLst>
                </p14:cNvPr>
                <p14:cNvContentPartPr/>
                <p14:nvPr/>
              </p14:nvContentPartPr>
              <p14:xfrm>
                <a:off x="9783188" y="535070"/>
                <a:ext cx="256320" cy="329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3058D3-DDA5-F6EA-448C-7F55ED9D3AC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65548" y="517070"/>
                  <a:ext cx="2919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CDF399-6033-E0D1-AAA9-E36228D88339}"/>
                    </a:ext>
                  </a:extLst>
                </p14:cNvPr>
                <p14:cNvContentPartPr/>
                <p14:nvPr/>
              </p14:nvContentPartPr>
              <p14:xfrm>
                <a:off x="10064708" y="670790"/>
                <a:ext cx="158760" cy="208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CDF399-6033-E0D1-AAA9-E36228D8833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46708" y="652790"/>
                  <a:ext cx="1944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F43173-9D59-9C41-4C16-DC61358B6080}"/>
                    </a:ext>
                  </a:extLst>
                </p14:cNvPr>
                <p14:cNvContentPartPr/>
                <p14:nvPr/>
              </p14:nvContentPartPr>
              <p14:xfrm>
                <a:off x="10366028" y="710390"/>
                <a:ext cx="146160" cy="223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F43173-9D59-9C41-4C16-DC61358B608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48028" y="692390"/>
                  <a:ext cx="1818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0F8CF12-26A5-7E46-76D8-F14317C2AF00}"/>
                    </a:ext>
                  </a:extLst>
                </p14:cNvPr>
                <p14:cNvContentPartPr/>
                <p14:nvPr/>
              </p14:nvContentPartPr>
              <p14:xfrm>
                <a:off x="10417148" y="732710"/>
                <a:ext cx="85680" cy="276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0F8CF12-26A5-7E46-76D8-F14317C2AF0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399508" y="715070"/>
                  <a:ext cx="121320" cy="31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F5A9E7E-CC0F-D0D6-4EC6-F8E8D005D4D9}"/>
                  </a:ext>
                </a:extLst>
              </p14:cNvPr>
              <p14:cNvContentPartPr/>
              <p14:nvPr/>
            </p14:nvContentPartPr>
            <p14:xfrm>
              <a:off x="9853748" y="1564310"/>
              <a:ext cx="16560" cy="1083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F5A9E7E-CC0F-D0D6-4EC6-F8E8D005D4D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835748" y="1546670"/>
                <a:ext cx="522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8B0A997-76DD-B821-5EFB-6C3F5B660876}"/>
                  </a:ext>
                </a:extLst>
              </p14:cNvPr>
              <p14:cNvContentPartPr/>
              <p14:nvPr/>
            </p14:nvContentPartPr>
            <p14:xfrm>
              <a:off x="10208708" y="1570070"/>
              <a:ext cx="107280" cy="1036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8B0A997-76DD-B821-5EFB-6C3F5B66087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191068" y="1552430"/>
                <a:ext cx="14292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554D62A-60CD-90EA-785D-855F7E407690}"/>
              </a:ext>
            </a:extLst>
          </p:cNvPr>
          <p:cNvGrpSpPr/>
          <p:nvPr/>
        </p:nvGrpSpPr>
        <p:grpSpPr>
          <a:xfrm>
            <a:off x="9803348" y="4627910"/>
            <a:ext cx="1417680" cy="2099160"/>
            <a:chOff x="9803348" y="4627910"/>
            <a:chExt cx="1417680" cy="20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72C53B9-A4C7-A5DA-F400-B8C9D7F63E67}"/>
                    </a:ext>
                  </a:extLst>
                </p14:cNvPr>
                <p14:cNvContentPartPr/>
                <p14:nvPr/>
              </p14:nvContentPartPr>
              <p14:xfrm>
                <a:off x="10022948" y="4648790"/>
                <a:ext cx="7920" cy="412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72C53B9-A4C7-A5DA-F400-B8C9D7F63E6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05308" y="4630790"/>
                  <a:ext cx="435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2BC3987-DA69-1AAC-7137-118BB09ACD4A}"/>
                    </a:ext>
                  </a:extLst>
                </p14:cNvPr>
                <p14:cNvContentPartPr/>
                <p14:nvPr/>
              </p14:nvContentPartPr>
              <p14:xfrm>
                <a:off x="9963908" y="4627910"/>
                <a:ext cx="281160" cy="511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2BC3987-DA69-1AAC-7137-118BB09ACD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45908" y="4609910"/>
                  <a:ext cx="3168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3B8C597-E277-6ECA-18F7-E018BC14FDF8}"/>
                    </a:ext>
                  </a:extLst>
                </p14:cNvPr>
                <p14:cNvContentPartPr/>
                <p14:nvPr/>
              </p14:nvContentPartPr>
              <p14:xfrm>
                <a:off x="10329308" y="4886750"/>
                <a:ext cx="149760" cy="213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3B8C597-E277-6ECA-18F7-E018BC14FDF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11668" y="4868750"/>
                  <a:ext cx="185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6A1538E-FBAA-F576-9F12-78CFD959A909}"/>
                    </a:ext>
                  </a:extLst>
                </p14:cNvPr>
                <p14:cNvContentPartPr/>
                <p14:nvPr/>
              </p14:nvContentPartPr>
              <p14:xfrm>
                <a:off x="10493828" y="4871270"/>
                <a:ext cx="271440" cy="284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6A1538E-FBAA-F576-9F12-78CFD959A90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76188" y="4853270"/>
                  <a:ext cx="307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A699492-9D7A-863D-EFF9-0A6CC3B2D803}"/>
                    </a:ext>
                  </a:extLst>
                </p14:cNvPr>
                <p14:cNvContentPartPr/>
                <p14:nvPr/>
              </p14:nvContentPartPr>
              <p14:xfrm>
                <a:off x="10794068" y="4993310"/>
                <a:ext cx="131040" cy="155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A699492-9D7A-863D-EFF9-0A6CC3B2D80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76068" y="4975310"/>
                  <a:ext cx="166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CEF8A1-37DA-61B0-D1F8-F6E91D65B2B4}"/>
                    </a:ext>
                  </a:extLst>
                </p14:cNvPr>
                <p14:cNvContentPartPr/>
                <p14:nvPr/>
              </p14:nvContentPartPr>
              <p14:xfrm>
                <a:off x="11036348" y="4932470"/>
                <a:ext cx="149760" cy="223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CEF8A1-37DA-61B0-D1F8-F6E91D65B2B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18348" y="4914470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BA1BFEE-ADC5-79A1-887C-609F869EAA0D}"/>
                    </a:ext>
                  </a:extLst>
                </p14:cNvPr>
                <p14:cNvContentPartPr/>
                <p14:nvPr/>
              </p14:nvContentPartPr>
              <p14:xfrm>
                <a:off x="11014748" y="4931030"/>
                <a:ext cx="206280" cy="329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BA1BFEE-ADC5-79A1-887C-609F869EAA0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997108" y="4913390"/>
                  <a:ext cx="2419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A785B4-F888-B658-EEF7-9C9B3DE34686}"/>
                    </a:ext>
                  </a:extLst>
                </p14:cNvPr>
                <p14:cNvContentPartPr/>
                <p14:nvPr/>
              </p14:nvContentPartPr>
              <p14:xfrm>
                <a:off x="9803348" y="5285990"/>
                <a:ext cx="69480" cy="316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A785B4-F888-B658-EEF7-9C9B3DE3468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85708" y="5268350"/>
                  <a:ext cx="105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7288F2A-B810-FE3E-8933-FB4A8C2FB0CA}"/>
                    </a:ext>
                  </a:extLst>
                </p14:cNvPr>
                <p14:cNvContentPartPr/>
                <p14:nvPr/>
              </p14:nvContentPartPr>
              <p14:xfrm>
                <a:off x="10082348" y="5335310"/>
                <a:ext cx="120600" cy="2955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7288F2A-B810-FE3E-8933-FB4A8C2FB0C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64708" y="5317670"/>
                  <a:ext cx="156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87B7DB3-F3DC-0367-D87B-D78B852C7A92}"/>
                    </a:ext>
                  </a:extLst>
                </p14:cNvPr>
                <p14:cNvContentPartPr/>
                <p14:nvPr/>
              </p14:nvContentPartPr>
              <p14:xfrm>
                <a:off x="9965348" y="5555990"/>
                <a:ext cx="28080" cy="137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87B7DB3-F3DC-0367-D87B-D78B852C7A9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47708" y="5537990"/>
                  <a:ext cx="63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2793919-4FDE-359B-BB53-273F004FC46C}"/>
                    </a:ext>
                  </a:extLst>
                </p14:cNvPr>
                <p14:cNvContentPartPr/>
                <p14:nvPr/>
              </p14:nvContentPartPr>
              <p14:xfrm>
                <a:off x="10264868" y="5546990"/>
                <a:ext cx="88920" cy="131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2793919-4FDE-359B-BB53-273F004FC46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47228" y="5528990"/>
                  <a:ext cx="124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4901BFF-624F-E3A1-B609-FFD9DC25D902}"/>
                    </a:ext>
                  </a:extLst>
                </p14:cNvPr>
                <p14:cNvContentPartPr/>
                <p14:nvPr/>
              </p14:nvContentPartPr>
              <p14:xfrm>
                <a:off x="9918908" y="5810150"/>
                <a:ext cx="186480" cy="232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4901BFF-624F-E3A1-B609-FFD9DC25D9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01268" y="5792150"/>
                  <a:ext cx="222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B98DCC-204D-0A05-323B-C3E0BA3373AA}"/>
                    </a:ext>
                  </a:extLst>
                </p14:cNvPr>
                <p14:cNvContentPartPr/>
                <p14:nvPr/>
              </p14:nvContentPartPr>
              <p14:xfrm>
                <a:off x="10268828" y="5831750"/>
                <a:ext cx="150480" cy="205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B98DCC-204D-0A05-323B-C3E0BA3373A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251188" y="5813750"/>
                  <a:ext cx="186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1C3E540-A264-7DFB-E69D-18BE30F85B8A}"/>
                    </a:ext>
                  </a:extLst>
                </p14:cNvPr>
                <p14:cNvContentPartPr/>
                <p14:nvPr/>
              </p14:nvContentPartPr>
              <p14:xfrm>
                <a:off x="9971468" y="6094550"/>
                <a:ext cx="178920" cy="172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1C3E540-A264-7DFB-E69D-18BE30F85B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53828" y="6076910"/>
                  <a:ext cx="214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60723D6-A49C-88E4-7BB8-8C6F55AB5577}"/>
                    </a:ext>
                  </a:extLst>
                </p14:cNvPr>
                <p14:cNvContentPartPr/>
                <p14:nvPr/>
              </p14:nvContentPartPr>
              <p14:xfrm>
                <a:off x="10299428" y="6106790"/>
                <a:ext cx="19800" cy="166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60723D6-A49C-88E4-7BB8-8C6F55AB557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81428" y="6088790"/>
                  <a:ext cx="55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F0D6EF2-6AF4-E2B6-EB9D-85AFEADADCC6}"/>
                    </a:ext>
                  </a:extLst>
                </p14:cNvPr>
                <p14:cNvContentPartPr/>
                <p14:nvPr/>
              </p14:nvContentPartPr>
              <p14:xfrm>
                <a:off x="10076948" y="6317030"/>
                <a:ext cx="29160" cy="1429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F0D6EF2-6AF4-E2B6-EB9D-85AFEADADCC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59308" y="6299390"/>
                  <a:ext cx="64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4A88DFE-81FC-C86C-9F85-4495DA3ED058}"/>
                    </a:ext>
                  </a:extLst>
                </p14:cNvPr>
                <p14:cNvContentPartPr/>
                <p14:nvPr/>
              </p14:nvContentPartPr>
              <p14:xfrm>
                <a:off x="10285388" y="6292910"/>
                <a:ext cx="110880" cy="141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4A88DFE-81FC-C86C-9F85-4495DA3ED05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267748" y="6274910"/>
                  <a:ext cx="146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747F3F0-15DE-228F-B992-1D452E37F962}"/>
                    </a:ext>
                  </a:extLst>
                </p14:cNvPr>
                <p14:cNvContentPartPr/>
                <p14:nvPr/>
              </p14:nvContentPartPr>
              <p14:xfrm>
                <a:off x="10093508" y="6578390"/>
                <a:ext cx="39240" cy="1461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747F3F0-15DE-228F-B992-1D452E37F96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75508" y="6560390"/>
                  <a:ext cx="74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53EB281-5A05-595B-EA7B-25ED0C669D23}"/>
                    </a:ext>
                  </a:extLst>
                </p14:cNvPr>
                <p14:cNvContentPartPr/>
                <p14:nvPr/>
              </p14:nvContentPartPr>
              <p14:xfrm>
                <a:off x="10274228" y="6528710"/>
                <a:ext cx="33120" cy="198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53EB281-5A05-595B-EA7B-25ED0C669D2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56228" y="6510710"/>
                  <a:ext cx="68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380D3C8-664B-58C3-110A-3DCF2D8996C5}"/>
                    </a:ext>
                  </a:extLst>
                </p14:cNvPr>
                <p14:cNvContentPartPr/>
                <p14:nvPr/>
              </p14:nvContentPartPr>
              <p14:xfrm>
                <a:off x="10801628" y="5261510"/>
                <a:ext cx="209880" cy="235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380D3C8-664B-58C3-110A-3DCF2D8996C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83628" y="5243510"/>
                  <a:ext cx="245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FA1295-AFD3-1022-206C-DD350579A9AF}"/>
                    </a:ext>
                  </a:extLst>
                </p14:cNvPr>
                <p14:cNvContentPartPr/>
                <p14:nvPr/>
              </p14:nvContentPartPr>
              <p14:xfrm>
                <a:off x="11026268" y="5540150"/>
                <a:ext cx="2880" cy="47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FA1295-AFD3-1022-206C-DD350579A9A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8268" y="5522150"/>
                  <a:ext cx="38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AB41B43-2BAE-1194-CFA3-1B0E68ADA823}"/>
                    </a:ext>
                  </a:extLst>
                </p14:cNvPr>
                <p14:cNvContentPartPr/>
                <p14:nvPr/>
              </p14:nvContentPartPr>
              <p14:xfrm>
                <a:off x="11028788" y="5493710"/>
                <a:ext cx="360" cy="7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AB41B43-2BAE-1194-CFA3-1B0E68ADA82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10788" y="5476070"/>
                  <a:ext cx="36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65FE4EC-8126-E78B-95F2-77E1EBD077FA}"/>
                    </a:ext>
                  </a:extLst>
                </p14:cNvPr>
                <p14:cNvContentPartPr/>
                <p14:nvPr/>
              </p14:nvContentPartPr>
              <p14:xfrm>
                <a:off x="10958228" y="5442230"/>
                <a:ext cx="19080" cy="172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65FE4EC-8126-E78B-95F2-77E1EBD077F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40588" y="5424590"/>
                  <a:ext cx="547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28460A6-1F93-6E6C-EE79-36227ED3BE58}"/>
              </a:ext>
            </a:extLst>
          </p:cNvPr>
          <p:cNvGrpSpPr/>
          <p:nvPr/>
        </p:nvGrpSpPr>
        <p:grpSpPr>
          <a:xfrm>
            <a:off x="10823948" y="5729870"/>
            <a:ext cx="1255680" cy="1173177"/>
            <a:chOff x="10823948" y="5729870"/>
            <a:chExt cx="1255680" cy="117317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1379AEA-47D0-A901-57AB-30E367A36E06}"/>
                    </a:ext>
                  </a:extLst>
                </p14:cNvPr>
                <p14:cNvContentPartPr/>
                <p14:nvPr/>
              </p14:nvContentPartPr>
              <p14:xfrm>
                <a:off x="10823948" y="5729870"/>
                <a:ext cx="178560" cy="1630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1379AEA-47D0-A901-57AB-30E367A36E0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806308" y="5712230"/>
                  <a:ext cx="214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2F88F9-5BAD-785A-26F0-D6B608F88A9D}"/>
                    </a:ext>
                  </a:extLst>
                </p14:cNvPr>
                <p14:cNvContentPartPr/>
                <p14:nvPr/>
              </p14:nvContentPartPr>
              <p14:xfrm>
                <a:off x="10908188" y="5897630"/>
                <a:ext cx="1440" cy="121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2F88F9-5BAD-785A-26F0-D6B608F88A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90188" y="5879990"/>
                  <a:ext cx="37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F53201A-FAB9-1A9B-2221-295D102019D1}"/>
                    </a:ext>
                  </a:extLst>
                </p14:cNvPr>
                <p14:cNvContentPartPr/>
                <p14:nvPr/>
              </p14:nvContentPartPr>
              <p14:xfrm>
                <a:off x="11022308" y="5926430"/>
                <a:ext cx="49320" cy="92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F53201A-FAB9-1A9B-2221-295D102019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04668" y="5908790"/>
                  <a:ext cx="84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347B18F-8A86-D7BF-EDF5-93E5E77A2502}"/>
                    </a:ext>
                  </a:extLst>
                </p14:cNvPr>
                <p14:cNvContentPartPr/>
                <p14:nvPr/>
              </p14:nvContentPartPr>
              <p14:xfrm>
                <a:off x="11191868" y="5885750"/>
                <a:ext cx="84600" cy="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347B18F-8A86-D7BF-EDF5-93E5E77A250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74228" y="5868110"/>
                  <a:ext cx="120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74055F-300B-7DC1-AB1A-03BFA507BF70}"/>
                    </a:ext>
                  </a:extLst>
                </p14:cNvPr>
                <p14:cNvContentPartPr/>
                <p14:nvPr/>
              </p14:nvContentPartPr>
              <p14:xfrm>
                <a:off x="11191868" y="5885750"/>
                <a:ext cx="97200" cy="86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74055F-300B-7DC1-AB1A-03BFA507BF7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74228" y="5868110"/>
                  <a:ext cx="132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4B16034-E26F-9FD2-0B80-2B600F315662}"/>
                    </a:ext>
                  </a:extLst>
                </p14:cNvPr>
                <p14:cNvContentPartPr/>
                <p14:nvPr/>
              </p14:nvContentPartPr>
              <p14:xfrm>
                <a:off x="11425508" y="5762990"/>
                <a:ext cx="54360" cy="213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4B16034-E26F-9FD2-0B80-2B600F31566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407508" y="5745350"/>
                  <a:ext cx="90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29CF444-43A4-06EC-B27F-E0C6D6102DEB}"/>
                    </a:ext>
                  </a:extLst>
                </p14:cNvPr>
                <p14:cNvContentPartPr/>
                <p14:nvPr/>
              </p14:nvContentPartPr>
              <p14:xfrm>
                <a:off x="11443148" y="5986550"/>
                <a:ext cx="92520" cy="8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29CF444-43A4-06EC-B27F-E0C6D6102DE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5148" y="5968550"/>
                  <a:ext cx="128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0679D7A-E33F-313F-ACF8-15A6C70EEA2A}"/>
                    </a:ext>
                  </a:extLst>
                </p14:cNvPr>
                <p14:cNvContentPartPr/>
                <p14:nvPr/>
              </p14:nvContentPartPr>
              <p14:xfrm>
                <a:off x="11408948" y="5751470"/>
                <a:ext cx="159840" cy="54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0679D7A-E33F-313F-ACF8-15A6C70EEA2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391308" y="5733470"/>
                  <a:ext cx="195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1A067CD-1085-FBE5-E73A-0A59A9AA40B1}"/>
                    </a:ext>
                  </a:extLst>
                </p14:cNvPr>
                <p14:cNvContentPartPr/>
                <p14:nvPr/>
              </p14:nvContentPartPr>
              <p14:xfrm>
                <a:off x="11603708" y="5942990"/>
                <a:ext cx="100800" cy="137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1A067CD-1085-FBE5-E73A-0A59A9AA40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585708" y="5925350"/>
                  <a:ext cx="136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4507FA4-4133-38F0-C6DE-7D1E160AA409}"/>
                    </a:ext>
                  </a:extLst>
                </p14:cNvPr>
                <p14:cNvContentPartPr/>
                <p14:nvPr/>
              </p14:nvContentPartPr>
              <p14:xfrm>
                <a:off x="10905668" y="6134510"/>
                <a:ext cx="173160" cy="124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4507FA4-4133-38F0-C6DE-7D1E160AA40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887668" y="6116870"/>
                  <a:ext cx="208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A08224B-B5D3-E424-7061-4E0BD95D8F62}"/>
                    </a:ext>
                  </a:extLst>
                </p14:cNvPr>
                <p14:cNvContentPartPr/>
                <p14:nvPr/>
              </p14:nvContentPartPr>
              <p14:xfrm>
                <a:off x="11008628" y="6200750"/>
                <a:ext cx="20520" cy="154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A08224B-B5D3-E424-7061-4E0BD95D8F6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90628" y="6183110"/>
                  <a:ext cx="56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7271D37-3358-2CC7-3AE1-D37284F1BE5D}"/>
                    </a:ext>
                  </a:extLst>
                </p14:cNvPr>
                <p14:cNvContentPartPr/>
                <p14:nvPr/>
              </p14:nvContentPartPr>
              <p14:xfrm>
                <a:off x="11158028" y="6246110"/>
                <a:ext cx="29160" cy="93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7271D37-3358-2CC7-3AE1-D37284F1BE5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140028" y="6228470"/>
                  <a:ext cx="64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EFABAE2-DFE2-98AF-21DF-4D42D888923E}"/>
                    </a:ext>
                  </a:extLst>
                </p14:cNvPr>
                <p14:cNvContentPartPr/>
                <p14:nvPr/>
              </p14:nvContentPartPr>
              <p14:xfrm>
                <a:off x="11311028" y="6205430"/>
                <a:ext cx="73080" cy="26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EFABAE2-DFE2-98AF-21DF-4D42D888923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93388" y="6187790"/>
                  <a:ext cx="108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5BEF9DF-06BB-29EB-5B49-732729924CA4}"/>
                    </a:ext>
                  </a:extLst>
                </p14:cNvPr>
                <p14:cNvContentPartPr/>
                <p14:nvPr/>
              </p14:nvContentPartPr>
              <p14:xfrm>
                <a:off x="11311028" y="6152510"/>
                <a:ext cx="119520" cy="79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5BEF9DF-06BB-29EB-5B49-732729924CA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93388" y="6134510"/>
                  <a:ext cx="155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C655609-DF91-10A4-C727-A23EC72B141A}"/>
                    </a:ext>
                  </a:extLst>
                </p14:cNvPr>
                <p14:cNvContentPartPr/>
                <p14:nvPr/>
              </p14:nvContentPartPr>
              <p14:xfrm>
                <a:off x="11543228" y="6083390"/>
                <a:ext cx="11160" cy="2106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C655609-DF91-10A4-C727-A23EC72B141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525588" y="6065750"/>
                  <a:ext cx="46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7FBF956-246C-D591-469F-C5430F9A46B1}"/>
                    </a:ext>
                  </a:extLst>
                </p14:cNvPr>
                <p14:cNvContentPartPr/>
                <p14:nvPr/>
              </p14:nvContentPartPr>
              <p14:xfrm>
                <a:off x="11650148" y="6209030"/>
                <a:ext cx="12960" cy="64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7FBF956-246C-D591-469F-C5430F9A46B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32148" y="6191030"/>
                  <a:ext cx="48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D33ECB4-3A45-0632-70AE-99A1CBB8F4CA}"/>
                    </a:ext>
                  </a:extLst>
                </p14:cNvPr>
                <p14:cNvContentPartPr/>
                <p14:nvPr/>
              </p14:nvContentPartPr>
              <p14:xfrm>
                <a:off x="11635028" y="6152510"/>
                <a:ext cx="21600" cy="16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D33ECB4-3A45-0632-70AE-99A1CBB8F4C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617388" y="6134510"/>
                  <a:ext cx="57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AAE7B1A-43D3-2E00-70A0-B02364B7A51C}"/>
                    </a:ext>
                  </a:extLst>
                </p14:cNvPr>
                <p14:cNvContentPartPr/>
                <p14:nvPr/>
              </p14:nvContentPartPr>
              <p14:xfrm>
                <a:off x="11652308" y="5941190"/>
                <a:ext cx="5400" cy="135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AAE7B1A-43D3-2E00-70A0-B02364B7A5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34668" y="5923190"/>
                  <a:ext cx="41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D8664F0-0B21-AC46-FBA9-83735946080C}"/>
                    </a:ext>
                  </a:extLst>
                </p14:cNvPr>
                <p14:cNvContentPartPr/>
                <p14:nvPr/>
              </p14:nvContentPartPr>
              <p14:xfrm>
                <a:off x="11705228" y="5969270"/>
                <a:ext cx="133200" cy="103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D8664F0-0B21-AC46-FBA9-83735946080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687588" y="5951270"/>
                  <a:ext cx="168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4AE3ACE-4E77-6FD9-D5E8-F442CD99A4DF}"/>
                    </a:ext>
                  </a:extLst>
                </p14:cNvPr>
                <p14:cNvContentPartPr/>
                <p14:nvPr/>
              </p14:nvContentPartPr>
              <p14:xfrm>
                <a:off x="11714228" y="6180590"/>
                <a:ext cx="123120" cy="1335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4AE3ACE-4E77-6FD9-D5E8-F442CD99A4D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696228" y="6162950"/>
                  <a:ext cx="158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0A5097B-7F53-7487-53EB-C3D8917F6F95}"/>
                    </a:ext>
                  </a:extLst>
                </p14:cNvPr>
                <p14:cNvContentPartPr/>
                <p14:nvPr/>
              </p14:nvContentPartPr>
              <p14:xfrm>
                <a:off x="10904588" y="6338990"/>
                <a:ext cx="144000" cy="134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0A5097B-7F53-7487-53EB-C3D8917F6F9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886588" y="6320990"/>
                  <a:ext cx="179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A1E0EF7-6200-6C32-C2A9-8DCC6A2D05EB}"/>
                    </a:ext>
                  </a:extLst>
                </p14:cNvPr>
                <p14:cNvContentPartPr/>
                <p14:nvPr/>
              </p14:nvContentPartPr>
              <p14:xfrm>
                <a:off x="10970828" y="6462110"/>
                <a:ext cx="36720" cy="152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A1E0EF7-6200-6C32-C2A9-8DCC6A2D05E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53188" y="6444110"/>
                  <a:ext cx="72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80D3019-4BE9-B815-502D-9039EDAC594D}"/>
                    </a:ext>
                  </a:extLst>
                </p14:cNvPr>
                <p14:cNvContentPartPr/>
                <p14:nvPr/>
              </p14:nvContentPartPr>
              <p14:xfrm>
                <a:off x="11113028" y="6505310"/>
                <a:ext cx="186120" cy="1008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80D3019-4BE9-B815-502D-9039EDAC594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95028" y="6487310"/>
                  <a:ext cx="221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8374FEB-731B-CABA-E42D-10F358B8347D}"/>
                    </a:ext>
                  </a:extLst>
                </p14:cNvPr>
                <p14:cNvContentPartPr/>
                <p14:nvPr/>
              </p14:nvContentPartPr>
              <p14:xfrm>
                <a:off x="11387708" y="6527630"/>
                <a:ext cx="79560" cy="162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8374FEB-731B-CABA-E42D-10F358B8347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370068" y="6509630"/>
                  <a:ext cx="115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9D562AA-B5DD-542E-7336-DB8186116838}"/>
                    </a:ext>
                  </a:extLst>
                </p14:cNvPr>
                <p14:cNvContentPartPr/>
                <p14:nvPr/>
              </p14:nvContentPartPr>
              <p14:xfrm>
                <a:off x="11387708" y="6459950"/>
                <a:ext cx="149760" cy="68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9D562AA-B5DD-542E-7336-DB818611683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370068" y="6441950"/>
                  <a:ext cx="185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981E0C8-A06F-7584-B881-5FB40DFCD56E}"/>
                    </a:ext>
                  </a:extLst>
                </p14:cNvPr>
                <p14:cNvContentPartPr/>
                <p14:nvPr/>
              </p14:nvContentPartPr>
              <p14:xfrm>
                <a:off x="11637548" y="6405950"/>
                <a:ext cx="28080" cy="255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981E0C8-A06F-7584-B881-5FB40DFCD56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619908" y="6387950"/>
                  <a:ext cx="637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805A887-FA31-23B4-0E13-775F2A8FE081}"/>
                    </a:ext>
                  </a:extLst>
                </p14:cNvPr>
                <p14:cNvContentPartPr/>
                <p14:nvPr/>
              </p14:nvContentPartPr>
              <p14:xfrm>
                <a:off x="11750588" y="6539870"/>
                <a:ext cx="20520" cy="108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805A887-FA31-23B4-0E13-775F2A8FE08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732588" y="6522230"/>
                  <a:ext cx="56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497F48A-3C94-FAE4-1193-60D3F737F699}"/>
                    </a:ext>
                  </a:extLst>
                </p14:cNvPr>
                <p14:cNvContentPartPr/>
                <p14:nvPr/>
              </p14:nvContentPartPr>
              <p14:xfrm>
                <a:off x="11743028" y="6450590"/>
                <a:ext cx="56880" cy="89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497F48A-3C94-FAE4-1193-60D3F737F69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725028" y="6432950"/>
                  <a:ext cx="92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099BB4B-42B1-D217-F30E-576F108E7E6A}"/>
                    </a:ext>
                  </a:extLst>
                </p14:cNvPr>
                <p14:cNvContentPartPr/>
                <p14:nvPr/>
              </p14:nvContentPartPr>
              <p14:xfrm>
                <a:off x="11824748" y="6518630"/>
                <a:ext cx="120240" cy="105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099BB4B-42B1-D217-F30E-576F108E7E6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806748" y="6500630"/>
                  <a:ext cx="155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FCCB51E-1593-2754-0744-F7EC6430338B}"/>
                    </a:ext>
                  </a:extLst>
                </p14:cNvPr>
                <p14:cNvContentPartPr/>
                <p14:nvPr/>
              </p14:nvContentPartPr>
              <p14:xfrm>
                <a:off x="10953548" y="6617630"/>
                <a:ext cx="153720" cy="97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FCCB51E-1593-2754-0744-F7EC6430338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935548" y="6599990"/>
                  <a:ext cx="189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2781873-5BD7-872B-B5EC-9D2741A471AA}"/>
                    </a:ext>
                  </a:extLst>
                </p14:cNvPr>
                <p14:cNvContentPartPr/>
                <p14:nvPr/>
              </p14:nvContentPartPr>
              <p14:xfrm>
                <a:off x="11064788" y="6693590"/>
                <a:ext cx="29520" cy="142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2781873-5BD7-872B-B5EC-9D2741A471A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046788" y="6675950"/>
                  <a:ext cx="65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76892DF-D00F-89F4-8932-01AD1D4D6C13}"/>
                    </a:ext>
                  </a:extLst>
                </p14:cNvPr>
                <p14:cNvContentPartPr/>
                <p14:nvPr/>
              </p14:nvContentPartPr>
              <p14:xfrm>
                <a:off x="11174228" y="6731969"/>
                <a:ext cx="86040" cy="161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76892DF-D00F-89F4-8932-01AD1D4D6C1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56588" y="6713969"/>
                  <a:ext cx="121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901FA57-0236-3187-1F3B-B8AA29A58A89}"/>
                    </a:ext>
                  </a:extLst>
                </p14:cNvPr>
                <p14:cNvContentPartPr/>
                <p14:nvPr/>
              </p14:nvContentPartPr>
              <p14:xfrm>
                <a:off x="11455388" y="6784607"/>
                <a:ext cx="79560" cy="10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901FA57-0236-3187-1F3B-B8AA29A58A8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437748" y="6766607"/>
                  <a:ext cx="115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875667F-1A6B-9FAB-C998-E3A169A26B55}"/>
                    </a:ext>
                  </a:extLst>
                </p14:cNvPr>
                <p14:cNvContentPartPr/>
                <p14:nvPr/>
              </p14:nvContentPartPr>
              <p14:xfrm>
                <a:off x="11455388" y="6727007"/>
                <a:ext cx="144720" cy="626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875667F-1A6B-9FAB-C998-E3A169A26B5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437748" y="6709007"/>
                  <a:ext cx="180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104E783-F08B-5898-4C0B-9BCFB7DB8E88}"/>
                    </a:ext>
                  </a:extLst>
                </p14:cNvPr>
                <p14:cNvContentPartPr/>
                <p14:nvPr/>
              </p14:nvContentPartPr>
              <p14:xfrm>
                <a:off x="11682908" y="6678407"/>
                <a:ext cx="25560" cy="164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104E783-F08B-5898-4C0B-9BCFB7DB8E8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664908" y="6660407"/>
                  <a:ext cx="61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6474A7D-FC4C-DDA0-C35F-4DFFF3728F2F}"/>
                    </a:ext>
                  </a:extLst>
                </p14:cNvPr>
                <p14:cNvContentPartPr/>
                <p14:nvPr/>
              </p14:nvContentPartPr>
              <p14:xfrm>
                <a:off x="11775788" y="6733487"/>
                <a:ext cx="48240" cy="1267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6474A7D-FC4C-DDA0-C35F-4DFFF3728F2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57788" y="6715847"/>
                  <a:ext cx="83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DA72D63-528E-741F-6E1D-B4EB93D75FF2}"/>
                    </a:ext>
                  </a:extLst>
                </p14:cNvPr>
                <p14:cNvContentPartPr/>
                <p14:nvPr/>
              </p14:nvContentPartPr>
              <p14:xfrm>
                <a:off x="11937428" y="6761927"/>
                <a:ext cx="142200" cy="1411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DA72D63-528E-741F-6E1D-B4EB93D75FF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919788" y="6743927"/>
                  <a:ext cx="177840" cy="17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098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A32E4-F8BC-58CC-5AD3-D5651B388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1256997"/>
            <a:ext cx="8183117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23A73-1D6E-6958-DD7E-9DBA71B065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5773"/>
          <a:stretch/>
        </p:blipFill>
        <p:spPr>
          <a:xfrm>
            <a:off x="312407" y="186398"/>
            <a:ext cx="11393461" cy="12547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24CA5F-9CCD-9E44-250D-35C1D0CD1C2A}"/>
                  </a:ext>
                </a:extLst>
              </p14:cNvPr>
              <p14:cNvContentPartPr/>
              <p14:nvPr/>
            </p14:nvContentPartPr>
            <p14:xfrm>
              <a:off x="1364588" y="4162790"/>
              <a:ext cx="2582640" cy="54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24CA5F-9CCD-9E44-250D-35C1D0CD1C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46948" y="4145150"/>
                <a:ext cx="26182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A1C020-0868-2DC5-496A-434D4FCEB5A2}"/>
                  </a:ext>
                </a:extLst>
              </p14:cNvPr>
              <p14:cNvContentPartPr/>
              <p14:nvPr/>
            </p14:nvContentPartPr>
            <p14:xfrm>
              <a:off x="1306988" y="3050030"/>
              <a:ext cx="19080" cy="11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A1C020-0868-2DC5-496A-434D4FCEB5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7988" y="3041390"/>
                <a:ext cx="3672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EC5417CF-34B4-673C-A1E9-43703E970DD6}"/>
              </a:ext>
            </a:extLst>
          </p:cNvPr>
          <p:cNvGrpSpPr/>
          <p:nvPr/>
        </p:nvGrpSpPr>
        <p:grpSpPr>
          <a:xfrm>
            <a:off x="1342268" y="1396550"/>
            <a:ext cx="4579560" cy="2860560"/>
            <a:chOff x="1342268" y="1396550"/>
            <a:chExt cx="4579560" cy="28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6F26E3-716E-3725-EC8A-141260B6B87E}"/>
                    </a:ext>
                  </a:extLst>
                </p14:cNvPr>
                <p14:cNvContentPartPr/>
                <p14:nvPr/>
              </p14:nvContentPartPr>
              <p14:xfrm>
                <a:off x="1343348" y="1888670"/>
                <a:ext cx="77040" cy="2281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6F26E3-716E-3725-EC8A-141260B6B87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25708" y="1870670"/>
                  <a:ext cx="112680" cy="23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D4F172-3B08-B719-3BC6-329D7A7C1BEC}"/>
                    </a:ext>
                  </a:extLst>
                </p14:cNvPr>
                <p14:cNvContentPartPr/>
                <p14:nvPr/>
              </p14:nvContentPartPr>
              <p14:xfrm>
                <a:off x="1381148" y="1838990"/>
                <a:ext cx="2639520" cy="2316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D4F172-3B08-B719-3BC6-329D7A7C1B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63148" y="1821350"/>
                  <a:ext cx="2675160" cy="23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531ABE-FA60-6554-FFDD-775EDB16FBAB}"/>
                    </a:ext>
                  </a:extLst>
                </p14:cNvPr>
                <p14:cNvContentPartPr/>
                <p14:nvPr/>
              </p14:nvContentPartPr>
              <p14:xfrm>
                <a:off x="2230388" y="1815230"/>
                <a:ext cx="88920" cy="231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531ABE-FA60-6554-FFDD-775EDB16FBA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12388" y="1797230"/>
                  <a:ext cx="124560" cy="23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B75895-2439-58C7-4265-9B4ADF29C821}"/>
                    </a:ext>
                  </a:extLst>
                </p14:cNvPr>
                <p14:cNvContentPartPr/>
                <p14:nvPr/>
              </p14:nvContentPartPr>
              <p14:xfrm>
                <a:off x="3099788" y="1924670"/>
                <a:ext cx="68760" cy="229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B75895-2439-58C7-4265-9B4ADF29C8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81788" y="1907030"/>
                  <a:ext cx="104400" cy="23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D1C7F7-20F2-FEE2-4FC8-EF4AE307C5A4}"/>
                    </a:ext>
                  </a:extLst>
                </p14:cNvPr>
                <p14:cNvContentPartPr/>
                <p14:nvPr/>
              </p14:nvContentPartPr>
              <p14:xfrm>
                <a:off x="1677068" y="1466390"/>
                <a:ext cx="75960" cy="289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D1C7F7-20F2-FEE2-4FC8-EF4AE307C5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59428" y="1448750"/>
                  <a:ext cx="1116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CF3AFA9-439F-F535-AEB3-B3D55D7665B6}"/>
                    </a:ext>
                  </a:extLst>
                </p14:cNvPr>
                <p14:cNvContentPartPr/>
                <p14:nvPr/>
              </p14:nvContentPartPr>
              <p14:xfrm>
                <a:off x="1767788" y="1444430"/>
                <a:ext cx="124920" cy="339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CF3AFA9-439F-F535-AEB3-B3D55D7665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49788" y="1426790"/>
                  <a:ext cx="1605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76D7F2-9238-D2AA-69F3-FEED12A3A5EC}"/>
                    </a:ext>
                  </a:extLst>
                </p14:cNvPr>
                <p14:cNvContentPartPr/>
                <p14:nvPr/>
              </p14:nvContentPartPr>
              <p14:xfrm>
                <a:off x="1659788" y="1624070"/>
                <a:ext cx="152280" cy="48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76D7F2-9238-D2AA-69F3-FEED12A3A5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41788" y="1606430"/>
                  <a:ext cx="187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DA3931-CDFA-90AC-0A6C-5FCEE64DAA81}"/>
                    </a:ext>
                  </a:extLst>
                </p14:cNvPr>
                <p14:cNvContentPartPr/>
                <p14:nvPr/>
              </p14:nvContentPartPr>
              <p14:xfrm>
                <a:off x="2534588" y="1396550"/>
                <a:ext cx="214920" cy="38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DA3931-CDFA-90AC-0A6C-5FCEE64DAA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16948" y="1378910"/>
                  <a:ext cx="2505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E4F09E-768D-EB3B-9B55-AC8056AE5A0A}"/>
                    </a:ext>
                  </a:extLst>
                </p14:cNvPr>
                <p14:cNvContentPartPr/>
                <p14:nvPr/>
              </p14:nvContentPartPr>
              <p14:xfrm>
                <a:off x="1359548" y="2989550"/>
                <a:ext cx="2611440" cy="9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E4F09E-768D-EB3B-9B55-AC8056AE5A0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1908" y="2971910"/>
                  <a:ext cx="2647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FEF3D2-2AF9-3CD1-8509-42B5EB402D93}"/>
                    </a:ext>
                  </a:extLst>
                </p14:cNvPr>
                <p14:cNvContentPartPr/>
                <p14:nvPr/>
              </p14:nvContentPartPr>
              <p14:xfrm>
                <a:off x="1342268" y="2455670"/>
                <a:ext cx="2631600" cy="85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FEF3D2-2AF9-3CD1-8509-42B5EB402D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24268" y="2438030"/>
                  <a:ext cx="2667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928593-1B39-7AC8-46B6-FE4B102CD03F}"/>
                    </a:ext>
                  </a:extLst>
                </p14:cNvPr>
                <p14:cNvContentPartPr/>
                <p14:nvPr/>
              </p14:nvContentPartPr>
              <p14:xfrm>
                <a:off x="1362068" y="3596870"/>
                <a:ext cx="2568960" cy="9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928593-1B39-7AC8-46B6-FE4B102CD03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44428" y="3578870"/>
                  <a:ext cx="2604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8DA3AE-489C-7D5C-5246-9935571845E7}"/>
                    </a:ext>
                  </a:extLst>
                </p14:cNvPr>
                <p14:cNvContentPartPr/>
                <p14:nvPr/>
              </p14:nvContentPartPr>
              <p14:xfrm>
                <a:off x="3513788" y="1486550"/>
                <a:ext cx="34200" cy="275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8DA3AE-489C-7D5C-5246-9935571845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96148" y="1468550"/>
                  <a:ext cx="69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D96FBB-6F70-6214-6333-8BBA04635C99}"/>
                    </a:ext>
                  </a:extLst>
                </p14:cNvPr>
                <p14:cNvContentPartPr/>
                <p14:nvPr/>
              </p14:nvContentPartPr>
              <p14:xfrm>
                <a:off x="3493988" y="1473590"/>
                <a:ext cx="203760" cy="22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D96FBB-6F70-6214-6333-8BBA04635C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5988" y="1455950"/>
                  <a:ext cx="239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6C2E88-231A-C28A-3AA1-24117078AE5B}"/>
                    </a:ext>
                  </a:extLst>
                </p14:cNvPr>
                <p14:cNvContentPartPr/>
                <p14:nvPr/>
              </p14:nvContentPartPr>
              <p14:xfrm>
                <a:off x="3506588" y="1599230"/>
                <a:ext cx="171000" cy="7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6C2E88-231A-C28A-3AA1-24117078AE5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88588" y="1581590"/>
                  <a:ext cx="206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64B82-6DC1-C585-CCEC-982E09B86A2E}"/>
                    </a:ext>
                  </a:extLst>
                </p14:cNvPr>
                <p14:cNvContentPartPr/>
                <p14:nvPr/>
              </p14:nvContentPartPr>
              <p14:xfrm>
                <a:off x="3781268" y="1726670"/>
                <a:ext cx="40680" cy="17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64B82-6DC1-C585-CCEC-982E09B86A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63628" y="1709030"/>
                  <a:ext cx="76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A04467-D081-CE75-133C-398FDD75CD4E}"/>
                    </a:ext>
                  </a:extLst>
                </p14:cNvPr>
                <p14:cNvContentPartPr/>
                <p14:nvPr/>
              </p14:nvContentPartPr>
              <p14:xfrm>
                <a:off x="4440428" y="1495190"/>
                <a:ext cx="58320" cy="38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A04467-D081-CE75-133C-398FDD75CD4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22428" y="1477550"/>
                  <a:ext cx="939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21F081-A00E-5067-06A2-77E68B6CABA4}"/>
                    </a:ext>
                  </a:extLst>
                </p14:cNvPr>
                <p14:cNvContentPartPr/>
                <p14:nvPr/>
              </p14:nvContentPartPr>
              <p14:xfrm>
                <a:off x="4431788" y="1441190"/>
                <a:ext cx="242640" cy="3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21F081-A00E-5067-06A2-77E68B6CAB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13788" y="1423550"/>
                  <a:ext cx="278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A43767-79E8-2AE9-B5EA-F4AA3B2BA8E3}"/>
                    </a:ext>
                  </a:extLst>
                </p14:cNvPr>
                <p14:cNvContentPartPr/>
                <p14:nvPr/>
              </p14:nvContentPartPr>
              <p14:xfrm>
                <a:off x="4436828" y="1615070"/>
                <a:ext cx="227520" cy="3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A43767-79E8-2AE9-B5EA-F4AA3B2BA8E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18828" y="1597430"/>
                  <a:ext cx="263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2F5030-1F4A-B4A0-1F38-D0169CC1FE6A}"/>
                    </a:ext>
                  </a:extLst>
                </p14:cNvPr>
                <p14:cNvContentPartPr/>
                <p14:nvPr/>
              </p14:nvContentPartPr>
              <p14:xfrm>
                <a:off x="4711148" y="1742510"/>
                <a:ext cx="151560" cy="180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2F5030-1F4A-B4A0-1F38-D0169CC1FE6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93148" y="1724510"/>
                  <a:ext cx="187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4071DA-BD80-FBC9-1D36-22629C050FF3}"/>
                    </a:ext>
                  </a:extLst>
                </p14:cNvPr>
                <p14:cNvContentPartPr/>
                <p14:nvPr/>
              </p14:nvContentPartPr>
              <p14:xfrm>
                <a:off x="5430788" y="1478990"/>
                <a:ext cx="45720" cy="306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4071DA-BD80-FBC9-1D36-22629C050FF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13148" y="1460990"/>
                  <a:ext cx="813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2E2C308-DF7F-6B9A-363E-6409BEB4C9A0}"/>
                    </a:ext>
                  </a:extLst>
                </p14:cNvPr>
                <p14:cNvContentPartPr/>
                <p14:nvPr/>
              </p14:nvContentPartPr>
              <p14:xfrm>
                <a:off x="5429708" y="1461710"/>
                <a:ext cx="225000" cy="14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2E2C308-DF7F-6B9A-363E-6409BEB4C9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11708" y="1444070"/>
                  <a:ext cx="260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16636D-106D-DE4F-9783-53D174655F7F}"/>
                    </a:ext>
                  </a:extLst>
                </p14:cNvPr>
                <p14:cNvContentPartPr/>
                <p14:nvPr/>
              </p14:nvContentPartPr>
              <p14:xfrm>
                <a:off x="5458508" y="1553150"/>
                <a:ext cx="155880" cy="26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16636D-106D-DE4F-9783-53D174655F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40868" y="1535150"/>
                  <a:ext cx="191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4AAEC3-4490-7069-A5C9-30F599AB1793}"/>
                    </a:ext>
                  </a:extLst>
                </p14:cNvPr>
                <p14:cNvContentPartPr/>
                <p14:nvPr/>
              </p14:nvContentPartPr>
              <p14:xfrm>
                <a:off x="5614388" y="1678430"/>
                <a:ext cx="159480" cy="28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4AAEC3-4490-7069-A5C9-30F599AB17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6388" y="1660430"/>
                  <a:ext cx="195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2FA229-98E6-AA74-A197-425FF0D72CEF}"/>
                    </a:ext>
                  </a:extLst>
                </p14:cNvPr>
                <p14:cNvContentPartPr/>
                <p14:nvPr/>
              </p14:nvContentPartPr>
              <p14:xfrm>
                <a:off x="3956948" y="1895510"/>
                <a:ext cx="1963080" cy="235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2FA229-98E6-AA74-A197-425FF0D72C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39308" y="1877510"/>
                  <a:ext cx="1998720" cy="23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DDFC0CE-F7D4-2A07-2018-EC92832268BA}"/>
                    </a:ext>
                  </a:extLst>
                </p14:cNvPr>
                <p14:cNvContentPartPr/>
                <p14:nvPr/>
              </p14:nvContentPartPr>
              <p14:xfrm>
                <a:off x="3878108" y="4157390"/>
                <a:ext cx="2040480" cy="9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DDFC0CE-F7D4-2A07-2018-EC92832268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60108" y="4139390"/>
                  <a:ext cx="2076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C371EE-4644-4345-5AAF-9EA570C50555}"/>
                    </a:ext>
                  </a:extLst>
                </p14:cNvPr>
                <p14:cNvContentPartPr/>
                <p14:nvPr/>
              </p14:nvContentPartPr>
              <p14:xfrm>
                <a:off x="3900788" y="3614510"/>
                <a:ext cx="1995120" cy="40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C371EE-4644-4345-5AAF-9EA570C5055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82788" y="3596510"/>
                  <a:ext cx="2030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7BC7FC-EEBF-DA8A-77CD-BDA9B2803EB8}"/>
                    </a:ext>
                  </a:extLst>
                </p14:cNvPr>
                <p14:cNvContentPartPr/>
                <p14:nvPr/>
              </p14:nvContentPartPr>
              <p14:xfrm>
                <a:off x="3932108" y="2964350"/>
                <a:ext cx="1926000" cy="120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7BC7FC-EEBF-DA8A-77CD-BDA9B2803EB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14108" y="2946350"/>
                  <a:ext cx="1961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F7E403F-050D-87BE-37EC-472AC62D200C}"/>
                    </a:ext>
                  </a:extLst>
                </p14:cNvPr>
                <p14:cNvContentPartPr/>
                <p14:nvPr/>
              </p14:nvContentPartPr>
              <p14:xfrm>
                <a:off x="3959468" y="2386910"/>
                <a:ext cx="1962360" cy="78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F7E403F-050D-87BE-37EC-472AC62D200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41828" y="2368910"/>
                  <a:ext cx="1998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AACEF5-FB1A-9572-7D6F-351F3B96EFE5}"/>
                    </a:ext>
                  </a:extLst>
                </p14:cNvPr>
                <p14:cNvContentPartPr/>
                <p14:nvPr/>
              </p14:nvContentPartPr>
              <p14:xfrm>
                <a:off x="5071868" y="1952030"/>
                <a:ext cx="105480" cy="2214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AACEF5-FB1A-9572-7D6F-351F3B96EF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54228" y="1934030"/>
                  <a:ext cx="141120" cy="22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7BE2D46-A291-1ABB-929A-82262898BC43}"/>
              </a:ext>
            </a:extLst>
          </p:cNvPr>
          <p:cNvGrpSpPr/>
          <p:nvPr/>
        </p:nvGrpSpPr>
        <p:grpSpPr>
          <a:xfrm>
            <a:off x="1408148" y="1292150"/>
            <a:ext cx="2566800" cy="1067040"/>
            <a:chOff x="1408148" y="1292150"/>
            <a:chExt cx="2566800" cy="10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C449B8-9A97-E731-A074-9F382AA3D598}"/>
                    </a:ext>
                  </a:extLst>
                </p14:cNvPr>
                <p14:cNvContentPartPr/>
                <p14:nvPr/>
              </p14:nvContentPartPr>
              <p14:xfrm>
                <a:off x="1408148" y="1356590"/>
                <a:ext cx="20880" cy="587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C449B8-9A97-E731-A074-9F382AA3D59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99508" y="1347590"/>
                  <a:ext cx="385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E2FE2D-FF22-ED0F-815F-2C64BE53B7CA}"/>
                    </a:ext>
                  </a:extLst>
                </p14:cNvPr>
                <p14:cNvContentPartPr/>
                <p14:nvPr/>
              </p14:nvContentPartPr>
              <p14:xfrm>
                <a:off x="1411748" y="1302590"/>
                <a:ext cx="2563200" cy="73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E2FE2D-FF22-ED0F-815F-2C64BE53B7C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03108" y="1293950"/>
                  <a:ext cx="258084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35CDB5-F715-CB9F-B502-050303218F5F}"/>
                    </a:ext>
                  </a:extLst>
                </p14:cNvPr>
                <p14:cNvContentPartPr/>
                <p14:nvPr/>
              </p14:nvContentPartPr>
              <p14:xfrm>
                <a:off x="3056948" y="1313030"/>
                <a:ext cx="82080" cy="73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35CDB5-F715-CB9F-B502-050303218F5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48308" y="1304390"/>
                  <a:ext cx="99720" cy="7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9E79F3-0542-367D-C767-F2D58BBAE39B}"/>
                    </a:ext>
                  </a:extLst>
                </p14:cNvPr>
                <p14:cNvContentPartPr/>
                <p14:nvPr/>
              </p14:nvContentPartPr>
              <p14:xfrm>
                <a:off x="2263508" y="1292150"/>
                <a:ext cx="33480" cy="747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A9E79F3-0542-367D-C767-F2D58BBAE39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54868" y="1283150"/>
                  <a:ext cx="5112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47D201-29BC-189E-6172-CB1190E19BA1}"/>
                    </a:ext>
                  </a:extLst>
                </p14:cNvPr>
                <p14:cNvContentPartPr/>
                <p14:nvPr/>
              </p14:nvContentPartPr>
              <p14:xfrm>
                <a:off x="1766348" y="1992710"/>
                <a:ext cx="182520" cy="285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47D201-29BC-189E-6172-CB1190E19BA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57348" y="1984070"/>
                  <a:ext cx="200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FC44EFA-A21B-2078-4634-8D4A1AF21559}"/>
                    </a:ext>
                  </a:extLst>
                </p14:cNvPr>
                <p14:cNvContentPartPr/>
                <p14:nvPr/>
              </p14:nvContentPartPr>
              <p14:xfrm>
                <a:off x="2509748" y="2068310"/>
                <a:ext cx="216720" cy="290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FC44EFA-A21B-2078-4634-8D4A1AF2155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500748" y="2059310"/>
                  <a:ext cx="23436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2C3F8F-A997-893D-0076-99C90C96C82F}"/>
              </a:ext>
            </a:extLst>
          </p:cNvPr>
          <p:cNvGrpSpPr/>
          <p:nvPr/>
        </p:nvGrpSpPr>
        <p:grpSpPr>
          <a:xfrm>
            <a:off x="1696148" y="2606150"/>
            <a:ext cx="1064880" cy="1501560"/>
            <a:chOff x="1696148" y="2606150"/>
            <a:chExt cx="1064880" cy="150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CCF4A1-0422-8D0A-54CF-C61BE42FC917}"/>
                    </a:ext>
                  </a:extLst>
                </p14:cNvPr>
                <p14:cNvContentPartPr/>
                <p14:nvPr/>
              </p14:nvContentPartPr>
              <p14:xfrm>
                <a:off x="1696148" y="2606150"/>
                <a:ext cx="212760" cy="294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CCF4A1-0422-8D0A-54CF-C61BE42FC9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87148" y="2597150"/>
                  <a:ext cx="230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939103-DEA9-FFCE-13E3-2050C848A051}"/>
                    </a:ext>
                  </a:extLst>
                </p14:cNvPr>
                <p14:cNvContentPartPr/>
                <p14:nvPr/>
              </p14:nvContentPartPr>
              <p14:xfrm>
                <a:off x="2607668" y="2648270"/>
                <a:ext cx="106920" cy="281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939103-DEA9-FFCE-13E3-2050C848A05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98668" y="2639630"/>
                  <a:ext cx="1245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EBA3F4-05CB-8A9B-7DA0-0E9B777EB8BC}"/>
                    </a:ext>
                  </a:extLst>
                </p14:cNvPr>
                <p14:cNvContentPartPr/>
                <p14:nvPr/>
              </p14:nvContentPartPr>
              <p14:xfrm>
                <a:off x="1735028" y="3144350"/>
                <a:ext cx="108360" cy="375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EBA3F4-05CB-8A9B-7DA0-0E9B777EB8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26388" y="3135350"/>
                  <a:ext cx="1260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5E2FEDC-BE29-D544-2371-EF8689194B57}"/>
                    </a:ext>
                  </a:extLst>
                </p14:cNvPr>
                <p14:cNvContentPartPr/>
                <p14:nvPr/>
              </p14:nvContentPartPr>
              <p14:xfrm>
                <a:off x="2568788" y="3197990"/>
                <a:ext cx="192240" cy="32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5E2FEDC-BE29-D544-2371-EF8689194B5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559788" y="3189350"/>
                  <a:ext cx="2098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921CCD-8FC0-7981-AEEF-CB7E130FC7C1}"/>
                    </a:ext>
                  </a:extLst>
                </p14:cNvPr>
                <p14:cNvContentPartPr/>
                <p14:nvPr/>
              </p14:nvContentPartPr>
              <p14:xfrm>
                <a:off x="1733588" y="3728990"/>
                <a:ext cx="143640" cy="331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921CCD-8FC0-7981-AEEF-CB7E130FC7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24588" y="3720350"/>
                  <a:ext cx="1612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D4D9C2-B6D8-AFE9-116B-048874E6A3C6}"/>
                    </a:ext>
                  </a:extLst>
                </p14:cNvPr>
                <p14:cNvContentPartPr/>
                <p14:nvPr/>
              </p14:nvContentPartPr>
              <p14:xfrm>
                <a:off x="2533508" y="3820430"/>
                <a:ext cx="100080" cy="287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D4D9C2-B6D8-AFE9-116B-048874E6A3C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24508" y="3811790"/>
                  <a:ext cx="11772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2022F85-7EA2-9AC8-6317-7CEA79E64665}"/>
              </a:ext>
            </a:extLst>
          </p:cNvPr>
          <p:cNvGrpSpPr/>
          <p:nvPr/>
        </p:nvGrpSpPr>
        <p:grpSpPr>
          <a:xfrm>
            <a:off x="3924548" y="1333190"/>
            <a:ext cx="1969920" cy="850680"/>
            <a:chOff x="3924548" y="1333190"/>
            <a:chExt cx="1969920" cy="85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7156E5-584D-BF9D-DB2A-B069A4C0A983}"/>
                    </a:ext>
                  </a:extLst>
                </p14:cNvPr>
                <p14:cNvContentPartPr/>
                <p14:nvPr/>
              </p14:nvContentPartPr>
              <p14:xfrm>
                <a:off x="3924548" y="1356590"/>
                <a:ext cx="15480" cy="27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7156E5-584D-BF9D-DB2A-B069A4C0A98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15548" y="1347590"/>
                  <a:ext cx="33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7AA2EBC-6649-CD6E-51D4-2CF86E1C48B7}"/>
                    </a:ext>
                  </a:extLst>
                </p14:cNvPr>
                <p14:cNvContentPartPr/>
                <p14:nvPr/>
              </p14:nvContentPartPr>
              <p14:xfrm>
                <a:off x="3929588" y="1333190"/>
                <a:ext cx="1964880" cy="72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7AA2EBC-6649-CD6E-51D4-2CF86E1C48B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20588" y="1324550"/>
                  <a:ext cx="198252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99D7FD-279B-10A3-EEA9-BE1F2761201C}"/>
                    </a:ext>
                  </a:extLst>
                </p14:cNvPr>
                <p14:cNvContentPartPr/>
                <p14:nvPr/>
              </p14:nvContentPartPr>
              <p14:xfrm>
                <a:off x="5069348" y="1360190"/>
                <a:ext cx="37080" cy="823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99D7FD-279B-10A3-EEA9-BE1F2761201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60708" y="1351550"/>
                  <a:ext cx="54720" cy="84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83A59CC-89C1-D665-1A5A-D305C17F2053}"/>
                  </a:ext>
                </a:extLst>
              </p14:cNvPr>
              <p14:cNvContentPartPr/>
              <p14:nvPr/>
            </p14:nvContentPartPr>
            <p14:xfrm>
              <a:off x="3026708" y="2838710"/>
              <a:ext cx="16560" cy="7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83A59CC-89C1-D665-1A5A-D305C17F205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018068" y="2830070"/>
                <a:ext cx="34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8550256-784F-9200-3CD3-DFD533A1F69A}"/>
                  </a:ext>
                </a:extLst>
              </p14:cNvPr>
              <p14:cNvContentPartPr/>
              <p14:nvPr/>
            </p14:nvContentPartPr>
            <p14:xfrm>
              <a:off x="3553028" y="2008190"/>
              <a:ext cx="90360" cy="2728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8550256-784F-9200-3CD3-DFD533A1F69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535028" y="1990550"/>
                <a:ext cx="1260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61F88C6-A080-3D12-77DB-2BE4E143AC86}"/>
                  </a:ext>
                </a:extLst>
              </p14:cNvPr>
              <p14:cNvContentPartPr/>
              <p14:nvPr/>
            </p14:nvContentPartPr>
            <p14:xfrm>
              <a:off x="3432428" y="3790190"/>
              <a:ext cx="173520" cy="360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61F88C6-A080-3D12-77DB-2BE4E143AC8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414428" y="3772190"/>
                <a:ext cx="2091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5CFBAE9-0691-CE41-1F8A-060DD2C78687}"/>
                  </a:ext>
                </a:extLst>
              </p14:cNvPr>
              <p14:cNvContentPartPr/>
              <p14:nvPr/>
            </p14:nvContentPartPr>
            <p14:xfrm>
              <a:off x="4540508" y="2800190"/>
              <a:ext cx="9360" cy="3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5CFBAE9-0691-CE41-1F8A-060DD2C7868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522868" y="2782550"/>
                <a:ext cx="45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D54D900-03D3-55B3-A7A1-D69844918B06}"/>
                  </a:ext>
                </a:extLst>
              </p14:cNvPr>
              <p14:cNvContentPartPr/>
              <p14:nvPr/>
            </p14:nvContentPartPr>
            <p14:xfrm>
              <a:off x="3512708" y="2637830"/>
              <a:ext cx="20520" cy="84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D54D900-03D3-55B3-A7A1-D69844918B0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494708" y="2619830"/>
                <a:ext cx="561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5B1A954-9C0D-A506-9C68-805EDC38F6C1}"/>
                  </a:ext>
                </a:extLst>
              </p14:cNvPr>
              <p14:cNvContentPartPr/>
              <p14:nvPr/>
            </p14:nvContentPartPr>
            <p14:xfrm>
              <a:off x="3478868" y="2657990"/>
              <a:ext cx="195480" cy="1969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5B1A954-9C0D-A506-9C68-805EDC38F6C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460868" y="2640350"/>
                <a:ext cx="2311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D0510A8-B6AA-E29F-0D07-D3CC20745DB6}"/>
                  </a:ext>
                </a:extLst>
              </p14:cNvPr>
              <p14:cNvContentPartPr/>
              <p14:nvPr/>
            </p14:nvContentPartPr>
            <p14:xfrm>
              <a:off x="3499748" y="3219950"/>
              <a:ext cx="187920" cy="257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D0510A8-B6AA-E29F-0D07-D3CC20745DB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481748" y="3202310"/>
                <a:ext cx="223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3D88C3F-33A9-02F3-AB1C-938558567F0D}"/>
                  </a:ext>
                </a:extLst>
              </p14:cNvPr>
              <p14:cNvContentPartPr/>
              <p14:nvPr/>
            </p14:nvContentPartPr>
            <p14:xfrm>
              <a:off x="4488308" y="3201590"/>
              <a:ext cx="93240" cy="3499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3D88C3F-33A9-02F3-AB1C-938558567F0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470308" y="3183590"/>
                <a:ext cx="12888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6812624-E886-C863-DDE6-F28177C3A24A}"/>
                  </a:ext>
                </a:extLst>
              </p14:cNvPr>
              <p14:cNvContentPartPr/>
              <p14:nvPr/>
            </p14:nvContentPartPr>
            <p14:xfrm>
              <a:off x="4506308" y="2081630"/>
              <a:ext cx="232560" cy="270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6812624-E886-C863-DDE6-F28177C3A24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488668" y="2063630"/>
                <a:ext cx="26820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6F6712F-742E-3A16-1BCC-958303B137BE}"/>
                  </a:ext>
                </a:extLst>
              </p14:cNvPr>
              <p14:cNvContentPartPr/>
              <p14:nvPr/>
            </p14:nvContentPartPr>
            <p14:xfrm>
              <a:off x="4502708" y="2636750"/>
              <a:ext cx="230760" cy="306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6F6712F-742E-3A16-1BCC-958303B137B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484708" y="2618750"/>
                <a:ext cx="266400" cy="34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957150D5-C05B-04F3-95FF-A964A87873E3}"/>
              </a:ext>
            </a:extLst>
          </p:cNvPr>
          <p:cNvGrpSpPr/>
          <p:nvPr/>
        </p:nvGrpSpPr>
        <p:grpSpPr>
          <a:xfrm>
            <a:off x="4454108" y="3647630"/>
            <a:ext cx="249480" cy="405720"/>
            <a:chOff x="4454108" y="3647630"/>
            <a:chExt cx="24948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D827872-2DD0-AB2F-E0C7-C50109B70CF1}"/>
                    </a:ext>
                  </a:extLst>
                </p14:cNvPr>
                <p14:cNvContentPartPr/>
                <p14:nvPr/>
              </p14:nvContentPartPr>
              <p14:xfrm>
                <a:off x="4510628" y="3653390"/>
                <a:ext cx="36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D827872-2DD0-AB2F-E0C7-C50109B70CF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492988" y="36353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C24BBC-5A51-48D8-0F4F-9E921749E112}"/>
                    </a:ext>
                  </a:extLst>
                </p14:cNvPr>
                <p14:cNvContentPartPr/>
                <p14:nvPr/>
              </p14:nvContentPartPr>
              <p14:xfrm>
                <a:off x="4510628" y="3652310"/>
                <a:ext cx="360" cy="14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C24BBC-5A51-48D8-0F4F-9E921749E11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92988" y="3634310"/>
                  <a:ext cx="36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8D1C3F-FA87-07C4-603E-3C5095C37C7F}"/>
                    </a:ext>
                  </a:extLst>
                </p14:cNvPr>
                <p14:cNvContentPartPr/>
                <p14:nvPr/>
              </p14:nvContentPartPr>
              <p14:xfrm>
                <a:off x="4510628" y="3647630"/>
                <a:ext cx="144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8D1C3F-FA87-07C4-603E-3C5095C37C7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492988" y="3629990"/>
                  <a:ext cx="3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A9ED6C6-4F99-E3E6-85F8-F958E8796E53}"/>
                    </a:ext>
                  </a:extLst>
                </p14:cNvPr>
                <p14:cNvContentPartPr/>
                <p14:nvPr/>
              </p14:nvContentPartPr>
              <p14:xfrm>
                <a:off x="4454108" y="3722150"/>
                <a:ext cx="249480" cy="331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A9ED6C6-4F99-E3E6-85F8-F958E8796E5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436108" y="3704150"/>
                  <a:ext cx="285120" cy="3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8055057-B5C1-4DFA-C212-6D90C741E0FC}"/>
                  </a:ext>
                </a:extLst>
              </p14:cNvPr>
              <p14:cNvContentPartPr/>
              <p14:nvPr/>
            </p14:nvContentPartPr>
            <p14:xfrm>
              <a:off x="5483708" y="2557190"/>
              <a:ext cx="79560" cy="3340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8055057-B5C1-4DFA-C212-6D90C741E0F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465708" y="2539190"/>
                <a:ext cx="1152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E5FA28C-EA20-EF87-A536-221735EAFBD1}"/>
                  </a:ext>
                </a:extLst>
              </p14:cNvPr>
              <p14:cNvContentPartPr/>
              <p14:nvPr/>
            </p14:nvContentPartPr>
            <p14:xfrm>
              <a:off x="5454908" y="2103230"/>
              <a:ext cx="175680" cy="1972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E5FA28C-EA20-EF87-A536-221735EAFBD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436908" y="2085590"/>
                <a:ext cx="2113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CA48C14-EBF3-BAD9-8E1A-63C171D427C8}"/>
                  </a:ext>
                </a:extLst>
              </p14:cNvPr>
              <p14:cNvContentPartPr/>
              <p14:nvPr/>
            </p14:nvContentPartPr>
            <p14:xfrm>
              <a:off x="5428628" y="3185750"/>
              <a:ext cx="219960" cy="3110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CA48C14-EBF3-BAD9-8E1A-63C171D427C8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410988" y="3167750"/>
                <a:ext cx="2556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851D6D8-E939-13C5-47D5-286A5B2DC789}"/>
                  </a:ext>
                </a:extLst>
              </p14:cNvPr>
              <p14:cNvContentPartPr/>
              <p14:nvPr/>
            </p14:nvContentPartPr>
            <p14:xfrm>
              <a:off x="5395508" y="3779750"/>
              <a:ext cx="182880" cy="3193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851D6D8-E939-13C5-47D5-286A5B2DC78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377868" y="3762110"/>
                <a:ext cx="2185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587A338-65E9-96FA-9314-1498ADA11025}"/>
                  </a:ext>
                </a:extLst>
              </p14:cNvPr>
              <p14:cNvContentPartPr/>
              <p14:nvPr/>
            </p14:nvContentPartPr>
            <p14:xfrm>
              <a:off x="6889148" y="2248670"/>
              <a:ext cx="20880" cy="4744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587A338-65E9-96FA-9314-1498ADA11025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880508" y="2239670"/>
                <a:ext cx="3852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592780A-D639-2EED-C13E-9CE1BDAE73A7}"/>
                  </a:ext>
                </a:extLst>
              </p14:cNvPr>
              <p14:cNvContentPartPr/>
              <p14:nvPr/>
            </p14:nvContentPartPr>
            <p14:xfrm>
              <a:off x="6868268" y="2183510"/>
              <a:ext cx="297720" cy="432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592780A-D639-2EED-C13E-9CE1BDAE73A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859628" y="2174510"/>
                <a:ext cx="3153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9445094-9A39-445D-C5A0-B29D2F32BEB4}"/>
                  </a:ext>
                </a:extLst>
              </p14:cNvPr>
              <p14:cNvContentPartPr/>
              <p14:nvPr/>
            </p14:nvContentPartPr>
            <p14:xfrm>
              <a:off x="6840548" y="2344070"/>
              <a:ext cx="242640" cy="42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9445094-9A39-445D-C5A0-B29D2F32BEB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831908" y="2335070"/>
                <a:ext cx="2602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0A78BB3-741E-171C-2994-D04C7105B355}"/>
                  </a:ext>
                </a:extLst>
              </p14:cNvPr>
              <p14:cNvContentPartPr/>
              <p14:nvPr/>
            </p14:nvContentPartPr>
            <p14:xfrm>
              <a:off x="7071668" y="2644670"/>
              <a:ext cx="88200" cy="3078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0A78BB3-741E-171C-2994-D04C7105B35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063028" y="2635670"/>
                <a:ext cx="105840" cy="32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18F473C-BCDB-95EB-4B9C-B0E9EF356F6F}"/>
              </a:ext>
            </a:extLst>
          </p:cNvPr>
          <p:cNvGrpSpPr/>
          <p:nvPr/>
        </p:nvGrpSpPr>
        <p:grpSpPr>
          <a:xfrm>
            <a:off x="6927668" y="3280790"/>
            <a:ext cx="929160" cy="603360"/>
            <a:chOff x="6927668" y="3280790"/>
            <a:chExt cx="929160" cy="60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2DDD0AE-75F5-0FE0-D7D4-092EB0ABD7DE}"/>
                    </a:ext>
                  </a:extLst>
                </p14:cNvPr>
                <p14:cNvContentPartPr/>
                <p14:nvPr/>
              </p14:nvContentPartPr>
              <p14:xfrm>
                <a:off x="6965108" y="3280790"/>
                <a:ext cx="5400" cy="407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2DDD0AE-75F5-0FE0-D7D4-092EB0ABD7D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56108" y="3272150"/>
                  <a:ext cx="2304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3FA06E-347F-4778-564C-8BB6140440B9}"/>
                    </a:ext>
                  </a:extLst>
                </p14:cNvPr>
                <p14:cNvContentPartPr/>
                <p14:nvPr/>
              </p14:nvContentPartPr>
              <p14:xfrm>
                <a:off x="6927668" y="3342350"/>
                <a:ext cx="253440" cy="11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3FA06E-347F-4778-564C-8BB6140440B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19028" y="3333710"/>
                  <a:ext cx="271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9A0A29-AD70-3079-348D-0ACA83C3B0F5}"/>
                    </a:ext>
                  </a:extLst>
                </p14:cNvPr>
                <p14:cNvContentPartPr/>
                <p14:nvPr/>
              </p14:nvContentPartPr>
              <p14:xfrm>
                <a:off x="6942428" y="3466910"/>
                <a:ext cx="191160" cy="28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9A0A29-AD70-3079-348D-0ACA83C3B0F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933428" y="3458270"/>
                  <a:ext cx="208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B817EE-2F8E-2237-4D1C-BFAAA1FA9615}"/>
                    </a:ext>
                  </a:extLst>
                </p14:cNvPr>
                <p14:cNvContentPartPr/>
                <p14:nvPr/>
              </p14:nvContentPartPr>
              <p14:xfrm>
                <a:off x="7128548" y="3632870"/>
                <a:ext cx="179640" cy="251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B817EE-2F8E-2237-4D1C-BFAAA1FA961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119548" y="3623870"/>
                  <a:ext cx="197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71E19B-5EC3-2EFB-A7A3-4A61D1EC413A}"/>
                    </a:ext>
                  </a:extLst>
                </p14:cNvPr>
                <p14:cNvContentPartPr/>
                <p14:nvPr/>
              </p14:nvContentPartPr>
              <p14:xfrm>
                <a:off x="7695188" y="3542510"/>
                <a:ext cx="161640" cy="20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71E19B-5EC3-2EFB-A7A3-4A61D1EC413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86188" y="353387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622A04-61D2-630A-3C1E-C4C536BC0F3A}"/>
                    </a:ext>
                  </a:extLst>
                </p14:cNvPr>
                <p14:cNvContentPartPr/>
                <p14:nvPr/>
              </p14:nvContentPartPr>
              <p14:xfrm>
                <a:off x="7685468" y="3686150"/>
                <a:ext cx="159840" cy="35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622A04-61D2-630A-3C1E-C4C536BC0F3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676828" y="3677150"/>
                  <a:ext cx="17748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F44710-718C-0C97-7405-C7233F37A328}"/>
              </a:ext>
            </a:extLst>
          </p:cNvPr>
          <p:cNvGrpSpPr/>
          <p:nvPr/>
        </p:nvGrpSpPr>
        <p:grpSpPr>
          <a:xfrm>
            <a:off x="7009028" y="4266470"/>
            <a:ext cx="518760" cy="710280"/>
            <a:chOff x="7009028" y="4266470"/>
            <a:chExt cx="51876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3D6A970-58D7-CD50-3A77-22A63DB9416B}"/>
                    </a:ext>
                  </a:extLst>
                </p14:cNvPr>
                <p14:cNvContentPartPr/>
                <p14:nvPr/>
              </p14:nvContentPartPr>
              <p14:xfrm>
                <a:off x="7009028" y="4266470"/>
                <a:ext cx="48600" cy="402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3D6A970-58D7-CD50-3A77-22A63DB9416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00028" y="4257830"/>
                  <a:ext cx="662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B22585-D622-D192-1BFA-41D6F389BD8A}"/>
                    </a:ext>
                  </a:extLst>
                </p14:cNvPr>
                <p14:cNvContentPartPr/>
                <p14:nvPr/>
              </p14:nvContentPartPr>
              <p14:xfrm>
                <a:off x="7019108" y="4338830"/>
                <a:ext cx="234000" cy="34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B22585-D622-D192-1BFA-41D6F389BD8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10108" y="4329830"/>
                  <a:ext cx="251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006575-D4C9-A937-41BA-822EFE9A7C3B}"/>
                    </a:ext>
                  </a:extLst>
                </p14:cNvPr>
                <p14:cNvContentPartPr/>
                <p14:nvPr/>
              </p14:nvContentPartPr>
              <p14:xfrm>
                <a:off x="7020188" y="4483910"/>
                <a:ext cx="219960" cy="35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006575-D4C9-A937-41BA-822EFE9A7C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11548" y="4474910"/>
                  <a:ext cx="237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38CE0C6-838B-14AE-0640-8EC8FFF38C7B}"/>
                    </a:ext>
                  </a:extLst>
                </p14:cNvPr>
                <p14:cNvContentPartPr/>
                <p14:nvPr/>
              </p14:nvContentPartPr>
              <p14:xfrm>
                <a:off x="7227548" y="4608470"/>
                <a:ext cx="168840" cy="36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38CE0C6-838B-14AE-0640-8EC8FFF38C7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18548" y="4599830"/>
                  <a:ext cx="1864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DE30F5-6D6B-BF8F-824B-589B330CB3EA}"/>
                    </a:ext>
                  </a:extLst>
                </p14:cNvPr>
                <p14:cNvContentPartPr/>
                <p14:nvPr/>
              </p14:nvContentPartPr>
              <p14:xfrm>
                <a:off x="7511228" y="4830590"/>
                <a:ext cx="16560" cy="18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DE30F5-6D6B-BF8F-824B-589B330CB3E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502228" y="4821950"/>
                  <a:ext cx="342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BC87792-C86C-3010-E3B8-DF923B0A2BF6}"/>
              </a:ext>
            </a:extLst>
          </p:cNvPr>
          <p:cNvGrpSpPr/>
          <p:nvPr/>
        </p:nvGrpSpPr>
        <p:grpSpPr>
          <a:xfrm>
            <a:off x="7721828" y="4484630"/>
            <a:ext cx="167400" cy="123840"/>
            <a:chOff x="7721828" y="4484630"/>
            <a:chExt cx="167400" cy="1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B903B01-F96D-9EB4-CCE8-323E29F4C384}"/>
                    </a:ext>
                  </a:extLst>
                </p14:cNvPr>
                <p14:cNvContentPartPr/>
                <p14:nvPr/>
              </p14:nvContentPartPr>
              <p14:xfrm>
                <a:off x="7721828" y="4484630"/>
                <a:ext cx="165960" cy="6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B903B01-F96D-9EB4-CCE8-323E29F4C3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713188" y="4475630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5A3FE07-A01D-E784-8DBB-0A834B55B72A}"/>
                    </a:ext>
                  </a:extLst>
                </p14:cNvPr>
                <p14:cNvContentPartPr/>
                <p14:nvPr/>
              </p14:nvContentPartPr>
              <p14:xfrm>
                <a:off x="7734428" y="4561670"/>
                <a:ext cx="154800" cy="46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5A3FE07-A01D-E784-8DBB-0A834B55B72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725788" y="4553030"/>
                  <a:ext cx="1724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6690533-AA06-1BB7-B89E-A8AAC6845411}"/>
              </a:ext>
            </a:extLst>
          </p:cNvPr>
          <p:cNvGrpSpPr/>
          <p:nvPr/>
        </p:nvGrpSpPr>
        <p:grpSpPr>
          <a:xfrm>
            <a:off x="7553708" y="2292950"/>
            <a:ext cx="1049760" cy="529920"/>
            <a:chOff x="7553708" y="2292950"/>
            <a:chExt cx="104976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384B614-CF53-0696-DC60-88DE328534E5}"/>
                    </a:ext>
                  </a:extLst>
                </p14:cNvPr>
                <p14:cNvContentPartPr/>
                <p14:nvPr/>
              </p14:nvContentPartPr>
              <p14:xfrm>
                <a:off x="7585028" y="2515790"/>
                <a:ext cx="195120" cy="1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384B614-CF53-0696-DC60-88DE328534E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576388" y="2506790"/>
                  <a:ext cx="212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D50DBF3-A05A-6617-1FC0-4E265561FC1B}"/>
                    </a:ext>
                  </a:extLst>
                </p14:cNvPr>
                <p14:cNvContentPartPr/>
                <p14:nvPr/>
              </p14:nvContentPartPr>
              <p14:xfrm>
                <a:off x="7553708" y="2646830"/>
                <a:ext cx="225000" cy="8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D50DBF3-A05A-6617-1FC0-4E265561FC1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545068" y="2637830"/>
                  <a:ext cx="242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20FB026-7C21-84A8-0B1C-CA27C5856982}"/>
                    </a:ext>
                  </a:extLst>
                </p14:cNvPr>
                <p14:cNvContentPartPr/>
                <p14:nvPr/>
              </p14:nvContentPartPr>
              <p14:xfrm>
                <a:off x="7971668" y="2297270"/>
                <a:ext cx="162720" cy="490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20FB026-7C21-84A8-0B1C-CA27C585698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963028" y="2288630"/>
                  <a:ext cx="1803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16C3CAC-86FA-13F0-906B-FD407DD8FCA1}"/>
                    </a:ext>
                  </a:extLst>
                </p14:cNvPr>
                <p14:cNvContentPartPr/>
                <p14:nvPr/>
              </p14:nvContentPartPr>
              <p14:xfrm>
                <a:off x="8125028" y="2314550"/>
                <a:ext cx="124560" cy="494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16C3CAC-86FA-13F0-906B-FD407DD8FCA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116028" y="2305550"/>
                  <a:ext cx="1422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D104517-D746-2B2A-12D6-A3FF15801090}"/>
                    </a:ext>
                  </a:extLst>
                </p14:cNvPr>
                <p14:cNvContentPartPr/>
                <p14:nvPr/>
              </p14:nvContentPartPr>
              <p14:xfrm>
                <a:off x="7944308" y="2642150"/>
                <a:ext cx="28296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D104517-D746-2B2A-12D6-A3FF1580109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35308" y="2633510"/>
                  <a:ext cx="300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F99991B-9049-69F4-BD0B-1653CBA7B1E5}"/>
                    </a:ext>
                  </a:extLst>
                </p14:cNvPr>
                <p14:cNvContentPartPr/>
                <p14:nvPr/>
              </p14:nvContentPartPr>
              <p14:xfrm>
                <a:off x="8314388" y="2292950"/>
                <a:ext cx="289080" cy="529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F99991B-9049-69F4-BD0B-1653CBA7B1E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05748" y="2284310"/>
                  <a:ext cx="30672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096AEB3-6786-30EF-9549-E591D896CBB5}"/>
              </a:ext>
            </a:extLst>
          </p:cNvPr>
          <p:cNvGrpSpPr/>
          <p:nvPr/>
        </p:nvGrpSpPr>
        <p:grpSpPr>
          <a:xfrm>
            <a:off x="7989308" y="2066150"/>
            <a:ext cx="711000" cy="47880"/>
            <a:chOff x="7989308" y="2066150"/>
            <a:chExt cx="711000" cy="4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768F5DD-40EB-8841-0F7F-3A2DA9E8B408}"/>
                    </a:ext>
                  </a:extLst>
                </p14:cNvPr>
                <p14:cNvContentPartPr/>
                <p14:nvPr/>
              </p14:nvContentPartPr>
              <p14:xfrm>
                <a:off x="7989308" y="2099990"/>
                <a:ext cx="276480" cy="14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768F5DD-40EB-8841-0F7F-3A2DA9E8B40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80668" y="2090990"/>
                  <a:ext cx="294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3E62F18-E6C2-84FC-F1B1-873035E80283}"/>
                    </a:ext>
                  </a:extLst>
                </p14:cNvPr>
                <p14:cNvContentPartPr/>
                <p14:nvPr/>
              </p14:nvContentPartPr>
              <p14:xfrm>
                <a:off x="8370908" y="2066150"/>
                <a:ext cx="329400" cy="29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3E62F18-E6C2-84FC-F1B1-873035E8028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62268" y="2057150"/>
                  <a:ext cx="3470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941FD0-3B0A-C38E-BEAF-F1160391D475}"/>
              </a:ext>
            </a:extLst>
          </p:cNvPr>
          <p:cNvGrpSpPr/>
          <p:nvPr/>
        </p:nvGrpSpPr>
        <p:grpSpPr>
          <a:xfrm>
            <a:off x="8820548" y="2425430"/>
            <a:ext cx="319320" cy="345960"/>
            <a:chOff x="8820548" y="2425430"/>
            <a:chExt cx="31932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8F1B5BD-D2E1-C039-6B4C-98075D83C26C}"/>
                    </a:ext>
                  </a:extLst>
                </p14:cNvPr>
                <p14:cNvContentPartPr/>
                <p14:nvPr/>
              </p14:nvContentPartPr>
              <p14:xfrm>
                <a:off x="8820548" y="2547470"/>
                <a:ext cx="319320" cy="15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8F1B5BD-D2E1-C039-6B4C-98075D83C26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811548" y="2538830"/>
                  <a:ext cx="33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F7CBBE2-FE2B-7921-41D0-8057A187ED32}"/>
                    </a:ext>
                  </a:extLst>
                </p14:cNvPr>
                <p14:cNvContentPartPr/>
                <p14:nvPr/>
              </p14:nvContentPartPr>
              <p14:xfrm>
                <a:off x="8973548" y="2425430"/>
                <a:ext cx="57960" cy="345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F7CBBE2-FE2B-7921-41D0-8057A187ED3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64908" y="2416430"/>
                  <a:ext cx="7560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F3E7E47-022B-B3C9-8B21-4865D9A6C484}"/>
              </a:ext>
            </a:extLst>
          </p:cNvPr>
          <p:cNvGrpSpPr/>
          <p:nvPr/>
        </p:nvGrpSpPr>
        <p:grpSpPr>
          <a:xfrm>
            <a:off x="9387908" y="2345150"/>
            <a:ext cx="663120" cy="487440"/>
            <a:chOff x="9387908" y="2345150"/>
            <a:chExt cx="66312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7485A8-2FAD-E9A0-1C18-7A110A374431}"/>
                    </a:ext>
                  </a:extLst>
                </p14:cNvPr>
                <p14:cNvContentPartPr/>
                <p14:nvPr/>
              </p14:nvContentPartPr>
              <p14:xfrm>
                <a:off x="9414188" y="2359190"/>
                <a:ext cx="136800" cy="375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7485A8-2FAD-E9A0-1C18-7A110A37443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405548" y="2350550"/>
                  <a:ext cx="1544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DE3928D-34D1-9D09-6C88-B4BA4954172D}"/>
                    </a:ext>
                  </a:extLst>
                </p14:cNvPr>
                <p14:cNvContentPartPr/>
                <p14:nvPr/>
              </p14:nvContentPartPr>
              <p14:xfrm>
                <a:off x="9591308" y="2345150"/>
                <a:ext cx="141840" cy="487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DE3928D-34D1-9D09-6C88-B4BA4954172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582308" y="2336150"/>
                  <a:ext cx="1594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2939AD-B122-1EB6-5462-67F2ED168323}"/>
                    </a:ext>
                  </a:extLst>
                </p14:cNvPr>
                <p14:cNvContentPartPr/>
                <p14:nvPr/>
              </p14:nvContentPartPr>
              <p14:xfrm>
                <a:off x="9387908" y="2608310"/>
                <a:ext cx="273960" cy="38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2939AD-B122-1EB6-5462-67F2ED16832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78908" y="2599310"/>
                  <a:ext cx="291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2CEBFA-79B2-4ED9-9B36-4167AC700839}"/>
                    </a:ext>
                  </a:extLst>
                </p14:cNvPr>
                <p14:cNvContentPartPr/>
                <p14:nvPr/>
              </p14:nvContentPartPr>
              <p14:xfrm>
                <a:off x="9808388" y="2402390"/>
                <a:ext cx="242640" cy="389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2CEBFA-79B2-4ED9-9B36-4167AC70083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99748" y="2393750"/>
                  <a:ext cx="260280" cy="40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A353B99-112F-E6EC-054E-2B5E5E9EE675}"/>
                  </a:ext>
                </a:extLst>
              </p14:cNvPr>
              <p14:cNvContentPartPr/>
              <p14:nvPr/>
            </p14:nvContentPartPr>
            <p14:xfrm>
              <a:off x="10672028" y="2271710"/>
              <a:ext cx="794160" cy="230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A353B99-112F-E6EC-054E-2B5E5E9EE675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10663388" y="2262710"/>
                <a:ext cx="811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2D2BB23-D861-5810-D7D9-A2BA490BBAD9}"/>
                  </a:ext>
                </a:extLst>
              </p14:cNvPr>
              <p14:cNvContentPartPr/>
              <p14:nvPr/>
            </p14:nvContentPartPr>
            <p14:xfrm>
              <a:off x="11847068" y="2475110"/>
              <a:ext cx="275400" cy="1641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2D2BB23-D861-5810-D7D9-A2BA490BBAD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1829428" y="2457110"/>
                <a:ext cx="31104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FF0D839-C423-FA6A-11F6-D40B8A5D0650}"/>
              </a:ext>
            </a:extLst>
          </p:cNvPr>
          <p:cNvGrpSpPr/>
          <p:nvPr/>
        </p:nvGrpSpPr>
        <p:grpSpPr>
          <a:xfrm>
            <a:off x="8253188" y="3394550"/>
            <a:ext cx="684000" cy="484200"/>
            <a:chOff x="8253188" y="3394550"/>
            <a:chExt cx="68400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9C573E-97F3-F2CE-E844-F9DF9E81A7DF}"/>
                    </a:ext>
                  </a:extLst>
                </p14:cNvPr>
                <p14:cNvContentPartPr/>
                <p14:nvPr/>
              </p14:nvContentPartPr>
              <p14:xfrm>
                <a:off x="8253188" y="3417590"/>
                <a:ext cx="121680" cy="411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9C573E-97F3-F2CE-E844-F9DF9E81A7D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44188" y="3408950"/>
                  <a:ext cx="1393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85ACBF-5396-EC04-D915-041F14DFA3ED}"/>
                    </a:ext>
                  </a:extLst>
                </p14:cNvPr>
                <p14:cNvContentPartPr/>
                <p14:nvPr/>
              </p14:nvContentPartPr>
              <p14:xfrm>
                <a:off x="8364788" y="3402470"/>
                <a:ext cx="142200" cy="476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85ACBF-5396-EC04-D915-041F14DFA3E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55788" y="3393830"/>
                  <a:ext cx="15984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30298D7-2487-56B1-2C69-6BDB6B52035E}"/>
                    </a:ext>
                  </a:extLst>
                </p14:cNvPr>
                <p14:cNvContentPartPr/>
                <p14:nvPr/>
              </p14:nvContentPartPr>
              <p14:xfrm>
                <a:off x="8262908" y="3646550"/>
                <a:ext cx="250200" cy="37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30298D7-2487-56B1-2C69-6BDB6B52035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54268" y="3637910"/>
                  <a:ext cx="267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39DD6F4-4EE1-0F6F-4AB8-365FCAE5F239}"/>
                    </a:ext>
                  </a:extLst>
                </p14:cNvPr>
                <p14:cNvContentPartPr/>
                <p14:nvPr/>
              </p14:nvContentPartPr>
              <p14:xfrm>
                <a:off x="8663588" y="3394550"/>
                <a:ext cx="273600" cy="441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39DD6F4-4EE1-0F6F-4AB8-365FCAE5F23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654588" y="3385910"/>
                  <a:ext cx="291240" cy="45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11A4D6E-01D7-EA28-2A2C-CFE9098403E0}"/>
                  </a:ext>
                </a:extLst>
              </p14:cNvPr>
              <p14:cNvContentPartPr/>
              <p14:nvPr/>
            </p14:nvContentPartPr>
            <p14:xfrm>
              <a:off x="8674748" y="3211670"/>
              <a:ext cx="267840" cy="28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11A4D6E-01D7-EA28-2A2C-CFE9098403E0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66108" y="3202670"/>
                <a:ext cx="28548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5886763-2384-4DD7-93BA-3D53DE55D09D}"/>
              </a:ext>
            </a:extLst>
          </p:cNvPr>
          <p:cNvGrpSpPr/>
          <p:nvPr/>
        </p:nvGrpSpPr>
        <p:grpSpPr>
          <a:xfrm>
            <a:off x="8299628" y="4169630"/>
            <a:ext cx="802440" cy="574200"/>
            <a:chOff x="8299628" y="4169630"/>
            <a:chExt cx="802440" cy="5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7CF77F8-050F-FE70-14A5-6DC7CE09537B}"/>
                    </a:ext>
                  </a:extLst>
                </p14:cNvPr>
                <p14:cNvContentPartPr/>
                <p14:nvPr/>
              </p14:nvContentPartPr>
              <p14:xfrm>
                <a:off x="8316548" y="4300670"/>
                <a:ext cx="181800" cy="443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7CF77F8-050F-FE70-14A5-6DC7CE09537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307548" y="4292030"/>
                  <a:ext cx="1994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A5D981-211C-1208-E237-0A000BEB70A8}"/>
                    </a:ext>
                  </a:extLst>
                </p14:cNvPr>
                <p14:cNvContentPartPr/>
                <p14:nvPr/>
              </p14:nvContentPartPr>
              <p14:xfrm>
                <a:off x="8515268" y="4289150"/>
                <a:ext cx="120960" cy="430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A5D981-211C-1208-E237-0A000BEB70A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506628" y="4280150"/>
                  <a:ext cx="13860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2FAF5EF-5F3F-3C88-745C-39A853B9A2DB}"/>
                    </a:ext>
                  </a:extLst>
                </p14:cNvPr>
                <p14:cNvContentPartPr/>
                <p14:nvPr/>
              </p14:nvContentPartPr>
              <p14:xfrm>
                <a:off x="8299628" y="4532510"/>
                <a:ext cx="350640" cy="26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2FAF5EF-5F3F-3C88-745C-39A853B9A2D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290628" y="4523510"/>
                  <a:ext cx="368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81DEC3C-5F21-7215-64E7-E0AD790B644D}"/>
                    </a:ext>
                  </a:extLst>
                </p14:cNvPr>
                <p14:cNvContentPartPr/>
                <p14:nvPr/>
              </p14:nvContentPartPr>
              <p14:xfrm>
                <a:off x="8416268" y="4169630"/>
                <a:ext cx="287280" cy="6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81DEC3C-5F21-7215-64E7-E0AD790B644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07268" y="4160990"/>
                  <a:ext cx="30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9F3988-6564-C1E6-23FE-77D195A9C0AD}"/>
                    </a:ext>
                  </a:extLst>
                </p14:cNvPr>
                <p14:cNvContentPartPr/>
                <p14:nvPr/>
              </p14:nvContentPartPr>
              <p14:xfrm>
                <a:off x="8870588" y="4275830"/>
                <a:ext cx="231480" cy="420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9F3988-6564-C1E6-23FE-77D195A9C0A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61948" y="4267190"/>
                  <a:ext cx="249120" cy="43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6366416-3CAD-567D-EC5F-5E1700CB2B3E}"/>
                  </a:ext>
                </a:extLst>
              </p14:cNvPr>
              <p14:cNvContentPartPr/>
              <p14:nvPr/>
            </p14:nvContentPartPr>
            <p14:xfrm>
              <a:off x="9494468" y="4735550"/>
              <a:ext cx="45720" cy="172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6366416-3CAD-567D-EC5F-5E1700CB2B3E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9485828" y="4726910"/>
                <a:ext cx="6336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5669D25-EB10-3D17-EC33-23F565446B48}"/>
              </a:ext>
            </a:extLst>
          </p:cNvPr>
          <p:cNvGrpSpPr/>
          <p:nvPr/>
        </p:nvGrpSpPr>
        <p:grpSpPr>
          <a:xfrm>
            <a:off x="10263068" y="2438390"/>
            <a:ext cx="1268280" cy="377640"/>
            <a:chOff x="10263068" y="2438390"/>
            <a:chExt cx="126828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EAD3EB7-5AFA-42AC-F278-6E1ECB388C76}"/>
                    </a:ext>
                  </a:extLst>
                </p14:cNvPr>
                <p14:cNvContentPartPr/>
                <p14:nvPr/>
              </p14:nvContentPartPr>
              <p14:xfrm>
                <a:off x="10270268" y="2547110"/>
                <a:ext cx="138600" cy="61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EAD3EB7-5AFA-42AC-F278-6E1ECB388C7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61628" y="2538470"/>
                  <a:ext cx="156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D798085-FC4F-B4BD-1F23-FF7EB42FE0ED}"/>
                    </a:ext>
                  </a:extLst>
                </p14:cNvPr>
                <p14:cNvContentPartPr/>
                <p14:nvPr/>
              </p14:nvContentPartPr>
              <p14:xfrm>
                <a:off x="10263068" y="2629910"/>
                <a:ext cx="159840" cy="17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D798085-FC4F-B4BD-1F23-FF7EB42FE0E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54068" y="2620910"/>
                  <a:ext cx="177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4D28A21-33E5-B192-72AD-55E4901788FF}"/>
                    </a:ext>
                  </a:extLst>
                </p14:cNvPr>
                <p14:cNvContentPartPr/>
                <p14:nvPr/>
              </p14:nvContentPartPr>
              <p14:xfrm>
                <a:off x="10588868" y="2447750"/>
                <a:ext cx="168840" cy="310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4D28A21-33E5-B192-72AD-55E4901788F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579868" y="2439110"/>
                  <a:ext cx="1864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554E206-423B-9C62-429B-9F39D52EF90B}"/>
                    </a:ext>
                  </a:extLst>
                </p14:cNvPr>
                <p14:cNvContentPartPr/>
                <p14:nvPr/>
              </p14:nvContentPartPr>
              <p14:xfrm>
                <a:off x="10731068" y="2448830"/>
                <a:ext cx="108360" cy="330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554E206-423B-9C62-429B-9F39D52EF90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722428" y="2440190"/>
                  <a:ext cx="1260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B5F5F04-1D99-C730-1CAB-26D7FA891E9F}"/>
                    </a:ext>
                  </a:extLst>
                </p14:cNvPr>
                <p14:cNvContentPartPr/>
                <p14:nvPr/>
              </p14:nvContentPartPr>
              <p14:xfrm>
                <a:off x="10654748" y="2594630"/>
                <a:ext cx="141120" cy="9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B5F5F04-1D99-C730-1CAB-26D7FA891E9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645748" y="2585990"/>
                  <a:ext cx="158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7FE2756-4523-9CEA-B6A1-5CB0E355EE69}"/>
                    </a:ext>
                  </a:extLst>
                </p14:cNvPr>
                <p14:cNvContentPartPr/>
                <p14:nvPr/>
              </p14:nvContentPartPr>
              <p14:xfrm>
                <a:off x="10960748" y="2594630"/>
                <a:ext cx="192240" cy="7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7FE2756-4523-9CEA-B6A1-5CB0E355EE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52108" y="2585990"/>
                  <a:ext cx="209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147EA88-50F0-211C-F8FA-90F61B568059}"/>
                    </a:ext>
                  </a:extLst>
                </p14:cNvPr>
                <p14:cNvContentPartPr/>
                <p14:nvPr/>
              </p14:nvContentPartPr>
              <p14:xfrm>
                <a:off x="11029868" y="2506430"/>
                <a:ext cx="21960" cy="210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147EA88-50F0-211C-F8FA-90F61B5680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021228" y="2497790"/>
                  <a:ext cx="39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C055BC3-3D50-9221-A83F-AA54DB6D1488}"/>
                    </a:ext>
                  </a:extLst>
                </p14:cNvPr>
                <p14:cNvContentPartPr/>
                <p14:nvPr/>
              </p14:nvContentPartPr>
              <p14:xfrm>
                <a:off x="10932308" y="2438390"/>
                <a:ext cx="271080" cy="324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C055BC3-3D50-9221-A83F-AA54DB6D148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923668" y="2429750"/>
                  <a:ext cx="288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C210430-B9CE-8A77-E881-2B8331268CD4}"/>
                    </a:ext>
                  </a:extLst>
                </p14:cNvPr>
                <p14:cNvContentPartPr/>
                <p14:nvPr/>
              </p14:nvContentPartPr>
              <p14:xfrm>
                <a:off x="11268548" y="2466110"/>
                <a:ext cx="262800" cy="3499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C210430-B9CE-8A77-E881-2B8331268CD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259548" y="2457110"/>
                  <a:ext cx="2804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662CAF-26E1-1D76-C292-78B01E341FC5}"/>
                    </a:ext>
                  </a:extLst>
                </p14:cNvPr>
                <p14:cNvContentPartPr/>
                <p14:nvPr/>
              </p14:nvContentPartPr>
              <p14:xfrm>
                <a:off x="11392748" y="2625230"/>
                <a:ext cx="25560" cy="8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662CAF-26E1-1D76-C292-78B01E341FC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384108" y="2616590"/>
                  <a:ext cx="432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8711290-4D1E-6D37-2D26-063BA6B96B4A}"/>
                  </a:ext>
                </a:extLst>
              </p14:cNvPr>
              <p14:cNvContentPartPr/>
              <p14:nvPr/>
            </p14:nvContentPartPr>
            <p14:xfrm>
              <a:off x="2981708" y="6127310"/>
              <a:ext cx="12960" cy="40032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8711290-4D1E-6D37-2D26-063BA6B96B4A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972708" y="6118670"/>
                <a:ext cx="3060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4B5AAB4-44F8-19CC-20CA-84D54366A445}"/>
                  </a:ext>
                </a:extLst>
              </p14:cNvPr>
              <p14:cNvContentPartPr/>
              <p14:nvPr/>
            </p14:nvContentPartPr>
            <p14:xfrm>
              <a:off x="2963708" y="6121910"/>
              <a:ext cx="457200" cy="46404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4B5AAB4-44F8-19CC-20CA-84D54366A445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955068" y="6113270"/>
                <a:ext cx="474840" cy="48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5D11E6E-057D-1833-0153-81BE311E2C11}"/>
              </a:ext>
            </a:extLst>
          </p:cNvPr>
          <p:cNvGrpSpPr/>
          <p:nvPr/>
        </p:nvGrpSpPr>
        <p:grpSpPr>
          <a:xfrm>
            <a:off x="314828" y="4423790"/>
            <a:ext cx="3932640" cy="2391120"/>
            <a:chOff x="314828" y="4423790"/>
            <a:chExt cx="3932640" cy="23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AB6575C-B3F0-D2EF-8E6F-FE97AE850215}"/>
                    </a:ext>
                  </a:extLst>
                </p14:cNvPr>
                <p14:cNvContentPartPr/>
                <p14:nvPr/>
              </p14:nvContentPartPr>
              <p14:xfrm>
                <a:off x="2851388" y="4590110"/>
                <a:ext cx="92160" cy="675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AB6575C-B3F0-D2EF-8E6F-FE97AE85021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842748" y="4581110"/>
                  <a:ext cx="10980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F2848C9-176F-7177-7955-8058ABE97D4D}"/>
                    </a:ext>
                  </a:extLst>
                </p14:cNvPr>
                <p14:cNvContentPartPr/>
                <p14:nvPr/>
              </p14:nvContentPartPr>
              <p14:xfrm>
                <a:off x="2910788" y="4559510"/>
                <a:ext cx="156960" cy="726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F2848C9-176F-7177-7955-8058ABE97D4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901788" y="4550510"/>
                  <a:ext cx="17460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A63A1F4-07A2-2CB9-274E-DDD167BAAD86}"/>
                    </a:ext>
                  </a:extLst>
                </p14:cNvPr>
                <p14:cNvContentPartPr/>
                <p14:nvPr/>
              </p14:nvContentPartPr>
              <p14:xfrm>
                <a:off x="2936348" y="4546910"/>
                <a:ext cx="619560" cy="439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A63A1F4-07A2-2CB9-274E-DDD167BAAD8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927708" y="4537910"/>
                  <a:ext cx="637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0C5AB9A-341D-0381-5624-5BF869E81A81}"/>
                    </a:ext>
                  </a:extLst>
                </p14:cNvPr>
                <p14:cNvContentPartPr/>
                <p14:nvPr/>
              </p14:nvContentPartPr>
              <p14:xfrm>
                <a:off x="2950748" y="4970630"/>
                <a:ext cx="582840" cy="341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0C5AB9A-341D-0381-5624-5BF869E81A8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941748" y="4961630"/>
                  <a:ext cx="6004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C32CB41-A508-2B18-BFB2-C6B2B82B8C3A}"/>
                    </a:ext>
                  </a:extLst>
                </p14:cNvPr>
                <p14:cNvContentPartPr/>
                <p14:nvPr/>
              </p14:nvContentPartPr>
              <p14:xfrm>
                <a:off x="3555188" y="4909430"/>
                <a:ext cx="136080" cy="145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32CB41-A508-2B18-BFB2-C6B2B82B8C3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546548" y="4900790"/>
                  <a:ext cx="153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608355-22ED-8A65-9FB2-9E8178893A14}"/>
                    </a:ext>
                  </a:extLst>
                </p14:cNvPr>
                <p14:cNvContentPartPr/>
                <p14:nvPr/>
              </p14:nvContentPartPr>
              <p14:xfrm>
                <a:off x="793628" y="4713590"/>
                <a:ext cx="2131920" cy="60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608355-22ED-8A65-9FB2-9E8178893A1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84628" y="4704590"/>
                  <a:ext cx="2149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AA45033-BC0F-616F-9271-E3BDCBE13D55}"/>
                    </a:ext>
                  </a:extLst>
                </p14:cNvPr>
                <p14:cNvContentPartPr/>
                <p14:nvPr/>
              </p14:nvContentPartPr>
              <p14:xfrm>
                <a:off x="786068" y="5210030"/>
                <a:ext cx="2060280" cy="74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AA45033-BC0F-616F-9271-E3BDCBE13D5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77068" y="5201030"/>
                  <a:ext cx="2077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18619DF-E486-3D74-06C9-95C3F2A66260}"/>
                    </a:ext>
                  </a:extLst>
                </p14:cNvPr>
                <p14:cNvContentPartPr/>
                <p14:nvPr/>
              </p14:nvContentPartPr>
              <p14:xfrm>
                <a:off x="2804588" y="5222630"/>
                <a:ext cx="103320" cy="110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18619DF-E486-3D74-06C9-95C3F2A6626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95948" y="5213630"/>
                  <a:ext cx="120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512BC4D-8CE4-0897-7A47-8D1284C99ACF}"/>
                    </a:ext>
                  </a:extLst>
                </p14:cNvPr>
                <p14:cNvContentPartPr/>
                <p14:nvPr/>
              </p14:nvContentPartPr>
              <p14:xfrm>
                <a:off x="408068" y="4444310"/>
                <a:ext cx="33840" cy="386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512BC4D-8CE4-0897-7A47-8D1284C99AC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99428" y="4435310"/>
                  <a:ext cx="514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FCF6DBC-632F-98FA-51E1-1D269DA01794}"/>
                    </a:ext>
                  </a:extLst>
                </p14:cNvPr>
                <p14:cNvContentPartPr/>
                <p14:nvPr/>
              </p14:nvContentPartPr>
              <p14:xfrm>
                <a:off x="489788" y="4423790"/>
                <a:ext cx="95760" cy="438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FCF6DBC-632F-98FA-51E1-1D269DA0179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80788" y="4415150"/>
                  <a:ext cx="1134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22A0CF-7438-D32D-B48F-36F4AFB66C07}"/>
                    </a:ext>
                  </a:extLst>
                </p14:cNvPr>
                <p14:cNvContentPartPr/>
                <p14:nvPr/>
              </p14:nvContentPartPr>
              <p14:xfrm>
                <a:off x="433268" y="4762910"/>
                <a:ext cx="160920" cy="12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22A0CF-7438-D32D-B48F-36F4AFB66C0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4268" y="4753910"/>
                  <a:ext cx="178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92B5FB9-C55C-E396-0CE0-B31D75C40CED}"/>
                    </a:ext>
                  </a:extLst>
                </p14:cNvPr>
                <p14:cNvContentPartPr/>
                <p14:nvPr/>
              </p14:nvContentPartPr>
              <p14:xfrm>
                <a:off x="314828" y="4997630"/>
                <a:ext cx="239040" cy="347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92B5FB9-C55C-E396-0CE0-B31D75C40CE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06188" y="4988630"/>
                  <a:ext cx="2566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DFE33B-807E-BEFA-7728-26BDEABBCA20}"/>
                    </a:ext>
                  </a:extLst>
                </p14:cNvPr>
                <p14:cNvContentPartPr/>
                <p14:nvPr/>
              </p14:nvContentPartPr>
              <p14:xfrm>
                <a:off x="2933828" y="5480390"/>
                <a:ext cx="41760" cy="481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DFE33B-807E-BEFA-7728-26BDEABBCA2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925188" y="5471390"/>
                  <a:ext cx="5940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70E36FC-6823-22A4-1BF3-555182999232}"/>
                    </a:ext>
                  </a:extLst>
                </p14:cNvPr>
                <p14:cNvContentPartPr/>
                <p14:nvPr/>
              </p14:nvContentPartPr>
              <p14:xfrm>
                <a:off x="2892428" y="5457710"/>
                <a:ext cx="441720" cy="502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70E36FC-6823-22A4-1BF3-55518299923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883788" y="5448710"/>
                  <a:ext cx="4593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A9C9B50-4FA4-4ED4-30B7-0D77103F6E4E}"/>
                    </a:ext>
                  </a:extLst>
                </p14:cNvPr>
                <p14:cNvContentPartPr/>
                <p14:nvPr/>
              </p14:nvContentPartPr>
              <p14:xfrm>
                <a:off x="2548628" y="4702790"/>
                <a:ext cx="410760" cy="923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A9C9B50-4FA4-4ED4-30B7-0D77103F6E4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39628" y="4694150"/>
                  <a:ext cx="42840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1FD13EE-3B5F-DCF4-BD32-28B0839F0BDC}"/>
                    </a:ext>
                  </a:extLst>
                </p14:cNvPr>
                <p14:cNvContentPartPr/>
                <p14:nvPr/>
              </p14:nvContentPartPr>
              <p14:xfrm>
                <a:off x="1966148" y="5285630"/>
                <a:ext cx="196200" cy="606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1FD13EE-3B5F-DCF4-BD32-28B0839F0BD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957148" y="5276630"/>
                  <a:ext cx="2138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742ADB3-5CA1-45B2-DBA9-9912634AF706}"/>
                    </a:ext>
                  </a:extLst>
                </p14:cNvPr>
                <p14:cNvContentPartPr/>
                <p14:nvPr/>
              </p14:nvContentPartPr>
              <p14:xfrm>
                <a:off x="2161988" y="5759750"/>
                <a:ext cx="15480" cy="219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742ADB3-5CA1-45B2-DBA9-9912634AF70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152988" y="5751110"/>
                  <a:ext cx="33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F6B6378-FA02-A7C2-64B2-D03489DB97F5}"/>
                    </a:ext>
                  </a:extLst>
                </p14:cNvPr>
                <p14:cNvContentPartPr/>
                <p14:nvPr/>
              </p14:nvContentPartPr>
              <p14:xfrm>
                <a:off x="2152988" y="5728790"/>
                <a:ext cx="196200" cy="237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F6B6378-FA02-A7C2-64B2-D03489DB97F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144348" y="5720150"/>
                  <a:ext cx="213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C5BEF62-1197-8253-8CF7-9572F0202C95}"/>
                    </a:ext>
                  </a:extLst>
                </p14:cNvPr>
                <p14:cNvContentPartPr/>
                <p14:nvPr/>
              </p14:nvContentPartPr>
              <p14:xfrm>
                <a:off x="2325428" y="5806550"/>
                <a:ext cx="101880" cy="123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C5BEF62-1197-8253-8CF7-9572F0202C9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316428" y="5797550"/>
                  <a:ext cx="119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2F4AFDB-E79F-84E4-1361-7E3C4F8FE247}"/>
                    </a:ext>
                  </a:extLst>
                </p14:cNvPr>
                <p14:cNvContentPartPr/>
                <p14:nvPr/>
              </p14:nvContentPartPr>
              <p14:xfrm>
                <a:off x="2416868" y="5860910"/>
                <a:ext cx="517680" cy="43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2F4AFDB-E79F-84E4-1361-7E3C4F8FE24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07868" y="5852270"/>
                  <a:ext cx="535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5064B5-3AAB-2006-18CE-E714BFD99C72}"/>
                    </a:ext>
                  </a:extLst>
                </p14:cNvPr>
                <p14:cNvContentPartPr/>
                <p14:nvPr/>
              </p14:nvContentPartPr>
              <p14:xfrm>
                <a:off x="2674268" y="4713230"/>
                <a:ext cx="360" cy="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5064B5-3AAB-2006-18CE-E714BFD99C7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65268" y="47042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A34826A-FBFE-D181-9A9E-F6C615D65DB5}"/>
                    </a:ext>
                  </a:extLst>
                </p14:cNvPr>
                <p14:cNvContentPartPr/>
                <p14:nvPr/>
              </p14:nvContentPartPr>
              <p14:xfrm>
                <a:off x="2661668" y="4732310"/>
                <a:ext cx="11160" cy="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A34826A-FBFE-D181-9A9E-F6C615D65DB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652668" y="4723670"/>
                  <a:ext cx="28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80E458A-0BD4-A40E-0677-1493F4B0BC38}"/>
                    </a:ext>
                  </a:extLst>
                </p14:cNvPr>
                <p14:cNvContentPartPr/>
                <p14:nvPr/>
              </p14:nvContentPartPr>
              <p14:xfrm>
                <a:off x="1442348" y="4715030"/>
                <a:ext cx="223560" cy="15361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80E458A-0BD4-A40E-0677-1493F4B0BC3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433348" y="4706030"/>
                  <a:ext cx="241200" cy="15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04DF376-F50B-5BD4-9157-2329C5512066}"/>
                    </a:ext>
                  </a:extLst>
                </p14:cNvPr>
                <p14:cNvContentPartPr/>
                <p14:nvPr/>
              </p14:nvContentPartPr>
              <p14:xfrm>
                <a:off x="1678508" y="6122990"/>
                <a:ext cx="11520" cy="210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04DF376-F50B-5BD4-9157-2329C551206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669508" y="6114350"/>
                  <a:ext cx="29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7AE14A5-052C-09E2-2AF9-F55B5F1D5FB3}"/>
                    </a:ext>
                  </a:extLst>
                </p14:cNvPr>
                <p14:cNvContentPartPr/>
                <p14:nvPr/>
              </p14:nvContentPartPr>
              <p14:xfrm>
                <a:off x="1664828" y="6090230"/>
                <a:ext cx="210600" cy="272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7AE14A5-052C-09E2-2AF9-F55B5F1D5FB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655828" y="6081590"/>
                  <a:ext cx="228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D6DC63F-021A-4237-7E9C-55763093304E}"/>
                    </a:ext>
                  </a:extLst>
                </p14:cNvPr>
                <p14:cNvContentPartPr/>
                <p14:nvPr/>
              </p14:nvContentPartPr>
              <p14:xfrm>
                <a:off x="1904948" y="6155750"/>
                <a:ext cx="102960" cy="178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D6DC63F-021A-4237-7E9C-55763093304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896308" y="6147110"/>
                  <a:ext cx="120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FD5A0D-F3D0-914D-FD48-B3898C21FC9A}"/>
                    </a:ext>
                  </a:extLst>
                </p14:cNvPr>
                <p14:cNvContentPartPr/>
                <p14:nvPr/>
              </p14:nvContentPartPr>
              <p14:xfrm>
                <a:off x="1997468" y="6278510"/>
                <a:ext cx="979560" cy="58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FD5A0D-F3D0-914D-FD48-B3898C21FC9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988468" y="6269870"/>
                  <a:ext cx="997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15EA0D-EAF0-83D2-C71D-A37B12340F5D}"/>
                    </a:ext>
                  </a:extLst>
                </p14:cNvPr>
                <p14:cNvContentPartPr/>
                <p14:nvPr/>
              </p14:nvContentPartPr>
              <p14:xfrm>
                <a:off x="1190348" y="5280230"/>
                <a:ext cx="360" cy="21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15EA0D-EAF0-83D2-C71D-A37B12340F5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81348" y="5271590"/>
                  <a:ext cx="18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AB575C4-B78A-8610-BEF3-158378EAD599}"/>
                    </a:ext>
                  </a:extLst>
                </p14:cNvPr>
                <p14:cNvContentPartPr/>
                <p14:nvPr/>
              </p14:nvContentPartPr>
              <p14:xfrm>
                <a:off x="1082348" y="5219390"/>
                <a:ext cx="1903680" cy="1372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AB575C4-B78A-8610-BEF3-158378EAD59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73348" y="5210750"/>
                  <a:ext cx="1921320" cy="13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0DA624E-1B5A-FD43-F5C9-CA3E74B8E15F}"/>
                    </a:ext>
                  </a:extLst>
                </p14:cNvPr>
                <p14:cNvContentPartPr/>
                <p14:nvPr/>
              </p14:nvContentPartPr>
              <p14:xfrm>
                <a:off x="2956508" y="6118310"/>
                <a:ext cx="532800" cy="696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0DA624E-1B5A-FD43-F5C9-CA3E74B8E15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947868" y="6109310"/>
                  <a:ext cx="55044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41F1CA4-FDD8-82C3-7B55-DC7C9E09D6D6}"/>
                    </a:ext>
                  </a:extLst>
                </p14:cNvPr>
                <p14:cNvContentPartPr/>
                <p14:nvPr/>
              </p14:nvContentPartPr>
              <p14:xfrm>
                <a:off x="3337028" y="5644190"/>
                <a:ext cx="585000" cy="91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41F1CA4-FDD8-82C3-7B55-DC7C9E09D6D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328028" y="5635190"/>
                  <a:ext cx="602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CCEC068-900B-5C63-C7D4-CB5AF95C7562}"/>
                    </a:ext>
                  </a:extLst>
                </p14:cNvPr>
                <p14:cNvContentPartPr/>
                <p14:nvPr/>
              </p14:nvContentPartPr>
              <p14:xfrm>
                <a:off x="3457628" y="6439070"/>
                <a:ext cx="638280" cy="59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CCEC068-900B-5C63-C7D4-CB5AF95C756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448628" y="6430070"/>
                  <a:ext cx="655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97C4ABD-2128-50D4-E7E4-C1DCD8852CA5}"/>
                    </a:ext>
                  </a:extLst>
                </p14:cNvPr>
                <p14:cNvContentPartPr/>
                <p14:nvPr/>
              </p14:nvContentPartPr>
              <p14:xfrm>
                <a:off x="3686948" y="5007710"/>
                <a:ext cx="481680" cy="144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97C4ABD-2128-50D4-E7E4-C1DCD8852CA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678308" y="4998710"/>
                  <a:ext cx="499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EE2F1A3-8D7B-A8F5-EBD0-337379D201D5}"/>
                    </a:ext>
                  </a:extLst>
                </p14:cNvPr>
                <p14:cNvContentPartPr/>
                <p14:nvPr/>
              </p14:nvContentPartPr>
              <p14:xfrm>
                <a:off x="3916988" y="5672630"/>
                <a:ext cx="330480" cy="100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EE2F1A3-8D7B-A8F5-EBD0-337379D201D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07988" y="5663990"/>
                  <a:ext cx="348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5E656FA-6BF7-0C03-B15D-F39EA49E581E}"/>
                    </a:ext>
                  </a:extLst>
                </p14:cNvPr>
                <p14:cNvContentPartPr/>
                <p14:nvPr/>
              </p14:nvContentPartPr>
              <p14:xfrm>
                <a:off x="4094108" y="6429350"/>
                <a:ext cx="45360" cy="716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5E656FA-6BF7-0C03-B15D-F39EA49E581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085468" y="6420350"/>
                  <a:ext cx="63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4A51309-CC3B-1513-E8F8-AC80FC743BDF}"/>
                    </a:ext>
                  </a:extLst>
                </p14:cNvPr>
                <p14:cNvContentPartPr/>
                <p14:nvPr/>
              </p14:nvContentPartPr>
              <p14:xfrm>
                <a:off x="4111388" y="5086910"/>
                <a:ext cx="23040" cy="66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4A51309-CC3B-1513-E8F8-AC80FC743BD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102748" y="5077910"/>
                  <a:ext cx="4068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A06C499-9016-8D61-4855-8EABF8D228C1}"/>
              </a:ext>
            </a:extLst>
          </p:cNvPr>
          <p:cNvGrpSpPr/>
          <p:nvPr/>
        </p:nvGrpSpPr>
        <p:grpSpPr>
          <a:xfrm>
            <a:off x="4242428" y="5451950"/>
            <a:ext cx="457920" cy="424080"/>
            <a:chOff x="4242428" y="5451950"/>
            <a:chExt cx="457920" cy="4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37B2C9B-32A7-D465-081B-18D0DE309F40}"/>
                    </a:ext>
                  </a:extLst>
                </p14:cNvPr>
                <p14:cNvContentPartPr/>
                <p14:nvPr/>
              </p14:nvContentPartPr>
              <p14:xfrm>
                <a:off x="4445108" y="5451950"/>
                <a:ext cx="21960" cy="292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37B2C9B-32A7-D465-081B-18D0DE309F4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427108" y="5434310"/>
                  <a:ext cx="576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5340739-0FA1-9F45-B18E-EA0CA1D73F2D}"/>
                    </a:ext>
                  </a:extLst>
                </p14:cNvPr>
                <p14:cNvContentPartPr/>
                <p14:nvPr/>
              </p14:nvContentPartPr>
              <p14:xfrm>
                <a:off x="4441508" y="5454830"/>
                <a:ext cx="195120" cy="27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5340739-0FA1-9F45-B18E-EA0CA1D73F2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423508" y="5437190"/>
                  <a:ext cx="230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3265F60-A718-EE3C-8F83-C44975F0A365}"/>
                    </a:ext>
                  </a:extLst>
                </p14:cNvPr>
                <p14:cNvContentPartPr/>
                <p14:nvPr/>
              </p14:nvContentPartPr>
              <p14:xfrm>
                <a:off x="4420268" y="5577230"/>
                <a:ext cx="149760" cy="33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3265F60-A718-EE3C-8F83-C44975F0A36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402628" y="5559590"/>
                  <a:ext cx="185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7897387-3B4A-DCBB-208A-CB4DA250BEAF}"/>
                    </a:ext>
                  </a:extLst>
                </p14:cNvPr>
                <p14:cNvContentPartPr/>
                <p14:nvPr/>
              </p14:nvContentPartPr>
              <p14:xfrm>
                <a:off x="4524668" y="5704310"/>
                <a:ext cx="175680" cy="171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7897387-3B4A-DCBB-208A-CB4DA250BEA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506668" y="5686670"/>
                  <a:ext cx="211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C2A8401-F27A-F7E9-A68C-920A1E130A93}"/>
                    </a:ext>
                  </a:extLst>
                </p14:cNvPr>
                <p14:cNvContentPartPr/>
                <p14:nvPr/>
              </p14:nvContentPartPr>
              <p14:xfrm>
                <a:off x="4242428" y="5649590"/>
                <a:ext cx="96840" cy="137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C2A8401-F27A-F7E9-A68C-920A1E130A9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224788" y="5631950"/>
                  <a:ext cx="13248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FBCF99C0-AA04-20A3-CC24-BC26DBCA338C}"/>
              </a:ext>
            </a:extLst>
          </p:cNvPr>
          <p:cNvGrpSpPr/>
          <p:nvPr/>
        </p:nvGrpSpPr>
        <p:grpSpPr>
          <a:xfrm>
            <a:off x="4143788" y="4740230"/>
            <a:ext cx="418680" cy="487800"/>
            <a:chOff x="4143788" y="4740230"/>
            <a:chExt cx="41868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F9D0CDC-A2F5-07EB-2DB7-57786C4D864A}"/>
                    </a:ext>
                  </a:extLst>
                </p14:cNvPr>
                <p14:cNvContentPartPr/>
                <p14:nvPr/>
              </p14:nvContentPartPr>
              <p14:xfrm>
                <a:off x="4323788" y="4770110"/>
                <a:ext cx="12960" cy="389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F9D0CDC-A2F5-07EB-2DB7-57786C4D864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305788" y="4752470"/>
                  <a:ext cx="486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9DB8424-B691-59BC-C767-271ABA15C83C}"/>
                    </a:ext>
                  </a:extLst>
                </p14:cNvPr>
                <p14:cNvContentPartPr/>
                <p14:nvPr/>
              </p14:nvContentPartPr>
              <p14:xfrm>
                <a:off x="4297148" y="4740230"/>
                <a:ext cx="181800" cy="489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9DB8424-B691-59BC-C767-271ABA15C83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279508" y="4722230"/>
                  <a:ext cx="217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41DDB26-6FC7-40AC-70F2-1BC10D987C37}"/>
                    </a:ext>
                  </a:extLst>
                </p14:cNvPr>
                <p14:cNvContentPartPr/>
                <p14:nvPr/>
              </p14:nvContentPartPr>
              <p14:xfrm>
                <a:off x="4306148" y="4940030"/>
                <a:ext cx="155880" cy="25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41DDB26-6FC7-40AC-70F2-1BC10D987C3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288148" y="4922390"/>
                  <a:ext cx="191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8B845C-6C07-B7E0-64DC-6205F34117C0}"/>
                    </a:ext>
                  </a:extLst>
                </p14:cNvPr>
                <p14:cNvContentPartPr/>
                <p14:nvPr/>
              </p14:nvContentPartPr>
              <p14:xfrm>
                <a:off x="4534748" y="5035430"/>
                <a:ext cx="27720" cy="192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8B845C-6C07-B7E0-64DC-6205F34117C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516748" y="5017790"/>
                  <a:ext cx="63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BE52206-7FFC-01DF-EC88-6C7D5B628240}"/>
                    </a:ext>
                  </a:extLst>
                </p14:cNvPr>
                <p14:cNvContentPartPr/>
                <p14:nvPr/>
              </p14:nvContentPartPr>
              <p14:xfrm>
                <a:off x="4143788" y="5018870"/>
                <a:ext cx="63720" cy="103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BE52206-7FFC-01DF-EC88-6C7D5B62824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125788" y="5001230"/>
                  <a:ext cx="9936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05DE446-497E-711E-F99D-91EC120517CE}"/>
              </a:ext>
            </a:extLst>
          </p:cNvPr>
          <p:cNvGrpSpPr/>
          <p:nvPr/>
        </p:nvGrpSpPr>
        <p:grpSpPr>
          <a:xfrm>
            <a:off x="4022468" y="6221270"/>
            <a:ext cx="704160" cy="392760"/>
            <a:chOff x="4022468" y="6221270"/>
            <a:chExt cx="70416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A8FD44D-1FBA-81F5-9ADA-674C54E730CA}"/>
                    </a:ext>
                  </a:extLst>
                </p14:cNvPr>
                <p14:cNvContentPartPr/>
                <p14:nvPr/>
              </p14:nvContentPartPr>
              <p14:xfrm>
                <a:off x="4400108" y="6252950"/>
                <a:ext cx="6840" cy="247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A8FD44D-1FBA-81F5-9ADA-674C54E730C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382468" y="6235310"/>
                  <a:ext cx="42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CCE4954-C162-94AB-0F8C-C2EE2C31FC97}"/>
                    </a:ext>
                  </a:extLst>
                </p14:cNvPr>
                <p14:cNvContentPartPr/>
                <p14:nvPr/>
              </p14:nvContentPartPr>
              <p14:xfrm>
                <a:off x="4402628" y="6221270"/>
                <a:ext cx="194040" cy="298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CCE4954-C162-94AB-0F8C-C2EE2C31FC9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384988" y="6203630"/>
                  <a:ext cx="229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3FD9790-A168-35C4-33AC-58FBFA51567F}"/>
                    </a:ext>
                  </a:extLst>
                </p14:cNvPr>
                <p14:cNvContentPartPr/>
                <p14:nvPr/>
              </p14:nvContentPartPr>
              <p14:xfrm>
                <a:off x="4389308" y="6318470"/>
                <a:ext cx="182880" cy="320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3FD9790-A168-35C4-33AC-58FBFA51567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71308" y="6300830"/>
                  <a:ext cx="218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A4AD029-127B-0E64-8C6E-8A763BCAA2F0}"/>
                    </a:ext>
                  </a:extLst>
                </p14:cNvPr>
                <p14:cNvContentPartPr/>
                <p14:nvPr/>
              </p14:nvContentPartPr>
              <p14:xfrm>
                <a:off x="4563548" y="6389750"/>
                <a:ext cx="163080" cy="224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A4AD029-127B-0E64-8C6E-8A763BCAA2F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45548" y="6371750"/>
                  <a:ext cx="198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0FB7524-BAA2-C2B6-0081-D69D87C0240C}"/>
                    </a:ext>
                  </a:extLst>
                </p14:cNvPr>
                <p14:cNvContentPartPr/>
                <p14:nvPr/>
              </p14:nvContentPartPr>
              <p14:xfrm>
                <a:off x="4022468" y="6432590"/>
                <a:ext cx="28080" cy="73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0FB7524-BAA2-C2B6-0081-D69D87C0240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004468" y="6414950"/>
                  <a:ext cx="63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5B96151-67CE-0960-8605-763D45D3268A}"/>
                    </a:ext>
                  </a:extLst>
                </p14:cNvPr>
                <p14:cNvContentPartPr/>
                <p14:nvPr/>
              </p14:nvContentPartPr>
              <p14:xfrm>
                <a:off x="4049828" y="6354830"/>
                <a:ext cx="119520" cy="1296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5B96151-67CE-0960-8605-763D45D3268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032188" y="6336830"/>
                  <a:ext cx="15516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A3701FF1-B213-5050-D357-0AD270307885}"/>
                  </a:ext>
                </a:extLst>
              </p14:cNvPr>
              <p14:cNvContentPartPr/>
              <p14:nvPr/>
            </p14:nvContentPartPr>
            <p14:xfrm>
              <a:off x="5419628" y="5528990"/>
              <a:ext cx="31680" cy="716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A3701FF1-B213-5050-D357-0AD270307885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5401628" y="5510990"/>
                <a:ext cx="673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CBECEB80-7DCE-1D9B-D983-3AA3FA50B91A}"/>
                  </a:ext>
                </a:extLst>
              </p14:cNvPr>
              <p14:cNvContentPartPr/>
              <p14:nvPr/>
            </p14:nvContentPartPr>
            <p14:xfrm>
              <a:off x="6138188" y="5227310"/>
              <a:ext cx="2033640" cy="107676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CBECEB80-7DCE-1D9B-D983-3AA3FA50B91A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6120548" y="5209310"/>
                <a:ext cx="2069280" cy="111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24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83FE8-EB1D-B9E5-7051-4E9171DB3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10"/>
          <a:stretch/>
        </p:blipFill>
        <p:spPr>
          <a:xfrm>
            <a:off x="302467" y="228599"/>
            <a:ext cx="11866381" cy="1172817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4F5841-776D-FF43-1F3C-8D1028D4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670946"/>
              </p:ext>
            </p:extLst>
          </p:nvPr>
        </p:nvGraphicFramePr>
        <p:xfrm>
          <a:off x="1057966" y="1753335"/>
          <a:ext cx="27685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866">
                  <a:extLst>
                    <a:ext uri="{9D8B030D-6E8A-4147-A177-3AD203B41FA5}">
                      <a16:colId xmlns:a16="http://schemas.microsoft.com/office/drawing/2014/main" val="1894400274"/>
                    </a:ext>
                  </a:extLst>
                </a:gridCol>
                <a:gridCol w="922866">
                  <a:extLst>
                    <a:ext uri="{9D8B030D-6E8A-4147-A177-3AD203B41FA5}">
                      <a16:colId xmlns:a16="http://schemas.microsoft.com/office/drawing/2014/main" val="2618186534"/>
                    </a:ext>
                  </a:extLst>
                </a:gridCol>
                <a:gridCol w="922866">
                  <a:extLst>
                    <a:ext uri="{9D8B030D-6E8A-4147-A177-3AD203B41FA5}">
                      <a16:colId xmlns:a16="http://schemas.microsoft.com/office/drawing/2014/main" val="419085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80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46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60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72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37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9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58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113054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E12B99C-9201-BD4C-DDB3-9D03AA284F36}"/>
              </a:ext>
            </a:extLst>
          </p:cNvPr>
          <p:cNvGrpSpPr/>
          <p:nvPr/>
        </p:nvGrpSpPr>
        <p:grpSpPr>
          <a:xfrm>
            <a:off x="3168548" y="1292510"/>
            <a:ext cx="345960" cy="737640"/>
            <a:chOff x="3168548" y="1292510"/>
            <a:chExt cx="345960" cy="73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A11EB4-1634-553C-2D74-9C2A22D069F3}"/>
                    </a:ext>
                  </a:extLst>
                </p14:cNvPr>
                <p14:cNvContentPartPr/>
                <p14:nvPr/>
              </p14:nvContentPartPr>
              <p14:xfrm>
                <a:off x="3210308" y="1306910"/>
                <a:ext cx="21600" cy="339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A11EB4-1634-553C-2D74-9C2A22D069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92308" y="1289270"/>
                  <a:ext cx="572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9A0F5A8-63A0-4393-6B66-CD22BDDAAE46}"/>
                    </a:ext>
                  </a:extLst>
                </p14:cNvPr>
                <p14:cNvContentPartPr/>
                <p14:nvPr/>
              </p14:nvContentPartPr>
              <p14:xfrm>
                <a:off x="3168548" y="1292510"/>
                <a:ext cx="218520" cy="42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9A0F5A8-63A0-4393-6B66-CD22BDDAAE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50908" y="1274870"/>
                  <a:ext cx="2541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9C428A-0ECF-A390-DD0A-13F4F62740C3}"/>
                    </a:ext>
                  </a:extLst>
                </p14:cNvPr>
                <p14:cNvContentPartPr/>
                <p14:nvPr/>
              </p14:nvContentPartPr>
              <p14:xfrm>
                <a:off x="3486428" y="1602830"/>
                <a:ext cx="28080" cy="184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9C428A-0ECF-A390-DD0A-13F4F62740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8428" y="1584830"/>
                  <a:ext cx="63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7EE2B1-55D1-5892-A43C-CE5601F2DB56}"/>
                    </a:ext>
                  </a:extLst>
                </p14:cNvPr>
                <p14:cNvContentPartPr/>
                <p14:nvPr/>
              </p14:nvContentPartPr>
              <p14:xfrm>
                <a:off x="3298868" y="1804070"/>
                <a:ext cx="120600" cy="226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7EE2B1-55D1-5892-A43C-CE5601F2DB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80868" y="1786070"/>
                  <a:ext cx="156240" cy="26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AD7F68-BB9B-5557-79E7-9787F1D988BF}"/>
              </a:ext>
            </a:extLst>
          </p:cNvPr>
          <p:cNvGrpSpPr/>
          <p:nvPr/>
        </p:nvGrpSpPr>
        <p:grpSpPr>
          <a:xfrm>
            <a:off x="2217068" y="1211510"/>
            <a:ext cx="457200" cy="820080"/>
            <a:chOff x="2217068" y="1211510"/>
            <a:chExt cx="457200" cy="82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33E710-FA2D-6591-3B8F-160315642C6F}"/>
                    </a:ext>
                  </a:extLst>
                </p14:cNvPr>
                <p14:cNvContentPartPr/>
                <p14:nvPr/>
              </p14:nvContentPartPr>
              <p14:xfrm>
                <a:off x="2239748" y="1236710"/>
                <a:ext cx="86400" cy="46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33E710-FA2D-6591-3B8F-160315642C6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21748" y="1218710"/>
                  <a:ext cx="1220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129830-1CAF-5D9E-0B01-C776EC9B3E47}"/>
                    </a:ext>
                  </a:extLst>
                </p14:cNvPr>
                <p14:cNvContentPartPr/>
                <p14:nvPr/>
              </p14:nvContentPartPr>
              <p14:xfrm>
                <a:off x="2217068" y="1211510"/>
                <a:ext cx="295920" cy="391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129830-1CAF-5D9E-0B01-C776EC9B3E4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99428" y="1193870"/>
                  <a:ext cx="3315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06DE126-C0D4-B39E-7B58-1E5C2A5DE743}"/>
                    </a:ext>
                  </a:extLst>
                </p14:cNvPr>
                <p14:cNvContentPartPr/>
                <p14:nvPr/>
              </p14:nvContentPartPr>
              <p14:xfrm>
                <a:off x="2512628" y="1531910"/>
                <a:ext cx="161640" cy="15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06DE126-C0D4-B39E-7B58-1E5C2A5DE74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94628" y="1514270"/>
                  <a:ext cx="197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C9B065-F857-E736-53AE-1AC959CB9FED}"/>
                    </a:ext>
                  </a:extLst>
                </p14:cNvPr>
                <p14:cNvContentPartPr/>
                <p14:nvPr/>
              </p14:nvContentPartPr>
              <p14:xfrm>
                <a:off x="2413628" y="1821710"/>
                <a:ext cx="160920" cy="209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C9B065-F857-E736-53AE-1AC959CB9FE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95988" y="1803710"/>
                  <a:ext cx="1965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5C486B-7969-8488-08E5-47F5A69B0072}"/>
              </a:ext>
            </a:extLst>
          </p:cNvPr>
          <p:cNvGrpSpPr/>
          <p:nvPr/>
        </p:nvGrpSpPr>
        <p:grpSpPr>
          <a:xfrm>
            <a:off x="1358468" y="1293950"/>
            <a:ext cx="338040" cy="751320"/>
            <a:chOff x="1358468" y="1293950"/>
            <a:chExt cx="338040" cy="75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D311B8-B321-87B9-95BB-53403087373B}"/>
                    </a:ext>
                  </a:extLst>
                </p14:cNvPr>
                <p14:cNvContentPartPr/>
                <p14:nvPr/>
              </p14:nvContentPartPr>
              <p14:xfrm>
                <a:off x="1398788" y="1330310"/>
                <a:ext cx="40680" cy="35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D311B8-B321-87B9-95BB-5340308737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0788" y="1312670"/>
                  <a:ext cx="763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8F8CF0-30B9-A1E3-D016-9E36451063FA}"/>
                    </a:ext>
                  </a:extLst>
                </p14:cNvPr>
                <p14:cNvContentPartPr/>
                <p14:nvPr/>
              </p14:nvContentPartPr>
              <p14:xfrm>
                <a:off x="1358468" y="1293950"/>
                <a:ext cx="207000" cy="37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8F8CF0-30B9-A1E3-D016-9E36451063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40468" y="1276310"/>
                  <a:ext cx="242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C60D88-B967-9EBD-D570-77CE9611408E}"/>
                    </a:ext>
                  </a:extLst>
                </p14:cNvPr>
                <p14:cNvContentPartPr/>
                <p14:nvPr/>
              </p14:nvContentPartPr>
              <p14:xfrm>
                <a:off x="1604708" y="1530110"/>
                <a:ext cx="91800" cy="155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C60D88-B967-9EBD-D570-77CE961140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87068" y="1512470"/>
                  <a:ext cx="127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263C17-3FA1-3183-69E6-2C2F18CD97E0}"/>
                    </a:ext>
                  </a:extLst>
                </p14:cNvPr>
                <p14:cNvContentPartPr/>
                <p14:nvPr/>
              </p14:nvContentPartPr>
              <p14:xfrm>
                <a:off x="1512908" y="1815230"/>
                <a:ext cx="143640" cy="230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263C17-3FA1-3183-69E6-2C2F18CD97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94908" y="1797230"/>
                  <a:ext cx="17928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E8F4A72-C6B7-B440-C424-BD9FCCC03443}"/>
                  </a:ext>
                </a:extLst>
              </p14:cNvPr>
              <p14:cNvContentPartPr/>
              <p14:nvPr/>
            </p14:nvContentPartPr>
            <p14:xfrm>
              <a:off x="3348188" y="2228150"/>
              <a:ext cx="360" cy="1947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E8F4A72-C6B7-B440-C424-BD9FCCC0344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30548" y="2210510"/>
                <a:ext cx="360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F272C89-1368-1C06-DAC6-33D746079875}"/>
                  </a:ext>
                </a:extLst>
              </p14:cNvPr>
              <p14:cNvContentPartPr/>
              <p14:nvPr/>
            </p14:nvContentPartPr>
            <p14:xfrm>
              <a:off x="3253508" y="2634230"/>
              <a:ext cx="153000" cy="199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F272C89-1368-1C06-DAC6-33D74607987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35508" y="2616590"/>
                <a:ext cx="18864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E0A366ED-74C4-F6D6-65C8-CEBED677D7C4}"/>
              </a:ext>
            </a:extLst>
          </p:cNvPr>
          <p:cNvGrpSpPr/>
          <p:nvPr/>
        </p:nvGrpSpPr>
        <p:grpSpPr>
          <a:xfrm>
            <a:off x="3278348" y="3000350"/>
            <a:ext cx="134280" cy="530280"/>
            <a:chOff x="3278348" y="3000350"/>
            <a:chExt cx="134280" cy="53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C241EDA-1281-E9E2-044C-9336424753F2}"/>
                    </a:ext>
                  </a:extLst>
                </p14:cNvPr>
                <p14:cNvContentPartPr/>
                <p14:nvPr/>
              </p14:nvContentPartPr>
              <p14:xfrm>
                <a:off x="3344228" y="3000350"/>
                <a:ext cx="7920" cy="24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C241EDA-1281-E9E2-044C-9336424753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26228" y="2982350"/>
                  <a:ext cx="435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B997E3-C8F5-6555-441D-E1ED53C782FE}"/>
                    </a:ext>
                  </a:extLst>
                </p14:cNvPr>
                <p14:cNvContentPartPr/>
                <p14:nvPr/>
              </p14:nvContentPartPr>
              <p14:xfrm>
                <a:off x="3278348" y="3349910"/>
                <a:ext cx="134280" cy="180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B997E3-C8F5-6555-441D-E1ED53C782F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60708" y="3331910"/>
                  <a:ext cx="1699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1DF1C71-F911-255C-A941-76265FC04444}"/>
              </a:ext>
            </a:extLst>
          </p:cNvPr>
          <p:cNvGrpSpPr/>
          <p:nvPr/>
        </p:nvGrpSpPr>
        <p:grpSpPr>
          <a:xfrm>
            <a:off x="3247388" y="3744830"/>
            <a:ext cx="124920" cy="879480"/>
            <a:chOff x="3247388" y="3744830"/>
            <a:chExt cx="124920" cy="87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70E82D-E337-73A9-381C-550EC3810926}"/>
                    </a:ext>
                  </a:extLst>
                </p14:cNvPr>
                <p14:cNvContentPartPr/>
                <p14:nvPr/>
              </p14:nvContentPartPr>
              <p14:xfrm>
                <a:off x="3299228" y="3744830"/>
                <a:ext cx="6480" cy="22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70E82D-E337-73A9-381C-550EC38109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81588" y="3727190"/>
                  <a:ext cx="42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176D42-FA22-44C0-70A6-DA5790B432B5}"/>
                    </a:ext>
                  </a:extLst>
                </p14:cNvPr>
                <p14:cNvContentPartPr/>
                <p14:nvPr/>
              </p14:nvContentPartPr>
              <p14:xfrm>
                <a:off x="3247388" y="4105190"/>
                <a:ext cx="116640" cy="21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176D42-FA22-44C0-70A6-DA5790B432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29748" y="4087550"/>
                  <a:ext cx="152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899DC9-2201-DB84-1ED5-55B8742FDA2E}"/>
                    </a:ext>
                  </a:extLst>
                </p14:cNvPr>
                <p14:cNvContentPartPr/>
                <p14:nvPr/>
              </p14:nvContentPartPr>
              <p14:xfrm>
                <a:off x="3360788" y="4452230"/>
                <a:ext cx="11520" cy="172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899DC9-2201-DB84-1ED5-55B8742FDA2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43148" y="4434230"/>
                  <a:ext cx="4716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49A8357-D0F2-4704-71D4-E3A0B379687C}"/>
                  </a:ext>
                </a:extLst>
              </p14:cNvPr>
              <p14:cNvContentPartPr/>
              <p14:nvPr/>
            </p14:nvContentPartPr>
            <p14:xfrm>
              <a:off x="2417948" y="2158670"/>
              <a:ext cx="157320" cy="236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49A8357-D0F2-4704-71D4-E3A0B379687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399948" y="2140670"/>
                <a:ext cx="1929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4C366E7-08C0-81FD-14D5-3322271994A2}"/>
                  </a:ext>
                </a:extLst>
              </p14:cNvPr>
              <p14:cNvContentPartPr/>
              <p14:nvPr/>
            </p14:nvContentPartPr>
            <p14:xfrm>
              <a:off x="2469428" y="2559710"/>
              <a:ext cx="18000" cy="218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4C366E7-08C0-81FD-14D5-3322271994A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451788" y="2541710"/>
                <a:ext cx="5364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8F7C94C-1E61-4329-C9D6-9BC6C936523E}"/>
              </a:ext>
            </a:extLst>
          </p:cNvPr>
          <p:cNvGrpSpPr/>
          <p:nvPr/>
        </p:nvGrpSpPr>
        <p:grpSpPr>
          <a:xfrm>
            <a:off x="2382668" y="2944910"/>
            <a:ext cx="121680" cy="590040"/>
            <a:chOff x="2382668" y="2944910"/>
            <a:chExt cx="12168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B77B26D-1322-CBAB-FD4A-F2A99CA86E52}"/>
                    </a:ext>
                  </a:extLst>
                </p14:cNvPr>
                <p14:cNvContentPartPr/>
                <p14:nvPr/>
              </p14:nvContentPartPr>
              <p14:xfrm>
                <a:off x="2483108" y="2944910"/>
                <a:ext cx="1440" cy="227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B77B26D-1322-CBAB-FD4A-F2A99CA86E5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65468" y="2927270"/>
                  <a:ext cx="37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622ED3-A40B-F612-C4D5-1FBBB126AC92}"/>
                    </a:ext>
                  </a:extLst>
                </p14:cNvPr>
                <p14:cNvContentPartPr/>
                <p14:nvPr/>
              </p14:nvContentPartPr>
              <p14:xfrm>
                <a:off x="2382668" y="3267830"/>
                <a:ext cx="121680" cy="267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622ED3-A40B-F612-C4D5-1FBBB126AC9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64668" y="3250190"/>
                  <a:ext cx="15732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482D2C2-169D-5D47-2EC5-1F46173BF7A8}"/>
                  </a:ext>
                </a:extLst>
              </p14:cNvPr>
              <p14:cNvContentPartPr/>
              <p14:nvPr/>
            </p14:nvContentPartPr>
            <p14:xfrm>
              <a:off x="2366468" y="3731150"/>
              <a:ext cx="146160" cy="228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482D2C2-169D-5D47-2EC5-1F46173BF7A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348468" y="3713150"/>
                <a:ext cx="1818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5257780-DC2F-20E2-B55A-871DF5C4E892}"/>
                  </a:ext>
                </a:extLst>
              </p14:cNvPr>
              <p14:cNvContentPartPr/>
              <p14:nvPr/>
            </p14:nvContentPartPr>
            <p14:xfrm>
              <a:off x="2407508" y="4103030"/>
              <a:ext cx="720" cy="160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5257780-DC2F-20E2-B55A-871DF5C4E89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89868" y="4085030"/>
                <a:ext cx="363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EA2A639-2DE6-F89D-4934-33CB11B3F8CB}"/>
                  </a:ext>
                </a:extLst>
              </p14:cNvPr>
              <p14:cNvContentPartPr/>
              <p14:nvPr/>
            </p14:nvContentPartPr>
            <p14:xfrm>
              <a:off x="2389148" y="4416950"/>
              <a:ext cx="7920" cy="192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EA2A639-2DE6-F89D-4934-33CB11B3F8C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71148" y="4399310"/>
                <a:ext cx="4356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459EE121-6628-6D73-3E13-728BA7778F5D}"/>
              </a:ext>
            </a:extLst>
          </p:cNvPr>
          <p:cNvGrpSpPr/>
          <p:nvPr/>
        </p:nvGrpSpPr>
        <p:grpSpPr>
          <a:xfrm>
            <a:off x="1462508" y="2190350"/>
            <a:ext cx="156240" cy="623160"/>
            <a:chOff x="1462508" y="2190350"/>
            <a:chExt cx="156240" cy="6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21A42B-FFB7-E310-4427-6FDA30D73453}"/>
                    </a:ext>
                  </a:extLst>
                </p14:cNvPr>
                <p14:cNvContentPartPr/>
                <p14:nvPr/>
              </p14:nvContentPartPr>
              <p14:xfrm>
                <a:off x="1475108" y="2190350"/>
                <a:ext cx="143640" cy="240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21A42B-FFB7-E310-4427-6FDA30D7345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57468" y="2172350"/>
                  <a:ext cx="179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CC45B84-4F2F-DE16-AD29-96948C4CAD30}"/>
                    </a:ext>
                  </a:extLst>
                </p14:cNvPr>
                <p14:cNvContentPartPr/>
                <p14:nvPr/>
              </p14:nvContentPartPr>
              <p14:xfrm>
                <a:off x="1462508" y="2542790"/>
                <a:ext cx="143640" cy="270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CC45B84-4F2F-DE16-AD29-96948C4CAD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444868" y="2524790"/>
                  <a:ext cx="179280" cy="30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D292FB9-C227-18A7-6549-4C3A68651250}"/>
                  </a:ext>
                </a:extLst>
              </p14:cNvPr>
              <p14:cNvContentPartPr/>
              <p14:nvPr/>
            </p14:nvContentPartPr>
            <p14:xfrm>
              <a:off x="1458548" y="2981270"/>
              <a:ext cx="136080" cy="218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D292FB9-C227-18A7-6549-4C3A6865125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440908" y="2963270"/>
                <a:ext cx="171720" cy="25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243A345-46C6-2887-72DA-D20A190BD91F}"/>
              </a:ext>
            </a:extLst>
          </p:cNvPr>
          <p:cNvGrpSpPr/>
          <p:nvPr/>
        </p:nvGrpSpPr>
        <p:grpSpPr>
          <a:xfrm>
            <a:off x="1481228" y="3368630"/>
            <a:ext cx="24480" cy="495000"/>
            <a:chOff x="1481228" y="3368630"/>
            <a:chExt cx="2448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0D80E5F-0A1B-6A18-839C-5A530D81EE15}"/>
                    </a:ext>
                  </a:extLst>
                </p14:cNvPr>
                <p14:cNvContentPartPr/>
                <p14:nvPr/>
              </p14:nvContentPartPr>
              <p14:xfrm>
                <a:off x="1481228" y="3368630"/>
                <a:ext cx="2520" cy="183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0D80E5F-0A1B-6A18-839C-5A530D81EE1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63588" y="3350990"/>
                  <a:ext cx="38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014FCE-493E-EF5F-17B2-B2E24DA5FEF8}"/>
                    </a:ext>
                  </a:extLst>
                </p14:cNvPr>
                <p14:cNvContentPartPr/>
                <p14:nvPr/>
              </p14:nvContentPartPr>
              <p14:xfrm>
                <a:off x="1486628" y="3688310"/>
                <a:ext cx="19080" cy="175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014FCE-493E-EF5F-17B2-B2E24DA5FEF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468628" y="3670670"/>
                  <a:ext cx="547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8169D6-9C98-7852-3D94-359B33B8E7A9}"/>
              </a:ext>
            </a:extLst>
          </p:cNvPr>
          <p:cNvGrpSpPr/>
          <p:nvPr/>
        </p:nvGrpSpPr>
        <p:grpSpPr>
          <a:xfrm>
            <a:off x="1481588" y="4045430"/>
            <a:ext cx="19080" cy="490680"/>
            <a:chOff x="1481588" y="4045430"/>
            <a:chExt cx="1908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28B0D8E-7405-C917-E959-87AAE9347EF9}"/>
                    </a:ext>
                  </a:extLst>
                </p14:cNvPr>
                <p14:cNvContentPartPr/>
                <p14:nvPr/>
              </p14:nvContentPartPr>
              <p14:xfrm>
                <a:off x="1490228" y="4045430"/>
                <a:ext cx="10440" cy="176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28B0D8E-7405-C917-E959-87AAE9347EF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472588" y="4027430"/>
                  <a:ext cx="46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EFF4AA-73D5-1753-62A2-09602F473053}"/>
                    </a:ext>
                  </a:extLst>
                </p14:cNvPr>
                <p14:cNvContentPartPr/>
                <p14:nvPr/>
              </p14:nvContentPartPr>
              <p14:xfrm>
                <a:off x="1481588" y="4356110"/>
                <a:ext cx="11520" cy="180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EFF4AA-73D5-1753-62A2-09602F47305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63588" y="4338110"/>
                  <a:ext cx="47160" cy="215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4F617D5-BE71-8B4E-DA17-1F87121D245C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829050" y="1739997"/>
            <a:ext cx="2804403" cy="2993395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BA799AEF-CD59-BE3C-389F-618A9FE12F31}"/>
              </a:ext>
            </a:extLst>
          </p:cNvPr>
          <p:cNvGrpSpPr/>
          <p:nvPr/>
        </p:nvGrpSpPr>
        <p:grpSpPr>
          <a:xfrm>
            <a:off x="4122548" y="1259390"/>
            <a:ext cx="334800" cy="345960"/>
            <a:chOff x="4122548" y="1259390"/>
            <a:chExt cx="3348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D98E03-3C28-4749-46D1-2C34FAA89C60}"/>
                    </a:ext>
                  </a:extLst>
                </p14:cNvPr>
                <p14:cNvContentPartPr/>
                <p14:nvPr/>
              </p14:nvContentPartPr>
              <p14:xfrm>
                <a:off x="4122548" y="1259390"/>
                <a:ext cx="174960" cy="254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D98E03-3C28-4749-46D1-2C34FAA89C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04908" y="1241390"/>
                  <a:ext cx="210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533A16-3903-12F1-7F0E-696340B44554}"/>
                    </a:ext>
                  </a:extLst>
                </p14:cNvPr>
                <p14:cNvContentPartPr/>
                <p14:nvPr/>
              </p14:nvContentPartPr>
              <p14:xfrm>
                <a:off x="4337468" y="1455590"/>
                <a:ext cx="119880" cy="149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533A16-3903-12F1-7F0E-696340B445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19468" y="1437950"/>
                  <a:ext cx="15552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3914197-7D27-17BB-4959-0E86A1E068F3}"/>
              </a:ext>
            </a:extLst>
          </p:cNvPr>
          <p:cNvGrpSpPr/>
          <p:nvPr/>
        </p:nvGrpSpPr>
        <p:grpSpPr>
          <a:xfrm>
            <a:off x="4966748" y="1279550"/>
            <a:ext cx="379800" cy="387720"/>
            <a:chOff x="4966748" y="1279550"/>
            <a:chExt cx="37980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72DCEC-859A-8F69-7D3D-399FAEB4CE54}"/>
                    </a:ext>
                  </a:extLst>
                </p14:cNvPr>
                <p14:cNvContentPartPr/>
                <p14:nvPr/>
              </p14:nvContentPartPr>
              <p14:xfrm>
                <a:off x="4966748" y="1279550"/>
                <a:ext cx="150840" cy="281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72DCEC-859A-8F69-7D3D-399FAEB4CE5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48748" y="1261910"/>
                  <a:ext cx="1864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7CB4E75-164E-0F83-90C6-377D1CEE6E3A}"/>
                    </a:ext>
                  </a:extLst>
                </p14:cNvPr>
                <p14:cNvContentPartPr/>
                <p14:nvPr/>
              </p14:nvContentPartPr>
              <p14:xfrm>
                <a:off x="5177348" y="1511030"/>
                <a:ext cx="169200" cy="156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7CB4E75-164E-0F83-90C6-377D1CEE6E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9708" y="1493030"/>
                  <a:ext cx="20484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E660506-B49A-B102-947F-5801B8FC1F83}"/>
              </a:ext>
            </a:extLst>
          </p:cNvPr>
          <p:cNvGrpSpPr/>
          <p:nvPr/>
        </p:nvGrpSpPr>
        <p:grpSpPr>
          <a:xfrm>
            <a:off x="5980868" y="1287470"/>
            <a:ext cx="309240" cy="375480"/>
            <a:chOff x="5980868" y="1287470"/>
            <a:chExt cx="30924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397D95D-24FF-CF1D-A0A3-82B4258AC1CE}"/>
                    </a:ext>
                  </a:extLst>
                </p14:cNvPr>
                <p14:cNvContentPartPr/>
                <p14:nvPr/>
              </p14:nvContentPartPr>
              <p14:xfrm>
                <a:off x="5980868" y="1287470"/>
                <a:ext cx="155880" cy="26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397D95D-24FF-CF1D-A0A3-82B4258AC1C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63228" y="1269830"/>
                  <a:ext cx="1915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6AF554-B3F3-9D96-3DCD-F268328C37A1}"/>
                    </a:ext>
                  </a:extLst>
                </p14:cNvPr>
                <p14:cNvContentPartPr/>
                <p14:nvPr/>
              </p14:nvContentPartPr>
              <p14:xfrm>
                <a:off x="6245828" y="1452350"/>
                <a:ext cx="44280" cy="210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6AF554-B3F3-9D96-3DCD-F268328C37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27828" y="1434710"/>
                  <a:ext cx="7992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B5F5873-055C-E16B-1603-492F214ABA1C}"/>
              </a:ext>
            </a:extLst>
          </p:cNvPr>
          <p:cNvGrpSpPr/>
          <p:nvPr/>
        </p:nvGrpSpPr>
        <p:grpSpPr>
          <a:xfrm>
            <a:off x="4256828" y="1736030"/>
            <a:ext cx="155160" cy="268200"/>
            <a:chOff x="4256828" y="1736030"/>
            <a:chExt cx="1551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83B3EC-688B-669A-CAA6-E919CD082C3A}"/>
                    </a:ext>
                  </a:extLst>
                </p14:cNvPr>
                <p14:cNvContentPartPr/>
                <p14:nvPr/>
              </p14:nvContentPartPr>
              <p14:xfrm>
                <a:off x="4365188" y="1736030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83B3EC-688B-669A-CAA6-E919CD082C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47188" y="17183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7ECF112-1C4F-C7A1-941C-8D52E9C85687}"/>
                    </a:ext>
                  </a:extLst>
                </p14:cNvPr>
                <p14:cNvContentPartPr/>
                <p14:nvPr/>
              </p14:nvContentPartPr>
              <p14:xfrm>
                <a:off x="4256828" y="1802630"/>
                <a:ext cx="155160" cy="201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7ECF112-1C4F-C7A1-941C-8D52E9C856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38828" y="1784630"/>
                  <a:ext cx="19080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8911039-ECAB-E405-EED3-320847B2BE29}"/>
                  </a:ext>
                </a:extLst>
              </p14:cNvPr>
              <p14:cNvContentPartPr/>
              <p14:nvPr/>
            </p14:nvContentPartPr>
            <p14:xfrm>
              <a:off x="5138108" y="1823870"/>
              <a:ext cx="186120" cy="184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8911039-ECAB-E405-EED3-320847B2BE2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120468" y="1805870"/>
                <a:ext cx="2217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E226549-6555-853A-F2BE-AF2E4267E984}"/>
                  </a:ext>
                </a:extLst>
              </p14:cNvPr>
              <p14:cNvContentPartPr/>
              <p14:nvPr/>
            </p14:nvContentPartPr>
            <p14:xfrm>
              <a:off x="6157988" y="1825670"/>
              <a:ext cx="209880" cy="177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E226549-6555-853A-F2BE-AF2E4267E98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39988" y="1807670"/>
                <a:ext cx="245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A5FCEC9-A6CE-6EC2-4995-ECF63C505146}"/>
                  </a:ext>
                </a:extLst>
              </p14:cNvPr>
              <p14:cNvContentPartPr/>
              <p14:nvPr/>
            </p14:nvContentPartPr>
            <p14:xfrm>
              <a:off x="4309748" y="2201510"/>
              <a:ext cx="15480" cy="219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A5FCEC9-A6CE-6EC2-4995-ECF63C50514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91748" y="2183870"/>
                <a:ext cx="511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A3DC2F5-6676-D693-C17F-E38A2D64CE19}"/>
                  </a:ext>
                </a:extLst>
              </p14:cNvPr>
              <p14:cNvContentPartPr/>
              <p14:nvPr/>
            </p14:nvContentPartPr>
            <p14:xfrm>
              <a:off x="5261228" y="2190350"/>
              <a:ext cx="13320" cy="178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A3DC2F5-6676-D693-C17F-E38A2D64CE1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43228" y="2172710"/>
                <a:ext cx="489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E18C596-28CF-1390-5A3C-2142F0B0B006}"/>
                  </a:ext>
                </a:extLst>
              </p14:cNvPr>
              <p14:cNvContentPartPr/>
              <p14:nvPr/>
            </p14:nvContentPartPr>
            <p14:xfrm>
              <a:off x="6260588" y="2180270"/>
              <a:ext cx="360" cy="202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E18C596-28CF-1390-5A3C-2142F0B0B00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242948" y="2162270"/>
                <a:ext cx="360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6D74EA2-5586-EDB5-6568-A6C34D191DC9}"/>
                  </a:ext>
                </a:extLst>
              </p14:cNvPr>
              <p14:cNvContentPartPr/>
              <p14:nvPr/>
            </p14:nvContentPartPr>
            <p14:xfrm>
              <a:off x="4294628" y="2587790"/>
              <a:ext cx="12960" cy="1868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6D74EA2-5586-EDB5-6568-A6C34D191DC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76988" y="2569790"/>
                <a:ext cx="486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BEA41A0-F799-C47B-1760-A05B50658502}"/>
                  </a:ext>
                </a:extLst>
              </p14:cNvPr>
              <p14:cNvContentPartPr/>
              <p14:nvPr/>
            </p14:nvContentPartPr>
            <p14:xfrm>
              <a:off x="5242508" y="2537390"/>
              <a:ext cx="3960" cy="2023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BEA41A0-F799-C47B-1760-A05B5065850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224868" y="2519750"/>
                <a:ext cx="396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6DD163A-0059-5AEA-C58C-C7989DB4B7E7}"/>
                  </a:ext>
                </a:extLst>
              </p14:cNvPr>
              <p14:cNvContentPartPr/>
              <p14:nvPr/>
            </p14:nvContentPartPr>
            <p14:xfrm>
              <a:off x="6174548" y="2544950"/>
              <a:ext cx="120960" cy="195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6DD163A-0059-5AEA-C58C-C7989DB4B7E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156908" y="2527310"/>
                <a:ext cx="1566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DE5F4F7-4482-61CC-A48E-D717E923C31F}"/>
                  </a:ext>
                </a:extLst>
              </p14:cNvPr>
              <p14:cNvContentPartPr/>
              <p14:nvPr/>
            </p14:nvContentPartPr>
            <p14:xfrm>
              <a:off x="4274828" y="2950670"/>
              <a:ext cx="26640" cy="2296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DE5F4F7-4482-61CC-A48E-D717E923C31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56828" y="2932670"/>
                <a:ext cx="622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F903CF4-ADCB-6420-DFD1-66B9AF73202A}"/>
                  </a:ext>
                </a:extLst>
              </p14:cNvPr>
              <p14:cNvContentPartPr/>
              <p14:nvPr/>
            </p14:nvContentPartPr>
            <p14:xfrm>
              <a:off x="5175188" y="2957510"/>
              <a:ext cx="145440" cy="1875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F903CF4-ADCB-6420-DFD1-66B9AF73202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57548" y="2939870"/>
                <a:ext cx="1810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130DCC8-254F-E8AA-AEF2-3AE7CA533F99}"/>
                  </a:ext>
                </a:extLst>
              </p14:cNvPr>
              <p14:cNvContentPartPr/>
              <p14:nvPr/>
            </p14:nvContentPartPr>
            <p14:xfrm>
              <a:off x="6278228" y="2969750"/>
              <a:ext cx="3960" cy="210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130DCC8-254F-E8AA-AEF2-3AE7CA533F9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60588" y="2951750"/>
                <a:ext cx="396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377EB04-D663-B831-EC83-AFC9CBE5CB2F}"/>
                  </a:ext>
                </a:extLst>
              </p14:cNvPr>
              <p14:cNvContentPartPr/>
              <p14:nvPr/>
            </p14:nvContentPartPr>
            <p14:xfrm>
              <a:off x="4298228" y="3318590"/>
              <a:ext cx="33480" cy="241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377EB04-D663-B831-EC83-AFC9CBE5CB2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80588" y="3300590"/>
                <a:ext cx="6912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04082E0-31F5-02D9-8C65-6B57E3E9F2C3}"/>
              </a:ext>
            </a:extLst>
          </p:cNvPr>
          <p:cNvGrpSpPr/>
          <p:nvPr/>
        </p:nvGrpSpPr>
        <p:grpSpPr>
          <a:xfrm>
            <a:off x="7929188" y="662870"/>
            <a:ext cx="3949560" cy="1682640"/>
            <a:chOff x="7929188" y="662870"/>
            <a:chExt cx="3949560" cy="168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9C3A735-50B4-8103-5A26-1234B25C7D97}"/>
                    </a:ext>
                  </a:extLst>
                </p14:cNvPr>
                <p14:cNvContentPartPr/>
                <p14:nvPr/>
              </p14:nvContentPartPr>
              <p14:xfrm>
                <a:off x="10368548" y="846470"/>
                <a:ext cx="133200" cy="186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9C3A735-50B4-8103-5A26-1234B25C7D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50908" y="828830"/>
                  <a:ext cx="1688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3CBDF4-FDB6-9544-EDAE-C2A4BE6AA791}"/>
                    </a:ext>
                  </a:extLst>
                </p14:cNvPr>
                <p14:cNvContentPartPr/>
                <p14:nvPr/>
              </p14:nvContentPartPr>
              <p14:xfrm>
                <a:off x="10473308" y="662870"/>
                <a:ext cx="29880" cy="391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3CBDF4-FDB6-9544-EDAE-C2A4BE6AA79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55308" y="644870"/>
                  <a:ext cx="655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EB8598-4C45-BA91-F8B1-007688EF7ED8}"/>
                    </a:ext>
                  </a:extLst>
                </p14:cNvPr>
                <p14:cNvContentPartPr/>
                <p14:nvPr/>
              </p14:nvContentPartPr>
              <p14:xfrm>
                <a:off x="10583108" y="845750"/>
                <a:ext cx="40680" cy="167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EB8598-4C45-BA91-F8B1-007688EF7ED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65108" y="828110"/>
                  <a:ext cx="76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D8D67F8-28A0-2318-E9AA-80D77D9E9966}"/>
                    </a:ext>
                  </a:extLst>
                </p14:cNvPr>
                <p14:cNvContentPartPr/>
                <p14:nvPr/>
              </p14:nvContentPartPr>
              <p14:xfrm>
                <a:off x="10599308" y="745310"/>
                <a:ext cx="3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D8D67F8-28A0-2318-E9AA-80D77D9E99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81668" y="7273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5FC6FE-4167-3ADB-0799-517064D75ABB}"/>
                    </a:ext>
                  </a:extLst>
                </p14:cNvPr>
                <p14:cNvContentPartPr/>
                <p14:nvPr/>
              </p14:nvContentPartPr>
              <p14:xfrm>
                <a:off x="10774988" y="666470"/>
                <a:ext cx="128520" cy="382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5FC6FE-4167-3ADB-0799-517064D75AB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57348" y="648830"/>
                  <a:ext cx="1641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2BE45CE-B064-7B22-8588-B0081E516FAB}"/>
                    </a:ext>
                  </a:extLst>
                </p14:cNvPr>
                <p14:cNvContentPartPr/>
                <p14:nvPr/>
              </p14:nvContentPartPr>
              <p14:xfrm>
                <a:off x="10977308" y="822350"/>
                <a:ext cx="120960" cy="185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2BE45CE-B064-7B22-8588-B0081E516F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59308" y="804350"/>
                  <a:ext cx="1566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231A107-5D9F-8689-CD93-2B0E046D8195}"/>
                    </a:ext>
                  </a:extLst>
                </p14:cNvPr>
                <p14:cNvContentPartPr/>
                <p14:nvPr/>
              </p14:nvContentPartPr>
              <p14:xfrm>
                <a:off x="11130308" y="826670"/>
                <a:ext cx="143640" cy="324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231A107-5D9F-8689-CD93-2B0E046D819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12668" y="808670"/>
                  <a:ext cx="1792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491C020-FE41-027C-27C5-DEB0BFEB224F}"/>
                    </a:ext>
                  </a:extLst>
                </p14:cNvPr>
                <p14:cNvContentPartPr/>
                <p14:nvPr/>
              </p14:nvContentPartPr>
              <p14:xfrm>
                <a:off x="11327588" y="845750"/>
                <a:ext cx="132120" cy="19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491C020-FE41-027C-27C5-DEB0BFEB224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309588" y="827750"/>
                  <a:ext cx="167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412D7F0-88A1-EB4F-D9F3-B1A26A7A7C9A}"/>
                    </a:ext>
                  </a:extLst>
                </p14:cNvPr>
                <p14:cNvContentPartPr/>
                <p14:nvPr/>
              </p14:nvContentPartPr>
              <p14:xfrm>
                <a:off x="11539628" y="855830"/>
                <a:ext cx="196200" cy="225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412D7F0-88A1-EB4F-D9F3-B1A26A7A7C9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21628" y="838190"/>
                  <a:ext cx="231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F92EF8-AC0A-AEEA-A804-69CD09A7CD17}"/>
                    </a:ext>
                  </a:extLst>
                </p14:cNvPr>
                <p14:cNvContentPartPr/>
                <p14:nvPr/>
              </p14:nvContentPartPr>
              <p14:xfrm>
                <a:off x="10340828" y="1197110"/>
                <a:ext cx="149760" cy="333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F92EF8-AC0A-AEEA-A804-69CD09A7CD1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22828" y="1179470"/>
                  <a:ext cx="1854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1E8D429-D486-CDD0-D39A-DFCF1AD9BB93}"/>
                    </a:ext>
                  </a:extLst>
                </p14:cNvPr>
                <p14:cNvContentPartPr/>
                <p14:nvPr/>
              </p14:nvContentPartPr>
              <p14:xfrm>
                <a:off x="10539188" y="1337870"/>
                <a:ext cx="149760" cy="222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1E8D429-D486-CDD0-D39A-DFCF1AD9BB9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21548" y="1320230"/>
                  <a:ext cx="185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81BD245-F858-50C4-45E8-5FB47D5FBE39}"/>
                    </a:ext>
                  </a:extLst>
                </p14:cNvPr>
                <p14:cNvContentPartPr/>
                <p14:nvPr/>
              </p14:nvContentPartPr>
              <p14:xfrm>
                <a:off x="10726028" y="1327790"/>
                <a:ext cx="93960" cy="153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81BD245-F858-50C4-45E8-5FB47D5FBE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708388" y="1310150"/>
                  <a:ext cx="129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03AA78C-4D04-CD0F-3FC6-A54E44E4EE2F}"/>
                    </a:ext>
                  </a:extLst>
                </p14:cNvPr>
                <p14:cNvContentPartPr/>
                <p14:nvPr/>
              </p14:nvContentPartPr>
              <p14:xfrm>
                <a:off x="10877948" y="1313390"/>
                <a:ext cx="111240" cy="194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03AA78C-4D04-CD0F-3FC6-A54E44E4EE2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859948" y="1295750"/>
                  <a:ext cx="146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09A9823-F665-4E71-9021-1D4313A92484}"/>
                    </a:ext>
                  </a:extLst>
                </p14:cNvPr>
                <p14:cNvContentPartPr/>
                <p14:nvPr/>
              </p14:nvContentPartPr>
              <p14:xfrm>
                <a:off x="11105108" y="1155350"/>
                <a:ext cx="156240" cy="356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09A9823-F665-4E71-9021-1D4313A924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087468" y="1137710"/>
                  <a:ext cx="1918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EA9B46C-2982-ECB2-11EE-967452EF6B9C}"/>
                    </a:ext>
                  </a:extLst>
                </p14:cNvPr>
                <p14:cNvContentPartPr/>
                <p14:nvPr/>
              </p14:nvContentPartPr>
              <p14:xfrm>
                <a:off x="11334788" y="1291790"/>
                <a:ext cx="120960" cy="204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EA9B46C-2982-ECB2-11EE-967452EF6B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17148" y="1274150"/>
                  <a:ext cx="156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C4E84D-62D8-4B8E-9E69-593F758AC3F0}"/>
                    </a:ext>
                  </a:extLst>
                </p14:cNvPr>
                <p14:cNvContentPartPr/>
                <p14:nvPr/>
              </p14:nvContentPartPr>
              <p14:xfrm>
                <a:off x="11493548" y="1152110"/>
                <a:ext cx="164160" cy="404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C4E84D-62D8-4B8E-9E69-593F758AC3F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475908" y="1134110"/>
                  <a:ext cx="199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FD67E9D-6A38-7CB7-DD0A-EF40CA4A31EF}"/>
                    </a:ext>
                  </a:extLst>
                </p14:cNvPr>
                <p14:cNvContentPartPr/>
                <p14:nvPr/>
              </p14:nvContentPartPr>
              <p14:xfrm>
                <a:off x="11819708" y="1519310"/>
                <a:ext cx="59040" cy="86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FD67E9D-6A38-7CB7-DD0A-EF40CA4A31E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802068" y="1501310"/>
                  <a:ext cx="94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A865170-1339-8C3E-88E1-7DFFA064C45B}"/>
                    </a:ext>
                  </a:extLst>
                </p14:cNvPr>
                <p14:cNvContentPartPr/>
                <p14:nvPr/>
              </p14:nvContentPartPr>
              <p14:xfrm>
                <a:off x="8123588" y="1235630"/>
                <a:ext cx="64080" cy="315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A865170-1339-8C3E-88E1-7DFFA064C4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105948" y="1217990"/>
                  <a:ext cx="99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D0299C-9BAE-982D-BEE5-3A64D2DE48DB}"/>
                    </a:ext>
                  </a:extLst>
                </p14:cNvPr>
                <p14:cNvContentPartPr/>
                <p14:nvPr/>
              </p14:nvContentPartPr>
              <p14:xfrm>
                <a:off x="7929188" y="1137350"/>
                <a:ext cx="12960" cy="68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D0299C-9BAE-982D-BEE5-3A64D2DE48D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11188" y="1119350"/>
                  <a:ext cx="48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A485C3B-3D77-7121-453D-BCF0B896EDC4}"/>
                    </a:ext>
                  </a:extLst>
                </p14:cNvPr>
                <p14:cNvContentPartPr/>
                <p14:nvPr/>
              </p14:nvContentPartPr>
              <p14:xfrm>
                <a:off x="7941788" y="1137350"/>
                <a:ext cx="36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A485C3B-3D77-7121-453D-BCF0B896EDC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23788" y="11193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42701AD-B07F-713B-7943-6BC276769AE3}"/>
                    </a:ext>
                  </a:extLst>
                </p14:cNvPr>
                <p14:cNvContentPartPr/>
                <p14:nvPr/>
              </p14:nvContentPartPr>
              <p14:xfrm>
                <a:off x="7941788" y="1137350"/>
                <a:ext cx="38160" cy="85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42701AD-B07F-713B-7943-6BC276769A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23788" y="1119350"/>
                  <a:ext cx="73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7293227-2A9D-9E1E-F381-5E29F03C0C26}"/>
                    </a:ext>
                  </a:extLst>
                </p14:cNvPr>
                <p14:cNvContentPartPr/>
                <p14:nvPr/>
              </p14:nvContentPartPr>
              <p14:xfrm>
                <a:off x="8271908" y="1164710"/>
                <a:ext cx="19080" cy="64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7293227-2A9D-9E1E-F381-5E29F03C0C2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53908" y="1146710"/>
                  <a:ext cx="54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E13B84D-D823-B11A-E203-3BAA44D7F2E5}"/>
                    </a:ext>
                  </a:extLst>
                </p14:cNvPr>
                <p14:cNvContentPartPr/>
                <p14:nvPr/>
              </p14:nvContentPartPr>
              <p14:xfrm>
                <a:off x="8290628" y="1161110"/>
                <a:ext cx="52920" cy="97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E13B84D-D823-B11A-E203-3BAA44D7F2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72988" y="1143110"/>
                  <a:ext cx="88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CD211B-B7F5-83CB-78AF-FC4E7A982B7B}"/>
                    </a:ext>
                  </a:extLst>
                </p14:cNvPr>
                <p14:cNvContentPartPr/>
                <p14:nvPr/>
              </p14:nvContentPartPr>
              <p14:xfrm>
                <a:off x="8918108" y="810470"/>
                <a:ext cx="112320" cy="374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CD211B-B7F5-83CB-78AF-FC4E7A982B7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00108" y="792470"/>
                  <a:ext cx="1479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1DB500-7DA6-3F63-92EB-22744DCD7517}"/>
                    </a:ext>
                  </a:extLst>
                </p14:cNvPr>
                <p14:cNvContentPartPr/>
                <p14:nvPr/>
              </p14:nvContentPartPr>
              <p14:xfrm>
                <a:off x="9126548" y="872030"/>
                <a:ext cx="120960" cy="217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1DB500-7DA6-3F63-92EB-22744DCD751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08908" y="854030"/>
                  <a:ext cx="1566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82B73E-50CC-EFB8-8125-2E702BB366B4}"/>
                    </a:ext>
                  </a:extLst>
                </p14:cNvPr>
                <p14:cNvContentPartPr/>
                <p14:nvPr/>
              </p14:nvContentPartPr>
              <p14:xfrm>
                <a:off x="9225908" y="707870"/>
                <a:ext cx="26640" cy="392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82B73E-50CC-EFB8-8125-2E702BB366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08268" y="690230"/>
                  <a:ext cx="622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267396-59B1-698F-979D-BADF6E0EAA88}"/>
                    </a:ext>
                  </a:extLst>
                </p14:cNvPr>
                <p14:cNvContentPartPr/>
                <p14:nvPr/>
              </p14:nvContentPartPr>
              <p14:xfrm>
                <a:off x="9337508" y="912350"/>
                <a:ext cx="55440" cy="237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D267396-59B1-698F-979D-BADF6E0EAA8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19868" y="894710"/>
                  <a:ext cx="910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C75465-1F85-64F8-5AF4-C775307DE7FB}"/>
                    </a:ext>
                  </a:extLst>
                </p14:cNvPr>
                <p14:cNvContentPartPr/>
                <p14:nvPr/>
              </p14:nvContentPartPr>
              <p14:xfrm>
                <a:off x="9356588" y="801830"/>
                <a:ext cx="30600" cy="2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C75465-1F85-64F8-5AF4-C775307DE7F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38588" y="783830"/>
                  <a:ext cx="66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4B66432-B857-B1CF-9F5A-A075F7BFA5EB}"/>
                    </a:ext>
                  </a:extLst>
                </p14:cNvPr>
                <p14:cNvContentPartPr/>
                <p14:nvPr/>
              </p14:nvContentPartPr>
              <p14:xfrm>
                <a:off x="9520388" y="896510"/>
                <a:ext cx="254160" cy="419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4B66432-B857-B1CF-9F5A-A075F7BFA5E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02388" y="878870"/>
                  <a:ext cx="2898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3D08C4A-6C78-6434-A254-BE224D73FE21}"/>
                    </a:ext>
                  </a:extLst>
                </p14:cNvPr>
                <p14:cNvContentPartPr/>
                <p14:nvPr/>
              </p14:nvContentPartPr>
              <p14:xfrm>
                <a:off x="9731708" y="853670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3D08C4A-6C78-6434-A254-BE224D73FE2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4068" y="8360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07B513-A280-31AC-F4D2-60ED0DA2C84D}"/>
                    </a:ext>
                  </a:extLst>
                </p14:cNvPr>
                <p14:cNvContentPartPr/>
                <p14:nvPr/>
              </p14:nvContentPartPr>
              <p14:xfrm>
                <a:off x="9882548" y="782390"/>
                <a:ext cx="41400" cy="336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07B513-A280-31AC-F4D2-60ED0DA2C84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64548" y="764750"/>
                  <a:ext cx="770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D13A844-5401-D43D-560E-DD896E5F1945}"/>
                    </a:ext>
                  </a:extLst>
                </p14:cNvPr>
                <p14:cNvContentPartPr/>
                <p14:nvPr/>
              </p14:nvContentPartPr>
              <p14:xfrm>
                <a:off x="9862388" y="888590"/>
                <a:ext cx="172440" cy="37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D13A844-5401-D43D-560E-DD896E5F194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844748" y="870950"/>
                  <a:ext cx="208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791E7E1-4768-E8CB-1C5C-DEACD9F31C77}"/>
                    </a:ext>
                  </a:extLst>
                </p14:cNvPr>
                <p14:cNvContentPartPr/>
                <p14:nvPr/>
              </p14:nvContentPartPr>
              <p14:xfrm>
                <a:off x="8594468" y="1245350"/>
                <a:ext cx="21960" cy="326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791E7E1-4768-E8CB-1C5C-DEACD9F31C7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76468" y="1227710"/>
                  <a:ext cx="576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5E6B7A-8793-C8BD-5B94-5673FD2ADD54}"/>
                    </a:ext>
                  </a:extLst>
                </p14:cNvPr>
                <p14:cNvContentPartPr/>
                <p14:nvPr/>
              </p14:nvContentPartPr>
              <p14:xfrm>
                <a:off x="8529308" y="1384670"/>
                <a:ext cx="136080" cy="2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5E6B7A-8793-C8BD-5B94-5673FD2ADD5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511308" y="1367030"/>
                  <a:ext cx="171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EC3A69C-3BCF-CFE5-40BA-0753F824EE7D}"/>
                    </a:ext>
                  </a:extLst>
                </p14:cNvPr>
                <p14:cNvContentPartPr/>
                <p14:nvPr/>
              </p14:nvContentPartPr>
              <p14:xfrm>
                <a:off x="8720108" y="1435430"/>
                <a:ext cx="156240" cy="183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EC3A69C-3BCF-CFE5-40BA-0753F824EE7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702108" y="1417430"/>
                  <a:ext cx="19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CB49312-390E-DF9D-AC8A-A2B18BB7D20B}"/>
                    </a:ext>
                  </a:extLst>
                </p14:cNvPr>
                <p14:cNvContentPartPr/>
                <p14:nvPr/>
              </p14:nvContentPartPr>
              <p14:xfrm>
                <a:off x="8901908" y="1401590"/>
                <a:ext cx="105480" cy="163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CB49312-390E-DF9D-AC8A-A2B18BB7D20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884268" y="1383950"/>
                  <a:ext cx="141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83360B1-6BA8-CB69-DC77-4EC72ABF7343}"/>
                    </a:ext>
                  </a:extLst>
                </p14:cNvPr>
                <p14:cNvContentPartPr/>
                <p14:nvPr/>
              </p14:nvContentPartPr>
              <p14:xfrm>
                <a:off x="9058508" y="1416350"/>
                <a:ext cx="174240" cy="152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83360B1-6BA8-CB69-DC77-4EC72ABF734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40508" y="1398350"/>
                  <a:ext cx="209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AFD86BC-9504-0D0B-8CAB-FAED75A33344}"/>
                    </a:ext>
                  </a:extLst>
                </p14:cNvPr>
                <p14:cNvContentPartPr/>
                <p14:nvPr/>
              </p14:nvContentPartPr>
              <p14:xfrm>
                <a:off x="9276308" y="1261910"/>
                <a:ext cx="34560" cy="32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AFD86BC-9504-0D0B-8CAB-FAED75A3334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58308" y="1244270"/>
                  <a:ext cx="702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EF7707D-942D-828E-E606-64766EA3AA20}"/>
                    </a:ext>
                  </a:extLst>
                </p14:cNvPr>
                <p14:cNvContentPartPr/>
                <p14:nvPr/>
              </p14:nvContentPartPr>
              <p14:xfrm>
                <a:off x="9311228" y="1380350"/>
                <a:ext cx="114480" cy="151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EF7707D-942D-828E-E606-64766EA3AA2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293588" y="1362350"/>
                  <a:ext cx="150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A9D8255-56E9-60D7-F6FB-65E52570B2C9}"/>
                    </a:ext>
                  </a:extLst>
                </p14:cNvPr>
                <p14:cNvContentPartPr/>
                <p14:nvPr/>
              </p14:nvContentPartPr>
              <p14:xfrm>
                <a:off x="9458108" y="1230950"/>
                <a:ext cx="167400" cy="348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A9D8255-56E9-60D7-F6FB-65E52570B2C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440468" y="1213310"/>
                  <a:ext cx="2030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279372D-CFE9-0D2D-F679-DD5717E93B6D}"/>
                    </a:ext>
                  </a:extLst>
                </p14:cNvPr>
                <p14:cNvContentPartPr/>
                <p14:nvPr/>
              </p14:nvContentPartPr>
              <p14:xfrm>
                <a:off x="9721988" y="1373510"/>
                <a:ext cx="34200" cy="194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279372D-CFE9-0D2D-F679-DD5717E93B6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03988" y="1355510"/>
                  <a:ext cx="69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A4CAF24-9BAC-7D9B-9E3A-03E8F30E4E0C}"/>
                    </a:ext>
                  </a:extLst>
                </p14:cNvPr>
                <p14:cNvContentPartPr/>
                <p14:nvPr/>
              </p14:nvContentPartPr>
              <p14:xfrm>
                <a:off x="9728108" y="1270550"/>
                <a:ext cx="360" cy="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A4CAF24-9BAC-7D9B-9E3A-03E8F30E4E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10468" y="12529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375EF8-1C93-F94C-C882-1BFFE1F8174C}"/>
                    </a:ext>
                  </a:extLst>
                </p14:cNvPr>
                <p14:cNvContentPartPr/>
                <p14:nvPr/>
              </p14:nvContentPartPr>
              <p14:xfrm>
                <a:off x="9856268" y="1346150"/>
                <a:ext cx="186120" cy="189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375EF8-1C93-F94C-C882-1BFFE1F8174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38268" y="1328510"/>
                  <a:ext cx="221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3DF735A-0925-EEE6-C8B1-11F1214BA76D}"/>
                    </a:ext>
                  </a:extLst>
                </p14:cNvPr>
                <p14:cNvContentPartPr/>
                <p14:nvPr/>
              </p14:nvContentPartPr>
              <p14:xfrm>
                <a:off x="8223668" y="1838990"/>
                <a:ext cx="180720" cy="378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3DF735A-0925-EEE6-C8B1-11F1214BA76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06028" y="1820990"/>
                  <a:ext cx="2163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B19762C-5FDF-980B-5480-2BB8F3D4FA16}"/>
                    </a:ext>
                  </a:extLst>
                </p14:cNvPr>
                <p14:cNvContentPartPr/>
                <p14:nvPr/>
              </p14:nvContentPartPr>
              <p14:xfrm>
                <a:off x="8526788" y="1993790"/>
                <a:ext cx="23400" cy="167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B19762C-5FDF-980B-5480-2BB8F3D4FA1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08788" y="1975790"/>
                  <a:ext cx="59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60F8E05-0BE5-C6C5-F757-03779F62D8D5}"/>
                    </a:ext>
                  </a:extLst>
                </p14:cNvPr>
                <p14:cNvContentPartPr/>
                <p14:nvPr/>
              </p14:nvContentPartPr>
              <p14:xfrm>
                <a:off x="8532908" y="1853750"/>
                <a:ext cx="360" cy="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60F8E05-0BE5-C6C5-F757-03779F62D8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15268" y="183575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B6A49B-F2A1-6069-951B-0AD492DAA4FC}"/>
                    </a:ext>
                  </a:extLst>
                </p14:cNvPr>
                <p14:cNvContentPartPr/>
                <p14:nvPr/>
              </p14:nvContentPartPr>
              <p14:xfrm>
                <a:off x="8596988" y="1939430"/>
                <a:ext cx="361800" cy="406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B6A49B-F2A1-6069-951B-0AD492DAA4F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78988" y="1921790"/>
                  <a:ext cx="3974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24AC665-CA4B-19A7-10AE-B605133DBA36}"/>
                    </a:ext>
                  </a:extLst>
                </p14:cNvPr>
                <p14:cNvContentPartPr/>
                <p14:nvPr/>
              </p14:nvContentPartPr>
              <p14:xfrm>
                <a:off x="8901908" y="1843310"/>
                <a:ext cx="3960" cy="15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24AC665-CA4B-19A7-10AE-B605133DBA3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884268" y="1825670"/>
                  <a:ext cx="39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C4173F1-55C2-5AF7-8A68-D802807AD0FD}"/>
                    </a:ext>
                  </a:extLst>
                </p14:cNvPr>
                <p14:cNvContentPartPr/>
                <p14:nvPr/>
              </p14:nvContentPartPr>
              <p14:xfrm>
                <a:off x="9097748" y="1790390"/>
                <a:ext cx="146160" cy="316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C4173F1-55C2-5AF7-8A68-D802807AD0F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80108" y="1772390"/>
                  <a:ext cx="181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F6EC5B7-26E1-7254-CE8C-E930E2FBB7A1}"/>
                    </a:ext>
                  </a:extLst>
                </p14:cNvPr>
                <p14:cNvContentPartPr/>
                <p14:nvPr/>
              </p14:nvContentPartPr>
              <p14:xfrm>
                <a:off x="9496988" y="1876070"/>
                <a:ext cx="126000" cy="181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F6EC5B7-26E1-7254-CE8C-E930E2FBB7A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78988" y="1858430"/>
                  <a:ext cx="161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5B17AB-221E-B90C-EC69-31C9B548938B}"/>
                    </a:ext>
                  </a:extLst>
                </p14:cNvPr>
                <p14:cNvContentPartPr/>
                <p14:nvPr/>
              </p14:nvContentPartPr>
              <p14:xfrm>
                <a:off x="9572948" y="1637750"/>
                <a:ext cx="86400" cy="435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5B17AB-221E-B90C-EC69-31C9B548938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55308" y="1620110"/>
                  <a:ext cx="1220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86C6A86-06E2-8CC2-D402-3AE551E86CCC}"/>
                    </a:ext>
                  </a:extLst>
                </p14:cNvPr>
                <p14:cNvContentPartPr/>
                <p14:nvPr/>
              </p14:nvContentPartPr>
              <p14:xfrm>
                <a:off x="9733148" y="1836470"/>
                <a:ext cx="33120" cy="185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86C6A86-06E2-8CC2-D402-3AE551E86CC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15148" y="1818830"/>
                  <a:ext cx="68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2531C-3971-AC3C-16CA-08A35BE5722D}"/>
                    </a:ext>
                  </a:extLst>
                </p14:cNvPr>
                <p14:cNvContentPartPr/>
                <p14:nvPr/>
              </p14:nvContentPartPr>
              <p14:xfrm>
                <a:off x="9689228" y="1709030"/>
                <a:ext cx="360" cy="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2531C-3971-AC3C-16CA-08A35BE5722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71228" y="16910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F602BEC-49FE-FC50-EDF1-20030A587023}"/>
                    </a:ext>
                  </a:extLst>
                </p14:cNvPr>
                <p14:cNvContentPartPr/>
                <p14:nvPr/>
              </p14:nvContentPartPr>
              <p14:xfrm>
                <a:off x="9805868" y="1699670"/>
                <a:ext cx="161640" cy="414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F602BEC-49FE-FC50-EDF1-20030A58702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88228" y="1681670"/>
                  <a:ext cx="1972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18902D2-8B79-025F-59AD-245DD25AAFCD}"/>
                    </a:ext>
                  </a:extLst>
                </p14:cNvPr>
                <p14:cNvContentPartPr/>
                <p14:nvPr/>
              </p14:nvContentPartPr>
              <p14:xfrm>
                <a:off x="10042028" y="1890830"/>
                <a:ext cx="140760" cy="209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18902D2-8B79-025F-59AD-245DD25AAFC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24028" y="1872830"/>
                  <a:ext cx="176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9222700-1584-C8D1-4160-A78D973DD271}"/>
                    </a:ext>
                  </a:extLst>
                </p14:cNvPr>
                <p14:cNvContentPartPr/>
                <p14:nvPr/>
              </p14:nvContentPartPr>
              <p14:xfrm>
                <a:off x="10168748" y="1671590"/>
                <a:ext cx="64080" cy="455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9222700-1584-C8D1-4160-A78D973DD27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51108" y="1653950"/>
                  <a:ext cx="997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CA3F74-E72D-E994-DC6E-AF233D38BC37}"/>
                    </a:ext>
                  </a:extLst>
                </p14:cNvPr>
                <p14:cNvContentPartPr/>
                <p14:nvPr/>
              </p14:nvContentPartPr>
              <p14:xfrm>
                <a:off x="10330028" y="1855550"/>
                <a:ext cx="140400" cy="190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CA3F74-E72D-E994-DC6E-AF233D38BC3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12388" y="1837550"/>
                  <a:ext cx="176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574C688-CF10-7BCC-860B-D93BC2FC69B5}"/>
                    </a:ext>
                  </a:extLst>
                </p14:cNvPr>
                <p14:cNvContentPartPr/>
                <p14:nvPr/>
              </p14:nvContentPartPr>
              <p14:xfrm>
                <a:off x="10472588" y="1701110"/>
                <a:ext cx="44280" cy="403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574C688-CF10-7BCC-860B-D93BC2FC69B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454588" y="1683110"/>
                  <a:ext cx="799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FB2EE9-7759-0DF1-1847-71F76681A1A9}"/>
                    </a:ext>
                  </a:extLst>
                </p14:cNvPr>
                <p14:cNvContentPartPr/>
                <p14:nvPr/>
              </p14:nvContentPartPr>
              <p14:xfrm>
                <a:off x="10510388" y="1896590"/>
                <a:ext cx="123120" cy="131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FB2EE9-7759-0DF1-1847-71F76681A1A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92748" y="1878590"/>
                  <a:ext cx="158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514356A-E85A-6570-2901-D5D0E096B73A}"/>
                    </a:ext>
                  </a:extLst>
                </p14:cNvPr>
                <p14:cNvContentPartPr/>
                <p14:nvPr/>
              </p14:nvContentPartPr>
              <p14:xfrm>
                <a:off x="10690748" y="1838990"/>
                <a:ext cx="177840" cy="226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514356A-E85A-6570-2901-D5D0E096B7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72748" y="1820990"/>
                  <a:ext cx="213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80E67D3-2ACE-0DFE-E01E-FA4E56EB520A}"/>
                    </a:ext>
                  </a:extLst>
                </p14:cNvPr>
                <p14:cNvContentPartPr/>
                <p14:nvPr/>
              </p14:nvContentPartPr>
              <p14:xfrm>
                <a:off x="10889468" y="1832510"/>
                <a:ext cx="227520" cy="216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80E67D3-2ACE-0DFE-E01E-FA4E56EB520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871468" y="1814870"/>
                  <a:ext cx="263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61977EC-2E8A-BBCD-CF30-FC6D895F10A7}"/>
                    </a:ext>
                  </a:extLst>
                </p14:cNvPr>
                <p14:cNvContentPartPr/>
                <p14:nvPr/>
              </p14:nvContentPartPr>
              <p14:xfrm>
                <a:off x="11222828" y="1833230"/>
                <a:ext cx="181800" cy="392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61977EC-2E8A-BBCD-CF30-FC6D895F10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204828" y="1815230"/>
                  <a:ext cx="217440" cy="42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F489C497-D31E-F2B7-01E7-DCBF3F3AC25A}"/>
              </a:ext>
            </a:extLst>
          </p:cNvPr>
          <p:cNvGrpSpPr/>
          <p:nvPr/>
        </p:nvGrpSpPr>
        <p:grpSpPr>
          <a:xfrm>
            <a:off x="8218268" y="2385830"/>
            <a:ext cx="439200" cy="457560"/>
            <a:chOff x="8218268" y="2385830"/>
            <a:chExt cx="43920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0E00F59-155E-AEF6-0288-C05A5C02EB2A}"/>
                    </a:ext>
                  </a:extLst>
                </p14:cNvPr>
                <p14:cNvContentPartPr/>
                <p14:nvPr/>
              </p14:nvContentPartPr>
              <p14:xfrm>
                <a:off x="8293148" y="2531990"/>
                <a:ext cx="101880" cy="311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0E00F59-155E-AEF6-0288-C05A5C02EB2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75508" y="2514350"/>
                  <a:ext cx="137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B059AE6-D59D-27B4-784F-02D8101F88E0}"/>
                    </a:ext>
                  </a:extLst>
                </p14:cNvPr>
                <p14:cNvContentPartPr/>
                <p14:nvPr/>
              </p14:nvContentPartPr>
              <p14:xfrm>
                <a:off x="8218268" y="2403830"/>
                <a:ext cx="39960" cy="82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B059AE6-D59D-27B4-784F-02D8101F88E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00628" y="2385830"/>
                  <a:ext cx="75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145C601-1C86-8EC0-AC57-574C048256F0}"/>
                    </a:ext>
                  </a:extLst>
                </p14:cNvPr>
                <p14:cNvContentPartPr/>
                <p14:nvPr/>
              </p14:nvContentPartPr>
              <p14:xfrm>
                <a:off x="8258228" y="2385830"/>
                <a:ext cx="48240" cy="97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145C601-1C86-8EC0-AC57-574C048256F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40228" y="2367830"/>
                  <a:ext cx="83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F1BC131-7FC2-A36A-6ADE-2974075300F9}"/>
                    </a:ext>
                  </a:extLst>
                </p14:cNvPr>
                <p14:cNvContentPartPr/>
                <p14:nvPr/>
              </p14:nvContentPartPr>
              <p14:xfrm>
                <a:off x="8528228" y="2389070"/>
                <a:ext cx="41760" cy="94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F1BC131-7FC2-A36A-6ADE-2974075300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510228" y="2371430"/>
                  <a:ext cx="77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7CDD8E7-9534-A1BD-C0F0-CACB6753B5B1}"/>
                    </a:ext>
                  </a:extLst>
                </p14:cNvPr>
                <p14:cNvContentPartPr/>
                <p14:nvPr/>
              </p14:nvContentPartPr>
              <p14:xfrm>
                <a:off x="8625788" y="2421830"/>
                <a:ext cx="31680" cy="82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7CDD8E7-9534-A1BD-C0F0-CACB6753B5B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608148" y="2404190"/>
                  <a:ext cx="6732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1A6A1C7-20F3-8F98-E3C2-71948E659998}"/>
              </a:ext>
            </a:extLst>
          </p:cNvPr>
          <p:cNvGrpSpPr/>
          <p:nvPr/>
        </p:nvGrpSpPr>
        <p:grpSpPr>
          <a:xfrm>
            <a:off x="8863028" y="2306630"/>
            <a:ext cx="1671840" cy="483840"/>
            <a:chOff x="8863028" y="2306630"/>
            <a:chExt cx="1671840" cy="4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A63A3D-5D19-9B21-9587-411C9A9B5AD8}"/>
                    </a:ext>
                  </a:extLst>
                </p14:cNvPr>
                <p14:cNvContentPartPr/>
                <p14:nvPr/>
              </p14:nvContentPartPr>
              <p14:xfrm>
                <a:off x="8905868" y="2434430"/>
                <a:ext cx="60480" cy="344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A63A3D-5D19-9B21-9587-411C9A9B5AD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87868" y="2416430"/>
                  <a:ext cx="961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6BF1C4-F22E-C733-7405-F024E74C4ECC}"/>
                    </a:ext>
                  </a:extLst>
                </p14:cNvPr>
                <p14:cNvContentPartPr/>
                <p14:nvPr/>
              </p14:nvContentPartPr>
              <p14:xfrm>
                <a:off x="8863028" y="2606150"/>
                <a:ext cx="172440" cy="19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6BF1C4-F22E-C733-7405-F024E74C4EC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845388" y="2588150"/>
                  <a:ext cx="208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47B9F73-9A4C-E6D4-2A6F-1CFEA9AC5029}"/>
                    </a:ext>
                  </a:extLst>
                </p14:cNvPr>
                <p14:cNvContentPartPr/>
                <p14:nvPr/>
              </p14:nvContentPartPr>
              <p14:xfrm>
                <a:off x="9088028" y="2553950"/>
                <a:ext cx="158400" cy="2282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47B9F73-9A4C-E6D4-2A6F-1CFEA9AC502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70028" y="2536310"/>
                  <a:ext cx="194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3AC191-FEC6-6647-B19A-A0A64DA21543}"/>
                    </a:ext>
                  </a:extLst>
                </p14:cNvPr>
                <p14:cNvContentPartPr/>
                <p14:nvPr/>
              </p14:nvContentPartPr>
              <p14:xfrm>
                <a:off x="9327788" y="2568710"/>
                <a:ext cx="144720" cy="22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3AC191-FEC6-6647-B19A-A0A64DA2154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309788" y="2551070"/>
                  <a:ext cx="180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EF9FAE7-1904-48BD-2955-6F88517062F9}"/>
                    </a:ext>
                  </a:extLst>
                </p14:cNvPr>
                <p14:cNvContentPartPr/>
                <p14:nvPr/>
              </p14:nvContentPartPr>
              <p14:xfrm>
                <a:off x="9522188" y="2533790"/>
                <a:ext cx="210240" cy="224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EF9FAE7-1904-48BD-2955-6F88517062F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04188" y="2516150"/>
                  <a:ext cx="2458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5B8A0C0-2499-50BB-5AB9-EB8A00936ABC}"/>
                    </a:ext>
                  </a:extLst>
                </p14:cNvPr>
                <p14:cNvContentPartPr/>
                <p14:nvPr/>
              </p14:nvContentPartPr>
              <p14:xfrm>
                <a:off x="9759428" y="2336150"/>
                <a:ext cx="49320" cy="418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5B8A0C0-2499-50BB-5AB9-EB8A00936AB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741788" y="2318150"/>
                  <a:ext cx="849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22BFD26-AB39-5C2A-F5C4-B40686BEC6F4}"/>
                    </a:ext>
                  </a:extLst>
                </p14:cNvPr>
                <p14:cNvContentPartPr/>
                <p14:nvPr/>
              </p14:nvContentPartPr>
              <p14:xfrm>
                <a:off x="9786788" y="2532710"/>
                <a:ext cx="117360" cy="155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22BFD26-AB39-5C2A-F5C4-B40686BEC6F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769148" y="2514710"/>
                  <a:ext cx="153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B60BF0-CDE7-E573-0E00-2BC58382E040}"/>
                    </a:ext>
                  </a:extLst>
                </p14:cNvPr>
                <p14:cNvContentPartPr/>
                <p14:nvPr/>
              </p14:nvContentPartPr>
              <p14:xfrm>
                <a:off x="9990548" y="2306630"/>
                <a:ext cx="137160" cy="447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B60BF0-CDE7-E573-0E00-2BC58382E04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72908" y="2288630"/>
                  <a:ext cx="1728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F114429-5A7B-37F6-07E9-D31E822E596F}"/>
                    </a:ext>
                  </a:extLst>
                </p14:cNvPr>
                <p14:cNvContentPartPr/>
                <p14:nvPr/>
              </p14:nvContentPartPr>
              <p14:xfrm>
                <a:off x="10235348" y="2512190"/>
                <a:ext cx="29160" cy="230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F114429-5A7B-37F6-07E9-D31E822E596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17348" y="2494550"/>
                  <a:ext cx="64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246CE5E-5D51-99E8-1D34-E9471C67F3A0}"/>
                    </a:ext>
                  </a:extLst>
                </p14:cNvPr>
                <p14:cNvContentPartPr/>
                <p14:nvPr/>
              </p14:nvContentPartPr>
              <p14:xfrm>
                <a:off x="10222748" y="2409590"/>
                <a:ext cx="12960" cy="11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246CE5E-5D51-99E8-1D34-E9471C67F3A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204748" y="2391590"/>
                  <a:ext cx="48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2DF0B2D-EF0A-7CDA-3FD0-14620EA8FE3F}"/>
                    </a:ext>
                  </a:extLst>
                </p14:cNvPr>
                <p14:cNvContentPartPr/>
                <p14:nvPr/>
              </p14:nvContentPartPr>
              <p14:xfrm>
                <a:off x="10331828" y="2495270"/>
                <a:ext cx="203040" cy="247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2DF0B2D-EF0A-7CDA-3FD0-14620EA8FE3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14188" y="2477630"/>
                  <a:ext cx="2386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1FEDBD7-96B2-B709-6E09-9D70DB68D1C3}"/>
              </a:ext>
            </a:extLst>
          </p:cNvPr>
          <p:cNvGrpSpPr/>
          <p:nvPr/>
        </p:nvGrpSpPr>
        <p:grpSpPr>
          <a:xfrm>
            <a:off x="10992428" y="2254430"/>
            <a:ext cx="935280" cy="469440"/>
            <a:chOff x="10992428" y="2254430"/>
            <a:chExt cx="93528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1AE25F9-379D-065A-36EE-CF782D262E4B}"/>
                    </a:ext>
                  </a:extLst>
                </p14:cNvPr>
                <p14:cNvContentPartPr/>
                <p14:nvPr/>
              </p14:nvContentPartPr>
              <p14:xfrm>
                <a:off x="10992428" y="2313110"/>
                <a:ext cx="136080" cy="410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1AE25F9-379D-065A-36EE-CF782D262E4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974428" y="2295470"/>
                  <a:ext cx="1717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B52F31E-D017-9177-3469-E6E51B35C0E2}"/>
                    </a:ext>
                  </a:extLst>
                </p14:cNvPr>
                <p14:cNvContentPartPr/>
                <p14:nvPr/>
              </p14:nvContentPartPr>
              <p14:xfrm>
                <a:off x="11041388" y="2516870"/>
                <a:ext cx="221400" cy="132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B52F31E-D017-9177-3469-E6E51B35C0E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23388" y="2499230"/>
                  <a:ext cx="257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0925A9-5AB7-08D6-550B-3E1256C2787A}"/>
                    </a:ext>
                  </a:extLst>
                </p14:cNvPr>
                <p14:cNvContentPartPr/>
                <p14:nvPr/>
              </p14:nvContentPartPr>
              <p14:xfrm>
                <a:off x="11266028" y="2371070"/>
                <a:ext cx="360" cy="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0925A9-5AB7-08D6-550B-3E1256C278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248028" y="23530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CB93F4F-BB2B-E92B-75BF-D1CE2B0F03CB}"/>
                    </a:ext>
                  </a:extLst>
                </p14:cNvPr>
                <p14:cNvContentPartPr/>
                <p14:nvPr/>
              </p14:nvContentPartPr>
              <p14:xfrm>
                <a:off x="11288348" y="2254430"/>
                <a:ext cx="202680" cy="424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CB93F4F-BB2B-E92B-75BF-D1CE2B0F03C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270708" y="2236790"/>
                  <a:ext cx="2383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84F788-3711-9B79-07E2-323322D4FE81}"/>
                    </a:ext>
                  </a:extLst>
                </p14:cNvPr>
                <p14:cNvContentPartPr/>
                <p14:nvPr/>
              </p14:nvContentPartPr>
              <p14:xfrm>
                <a:off x="11534228" y="2457470"/>
                <a:ext cx="230400" cy="210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84F788-3711-9B79-07E2-323322D4FE8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516228" y="2439470"/>
                  <a:ext cx="266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46ABFDD-40C4-70E8-DE22-0E18EE2BF32A}"/>
                    </a:ext>
                  </a:extLst>
                </p14:cNvPr>
                <p14:cNvContentPartPr/>
                <p14:nvPr/>
              </p14:nvContentPartPr>
              <p14:xfrm>
                <a:off x="11802788" y="2285030"/>
                <a:ext cx="30960" cy="398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46ABFDD-40C4-70E8-DE22-0E18EE2BF32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784788" y="2267390"/>
                  <a:ext cx="666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53C289A-6EC8-A1B0-BB0B-364FBDC90EF3}"/>
                    </a:ext>
                  </a:extLst>
                </p14:cNvPr>
                <p14:cNvContentPartPr/>
                <p14:nvPr/>
              </p14:nvContentPartPr>
              <p14:xfrm>
                <a:off x="11807468" y="2467190"/>
                <a:ext cx="120240" cy="162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53C289A-6EC8-A1B0-BB0B-364FBDC90EF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789828" y="2449190"/>
                  <a:ext cx="155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0601C3C-79FF-E79C-8EE1-A2CCF7D94C5E}"/>
                    </a:ext>
                  </a:extLst>
                </p14:cNvPr>
                <p14:cNvContentPartPr/>
                <p14:nvPr/>
              </p14:nvContentPartPr>
              <p14:xfrm>
                <a:off x="11242268" y="2319230"/>
                <a:ext cx="72000" cy="14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0601C3C-79FF-E79C-8EE1-A2CCF7D94C5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224268" y="2301230"/>
                  <a:ext cx="1076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AA196FE-49AD-5A4B-170A-C4EA57C64EFC}"/>
              </a:ext>
            </a:extLst>
          </p:cNvPr>
          <p:cNvGrpSpPr/>
          <p:nvPr/>
        </p:nvGrpSpPr>
        <p:grpSpPr>
          <a:xfrm>
            <a:off x="8319428" y="3019070"/>
            <a:ext cx="1674360" cy="471600"/>
            <a:chOff x="8319428" y="3019070"/>
            <a:chExt cx="167436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B4FE54-5BBB-EA6F-E4CE-4D72BD5DC72D}"/>
                    </a:ext>
                  </a:extLst>
                </p14:cNvPr>
                <p14:cNvContentPartPr/>
                <p14:nvPr/>
              </p14:nvContentPartPr>
              <p14:xfrm>
                <a:off x="8319428" y="3044630"/>
                <a:ext cx="182520" cy="446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B4FE54-5BBB-EA6F-E4CE-4D72BD5DC72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301788" y="3026630"/>
                  <a:ext cx="2181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DED3697-B8AB-C811-162B-02949135FE43}"/>
                    </a:ext>
                  </a:extLst>
                </p14:cNvPr>
                <p14:cNvContentPartPr/>
                <p14:nvPr/>
              </p14:nvContentPartPr>
              <p14:xfrm>
                <a:off x="8625788" y="3205190"/>
                <a:ext cx="197280" cy="255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DED3697-B8AB-C811-162B-02949135FE4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608148" y="3187190"/>
                  <a:ext cx="232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2AA2817-96B7-8CB3-2FB5-B98DF0F9C632}"/>
                    </a:ext>
                  </a:extLst>
                </p14:cNvPr>
                <p14:cNvContentPartPr/>
                <p14:nvPr/>
              </p14:nvContentPartPr>
              <p14:xfrm>
                <a:off x="8805788" y="3230750"/>
                <a:ext cx="123840" cy="210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2AA2817-96B7-8CB3-2FB5-B98DF0F9C63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788148" y="3213110"/>
                  <a:ext cx="159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F894515-C49D-E974-BA00-CE10DB2A05EF}"/>
                    </a:ext>
                  </a:extLst>
                </p14:cNvPr>
                <p14:cNvContentPartPr/>
                <p14:nvPr/>
              </p14:nvContentPartPr>
              <p14:xfrm>
                <a:off x="8931068" y="3203390"/>
                <a:ext cx="168480" cy="246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F894515-C49D-E974-BA00-CE10DB2A05E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913068" y="3185390"/>
                  <a:ext cx="204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E015AEA-78B3-2CEC-D386-E6B33F223922}"/>
                    </a:ext>
                  </a:extLst>
                </p14:cNvPr>
                <p14:cNvContentPartPr/>
                <p14:nvPr/>
              </p14:nvContentPartPr>
              <p14:xfrm>
                <a:off x="9131948" y="3073790"/>
                <a:ext cx="198360" cy="392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E015AEA-78B3-2CEC-D386-E6B33F22392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13948" y="3055790"/>
                  <a:ext cx="2340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5F7D88C-87F8-0D3E-3D5A-02E9A78AC37D}"/>
                    </a:ext>
                  </a:extLst>
                </p14:cNvPr>
                <p14:cNvContentPartPr/>
                <p14:nvPr/>
              </p14:nvContentPartPr>
              <p14:xfrm>
                <a:off x="9434348" y="3217070"/>
                <a:ext cx="172440" cy="229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5F7D88C-87F8-0D3E-3D5A-02E9A78AC37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16348" y="3199070"/>
                  <a:ext cx="208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5713EBA-4CF3-01CC-023F-9A2C5CDED368}"/>
                    </a:ext>
                  </a:extLst>
                </p14:cNvPr>
                <p14:cNvContentPartPr/>
                <p14:nvPr/>
              </p14:nvContentPartPr>
              <p14:xfrm>
                <a:off x="9758348" y="3019070"/>
                <a:ext cx="235440" cy="470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5713EBA-4CF3-01CC-023F-9A2C5CDED36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740348" y="3001070"/>
                  <a:ext cx="271080" cy="50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48D6623-10E1-F0BE-B958-7E63942A89D3}"/>
                  </a:ext>
                </a:extLst>
              </p14:cNvPr>
              <p14:cNvContentPartPr/>
              <p14:nvPr/>
            </p14:nvContentPartPr>
            <p14:xfrm>
              <a:off x="10260548" y="3359630"/>
              <a:ext cx="90720" cy="468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48D6623-10E1-F0BE-B958-7E63942A89D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0242548" y="3341630"/>
                <a:ext cx="126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8F59ED6-B278-7349-3382-29B4264B2DBC}"/>
                  </a:ext>
                </a:extLst>
              </p14:cNvPr>
              <p14:cNvContentPartPr/>
              <p14:nvPr/>
            </p14:nvContentPartPr>
            <p14:xfrm>
              <a:off x="5190308" y="3307070"/>
              <a:ext cx="174600" cy="2052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8F59ED6-B278-7349-3382-29B4264B2DB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172668" y="3289430"/>
                <a:ext cx="2102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7A2FA2D-AA42-1961-96E0-F4C4E8A3F4DA}"/>
                  </a:ext>
                </a:extLst>
              </p14:cNvPr>
              <p14:cNvContentPartPr/>
              <p14:nvPr/>
            </p14:nvContentPartPr>
            <p14:xfrm>
              <a:off x="6193628" y="3350630"/>
              <a:ext cx="155520" cy="2116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7A2FA2D-AA42-1961-96E0-F4C4E8A3F4D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6175628" y="3332630"/>
                <a:ext cx="191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407328F-D6FA-408F-B535-42F8C839429C}"/>
                  </a:ext>
                </a:extLst>
              </p14:cNvPr>
              <p14:cNvContentPartPr/>
              <p14:nvPr/>
            </p14:nvContentPartPr>
            <p14:xfrm>
              <a:off x="4280588" y="3653750"/>
              <a:ext cx="79920" cy="2329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407328F-D6FA-408F-B535-42F8C839429C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262948" y="3635750"/>
                <a:ext cx="1155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10BE9A4-1751-B034-6790-0DFC4A4FD7AE}"/>
                  </a:ext>
                </a:extLst>
              </p14:cNvPr>
              <p14:cNvContentPartPr/>
              <p14:nvPr/>
            </p14:nvContentPartPr>
            <p14:xfrm>
              <a:off x="5255108" y="3665630"/>
              <a:ext cx="18000" cy="2570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10BE9A4-1751-B034-6790-0DFC4A4FD7AE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5237468" y="3647630"/>
                <a:ext cx="536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6C8ECCF-5046-C24C-1E4B-A6876366264F}"/>
                  </a:ext>
                </a:extLst>
              </p14:cNvPr>
              <p14:cNvContentPartPr/>
              <p14:nvPr/>
            </p14:nvContentPartPr>
            <p14:xfrm>
              <a:off x="6273188" y="3642230"/>
              <a:ext cx="360" cy="2383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6C8ECCF-5046-C24C-1E4B-A6876366264F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6255548" y="3624230"/>
                <a:ext cx="360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087775E7-3F9A-216E-3E42-934AF269E012}"/>
                  </a:ext>
                </a:extLst>
              </p14:cNvPr>
              <p14:cNvContentPartPr/>
              <p14:nvPr/>
            </p14:nvContentPartPr>
            <p14:xfrm>
              <a:off x="4282388" y="3652310"/>
              <a:ext cx="97920" cy="2307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087775E7-3F9A-216E-3E42-934AF269E012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264388" y="3634310"/>
                <a:ext cx="133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1CFC3ABF-AD7D-B943-BA2F-C1B04DBBA82A}"/>
                  </a:ext>
                </a:extLst>
              </p14:cNvPr>
              <p14:cNvContentPartPr/>
              <p14:nvPr/>
            </p14:nvContentPartPr>
            <p14:xfrm>
              <a:off x="4291028" y="4052990"/>
              <a:ext cx="153360" cy="1756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1CFC3ABF-AD7D-B943-BA2F-C1B04DBBA82A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273388" y="4035350"/>
                <a:ext cx="1890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E9C5166-F087-AEDF-4B06-FE40023F234F}"/>
                  </a:ext>
                </a:extLst>
              </p14:cNvPr>
              <p14:cNvContentPartPr/>
              <p14:nvPr/>
            </p14:nvContentPartPr>
            <p14:xfrm>
              <a:off x="5278868" y="4040750"/>
              <a:ext cx="1440" cy="1879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E9C5166-F087-AEDF-4B06-FE40023F234F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261228" y="4023110"/>
                <a:ext cx="370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2E26065-C279-F894-F9A8-D201F602A1B7}"/>
                  </a:ext>
                </a:extLst>
              </p14:cNvPr>
              <p14:cNvContentPartPr/>
              <p14:nvPr/>
            </p14:nvContentPartPr>
            <p14:xfrm>
              <a:off x="6237548" y="4024910"/>
              <a:ext cx="160920" cy="1972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2E26065-C279-F894-F9A8-D201F602A1B7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219908" y="4007270"/>
                <a:ext cx="1965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2CA363F-E6A1-D0D6-6337-DEB63602AF13}"/>
                  </a:ext>
                </a:extLst>
              </p14:cNvPr>
              <p14:cNvContentPartPr/>
              <p14:nvPr/>
            </p14:nvContentPartPr>
            <p14:xfrm>
              <a:off x="4292828" y="4391030"/>
              <a:ext cx="136440" cy="18036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2CA363F-E6A1-D0D6-6337-DEB63602AF13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275188" y="4373390"/>
                <a:ext cx="172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C9B1792-D4CA-CBEB-3E2D-32D40B239970}"/>
                  </a:ext>
                </a:extLst>
              </p14:cNvPr>
              <p14:cNvContentPartPr/>
              <p14:nvPr/>
            </p14:nvContentPartPr>
            <p14:xfrm>
              <a:off x="5206148" y="4391030"/>
              <a:ext cx="140040" cy="2019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C9B1792-D4CA-CBEB-3E2D-32D40B239970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5188508" y="4373390"/>
                <a:ext cx="175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17104EB-741B-56E0-FE50-6E473EA2968B}"/>
                  </a:ext>
                </a:extLst>
              </p14:cNvPr>
              <p14:cNvContentPartPr/>
              <p14:nvPr/>
            </p14:nvContentPartPr>
            <p14:xfrm>
              <a:off x="6201908" y="4374830"/>
              <a:ext cx="97200" cy="226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17104EB-741B-56E0-FE50-6E473EA2968B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6183908" y="4356830"/>
                <a:ext cx="1328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55876965-A783-38B1-8031-63A207F337E7}"/>
                  </a:ext>
                </a:extLst>
              </p14:cNvPr>
              <p14:cNvContentPartPr/>
              <p14:nvPr/>
            </p14:nvContentPartPr>
            <p14:xfrm>
              <a:off x="1896308" y="5316590"/>
              <a:ext cx="743040" cy="48960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55876965-A783-38B1-8031-63A207F337E7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878308" y="5298590"/>
                <a:ext cx="77868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67F4EF5-6F39-86E1-B168-87B3885410E6}"/>
                  </a:ext>
                </a:extLst>
              </p14:cNvPr>
              <p14:cNvContentPartPr/>
              <p14:nvPr/>
            </p14:nvContentPartPr>
            <p14:xfrm>
              <a:off x="3137228" y="5177630"/>
              <a:ext cx="146160" cy="1152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67F4EF5-6F39-86E1-B168-87B3885410E6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119588" y="5159630"/>
                <a:ext cx="1818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12D41F61-ECF8-8C92-355A-31CC1462748D}"/>
              </a:ext>
            </a:extLst>
          </p:cNvPr>
          <p:cNvGrpSpPr/>
          <p:nvPr/>
        </p:nvGrpSpPr>
        <p:grpSpPr>
          <a:xfrm>
            <a:off x="3120308" y="5346830"/>
            <a:ext cx="311760" cy="429480"/>
            <a:chOff x="3120308" y="5346830"/>
            <a:chExt cx="31176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E5CA6A1-DBF0-72F6-7ADD-80B16B5FBCA7}"/>
                    </a:ext>
                  </a:extLst>
                </p14:cNvPr>
                <p14:cNvContentPartPr/>
                <p14:nvPr/>
              </p14:nvContentPartPr>
              <p14:xfrm>
                <a:off x="3154508" y="5368790"/>
                <a:ext cx="7200" cy="1908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E5CA6A1-DBF0-72F6-7ADD-80B16B5FBCA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136508" y="5350790"/>
                  <a:ext cx="42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EEEF475-8B91-EE60-F328-1D5D74B0AD49}"/>
                    </a:ext>
                  </a:extLst>
                </p14:cNvPr>
                <p14:cNvContentPartPr/>
                <p14:nvPr/>
              </p14:nvContentPartPr>
              <p14:xfrm>
                <a:off x="3120308" y="5346830"/>
                <a:ext cx="177840" cy="2628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EEEF475-8B91-EE60-F328-1D5D74B0AD4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02308" y="5329190"/>
                  <a:ext cx="213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9BC3DCF-058E-20B7-C86F-6B5E3214744A}"/>
                    </a:ext>
                  </a:extLst>
                </p14:cNvPr>
                <p14:cNvContentPartPr/>
                <p14:nvPr/>
              </p14:nvContentPartPr>
              <p14:xfrm>
                <a:off x="3260348" y="5582630"/>
                <a:ext cx="171720" cy="193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9BC3DCF-058E-20B7-C86F-6B5E3214744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242708" y="5564990"/>
                  <a:ext cx="207360" cy="22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45DE2EAE-6789-9538-5083-233F7401A830}"/>
                  </a:ext>
                </a:extLst>
              </p14:cNvPr>
              <p14:cNvContentPartPr/>
              <p14:nvPr/>
            </p14:nvContentPartPr>
            <p14:xfrm>
              <a:off x="3521348" y="5554910"/>
              <a:ext cx="7920" cy="104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45DE2EAE-6789-9538-5083-233F7401A830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3503708" y="5536910"/>
                <a:ext cx="4356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071B376-6AD0-A7A5-3BB7-F7F280263A5B}"/>
              </a:ext>
            </a:extLst>
          </p:cNvPr>
          <p:cNvGrpSpPr/>
          <p:nvPr/>
        </p:nvGrpSpPr>
        <p:grpSpPr>
          <a:xfrm>
            <a:off x="3571748" y="5327390"/>
            <a:ext cx="637920" cy="402840"/>
            <a:chOff x="3571748" y="5327390"/>
            <a:chExt cx="63792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FAC0BF-233D-80EA-9764-83EBF4D95AF1}"/>
                    </a:ext>
                  </a:extLst>
                </p14:cNvPr>
                <p14:cNvContentPartPr/>
                <p14:nvPr/>
              </p14:nvContentPartPr>
              <p14:xfrm>
                <a:off x="3577868" y="5330630"/>
                <a:ext cx="15480" cy="267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FAC0BF-233D-80EA-9764-83EBF4D95AF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560228" y="5312630"/>
                  <a:ext cx="511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FC20720-E9A0-6DD8-0BFD-94B81522FF7D}"/>
                    </a:ext>
                  </a:extLst>
                </p14:cNvPr>
                <p14:cNvContentPartPr/>
                <p14:nvPr/>
              </p14:nvContentPartPr>
              <p14:xfrm>
                <a:off x="3571748" y="5327390"/>
                <a:ext cx="169560" cy="2808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FC20720-E9A0-6DD8-0BFD-94B81522FF7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553748" y="5309390"/>
                  <a:ext cx="205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4774DDD-DD26-D6EE-2205-F8CBEFB7229C}"/>
                    </a:ext>
                  </a:extLst>
                </p14:cNvPr>
                <p14:cNvContentPartPr/>
                <p14:nvPr/>
              </p14:nvContentPartPr>
              <p14:xfrm>
                <a:off x="3770468" y="5585150"/>
                <a:ext cx="77760" cy="145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4774DDD-DD26-D6EE-2205-F8CBEFB7229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52828" y="5567150"/>
                  <a:ext cx="113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3981994-1B2D-0D56-75BE-6F971F1AE97D}"/>
                    </a:ext>
                  </a:extLst>
                </p14:cNvPr>
                <p14:cNvContentPartPr/>
                <p14:nvPr/>
              </p14:nvContentPartPr>
              <p14:xfrm>
                <a:off x="4038668" y="5455550"/>
                <a:ext cx="171000" cy="7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3981994-1B2D-0D56-75BE-6F971F1AE97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021028" y="5437550"/>
                  <a:ext cx="206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5D68A6D-BFE5-0FFC-59B7-CE522A4FF380}"/>
                    </a:ext>
                  </a:extLst>
                </p14:cNvPr>
                <p14:cNvContentPartPr/>
                <p14:nvPr/>
              </p14:nvContentPartPr>
              <p14:xfrm>
                <a:off x="4150268" y="5328830"/>
                <a:ext cx="21960" cy="232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5D68A6D-BFE5-0FFC-59B7-CE522A4FF38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132628" y="5310830"/>
                  <a:ext cx="5760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7868418-0C36-E462-AA34-0F7DA144405C}"/>
              </a:ext>
            </a:extLst>
          </p:cNvPr>
          <p:cNvGrpSpPr/>
          <p:nvPr/>
        </p:nvGrpSpPr>
        <p:grpSpPr>
          <a:xfrm>
            <a:off x="287108" y="4601630"/>
            <a:ext cx="2421360" cy="1817640"/>
            <a:chOff x="287108" y="4601630"/>
            <a:chExt cx="2421360" cy="18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2AA5A94-16EA-067E-9A46-7203562031FC}"/>
                    </a:ext>
                  </a:extLst>
                </p14:cNvPr>
                <p14:cNvContentPartPr/>
                <p14:nvPr/>
              </p14:nvContentPartPr>
              <p14:xfrm>
                <a:off x="556748" y="4991150"/>
                <a:ext cx="513360" cy="13863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2AA5A94-16EA-067E-9A46-7203562031F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39108" y="4973510"/>
                  <a:ext cx="549000" cy="14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BB9B509-0CB8-40D5-F11B-6130DCD7DC86}"/>
                    </a:ext>
                  </a:extLst>
                </p14:cNvPr>
                <p14:cNvContentPartPr/>
                <p14:nvPr/>
              </p14:nvContentPartPr>
              <p14:xfrm>
                <a:off x="1012148" y="5235230"/>
                <a:ext cx="1696320" cy="1122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BB9B509-0CB8-40D5-F11B-6130DCD7DC8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94148" y="5217230"/>
                  <a:ext cx="173196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5C5CFBE-ADB9-5409-0A0F-C2BCC02896E3}"/>
                    </a:ext>
                  </a:extLst>
                </p14:cNvPr>
                <p14:cNvContentPartPr/>
                <p14:nvPr/>
              </p14:nvContentPartPr>
              <p14:xfrm>
                <a:off x="943028" y="6371750"/>
                <a:ext cx="1735200" cy="26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5C5CFBE-ADB9-5409-0A0F-C2BCC02896E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25028" y="6354110"/>
                  <a:ext cx="1770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5E3FB65-EB73-DDFB-FEF2-760108EC610F}"/>
                    </a:ext>
                  </a:extLst>
                </p14:cNvPr>
                <p14:cNvContentPartPr/>
                <p14:nvPr/>
              </p14:nvContentPartPr>
              <p14:xfrm>
                <a:off x="1524068" y="5272310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5E3FB65-EB73-DDFB-FEF2-760108EC61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06428" y="52546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1A1F9BD-A3CE-4AF2-4F36-7EF36C04187A}"/>
                    </a:ext>
                  </a:extLst>
                </p14:cNvPr>
                <p14:cNvContentPartPr/>
                <p14:nvPr/>
              </p14:nvContentPartPr>
              <p14:xfrm>
                <a:off x="1523348" y="5262230"/>
                <a:ext cx="1440" cy="10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1A1F9BD-A3CE-4AF2-4F36-7EF36C04187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05348" y="5244230"/>
                  <a:ext cx="37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C48B9DB-179F-EC77-9E29-9B606CE3F11A}"/>
                    </a:ext>
                  </a:extLst>
                </p14:cNvPr>
                <p14:cNvContentPartPr/>
                <p14:nvPr/>
              </p14:nvContentPartPr>
              <p14:xfrm>
                <a:off x="1820348" y="5255390"/>
                <a:ext cx="37080" cy="10839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C48B9DB-179F-EC77-9E29-9B606CE3F11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802708" y="5237750"/>
                  <a:ext cx="72720" cy="11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FB60998-0937-A0CD-F231-106D4C717B88}"/>
                    </a:ext>
                  </a:extLst>
                </p14:cNvPr>
                <p14:cNvContentPartPr/>
                <p14:nvPr/>
              </p14:nvContentPartPr>
              <p14:xfrm>
                <a:off x="1350188" y="5274470"/>
                <a:ext cx="29880" cy="1144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FB60998-0937-A0CD-F231-106D4C717B8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332548" y="5256830"/>
                  <a:ext cx="65520" cy="11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64BEBEA-02A9-373A-5246-DF9AFC66DE21}"/>
                    </a:ext>
                  </a:extLst>
                </p14:cNvPr>
                <p14:cNvContentPartPr/>
                <p14:nvPr/>
              </p14:nvContentPartPr>
              <p14:xfrm>
                <a:off x="2190428" y="5237390"/>
                <a:ext cx="30600" cy="1160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64BEBEA-02A9-373A-5246-DF9AFC66DE2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172788" y="5219390"/>
                  <a:ext cx="66240" cy="1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0181B5B-8EA5-5D74-2DF9-E60500AA4927}"/>
                    </a:ext>
                  </a:extLst>
                </p14:cNvPr>
                <p14:cNvContentPartPr/>
                <p14:nvPr/>
              </p14:nvContentPartPr>
              <p14:xfrm>
                <a:off x="997388" y="5818070"/>
                <a:ext cx="1615320" cy="48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0181B5B-8EA5-5D74-2DF9-E60500AA492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79748" y="5800070"/>
                  <a:ext cx="1650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A9F0379-24DA-15AD-392A-85D3D5A22D44}"/>
                    </a:ext>
                  </a:extLst>
                </p14:cNvPr>
                <p14:cNvContentPartPr/>
                <p14:nvPr/>
              </p14:nvContentPartPr>
              <p14:xfrm>
                <a:off x="671588" y="5493710"/>
                <a:ext cx="118440" cy="1962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A9F0379-24DA-15AD-392A-85D3D5A22D4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3948" y="5476070"/>
                  <a:ext cx="154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C4A6134-A4D8-2D4A-4AC2-805EDEC9B50B}"/>
                    </a:ext>
                  </a:extLst>
                </p14:cNvPr>
                <p14:cNvContentPartPr/>
                <p14:nvPr/>
              </p14:nvContentPartPr>
              <p14:xfrm>
                <a:off x="765548" y="6045590"/>
                <a:ext cx="30960" cy="161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C4A6134-A4D8-2D4A-4AC2-805EDEC9B50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7908" y="6027950"/>
                  <a:ext cx="66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119CA75-ACC0-CC7E-909C-8A4946AE48F5}"/>
                    </a:ext>
                  </a:extLst>
                </p14:cNvPr>
                <p14:cNvContentPartPr/>
                <p14:nvPr/>
              </p14:nvContentPartPr>
              <p14:xfrm>
                <a:off x="1055708" y="4951550"/>
                <a:ext cx="79560" cy="132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119CA75-ACC0-CC7E-909C-8A4946AE48F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38068" y="4933550"/>
                  <a:ext cx="115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6B87C9A-14E1-0667-9E08-F5C67D1D7AC5}"/>
                    </a:ext>
                  </a:extLst>
                </p14:cNvPr>
                <p14:cNvContentPartPr/>
                <p14:nvPr/>
              </p14:nvContentPartPr>
              <p14:xfrm>
                <a:off x="1090988" y="4951550"/>
                <a:ext cx="14040" cy="3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6B87C9A-14E1-0667-9E08-F5C67D1D7AC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73348" y="4933550"/>
                  <a:ext cx="49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66A11CD-9A40-6EFD-A423-76454374C668}"/>
                    </a:ext>
                  </a:extLst>
                </p14:cNvPr>
                <p14:cNvContentPartPr/>
                <p14:nvPr/>
              </p14:nvContentPartPr>
              <p14:xfrm>
                <a:off x="1181348" y="4927790"/>
                <a:ext cx="103320" cy="161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66A11CD-9A40-6EFD-A423-76454374C66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63348" y="4909790"/>
                  <a:ext cx="138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2834EFB-4F8F-63D8-092E-78F7B66358E3}"/>
                    </a:ext>
                  </a:extLst>
                </p14:cNvPr>
                <p14:cNvContentPartPr/>
                <p14:nvPr/>
              </p14:nvContentPartPr>
              <p14:xfrm>
                <a:off x="1474748" y="5010230"/>
                <a:ext cx="84960" cy="1123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2834EFB-4F8F-63D8-092E-78F7B66358E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456748" y="4992230"/>
                  <a:ext cx="120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1321FDD-D4D5-EBC4-7C8D-62493DED65C9}"/>
                    </a:ext>
                  </a:extLst>
                </p14:cNvPr>
                <p14:cNvContentPartPr/>
                <p14:nvPr/>
              </p14:nvContentPartPr>
              <p14:xfrm>
                <a:off x="1652948" y="5016710"/>
                <a:ext cx="13320" cy="127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1321FDD-D4D5-EBC4-7C8D-62493DED65C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634948" y="4999070"/>
                  <a:ext cx="48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031079-3BD1-4135-75F7-F058CCCF85C7}"/>
                    </a:ext>
                  </a:extLst>
                </p14:cNvPr>
                <p14:cNvContentPartPr/>
                <p14:nvPr/>
              </p14:nvContentPartPr>
              <p14:xfrm>
                <a:off x="1910708" y="4978910"/>
                <a:ext cx="5400" cy="1184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031079-3BD1-4135-75F7-F058CCCF85C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893068" y="4961270"/>
                  <a:ext cx="41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6233B7C-6371-A7DE-E9F3-EC9699BCA844}"/>
                    </a:ext>
                  </a:extLst>
                </p14:cNvPr>
                <p14:cNvContentPartPr/>
                <p14:nvPr/>
              </p14:nvContentPartPr>
              <p14:xfrm>
                <a:off x="1910708" y="4983230"/>
                <a:ext cx="360" cy="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6233B7C-6371-A7DE-E9F3-EC9699BCA8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3068" y="49652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2A69BF2-87C2-437E-82E8-78C227971D16}"/>
                    </a:ext>
                  </a:extLst>
                </p14:cNvPr>
                <p14:cNvContentPartPr/>
                <p14:nvPr/>
              </p14:nvContentPartPr>
              <p14:xfrm>
                <a:off x="1910708" y="4972430"/>
                <a:ext cx="83160" cy="116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2A69BF2-87C2-437E-82E8-78C227971D1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893068" y="4954790"/>
                  <a:ext cx="118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E7F59BB-B1DB-1536-14E8-0C20DEF2335B}"/>
                    </a:ext>
                  </a:extLst>
                </p14:cNvPr>
                <p14:cNvContentPartPr/>
                <p14:nvPr/>
              </p14:nvContentPartPr>
              <p14:xfrm>
                <a:off x="2417948" y="4972790"/>
                <a:ext cx="3240" cy="133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E7F59BB-B1DB-1536-14E8-0C20DEF2335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399948" y="4955150"/>
                  <a:ext cx="38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28C94F-9888-8FB8-5D00-EC4818AFA147}"/>
                    </a:ext>
                  </a:extLst>
                </p14:cNvPr>
                <p14:cNvContentPartPr/>
                <p14:nvPr/>
              </p14:nvContentPartPr>
              <p14:xfrm>
                <a:off x="2488148" y="4961630"/>
                <a:ext cx="126000" cy="135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28C94F-9888-8FB8-5D00-EC4818AFA14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470508" y="4943630"/>
                  <a:ext cx="161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7008945-5ED4-612A-7CA0-40143E82D877}"/>
                    </a:ext>
                  </a:extLst>
                </p14:cNvPr>
                <p14:cNvContentPartPr/>
                <p14:nvPr/>
              </p14:nvContentPartPr>
              <p14:xfrm>
                <a:off x="1564388" y="5415950"/>
                <a:ext cx="10440" cy="244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7008945-5ED4-612A-7CA0-40143E82D87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546388" y="5398310"/>
                  <a:ext cx="46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8FFE328-44F5-5812-1FC8-08B2802989A0}"/>
                    </a:ext>
                  </a:extLst>
                </p14:cNvPr>
                <p14:cNvContentPartPr/>
                <p14:nvPr/>
              </p14:nvContentPartPr>
              <p14:xfrm>
                <a:off x="2470868" y="5403350"/>
                <a:ext cx="3960" cy="2512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8FFE328-44F5-5812-1FC8-08B2802989A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452868" y="5385710"/>
                  <a:ext cx="39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0F4B30E-BC8E-8396-A98C-A749778D5EE7}"/>
                    </a:ext>
                  </a:extLst>
                </p14:cNvPr>
                <p14:cNvContentPartPr/>
                <p14:nvPr/>
              </p14:nvContentPartPr>
              <p14:xfrm>
                <a:off x="2005028" y="5445110"/>
                <a:ext cx="34200" cy="254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0F4B30E-BC8E-8396-A98C-A749778D5EE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987028" y="5427470"/>
                  <a:ext cx="69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8C0B7F3-6346-091E-8DC2-D48AF56EBC0F}"/>
                    </a:ext>
                  </a:extLst>
                </p14:cNvPr>
                <p14:cNvContentPartPr/>
                <p14:nvPr/>
              </p14:nvContentPartPr>
              <p14:xfrm>
                <a:off x="1168748" y="6000590"/>
                <a:ext cx="7920" cy="2790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8C0B7F3-6346-091E-8DC2-D48AF56EBC0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51108" y="5982590"/>
                  <a:ext cx="43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5EC0F75-AF18-1639-D9A4-D412D365820F}"/>
                    </a:ext>
                  </a:extLst>
                </p14:cNvPr>
                <p14:cNvContentPartPr/>
                <p14:nvPr/>
              </p14:nvContentPartPr>
              <p14:xfrm>
                <a:off x="287108" y="4976390"/>
                <a:ext cx="19800" cy="228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5EC0F75-AF18-1639-D9A4-D412D365820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69108" y="4958390"/>
                  <a:ext cx="55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13DAD3B-920C-C012-01CE-3B8A5081399B}"/>
                    </a:ext>
                  </a:extLst>
                </p14:cNvPr>
                <p14:cNvContentPartPr/>
                <p14:nvPr/>
              </p14:nvContentPartPr>
              <p14:xfrm>
                <a:off x="287468" y="4929590"/>
                <a:ext cx="97560" cy="306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13DAD3B-920C-C012-01CE-3B8A5081399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69828" y="4911590"/>
                  <a:ext cx="133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225CE55-99BA-664F-8425-BC6A8DAD2292}"/>
                    </a:ext>
                  </a:extLst>
                </p14:cNvPr>
                <p14:cNvContentPartPr/>
                <p14:nvPr/>
              </p14:nvContentPartPr>
              <p14:xfrm>
                <a:off x="395468" y="5138750"/>
                <a:ext cx="110520" cy="190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225CE55-99BA-664F-8425-BC6A8DAD229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77828" y="5121110"/>
                  <a:ext cx="146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0F91369-2270-DD6D-9B6F-E09B78642FA2}"/>
                    </a:ext>
                  </a:extLst>
                </p14:cNvPr>
                <p14:cNvContentPartPr/>
                <p14:nvPr/>
              </p14:nvContentPartPr>
              <p14:xfrm>
                <a:off x="503468" y="4603430"/>
                <a:ext cx="43200" cy="2901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0F91369-2270-DD6D-9B6F-E09B78642FA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85828" y="4585790"/>
                  <a:ext cx="788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FBD26A0-88C6-4354-60DF-58608003DDC2}"/>
                    </a:ext>
                  </a:extLst>
                </p14:cNvPr>
                <p14:cNvContentPartPr/>
                <p14:nvPr/>
              </p14:nvContentPartPr>
              <p14:xfrm>
                <a:off x="494828" y="4601630"/>
                <a:ext cx="131040" cy="2962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FBD26A0-88C6-4354-60DF-58608003DDC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76828" y="4583990"/>
                  <a:ext cx="166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9C31B55-374C-3687-A9A2-8E447EEA16C7}"/>
                    </a:ext>
                  </a:extLst>
                </p14:cNvPr>
                <p14:cNvContentPartPr/>
                <p14:nvPr/>
              </p14:nvContentPartPr>
              <p14:xfrm>
                <a:off x="633428" y="4843550"/>
                <a:ext cx="41760" cy="93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9C31B55-374C-3687-A9A2-8E447EEA16C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15428" y="4825910"/>
                  <a:ext cx="77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110793E-D55C-6F5E-DF85-4844416816B5}"/>
                    </a:ext>
                  </a:extLst>
                </p14:cNvPr>
                <p14:cNvContentPartPr/>
                <p14:nvPr/>
              </p14:nvContentPartPr>
              <p14:xfrm>
                <a:off x="760868" y="4668950"/>
                <a:ext cx="16560" cy="258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110793E-D55C-6F5E-DF85-4844416816B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43228" y="4651310"/>
                  <a:ext cx="522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69F23A4-903B-D089-6ECB-B38F75BE1A7D}"/>
                    </a:ext>
                  </a:extLst>
                </p14:cNvPr>
                <p14:cNvContentPartPr/>
                <p14:nvPr/>
              </p14:nvContentPartPr>
              <p14:xfrm>
                <a:off x="786068" y="4640870"/>
                <a:ext cx="81360" cy="280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69F23A4-903B-D089-6ECB-B38F75BE1A7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68068" y="4622870"/>
                  <a:ext cx="117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944F093-5130-2C82-C04D-B1A04E9086F1}"/>
                    </a:ext>
                  </a:extLst>
                </p14:cNvPr>
                <p14:cNvContentPartPr/>
                <p14:nvPr/>
              </p14:nvContentPartPr>
              <p14:xfrm>
                <a:off x="873908" y="4888190"/>
                <a:ext cx="7920" cy="1224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944F093-5130-2C82-C04D-B1A04E9086F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55908" y="4870550"/>
                  <a:ext cx="43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9B79F2E-AE76-AC74-9DA1-AE289A6A9AE6}"/>
                    </a:ext>
                  </a:extLst>
                </p14:cNvPr>
                <p14:cNvContentPartPr/>
                <p14:nvPr/>
              </p14:nvContentPartPr>
              <p14:xfrm>
                <a:off x="649268" y="4946870"/>
                <a:ext cx="75240" cy="82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9B79F2E-AE76-AC74-9DA1-AE289A6A9AE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31268" y="4929230"/>
                  <a:ext cx="110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DCC7441-6C47-71CE-607D-49077F474B8A}"/>
                    </a:ext>
                  </a:extLst>
                </p14:cNvPr>
                <p14:cNvContentPartPr/>
                <p14:nvPr/>
              </p14:nvContentPartPr>
              <p14:xfrm>
                <a:off x="1429028" y="5368430"/>
                <a:ext cx="711720" cy="427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DCC7441-6C47-71CE-607D-49077F474B8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411388" y="5350430"/>
                  <a:ext cx="74736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18087B7F-DE09-156D-41FB-33C5B8374197}"/>
              </a:ext>
            </a:extLst>
          </p:cNvPr>
          <p:cNvGrpSpPr/>
          <p:nvPr/>
        </p:nvGrpSpPr>
        <p:grpSpPr>
          <a:xfrm>
            <a:off x="4494428" y="5147030"/>
            <a:ext cx="379800" cy="606240"/>
            <a:chOff x="4494428" y="5147030"/>
            <a:chExt cx="379800" cy="60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75349AE-AC6E-8D82-962E-E5CDCA57FEF4}"/>
                    </a:ext>
                  </a:extLst>
                </p14:cNvPr>
                <p14:cNvContentPartPr/>
                <p14:nvPr/>
              </p14:nvContentPartPr>
              <p14:xfrm>
                <a:off x="4494428" y="5294990"/>
                <a:ext cx="18000" cy="2757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75349AE-AC6E-8D82-962E-E5CDCA57FEF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476428" y="5276990"/>
                  <a:ext cx="536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66A72E-9D72-C854-4367-564C0FF28326}"/>
                    </a:ext>
                  </a:extLst>
                </p14:cNvPr>
                <p14:cNvContentPartPr/>
                <p14:nvPr/>
              </p14:nvContentPartPr>
              <p14:xfrm>
                <a:off x="4500548" y="5255390"/>
                <a:ext cx="163800" cy="329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E66A72E-9D72-C854-4367-564C0FF2832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482908" y="5237390"/>
                  <a:ext cx="199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5E9D802-992D-31CF-858A-39E26748DCD4}"/>
                    </a:ext>
                  </a:extLst>
                </p14:cNvPr>
                <p14:cNvContentPartPr/>
                <p14:nvPr/>
              </p14:nvContentPartPr>
              <p14:xfrm>
                <a:off x="4728068" y="5535470"/>
                <a:ext cx="146160" cy="217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5E9D802-992D-31CF-858A-39E26748DCD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710068" y="5517830"/>
                  <a:ext cx="181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9EB2B04-688E-19DC-A604-8AAF70229329}"/>
                    </a:ext>
                  </a:extLst>
                </p14:cNvPr>
                <p14:cNvContentPartPr/>
                <p14:nvPr/>
              </p14:nvContentPartPr>
              <p14:xfrm>
                <a:off x="4517108" y="5147030"/>
                <a:ext cx="219960" cy="16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9EB2B04-688E-19DC-A604-8AAF7022932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499108" y="5129030"/>
                  <a:ext cx="255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655ADAD-8C48-28F7-7BAB-EE3FC3E93C36}"/>
              </a:ext>
            </a:extLst>
          </p:cNvPr>
          <p:cNvGrpSpPr/>
          <p:nvPr/>
        </p:nvGrpSpPr>
        <p:grpSpPr>
          <a:xfrm>
            <a:off x="4991588" y="5264390"/>
            <a:ext cx="398520" cy="471600"/>
            <a:chOff x="4991588" y="5264390"/>
            <a:chExt cx="39852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EE78138-7A18-1952-2076-6C203071CCF6}"/>
                    </a:ext>
                  </a:extLst>
                </p14:cNvPr>
                <p14:cNvContentPartPr/>
                <p14:nvPr/>
              </p14:nvContentPartPr>
              <p14:xfrm>
                <a:off x="4991588" y="5501630"/>
                <a:ext cx="360" cy="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EE78138-7A18-1952-2076-6C203071CCF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73588" y="54839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FDAAFA5-A2D2-8957-6044-CB9D7DCC7DA6}"/>
                    </a:ext>
                  </a:extLst>
                </p14:cNvPr>
                <p14:cNvContentPartPr/>
                <p14:nvPr/>
              </p14:nvContentPartPr>
              <p14:xfrm>
                <a:off x="5131988" y="5283110"/>
                <a:ext cx="4320" cy="278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FDAAFA5-A2D2-8957-6044-CB9D7DCC7DA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114348" y="5265110"/>
                  <a:ext cx="39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7300741-8EA5-694F-670E-752524CC5BEE}"/>
                    </a:ext>
                  </a:extLst>
                </p14:cNvPr>
                <p14:cNvContentPartPr/>
                <p14:nvPr/>
              </p14:nvContentPartPr>
              <p14:xfrm>
                <a:off x="5121188" y="5264390"/>
                <a:ext cx="162000" cy="242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7300741-8EA5-694F-670E-752524CC5BE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103548" y="5246390"/>
                  <a:ext cx="197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1934A6E-BD47-D798-AC2C-A82137DFE7E8}"/>
                    </a:ext>
                  </a:extLst>
                </p14:cNvPr>
                <p14:cNvContentPartPr/>
                <p14:nvPr/>
              </p14:nvContentPartPr>
              <p14:xfrm>
                <a:off x="5388308" y="5508110"/>
                <a:ext cx="1800" cy="227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1934A6E-BD47-D798-AC2C-A82137DFE7E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370308" y="5490470"/>
                  <a:ext cx="374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28769B7-E613-97D1-B35E-FAEC505AAA62}"/>
              </a:ext>
            </a:extLst>
          </p:cNvPr>
          <p:cNvGrpSpPr/>
          <p:nvPr/>
        </p:nvGrpSpPr>
        <p:grpSpPr>
          <a:xfrm>
            <a:off x="5588828" y="5347910"/>
            <a:ext cx="183600" cy="202680"/>
            <a:chOff x="5588828" y="5347910"/>
            <a:chExt cx="18360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F44BB05-920C-1E6B-08C9-18088D83C0FB}"/>
                    </a:ext>
                  </a:extLst>
                </p14:cNvPr>
                <p14:cNvContentPartPr/>
                <p14:nvPr/>
              </p14:nvContentPartPr>
              <p14:xfrm>
                <a:off x="5588828" y="5444030"/>
                <a:ext cx="183600" cy="172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F44BB05-920C-1E6B-08C9-18088D83C0F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571188" y="5426390"/>
                  <a:ext cx="219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C8AF865-51FA-31AF-C64B-DF8C23AA4919}"/>
                    </a:ext>
                  </a:extLst>
                </p14:cNvPr>
                <p14:cNvContentPartPr/>
                <p14:nvPr/>
              </p14:nvContentPartPr>
              <p14:xfrm>
                <a:off x="5675588" y="5347910"/>
                <a:ext cx="14040" cy="202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C8AF865-51FA-31AF-C64B-DF8C23AA491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657948" y="5330270"/>
                  <a:ext cx="496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DF8466A-BD00-2062-C4F7-A9BE2705AFE6}"/>
              </a:ext>
            </a:extLst>
          </p:cNvPr>
          <p:cNvGrpSpPr/>
          <p:nvPr/>
        </p:nvGrpSpPr>
        <p:grpSpPr>
          <a:xfrm>
            <a:off x="5935508" y="5294270"/>
            <a:ext cx="330480" cy="492480"/>
            <a:chOff x="5935508" y="5294270"/>
            <a:chExt cx="33048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07957E7-0870-899A-3520-469AE3EFD4DA}"/>
                    </a:ext>
                  </a:extLst>
                </p14:cNvPr>
                <p14:cNvContentPartPr/>
                <p14:nvPr/>
              </p14:nvContentPartPr>
              <p14:xfrm>
                <a:off x="5949548" y="5301830"/>
                <a:ext cx="7920" cy="271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07957E7-0870-899A-3520-469AE3EFD4DA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931548" y="5283830"/>
                  <a:ext cx="43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9825B9D-A5B3-7F97-A26D-207690E9830E}"/>
                    </a:ext>
                  </a:extLst>
                </p14:cNvPr>
                <p14:cNvContentPartPr/>
                <p14:nvPr/>
              </p14:nvContentPartPr>
              <p14:xfrm>
                <a:off x="5935508" y="5294270"/>
                <a:ext cx="161280" cy="3261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9825B9D-A5B3-7F97-A26D-207690E9830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917868" y="5276630"/>
                  <a:ext cx="1969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C10CED0-9CDB-BB3D-FC41-027236C09D5F}"/>
                    </a:ext>
                  </a:extLst>
                </p14:cNvPr>
                <p14:cNvContentPartPr/>
                <p14:nvPr/>
              </p14:nvContentPartPr>
              <p14:xfrm>
                <a:off x="6170228" y="5561390"/>
                <a:ext cx="95760" cy="225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C10CED0-9CDB-BB3D-FC41-027236C09D5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152588" y="5543750"/>
                  <a:ext cx="1314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6F5AE74-58F3-EC05-EC16-4489D7D3794E}"/>
              </a:ext>
            </a:extLst>
          </p:cNvPr>
          <p:cNvGrpSpPr/>
          <p:nvPr/>
        </p:nvGrpSpPr>
        <p:grpSpPr>
          <a:xfrm>
            <a:off x="6425828" y="5186630"/>
            <a:ext cx="307440" cy="588600"/>
            <a:chOff x="6425828" y="5186630"/>
            <a:chExt cx="307440" cy="58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7ABC75A-1CED-3DB9-827F-FD4B9698D76E}"/>
                    </a:ext>
                  </a:extLst>
                </p14:cNvPr>
                <p14:cNvContentPartPr/>
                <p14:nvPr/>
              </p14:nvContentPartPr>
              <p14:xfrm>
                <a:off x="6430148" y="5323070"/>
                <a:ext cx="32760" cy="255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7ABC75A-1CED-3DB9-827F-FD4B9698D76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412508" y="5305430"/>
                  <a:ext cx="68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53DED86-8DE5-8D9B-8556-E8E8EE54C592}"/>
                    </a:ext>
                  </a:extLst>
                </p14:cNvPr>
                <p14:cNvContentPartPr/>
                <p14:nvPr/>
              </p14:nvContentPartPr>
              <p14:xfrm>
                <a:off x="6451388" y="5315150"/>
                <a:ext cx="159120" cy="2930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53DED86-8DE5-8D9B-8556-E8E8EE54C59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33748" y="5297150"/>
                  <a:ext cx="1947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5A29B36-7CE0-C7E0-D68E-8AFD60C3B7D2}"/>
                    </a:ext>
                  </a:extLst>
                </p14:cNvPr>
                <p14:cNvContentPartPr/>
                <p14:nvPr/>
              </p14:nvContentPartPr>
              <p14:xfrm>
                <a:off x="6629948" y="5595230"/>
                <a:ext cx="103320" cy="1800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5A29B36-7CE0-C7E0-D68E-8AFD60C3B7D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611948" y="5577590"/>
                  <a:ext cx="138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EDE86A8-13E9-678F-2060-4DFF6D3B5346}"/>
                    </a:ext>
                  </a:extLst>
                </p14:cNvPr>
                <p14:cNvContentPartPr/>
                <p14:nvPr/>
              </p14:nvContentPartPr>
              <p14:xfrm>
                <a:off x="6425828" y="5186630"/>
                <a:ext cx="229320" cy="154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EDE86A8-13E9-678F-2060-4DFF6D3B53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408188" y="5168630"/>
                  <a:ext cx="2649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3316D17-BCAC-7398-4C22-9D2BD94B1CC3}"/>
              </a:ext>
            </a:extLst>
          </p:cNvPr>
          <p:cNvGrpSpPr/>
          <p:nvPr/>
        </p:nvGrpSpPr>
        <p:grpSpPr>
          <a:xfrm>
            <a:off x="6897068" y="5300030"/>
            <a:ext cx="321120" cy="470160"/>
            <a:chOff x="6897068" y="5300030"/>
            <a:chExt cx="32112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BA69F52-263A-CA59-5EAA-61C2BF8CDF53}"/>
                    </a:ext>
                  </a:extLst>
                </p14:cNvPr>
                <p14:cNvContentPartPr/>
                <p14:nvPr/>
              </p14:nvContentPartPr>
              <p14:xfrm>
                <a:off x="6897068" y="5320910"/>
                <a:ext cx="15480" cy="2710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BA69F52-263A-CA59-5EAA-61C2BF8CDF5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879428" y="5303270"/>
                  <a:ext cx="51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56AC67F-5079-B02B-5460-F477098B3C5E}"/>
                    </a:ext>
                  </a:extLst>
                </p14:cNvPr>
                <p14:cNvContentPartPr/>
                <p14:nvPr/>
              </p14:nvContentPartPr>
              <p14:xfrm>
                <a:off x="6901028" y="5300030"/>
                <a:ext cx="187920" cy="3456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56AC67F-5079-B02B-5460-F477098B3C5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83028" y="5282030"/>
                  <a:ext cx="2235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1831394-CF4A-470B-7557-97BCA7267464}"/>
                    </a:ext>
                  </a:extLst>
                </p14:cNvPr>
                <p14:cNvContentPartPr/>
                <p14:nvPr/>
              </p14:nvContentPartPr>
              <p14:xfrm>
                <a:off x="7193348" y="5597750"/>
                <a:ext cx="24840" cy="1724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1831394-CF4A-470B-7557-97BCA726746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175708" y="5580110"/>
                  <a:ext cx="6048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8CA1B4CC-7029-52B5-6D08-21342F2A42CA}"/>
                  </a:ext>
                </a:extLst>
              </p14:cNvPr>
              <p14:cNvContentPartPr/>
              <p14:nvPr/>
            </p14:nvContentPartPr>
            <p14:xfrm>
              <a:off x="6922268" y="5133350"/>
              <a:ext cx="209880" cy="2412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8CA1B4CC-7029-52B5-6D08-21342F2A42CA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6904628" y="5115710"/>
                <a:ext cx="24552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oup 322">
            <a:extLst>
              <a:ext uri="{FF2B5EF4-FFF2-40B4-BE49-F238E27FC236}">
                <a16:creationId xmlns:a16="http://schemas.microsoft.com/office/drawing/2014/main" id="{C547BC1D-B428-CA14-E61B-77031A9B06C1}"/>
              </a:ext>
            </a:extLst>
          </p:cNvPr>
          <p:cNvGrpSpPr/>
          <p:nvPr/>
        </p:nvGrpSpPr>
        <p:grpSpPr>
          <a:xfrm>
            <a:off x="2777948" y="5337830"/>
            <a:ext cx="283680" cy="326880"/>
            <a:chOff x="2777948" y="5337830"/>
            <a:chExt cx="28368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80FDB64-C2EE-8B54-6786-247952A5F953}"/>
                    </a:ext>
                  </a:extLst>
                </p14:cNvPr>
                <p14:cNvContentPartPr/>
                <p14:nvPr/>
              </p14:nvContentPartPr>
              <p14:xfrm>
                <a:off x="2777948" y="5337830"/>
                <a:ext cx="97560" cy="174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80FDB64-C2EE-8B54-6786-247952A5F95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759948" y="5320190"/>
                  <a:ext cx="133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B15FCB4-623D-076D-41A7-F9FF5A738DB5}"/>
                    </a:ext>
                  </a:extLst>
                </p14:cNvPr>
                <p14:cNvContentPartPr/>
                <p14:nvPr/>
              </p14:nvContentPartPr>
              <p14:xfrm>
                <a:off x="2868668" y="5501630"/>
                <a:ext cx="97200" cy="1630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B15FCB4-623D-076D-41A7-F9FF5A738DB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851028" y="5483990"/>
                  <a:ext cx="132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248403F-9963-923B-E848-F5A2CB5C5947}"/>
                    </a:ext>
                  </a:extLst>
                </p14:cNvPr>
                <p14:cNvContentPartPr/>
                <p14:nvPr/>
              </p14:nvContentPartPr>
              <p14:xfrm>
                <a:off x="3011588" y="5426030"/>
                <a:ext cx="42120" cy="140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248403F-9963-923B-E848-F5A2CB5C594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993588" y="5408030"/>
                  <a:ext cx="77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70D9A35-168B-4401-BE3C-2BBC2DC48797}"/>
                    </a:ext>
                  </a:extLst>
                </p14:cNvPr>
                <p14:cNvContentPartPr/>
                <p14:nvPr/>
              </p14:nvContentPartPr>
              <p14:xfrm>
                <a:off x="3018428" y="5481470"/>
                <a:ext cx="43200" cy="3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70D9A35-168B-4401-BE3C-2BBC2DC4879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000788" y="5463470"/>
                  <a:ext cx="78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75C4260D-421D-0C6F-B912-A1ACAF74946D}"/>
              </a:ext>
            </a:extLst>
          </p:cNvPr>
          <p:cNvGrpSpPr/>
          <p:nvPr/>
        </p:nvGrpSpPr>
        <p:grpSpPr>
          <a:xfrm>
            <a:off x="2773268" y="6000950"/>
            <a:ext cx="315000" cy="434520"/>
            <a:chOff x="2773268" y="6000950"/>
            <a:chExt cx="31500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528FC85-2B8B-733E-2E3E-233DED54DED2}"/>
                    </a:ext>
                  </a:extLst>
                </p14:cNvPr>
                <p14:cNvContentPartPr/>
                <p14:nvPr/>
              </p14:nvContentPartPr>
              <p14:xfrm>
                <a:off x="2773268" y="6000950"/>
                <a:ext cx="190080" cy="308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528FC85-2B8B-733E-2E3E-233DED54DED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755628" y="5983310"/>
                  <a:ext cx="2257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1D20796-F322-EB95-5832-EAABB83EFC3A}"/>
                    </a:ext>
                  </a:extLst>
                </p14:cNvPr>
                <p14:cNvContentPartPr/>
                <p14:nvPr/>
              </p14:nvContentPartPr>
              <p14:xfrm>
                <a:off x="2985668" y="6272750"/>
                <a:ext cx="102600" cy="1627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1D20796-F322-EB95-5832-EAABB83EFC3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967668" y="6254750"/>
                  <a:ext cx="13824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9719ABA7-FA58-71C1-A1CA-A45D4A3AFA80}"/>
              </a:ext>
            </a:extLst>
          </p:cNvPr>
          <p:cNvGrpSpPr/>
          <p:nvPr/>
        </p:nvGrpSpPr>
        <p:grpSpPr>
          <a:xfrm>
            <a:off x="8161388" y="5231270"/>
            <a:ext cx="374760" cy="460080"/>
            <a:chOff x="8161388" y="5231270"/>
            <a:chExt cx="37476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99C7772-874F-CC61-604A-14017BEF0559}"/>
                    </a:ext>
                  </a:extLst>
                </p14:cNvPr>
                <p14:cNvContentPartPr/>
                <p14:nvPr/>
              </p14:nvContentPartPr>
              <p14:xfrm>
                <a:off x="8161388" y="5231270"/>
                <a:ext cx="252720" cy="3592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99C7772-874F-CC61-604A-14017BEF055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143748" y="5213270"/>
                  <a:ext cx="2883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0110228-EE0E-BDA0-D2E4-64BB6FE5FB7F}"/>
                    </a:ext>
                  </a:extLst>
                </p14:cNvPr>
                <p14:cNvContentPartPr/>
                <p14:nvPr/>
              </p14:nvContentPartPr>
              <p14:xfrm>
                <a:off x="8526788" y="5511710"/>
                <a:ext cx="9360" cy="1796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0110228-EE0E-BDA0-D2E4-64BB6FE5FB7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508788" y="5494070"/>
                  <a:ext cx="4500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51CDC6A-4B13-D7F1-DEC0-3FE88262FC13}"/>
              </a:ext>
            </a:extLst>
          </p:cNvPr>
          <p:cNvGrpSpPr/>
          <p:nvPr/>
        </p:nvGrpSpPr>
        <p:grpSpPr>
          <a:xfrm>
            <a:off x="8769788" y="5403350"/>
            <a:ext cx="165240" cy="133920"/>
            <a:chOff x="8769788" y="5403350"/>
            <a:chExt cx="16524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EFB5208-00C2-EFD2-1950-718B56845E04}"/>
                    </a:ext>
                  </a:extLst>
                </p14:cNvPr>
                <p14:cNvContentPartPr/>
                <p14:nvPr/>
              </p14:nvContentPartPr>
              <p14:xfrm>
                <a:off x="8769788" y="5403350"/>
                <a:ext cx="128520" cy="129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EFB5208-00C2-EFD2-1950-718B56845E0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751788" y="5385710"/>
                  <a:ext cx="164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15DE3D1-9A47-4B88-0F83-D87FA2E47BBD}"/>
                    </a:ext>
                  </a:extLst>
                </p14:cNvPr>
                <p14:cNvContentPartPr/>
                <p14:nvPr/>
              </p14:nvContentPartPr>
              <p14:xfrm>
                <a:off x="8791748" y="5526830"/>
                <a:ext cx="143280" cy="104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15DE3D1-9A47-4B88-0F83-D87FA2E47B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773748" y="5508830"/>
                  <a:ext cx="1789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01E74A51-2BAD-561D-222A-AA6F5671426D}"/>
              </a:ext>
            </a:extLst>
          </p:cNvPr>
          <p:cNvGrpSpPr/>
          <p:nvPr/>
        </p:nvGrpSpPr>
        <p:grpSpPr>
          <a:xfrm>
            <a:off x="9248588" y="5265830"/>
            <a:ext cx="368280" cy="439560"/>
            <a:chOff x="9248588" y="5265830"/>
            <a:chExt cx="36828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63AAF38-5D3B-A9E6-E11A-B0D13B992A03}"/>
                    </a:ext>
                  </a:extLst>
                </p14:cNvPr>
                <p14:cNvContentPartPr/>
                <p14:nvPr/>
              </p14:nvContentPartPr>
              <p14:xfrm>
                <a:off x="9252188" y="5265830"/>
                <a:ext cx="19080" cy="3218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63AAF38-5D3B-A9E6-E11A-B0D13B992A0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34548" y="5247830"/>
                  <a:ext cx="54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E047D64-2B26-5AD8-64B2-5AC643746125}"/>
                    </a:ext>
                  </a:extLst>
                </p14:cNvPr>
                <p14:cNvContentPartPr/>
                <p14:nvPr/>
              </p14:nvContentPartPr>
              <p14:xfrm>
                <a:off x="9248588" y="5279150"/>
                <a:ext cx="244440" cy="2934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E047D64-2B26-5AD8-64B2-5AC64374612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230588" y="5261150"/>
                  <a:ext cx="2800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07F6D9C-4B17-E327-5055-90E8EB26E8B1}"/>
                    </a:ext>
                  </a:extLst>
                </p14:cNvPr>
                <p14:cNvContentPartPr/>
                <p14:nvPr/>
              </p14:nvContentPartPr>
              <p14:xfrm>
                <a:off x="9608948" y="5539070"/>
                <a:ext cx="7920" cy="1663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07F6D9C-4B17-E327-5055-90E8EB26E8B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590948" y="5521070"/>
                  <a:ext cx="435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52F6B717-A4AB-1B20-8491-9CD39A773AED}"/>
              </a:ext>
            </a:extLst>
          </p:cNvPr>
          <p:cNvGrpSpPr/>
          <p:nvPr/>
        </p:nvGrpSpPr>
        <p:grpSpPr>
          <a:xfrm>
            <a:off x="3290588" y="5931110"/>
            <a:ext cx="2518560" cy="965457"/>
            <a:chOff x="3290588" y="5931110"/>
            <a:chExt cx="2518560" cy="96545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5B1B8D7-58FB-BC98-CD27-0A5743C11B31}"/>
                    </a:ext>
                  </a:extLst>
                </p14:cNvPr>
                <p14:cNvContentPartPr/>
                <p14:nvPr/>
              </p14:nvContentPartPr>
              <p14:xfrm>
                <a:off x="3307508" y="6275630"/>
                <a:ext cx="100800" cy="162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5B1B8D7-58FB-BC98-CD27-0A5743C11B3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289508" y="6257630"/>
                  <a:ext cx="136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35F50EF-195A-20AC-0497-F0F3D9399CFA}"/>
                    </a:ext>
                  </a:extLst>
                </p14:cNvPr>
                <p14:cNvContentPartPr/>
                <p14:nvPr/>
              </p14:nvContentPartPr>
              <p14:xfrm>
                <a:off x="3290588" y="6160430"/>
                <a:ext cx="144720" cy="25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35F50EF-195A-20AC-0497-F0F3D9399CF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272588" y="6142430"/>
                  <a:ext cx="180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33C4A7A-3EFD-FDD3-27AC-2165E0F3A1E9}"/>
                    </a:ext>
                  </a:extLst>
                </p14:cNvPr>
                <p14:cNvContentPartPr/>
                <p14:nvPr/>
              </p14:nvContentPartPr>
              <p14:xfrm>
                <a:off x="3690908" y="6052070"/>
                <a:ext cx="25920" cy="3283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33C4A7A-3EFD-FDD3-27AC-2165E0F3A1E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672908" y="6034070"/>
                  <a:ext cx="615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D269A25-C724-3FBD-54CA-C910362F717C}"/>
                    </a:ext>
                  </a:extLst>
                </p14:cNvPr>
                <p14:cNvContentPartPr/>
                <p14:nvPr/>
              </p14:nvContentPartPr>
              <p14:xfrm>
                <a:off x="3680828" y="6071870"/>
                <a:ext cx="167760" cy="353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D269A25-C724-3FBD-54CA-C910362F717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663188" y="6053870"/>
                  <a:ext cx="2034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AE29A47-9B6C-16A5-8784-FBF07609CDF0}"/>
                    </a:ext>
                  </a:extLst>
                </p14:cNvPr>
                <p14:cNvContentPartPr/>
                <p14:nvPr/>
              </p14:nvContentPartPr>
              <p14:xfrm>
                <a:off x="3894308" y="6291470"/>
                <a:ext cx="90720" cy="1213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AE29A47-9B6C-16A5-8784-FBF07609CDF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876668" y="6273470"/>
                  <a:ext cx="126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0B648ED-D96E-FA81-DC35-E137443EB9C1}"/>
                    </a:ext>
                  </a:extLst>
                </p14:cNvPr>
                <p14:cNvContentPartPr/>
                <p14:nvPr/>
              </p14:nvContentPartPr>
              <p14:xfrm>
                <a:off x="3961988" y="6371750"/>
                <a:ext cx="93240" cy="885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0B648ED-D96E-FA81-DC35-E137443EB9C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944348" y="6353750"/>
                  <a:ext cx="128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28CAF07-D976-B262-786C-0CEB5F82AE46}"/>
                    </a:ext>
                  </a:extLst>
                </p14:cNvPr>
                <p14:cNvContentPartPr/>
                <p14:nvPr/>
              </p14:nvContentPartPr>
              <p14:xfrm>
                <a:off x="3689828" y="5942270"/>
                <a:ext cx="219960" cy="14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28CAF07-D976-B262-786C-0CEB5F82AE46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671828" y="5924630"/>
                  <a:ext cx="255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4906427-1F44-73E2-3F3B-D1611422DF8C}"/>
                    </a:ext>
                  </a:extLst>
                </p14:cNvPr>
                <p14:cNvContentPartPr/>
                <p14:nvPr/>
              </p14:nvContentPartPr>
              <p14:xfrm>
                <a:off x="4199228" y="6130910"/>
                <a:ext cx="10440" cy="2862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4906427-1F44-73E2-3F3B-D1611422DF8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181588" y="6113270"/>
                  <a:ext cx="46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7F27D47F-F344-3D84-6ADC-5F0B9D59805A}"/>
                    </a:ext>
                  </a:extLst>
                </p14:cNvPr>
                <p14:cNvContentPartPr/>
                <p14:nvPr/>
              </p14:nvContentPartPr>
              <p14:xfrm>
                <a:off x="4180508" y="6084830"/>
                <a:ext cx="174960" cy="2977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7F27D47F-F344-3D84-6ADC-5F0B9D59805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162868" y="6066830"/>
                  <a:ext cx="210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337149B-6B99-BBF6-857C-BEDDD580D64E}"/>
                    </a:ext>
                  </a:extLst>
                </p14:cNvPr>
                <p14:cNvContentPartPr/>
                <p14:nvPr/>
              </p14:nvContentPartPr>
              <p14:xfrm>
                <a:off x="4385348" y="6330350"/>
                <a:ext cx="167400" cy="1587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337149B-6B99-BBF6-857C-BEDDD580D64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367348" y="6312710"/>
                  <a:ext cx="203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9CAF567-8CC9-9F54-198F-B0A9F1060EFE}"/>
                    </a:ext>
                  </a:extLst>
                </p14:cNvPr>
                <p14:cNvContentPartPr/>
                <p14:nvPr/>
              </p14:nvContentPartPr>
              <p14:xfrm>
                <a:off x="4200668" y="5953790"/>
                <a:ext cx="203760" cy="162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9CAF567-8CC9-9F54-198F-B0A9F1060EF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82668" y="5935790"/>
                  <a:ext cx="239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F0DD187-AACD-D3D9-B634-AF2B47A92950}"/>
                    </a:ext>
                  </a:extLst>
                </p14:cNvPr>
                <p14:cNvContentPartPr/>
                <p14:nvPr/>
              </p14:nvContentPartPr>
              <p14:xfrm>
                <a:off x="4648868" y="6030110"/>
                <a:ext cx="24120" cy="321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F0DD187-AACD-D3D9-B634-AF2B47A9295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630868" y="6012110"/>
                  <a:ext cx="597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B1B6C51-1E2E-90DC-EC4A-025CA8F61AA1}"/>
                    </a:ext>
                  </a:extLst>
                </p14:cNvPr>
                <p14:cNvContentPartPr/>
                <p14:nvPr/>
              </p14:nvContentPartPr>
              <p14:xfrm>
                <a:off x="4638788" y="6035150"/>
                <a:ext cx="194040" cy="338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B1B6C51-1E2E-90DC-EC4A-025CA8F61AA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620788" y="6017150"/>
                  <a:ext cx="2296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1A120D7-5EE6-7778-9CD7-6C453961EEB9}"/>
                    </a:ext>
                  </a:extLst>
                </p14:cNvPr>
                <p14:cNvContentPartPr/>
                <p14:nvPr/>
              </p14:nvContentPartPr>
              <p14:xfrm>
                <a:off x="4883588" y="6351230"/>
                <a:ext cx="2880" cy="1371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1A120D7-5EE6-7778-9CD7-6C453961EEB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865588" y="6333590"/>
                  <a:ext cx="38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B7CAEC9-8519-3656-EEF8-344FE37193DD}"/>
                    </a:ext>
                  </a:extLst>
                </p14:cNvPr>
                <p14:cNvContentPartPr/>
                <p14:nvPr/>
              </p14:nvContentPartPr>
              <p14:xfrm>
                <a:off x="5112188" y="6217670"/>
                <a:ext cx="200880" cy="64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B7CAEC9-8519-3656-EEF8-344FE37193D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094188" y="6199670"/>
                  <a:ext cx="236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B67B2C1-1E02-6187-1342-2BC1281E4CE5}"/>
                    </a:ext>
                  </a:extLst>
                </p14:cNvPr>
                <p14:cNvContentPartPr/>
                <p14:nvPr/>
              </p14:nvContentPartPr>
              <p14:xfrm>
                <a:off x="5193548" y="6090230"/>
                <a:ext cx="23040" cy="2566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B67B2C1-1E02-6187-1342-2BC1281E4CE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175908" y="6072590"/>
                  <a:ext cx="58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348656A-E00D-522D-E3A8-CEDE3B17BD64}"/>
                    </a:ext>
                  </a:extLst>
                </p14:cNvPr>
                <p14:cNvContentPartPr/>
                <p14:nvPr/>
              </p14:nvContentPartPr>
              <p14:xfrm>
                <a:off x="5463188" y="6070070"/>
                <a:ext cx="18360" cy="3222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348656A-E00D-522D-E3A8-CEDE3B17BD6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445548" y="6052070"/>
                  <a:ext cx="540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69250EB-5D12-404D-2C17-E042686E5E96}"/>
                    </a:ext>
                  </a:extLst>
                </p14:cNvPr>
                <p14:cNvContentPartPr/>
                <p14:nvPr/>
              </p14:nvContentPartPr>
              <p14:xfrm>
                <a:off x="5461028" y="6043070"/>
                <a:ext cx="177840" cy="3402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69250EB-5D12-404D-2C17-E042686E5E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443028" y="6025430"/>
                  <a:ext cx="2134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C987464-8E85-2F29-9174-C980BB9C7F5A}"/>
                    </a:ext>
                  </a:extLst>
                </p14:cNvPr>
                <p14:cNvContentPartPr/>
                <p14:nvPr/>
              </p14:nvContentPartPr>
              <p14:xfrm>
                <a:off x="5645708" y="6334310"/>
                <a:ext cx="159120" cy="1958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C987464-8E85-2F29-9174-C980BB9C7F5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627708" y="6316310"/>
                  <a:ext cx="194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33C3FD0F-E049-155F-7A5A-FD63F05BED0A}"/>
                    </a:ext>
                  </a:extLst>
                </p14:cNvPr>
                <p14:cNvContentPartPr/>
                <p14:nvPr/>
              </p14:nvContentPartPr>
              <p14:xfrm>
                <a:off x="5502428" y="5931110"/>
                <a:ext cx="306720" cy="63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33C3FD0F-E049-155F-7A5A-FD63F05BED0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484788" y="5913110"/>
                  <a:ext cx="342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297D635-84FD-2E68-74FF-F530DCA684FF}"/>
                    </a:ext>
                  </a:extLst>
                </p14:cNvPr>
                <p14:cNvContentPartPr/>
                <p14:nvPr/>
              </p14:nvContentPartPr>
              <p14:xfrm>
                <a:off x="3422348" y="6643910"/>
                <a:ext cx="143280" cy="25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297D635-84FD-2E68-74FF-F530DCA684F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404348" y="6626270"/>
                  <a:ext cx="178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2D51A40-F645-538E-FC07-C3C0AD7EA9B4}"/>
                    </a:ext>
                  </a:extLst>
                </p14:cNvPr>
                <p14:cNvContentPartPr/>
                <p14:nvPr/>
              </p14:nvContentPartPr>
              <p14:xfrm>
                <a:off x="3415868" y="6738950"/>
                <a:ext cx="201240" cy="1404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2D51A40-F645-538E-FC07-C3C0AD7EA9B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398228" y="6720950"/>
                  <a:ext cx="236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D55A999-D9D6-51EA-C3F1-5F98B13BCC38}"/>
                    </a:ext>
                  </a:extLst>
                </p14:cNvPr>
                <p14:cNvContentPartPr/>
                <p14:nvPr/>
              </p14:nvContentPartPr>
              <p14:xfrm>
                <a:off x="3860468" y="6530870"/>
                <a:ext cx="29160" cy="2512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D55A999-D9D6-51EA-C3F1-5F98B13BCC3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42468" y="6512870"/>
                  <a:ext cx="64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7B2336E-517C-01F1-A7A7-2788E9527707}"/>
                    </a:ext>
                  </a:extLst>
                </p14:cNvPr>
                <p14:cNvContentPartPr/>
                <p14:nvPr/>
              </p14:nvContentPartPr>
              <p14:xfrm>
                <a:off x="3865508" y="6512870"/>
                <a:ext cx="91080" cy="2998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7B2336E-517C-01F1-A7A7-2788E9527707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847508" y="6495230"/>
                  <a:ext cx="126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7996675-1E8C-D1AD-624B-221990F677C0}"/>
                    </a:ext>
                  </a:extLst>
                </p14:cNvPr>
                <p14:cNvContentPartPr/>
                <p14:nvPr/>
              </p14:nvContentPartPr>
              <p14:xfrm>
                <a:off x="3969548" y="6732110"/>
                <a:ext cx="59760" cy="1360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7996675-1E8C-D1AD-624B-221990F677C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951908" y="6714110"/>
                  <a:ext cx="95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14E5374-0C9F-D076-FB79-6313763A3573}"/>
                    </a:ext>
                  </a:extLst>
                </p14:cNvPr>
                <p14:cNvContentPartPr/>
                <p14:nvPr/>
              </p14:nvContentPartPr>
              <p14:xfrm>
                <a:off x="3808988" y="6491927"/>
                <a:ext cx="185040" cy="140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14E5374-0C9F-D076-FB79-6313763A3573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790988" y="6473927"/>
                  <a:ext cx="220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49867F66-8434-EBD4-DE30-F292AE346CC6}"/>
                    </a:ext>
                  </a:extLst>
                </p14:cNvPr>
                <p14:cNvContentPartPr/>
                <p14:nvPr/>
              </p14:nvContentPartPr>
              <p14:xfrm>
                <a:off x="4422788" y="6538007"/>
                <a:ext cx="41400" cy="2462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49867F66-8434-EBD4-DE30-F292AE346CC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405148" y="6520367"/>
                  <a:ext cx="77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98366673-4653-FDCE-43CD-B001D97D573F}"/>
                    </a:ext>
                  </a:extLst>
                </p14:cNvPr>
                <p14:cNvContentPartPr/>
                <p14:nvPr/>
              </p14:nvContentPartPr>
              <p14:xfrm>
                <a:off x="4445468" y="6535847"/>
                <a:ext cx="119520" cy="2566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98366673-4653-FDCE-43CD-B001D97D573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427468" y="6518207"/>
                  <a:ext cx="1551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AFEB1EAA-0011-9F22-44A4-6AF690093809}"/>
                    </a:ext>
                  </a:extLst>
                </p14:cNvPr>
                <p14:cNvContentPartPr/>
                <p14:nvPr/>
              </p14:nvContentPartPr>
              <p14:xfrm>
                <a:off x="4586228" y="6741407"/>
                <a:ext cx="152280" cy="1195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AFEB1EAA-0011-9F22-44A4-6AF69009380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68228" y="6723407"/>
                  <a:ext cx="187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0CE76CA-0F16-6ACE-866B-658F13CAEABE}"/>
                    </a:ext>
                  </a:extLst>
                </p14:cNvPr>
                <p14:cNvContentPartPr/>
                <p14:nvPr/>
              </p14:nvContentPartPr>
              <p14:xfrm>
                <a:off x="4818428" y="6704327"/>
                <a:ext cx="119520" cy="720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0CE76CA-0F16-6ACE-866B-658F13CAEAB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00428" y="6686327"/>
                  <a:ext cx="155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98E96DA-9AD6-CBD7-3BAA-B702813926C3}"/>
                    </a:ext>
                  </a:extLst>
                </p14:cNvPr>
                <p14:cNvContentPartPr/>
                <p14:nvPr/>
              </p14:nvContentPartPr>
              <p14:xfrm>
                <a:off x="4887188" y="6612887"/>
                <a:ext cx="5400" cy="16992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98E96DA-9AD6-CBD7-3BAA-B702813926C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869548" y="6594887"/>
                  <a:ext cx="41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BE7A949-AC82-E38C-5CAE-12B8663C1C5B}"/>
                    </a:ext>
                  </a:extLst>
                </p14:cNvPr>
                <p14:cNvContentPartPr/>
                <p14:nvPr/>
              </p14:nvContentPartPr>
              <p14:xfrm>
                <a:off x="4769468" y="6544127"/>
                <a:ext cx="231120" cy="2617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BE7A949-AC82-E38C-5CAE-12B8663C1C5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751828" y="6526127"/>
                  <a:ext cx="266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2DCD7DE-5F49-C21A-26FC-E3545BBB8DD2}"/>
                    </a:ext>
                  </a:extLst>
                </p14:cNvPr>
                <p14:cNvContentPartPr/>
                <p14:nvPr/>
              </p14:nvContentPartPr>
              <p14:xfrm>
                <a:off x="5144588" y="6580847"/>
                <a:ext cx="14040" cy="2059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2DCD7DE-5F49-C21A-26FC-E3545BBB8DD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126948" y="6563207"/>
                  <a:ext cx="49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5F7496D-4539-FD04-E385-658388140460}"/>
                    </a:ext>
                  </a:extLst>
                </p14:cNvPr>
                <p14:cNvContentPartPr/>
                <p14:nvPr/>
              </p14:nvContentPartPr>
              <p14:xfrm>
                <a:off x="5169788" y="6548447"/>
                <a:ext cx="85680" cy="24336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5F7496D-4539-FD04-E385-658388140460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152148" y="6530447"/>
                  <a:ext cx="121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74B061CA-8110-1F1B-916B-9BA16DA0CB4E}"/>
                    </a:ext>
                  </a:extLst>
                </p14:cNvPr>
                <p14:cNvContentPartPr/>
                <p14:nvPr/>
              </p14:nvContentPartPr>
              <p14:xfrm>
                <a:off x="5308028" y="6731327"/>
                <a:ext cx="24120" cy="13824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74B061CA-8110-1F1B-916B-9BA16DA0CB4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290028" y="6713687"/>
                  <a:ext cx="59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23D60A44-618F-152F-4590-00158DC3DC53}"/>
                    </a:ext>
                  </a:extLst>
                </p14:cNvPr>
                <p14:cNvContentPartPr/>
                <p14:nvPr/>
              </p14:nvContentPartPr>
              <p14:xfrm>
                <a:off x="4350788" y="6509927"/>
                <a:ext cx="115200" cy="3128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23D60A44-618F-152F-4590-00158DC3DC5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332788" y="6492287"/>
                  <a:ext cx="150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8110137-7997-69DB-6378-F8F27D0B351F}"/>
                    </a:ext>
                  </a:extLst>
                </p14:cNvPr>
                <p14:cNvContentPartPr/>
                <p14:nvPr/>
              </p14:nvContentPartPr>
              <p14:xfrm>
                <a:off x="5408468" y="6552767"/>
                <a:ext cx="46800" cy="3438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8110137-7997-69DB-6378-F8F27D0B351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390468" y="6535127"/>
                  <a:ext cx="82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3BF03AA-3803-95FA-FAE7-131E71C4516A}"/>
                    </a:ext>
                  </a:extLst>
                </p14:cNvPr>
                <p14:cNvContentPartPr/>
                <p14:nvPr/>
              </p14:nvContentPartPr>
              <p14:xfrm>
                <a:off x="5693228" y="6741407"/>
                <a:ext cx="73080" cy="50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3BF03AA-3803-95FA-FAE7-131E71C4516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675588" y="6723767"/>
                  <a:ext cx="108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791D831A-C4F9-6570-8AFD-C16B6F8EFAA7}"/>
                    </a:ext>
                  </a:extLst>
                </p14:cNvPr>
                <p14:cNvContentPartPr/>
                <p14:nvPr/>
              </p14:nvContentPartPr>
              <p14:xfrm>
                <a:off x="5741108" y="6655727"/>
                <a:ext cx="6480" cy="1598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791D831A-C4F9-6570-8AFD-C16B6F8EFAA7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723108" y="6637727"/>
                  <a:ext cx="421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16C648DB-FC89-27C7-BB63-AD5E7CBCCB37}"/>
              </a:ext>
            </a:extLst>
          </p:cNvPr>
          <p:cNvGrpSpPr/>
          <p:nvPr/>
        </p:nvGrpSpPr>
        <p:grpSpPr>
          <a:xfrm>
            <a:off x="6069428" y="5833910"/>
            <a:ext cx="4907880" cy="1061577"/>
            <a:chOff x="6069428" y="5833910"/>
            <a:chExt cx="4907880" cy="106157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8DE094D-71E5-2A61-15D9-496942338FB0}"/>
                    </a:ext>
                  </a:extLst>
                </p14:cNvPr>
                <p14:cNvContentPartPr/>
                <p14:nvPr/>
              </p14:nvContentPartPr>
              <p14:xfrm>
                <a:off x="8972468" y="6260870"/>
                <a:ext cx="204840" cy="3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8DE094D-71E5-2A61-15D9-496942338FB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954468" y="6243230"/>
                  <a:ext cx="240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DEA4293-181A-6EA7-7108-FD24A3D56437}"/>
                    </a:ext>
                  </a:extLst>
                </p14:cNvPr>
                <p14:cNvContentPartPr/>
                <p14:nvPr/>
              </p14:nvContentPartPr>
              <p14:xfrm>
                <a:off x="9068948" y="6137750"/>
                <a:ext cx="65520" cy="2343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DEA4293-181A-6EA7-7108-FD24A3D5643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051308" y="6120110"/>
                  <a:ext cx="101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09F857A-3F77-F375-EE2F-B1CDDEDBAB14}"/>
                    </a:ext>
                  </a:extLst>
                </p14:cNvPr>
                <p14:cNvContentPartPr/>
                <p14:nvPr/>
              </p14:nvContentPartPr>
              <p14:xfrm>
                <a:off x="9420668" y="6075830"/>
                <a:ext cx="29160" cy="2862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09F857A-3F77-F375-EE2F-B1CDDEDBAB1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402668" y="6057830"/>
                  <a:ext cx="64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9AC926F3-4919-EF5A-0CC8-21FC93D247A6}"/>
                    </a:ext>
                  </a:extLst>
                </p14:cNvPr>
                <p14:cNvContentPartPr/>
                <p14:nvPr/>
              </p14:nvContentPartPr>
              <p14:xfrm>
                <a:off x="9399068" y="6039830"/>
                <a:ext cx="159840" cy="3646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9AC926F3-4919-EF5A-0CC8-21FC93D247A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381428" y="6022190"/>
                  <a:ext cx="195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AF39414-3211-85C2-171F-9613039E1AD2}"/>
                    </a:ext>
                  </a:extLst>
                </p14:cNvPr>
                <p14:cNvContentPartPr/>
                <p14:nvPr/>
              </p14:nvContentPartPr>
              <p14:xfrm>
                <a:off x="9641348" y="6301190"/>
                <a:ext cx="105840" cy="2224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AF39414-3211-85C2-171F-9613039E1AD2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623708" y="6283550"/>
                  <a:ext cx="141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AA2B063-0767-F8FB-B402-0F11EF990BAA}"/>
                    </a:ext>
                  </a:extLst>
                </p14:cNvPr>
                <p14:cNvContentPartPr/>
                <p14:nvPr/>
              </p14:nvContentPartPr>
              <p14:xfrm>
                <a:off x="9932588" y="6017510"/>
                <a:ext cx="35640" cy="3200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AA2B063-0767-F8FB-B402-0F11EF990BAA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914948" y="5999510"/>
                  <a:ext cx="712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0C76D94-0ECE-C6AC-B7CB-7349CC4098AD}"/>
                    </a:ext>
                  </a:extLst>
                </p14:cNvPr>
                <p14:cNvContentPartPr/>
                <p14:nvPr/>
              </p14:nvContentPartPr>
              <p14:xfrm>
                <a:off x="9971828" y="5981870"/>
                <a:ext cx="149760" cy="3427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0C76D94-0ECE-C6AC-B7CB-7349CC4098A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953828" y="5964230"/>
                  <a:ext cx="1854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19EB670-2ECB-6F62-F698-B469C904C2AE}"/>
                    </a:ext>
                  </a:extLst>
                </p14:cNvPr>
                <p14:cNvContentPartPr/>
                <p14:nvPr/>
              </p14:nvContentPartPr>
              <p14:xfrm>
                <a:off x="10178828" y="6246110"/>
                <a:ext cx="225000" cy="2016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19EB670-2ECB-6F62-F698-B469C904C2A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160828" y="6228470"/>
                  <a:ext cx="260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FFE25D5-B9AA-4298-0B30-BC88815F33D4}"/>
                    </a:ext>
                  </a:extLst>
                </p14:cNvPr>
                <p14:cNvContentPartPr/>
                <p14:nvPr/>
              </p14:nvContentPartPr>
              <p14:xfrm>
                <a:off x="10536668" y="6039830"/>
                <a:ext cx="51480" cy="3330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FFE25D5-B9AA-4298-0B30-BC88815F33D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518668" y="6021830"/>
                  <a:ext cx="871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C6ABD51-7220-CA8A-D362-03BCAFFEBA88}"/>
                    </a:ext>
                  </a:extLst>
                </p14:cNvPr>
                <p14:cNvContentPartPr/>
                <p14:nvPr/>
              </p14:nvContentPartPr>
              <p14:xfrm>
                <a:off x="10565468" y="5966030"/>
                <a:ext cx="174960" cy="4219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C6ABD51-7220-CA8A-D362-03BCAFFEBA8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547468" y="5948390"/>
                  <a:ext cx="2106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8E40D32-7BD0-FFF1-C4D0-70016B3571F5}"/>
                    </a:ext>
                  </a:extLst>
                </p14:cNvPr>
                <p14:cNvContentPartPr/>
                <p14:nvPr/>
              </p14:nvContentPartPr>
              <p14:xfrm>
                <a:off x="10757708" y="6311630"/>
                <a:ext cx="7920" cy="1688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8E40D32-7BD0-FFF1-C4D0-70016B3571F5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739708" y="6293990"/>
                  <a:ext cx="43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45FDA29-7F45-1B3E-69EC-18696A9305E6}"/>
                    </a:ext>
                  </a:extLst>
                </p14:cNvPr>
                <p14:cNvContentPartPr/>
                <p14:nvPr/>
              </p14:nvContentPartPr>
              <p14:xfrm>
                <a:off x="10459988" y="5833910"/>
                <a:ext cx="270360" cy="25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45FDA29-7F45-1B3E-69EC-18696A9305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442348" y="5815910"/>
                  <a:ext cx="30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12F79F20-9288-00FF-C29F-B18E09D161B0}"/>
                    </a:ext>
                  </a:extLst>
                </p14:cNvPr>
                <p14:cNvContentPartPr/>
                <p14:nvPr/>
              </p14:nvContentPartPr>
              <p14:xfrm>
                <a:off x="6103628" y="6095990"/>
                <a:ext cx="10440" cy="291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12F79F20-9288-00FF-C29F-B18E09D161B0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085988" y="6078350"/>
                  <a:ext cx="46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5735D65-F1B7-5C64-8BF4-EB1BE6E1D74E}"/>
                    </a:ext>
                  </a:extLst>
                </p14:cNvPr>
                <p14:cNvContentPartPr/>
                <p14:nvPr/>
              </p14:nvContentPartPr>
              <p14:xfrm>
                <a:off x="6069428" y="6093830"/>
                <a:ext cx="196200" cy="344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5735D65-F1B7-5C64-8BF4-EB1BE6E1D74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051788" y="6076190"/>
                  <a:ext cx="231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37EF389-4FAD-63B2-DE53-87052AE43F4A}"/>
                    </a:ext>
                  </a:extLst>
                </p14:cNvPr>
                <p14:cNvContentPartPr/>
                <p14:nvPr/>
              </p14:nvContentPartPr>
              <p14:xfrm>
                <a:off x="6298388" y="6392630"/>
                <a:ext cx="146880" cy="1537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37EF389-4FAD-63B2-DE53-87052AE43F4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280748" y="6374990"/>
                  <a:ext cx="182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ACCD02A-B54E-9861-1D2E-79606A6C28F5}"/>
                    </a:ext>
                  </a:extLst>
                </p14:cNvPr>
                <p14:cNvContentPartPr/>
                <p14:nvPr/>
              </p14:nvContentPartPr>
              <p14:xfrm>
                <a:off x="6521228" y="6147110"/>
                <a:ext cx="13680" cy="2656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ACCD02A-B54E-9861-1D2E-79606A6C28F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503588" y="6129110"/>
                  <a:ext cx="49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FCD8B8B-B6FF-2045-7005-7849044C9660}"/>
                    </a:ext>
                  </a:extLst>
                </p14:cNvPr>
                <p14:cNvContentPartPr/>
                <p14:nvPr/>
              </p14:nvContentPartPr>
              <p14:xfrm>
                <a:off x="6511868" y="6097070"/>
                <a:ext cx="223560" cy="3362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FCD8B8B-B6FF-2045-7005-7849044C966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493868" y="6079070"/>
                  <a:ext cx="259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D993DC6-C7CA-83F7-7A24-1F15835D1861}"/>
                    </a:ext>
                  </a:extLst>
                </p14:cNvPr>
                <p14:cNvContentPartPr/>
                <p14:nvPr/>
              </p14:nvContentPartPr>
              <p14:xfrm>
                <a:off x="6833348" y="6404510"/>
                <a:ext cx="2880" cy="1540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D993DC6-C7CA-83F7-7A24-1F15835D186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815348" y="6386510"/>
                  <a:ext cx="38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9576200-743D-93FA-D05B-4A753B379010}"/>
                    </a:ext>
                  </a:extLst>
                </p14:cNvPr>
                <p14:cNvContentPartPr/>
                <p14:nvPr/>
              </p14:nvContentPartPr>
              <p14:xfrm>
                <a:off x="6495668" y="5934350"/>
                <a:ext cx="276480" cy="104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9576200-743D-93FA-D05B-4A753B379010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6477668" y="5916710"/>
                  <a:ext cx="312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BA8B9148-A41B-A025-FD81-BF4257E8A83C}"/>
                    </a:ext>
                  </a:extLst>
                </p14:cNvPr>
                <p14:cNvContentPartPr/>
                <p14:nvPr/>
              </p14:nvContentPartPr>
              <p14:xfrm>
                <a:off x="7222508" y="6293630"/>
                <a:ext cx="192600" cy="3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BA8B9148-A41B-A025-FD81-BF4257E8A83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204508" y="6275990"/>
                  <a:ext cx="228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563EFC29-A5DF-4CBF-8831-1F3FA7079958}"/>
                    </a:ext>
                  </a:extLst>
                </p14:cNvPr>
                <p14:cNvContentPartPr/>
                <p14:nvPr/>
              </p14:nvContentPartPr>
              <p14:xfrm>
                <a:off x="7320428" y="6164750"/>
                <a:ext cx="20520" cy="2422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563EFC29-A5DF-4CBF-8831-1F3FA707995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302428" y="6147110"/>
                  <a:ext cx="561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6E8C32A-3753-162C-70AE-FF6E8CA6EC34}"/>
                    </a:ext>
                  </a:extLst>
                </p14:cNvPr>
                <p14:cNvContentPartPr/>
                <p14:nvPr/>
              </p14:nvContentPartPr>
              <p14:xfrm>
                <a:off x="8101268" y="5836070"/>
                <a:ext cx="187560" cy="25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6E8C32A-3753-162C-70AE-FF6E8CA6EC34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083268" y="5818430"/>
                  <a:ext cx="223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31FCE24-0688-A292-F873-32A607B71E0D}"/>
                    </a:ext>
                  </a:extLst>
                </p14:cNvPr>
                <p14:cNvContentPartPr/>
                <p14:nvPr/>
              </p14:nvContentPartPr>
              <p14:xfrm>
                <a:off x="7620308" y="6133430"/>
                <a:ext cx="44280" cy="1756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31FCE24-0688-A292-F873-32A607B71E0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602308" y="6115430"/>
                  <a:ext cx="79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DEDE61F-EB54-F0F0-3F0E-EDBA4B1B0819}"/>
                    </a:ext>
                  </a:extLst>
                </p14:cNvPr>
                <p14:cNvContentPartPr/>
                <p14:nvPr/>
              </p14:nvContentPartPr>
              <p14:xfrm>
                <a:off x="7620308" y="5997350"/>
                <a:ext cx="182520" cy="3092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DEDE61F-EB54-F0F0-3F0E-EDBA4B1B081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602668" y="5979350"/>
                  <a:ext cx="218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F56E99D0-A976-68B7-92E7-434E0A2E3501}"/>
                    </a:ext>
                  </a:extLst>
                </p14:cNvPr>
                <p14:cNvContentPartPr/>
                <p14:nvPr/>
              </p14:nvContentPartPr>
              <p14:xfrm>
                <a:off x="7799948" y="6231710"/>
                <a:ext cx="127440" cy="2282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F56E99D0-A976-68B7-92E7-434E0A2E350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781948" y="6213710"/>
                  <a:ext cx="163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674EE82-5372-A18B-179E-F477A317767A}"/>
                    </a:ext>
                  </a:extLst>
                </p14:cNvPr>
                <p14:cNvContentPartPr/>
                <p14:nvPr/>
              </p14:nvContentPartPr>
              <p14:xfrm>
                <a:off x="8034668" y="6028310"/>
                <a:ext cx="16560" cy="3286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674EE82-5372-A18B-179E-F477A317767A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016668" y="6010310"/>
                  <a:ext cx="522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90CE093-47E7-31CA-13EF-54441A7CAE23}"/>
                    </a:ext>
                  </a:extLst>
                </p14:cNvPr>
                <p14:cNvContentPartPr/>
                <p14:nvPr/>
              </p14:nvContentPartPr>
              <p14:xfrm>
                <a:off x="8039708" y="6017510"/>
                <a:ext cx="178200" cy="3376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90CE093-47E7-31CA-13EF-54441A7CAE23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021708" y="5999870"/>
                  <a:ext cx="213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4871A35-A03C-8BEE-C9B1-3EC61EC18854}"/>
                    </a:ext>
                  </a:extLst>
                </p14:cNvPr>
                <p14:cNvContentPartPr/>
                <p14:nvPr/>
              </p14:nvContentPartPr>
              <p14:xfrm>
                <a:off x="8270468" y="6300830"/>
                <a:ext cx="157680" cy="1627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4871A35-A03C-8BEE-C9B1-3EC61EC1885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252828" y="6283190"/>
                  <a:ext cx="193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101791A-EE11-1F42-5180-DC42C9BE337A}"/>
                    </a:ext>
                  </a:extLst>
                </p14:cNvPr>
                <p14:cNvContentPartPr/>
                <p14:nvPr/>
              </p14:nvContentPartPr>
              <p14:xfrm>
                <a:off x="8525348" y="6074030"/>
                <a:ext cx="15480" cy="2606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101791A-EE11-1F42-5180-DC42C9BE337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507348" y="6056390"/>
                  <a:ext cx="51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3EEF791-73FF-E435-3BCD-A1EE0DD74C02}"/>
                    </a:ext>
                  </a:extLst>
                </p14:cNvPr>
                <p14:cNvContentPartPr/>
                <p14:nvPr/>
              </p14:nvContentPartPr>
              <p14:xfrm>
                <a:off x="8512388" y="6036950"/>
                <a:ext cx="163800" cy="3308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3EEF791-73FF-E435-3BCD-A1EE0DD74C0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494748" y="6018950"/>
                  <a:ext cx="1994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9C80D74A-04A8-01C8-FBEC-8ECB1A9A7A2C}"/>
                    </a:ext>
                  </a:extLst>
                </p14:cNvPr>
                <p14:cNvContentPartPr/>
                <p14:nvPr/>
              </p14:nvContentPartPr>
              <p14:xfrm>
                <a:off x="8762588" y="6291470"/>
                <a:ext cx="12960" cy="24444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9C80D74A-04A8-01C8-FBEC-8ECB1A9A7A2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744948" y="6273470"/>
                  <a:ext cx="486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07BCC55-EC7C-2F39-13D5-2D6FF0D6511D}"/>
                    </a:ext>
                  </a:extLst>
                </p14:cNvPr>
                <p14:cNvContentPartPr/>
                <p14:nvPr/>
              </p14:nvContentPartPr>
              <p14:xfrm>
                <a:off x="6127748" y="6583367"/>
                <a:ext cx="18000" cy="2466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07BCC55-EC7C-2F39-13D5-2D6FF0D6511D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109748" y="6565727"/>
                  <a:ext cx="53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BCDCB14-AD1A-483A-7122-37C016FCC710}"/>
                    </a:ext>
                  </a:extLst>
                </p14:cNvPr>
                <p14:cNvContentPartPr/>
                <p14:nvPr/>
              </p14:nvContentPartPr>
              <p14:xfrm>
                <a:off x="6121268" y="6573287"/>
                <a:ext cx="100800" cy="25452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BCDCB14-AD1A-483A-7122-37C016FCC71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103628" y="6555287"/>
                  <a:ext cx="136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FF62D6A2-FB40-1E4C-50A0-2A98A7071E1B}"/>
                    </a:ext>
                  </a:extLst>
                </p14:cNvPr>
                <p14:cNvContentPartPr/>
                <p14:nvPr/>
              </p14:nvContentPartPr>
              <p14:xfrm>
                <a:off x="6273188" y="6739247"/>
                <a:ext cx="53640" cy="15624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FF62D6A2-FB40-1E4C-50A0-2A98A7071E1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255548" y="6721607"/>
                  <a:ext cx="89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47254BC-DC4E-3418-2C07-9B71B643313D}"/>
                    </a:ext>
                  </a:extLst>
                </p14:cNvPr>
                <p14:cNvContentPartPr/>
                <p14:nvPr/>
              </p14:nvContentPartPr>
              <p14:xfrm>
                <a:off x="6546788" y="6575087"/>
                <a:ext cx="103320" cy="2786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47254BC-DC4E-3418-2C07-9B71B643313D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529148" y="6557447"/>
                  <a:ext cx="1389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D6BFB73-C999-5416-D191-5EE0950BD85A}"/>
                    </a:ext>
                  </a:extLst>
                </p14:cNvPr>
                <p14:cNvContentPartPr/>
                <p14:nvPr/>
              </p14:nvContentPartPr>
              <p14:xfrm>
                <a:off x="6766748" y="6595967"/>
                <a:ext cx="23040" cy="2037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D6BFB73-C999-5416-D191-5EE0950BD85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6748748" y="6577967"/>
                  <a:ext cx="58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64699AA-05D4-8EA0-70A7-13466342CDD8}"/>
                    </a:ext>
                  </a:extLst>
                </p14:cNvPr>
                <p14:cNvContentPartPr/>
                <p14:nvPr/>
              </p14:nvContentPartPr>
              <p14:xfrm>
                <a:off x="6784388" y="6563927"/>
                <a:ext cx="124560" cy="2538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64699AA-05D4-8EA0-70A7-13466342CDD8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6766388" y="6545927"/>
                  <a:ext cx="160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880B2F2-E18C-15AD-3C79-E0BAF8467F0B}"/>
                    </a:ext>
                  </a:extLst>
                </p14:cNvPr>
                <p14:cNvContentPartPr/>
                <p14:nvPr/>
              </p14:nvContentPartPr>
              <p14:xfrm>
                <a:off x="7065548" y="6735287"/>
                <a:ext cx="86400" cy="12996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880B2F2-E18C-15AD-3C79-E0BAF8467F0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047548" y="6717287"/>
                  <a:ext cx="122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3A666846-A8D2-7ED7-AAE0-ABE84DB953A4}"/>
                    </a:ext>
                  </a:extLst>
                </p14:cNvPr>
                <p14:cNvContentPartPr/>
                <p14:nvPr/>
              </p14:nvContentPartPr>
              <p14:xfrm>
                <a:off x="6784388" y="6505247"/>
                <a:ext cx="178560" cy="1296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3A666846-A8D2-7ED7-AAE0-ABE84DB953A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766388" y="6487607"/>
                  <a:ext cx="214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1EF4FA33-707F-0F29-E4F2-E229A96ADCC8}"/>
                    </a:ext>
                  </a:extLst>
                </p14:cNvPr>
                <p14:cNvContentPartPr/>
                <p14:nvPr/>
              </p14:nvContentPartPr>
              <p14:xfrm>
                <a:off x="7239788" y="6680567"/>
                <a:ext cx="105840" cy="3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1EF4FA33-707F-0F29-E4F2-E229A96ADCC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222148" y="6662567"/>
                  <a:ext cx="14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F847C485-96FC-F4ED-4A6F-327E199CDB10}"/>
                    </a:ext>
                  </a:extLst>
                </p14:cNvPr>
                <p14:cNvContentPartPr/>
                <p14:nvPr/>
              </p14:nvContentPartPr>
              <p14:xfrm>
                <a:off x="7291268" y="6622967"/>
                <a:ext cx="360" cy="16632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F847C485-96FC-F4ED-4A6F-327E199CDB10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273628" y="6604967"/>
                  <a:ext cx="36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A0ECFA57-0284-20E5-16D0-54566239C0DF}"/>
                    </a:ext>
                  </a:extLst>
                </p14:cNvPr>
                <p14:cNvContentPartPr/>
                <p14:nvPr/>
              </p14:nvContentPartPr>
              <p14:xfrm>
                <a:off x="7191548" y="6557087"/>
                <a:ext cx="232560" cy="2862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A0ECFA57-0284-20E5-16D0-54566239C0D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173908" y="6539087"/>
                  <a:ext cx="268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86A2E760-6356-1A0D-5306-EF7A704312AC}"/>
                    </a:ext>
                  </a:extLst>
                </p14:cNvPr>
                <p14:cNvContentPartPr/>
                <p14:nvPr/>
              </p14:nvContentPartPr>
              <p14:xfrm>
                <a:off x="7552628" y="6577607"/>
                <a:ext cx="6480" cy="1951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86A2E760-6356-1A0D-5306-EF7A704312AC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534628" y="6559967"/>
                  <a:ext cx="42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DCEAD44-82EB-AECE-2704-A7042DCA097A}"/>
                    </a:ext>
                  </a:extLst>
                </p14:cNvPr>
                <p14:cNvContentPartPr/>
                <p14:nvPr/>
              </p14:nvContentPartPr>
              <p14:xfrm>
                <a:off x="7565228" y="6538007"/>
                <a:ext cx="142560" cy="2613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DCEAD44-82EB-AECE-2704-A7042DCA097A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547228" y="6520367"/>
                  <a:ext cx="1782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6520E028-0A23-C31B-9A58-DF6BB86F2C38}"/>
                    </a:ext>
                  </a:extLst>
                </p14:cNvPr>
                <p14:cNvContentPartPr/>
                <p14:nvPr/>
              </p14:nvContentPartPr>
              <p14:xfrm>
                <a:off x="7699508" y="6723407"/>
                <a:ext cx="9000" cy="1414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6520E028-0A23-C31B-9A58-DF6BB86F2C3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681508" y="6705767"/>
                  <a:ext cx="44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5321454F-BDBD-0594-F2D9-419A3AA06107}"/>
                    </a:ext>
                  </a:extLst>
                </p14:cNvPr>
                <p14:cNvContentPartPr/>
                <p14:nvPr/>
              </p14:nvContentPartPr>
              <p14:xfrm>
                <a:off x="7853948" y="6547367"/>
                <a:ext cx="93240" cy="3326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5321454F-BDBD-0594-F2D9-419A3AA06107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835948" y="6529367"/>
                  <a:ext cx="1288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DA7CB82-2E0E-1B71-18E5-B0E1B0083089}"/>
                    </a:ext>
                  </a:extLst>
                </p14:cNvPr>
                <p14:cNvContentPartPr/>
                <p14:nvPr/>
              </p14:nvContentPartPr>
              <p14:xfrm>
                <a:off x="8251748" y="6654647"/>
                <a:ext cx="132120" cy="360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DA7CB82-2E0E-1B71-18E5-B0E1B00830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234108" y="6637007"/>
                  <a:ext cx="167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831DBEF-03CC-B4D8-A11E-84DB019CCCDF}"/>
                    </a:ext>
                  </a:extLst>
                </p14:cNvPr>
                <p14:cNvContentPartPr/>
                <p14:nvPr/>
              </p14:nvContentPartPr>
              <p14:xfrm>
                <a:off x="8271908" y="6719087"/>
                <a:ext cx="104400" cy="82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831DBEF-03CC-B4D8-A11E-84DB019CCCD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253908" y="6701087"/>
                  <a:ext cx="140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C9DD447-03AA-B80D-5945-77F4BB984FF4}"/>
                    </a:ext>
                  </a:extLst>
                </p14:cNvPr>
                <p14:cNvContentPartPr/>
                <p14:nvPr/>
              </p14:nvContentPartPr>
              <p14:xfrm>
                <a:off x="8786708" y="6536567"/>
                <a:ext cx="24120" cy="2300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C9DD447-03AA-B80D-5945-77F4BB984FF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768708" y="6518927"/>
                  <a:ext cx="59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3FA2673-2A9F-2AFE-03C1-BD40CD27D968}"/>
                    </a:ext>
                  </a:extLst>
                </p14:cNvPr>
                <p14:cNvContentPartPr/>
                <p14:nvPr/>
              </p14:nvContentPartPr>
              <p14:xfrm>
                <a:off x="8780588" y="6541607"/>
                <a:ext cx="144000" cy="2170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3FA2673-2A9F-2AFE-03C1-BD40CD27D96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762588" y="6523967"/>
                  <a:ext cx="1796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8C92E3A-CBCB-ED03-C856-6398072CCDEA}"/>
                    </a:ext>
                  </a:extLst>
                </p14:cNvPr>
                <p14:cNvContentPartPr/>
                <p14:nvPr/>
              </p14:nvContentPartPr>
              <p14:xfrm>
                <a:off x="8988668" y="6703247"/>
                <a:ext cx="102240" cy="14976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8C92E3A-CBCB-ED03-C856-6398072CCDEA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8971028" y="6685247"/>
                  <a:ext cx="137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2B903910-9578-8B0C-F9EA-E0CCE27DF168}"/>
                    </a:ext>
                  </a:extLst>
                </p14:cNvPr>
                <p14:cNvContentPartPr/>
                <p14:nvPr/>
              </p14:nvContentPartPr>
              <p14:xfrm>
                <a:off x="9175868" y="6728807"/>
                <a:ext cx="135360" cy="108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2B903910-9578-8B0C-F9EA-E0CCE27DF168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157868" y="6710807"/>
                  <a:ext cx="171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30A1C1C-A21D-3699-7BA9-F6C2143AF923}"/>
                    </a:ext>
                  </a:extLst>
                </p14:cNvPr>
                <p14:cNvContentPartPr/>
                <p14:nvPr/>
              </p14:nvContentPartPr>
              <p14:xfrm>
                <a:off x="9252188" y="6635207"/>
                <a:ext cx="18000" cy="19476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30A1C1C-A21D-3699-7BA9-F6C2143AF92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9234548" y="6617567"/>
                  <a:ext cx="53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18EDFDBB-DB6C-5D6E-1920-6574E2A40724}"/>
                    </a:ext>
                  </a:extLst>
                </p14:cNvPr>
                <p14:cNvContentPartPr/>
                <p14:nvPr/>
              </p14:nvContentPartPr>
              <p14:xfrm>
                <a:off x="9176588" y="6561767"/>
                <a:ext cx="236520" cy="28728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18EDFDBB-DB6C-5D6E-1920-6574E2A40724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9158588" y="6543767"/>
                  <a:ext cx="272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F76C908C-AD0F-BC42-390A-1B07C5D49AB4}"/>
                    </a:ext>
                  </a:extLst>
                </p14:cNvPr>
                <p14:cNvContentPartPr/>
                <p14:nvPr/>
              </p14:nvContentPartPr>
              <p14:xfrm>
                <a:off x="9656468" y="6557447"/>
                <a:ext cx="113400" cy="25128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F76C908C-AD0F-BC42-390A-1B07C5D49AB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9638828" y="6539447"/>
                  <a:ext cx="149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807AF1F2-7F6C-DA69-0E93-9CEB843CCF2A}"/>
                    </a:ext>
                  </a:extLst>
                </p14:cNvPr>
                <p14:cNvContentPartPr/>
                <p14:nvPr/>
              </p14:nvContentPartPr>
              <p14:xfrm>
                <a:off x="9836828" y="6544487"/>
                <a:ext cx="127440" cy="26748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807AF1F2-7F6C-DA69-0E93-9CEB843CCF2A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9818828" y="6526847"/>
                  <a:ext cx="1630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7308B26-53D0-D007-EC06-9E903770C100}"/>
                    </a:ext>
                  </a:extLst>
                </p14:cNvPr>
                <p14:cNvContentPartPr/>
                <p14:nvPr/>
              </p14:nvContentPartPr>
              <p14:xfrm>
                <a:off x="10027988" y="6716567"/>
                <a:ext cx="114840" cy="1162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7308B26-53D0-D007-EC06-9E903770C100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010348" y="6698567"/>
                  <a:ext cx="150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0FBD6AF-11C1-7A64-5DB0-047A61AE5D0F}"/>
                    </a:ext>
                  </a:extLst>
                </p14:cNvPr>
                <p14:cNvContentPartPr/>
                <p14:nvPr/>
              </p14:nvContentPartPr>
              <p14:xfrm>
                <a:off x="10281788" y="6670487"/>
                <a:ext cx="118440" cy="36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0FBD6AF-11C1-7A64-5DB0-047A61AE5D0F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263788" y="6652487"/>
                  <a:ext cx="154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7C02FD5-B0CC-3721-FCF4-751EC61F96A8}"/>
                    </a:ext>
                  </a:extLst>
                </p14:cNvPr>
                <p14:cNvContentPartPr/>
                <p14:nvPr/>
              </p14:nvContentPartPr>
              <p14:xfrm>
                <a:off x="10328228" y="6618287"/>
                <a:ext cx="3960" cy="1281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7C02FD5-B0CC-3721-FCF4-751EC61F96A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310228" y="6600647"/>
                  <a:ext cx="39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4EBC224-30AF-03CD-99DB-2865A1189691}"/>
                    </a:ext>
                  </a:extLst>
                </p14:cNvPr>
                <p14:cNvContentPartPr/>
                <p14:nvPr/>
              </p14:nvContentPartPr>
              <p14:xfrm>
                <a:off x="10198628" y="6535847"/>
                <a:ext cx="260280" cy="2638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4EBC224-30AF-03CD-99DB-2865A1189691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180988" y="6518207"/>
                  <a:ext cx="2959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1FBE5903-C5BA-B5AF-DB74-B778E9D43874}"/>
                    </a:ext>
                  </a:extLst>
                </p14:cNvPr>
                <p14:cNvContentPartPr/>
                <p14:nvPr/>
              </p14:nvContentPartPr>
              <p14:xfrm>
                <a:off x="10598588" y="6588047"/>
                <a:ext cx="24120" cy="18936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1FBE5903-C5BA-B5AF-DB74-B778E9D4387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580588" y="6570047"/>
                  <a:ext cx="597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E30F402-4193-CB53-73F5-31B21D793B4B}"/>
                    </a:ext>
                  </a:extLst>
                </p14:cNvPr>
                <p14:cNvContentPartPr/>
                <p14:nvPr/>
              </p14:nvContentPartPr>
              <p14:xfrm>
                <a:off x="10603268" y="6550607"/>
                <a:ext cx="126360" cy="22968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E30F402-4193-CB53-73F5-31B21D793B4B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0585268" y="6532967"/>
                  <a:ext cx="162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591D3936-3A47-CA1D-1A49-E5864978E292}"/>
                    </a:ext>
                  </a:extLst>
                </p14:cNvPr>
                <p14:cNvContentPartPr/>
                <p14:nvPr/>
              </p14:nvContentPartPr>
              <p14:xfrm>
                <a:off x="10781468" y="6691727"/>
                <a:ext cx="18000" cy="12348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591D3936-3A47-CA1D-1A49-E5864978E29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0763468" y="6674087"/>
                  <a:ext cx="53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A21EDA9-147E-FD03-16A8-C67018BDB911}"/>
                    </a:ext>
                  </a:extLst>
                </p14:cNvPr>
                <p14:cNvContentPartPr/>
                <p14:nvPr/>
              </p14:nvContentPartPr>
              <p14:xfrm>
                <a:off x="10875428" y="6535847"/>
                <a:ext cx="101880" cy="2815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A21EDA9-147E-FD03-16A8-C67018BDB911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0857788" y="6518207"/>
                  <a:ext cx="137520" cy="31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507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2022-05-25T02:44:46Z</dcterms:created>
  <dcterms:modified xsi:type="dcterms:W3CDTF">2022-05-25T02:45:28Z</dcterms:modified>
</cp:coreProperties>
</file>