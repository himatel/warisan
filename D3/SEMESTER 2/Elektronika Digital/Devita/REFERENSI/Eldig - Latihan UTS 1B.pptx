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235" autoAdjust="0"/>
    <p:restoredTop sz="94660"/>
  </p:normalViewPr>
  <p:slideViewPr>
    <p:cSldViewPr snapToGrid="0">
      <p:cViewPr varScale="1">
        <p:scale>
          <a:sx n="64" d="100"/>
          <a:sy n="64" d="100"/>
        </p:scale>
        <p:origin x="2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2:39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19 3073,'0'0'4413,"-1"-3"-3997,0 1-100,0-12 3258,0 14-3490,1 0 0,-1 0 0,1 1 1,0-1-1,-1 0 0,1 0 0,0 0 0,-1 1 0,1-1 0,0 0 0,-1 0 1,1 1-1,0-1 0,0 0 0,-1 1 0,1-1 0,0 0 0,0 1 0,-1-1 1,1 0-1,0 1 0,0-1 0,0 0 0,0 1 0,0-1 0,0 1 1,0-1-1,0 0 0,0 1 0,0 424 1357,3-410-1865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2:47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0 7059,'0'0'3695,"-5"6"-3385,-83 95 1416,56-68-1565,2 2 1,2 1-1,-36 60 0,-6 26-62,70-121-152,15-11-2047,32-27-1424,-22 15 981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2:47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0 5939,'0'0'3489,"-1"7"-3179,0-2-217,0 0-1,-1 0 1,0 0 0,0 0-1,0 0 1,0 0 0,-1 0-1,0-1 1,0 1 0,0-1 0,-1 0-1,0 0 1,1 0 0,-1-1-1,-5 5 1,-24 21 531,2 1-1,2 2 1,-51 70 0,78-99-645,0 0 0,0 0 0,0 0 0,0 1 0,0-1 0,1 1 0,0 0 0,0-1 0,0 1 0,0 0 0,0 0 0,0 4 0,1-7-187,10-4-3841,9-12 1973,5-14-1256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2:48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0 5106,'0'0'4026,"-8"5"-3204,-9 4-646,-57 32 2138,63-34-2060,0 0 0,0 1 0,1 1-1,-15 15 1,10-7-150,-20 23 286,1 2-1,-45 75 1,73-105-446,9-13-875,13-19-940,23-29-3609,-15 26 721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2:48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63 0 5923</inkml:trace>
  <inkml:trace contextRef="#ctx0" brushRef="#br0" timeOffset="1">63 0 5923,'217'10'1280,"-217"9"-783,0-4 415,-18 7 561,-6 3-81,-1 4-255,-6-1-305,0 3-240,-1-2-47,4-4-241,4-7 64,6-5-240,1-7-128,6-6-144,1 0-848,0 0-2002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2:49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3249,'3'-5'7085,"14"-17"-13601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2:49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 3650,'42'-37'4324,"-42"58"-10,0 89-1389,0 204-1536,0-314-1381,0-23-2513,0 12 534,0-2-1551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2:54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3586,'0'0'4690,"0"25"-1945,0 34 1804,21-59-4104,126-6 756,-147 5-1428,-1-1 0,1 1 0,0 0-1,-1 0 1,1 0 0,-1-1 0,1 1 0,-1 0 0,0 0 0,0 0 0,1 0 0,-1 0 0,-1-1-1,-5-8-2045,-2-16-4976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2:55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4562,'2'-5'10179,"-1"4"-10393,191-2 2100,-200 3-4119,-5 0-1158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3:08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 7619,'0'0'10205,"3"-7"-9834,1 4-364,0-1 0,0 1 0,0 0 0,1 0 0,0 0-1,-1 1 1,1 0 0,0 0 0,0 0 0,0 0 0,1 1 0,8-2 0,0 1 6,-1 1 0,1 0-1,25 2 1,-36-1 0,1 1 0,-1 0 0,0 0 0,0 1 0,0-1-1,0 0 1,0 1 0,0 0 0,0 0 0,0 0 0,-1 0-1,1 0 1,3 5 0,32 38 262,-26-28-209,22 31 307,31 56 1,7 13 624,-58-97-764,2 0 0,0 0 0,25 22 0,-30-33-179,0 0 0,1-1 0,0 0 0,0-1-1,1 0 1,0-1 0,0 0 0,21 5 0,-12-5-51,1-2 0,0 0 1,0-2-1,33 0 0,-56-2-40,1 0 1,0 0 0,-1 0-1,1 0 1,0 0 0,-1 0-1,1-1 1,0 1 0,-1 0 0,1 0-1,0-1 1,-1 1 0,1-1-1,-1 1 1,1 0 0,-1-1-1,1 1 1,-1-1 0,1 0-1,-1 1 1,1-1 0,-1 1-1,1-2 1,6-20-871,-6-31-2561,-1 41 1540,0-7-1893,0 3-1566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3:09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451 1 4626,'0'0'10456,"-11"7"-9429,-1 5-791,0 1 0,1 0 0,-11 20 0,-8 8-89,-5 9 236,-53 98 1,40-64-367,41-71-10,-42 68 191,5 1 0,-37 93 0,81-214-585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7:21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0 1153,'0'0'10356,"-14"5"-4665,14 420-5224,7-343-579,0 3-11,-7-4 350,0-81-209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7:23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0 2225,'3'0'11907,"-4"0"-11903,-1 0 1,1 1 0,-1-1-1,1 0 1,0 1-1,-1-1 1,1 1-1,0-1 1,-1 1 0,1 0-1,0-1 1,0 1-1,-1 0 1,1 0-1,0 0 1,0 0 0,0 0-1,0 0 1,-1 3-1,-16 28 38,8-11 9,8-18-2,0 1 0,1 0 1,0 0-1,-1 0 0,2 0 0,-1 1 1,0-1-1,1 0 0,0 0 1,0 0-1,0 5 0,-1 20 88,0-13 114,0 0-1,2 21 0,0-6 659,-1-30-867,0 0 0,0 1 0,1-1 1,-1 0-1,1 0 0,-1 0 1,1 0-1,-1 0 0,1 0 0,0 0 1,-1 0-1,1 0 0,0 0 0,0 0 1,0-1-1,0 1 0,0 0 1,0 0-1,0-1 0,0 1 0,0-1 1,0 1-1,0-1 0,1 1 0,36 11 224,-23-8-206,-6-2-74,0 1-1,-1-2 1,1 1 0,0-1 0,0-1 0,12 0 0,-19 0-1,1-1 1,-1 1-1,0-1 1,1 1-1,-1-1 1,0 0-1,0 0 1,1 0-1,-1-1 0,0 1 1,0 0-1,-1-1 1,1 1-1,0-1 1,0 0-1,-1 0 1,1 1-1,-1-1 1,1 0-1,-1 0 0,0 0 1,0-1-1,0 1 1,0 0-1,0 0 1,0-1-1,-1 1 1,1 0-1,-1-1 1,1-3-1,2-123-1412,-38 107 1571,33 21-142,0-1-1,0 1 1,0 0 0,0-1-1,-1 1 1,1 0 0,0 1 0,-1-1-1,1 0 1,-1 1 0,1-1 0,-1 1-1,-3 0 1,-20-6-165,-3 1-357,28 5 469,1 0 0,-1 0 0,0-1-1,1 1 1,-1 0 0,0 0 0,1 0 0,-1 0 0,0 0 0,1 0 0,-1 0 0,1 0 0,-1 1 0,0-1 0,1 0 0,-1 0 0,0 0 0,1 1 0,-1-1 0,1 0 0,-1 1 0,1-1 0,-1 1 0,0-1 0,1 0-1,0 1 1,-1-1 0,1 1 0,-1-1 0,1 1 0,0 0 0,-1-1 0,1 1 0,0-1 0,-1 1 0,1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7:24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5 3153,'7'-4'9186,"-6"96"-3947,1 60-5438,-2 62 84,-3-104 126,-4-34 135,6-76-111,-8-2-1172,8-3-1136,1 1 1833,0-10-3354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7:25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1 108 6819,'0'0'7147,"3"1"-6618,-2 0-518,0-1 1,0 1 0,1-1 0,-1 1-1,0-1 1,1 1 0,-1-1-1,0 0 1,1 0 0,-1 0 0,0 0-1,1 0 1,-1 0 0,1 0 0,-1 0-1,0 0 1,1-1 0,-1 1-1,0-1 1,1 1 0,-1-1 0,0 1-1,0-1 1,0 0 0,1 1-1,-1-1 1,0 0 0,0 0 0,0 0-1,0 0 1,0 0 0,0 0 0,-1 0-1,1 0 1,0-1 0,0 1-1,0-2 1,10-21-506,-9 17-5,1 1 1,0-1-1,1 1 1,-1 0 0,1 0-1,0 0 1,8-8-1,-12 13 580,1 0 1,0 0-1,-1 1 1,1-1-1,0 0 0,-1 1 1,1-1-1,0 0 0,0 1 1,-1-1-1,1 1 0,0-1 1,0 1-1,0 0 1,0-1-1,0 1 0,0 0 1,0 0-1,0-1 0,0 1 1,0 0-1,0 1-5,-1 0-1,1 0 0,-1 0 1,0 0-1,1 0 1,-1 0-1,0 0 1,0 0-1,0 0 1,0 0-1,0 0 0,0 1 1,0-1-1,0 1 1,0 4-205,0 386 1407,0-391-1291,0-1 42,0 5 404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2:51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3922,'0'0'3479,"1"35"1931,27-20-5244,-26-14-161,0 1 0,1-1-1,-1 0 1,1 0 0,0 0 0,-1-1 0,1 1 0,0-1 0,-1 1 0,1-1 0,0 0 0,-1 0 0,1 0 0,0 0 0,3-1 0,17-1 28,-22 2 23,30 0 496,8 0-400,-34 2-56,-5-2-155,0 0-1,0 1 1,1-1-1,-1 0 1,0 0 0,0 0-1,1 0 1,-1 0-1,0 1 1,0-1-1,1 0 1,-1 0 0,0 0-1,0 0 1,1 0-1,-1 0 1,0 0-1,1 0 1,-1 0 0,0 0-1,0 0 1,1 0-1,-1 0 1,0 0 0,0 0-1,1 0 1,-1 0-1,0 0 1,1-1-1,-1 1 1,0 0 0,0 0-1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2:53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76 2513,'-5'-2'10533,"3"1"-10872,3 0 430,-1 0 0,1 0 0,-1 0-1,1 1 1,0-1 0,0 0 0,-1 1 0,1-1 0,0 0 0,0 1-1,0-1 1,0 1 0,-1 0 0,1-1 0,0 1 0,0 0-1,0-1 1,0 1 0,0 0 0,0 0 0,0 0 0,0 0-1,0 0 1,0 0 0,0 0 0,1 0 0,41 1-423,-30-1 556,16-4-237,-21 2 127,-1 1-1,1 0 1,0 0-1,12 1 1,-20-7-1112,0-12-746,0-9-2013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7:27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6051,'0'0'10868,"0"4"-11270,0 585 703,-4-618-4193,4 11 250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7:28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14 3009,'-5'0'12390,"110"-13"-13198,-97 13 798,-6 0 12,1 0-1,-1 0 0,0 0 0,1 0 0,-1 0 0,0 1 0,1-1 0,-1 1 1,4 0-1,-5 0 8,0 0 1,0 1 0,0-1-1,0 0 1,0 0 0,0 0-1,-1 0 1,1 1 0,0-1-1,-1 0 1,1 1 0,-1-1-1,1 0 1,-1 1 0,0-1-1,0 1 1,1 1 0,6 28 338,-4-23-162,-1 0 0,-1 0 0,1 0 0,0 14 0,-2-18-149,0-1 0,0 0 1,-1 0-1,1 1 0,-1-1 1,1 0-1,-1 1 0,0-1 1,0 0-1,-1 0 1,1 0-1,-1 0 0,1 0 1,-1 0-1,0-1 0,0 1 1,0 0-1,-1-1 0,1 0 1,0 1-1,-1-1 0,-3 2 1,-46 39 4,47-39-38,-1 0-1,0 0 1,0-1 0,0 0 0,0 0-1,0-1 1,-12 4 0,15-6-17,-8 1-9,10 2 252,16-3-137,31-1 8,-20-1-96,-1 2 0,1 1-1,37 7 1,-62-8-19,4 1 22,-1 0-1,0 0 0,0 0 0,1 1 1,4 2-1,-8-3-37,0 0-1,1 0 1,-1 0-1,0-1 1,-1 1 0,1 0-1,0 0 1,0 0 0,0 0-1,-1 0 1,1 1-1,0-1 1,-1 0 0,1 0-1,-1 0 1,1 1 0,-1-1-1,0 0 1,0 0-1,1 1 1,-1-1 0,0 0-1,0 2 1,0-2-36,0-1 0,-1 1 1,1-1-1,0 1 0,0-1 0,0 1 0,-1-1 0,1 1 1,0-1-1,-1 1 0,1-1 0,0 1 0,-1-1 0,1 0 1,0 1-1,-1-1 0,1 0 0,-1 1 0,1-1 1,-1 0-1,1 1 0,-1-1 0,1 0 0,-1 0 0,1 0 1,-2 1-1,-2 1-601,-13 6-3121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7:30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2625,'0'0'3418,"3"-2"-2046,-2 1-1260,-1 1-1,0 0 1,0 0 0,1 0 0,-1 0-1,0 0 1,1 0 0,-1 0 0,0 0-1,1 0 1,-1 0 0,0 0 0,0 0-1,1 0 1,3 2 1899,-3-1-1899,0 15 4941,-1-7-6294,0 383 3588,0-392-2312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7:31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18 3602,'-3'3'11597,"11"-4"-11682,0 0 1,0 0-1,0-1 0,8-2 1,12-3-309,6 3 153,-32 4 260,0 0 0,-1 0 0,1 0 0,0 0-1,-1 0 1,1 1 0,-1-1 0,1 0 0,0 1-1,-1 0 1,1-1 0,-1 1 0,0 0 0,1 0 0,-1 0-1,1 0 1,1 1 0,8 9-62,-1 0-942,-7 15 1156,-3-24-177,-1 1 0,1 0 0,0 0 0,-1 0 0,0-1 0,1 1 0,-1 0 0,0-1 0,0 1 1,-1 0-1,1-1 0,-1 0 0,1 1 0,-1-1 0,0 0 0,1 0 0,-1 1 0,-3 1 0,-6 8 6,7-7-1,0 0 0,-1 0 0,1 0 0,-1-1 1,-8 6-1,10-9-103,0 1 0,0-1 0,-1 1 1,1-1-1,-1 0 0,1 0 0,-1-1 0,0 1 1,1-1-1,-1 0 0,-3 0 0,5 0-76,3 0 73,12 0 64,55 0 260,-67 1-197,0 0 0,0-1 0,0 1 0,0 0 0,0 0 0,0 0 0,-1 0 0,1 0 0,0 0 0,0 0-1,-1 0 1,1 0 0,-1 0 0,1 0 0,0 2 0,9 23 54,-9-24-85,1 6 231,-1 0-1,0 0 0,0 1 1,0-1-1,-1 1 1,-2 10-1,2 5-47,0-24-133,-1 29 56,0-28-93,1 0 1,-1-1 0,0 1 0,0 0-1,0 0 1,1-1 0,-1 1 0,0-1 0,0 1-1,0-1 1,0 1 0,0-1 0,0 0-1,0 1 1,0-1 0,-1 0 0,1 0-1,0 0 1,0 0 0,-2 0 0,-30 0-100,22 0-119,-79 0 41,90-2 178,-1 1 0,0-1 0,1 1 0,-1-1 0,1 0 0,-1 1 0,1-1 0,0 0 0,0 1 0,0-1 0,0-3 0,0 0-57,-8-7-2372,-1 8-1182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7:55.8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1 128 7523,'0'0'10416,"15"0"-9240,-5-2-1149,1 0 0,-1-1 0,0 0 0,0-1 0,0 0-1,-1 0 1,0-1 0,10-7 0,14-6-71,8-3 27,-23 11 14,0 1 1,1 1-1,0 0 1,20-4-1,-20 10-16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7:56.6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51 2113,'0'0'7854,"-17"14"-1558,17-14-6199,1 0 0,0 1 0,0-1 0,0 1 0,0-1 0,0 0 0,0 1 0,0-1 0,0 0 0,0 0 0,0 0 0,0 0 0,0 0 0,0 0 0,0 0-1,0 0 1,1-1 0,2 1 87,16 0-216,1-1-1,-1 0 0,0-2 0,1-1 0,-1 0 1,38-14-1,-31 3 4,-23 13 38,0-1 1,0 1 0,0 0 0,0 0 0,1 0-1,-1 1 1,0-1 0,1 1 0,0 0-1,-1 0 1,9 0 0,-6 2-320,7-2 855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7:57.6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6723,'0'0'6070,"1"1"-5785,0-1 0,0 1 0,0-1 1,0 0-1,1 0 0,-1 0 1,0 1-1,0-1 0,0 0 0,1 0 1,-1-1-1,0 1 0,0 0 1,0 0-1,3-1 0,1-8-385,1 0-1,-1 0 1,-1 0-1,0-1 0,0 0 1,4-20-1,2 0-857,-5 17 429,1-1-1,9-14 1,-11 20 431,-4 9 118,0-1-1,0 0 1,0 0 0,0 0-1,0 0 1,0 0-1,0 0 1,0 0 0,0 0-1,0 1 1,0-1-1,0 0 1,1 0 0,-1 0-1,0 0 1,0 0 0,0 0-1,0 0 1,0 0-1,0 0 1,0 0 0,0 0-1,0 1 1,0-1-1,0 0 1,0 0 0,0 0-1,0 0 1,1 0-1,-1 0 1,0 0 0,0 0-1,0 0 1,0 0 0,0 0-1,0 0 1,0 0-1,0 0 1,0 0 0,1 0-1,-1 0 1,0 0-1,0 0 1,0 0 0,0 0-1,0 0 1,0 0 0,0 0-1,0 0 1,0 0-1,1 0 1,-1 0 0,0 0-1,0 0 1,0-1-1,0 1 1,0 0 0,0 0-1,0 0 1,0 0 0,0 0-1,0 0 1,2 16 413,-1 18 96,6 96-79,-3-58-425,17 140 725,-18-193-611,-3-18-102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8:00.3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6 158 7139,'0'0'7943,"-5"3"-6354,5-3-1564,0 0-1,0 0 1,0 0 0,0 0 0,0 0 0,0 0 0,0 1-1,0-1 1,0 0 0,0 0 0,1 0 0,-1 0-1,0 0 101,0 0-101,0 0 1,0 0 0,0 0 0,0 0 0,0 0-1,0 0 1,0 0 0,0 1 0,0-1 0,0 0 0,0 0-1,0 0 1,0 0 0,0 0 0,0 0 0,0 0-1,0 0 1,0 0 0,0 0 0,0 0 0,0 1-1,0-1 1,0 0 0,0 0 0,0 0 0,0 0 0,0 0-1,0 0 1,0 0 0,0 0 0,0 0 0,0 0 49,0 1-49,8-3 87,0 0 0,1 0 0,-1 0 0,0-1 0,0 0 1,0-1-1,-1 0 0,1 0 0,12-9 0,14-8-57,15-3-94,1 2 0,70-19 0,-110 37 36,-8 3 12,0 0 1,1 0-1,0 0 0,-1 0 1,1 1-1,-1-1 1,6 1-1,-8 0-28,0-8-1276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8:00.9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26 108 3826,'0'0'6059,"-4"1"-4982,-17 7 6466,24-9-7215,7-1-252,0 0 1,0-1-1,0-1 1,15-7 0,-14 6-86,0 0 0,0 0-1,20-4 1,7 4-25,-28 4 84,-1 0 1,1 0-1,-1-1 0,1 0 1,-1-1-1,0 0 1,0-1-1,0 1 1,12-9-1,28-20-119,-46 32 333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8:01.9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0 173 6451,'0'0'6904,"0"2"-6542,1 0 1,-1-1-1,0 1 0,0 0 0,1 0 0,-1 0 0,1-1 0,-1 1 0,2 2 0,45 58 1063,73 105-52,28 103-135,-143-259-1159,0-1-1,1 0 1,0 0-1,0 0 1,1-1-1,16 17 1,-22-25-77,5-4 289,-2-7-321,0 0 0,-1 0 1,0 0-1,-1 0 0,1-1 0,-2 1 0,1-15 0,2-6-13,7-79-1407,-6-203 1,-6 182 935,0 114 480,1-27 16,0 42 26,0 0 1,0 0-1,1-1 0,-1 1 1,0 0-1,1 0 0,0 0 0,0 0 1,-1 0-1,1 0 0,0 0 1,1 0-1,-1 0 0,2-2 0,0 38-1758,-4-15-1435,-5-1-2460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8:02.6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112 62 5090,'0'0'5899,"2"-4"-4963,-1 3-1090,0-2 465,0 0 0,1 0 0,-1 0 0,0 0-1,0 0 1,-1 0 0,1-1 0,-1 1 0,1 0 0,-1 0 0,0 0 0,0-1-1,-1 1 1,0-4 0,-2 6-294,1 0 0,-1 0 0,0 0 0,0 1 0,0-1 0,0 1-1,0 0 1,0 0 0,0 0 0,1 0 0,-6 1 0,-1 0-9,7-2-10,0 1 1,-1 0-1,1 1 1,0-1 0,0 0-1,0 1 1,0-1-1,0 1 1,0 0-1,0-1 1,0 1-1,0 0 1,0 0-1,0 0 1,-3 3-1,2-1 13,0 1 0,0 0 1,0 0-1,0 0 0,-3 7 0,4-5 13,-2 2 45,2 1 0,-1 0 0,1 0 0,1 0 0,0 0 0,0 0 0,0 1 0,1-1 0,3 17 0,-2 7 190,-1-25-162,0 0 0,0 0 0,1 0 0,0 0 0,1 0 0,-1-1-1,1 1 1,4 8 0,-4-12-57,0-1 1,0 0-1,0-1 0,0 1 0,0 0 0,1-1 0,-1 1 1,1-1-1,-1 0 0,1 1 0,0-1 0,0-1 0,0 1 1,0 0-1,1-1 0,-1 1 0,0-1 0,1 0 1,-1 0-1,7 0 0,9 2 56,1-2 1,33-1-1,-21-1-97,-31 1-19,0 0 0,-1 0 0,1 0 0,0 0 0,0 0 0,-1 0 0,1-1-1,0 1 1,-1 0 0,1-1 0,0 1 0,-1 0 0,1-1 0,0 1 0,-1-1 0,1 1 0,-1-1 0,1 1 0,-1-1 0,1 1 0,-1-1 0,1 1-1,-1-1 1,0 0 0,1 1 0,-1-1 0,0 0 0,0 1 0,1-1 0,-1 0 0,0-1 0,2-24-3496,-2 20 2269,0-9-3168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8:03.4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155 83 1153,'0'0'6725,"0"-7"-6092,1 1-652,0-2 704,0 1 0,-1 0 1,0-1-1,0 1 0,-3-15 0,2 21-629,1 1 1,-1-1-1,0 0 0,1 1 1,-1-1-1,0 0 0,1 1 1,-1-1-1,0 1 0,0-1 1,0 1-1,1-1 0,-1 1 1,0 0-1,0-1 0,0 1 0,0 0 1,0 0-1,0-1 0,0 1 1,-1 0-1,-27 0 231,21 0-250,-1 0 5,3 0 12,0 0 1,0 0 0,1 1 0,-11 1 0,13-1 5,1 0-1,0 0 1,0 0-1,0 0 1,0 1-1,0-1 1,0 0-1,0 1 1,0-1-1,0 1 1,1 0-1,-1 0 1,1 0 0,-3 3-1,1 0 14,0 0 1,1 0-1,-1 1 1,1-1-1,1 1 0,-1-1 1,1 1-1,0 0 0,-1 8 1,3 55 858,0-31-290,-1-34-607,1-1 1,-1 1 0,1 0-1,0 0 1,0-1-1,1 1 1,-1-1-1,1 1 1,-1-1 0,1 0-1,3 5 1,29 33 490,-29-35-420,-1-3-21,-1 1-1,1-1 1,0 0 0,0 0 0,1 0 0,-1 0-1,1-1 1,-1 0 0,1 0 0,0 0-1,-1 0 1,9 1 0,-2-1 3,-1-1 0,1 0 0,0-1 0,-1 0 0,12-2 0,-21 2-106,1 0 0,-1-1 0,1 1-1,-1-1 1,1 1 0,-1-1 0,1 1 0,-1-1 0,1 0-1,-1 0 1,0 0 0,1 0 0,-1 0 0,0 0 0,0 0-1,0 0 1,0 0 0,0-1 0,0 1 0,0 0 0,0-1 0,-1 1-1,2-2 1,-1 0-770,0 1 0,0-1 0,-1 0 1,1 0-1,-1 1 0,1-1 0,-1-4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8:06.2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1 317 5859,'0'0'6835,"7"-13"-4762,43-32-1113,-19 10-1214,2 1 0,1 2 1,2 2-1,1 1 0,66-39 0,-98 65 285,-3 2 8,0 0-1,0 0 0,0 0 0,0 0 1,0 0-1,-1 0 0,1 0 0,0 0 1,-1-1-1,1 1 0,-1-1 1,1 1-1,-1-1 0,0 0 0,0 0 1,0 1-1,2-5 358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8:07.1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5 221 4626,'-5'10'11304,"8"-11"-11275,-1 0 0,1 1 0,0-1-1,-1 0 1,1 0 0,-1-1 0,1 1 0,-1 0 0,0-1 0,1 0 0,-1 1-1,0-1 1,0 0 0,2-3 0,32-37-92,-25 28 16,22-29-88,-21 26 65,1 1 0,1 0 0,0 0-1,25-19 1,-37 34 35,0-1 0,1 1 1,-1 0-1,0 1 0,1-1 0,-1 0 0,0 1 0,1-1 0,-1 1 0,1 0 1,-1 0-1,1 0 0,4 0 0,1 1-154,-8-1 101,0 0-1,0 0 1,1 0 0,-1 0 0,0 0 0,0 0 0,3 6-2377,-3-6 2377,0 0 0,0 0 0,-1 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8:10.8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25 2769,'0'0'5315,"3"-2"-5073,-1 1-77,11-21 8053,-13 47-7740,2 11-387,1-1 0,9 36 0,-4-24-2,12 65-33,-6-62-8,-14-47-62,0-3 10,0 0 0,0 1 0,0-1 1,0 1-1,0-1 0,0 0 0,0 1 0,0-1 0,0 1 1,0-1-1,1 0 0,-1 1 0,0-1 0,0 0 0,0 1 1,0-1-1,1 0 0,-1 1 0,0-1 0,0 0 0,1 1 0,-1-1 1,0 0-1,1 0 0,-1 1 0,0-1 0,1 0 0,-1 0 1,0 0-1,1 1 0,-1-1 0,0 0 0,1 0 0,-1 0 1,1 0-1,-1 0 0,0 0 0,1 0 0,0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8:12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6883,'0'0'11592,"12"1"-11141,3 3-262,0 1 0,-1 1 0,15 7 1,-15-6-102,-1-1 0,1-1 1,28 8-1,15-5 52,-33-5-46,-1 0 1,33 11 0,-42-12-71,-12-2-19,-1 0 0,1 0 0,-1 0 0,1 0 0,-1 0 0,0 1 0,1-1-1,-1 0 1,1 1 0,-1-1 0,0 1 0,1-1 0,-1 1 0,0 0 0,0-1 0,1 1 0,-1 0 0,2 2-1,-3-2 47,0-1-239,0 0 0,0 1-1,0-1 1,0 1 0,0-1 0,0 1-1,0-1 1,0 1 0,-21 13-6500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8:14.0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1 2385,'0'0'14948,"-21"0"-13016,41 1-1802,0 2 0,0 0 0,34 11 0,27 5-85,-40-14 11,-26-4-50,-1 0-1,0 2 1,0 0 0,0 0 0,0 1 0,16 7-1,-11-4 94,-7-3-35,-35-2-8083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8:16.8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128 63 4306,'0'0'5771,"-20"0"-2007,16 1-3678,1-1 0,0 1-1,0 0 1,0 0 0,0 0 0,0 0-1,1 0 1,-1 1 0,0-1 0,0 1-1,1 0 1,-1 0 0,1 0 0,0 0-1,-1 0 1,1 1 0,0-1 0,0 0 0,1 1-1,-3 4 1,-2 3 80,0 0 1,1 1-1,0 0 1,-3 12-1,1 6 189,1 0-1,2 1 1,1-1 0,2 1-1,2 39 1,0-19 30,-1-42-343,1-1-1,0 1 0,0 0 0,1-1 0,0 0 0,4 10 1,-5-13 11,1-1 1,-1 1 0,1-1-1,0 1 1,0-1 0,0 0 0,1 0-1,-1 0 1,1 0 0,-1 0-1,1-1 1,0 1 0,0-1-1,5 4 1,0-4 73,0 1 0,1-1-1,16 2 1,2 0-79,-14-2 66,0 0 0,1-2 0,21 0 1,-10-1-22,-22 1-90,-1-1 0,1 1 0,-1-1 0,1 0 0,-1 0 0,0 0 0,0 0 1,1 0-1,-1 0 0,0-1 0,0 1 0,0-1 0,-1 0 0,1 1 0,0-1 0,0 0 0,-1 0 1,1 0-1,1-4 0,2-3 3,0 1 1,0-1-1,5-17 1,0-2-21,-6 18-3,0 0 1,-1 0 0,0 0-1,-1-1 1,0 1 0,1-19 0,-2 10 41,0 0 1,2 0 0,0 0-1,8-25 1,-8 32-54,-2-1 0,1 1 0,-2-1 1,0-17-1,-1 7-4,2 10 15,-3-19-102,2 31 120,0-1 0,-1 1 0,1 0 0,-1-1 0,1 1 0,-1-1 0,0 1 0,1 0 0,-1 0 0,0-1 0,0 1 0,0 0 0,0 0 0,0 0 0,0 0 0,0 0 0,0 0 0,-3-1 0,-20-17 50,22 16-47,-1 1-1,0-1 1,1 1 0,-1 0-1,0 0 1,0 0 0,0 0 0,-1 0-1,1 1 1,0-1 0,-7-1 0,-20-8-22,26 9 13,0 0 0,0 0-1,0 0 1,0 1 0,0 0 0,0 0 0,-1 0 0,-5 0 0,-101 1-91,109 0 93,1 1 1,-1-1-1,1 1 1,-1 0 0,1 0-1,-1-1 1,1 1-1,0 0 1,0 0-1,0 0 1,-1 1 0,1-1-1,0 0 1,0 0-1,0 1 1,1-1 0,-1 0-1,0 1 1,0-1-1,0 3 1,-13 31-86,12-29 92,1 1 1,0-1 0,0 0-1,0 12 1,0 11-4852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8:19.6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14 5811,'-5'0'10890,"29"0"-10587,5 0-218,-1 0 0,35-7 0,-32 4-69,0 0 1,45 3-1,-36 0 599,-59 0-4945,3 1 774,-1 1-2159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8:20.3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16 1921,'-9'-7'14647,"25"5"-15117,-12 2 921,30-3-253,55 2 0,17-1-111,-29 2-93,-77 0-34,-15 2-3222,-4 8-265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8:24.9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71 76 5827,'0'0'4866,"-5"-1"-4319,4 1-526,-2-1 258,0 0-1,0 1 1,0-1-1,0 1 1,0-1-1,-6 2 1,8-1-246,0 0 0,0 0 1,0 1-1,0-1 0,0 0 1,0 1-1,0-1 0,0 1 1,0-1-1,0 1 0,0-1 1,1 1-1,-1 0 0,0-1 0,1 1 1,-1 0-1,0 0 0,1 0 1,-1 0-1,1-1 0,-1 1 1,1 0-1,-1 0 0,1 0 1,0 0-1,-1 0 0,1 0 1,0 2-1,-6 25 297,1 0-1,2 1 1,0 36-1,4-54-259,0 0 0,1-1 0,0 1-1,0-1 1,1 0 0,1 0 0,0 0 0,0 0 0,1 0 0,9 12-1,-5-5 15,-4-7 132,0-1-1,1 1 1,12 15 0,-15-22-180,0-1 1,0 1-1,0 0 1,0-1-1,0 0 1,0 0-1,1 0 1,-1 0-1,1-1 1,-1 1-1,1-1 1,0 0-1,0 0 1,6 1-1,25 1 359,44-2 0,-46-1-317,-32 0-75,1-1-1,-1 1 1,1 0 0,-1-1 0,1 1 0,-1-1 0,1 0 0,-1 1 0,0-1 0,1 0 0,-1 0 0,0 0 0,0 0 0,1 0 0,-1 0 0,0 0 0,0 0 0,1-2 0,18-28-34,-4 6 14,-10 18 4,0-1 1,-1 1 0,0-1-1,0 0 1,-1 0 0,0 0-1,0 0 1,-1-1 0,0 1-1,-1-1 1,3-14 0,-2-7-67,-1 1-1,-2-37 1,0 29 102,-1 34-39,1 0-1,-1 0 1,0 0 0,0 0 0,0 0 0,0 0 0,-1 1 0,1-1 0,-1 0 0,0 1 0,0-1-1,0 1 1,0 0 0,0 0 0,0 0 0,0 0 0,-5-3 0,-4-3 0,0 0 1,-19-9 0,15 10 6,-1 0 0,1 2 0,-1-1 0,0 2 0,0 0 0,-19-1 0,-101-1-46,133 6 52,0 0 0,0 0 1,0 0-1,0 0 0,1 1 0,-1-1 0,0 1 0,0 0 1,0 0-1,1 0 0,-6 2 0,7-1-1,-1-1 1,1 0-1,0 1 0,-1-1 1,1 1-1,0 0 0,0 0 1,0-1-1,0 1 0,0 0 1,1 0-1,-1 0 0,0 0 1,1 0-1,0 0 0,-1 0 0,1 0 1,0 2-1,-2 32 86,2 45 0,1-26-966,-1-39-1926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8:31.8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12 136 3650,'-12'-2'15609,"59"-34"-15321,-30 22-319,0 1-1,1 0 1,1 1-1,0 1 1,33-13-1,-47 21 13,-5 2 22,1 1 0,0-1 0,0 1 0,-1 0 0,1-1 0,0 1 0,0 0 0,0 0 0,0-1 0,-1 1 0,1 0 0,0 0 0,0 0 0,0 0 0,0 0 0,1 0 0,-1 0-51,0 0-356,1-1 14,-1 1-1,0-1 1,0 1-1,0-1 1,1 1-1,-1 0 1,0 0-1,0-1 1,1 1-1,-1 0 1,0 0-1,0 0 1,1 0-1,1 1 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8:32.6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6 173 3057,'-5'-6'12264,"5"5"-12090,7-5-52,0-1 0,0 1 0,1 1 0,12-8 0,7-5-33,2-1-109,1 0 1,1 2-1,0 2 0,36-13 0,-62 25 36,-4 2-15,0 0 0,0 0 0,1 0 1,-1 0-1,1 0 0,-1 1 1,1-1-1,-1 1 0,1-1 1,-1 1-1,1-1 0,0 1 0,-1 0 1,4 0-1,-5 0-30,0 80-785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8:38.7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 1761,'3'-11'13980,"-3"208"-12817,4-72-1070,-1-16 70,-3-108-14,2 5 57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8:40.0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3 240 5939,'0'0'5047,"-3"-13"-3366,8 9-1295,0-1-1,-1 1 0,2 0 1,-1 0-1,7-3 1,7-6-90,37-25-202,72-37 0,-84 51-258,-40 21 171,-1 1 0,1-1 0,-1 1-1,0-1 1,0 0 0,0 0 0,0-1 0,0 1-1,2-5 1,0 1 35,-4 6-83,1 0 0,-1 0 0,0 1 0,0-1 0,0 0 0,0 1 0,1-1 0,-1 1-1,0-1 1,1 1 0,-1 0 0,2-1 0,-24 27-10209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8:40.7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8 256 5555,'-7'-4'9969,"7"4"-9800,0-3-115,1 0 1,-1 0 0,1 1 0,0-1 0,0 0 0,0 1 0,0-1 0,1 1 0,-1-1-1,1 1 1,-1-1 0,1 1 0,0 0 0,0 0 0,0 0 0,0 0 0,0 0-1,0 1 1,4-3 0,9-6-61,-1 2 0,20-9-1,-13 7 134,2-2-203,0-1 0,-1-1 0,0-1 0,-1-1-1,-1-1 1,32-34 0,-42 34-11,-9 15-169,-1 8 91,0 0 166,0 19-2271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8:44.2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127 42 2881,'0'0'5040,"-25"-10"1320,16 10-6220,4 0-52,1 0-1,0 0 1,-1 0-1,1 1 1,-7 1-1,10-2-70,-1 1 0,1 0-1,-1-1 1,1 1-1,-1 0 1,1 0-1,0 0 1,-1 0-1,1 0 1,0 1-1,0-1 1,0 0-1,0 0 1,0 1-1,0-1 1,0 1-1,0-1 1,0 3-1,-3 4 89,0-1-37,1 0-1,0 0 1,1 0-1,0 0 1,0 0-1,0 1 1,1-1-1,-1 9 1,-8 68 676,9-63-527,1-13-135,0 0-1,0 0 1,0 0 0,3 10 0,-2-15-59,0-1 0,0 1 1,0 0-1,0-1 0,0 1 0,1-1 1,-1 1-1,1-1 0,0 0 0,0 1 1,0-1-1,0 0 0,0 0 0,0 0 1,4 2-1,8 13 63,-13-15-72,0 0 0,1 0 0,-1 0 1,1 0-1,0 0 0,-1 0 0,1 0 0,4 2 0,3 2 60,1 0 1,-1 0-1,2-1 0,-1-1 0,0 1 0,1-2 1,0 0-1,0 0 0,0-1 0,22 2 1,-26-4-26,-2 1-20,0-1 0,0-1 0,-1 1 0,1-1 0,0 1 0,6-3 0,-9 2-26,-1 1 0,1-1 0,-1 0 0,1 0 0,-1 0 0,1 0 0,-1-1 0,1 1 0,-1 0 0,0-1 0,0 1-1,1 0 1,-1-1 0,0 0 0,-1 1 0,1-1 0,0 1 0,0-1 0,-1 0 0,1 0 0,0-1 0,4-21-54,0 0 1,-2 0-1,0 0 0,-2-27 1,6-34-148,-6 65 6,-3-23-106,2 40 293,-1 0 1,1 1-1,-1-1 0,0 1 1,0-1-1,-1 1 1,1-1-1,0 1 0,-1 0 1,1-1-1,-1 1 1,0 0-1,-3-3 0,1 1 18,0 0-1,0 1 1,0 0-1,-1 0 1,0 0 0,0 0-1,0 0 1,0 1-1,-5-2 1,-4 0 1,5 1-16,-1 0 1,0 0-1,0 1 1,0 1-1,-16-1 1,24 2 2,0 0 0,1 0-1,-1 0 1,0 1 0,1-1 0,-1 1 0,1-1 0,-1 1-1,1 0 1,-1-1 0,1 1 0,-1 0 0,1 0 0,0 0-1,0 0 1,-1 0 0,1 0 0,0 0 0,0 1-1,0-1 1,0 0 0,0 1 0,0-1 0,0 1 0,0 1-1,-1 1-216,0 1-1,1 0 0,0 0 0,0-1 1,0 1-1,0 0 0,0 10 0,1-2-3163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5:23.5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415 84 7828,'0'0'8497,"-14"-22"-6502,-5 8-2019,14 9 21,-1 1 0,0-1-1,0 1 1,0 1 0,-1-1-1,1 1 1,-10-3 0,1 2 49,0 1 1,-1 0 0,1 1-1,-1 1 1,0 0 0,1 1 0,-23 3-1,33-2-33,0 1-1,0 0 0,1-1 1,-1 2-1,1-1 1,-1 0-1,1 1 0,0 0 1,0 0-1,-4 4 0,-39 39 34,42-40-33,-2 3-21,0 0 1,0 0-1,1 1 0,0 0 1,1 1-1,0-1 0,0 1 1,1 0-1,1 0 0,0 0 1,-2 13-1,0 12 117,2 0 0,1 44 0,3-72-80,0-1-1,0 1 1,1 0 0,0-1 0,0 1 0,1-1 0,0 0-1,0 0 1,1 0 0,0 0 0,0 0 0,0-1 0,1 0-1,0 0 1,0 0 0,1-1 0,0 1 0,0-1 0,0 0 0,12 6-1,-12-8-24,-1-1-1,1 1 0,0-1 1,1-1-1,-1 1 0,0-1 1,0 0-1,8 0 0,55-2-163,-29-1 64,-17 3 81,0 0 1,0 1 0,0 1 0,0 2-1,28 8 1,-47-11 27,1 0-1,-1 0 0,0 0 1,0 0-1,0 1 0,0 0 1,0 0-1,-1 0 1,1 0-1,-1 0 0,0 1 1,0-1-1,0 1 0,0 0 1,-1 0-1,0 0 0,1 0 1,-2 1-1,1-1 1,0 0-1,1 7 0,0 6 182,0 1-1,-1-1 1,-1 1 0,-2 23-1,1-17-83,-1-8-62,0 0-1,-1-1 1,0 1-1,-1 0 1,-1-1-1,-10 25 1,11-31-25,-1 0-1,-1-1 1,1 1 0,-1-1 0,-1 0-1,0 0 1,0 0 0,0-1 0,-1 0-1,0 0 1,-16 11 0,17-14-34,0-1 0,-1 0 0,0 0 0,1-1 0,-1 0 0,0 0 0,0 0 0,-12 0 0,-5 0-85,-30-3-1,17 0 15,32 1 37,-1 0 1,1-1-1,0 0 0,0 0 0,-1 0 0,1-1 0,0 0 0,0 0 0,0 0 1,1 0-1,-1-1 0,0 0 0,1 0 0,0 0 0,0-1 0,0 1 0,0-1 1,0 0-1,1 0 0,0 0 0,-1 0 0,2-1 0,-5-8 0,4 8-338,1 0-1,0-1 0,0 1 1,1-1-1,0 1 0,0-1 1,0 1-1,0-9 0,1 9-552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5:24.2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54 4 3778,'0'0'8350,"-3"0"-7440,-15-3 1977,17 23-1311,-22 227 940,20-196-1908,2-12-165,1-38-571,-4-1-503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5:27.7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165 1 4322,'-2'-1'15018,"-9"2"-14677,-4 15-202,14-15-133,-1 1 0,0-1 0,1 1 0,-1-1 0,1 1 0,0 0-1,-1-1 1,-1 5 0,-1 2 3,-1 0 1,0 0-1,-1-1 0,1 0 1,-11 10-1,9-10 3,1 0 1,0 0 0,0 0-1,1 1 1,0 0 0,-4 9-1,3-2 22,0-1 0,1 1 0,1 1 0,0-1 0,1 0 0,1 1 0,0 17 0,-1 34 286,1-35 37,4 50-1,-1-78-326,-1-1 1,1 1-1,1-1 0,-1 1 1,1-1-1,-1 1 1,1-1-1,0 0 0,0 0 1,4 5-1,28 29 268,-25-28-175,2 0-59,0 0 0,0-1 0,1 0 0,0-1 0,0 0 0,0-1 0,28 9 0,-26-11-56,1-2 1,-1 1-1,1-2 0,0 0 1,22-2-1,-11 1-42,-22-1 21,-1 1-1,1-1 1,0 0 0,0 0 0,0 0-1,0-1 1,-1 1 0,1-1-1,0 0 1,-1 0 0,0 0-1,1-1 1,-1 1 0,0-1 0,0 0-1,4-5 1,0 0-37,-1 0 0,0 0 0,-1 0 0,0-1 0,7-17 0,-1-3 34,-2 0-1,-1-1 0,-1 0 0,-2 0 0,-1 0 0,-1-1 0,-2 0 0,-5-55 0,3 79 18,0 0 0,-1 0-1,0 0 1,-1 1 0,1-1-1,-1 0 1,-1 1 0,1 0 0,-1 0-1,0 0 1,-6-7 0,-7-6 6,-34-29 0,45 42-11,2 3 10,-1-1 1,1 1-1,-1 1 0,-9-5 1,-11-6-20,21 10 8,1 1-1,0 0 1,-1 0 0,1 0 0,-1 0-1,0 1 1,1 0 0,-1-1 0,0 2 0,0-1-1,0 0 1,0 1 0,0-1 0,0 1-1,0 0 1,0 0 0,0 1 0,-5 0-1,3 1-24,-1 1 0,1-1 0,-1 1 0,1 0 0,0 1 0,0-1 0,0 1 0,1 0 0,-9 8 0,-31 37 339,10-11-3649,37-57-3354,13-15-1144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5:29.1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416 1 3682,'0'0'8646,"3"2"-7488,0 0-567,15 6 4231,-18-7-4694,-1-1-123,0 1 0,-1-1-1,1 1 1,0-1-1,0 0 1,0 1-1,-1-1 1,1 0 0,0 0-1,0 0 1,-1 0-1,1 0 1,0 0-1,-2-1 1,1 1 25,-9 0-16,-1 0 0,1 0 0,-1 1 0,1 0-1,-1 1 1,1 0 0,0 1 0,0 1 0,0 0 0,0 0 0,0 1 0,1 0-1,0 1 1,-15 11 0,7-3 5,0 1-1,1 1 1,1 1-1,1 1 1,0 0-1,1 0 1,1 2-1,1 0 1,1 0 0,1 1-1,0 0 1,2 1-1,0 0 1,2 0-1,0 0 1,2 1-1,0 0 1,-1 45-1,5-51 25,0-5-8,0 0-1,1 0 1,0-1-1,3 13 1,-3-19-19,0-1-1,1 0 1,0 0 0,0 1-1,0-1 1,0 0 0,1-1-1,0 1 1,-1 0 0,1-1-1,1 0 1,-1 1 0,7 4-1,11 6-2,1-1 0,0-1 0,1-2 0,0 0 0,26 8 0,-45-17-14,1 0 1,-1 1-1,0-1 1,0 1 0,0 0-1,0 1 1,-1-1-1,1 1 1,0-1 0,-1 1-1,0 0 1,0 0-1,0 1 1,0-1 0,0 1-1,-1-1 1,1 1-1,-1 0 1,0 0 0,0 0-1,0 0 1,-1 0 0,0 0-1,0 1 1,0-1-1,1 7 1,-2 1 14,1-10-5,-1 1 0,0-1 1,0 1-1,0-1 0,0 1 0,0-1 0,0 1 0,-1-1 1,1 1-1,-1-1 0,0 1 0,1-1 0,-1 0 1,0 1-1,-1-1 0,1 0 0,0 0 0,-1 0 0,1 0 1,-1 0-1,-3 3 0,-3 2-4,-1-1 0,-1 0 0,1-1 1,-1 0-1,0-1 0,0 0 0,-1 0 0,1-1 0,-1-1 0,-13 3 0,-13-2-660,-63 0-1,67-4 89,33-24-3534,0 6 249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5:29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79 0 3666,'0'0'6808,"-5"0"-4887,2 0-1794,1 1 0,-1-1 1,0 1-1,1-1 0,-1 1 0,0 0 1,1 0-1,-1 0 0,1 0 0,0 1 1,-1-1-1,1 1 0,0-1 0,0 1 1,0 0-1,0 0 0,0 0 0,0 0 1,0 0-1,1 0 0,-1 0 0,1 1 1,-1-1-1,0 4 0,-1 1 24,0 0-1,0 0 1,1 0-1,0 1 1,1-1-1,0 0 0,0 1 1,0 8-1,0 21 373,0-16-33,1-1-1,1 1 1,6 37 0,-6-53-419,0 0 0,0 0 0,1 0 0,0 0 0,0 0 0,0-1 0,1 1 0,-1 0 0,1-1 0,0 0 0,1 0 0,-1 0 0,1 0 0,-1 0 0,1-1 0,0 0 0,0 1 0,1-2 0,-1 1 0,6 3 0,-4-4-64,-1-1 1,1 1-1,-1-1 0,1 1 1,0-2-1,-1 1 0,1-1 1,0 0-1,0 0 0,0 0 1,-1-1-1,1 0 0,0 0 1,-1 0-1,11-4 0,-11 0-126,1 0-1,-1 1 1,0-2 0,0 1-1,-1 0 1,0-1-1,0 0 1,0 0-1,3-8 1,-1 2-301,-1 0 0,0 0 0,-1 0 0,3-17-1,-4 9-290,-1-1 1,-2-36-1,0 25 680,0 29 62,-1 0 0,1 0 0,0 0 0,-1 0 0,0 1 0,0-1 0,1 0 0,-2 0 0,1 0 0,0 1 0,-1-1 0,1 1 0,-1-1 0,1 1 0,-1-1 0,0 1 0,0 0 0,-1 0 0,1 0 0,0 0 0,0 1 0,-1-1 0,1 0 0,-1 1 0,0 0 0,-4-2 0,-6-2-50,-1 1 1,1 1-1,-1 0 1,-18-2-1,29 5-24,3 0-12,-24-2-1242,9 5-2526,5 2-30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5:30.8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1 132 5122,'0'0'9322,"10"-8"-8991,33-29-457,-40 33 171,0 1 0,0-1 0,-1 0 0,1 1 0,-1-1 0,0 0-1,0 0 1,-1-1 0,1 1 0,-1 0 0,0-1 0,0 1 0,0-1-1,-1 1 1,1-1 0,-1 1 0,-1-8 0,1 7 356,0 5-364,1 0 1,-1 0-1,0 0 1,1 0-1,-1 0 0,1 0 1,-1 0-1,0 0 1,1 0-1,-1 1 1,0-1-1,1 0 0,-1 0 1,0 0-1,1 0 1,-1 0-1,0 1 1,1-1-1,-1 0 0,0 0 1,1 1-1,-1-1 1,0 0-1,0 0 1,1 1-1,-1-1 0,0 0 1,0 1-1,0-1 1,1 0-1,-1 1 1,0-1-1,0 0 0,0 1 1,0 0-1,11 262 1924,-11-220-1756,-1 21 339,2-1-1,16 93 1,-17-156-544,6 24 468,-5-24-466,-1 1 0,1-1 0,-1 1 0,1 0 0,0-1 0,-1 1 0,1-1 0,-1 0-1,1 1 1,0-1 0,-1 1 0,1-1 0,0 0 0,0 0 0,-1 1 0,1-1 0,0 0 0,0 0 0,-1 0 0,1 0 0,0 0 0,0 0 0,1 0 0,-1-11-846,-1-85-7952,0 65 2522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5:51.4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398 3 688,'0'0'15210,"-23"0"-13553,-5-1-1186,15 0-366,-1 1 1,1 0-1,0 1 0,-1 0 1,1 1-1,0 0 0,0 1 1,-23 9-1,17-3-49,1 1 1,0 1-1,-30 22 1,41-27-31,1 0 0,0 0 0,0 0 0,0 1 0,1 0 0,0 0 0,1 0 0,-1 1 1,1 0-1,1 0 0,-6 16 0,-3 29 349,2 1 0,3 0 0,2 1 0,3 74 0,2-125-347,0 0 0,1 1 0,-1-1 0,1 0 0,0 0 0,0 1 0,0-1 0,1 0 0,-1 0 0,1 0 0,0-1 0,0 1 0,0 0 0,1-1 0,-1 1 0,1-1 0,0 0-1,0 0 1,0 0 0,1 0 0,-1 0 0,1-1 0,-1 0 0,1 0 0,0 0 0,0 0 0,-1 0 0,2-1 0,-1 1 0,4 0 0,13 3 15,1-2-1,-1 0 1,1-1 0,35-1 0,-49-1-30,3-1-49,0 1-1,0-2 0,0 0 1,0 0-1,0-1 0,0 0 1,-1-1-1,19-9 0,-10 2-170,1 0-1,-2-2 0,24-19 1,-35 25 153,-1 1 0,0-1 1,0 0-1,0-1 1,-1 1-1,0-1 0,0 0 1,-1-1-1,0 1 0,0-1 1,-1 1-1,2-11 1,2-11-6,-2-1 1,2-38-1,-5 46 54,0-91-240,-2 65-4,0 47 247,0 0 0,0-1 0,0 1 0,-1 0 0,1 0 0,0-1 0,-1 1 0,0 0-1,1 0 1,-1 0 0,0 0 0,0-1 0,0 1 0,0 0 0,-1 1 0,1-1 0,0 0-1,-1 0 1,0 1 0,1-1 0,-1 0 0,0 1 0,0 0 0,1-1 0,-1 1-1,0 0 1,-3-1 0,-4-1 44,0 1 0,1 0 0,-1 0 0,0 1 0,-15 0 0,-8-2 64,31 3-123,-1 0 0,1 0 1,0-1-1,-1 1 0,1-1 0,0 1 0,0-1 0,-1 1 0,1-1 0,0 0 0,0 1 1,0-1-1,0 0 0,0 0 0,0 0 0,0 0 0,0 0 0,0 0 0,0 0 0,1 0 0,-1 0 1,0-1-1,1 1 0,-1 0 0,1 0 0,-1-1 0,1 1 0,-1 0 0,1-1 0,0 1 1,0 0-1,0-1 0,0 1 0,0-1 0,0-1 0,-2 2-624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5:52.6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169 99 7908,'0'0'6317,"-28"0"-3489,25 0-2749,0-1-1,-1 1 1,1 1-1,0-1 1,0 0-1,0 1 1,0-1 0,0 1-1,0 0 1,0 0-1,0 0 1,0 1-1,1-1 1,-1 1-1,0-1 1,1 1 0,-1 0-1,1 0 1,-1 0-1,1 0 1,0 1-1,0-1 1,0 0-1,0 1 1,1 0 0,-3 4-1,-6 8 24,2 0-1,0 1 1,0-1 0,2 2-1,0-1 1,1 1-1,0-1 1,2 2 0,0-1-1,1 0 1,-1 23-1,2-11 197,2 27 179,-1-51-454,1-1-1,0 0 1,0 0 0,0 1 0,0-1 0,1 0 0,-1 0 0,1 0 0,0-1 0,4 7 0,6 4 104,-1 1 0,2-2-1,0 0 1,23 19 0,-29-27-92,0-1 0,0 0 0,0 0 0,1 0 1,-1-1-1,1 0 0,0 0 0,0-1 1,0 0-1,0-1 0,0 0 0,14 1 1,-14-2-16,2 0-54,1 0 0,-1 0 0,0-1 0,10-3 0,-16 3 3,0-1 0,0 1 0,0-1 0,0 0 0,0 0 1,0-1-1,-1 1 0,1-1 0,-1 0 0,0 0 0,6-6 0,6-10-51,0 0-1,-2 0 1,0-1-1,-2-1 1,0 0-1,-1-1 1,-1 0-1,-1 0 1,-1-1-1,-1 0 1,-1 0-1,-1-1 1,-1 1-1,0-42 1,-3 45 112,1 16-20,0-1 0,-1 0 0,0 1-1,0-1 1,0 1 0,-1-1 0,1 1 0,-1-1 0,0 1 0,0-1 0,-1 1 0,1-1 0,-1 1 0,0 0 0,-5-8 0,-3 1-18,0 1 1,0 0-1,-1 1 0,-1 0 0,1 0 1,-2 2-1,1-1 0,-1 1 1,0 1-1,0 0 0,-1 1 0,1 1 1,-1 0-1,0 1 0,-1 0 1,1 1-1,-19 0 0,18 1-19,11 1 13,0-1 0,0 1 0,0 0 0,0 0 0,0 1 0,0-1 0,0 1 0,0 0-1,0 0 1,0 0 0,0 0 0,0 1 0,1-1 0,-1 1 0,1 0 0,-1 0 0,-3 3 0,0 2-70,1 0 0,0 0 0,0 0 0,0 1 0,1 0 0,-8 15 0,10-15-738,0-1-1,0 1 1,1 0-1,-3 13 0,4 2-4211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5:54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0 218 10661,'0'0'6619,"3"-3"-6483,23-33 5,-16 24-279,0 0 0,11-22 1,-1-16-597,-17 39 675,1 1 1,0-1-1,10-15 0,-14 25 78,1 0-1,0 0 0,-1 0 0,1 0 1,0 1-1,-1-1 0,1 0 0,0 1 1,0-1-1,-1 0 0,1 1 0,0-1 1,0 1-1,0-1 0,0 1 0,0 0 1,0-1-1,0 1 0,0 0 0,0 0 1,0 0-1,0 0 0,0-1 0,0 1 1,0 0-1,0 1 0,0-1 0,0 0 1,0 0-1,1 1 0,-1 4 318,2 25 81,0 1 0,-5 52 0,1-23-96,1-43-218,0 66 566,-14 118-1,6-148-194,-1 77-1,9-130-473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5:56.0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116 5 3249,'0'0'10827,"-25"-4"-6372,23 5-4390,-1-1-1,1 1 1,0-1-1,0 1 1,0 0-1,0 0 1,0 0-1,0 0 1,1 0-1,-1 0 1,0 1-1,0-1 1,1 1-1,-1-1 1,1 1-1,-1-1 1,1 1-1,0 0 1,0 0-1,0 0 1,0 0-1,-1 2 1,-5 10 80,0 0 0,-3 17 0,4-14-2,1-3-11,1 0 0,0 0 0,1 0 0,1 1 0,0-1 0,1 26 0,1 125 446,0-159-556,1-1 0,0 1 0,0-1 0,0 1 0,1-1 0,0 0 0,0 0 0,1 0 0,-1 0 0,1 0 0,0-1 0,0 1 0,0-1 0,1 0 0,8 8 0,3 2 71,1-1-1,32 21 1,-43-31-71,0-1 0,1 1 0,-1-1 0,1 0 0,-1 0 0,1-1 0,-1 0 0,10 1 0,49 0 85,-39-3-110,-22 1-4,-1 0 0,0-1 0,0 1 1,0-1-1,1 1 0,-1-1 1,0 0-1,0 0 0,0 0 1,0 0-1,0 0 0,-1-1 1,1 1-1,0 0 0,0-1 0,-1 1 1,3-3-1,24-37-165,-14 20 99,-5 7 60,0 0 0,0 0 0,-2-1 0,0 1 0,0-2 0,-2 1 0,0-1 0,4-17 0,-4-11-88,-1-87 0,-4 106 137,0 20-32,-1 1-1,0 0 1,0-1 0,0 1-1,-1 0 1,1 0-1,-1-1 1,0 1-1,0 1 1,-1-1 0,-3-5-1,-2-1-6,0 0 1,-17-16-1,20 23 7,0-1 0,0 1 0,0 0-1,0 0 1,-1 1 0,1-1 0,-1 1 0,0 1 0,1-1 0,-1 1 0,-10-1 0,-8 0-17,-38 1 0,35 1-21,14 0 5,4 0 14,0 0 0,0 0-1,0 1 1,-14 3 0,20-3 3,-1 1 0,1-1 0,0 1 0,-1-1 0,1 1 1,0 0-1,0 0 0,0 1 0,0-1 0,1 1 0,-1-1 0,0 1 0,1 0 1,-3 4-1,0 0-348,-7 9-813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5:57.5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3906,'-6'0'11862,"16"-9"-8966,-4 1-4299,11-17 1286,-8 14-115,-2 0 1,1 0 0,-1-1 0,-1 0 0,0 0 0,-1 0 0,7-24 0,-13 131 231,2-31 320,-1 548 995,1-687-5186,2 31-1296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5:58.5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1 192 7523,'0'0'6734,"10"-10"-6568,-5 5-214,7-6-240,-1-1 0,0 0 0,-1-1 1,0 0-1,-1-1 0,10-18 0,-12 11-314,-5 16 598,-1 0-1,1 0 1,0 0 0,0 0 0,1 0 0,-1 1-1,1-1 1,5-4 3455,-8 29-2752,8 135 1066,-13 179 0,-1-247-1296,0 2-255,4-45-2832,2-79-1434,0-13-4083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5:32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35 9989,'0'0'6896,"6"-2"-6272,25-7-179,-1 2 1,1 1-1,1 1 0,-1 2 0,63 1 0,-87 3-416,0 0 0,-1 0 0,1 1 0,-1 0 0,1 0-1,-1 1 1,1 0 0,-1 0 0,0 0 0,-1 1 0,1 0 0,0 0 0,-1 0 0,0 1 0,0 0 0,0 0 0,-1 0 0,0 0-1,5 8 1,8 14 200,-1 0 0,23 56-1,-35-73-171,64 169 928,-21-50-284,-41-111-603,2-1 0,0 0 0,1-1 0,21 29 0,-26-40-98,0 0 0,0-1 0,0 1 0,1-1 0,0 0 0,0 0 0,0-1 0,0 1 0,1-1 0,-1 0 0,1 0 0,0-1 0,0 0 0,0 0 0,0 0 0,0-1 0,13 2 1,-14-3-41,1 0 0,-1 0 0,1 0 0,-1-1 0,1 0 0,-1 0 0,1 0 0,-1 0 0,0-1 0,1 0 0,-1 0 0,6-4 0,-6 2-89,0 0-1,0 0 0,0-1 1,-1 0-1,1 1 1,-1-2-1,-1 1 0,1 0 1,-1-1-1,4-7 1,-2 3-390,-2 0 1,1 0-1,-2 0 1,1 0-1,-1-1 1,-1 1-1,1-20 1,-2 13-1699,0 1 1,-4-20 0,-5 2-1901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5:33.0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687 0 7267,'0'0'5902,"-5"5"-5345,-29 25 340,1 1-1,1 2 0,2 1 1,2 2-1,-34 53 1,-105 214-614,45-40-116,-47 91-310,166-351-496,1-9-1532,2-48-4584,0 26-1619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5:34.4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 2545,'-6'-1'18676,"5"4"-17596,8 341 43,14 110-389,-21-282-585,0-171-194,1-1-113,-1-1 118,1 1 0,-1 0 0,0 0 0,1 0 0,-1-1 0,1 1 0,-1 0-1,0-1 1,1 1 0,-1 0 0,0-1 0,0 1 0,1 0 0,-1-1 0,0 1 0,0-1 0,1 1-1,-1 0 1,0-1 0,0 1 0,0-1 0,0 1 0,0-1 0,0 1 0,1-1 0,-1 1 0,0 0-1,0-1 1,-1 0 0,2-21-1360,-1 11-1,3-22-4407,0 20 448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5:45.0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85 3650,'-14'-3'11360,"14"1"-11318,0 1 0,1 0 1,-1-1-1,1 1 0,-1-1 1,1 1-1,0 0 1,-1 0-1,1-1 0,0 1 1,0 0-1,0 0 1,0 0-1,0 0 0,0 0 1,0 0-1,0 0 1,1 0-1,-1 1 0,0-1 1,0 0-1,1 1 0,-1-1 1,0 1-1,1-1 1,-1 1-1,3-1 0,48-7-10,-43 7 156,0-1-260,0 2 1,-1-1-1,1 1 1,16 2-1,-25-18-5410,0-12-612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5:45.8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0 3906,'0'0'5242,"-4"0"-4754,-7 0 905,20 2 1694,18 2-2033,3 2-864,1-2 1,-1-2 0,48-1 0,-53-1-322,10-6-2993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6:32.8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60 30 8052,'0'0'7088,"-8"-1"-6765,-25-4-8,33 5-295,-1 0 0,1-1 0,0 1 0,-1 0 0,1 0 0,-1 0 1,1 0-1,0 0 0,-1 0 0,1 0 0,-1-1 0,1 1 0,0 0 0,-1 0 0,1-1 0,0 1 1,-1 0-1,1 0 0,0-1 0,-1 1 0,1 0 0,0-1 0,0 1 0,0 0 0,-1-1 0,1 1 1,0 0-1,0-1 0,0 1 0,0-1 0,0 1 0,-1 0 0,1-1 0,0 1 0,0-1 0,0 1 0,0-1 1,0 1-1,0 0 0,0-1 0,1 1 0,-1-1 0,0 0 0,0 1 16,0 0 0,0-1 0,0 1 0,1 0 0,-1 0 0,0-1 0,0 1 0,0 0 0,0-1 0,0 1 0,0 0 0,0 0 0,0-1 0,0 1 0,0 0 0,-1-1 0,1 1 0,0 0 0,0 0 0,0-1 0,0 1 0,0 0-1,0 0 1,-1-1 0,1 1 0,0 0 0,0 0 0,0-1 0,-1 1 0,1 0 0,0 0 0,0 0 0,-1 0 0,1-1 0,0 1 0,0 0 0,-1 0 0,1 0 0,0 0 0,0 0 0,-1 0 0,1 0 0,0 0 0,-1 0 0,1 0 0,0 0 0,0 0 0,-1 0 0,1 0 0,0 0 0,-1 0 0,1 0 0,0 0 0,0 0 0,-1 0 0,1 1 0,0 24 2069,7 696-43,-7-718-2056,0 21 27,1 1-1,1-1 0,1 1 1,8 29-1,-4-39 46,-7-15-86,1 1 0,-1-1-1,0 0 1,1 1-1,-1-1 1,0 0 0,1 0-1,-1 0 1,0 1 0,1-1-1,-1 0 1,1 0-1,-1 0 1,1 0 0,-1 1-1,0-1 1,1 0-1,-1 0 1,1 0 0,-1 0-1,0 0 1,1 0 0,-1 0-1,1 0 1,-1 0-1,1-1 1,-1 1 0,0 0-1,1 0 1,0 0-1,0-8-239,-1-99-1198,0 32-5021,0 64 2391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6:33.8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78 7 4674,'-4'-7'12035,"2"7"-11967,1 1 0,-1-1 0,1 0 0,-1 1 0,1-1 0,-1 0 0,1 1 0,0 0 0,-1-1 0,1 1 0,0 0 0,0 0 0,-1 0 0,1 0 0,0 0 0,0 0 0,-1 1 0,-1 2 14,0 0 0,0 0 0,0 0 0,1 1-1,-3 4 1,-1 7 283,0-1 0,-4 21-1,7-14-64,1 0-1,0 0 0,2 0 1,2 24-1,-1 4 106,-1-45-342,0-1 0,0 0 0,1 0 0,-1 0-1,1 1 1,0-1 0,0 0 0,0 0-1,0 0 1,1 0 0,0 0 0,0-1-1,4 8 1,-3-8-15,0 0 0,0 0 0,1-1-1,-1 1 1,1-1 0,0 0 0,-1 0-1,1 0 1,0 0 0,0 0 0,0-1 0,0 0-1,1 0 1,3 0 0,7 2 11,-1-1 1,1 0-1,-1-1 0,20-2 1,-29 1-90,0-1 0,0 1 0,0-1 0,0 0 0,0-1 0,0 1 1,0-1-1,0 0 0,-1 0 0,1 0 0,-1-1 0,1 0 0,-1 0 0,0 0 0,6-6 0,-3 1-95,-1-1-1,0-1 0,0 1 1,-1-1-1,0 0 0,-1 0 1,0 0-1,0-1 0,-1 0 1,2-13-1,-2 2-140,-1 0 0,0 0-1,-2 0 1,-3-26 0,3 45 260,-1 0 0,0 0-1,0 0 1,0 0 0,0 0 0,-1 1-1,1-1 1,-1 0 0,1 1 0,-1-1-1,0 1 1,0 0 0,0-1 0,0 1-1,-1 0 1,1 0 0,-1 1 0,1-1-1,-1 0 1,1 1 0,-1-1 0,-3 0-1,-2-1 42,1 0 0,-1 0-1,1 1 1,-1 1 0,0-1-1,0 1 1,-11 0 0,-6 0 98,-26 1-79,48 1-77,0-1 0,0 1 0,1-1 0,-1 1 0,0 0 0,1 0 0,-1 0 0,0 1 0,1-1 0,0 0 0,-1 1 0,1 0 0,0-1 0,-4 5 0,1 0-730,1 0-1,-1 1 1,1-1 0,-6 15-1,-1 4-3522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6:45.7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0 142 2305,'0'0'12673,"1"0"-12380,0 0 0,0 0 0,0 0 0,0 1 1,0-1-1,0 0 0,-1 0 0,1-1 0,0 1 1,0 0-1,0 0 0,0 0 0,0 0 1,0-1-1,0 1 0,-1 0 0,1-1 0,0 1 1,0-1-1,0 0 0,9-9-496,-2 1 0,0-2 0,12-18-1,-15 20 59,1 0 0,0 1 0,0-1 0,1 1 0,0 1 0,1-1 0,-1 1 0,11-7 0,-17 37 737,-1 168 1930,0-147-5851,0 2-3940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6:58.4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22 0,'-3'-21'19830,"3"20"-19790,-1 1-1,1 1 1,0-1-1,-1 0 1,1 0-1,0 0 1,0 0-1,-1 0 1,1 0 0,0 0-1,-1 0 1,1 0-1,0 1 1,0-1-1,-1 0 1,1 0-1,0 0 1,0 0-1,-1 1 1,1-1-1,0 0 1,0 0-1,0 1 1,0-1-1,-1 0 1,1 0-1,0 1 1,0-1-1,0 0 1,0 1-1,0-1 1,0 0-1,0 1 1,0 13-236,0-6 289,-1 153 109,3 184 490,-2-337-640,0 1 1,1-1-1,0 1 1,1-1-1,0 1 1,1-1-1,-1 0 0,1 0 1,1 0-1,0 0 1,8 12-1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6:59.1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147 47 5843,'0'0'4559,"-5"0"-3833,3 0-741,-1 1 221,0-1 1,0 0 0,0-1-1,0 1 1,0 0 0,1-1 0,-1 0-1,0 0 1,0 0 0,0 0-1,0 0 1,1 0 0,-1-1 0,0 1-1,-2-4 1,4 5-154,1 0 0,0 0 0,0 0 0,0-1 0,0 1 0,0 0 0,0 0 0,0 0 0,-1 0-1,1-1 1,0 1 0,0 0 0,0 0 0,0-1 0,0 1 0,0 0 0,0 0 0,0 0 0,0-1 0,0 1 0,0 0 0,0 0 0,0 0 0,0-1 0,0 1 0,1 0 0,-1 0 0,0 0 0,0-1 0,0 1 0,0 0 0,0 0-1,0 0 1,0 0 0,1-1 0,-1 1 0,0 0 0,0 0 0,0 0 0,0 0 0,1 0 0,-1 0 0,0-1 0,0 1 0,1 0 0,8-5-64,7 0 70,0 1 0,0 1 0,1 0 0,-1 1 0,0 0 0,32 2 1,-45 0-54,-1 0 0,0 0 0,1 1 0,-1-1 0,0 0 0,0 1 0,0-1 1,1 1-1,-1 0 0,0 0 0,0-1 0,0 2 0,0-1 0,0 0 0,0 0 1,0 0-1,-1 1 0,1-1 0,0 1 0,-1 0 0,1-1 0,-1 1 0,0 0 0,1 0 1,-1 0-1,1 3 0,0 1 76,0 1-1,0 0 1,0 0 0,-1 0-1,0 0 1,0 0 0,-1 11 0,-1-15-42,1 0 0,-1 0 0,1 0 0,-1 0 1,0 0-1,0 0 0,0-1 0,0 1 0,-1 0 0,1-1 1,-1 1-1,1-1 0,-1 1 0,0-1 0,0 0 1,0 0-1,-1 0 0,1 0 0,0 0 0,-1 0 0,-2 1 1,-8 4 72,0 0 1,0 0 0,-15 4-1,21-9-99,-90 32 156,81-29-156,0-1 0,0-1 0,-1-1 0,-19 1 0,33-3 10,12 1 19,0 0 1,-1 1-1,13 3 0,3 2 94,183 26 405,-116-29-6471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7:02.9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14 182 8628,'0'0'6160,"-3"0"-5568,-8-2-159,18-2 210,25-5-38,-13 6-447,0 1 0,33 1-1,-6 1-91,253-24 147,45-2-213,-167 7 35,9 0-3,39 15-18,277-11 39,109-6 457,2 21 174,-252 2-451,-257-3-159,291 11 164,49-2 282,-281-10-287,-61 2-172,379 4 168,-368-1-149,150 3 9,99 3 79,-2 1-195,-221-9 193,183-5 455,-316 4-501,-5 0-84,-1 0 0,1 1 0,0-1 0,-1 0-1,1 0 1,0 0 0,-1 0 0,1 0 0,0 0 0,0-1 0,-1 1 0,1 0-1,0 0 1,-1 0 0,1-1 0,0 1 0,-1 0 0,1 0 0,0-1-1,-1 1 1,1-1 0,-1 1 0,1-1 0,-1 1 0,1-1 0,0 0-1,-1 0 331,0 0-246,0 0-136,0 1 0,0-1 0,0 1 0,0-1-1,0 1 1,0-1 0,0 0 0,0 1 0,0-1 0,0 1-1,0-1 1,0 1 0,0-1 0,-1 1 0,1-1 0,0 1 0,0-1-1,-1 0 1,-19-7-1201,-22-12-3215,16 1-2196,11 6-3372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7:07.0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52 0 5298,'0'0'8276,"-10"0"-4349,7 26-3716,1 131 298,3-85-191,-23 237 770,16-257-973,1-25 469,1-10-1898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7:08.2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109 86 2689,'0'0'6099,"-1"-3"-5405,0 2-601,0 0 1,0 0-1,1-1 1,-1 1-1,1 0 1,-1-1-1,1 1 1,-1 0-1,1-1 1,0 1-1,0-1 1,-1 1-1,1 0 1,0-1-1,0 1 1,1-1-1,-1 1 1,0-1-1,0 1 1,1 0-1,-1-1 1,1 1-1,-1 0 0,1-1 1,-1 1-1,1 0 1,0 0-1,0 0 1,0-1-1,0 1 1,0 0-1,0 0 1,0 0-1,0 0 1,0 1-1,0-1 1,0 0-1,0 0 1,1 1-1,-1-1 1,0 0-1,1 1 1,-1 0-1,0-1 1,3 0-1,6-2-28,-1-1 1,1 2-1,0-1 0,0 1 0,0 1 0,12-1 1,82-11 384,-103 13-445,0 0 0,0 0-1,0 0 1,0 0-1,0 0 1,0 0-1,0 0 1,0 0-1,0 0 1,0 1 0,0-1-1,0 0 1,-1 1-1,1-1 1,0 1-1,0-1 1,0 1 0,0-1-1,0 1 1,-1-1-1,1 1 1,1 1-1,-2 0 9,1-1 0,-1 1 0,1 0 0,-1 0 1,0 0-1,1 0 0,-1 0 0,0 0 0,-1 3 0,1 6 2,0-3 14,0 1 0,-1 0-1,0-1 1,-1 1 0,1-1-1,-2 0 1,-2 9 0,3-12-14,-1 0 0,1 0 0,-1-1 0,0 1 1,0-1-1,-1 1 0,1-1 0,-1 0 0,0 0 0,0-1 1,0 1-1,-6 2 0,3-1-26,1-1-46,0 1 0,0-1-1,-1-1 1,0 1 0,1-1-1,-1 0 1,0-1-1,-1 0 1,1 0 0,0 0-1,-13 1 1,20-23 52,1 17 9,0 1 1,0-1 0,1 0 0,-1 1-1,1-1 1,-1 0 0,1 1-1,0 0 1,0-1 0,0 1-1,1 0 1,-1 0 0,0 0 0,1 1-1,-1-1 1,1 0 0,0 1-1,-1 0 1,1 0 0,0 0-1,5-2 1,2 0 16,0 0-1,0 1 1,0 0-1,0 1 1,13-1-1,-11 2-29,-7 0 17,0 0-1,0 0 0,0 0 1,0 1-1,7 1 0,-10-1-1,0 0-1,0 0 0,0-1 0,0 2 0,-1-1 0,1 0 1,-1 0-1,1 0 0,0 1 0,-1-1 0,0 1 1,1-1-1,-1 1 0,0 0 0,0-1 0,0 1 0,1 2 1,6 13 214,-1-1 1,-1 2 0,7 28 0,-10-36-67,-1 1 0,-1 0 1,0-1-1,0 1 1,-1 0-1,-1-1 0,-2 19 1,2-27-126,0 0 0,1-1 1,-1 1-1,0-1 0,0 1 0,0-1 0,0 1 1,0-1-1,0 0 0,0 1 0,-1-1 1,1 0-1,0 0 0,-1 0 0,1 0 0,-1 0 1,1 0-1,-3 0 0,-33 13 168,31-12-149,-18 2-47,1 0 0,-1-1-1,0-2 1,1 0-1,-28-3 1,-5 0-661,-30 2-4249,50 0-1555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8:53.7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22 133 4258,'-21'6'16187,"22"-6"-15737,10-1-411,0-1 0,0 0 0,0-1 0,0 0-1,0 0 1,-1-1 0,0-1 0,15-8 0,19-8 38,-32 16-77,9-3 2,-1-1 0,-1 0 0,28-19 0,-43 26 30,1-1 0,-1 1 1,0 0-1,10-3 0,7-3-2090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18:54.6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 95 2481,'0'0'4984,"-4"3"-4485,2-1-735,1-1 665,-1 0 0,1 0 0,-1 0 0,1 0-1,-1 0 1,-15 4 6934,20-4-7286,-1-1 1,1 1-1,0-1 0,-1 0 0,1 0 0,-1 0 1,1 0-1,3-1 0,6 0 7,2 1-71,0-1-1,0-1 1,-1 0-1,1-1 1,-1 0-1,0-1 1,0 0-1,0-1 1,0-1-1,-1 0 1,0-1-1,18-12 1,-19 10 8,37-27-21,-45 33 171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7:40.2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34 5042,'0'0'9679,"21"-6"-9049,-8-9 342,-13 15-875,0-1-1,1 0 1,-1 1-1,0-1 1,1 1-1,-1-1 1,0 0-1,1 1 1,-1-1-1,1 1 1,-1-1-1,1 1 0,-1-1 1,1 1-1,0 0 1,-1-1-1,1 1 1,0 0-1,-1-1 1,1 1-1,0 0 1,7-1 241,-7 1-336,-1-1 0,1 1-1,-1 0 1,1 0 0,-1 0-1,1 0 1,-1 0 0,1 0 0,-1 0-1,1 0 1,-1 0 0,1 0-1,-1 0 1,1 0 0,-1 0 0,1 0-1,-1 0 1,1 1 0,-1-1-1,1 0 1,-1 0 0,1 1 0,-1-1-1,0 0 1,1 1 0,-1-1-1,1 0 1,-1 1 0,0-1 0,1 0-1,-1 1 1,0-1 0,1 1 0,-1-1-1,0 1 1,0-1 0,0 1-1,1-1 1,-1 1 0,0-1 0,0 1-1,0-1 1,0 1 0,0-1-1,0 1 1,0-1 0,0 1 0,0-1-1,0 2 1,7 90 104,-6 117 0,-2-101-78,1 360 823,0-463-811,3 20 94,-3-25-113,0 1 0,1-1 0,-1 1 0,1 0 0,-1-1 0,1 1 0,-1-1 0,1 1 0,-1-1 0,1 1 0,-1-1 0,1 0 0,0 1 0,-1-1 0,1 0 1,0 1-1,-1-1 0,1 0 0,0 0 0,-1 1 0,1-1 0,0 0 0,0 0 0,-1 0 0,1 0 0,0 0 0,1 0 0,-2-26-552,0 15 5,1 7-4,-1-1 0,0 0 1,0 1-1,-1-1 1,1 0-1,-1 1 0,0-1 1,0 1-1,-1-1 1,-1-3-1,-10-11-3899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7:40.9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49 2225,'0'0'10234,"3"0"-9404,-1 0-644,1-1-1,-1 0 1,1 0 0,-1 0 0,1 0 0,-1 0-1,0-1 1,1 1 0,-1-1 0,0 1 0,0-1-1,0 0 1,2-3 0,-1 2-28,0 0 0,0 1 0,1-1 0,-1 1 0,1-1 0,-1 1 0,1 0 0,6-3 0,3 4-61,-1 0 0,1 0 0,0 1 0,22 3 0,-32-2-80,-1-1 0,1 1 0,-1 0 0,1 0 0,-1 0 0,0 0 0,1 1 0,-1-1 0,0 1 0,0-1 0,0 1 0,0 0 0,0 0 0,-1 0 0,1 0 0,0 0 0,-1 0 0,1 0 0,-1 1 0,0-1 0,0 0 0,0 1 0,0-1 0,1 4 0,1 5 129,0 0 0,-1 0 0,0 1 1,0 13-1,-1-22-120,1 30 268,-3 41-1,1-65-262,-1 0 0,-1 0 1,0 0-1,0 0 0,0 0 0,-1-1 1,0 1-1,-1-1 0,-7 12 0,-16 18 82,17-27-88,2 0-1,0 1 0,0 0 1,-10 24-1,18-36-21,0 0-1,0 1 1,0-1 0,0 0-1,0 1 1,0-1-1,0 1 1,0-1 0,0 0-1,0 1 1,0-1-1,1 0 1,-1 1 0,0-1-1,0 1 1,0-1-1,0 0 1,1 1 0,-1-1-1,0 0 1,0 0 0,1 1-1,-1-1 1,0 0-1,0 1 1,1-1 0,-1 0-1,0 0 1,1 0-1,-1 1 1,0-1 0,1 0-1,-1 0 1,1 0-1,-1 0 1,0 0 0,1 0-1,-1 0 1,0 1-1,1-1 1,-1 0 0,1-1-1,22 3 88,-17-2-60,68 2-300,84-9-1,-158 7 99,1-1 0,0 1 1,0 0-1,0 0 1,-1 0-1,1 0 0,0 0 1,0 0-1,0 0 0,-1 0 1,1 0-1,0 1 1,0-1-1,0 0 0,-1 0 1,1 1-1,0-1 0,-1 1 1,2-1-1,0 17-4782,-2-15 4619,0 30-8458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7:45.2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70 5250,'-6'0'11088,"9"0"-10987,8 0 32,-1 0 0,0 0 0,1-1 1,-1 0-1,0 0 0,0-2 0,0 1 0,0-1 1,10-4-1,100-43 40,-119 49-186,-1 1-1,0 0 0,1 0 1,-1 0-1,1 0 1,-1 0-1,0 0 1,1 0-1,-1 0 0,0 0 1,1 0-1,-1 0 1,0 0-1,1 0 1,-1 0-1,1 0 0,-1 0 1,0 0-1,1 1 1,-1-1-1,0 0 1,1 0-1,-1 0 0,0 1 1,0-1-1,1 0 1,-1 0-1,0 1 0,0-1 1,1 0-1,-1 0 1,0 1-1,0-1 1,0 0-1,1 1 0,-1-1 1,0 0-1,0 1 1,0-1-1,0 0 1,0 1-1,0-1 0,0 1 1,0-1-1,0 0 1,0 1-1,0 22-36,-1-16-84,1-6-383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7:45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79 4306,'0'0'11328,"11"-2"-11037,0-2-137,-1-1 0,0 0 1,12-9-1,-13 9-125,0-1 1,0 1 0,0 1-1,0 0 1,14-4 0,-2 1-22,-14 5 3,-1 0 0,1 0 0,0 1 1,11-1-1,-18 2 18,0 9-232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7:47.0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67 71 992,'0'0'9415,"-2"1"-8972,-1 1-364,1 0-1,0 0 0,-1 0 0,1 0 0,0 0 1,0 1-1,0-1 0,0 1 0,1-1 0,-1 1 1,1 0-1,0-1 0,-1 1 0,1 0 0,-1 4 1,-12 55 1353,11-51-1210,0 16 227,1 0 0,0 1 0,4 34 0,0-2-20,-2-54-382,-1 1 35,1-1 0,0 1-1,0 0 1,0-1 0,1 1-1,0 0 1,1-1 0,-1 1-1,1-1 1,1 1 0,-1-1-1,1 0 1,0 0 0,4 5-1,-3-4 28,0-1 0,1 0 1,0 0-1,0-1 0,0 0 0,1 0 0,-1 0 0,1 0 0,1-1 1,-1 0-1,0 0 0,1-1 0,0 0 0,0 0 0,0 0 0,0-1 0,0 0 1,1-1-1,-1 1 0,15 0 0,-3-2 14,-11 1-36,0-1 1,0 0-1,14-3 1,-20 3-76,0 0 0,0-1 0,0 0 0,0 0 0,0 1 0,0-1 0,0 0 0,0-1 0,0 1 0,0 0 0,-1 0 0,1-1 0,0 1 0,-1-1 0,1 0 0,-1 1 0,0-1 1,2-3-1,2-5-28,0 0 0,-1 0 0,-1-1 0,0 1 0,0-1 0,-1 0 0,1-15 0,-1-81-656,-3 63 218,0 30 449,-1-1 0,-1 1 0,0 0 0,-1 0 0,-1 0 0,0 0 0,-12-21 0,-5-19 15,20 51-17,-2-11 10,-1 0 0,-1 1 0,0 0 0,-1 0 0,-15-20 0,21 32-1,1 0 1,-1 0-1,0 0 0,0 0 1,1 0-1,-1 0 0,0 0 1,0 1-1,0-1 1,0 0-1,0 1 0,0-1 1,0 0-1,0 1 0,0 0 1,0-1-1,0 1 0,0 0 1,0-1-1,0 1 0,-1 0 1,1 0-1,0 0 1,0 0-1,0 0 0,0 0 1,-1 0-1,1 0 0,0 1 1,0-1-1,0 0 0,0 1 1,-2 0-1,-2 2 3,1 0-1,0 0 1,-1 1-1,1 0 1,1 0 0,-1 0-1,1 0 1,-1 0-1,1 0 1,0 1 0,1 0-1,-5 9 1,-1 1 23,-37 75 47,24-46-121,21-44-12,-1 1 0,1 0-1,0-1 1,-1 1 0,1 0-1,0-1 1,-1 1 0,1-1-1,-1 1 1,1-1-1,-1 1 1,1-1 0,-1 1-1,1-1 1,-1 1 0,0-1-1,1 0 1,-1 1 0,1-1-1,-1 0 1,0 0 0,1 1-1,-1-1 1,0 0-1,0 0 1,1 0 0,-1 0-1,0 0 1,1 0 0,-1 0-1,-1 0 1,-14 0-3384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1:08.32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562 29 4098,'0'0'11352,"-14"0"-10357,7-1-938,1 1 0,-1-1 0,1-1 0,-1 0 0,1 0-1,-10-4 1,9 3-57,0 1 0,0 0 0,1 0 0,-2 0 0,1 1 0,-12-1-1,-16 1 11,-45 2 10,76 0-17,1 1 0,-1-1 1,0 1-1,0-1 1,0 1-1,1 0 0,-1 0 1,1 1-1,0-1 0,0 1 1,0 0-1,0 0 1,0 0-1,0 0 0,1 0 1,-1 1-1,1-1 0,-2 4 1,-5 8 20,1 1 0,1-1 0,-7 18 0,11-20 5,0 0 0,1 0 1,0 1-1,1-1 0,1 24 0,0-24 23,1-5-3,0 1 1,1 0 0,0-1 0,0 1-1,1-1 1,0 1 0,0-1 0,1 0 0,0 0-1,0-1 1,1 1 0,0-1 0,6 7 0,-4-6 2,0 0 1,0 0 0,1-1 0,0 0 0,0-1-1,0 1 1,1-1 0,0-1 0,0 0 0,18 7-1,-13-9-63,0-1-1,0 0 0,0-1 0,1-1 0,26-2 0,0 1-39,-38 0 42,1 1-1,-1 1 1,0-1 0,1 0 0,-1 1 0,0 0-1,0-1 1,0 1 0,0 1 0,0-1 0,0 0-1,0 1 1,0-1 0,0 1 0,0 0 0,-1 0 0,1 0-1,-1 0 1,0 1 0,1-1 0,-1 1 0,0-1-1,0 1 1,-1 0 0,1 0 0,1 3 0,2 4 16,0 1 0,-1 0 0,0 0 0,0 0 0,-1 1 0,-1-1 0,0 1 1,-1 0-1,0 0 0,-1-1 0,0 1 0,-1 0 0,0 0 0,-3 12 0,1-16 5,1 0 1,-2 1-1,1-1 0,-1 0 0,-1-1 0,1 1 0,-1-1 0,0 0 0,-1 0 0,0 0 0,0-1 0,0 0 1,-1 0-1,-11 7 0,3-2 22,-1-2 1,0 0 0,-1 0-1,1-2 1,-2 0 0,-18 5 0,12-7 2,-1-1 1,1-2 0,-1 0 0,-32-3-1,25 1 17,23 0-125,0-1-1,0 0 1,0 0 0,0-1-1,1 0 1,-1-1-1,1 0 1,-1 0-1,1-1 1,0 0 0,0 0-1,1-1 1,-1 0-1,1-1 1,0 1 0,0-1-1,1 0 1,0-1-1,0 0 1,0 0-1,-7-13 1,8 12-573,1-1 1,0 1-1,-4-12 0,-4-28-3984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1:10.05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 6003,'0'-2'7581,"0"11"-6884,2 18-417,2 0 0,1 0 0,0-1 0,19 50-1,-5-16 216,17 81 591,19 60 11,-54-198-1093,0 1 11,0 1-1,1 0 0,0 0 1,-1-1-1,2 1 1,-1-1-1,1 0 1,-1 1-1,1-1 1,0 0-1,1-1 0,5 7 1,-8-10-51,-1 1 1,0-1 0,1 0-1,-1 0 1,0 0 0,1 0-1,-1 0 1,1 1-1,-1-1 1,0 0 0,1 0-1,-1 0 1,0 0-1,1 0 1,-1 0 0,1 0-1,-1 0 1,0 0 0,1 0-1,-1 0 1,0-1-1,1 1 1,-1 0 0,1 0-1,-1 0 1,0 0-1,1-1 1,-1 1 0,0 0-1,0 0 1,1 0-1,-1-1 1,0 1 0,1 0-1,-1-1 1,0 1 0,0 0-1,0-1 1,1 1-1,-1 0 1,0-1 0,0 1-1,0 0 1,0-1-1,0 1 1,0 0 0,1-1-1,-1 1 1,0-1 0,0 1-1,0-1 1,0-23-1421,0 19 1137,0-11-894,-2-35-4948,-6 22-87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1:10.81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0 299 3394,'0'0'6763,"14"13"-5571,2 1-852,-1-1 17,0 1-1,-2 0 0,1 1 0,12 20 0,22 36 1203,55 74 687,-98-139-2177,23 25 206,-26-30-264,-1 1 1,1-1 0,0 1-1,0-1 1,0 0-1,0 0 1,0 0-1,0 0 1,1 0-1,-1 0 1,0-1-1,0 1 1,1-1 0,2 1-1,-4-6-158,-1-16-71,1-22-1163,-3 0 1,-1 0-1,-11-56 0,1 35-55,3 0 0,-3-107 0,11 40 3079,6 134-760,16 39 750,21 60 1,-11-25-579,13 33 393,-24-56-751,2-1 0,3-2 1,38 64-1,-58-111-681,-4-3-104,0-22-5659,0 9 4121,-1 0 0,0 0 0,-4-14 0,-5-14-2379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1:11.2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0 254 4290,'0'0'7411,"12"30"-6119,39 99 95,-26-69 475,44 77 0,-66-133-1792,4 10 228,1 0-1,1 0 0,12 14 0,-18-25-255,0 0 0,0 0 0,0 0 0,0-1 1,0 1-1,0-1 0,1 0 0,-1 0 0,1 0 0,0 0 0,-1-1 0,1 1 1,0-1-1,0 0 0,0 0 0,0 0 0,7 0 0,-9-1-33,0 0 1,0 0-1,0 0 0,-1 0 0,1 0 1,0-1-1,0 1 0,0 0 0,-1-1 1,1 0-1,0 1 0,-1-1 0,1 0 1,0 0-1,-1 0 0,3-1 1,-2-1-18,-1 1 1,1-1 0,0 1 0,-1-1 0,0 0-1,0 0 1,0 0 0,0 0 0,1-3 0,4-24-486,-2 0 0,0 0 0,-2-1 0,-3-53 0,0 27-140,1 19 440,-1 0-1,-2 0 0,-2 0 1,-2 0-1,-1 1 0,-24-68 1,25 91-578,-15-27 0,19 37-209,1 0 1,-1 0-1,0 1 1,0-1-1,-1 1 1,-4-4-1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1:11.67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6675,'0'0'4850,"3"1"-4239,10 5-85,0 0-1,-1 1 1,1 1-1,-2 0 0,1 1 1,16 17-1,4 1 199,-9-9-325,29 18 1,-46-32-555,1 0 1,0 0-1,0-1 0,0 0 1,0 0-1,1-1 1,-1 0-1,1 0 1,15 1-1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1:12.01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 1 5939,'0'0'2481,"-10"244"-944,10-118-529,0 18-864,0 4-144,0-16-4450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1:13.91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6 3426,'0'-6'9783,"0"256"-7124,0-81-6196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1:14.98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495 133 4914,'0'0'6352,"-3"-9"-6053,-13-33-163,14 38-91,-1 0 0,1 1-1,-1-1 1,0 0-1,0 1 1,0 0 0,0 0-1,-1 0 1,0 0 0,1 0-1,-1 1 1,0 0-1,0-1 1,0 1 0,0 1-1,-1-1 1,-4-1-1,1 0-1,-13-3-30,-1 0-1,1 1 1,-1 1-1,0 1 1,-1 1-1,1 1 1,-26 3-1,23-2-32,19 0 16,0 0 0,0 1 0,1 0 0,-1 0 0,0 0 0,1 1 0,-1 0 0,1 0 0,0 0 0,0 0 0,0 1 0,0 0 0,0 0 0,0 1 0,1-1 0,0 1 0,-1 0 0,1 0 0,1 1 0,-1-1 0,1 1 0,-1-1 0,1 1 0,-4 10 0,1-1 29,1 0 1,0 1 0,0 0-1,2 0 1,0 0 0,1 0-1,0 0 1,1 20 0,1 0 188,-1-11 76,1 0 0,7 45 0,-5-60-234,0 0 0,1 0-1,0 0 1,1-1 0,0 1-1,0-1 1,0 0 0,1 0 0,1 0-1,-1-1 1,8 8 0,-1-3-18,1-1 0,0 0 1,1 0-1,28 16 0,65 25 328,-40-21-136,-62-29-227,1 1-1,-1 0 1,0 0 0,0 0 0,-1 1 0,1-1 0,-1 1 0,0 0 0,0 1 0,4 4-1,-5-4-14,-1-1 0,0 1 0,0-1 0,0 1 1,0 0-1,-1 0 0,0 0 0,0 0 0,0 0 0,-1 0 0,0 9 0,0-11 7,0 5 33,0 1-1,0-1 1,-4 15 0,3-19-14,0 0 0,0-1 0,-1 1-1,0-1 1,0 1 0,0-1 0,0 0 0,0 1 0,-1-1 0,-5 5-1,0-1-15,0 1 0,-1-1 0,0 0-1,-1-1 1,0 0 0,0-1 0,0 0-1,0 0 1,-14 3 0,6-3-84,0-1-1,0-1 1,0-1 0,-36 1 0,48-3-56,0 0 1,0-1 0,0 1-1,1-1 1,-1 0-1,0 0 1,1-1 0,-1 0-1,1 0 1,-1 0-1,1-1 1,0 0 0,0 0-1,0 0 1,0 0-1,1-1 1,-1 0 0,1 0-1,0 0 1,0 0 0,0-1-1,1 1 1,-5-9-1,3 5-333,1 0-1,0 0 0,0 0 0,0-1 0,1 0 1,1 1-1,0-1 0,-2-12 0,2-23-3734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1:15.53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95 8 5330,'0'0'7937,"-1"-1"-7798,0 1-1,0 0 0,1 0 0,-1 0 0,0 0 0,0 0 0,0 0 1,0 0-1,0 0 0,0 0 0,0 1 0,0-1 0,0 0 0,1 1 0,-1-1 1,0 0-1,-1 1 0,1 4 22,-1 0 0,1-1 1,0 1-1,0 0 0,1 0 0,0 0 1,-1 0-1,2 0 0,-1 0 0,1 6 0,0 8 137,-1 49 1347,0-67-1635,1-1 0,-1 1 0,0-1 0,0 1 0,0-1 0,1 1 0,-1-1 0,0 0 0,1 1 0,-1-1 0,0 1 0,1-1 0,-1 0 0,0 1 0,1-1 1,-1 0-1,1 0 0,-1 1 0,1-1 0,-1 0 0,1 0 0,-1 0 0,0 1 0,1-1 0,-1 0 0,1 0 0,0 0 0,-1 0 0,1 0 0,-1 0 0,1 0 0,-1 0 0,1 0 0,-1 0 0,1 0 0,-1 0 0,1-1 0,-1 1 0,1 0 0,-1 0 0,0 0 1,1-1-1,-1 1 0,1 0 0,-1-1 0,1 1 0,-1 0 0,1-1 0,0-4-108,1 0 0,0 0 0,-1 0-1,0 0 1,0 0 0,-1-1 0,0 1 0,1 0 0,-2 0 0,0-6 0,1-2-265,0 9 295,0-1 0,0 1 1,0 0-1,-1 0 0,0 0 1,0 0-1,0 0 0,0 1 1,0-1-1,-1 0 0,0 0 1,-3-5-1,3 7 60,0-1 0,0 1 0,-1 0-1,1 0 1,-1 0 0,1 0 0,-1 0 0,0 0 0,0 1-1,0-1 1,0 1 0,0 0 0,0 0 0,0 0 0,0 0-1,-4 0 1,5 1-11,-1-1 0,1 1 0,0 0 0,-1 0 0,1 0 0,0 0 0,-1 0 0,1 0 0,-3 1 0,4-1-162,1 1 1,-1-1-1,0 0 1,1 1 0,-1-1-1,1 1 1,-1-1-1,1 1 1,-1-1 0,1 1-1,-1-1 1,1 1-1,-1 0 1,1-1 0,0 1-1,-1-1 1,1 1-1,0 0 1,-1 0 0,1-1-1,0 1 1,0 0-1,0-1 1,0 1 0,0 0-1,0 0 1,0-1 0,0 2-1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1:17.43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152 9 1153,'0'0'8942,"-22"0"-6695,20 0-2045,0 0 0,-1 0 0,1 0 0,0 0 1,-1 1-1,1-1 0,0 0 0,0 1 0,-1 0 0,1 0 1,0-1-1,0 1 0,-3 2 0,3 0-106,-1 0-1,0 0 1,1 0 0,0 0-1,0 0 1,-4 7 0,6-8-80,-13 21 176,2 1-1,1 0 1,1 0-1,2 1 1,0 0 0,1 1-1,2-1 1,0 1-1,2 0 1,1 32 0,0-30 114,0-4 41,1 0 0,2 0-1,0 0 1,10 45 0,-11-64-290,1 1 0,0-1 0,0 0-1,0 0 1,0 0 0,1-1 0,0 1 0,0-1-1,0 1 1,1-1 0,-1 0 0,1 0 0,0 0-1,0-1 1,0 0 0,1 1 0,-1-1 0,1-1-1,0 1 1,0-1 0,0 0 0,0 0 0,0 0-1,0-1 1,0 1 0,1-1 0,9 0 0,-5 0 67,1 0 0,-1-1 1,1-1-1,13-1 0,-19 1-100,0 0 1,0-1-1,-1 0 0,1 0 0,0 0 1,-1 0-1,0-1 0,1 1 0,-1-1 1,0 0-1,4-5 0,3-3-95,-1 0 0,0-1 0,0 0 0,-2-1-1,1 0 1,-2 0 0,0-1 0,0 0 0,-1 0 0,-1-1 0,6-28 0,-3 1-98,-3 0 0,-2-1 0,-1-45 0,-2 80 173,-1 0-1,0 0 1,-1 0 0,1 0-1,-1 1 1,-1-1-1,1 1 1,-1-1-1,-1 1 1,1 0 0,-1 0-1,0 0 1,-1 1-1,0 0 1,0 0-1,0 0 1,-1 0 0,0 1-1,0 0 1,-9-6-1,3 3-19,0 0 0,0 2 0,-1 0 0,0 0 0,0 1 0,0 1 0,-1 0 0,1 0 0,-1 2 0,-24-3 0,21 4-59,10 0-195,0 1 0,-1-1 1,1 1-1,0 1 0,0-1 0,-10 3 0,16-2 150,0-1 0,0 1 0,1-1-1,-1 1 1,0-1 0,1 1 0,-1 0-1,0 0 1,1-1 0,-1 1 0,1 0-1,-1 0 1,1 0 0,0 0 0,-1-1 0,1 1-1,0 0 1,-1 0 0,1 0 0,0 0-1,0 0 1,0 1 0,-1 25-3396,2-21 1383,-1 19-8208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1:18.47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133 4 3906,'0'0'4621,"-7"8"-3912,-57 66 2938,56-63-3427,1 1 1,1-1-1,0 1 0,0 1 0,1-1 0,1 1 1,0 0-1,0 0 0,-1 19 0,0 10 542,3 71 1,2-71-96,0-30-485,1 0 0,0 0-1,0 0 1,1 0 0,1 0 0,0 0-1,0 0 1,9 17 0,-9-23-105,0 0-1,1 0 1,0-1 0,0 0 0,0 0 0,1 0-1,-1 0 1,1 0 0,0-1 0,1 0-1,-1 0 1,1-1 0,0 1 0,-1-1-1,2-1 1,-1 1 0,10 2 0,-2-1 31,1-1 1,0 0 0,0-1 0,0-1 0,1 0-1,24-3 1,-31 1-92,-1 0 0,1 0 0,-1-1 0,0 0 1,0-1-1,0 0 0,0 0 0,0-1 0,0 0 0,-1 0 0,0-1 0,0 0 0,8-7 0,-7 4-113,0-1-1,0 0 1,-1-1 0,0 0-1,-1 0 1,0 0-1,-1-1 1,0 0 0,6-20-1,-5 11-146,-2-1-1,-1 0 0,0 0 0,-1-35 1,-2 55 241,1-9-15,-1-1-1,0 0 1,-1 1-1,0-1 1,0 0-1,-1 1 0,-1 0 1,0-1-1,0 1 1,-9-19-1,1 11 29,-1 0 0,0 1 0,-2 0 0,1 1 0,-2 1 0,-22-19 0,28 27-26,0 0 0,0 1 0,-1 0 0,0 0 0,0 1 1,0 0-1,-1 1 0,0 0 0,1 1 0,-1 0 1,-1 0-1,1 1 0,-17 0 0,26 2-46,0 0 0,0 0 0,0 0 0,-1 0 1,1 1-1,0-1 0,0 1 0,0-1 0,0 1 0,0 0 0,0 0 0,0 0 0,0 0 0,0 0 0,0 0 0,-3 4 0,2-1-343,0 0 0,0 0 0,0 0-1,1 1 1,-4 7 0,4-8 157,-18 36-3275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1:19.58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266 100 7603,'0'0'3397,"-9"0"-3163,-1 0-170,1-1 223,0 0-1,0 1 1,0 1 0,-1-1 0,-8 3 0,13-1-78,0 0-1,1 0 0,-1 1 0,1-1 0,-1 1 1,1 0-1,0 1 0,-6 6 0,-27 33 933,33-39-1010,-7 11-13,1 1 0,0-1-1,2 2 1,-1 0 0,2 0 0,0 0 0,2 1 0,-1 0 0,-3 27 0,2 8 526,1 105 1,6-152-595,-1 9 103,2-1 0,-1 1 0,2 0 0,0 0 0,4 15 0,-4-26-123,-1 0 1,0-1 0,1 1 0,0-1 0,0 1 0,0-1 0,0 0-1,0 0 1,1 0 0,-1 0 0,1 0 0,0-1 0,0 1 0,0-1-1,0 0 1,0 1 0,1-2 0,-1 1 0,1 0 0,-1-1 0,1 1-1,-1-1 1,1 0 0,7 1 0,-3-1-6,-1 0 1,1-1-1,-1 1 0,1-2 1,-1 1-1,1-1 0,-1 0 1,0-1-1,1 0 0,13-5 1,-11 3-6,0-1 1,-1-1 0,1 0 0,-1 0 0,-1-1 0,15-13 0,-2-4-237,0-1 1,-1-1 0,-1-1 0,14-29 0,-19 34-71,-2 0 0,0-1-1,-2-1 1,-1 0 0,0 0-1,-2-1 1,-1 0 0,-1 0 0,4-43-1,-9 65 267,0-18-132,-2-32-1,2 46 149,-2 0 0,1 1 0,-1-1 0,0 1 1,0-1-1,-1 1 0,1 0 0,-7-9 0,1 3 60,0 1-1,-1 0 0,0 0 1,-21-18-1,26 25-55,-1 0-1,0 0 1,-1 1-1,1 0 0,0 0 1,-1 0-1,0 1 1,1-1-1,-1 1 1,0 1-1,0-1 1,0 1-1,-12-1 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1:20.45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1 235 7475,'0'0'5534,"8"-15"-5043,61-112-1828,-38 44 806,-27 74 914,-1 9-68,-3 15 42,0-6-342,2 165 2014,-6 219-302,2-331-3251,2-42-2693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1:21.64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1 175 7091,'0'0'5589,"6"-9"-5407,-5 7-149,40-71-343,-37 64 333,0 0 1,0 0 0,-1-1-1,0 1 1,-1-1 0,0 1-1,1-16 1,4 41 774,11 426 917,-18-380-2201,0-58 88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1:22.81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158 116 5539,'0'0'5976,"-2"0"-5579,-12 0 151,10-1-400,0 0 0,0 1-1,0 0 1,0 0 0,0 0 0,0 0 0,0 1-1,0-1 1,0 1 0,0 0 0,0 1 0,0-1 0,-5 3-1,2 4 10,0 0 1,0 0-1,0 1 0,1 0 0,1 0 0,0 1 0,0 0 0,0 0 1,2 0-1,-1 0 0,1 0 0,0 1 0,-1 14 0,-1 18 259,2 0-1,2 44 1,1-60-32,0-13-216,0-2 47,0-1 0,0 0 0,1 1 0,5 19 0,-5-28-163,0 0-1,0 1 0,1-1 1,-1 0-1,1 0 0,0 0 1,0 0-1,0 0 1,0 0-1,1-1 0,-1 1 1,1-1-1,-1 0 0,1 1 1,0-1-1,0 0 1,0-1-1,0 1 0,6 2 1,0-1-6,0-1 0,1 0 1,-1 0-1,0-1 0,1 0 1,-1 0-1,1-1 0,-1-1 1,1 1-1,-1-2 0,1 1 1,-1-1-1,0-1 1,0 1-1,0-2 0,0 1 1,0-1-1,8-5 0,-2-2-211,0-1 0,-1 0 0,0 0 0,0-2 0,-2 1 0,0-2 0,0 0 0,-1 0 0,-1-1 0,-1 0 0,0-1 0,-1 0 0,-1 0 0,0-1 0,-2 0 0,0 0 0,-1 0 0,0 0 0,1-38 0,-5 24 177,1 12 55,-1 0 0,-1 0 0,-1 0 0,-5-27 0,6 42-43,0 1 1,-1-1 0,1 1-1,-1-1 1,0 1 0,0 0 0,-1 0-1,1 0 1,-1 0 0,0 0-1,0 0 1,0 1 0,-1-1-1,1 1 1,-1 0 0,0 0-1,0 0 1,0 1 0,0-1-1,0 1 1,-1 0 0,1 0-1,-7-1 1,-2 0-16,1 2 0,-1 0-1,0 0 1,0 1 0,-13 2 0,-13-1-73,35-1-173,0 0-1,1 1 0,-1-1 1,0 1-1,0 0 0,-5 1 1,-12 11-5180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1:23.87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0 233 9652,'0'0'3690,"22"-21"-3967,70-68-1356,-87 84 1316,0 0-1,0 0 1,-1-1-1,0 0 1,0 1 0,0-2-1,6-12 1,-9 15 182,0 0 1,0-1-1,-1 1 1,1 0-1,-1-1 1,0 1-1,-1-9 1,0-8 353,1 20-19,-4 5 268,3-4-455,1 1 0,-1-1-1,0 0 1,1 1 0,-1-1 0,1 1 0,-1-1-1,1 1 1,-1-1 0,1 1 0,0-1 0,-1 1 0,1-1-1,0 1 1,-1-1 0,1 1 0,0-1 0,0 1 0,-1 0-1,1-1 1,0 1 0,0 1 0,-6 35 625,2 1 1,1 50 0,1-15 166,-5 304 1182,7-305-2016,0-69 6,2 22-134,-2-24 63,0 0 0,1 0-1,-1 0 1,0-1 0,1 1 0,-1 0 0,1 0-1,-1 0 1,1-1 0,-1 1 0,1 0 0,-1 0 0,1-1-1,0 1 1,-1-1 0,1 1 0,0-1 0,0 1-1,-1-1 1,2 1 0,12 1-4351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1:24.83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0 327 3249,'0'0'9117,"26"-31"-9208,79-96-373,-99 118 374,1 1-1,-1-2 1,10-18 0,-15 25 77,0 0 0,0 1 0,-1-1-1,1 0 1,-1 0 0,1 0 0,-1 1 0,0-6 0,0-5 22,0-46 594,0 48 30,0 37-385,1 54 586,-2 88 196,-1-135-987,-2 1 0,-14 61-1,-11 18-1960,16-76-2529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6:40.6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1 120 4306,'0'0'8841,"21"0"-7515,15 2-703,64 10 0,-69-7-572,72 6-14,134-4 0,61 6-82,220 4 33,-380-18 30,458-5 6,-484 6 11,236 3-38,170-1 43,-269-4-16,-153 2-14,196 6 118,44-1-91,-195-6-34,408-37 19,-327 22 17,-65 7 63,142-1 120,96-12-169,-13-17 12,-95 12-61,249 8 171,-428 20 53,45-1 1157,-149 0-1583,-4 0 246,0 0 1,1 0-1,-1 0 1,1 0-1,-1 0 1,1 0-1,-1 0 1,0 0-1,1 0 1,-1 0-1,1 0 1,-1 0-1,0 0 1,1 0-1,-1 0 1,1 0-1,-1 0 1,0-1-1,1 1 1,-1 0-1,0 0 1,1 0-1,-1-1 1,0 1-1,1 0 1,-1-1-1,0 1 1,0 0-1,1 0 1,-1-1-1,0 1 1,0-1-1,1 1 1,-1 0-1,0-1 1,0 1-1,0 0 1,0-1-1,0 1 1,0-1-1,0 1 1,0 0-1,0-1 1,0 1-1,0-1 1,0 1-1,0 0 1,0-1-1,0 1 1,0-1-1,-4 0-578,-18 1-456,-2 0-1844,-32 3 0,-5 10-5433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6:42.5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47 4882,'0'0'3962,"26"0"-3426,164 0 1407,-59-1-351,466 14-933,-204-8-246,-231-7 36,1140 2 74,-1128-6-483,-43-1-21,4 0 6,34-1-13,1958 8 956,-1870-8-951,3 1-4,310-1-22,4 0 12,303 8 560,-867-2-68,-22 2-2073,-14 7-1839,-8 10-3763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6:49.9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48 7171,'0'0'3890,"24"0"-2457,91-8 1368,-3 0-2769,-17 8-40,233-5 173,-63 1-189,-53 3 64,-105-6-44,33-1-13,823 5 689,2562 0 961,-3454 2-1534,371 5 82,-222 10-188,3 0 9,349-10 11,-359-5 1503,-202 1-615,-24 0-8600,-23 0 159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26:51.9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72 7171,'0'0'3586,"-1"0"-3503,1 0 0,0 0 1,0 0-1,0 0 0,-1 0 0,1 1 1,0-1-1,0 0 0,0 0 0,0 0 1,-1 1-1,1-1 0,0 0 1,0 0-1,0 0 0,0 1 0,0-1 1,0 0-1,0 0 0,0 1 0,0-1 1,0 0-1,0 0 0,0 1 0,0-1 1,0 0-1,0 0 0,0 1 0,139 11 1950,59-10-1638,214-4-181,-355-2-21,66-15 0,-28 4-91,43 3 99,145 6 1,-254 6-106,178-16 278,-27 1-145,428 13 293,-313 4-273,-12-4-39,300 4 783,-426 9-922,-25 0 10,60-5-8,167 13 83,65-1-86,-11-2-22,220-1 16,-169-11 69,-172 2 270,-215-5 1896,105-4-1757,-146 2 469,-42 1-1822,-16 1-1021,1 0 1,-35 7-1,-27 14-4969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1:39.8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7876,'0'0'4308,"4"1"-4049,-2-1-209,-1 0-1,0 1 1,0-1-1,0 0 1,0 1 0,1-1-1,-1 1 1,0-1-1,0 1 1,0-1 0,0 1-1,0 0 1,0 0-1,0-1 1,0 1 0,-1 0-1,1 0 1,0 0-1,0 0 1,-1 0 0,1 0-1,1 2 1,-1 3 211,0-1-1,-1 0 1,1 0 0,-1 0 0,0 8-1,5 102 1276,27 153-1,5 74-839,-3-6-347,-2-61-263,4 82-91,-24-264 2,-7-18-68,-5 89 0,-1-68-11,-6 252 55,7 2148-1400,-5-2399 1268,-28 158 0,-2 15-454,24 301 941,11-418-341,-3 407-609,3-559 740,0-1-172,0-2 44,0 1 50,0 24 434,3 224-927,-3-247 247,0 8 189,0-5 14,-1-10-57,-16-73-2760,0 27-1955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1:29.2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1 155 4674,'0'0'4047,"14"0"-3553,62 0 149,-75 0-318,17 0 1321,238 0 1129,-108 6-2449,-94-2-244,25-1-6,90 9 288,-104-6-205,-45-5-134,1 1 0,-1 1 0,1 1 1,-1 1-1,23 8 0,-31-9-13,1-1 1,0 0 0,1-1-1,-1 0 1,0-1-1,1 0 1,14-2-1,38 3 32,220 16 25,164-3 415,-420-15-477,270 7 135,-204-6-120,99-2-23,-145-2 20,93-17-1,238-33-14,-165 28-5,-27 5-18,226 6 1,-20 5 21,-250 5 34,168-19-10,-194 12-12,512-36 436,210 29-374,-576 20-127,844-2 154,-972-9 58,0-1-12,-134 10-37,-3 0-96,0 0 0,0 0 1,1 1-1,-1-1 1,0 0-1,0 0 1,0 0-1,1 0 1,-1 0-1,0 0 0,0 0 1,0 0-1,0 0 1,1-1-1,-1 1 1,0 0-1,0 0 0,0 0 1,0 0-1,1 0 1,-1 0-1,0 0 1,0 0-1,0 0 0,0-1 1,1 1-1,-1 0 1,0 0-1,0 0 1,0 0-1,0 0 0,0-1 1,0 1-1,0 0 1,0 0-1,1 0 1,-1 0-1,0-1 0,0 1 1,0 0-1,0 0 1,0 0-1,0 0 1,0-1-1,0 1 0,0 0 1,0 0-1,0 0 1,0-1-1,0 1 1,0 0-1,0 0 0,-1-1 1,-13 1-861,-19 1-1780,-14 4-2520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1:36.9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0 111 5699,'0'0'7411,"19"0"-5632,-4 0-1279,13 0-3,1 0 1,-1-2-1,38-8 1,-8-4-395,-1 3 0,2 2 1,82-2-1,107-9 169,1-1-218,550 21 12,-639-3-71,95 1-6,41 8 33,-31-1-12,195-3-14,-247-3 27,160-6 166,22-5-10,1355 12 344,-1724 1-530,40 7 0,-42-4 9,40 2-1,-28-5-1,46 9 0,-47-5 2,43 1-1,15 1 27,-17 1-13,-18-6 98,302 9 1993,-98-11-2925,-293-1-1931,-9-4-1855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1:42.2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51 0 4530,'0'0'3343,"3"3"-2388,-1 1-697,0-1 0,0 0 0,-1 1 1,1-1-1,-1 1 0,1 0 0,-1 0 0,0-1 0,-1 1 0,1 0 0,-1 0 0,0 0 1,0 0-1,0-1 0,-1 6 0,15 826 4149,-9-530-3724,-3-76-85,2 246-108,-4-427-511,0 395 67,4-346-90,18 101 1,-9-101-171,0 104 0,-13 1147 262,-2-1293-61,-18 94 0,0-3-76,-21 254-116,10-102-19,11-98 119,12-103-14,6 95-109,3-99 165,-1 352-271,4-420 365,-4-24-9,0 1-1,0-1 1,0 0 0,0 0 0,1 0 0,-1-1 0,0 1 0,1 0 0,-1 0 0,1 0 0,-1 0 0,1 0 0,-1 0 0,1 0 0,-1-1 0,1 1 0,0 0 0,0 0 0,1 0 0,-1-6 36,2-135-3172,-3 92-4,0-10-4461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06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 3714,'0'0'11605,"0"-1"-11558,0 0 0,0 1 0,0-1-1,1 0 1,-1 0 0,0 1 0,0-1 0,0 0 0,0 1-1,1-1 1,-1 0 0,0 1 0,1-1 0,-1 0 0,1 1-1,-1-1 1,1 0 0,7-1 47,0 1-1,0 0 1,0 0 0,0 0-1,1 1 1,-1 1 0,0-1-1,13 4 1,-16-2-55,0 1 0,0-1 0,0 2 1,0-1-1,-1 0 0,0 1 0,1 0 0,-1 0 0,-1 0 0,1 0 0,-1 1 0,5 7 1,9 9 118,4 3 41,-3-2 74,1-1 0,0-1 0,2-1 0,31 22-1,-46-38-176,1 0 0,-1-1 0,1 0 0,0 0 0,0-1 0,0 1-1,0-2 1,0 1 0,0-1 0,0 0 0,0 0 0,9-3-1,-10 2-84,0 0 1,-1-1-1,1 0 0,0 0 0,-1-1 0,0 1 0,1-1 0,7-6 0,41-36-63,-17 13 4,60-41-216,-58 28 115,-25 38-131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07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17 2177,'0'-16'12857,"1"128"-11881,-2 126 441,-1-223-1325,1 0 0,-2 0 0,-6 20 0,1-1 164,8-30-1486,3-8-441,3-10-3045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09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 1921,'0'0'11461,"29"0"-10933,47 0-215,-75 0-312,0 0 0,0 0 0,0 1 0,0-1 1,0 0-1,-1 1 0,1-1 0,0 1 1,0-1-1,0 1 0,0-1 0,-1 1 0,1 0 1,0-1-1,0 2 0,0-1 3,-1-1 1,1 1-1,0 0 0,-1-1 0,1 1 0,0-1 1,0 1-1,-1-1 0,1 1 0,0-1 0,0 0 1,0 1-1,0-1 0,1 0 0,-1 1-6,0-1-1,-1 1 0,1-1 1,-1 1-1,1-1 0,-1 1 1,1-1-1,-1 1 0,1-1 1,-1 1-1,0-1 1,1 1-1,-1 0 0,0-1 1,0 1-1,1 0 0,-1-1 1,0 1-1,0 0 0,0 0 1,0-1-1,0 1 1,0 0-1,0-1 0,0 1 1,0 1-1,0 26-40,0-23 99,0-4-56,-3 33 65,3-32-59,-1 0-1,0 0 0,0 0 0,0 0 0,-1 0 0,1 0 1,0 0-1,-1-1 0,1 1 0,-1 0 0,-2 1 1,-9 11-34,12-12 22,-1-1 0,1 1 0,0-1 0,-1 1 0,1-1 0,-1 1 0,1-1 0,-1 0 0,0 0 0,1 0 0,-1 0 0,0 0 0,0 0 0,0-1 0,0 1 0,0 0 0,0-1 0,0 0 0,0 1 0,0-1 0,-3 0 0,-50 3-267,48-2-20,8 1 285,0-2 17,0 0 0,-1 0 0,1 1 0,0-1 1,0 0-1,0 0 0,0-1 0,0 1 0,0 0 1,0 0-1,0 0 0,0-1 0,0 1 0,-1 0 0,3-1 1,8-4 63,0 1-1,0 0 1,0 1 0,1 0 0,-1 1 0,1 1 0,0 0 0,-1 0 0,23 2 0,-19-1-58,-14 0-12,0 0 0,0 0 0,0 1 0,0-1 0,0 0 0,0 1 0,0-1 0,0 0 0,0 1 0,-1-1 0,1 1 0,0-1 0,0 1 0,0 0 0,-1-1 0,1 1 0,0 0 0,0 0 0,-1-1 0,1 1 0,-1 0 1,1 1-1,11 24 81,-5-8 55,-6-14-114,0 0 0,0 1 0,0-1 0,0 1 0,-1-1 0,0 1 0,0 0 0,0-1 0,-1 7 0,0 8 43,1-17-62,-1 0-1,1-1 1,-1 1-1,0 0 1,1 0 0,-1 0-1,0 0 1,0-1 0,0 1-1,-1 0 1,1-1-1,0 1 1,-1-1 0,1 1-1,-1-1 1,1 0 0,-1 1-1,1-1 1,-3 1-1,-39 21 115,34-19-112,-10 5 2,0-2 0,0 0 0,-1-1 1,-40 6-1,-12-11-2265,47-1-1096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11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4834,'-9'0'12011,"237"0"-10970,-227 0-1023,0 0-23,1 0-6,-1 0-37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11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 3810,'0'0'6822,"0"-1"-6642,0 0 0,0-1 1,0 1-1,0 0 0,0 0 1,0 0-1,0 0 1,1 0-1,-1 0 0,0 0 1,1 0-1,-1 0 0,0 1 1,1-1-1,-1 0 1,1 0-1,1-1 0,4-1-96,0 0-1,0 1 1,1-1-1,-1 1 1,1 1-1,-1-1 1,1 1-1,10 0 0,62 2 280,-37 0 105,-31-1-238,7 0-3119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12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36 4610,'0'0'4941,"-3"-1"-4207,-10-13 2327,12 14-3011,1 0 0,0-1 0,0 1 0,0-1 0,0 1 0,0 0 0,0-1 0,0 1 0,0-1 0,0 1 0,0-1 0,0 1 0,0-1-1,0 1 1,0 0 0,0-1 0,0 1 0,0-1 0,0 1 0,1 0 0,-1-1 0,0 1 0,0-1 0,0 1 0,1 0 0,-1-1 0,0 1 0,1 0 0,-1-1 0,0 1 0,1 0 0,-1 0 0,0-1 0,1 1 0,-1 0 0,0 0 0,1-1 0,-1 1 0,1 0 0,-1 0 0,0 0 0,1 0 0,-1 0 0,1 0 0,-1 0 0,1 0 0,-1 0 0,1 0 0,0 0 0,21-3 136,0 0 1,0 2 0,33 2 0,-14 0 250,-36-1-410,-1 0 0,1 1 1,-1-1-1,0 1 0,1 0 0,-1 1 0,0-1 1,0 1-1,0-1 0,0 1 0,0 0 0,0 1 0,-1-1 1,1 1-1,-1 0 0,1 0 0,-1 0 0,0 0 1,0 0-1,0 1 0,-1-1 0,4 7 0,3 7 57,0 1 0,-2 0 0,11 37 0,-3-10 230,-10-31-207,38 91 1034,-37-93-1000,0-1 0,1 0 0,0 0-1,0-1 1,1 0 0,15 14-1,-19-20-107,0-1-1,0 0 0,0-1 1,0 1-1,1-1 0,-1 0 1,1 0-1,0 0 1,-1-1-1,9 2 0,1-1 30,0 0 0,20-2 0,-33 0-155,0 0 1,0 0-1,1 0 1,-1-1-1,0 1 1,0 0-1,0-1 1,0 1-1,0-1 1,0 1-1,0-1 1,0 1-1,0-1 1,0 0-1,0 0 0,0 1 1,-1-1-1,1 0 1,0 0-1,0 0 1,-1 0-1,1 0 1,-1 0-1,1 0 1,-1 0-1,1 0 1,-1 0-1,0 0 1,1 0-1,-1-1 1,0 1-1,0 0 0,0-2 1,0 0-415,1 1 0,-1-1 0,0 1 0,-1 0 1,1-1-1,0 1 0,-1 0 0,1-1 0,-1 1 0,0 0 0,0 0 1,0-1-1,0 1 0,0 0 0,0 0 0,-3-3 0,-13-10-3879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13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465 10 3282,'-5'-9'12018,"4"9"-12011,0 0-1,0 0 0,-1 0 0,1 1 1,0-1-1,0 0 0,0 1 0,0-1 1,0 1-1,0 0 0,0-1 0,0 1 1,0 0-1,0-1 0,1 1 0,-1 0 1,0 0-1,-1 2 0,-13 21 87,7-9-67,-134 199 92,-58 92-1245,126-190-2693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1:50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86 4610,'0'0'4893,"0"-5"-4405,4-24 7023,1 31-7931,8 8 509,0 1-1,0 0 0,14 18 1,-4-4-53,35 39 195,27 27 315,-74-81-486,0-1 0,0 0-1,1 0 1,0-1 0,1-1-1,18 8 1,-26-13-43,0-1 0,1 1-1,-1-1 1,1 0 0,-1 0-1,1-1 1,11 0 0,-14 0-7,0-1 1,0 1-1,0 0 1,0-1-1,0 0 1,0 0-1,0 0 1,0 0-1,0 0 1,0-1-1,-1 1 1,1-1-1,0 0 1,-1 0-1,4-3 1,15-21-72,-2-2 1,23-41-1,-31 46-139,2 2-1,0 0 1,2 0-1,0 2 1,24-25-1,-29 35 144,0 0-1,1 1 1,12-7 0,1-5 111,-13 9-60,-11 10-2,0 1 1,0 0 0,0 0 0,0-1-1,1 1 1,-1 0 0,0 0 0,0 0-1,0-1 1,0 1 0,1 0 0,-1 0-1,0 0 1,0-1 0,0 1 0,1 0-1,-1 0 1,0 0 0,0 0 0,1 0-1,-1 0 1,0 0 0,0 0 0,1-1-1,-1 1 1,0 0 0,0 0 0,1 0-1,-1 0 1,0 0 0,1 0 0,-1 0-1,0 1 1,0-1 0,1 0 0,-1 0-1,0 0 1,0 0 0,1 0 0,-1 0-1,0 0 1,0 0 0,0 1 0,1-1-1,-1 0 1,0 0 0,0 0 0,0 1-1,1-1 1,-1 0 0,0 0 0,0 0-1,0 1 1,0-1 0,0 0 0,1 0-1,-1 1 1,0-1 0,0 1-1,-2 17-810,-12 6-1557,-4 1-2515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1:51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 1425,'0'0'9836,"0"2"-9641,1 149 784,-3 168 1379,1-297-2168,-2-1-1,-9 37 1,5-30 103,7-24-258,-1-4 0,-1 0 10,1 0-48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16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26 3682,'-11'0'11603,"34"0"-10070,67-12-1335,-63 7-206,56-3 0,-81 8-540,7 0 1511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17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3426,'0'0'10284,"3"-2"-9913,4-2-305,1 0 0,0 0 0,-1 1 0,2 0-1,-1 1 1,0-1 0,0 1 0,1 1 0,9-1 0,83 0 15,-61 3 89,-40-1-175,0 0 0,0 0 0,0 0 0,0 0-1,1 0 1,-1 0 0,0 0 0,0 0 0,0 0 0,0 0 0,0 0 0,1 0 0,-1 0 0,0 0 0,0 0-1,0 1 1,0-1 0,0 0 0,0 0 0,1 0 0,-1 0 0,0 0 0,0 0 0,0 1 0,0-1 0,0 0-1,0 0 1,0 0 0,0 0 0,0 1 0,0-1 0,0 0 0,0 0 0,0 0 0,0 0 0,0 0 0,0 1-1,0-1 1,0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18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99 4498,'0'0'6857,"-4"-7"-5966,-12-24-187,15 30-639,0-1 0,0 1 0,0-1 0,1 1 0,-1-1 0,1 1 0,-1-1 0,1 0 0,-1 1 0,1-1 0,0 0 0,0 0 0,0 1 0,0-1 0,0 0 0,0 1 0,0-1 0,0 0 0,1 1 1,-1-1-1,1 0 0,-1 1 0,3-4 0,-2 4 14,0-1 1,1 1-1,-1 0 1,1 0-1,-1 0 1,1 0-1,0 0 1,-1 0-1,1 0 1,0 0 0,0 1-1,0-1 1,0 1-1,0-1 1,2 1-1,23-3-49,0 1 0,35 3 0,-18 0 22,-42-1-41,-1 0 1,1 1 0,0-1 0,-1 1 0,1-1 0,-1 1 0,1 0 0,-1 0-1,1-1 1,-1 1 0,0 0 0,1 0 0,-1 1 0,0-1 0,0 0-1,1 0 1,0 3 0,19 28 29,-16-22 30,7 13 115,-1 1 0,-2 0 0,0 0 0,-1 1-1,4 27 1,18 55 1068,-26-94-1035,2 1 0,0-1 0,1 0 0,8 14 0,-12-23-182,0-1 0,0 1-1,-1-1 1,2 0 0,-1 0 0,0 0-1,1 0 1,-1-1 0,1 1-1,0-1 1,0 0 0,0 0 0,0 0-1,0-1 1,0 1 0,1-1 0,-1 0-1,5 0 1,0 0-58,0 0-1,0-1 1,-1 0-1,1-1 1,0 0-1,0 0 1,0-1 0,16-5-1,-21 5-295,0 0 0,0 0 0,0 0 0,0 0 0,-1-1 0,1 1 0,-1-1 0,5-5 0,-6 5-427,1 0-1,-1-1 0,1 1 1,-1-1-1,0 1 0,-1-1 1,1 0-1,-1 0 0,0 0 1,2-4-1,1-18-8126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18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454 4 4898,'0'0'3613,"-25"-3"837,24 3-4420,0 1 0,0-1 0,1 0 0,-1 1 0,0-1 1,0 1-1,1-1 0,-1 1 0,0-1 0,1 1 1,-1 0-1,1-1 0,-1 1 0,1 0 0,-1 0 0,1-1 1,-1 1-1,1 0 0,0 0 0,-1 1 0,-8 23 329,7-18-228,-34 90 618,-87 169-1,-82 72-4294,164-275-3271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22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60 3986,'0'0'2908,"-35"0"-635,32 0-2204,0 0 0,1 0 0,-1 0 0,0 0 0,1 0 0,-1 1 1,0-1-1,1 1 0,-1-1 0,1 1 0,-1 0 0,1 0 0,-1 1 0,1-1 0,0 0 0,-1 1 0,1-1 1,0 1-1,0 0 0,0 0 0,0 0 0,0 0 0,1 0 0,-1 0 0,1 0 0,-1 0 0,1 1 0,0-1 1,0 1-1,0-1 0,0 1 0,0-1 0,0 1 0,1-1 0,-1 1 0,1 0 0,0-1 0,0 4 0,0 9 288,0-6 22,0 0-1,0 0 1,3 13 0,-2-18-314,0-1 0,0 1 0,0-1 0,1 0 1,-1 0-1,1 0 0,0 0 0,0 0 0,0 0 0,0 0 1,0-1-1,5 5 0,-1-3-20,0 0 0,-1 0 0,2 0-1,-1-1 1,0 0 0,1 0 0,0-1 0,-1 0 0,1 0 0,0 0 0,12 0-1,-1 0 107,0-1 0,0-1 0,26-3 0,-41 2-150,-1 0 1,0 0 0,0 0-1,1-1 1,-1 1-1,0 0 1,0-1-1,0 0 1,-1 1 0,1-1-1,0 0 1,-1 0-1,1 0 1,-1 0-1,1 0 1,-1 0 0,0-1-1,0 1 1,0 0-1,1-5 1,2-2-42,-1 0-1,-1 0 1,0 0 0,2-14 0,-3-78-515,-2 55 435,1 45 121,0 0 1,0 0 0,0 0-1,0 1 1,-1-1 0,1 0-1,0 0 1,-1 0-1,1 0 1,-1 1 0,1-1-1,-1 0 1,1 1 0,-1-1-1,0 0 1,1 1 0,-1-1-1,0 0 1,1 1-1,-1-1 1,0 1 0,0 0-1,0-1 1,1 1 0,-1 0-1,0-1 1,0 1 0,0 0-1,0 0 1,0 0-1,1-1 1,-2 1 0,-35-1 39,28 2-67,3-1 25,0 0 0,0 1 1,1 0-1,-1 0 0,0 0 0,1 1 0,-1 0 0,1 0 0,0 0 0,-1 1 0,1 0 1,0 0-1,1 0 0,-1 0 0,0 1 0,1 0 0,0 0 0,0 0 0,0 1 0,-4 6 1,6-9-99,1 0 0,-1 1 0,1-1 0,0 0 0,0 1 0,0-1 0,0 1 0,0 0 0,1-1 1,-1 1-1,1 0 0,0-1 0,0 1 0,-1 0 0,2 5 0,-1 0-1181,0 10-4160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24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6131,'0'0'5386,"5"0"-4889,268 0 1514,-272 0-2078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25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0 0 4978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25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0 4978,'-65'157'1209,"57"-130"-661,8-27-537,0 1-1,0-1 1,0 0-1,0 0 1,0 0 0,0 0-1,0 0 1,0 0-1,0 1 1,0-1 0,0 0-1,0 0 1,0 0-1,0 0 1,0 0 0,0 0-1,0 0 1,1 1-1,-1-1 1,0 0 0,0 0-1,0 0 1,0 0-1,0 0 1,0 0 0,0 0-1,0 0 1,0 0-1,1 0 1,-1 1 0,0-1-1,0 0 1,0 0-1,0 0 1,0 0 0,0 0-1,0 0 1,1 0-1,-1 0 1,0 0 0,0 0-1,0 0 1,0 0-1,0 0 1,0 0 0,1 0-1,-1 0 1,0 0-1,0 0 1,0 0 0,0 0-1,0 0 1,1-1-1,11-2 1007,2 0-178,1 0 0,0 1 0,23-1 0,92 0 1420,-63 0-3027,0 2-5221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25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3714,'8'0'11757,"36"0"-11701,-9-2-60,-21 1 26,0 1 1,0 0-1,27 4 0,-37-3-16,0 1-1,-1-1 1,1 1-1,0 0 1,-1 0-1,0 0 1,0 0-1,1 1 1,-1-1-1,0 1 1,-1 0 0,1 0-1,-1 0 1,1 0-1,-1 0 1,0 0-1,0 1 1,3 6-1,1 4 66,-1 1 0,0 0 1,4 23-1,5 47 714,11 47 538,-21-117-1091,0-1 1,1 0 0,1 0 0,0 0 0,1-1 0,14 21 0,-18-30-206,0 1 1,1-1 0,-1 0 0,1 0-1,0-1 1,0 1 0,0-1-1,1 0 1,-1 0 0,1 0 0,0-1-1,0 1 1,-1-1 0,2-1 0,-1 1-1,0 0 1,0-1 0,0 0-1,1-1 1,-1 1 0,0-1 0,10 0-1,35-1-699,-48 1 522,-1 0 1,0 0-1,0-1 0,0 1 1,0 0-1,0-1 0,0 1 1,0-1-1,0 1 0,0-1 1,0 0-1,0 1 1,0-1-1,0 0 0,0 0 1,0 0-1,0 1 0,-1-1 1,1 0-1,0 0 0,-1 0 1,1 0-1,-1 0 0,1 0 1,0-2-1,4-28-6404,-5 29 6141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26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465 4 1985,'0'0'6870,"-16"-3"-2500,12 3-4359,0 1 1,0 0 0,0 0-1,0 0 1,1 0-1,-1 1 1,0 0 0,1-1-1,-1 2 1,1-1-1,0 0 1,0 0 0,0 1-1,0 0 1,0 0-1,0 0 1,-3 4 0,-8 11 154,-21 37 1,25-39-106,-144 253 751,23-37-667,128-227-379,-4 6 302,0 1-1,-8 21 1,10-13-2342,3 1-3296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28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1777,'5'-9'14286,"6"9"-13868,-8-1-343,1 1 0,0 0 1,0 0-1,0 0 0,-1 0 0,1 1 1,0 0-1,-1-1 0,1 1 1,0 0-1,-1 1 0,1-1 1,-1 1-1,1-1 0,5 5 0,37 44 297,-36-39-281,-1 0 0,1-1 0,1 0 0,0 0 0,13 8 0,-15-13-19,-3-2-32,-1 0 0,0 1 0,0-1 0,8 7 0,-12-8-34,1-1-1,0 1 0,0-1 0,0 0 1,0 0-1,1 0 0,-1 0 1,0 0-1,0 0 0,1-1 0,-1 1 1,0-1-1,5 1 0,34 1 71,-39-2-68,9 0 15,-9 1-20,0-1 0,0 0 0,0 0 0,0 0 0,0 0 0,0 0 0,0 0 0,0 0 0,0-1 0,0 1 0,0-1-1,0 1 1,0-1 0,0 0 0,-1 0 0,1 0 0,0 0 0,0 0 0,-1 0 0,3-2 0,15-18-10,1 0 0,28-20 0,-6 4-6,-30 26 4,0 0 0,0 0 0,1 1-1,1 1 1,-1 0 0,2 1 0,25-11 0,-36 18-209,1 0 1,-1 0-1,0 0 0,1 1 0,8 0 0,-5 0-924,-8 0 1031,0 0 0,1 0-1,-1 0 1,0 0 0,1 0 0,-1 0-1,0 1 1,0-1 0,1 0-1,-1 0 1,0 0 0,1 0-1,-1 0 1,0 1 0,0-1 0,2 2-1002,-1-1 1001,-1-1 1,0 0 0,0 1 0,0-1-1,0 0 1,0 1 0,0-1-1,0 0 1,0 1 0,0-1-1,0 0 1,0 1 0,0-1 0,0 0-1,0 0 1,0 1 0,0-1-1,0 1 1,0 1-555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42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0 2193,'-10'1'15114,"10"243"-12711,-1-222-2302,-8 40 0,4-36 4,1-9-94,-1 13 18,-2 25 83,6-50-107,1 0 0,-1 0-1,0 0 1,0 0 0,-1-1-1,-1 6 1,1-5 3,0-1 1,1 1-1,0-1 0,0 1 0,0-1 1,0 6-1,1-8-15,-1 1 0,1-1 1,-1 0-1,0 0 0,1 1 0,-1-1 1,0 0-1,-1 0 0,1 0 0,-2 2 1,-3 5-43,6-50-5441,0 16-1682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42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73 7812,'0'0'6589,"0"0"-6561,0 0 1,0 0-1,-1 0 0,1-1 0,0 1 0,0 0 1,0 0-1,-1 0 0,1 0 0,0 0 0,0 0 1,0-1-1,0 1 0,0 0 0,-1 0 0,1 0 1,0 0-1,0-1 0,0 1 0,0 0 0,0 0 1,0 0-1,0 0 0,0-1 0,0 1 0,-1 0 0,1 0 1,0-1-1,0 1 0,0 0 0,0 0 0,0 0 1,0-1-1,0 1 0,1 0 0,-1 0 0,3-66-236,4 78 24,-3 19 498,-2 0 0,-2 58 0,-2-56 350,2-1 0,7 52 1,0-55-502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44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4066,'1'-8'12155,"2"6"-12555,-1 2 68,9 0-1493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45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18 4722,'0'0'6054,"-3"0"-5161,37 0 5431,133 0-6290,-114-6-89,0 0-3278,-52 6 2969,0 0 0,0 0 1,0 0-1,0-1 0,0 1 0,0 0 1,0 0-1,0-1 0,0 1 0,0 0 1,0-1-1,0 1 0,0-1 1,1 0-1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46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41 1921,'0'0'3175,"-4"1"-2359,-4-1-654,-17 3 10465,240-3-9512,-207-2-1812,1 1 0,-1-1 0,1 0 0,-1-1 0,0 0-1,0-1 1,0 1 0,0-1 0,8-6 0,2 0-5138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46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65 4978,'0'0'5723,"0"-5"-5035,0 1-680,-1-27 1708,1 30-1639,0 0 0,0 0 1,0 0-1,0 0 0,0 0 0,0 1 0,0-1 0,0 0 0,0 0 1,1 0-1,-1 0 0,0 0 0,1 0 0,-1 0 0,0 0 0,1 0 1,-1 1-1,1-1 0,0 0 0,-1 0 0,1 0 0,0 1 0,-1-1 1,1 1-1,1-2 0,28 0 226,47 3-1,-26 0-99,-47-1-191,0 0-1,0 1 1,0 0-1,0-1 0,0 2 1,0-1-1,-1 0 1,1 1-1,0-1 1,-1 1-1,1 0 0,-1 0 1,0 1-1,0-1 1,0 1-1,0-1 1,0 1-1,0 0 0,-1 0 1,1 0-1,-1 1 1,0-1-1,0 0 1,0 1-1,2 5 0,3 11 131,0 0-1,-1 0 0,6 37 1,-4-17 292,-2-13-97,2-1 1,1 0-1,1 0 0,1-1 1,21 34-1,-25-49-226,0 0 0,1 0 0,0 0 0,0-1 0,1-1 0,11 10-1,-13-14-84,-1 1-1,1-1 0,0-1 0,-1 1 0,1-1 0,1 0 0,-1-1 0,0 0 0,1 0 0,13 2 0,-4-3-44,-1 0-1,0-1 1,23-2 0,-38 1-66,1 1 0,-1 0 0,1-1 0,0 1 0,-1-1 0,1 0 0,-1 1 0,0-1 0,1 0 0,-1 0 0,1 0 0,-1 0 0,0 0 0,0 0 0,0 0 0,0-1 0,0 1 0,0 0 0,0-1 0,0 1 0,0 0 0,0-1 0,-1 1 0,1-1 0,0-2 0,1-3-961,-1 1 0,0-1 1,-1 0-1,1-12 1,-1-3-3704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47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17 4066,'0'0'4871,"0"-3"-4225,0 2-555,0 1 0,0-1-1,0 1 1,0-1 0,0 1 0,0-1-1,0 1 1,0-1 0,0 0 0,0 1 0,0-1-1,0 1 1,-1-1 0,1 1 0,0-1-1,0 1 1,-1-1 0,1 1 0,0-1-1,0 1 1,-1 0 0,1-1 0,-1 1 0,1-1-1,-1 1 1,0 0-51,0 0-1,0 0 1,0 0-1,1 1 1,-1-1-1,0 1 1,0-1 0,0 0-1,0 1 1,1-1-1,-1 1 1,0 0-1,1-1 1,-1 1-1,0 0 1,1-1 0,-1 1-1,1 0 1,-1 0-1,0 0 1,-13 19 175,2 0 1,0 1 0,-12 29-1,5-9 41,-146 261 688,95-179-1112,44-70-2600,19-39-221,-3 6-4561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49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68 2609,'-6'0'14207,"9"0"-14168,0 1 0,0-1 1,0 1-1,0 0 0,0 0 1,0 0-1,0 0 1,0 0-1,-1 0 0,1 1 1,0-1-1,-1 1 0,0 0 1,1 0-1,-1 0 0,4 4 1,3 5 120,0 0 0,10 18 0,-5-9 73,-5-7-101,9 14 319,2-1 0,33 35 0,-47-55-384,-1-1-1,1 1 1,1-1-1,-1-1 1,1 1-1,0-1 1,0 0 0,0 0-1,1-1 1,-1 0-1,1-1 1,0 1-1,-1-1 1,1-1 0,14 2-1,-18-3-51,0 0-1,0 0 0,0-1 1,0 1-1,0-1 0,0 0 1,0 0-1,0 0 0,0 0 1,7-4-1,-7 1-13,0 1 0,0-1 0,0 1-1,0-1 1,-1 0 0,1 0 0,-1-1 0,4-6 0,41-75-309,-33 57 73,0 1 1,2 1-1,1 0 1,36-40-1,-50 64 237,0 0 1,-1 0-1,1 1 0,0-1 1,8-2-1,12-10 16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49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1889,'0'0'9116,"0"-3"-8401,0-5 641,0 32-690,14 325 3968,-14-333-4537,3 22 18,-3-35-105,0-1 1,1 0 0,-1 1-1,1-1 1,0 0 0,0 0-1,0 0 1,0 0-1,0 0 1,0 0 0,0 0-1,1 0 1,1 2 0,0-3 21,-3-1-200,0-43-5843,0 17 1729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50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 7187,'0'0'6713,"3"0"-6044,8-1-318,1 0 0,-1-1 0,13-3 0,-11 2-208,-1 0-1,0 1 1,16 0 0,-24 2-105,-1 0 0,1 0 0,-1 0 0,1 0 0,0 1 0,-1 0 1,1 0-1,-1 0 0,1 0 0,4 2 0,-6-1-24,-1-1 0,1 0 0,-1 1 0,0-1 1,1 1-1,-1-1 0,0 1 0,0-1 0,0 1 0,0 0 0,0 0 0,-1 0 0,1-1 0,0 1 0,-1 0 0,0 0 0,1 0 0,-1 0 0,0 0 0,0 3 1,1 1 18,0 1 0,-1 0 1,0 0-1,-1 0 1,1 0-1,-1 0 0,0 0 1,-1 0-1,0-1 1,0 1-1,0-1 1,-1 1-1,0-1 0,0 0 1,-1 0-1,1 0 1,-1 0-1,-9 8 1,-20 22 117,20-23-118,0 1 0,1 0 0,1 1 0,0 0 0,-12 23 0,22-37-17,1 0-1,-1 0 1,0 0-1,1 0 1,-1 0-1,1 1 1,-1-1-1,1 0 1,0 0-1,-1 0 1,1 1-1,0-1 1,0 0-1,0 1 1,0-1-1,0 0 1,0 0-1,0 1 1,0-1-1,1 0 1,-1 0-1,0 1 1,1-1-1,-1 0 1,2 2-1,0-2 11,0 0-1,0 0 1,0 0 0,0-1-1,1 1 1,-1 0 0,0-1-1,1 0 1,-1 1-1,0-1 1,1 0 0,2 0-1,53 2 91,0-3 0,83-10-1,-22-3-1172,-70 13-5207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50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1473,'0'0'0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51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159 155 4914,'0'0'6406,"0"-3"-5491,0-9-139,0 2 2183,-29 10-2284,25 0-665,0 0-1,0 1 1,1-1 0,-1 1 0,0 0-1,0 0 1,0 0 0,1 0-1,-1 1 1,1 0 0,-1-1-1,1 1 1,0 1 0,-1-1 0,1 0-1,0 1 1,1-1 0,-1 1-1,0 0 1,1 0 0,-1 0 0,1 1-1,0-1 1,-3 7 0,-1 1 33,0 1 0,0 0 1,1 0-1,1 0 0,0 1 1,-2 13-1,2-2 110,1 1 1,2 32-1,0-23-38,1 0 181,5 52 0,-3-74-210,0 0-1,1 0 1,1 0 0,0 0-1,0-1 1,1 0 0,13 21-1,-13-24-17,0-1 0,1 0-1,1 0 1,-1 0 0,1-1-1,0 0 1,0 0 0,13 7-1,-15-10-23,-1-1 0,0 0-1,1 0 1,-1 0-1,1 0 1,-1-1 0,1 0-1,0 0 1,0 0 0,-1 0-1,1-1 1,0 0 0,0 0-1,0 0 1,0-1-1,0 1 1,-1-1 0,8-2-1,-8 1-36,-1 0 0,0 0 0,0 0 0,0 0 0,-1 0 0,1 0 0,0-1 0,-1 0 0,1 1-1,-1-1 1,0 0 0,0 0 0,2-5 0,20-47 2,-21 47 0,6-21-123,0-1 0,-2 0-1,-2 0 1,3-47 0,-8-123-302,-1 187 383,-1 0 0,0 0 0,-1 0 1,-1 1-1,0 0 0,0-1 0,-1 1 0,-1 1 0,0-1 0,-1 1 1,0 0-1,0 1 0,-1-1 0,-1 1 0,0 1 0,0 0 0,-1 0 1,-19-13-1,26 20-16,0 1 1,0-1 0,-1 1 0,1 0 0,-1 0-1,1 0 1,-1 0 0,1 1 0,-1-1 0,0 1-1,1 0 1,-1 0 0,-5 1 0,8-1 24,1 0 1,0 0-1,-1 0 0,1 0 1,0 0-1,-1 0 1,1 0-1,0 1 1,-1-1-1,1 0 0,0 0 1,0 0-1,-1 1 1,1-1-1,0 0 1,-1 0-1,1 1 1,0-1-1,0 0 0,0 0 1,-1 1-1,1-1 1,0 0-1,0 1 1,0-1-1,0 0 0,0 1 1,-1-1-1,1 1 1,-2 10-976,1 0 0,0 0 0,1 15 1,0-21 476,0 33-4256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52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88 3890,'0'0'7088,"-4"-4"-6237,-13-17 1868,16 21-2687,1 0 0,-1 0 0,1-1 0,-1 1 1,1 0-1,-1 0 0,1 0 0,-1 0 0,1 0 0,-1 0 0,1 0 0,-1 1 0,1-1 1,-1 0-1,1 0 0,0 0 0,-1 0 0,1 1 0,-1-1 0,1 0 0,-1 0 0,1 1 1,0-1-1,-1 0 0,1 1 0,-1 0 0,-1 9 244,0 1 1,1 0-1,0 0 0,2 20 0,-1-7 117,0 145 1827,0-159-2075,1 0-1,0-1 1,0 1 0,0-1 0,6 18 0,-5-23-91,0 1-1,0-1 1,0 0 0,0 0 0,1 1 0,0-2-1,0 1 1,0 0 0,0-1 0,0 1 0,1-1-1,-1 0 1,7 4 0,-8-5-40,0-1 0,0 0-1,0 0 1,0 0 0,0 0 0,0 0 0,0 0 0,0-1 0,1 1-1,-1-1 1,0 1 0,0-1 0,1 0 0,-1 0 0,0 0-1,0 0 1,1 0 0,-1 0 0,0-1 0,0 1 0,4-2-1,-3 1-3,-1-1 0,1 0-1,0 0 1,-1 0-1,1 0 1,-1-1 0,0 1-1,0 0 1,0-1-1,0 0 1,0 1-1,0-1 1,1-4 0,4-8-108,-1-2 0,-1 1 0,0 0 0,3-24 0,-8 39 80,3-24-282,-1 1 1,-2-46-1,-1 48 305,1-1 0,0 1 1,7-36-1,-6 53-77,1 1 1,-1-1-1,1 1 0,0 0 1,0 0-1,0 0 1,0 0-1,1 0 0,-1 0 1,1 1-1,0-1 1,0 1-1,1 0 0,5-5 1,-4 5-774,0-1 0,0 1 1,1 1-1,-1-1 0,1 1 0,7-3 1,9 1-5802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52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6835,'0'0'5952,"2"-4"-5496,3-8 845,-4 33 214,-2-5-1852,1 603 4520,0-617-4221,3 38 356,-3-39-361,0 0 0,0 0 0,0 0 0,0 0 0,1 0 0,-1 0 0,0 0 0,0 0 0,1 0 0,-1 0 0,1 0 0,-1 0 1,1 0-1,-1 0 0,1 0 0,-1 0 0,1-1 0,0 1 0,0 0 0,-1-1 0,1 1 0,0 0 0,0-1 0,0 1 0,0-1 0,0 1 0,0-1 1,0 1-1,1 0 0,-2-6-1347,0-47-4071,0 24 586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2:53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0 117 7139,'0'0'7428,"210"-32"-7188,-102 10 816,7 0-1056,-11-3-1552,-16 10-4435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4:21.6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148 44 5090,'0'0'11883,"-25"3"-11653,22 0-218,-4 3 5,1 0 1,-1 0 0,1 1 0,0 0-1,1 0 1,-7 11 0,-16 20 11,21-28-44,7-9 11,-1 0 1,0 0-1,0 1 1,1-1-1,-1 0 1,0 0-1,1 1 1,-1-1-1,1 1 1,0-1-1,-1 0 1,1 1-1,0-1 1,0 1-1,0-1 1,0 2-1,0 10 2,-1-9 37,1-1 0,0 0 0,0 0 1,0 1-1,0-1 0,0 0 1,1 0-1,0 1 0,-1-1 1,1 0-1,0 0 0,1 0 1,-1 0-1,0 0 0,1 0 1,2 3-1,1-1 30,0 0 0,1 0 0,0 0 0,0 0-1,8 4 1,-4 0-14,-9-8-48,0 0 0,0 0 0,0-1 0,0 1 0,0 0-1,0 0 1,0 0 0,0-1 0,0 1 0,1 0 0,-1-1 0,2 1-1,9 2 81,0 0 0,0-1 1,0 0-1,1-1 0,-1 0 0,0-1 0,24-3 0,-35 2-101,0 0 0,0 0 0,0 0 1,0 0-1,0 0 0,0 0 1,0 0-1,0 0 0,-1 0 0,1-1 1,0 1-1,-1 0 0,1 0 0,-1 0 1,0-1-1,1 1 0,-1 0 0,0-1 1,0 1-1,0 0 0,0-1 0,0-1 1,0 0-9,1 1 0,-1-1 0,0 1 0,1-1 0,0 1 0,-1 0 0,1-1 1,0 1-1,2-2 0,-2 1 13,1-1 1,-1 1-1,1 0 1,-1 0-1,0 0 1,-1-1-1,1 1 0,0-1 1,-1 1-1,0 0 1,0-1-1,0 1 1,0-1-1,0 1 1,-2-6-1,1-6-10,1-104 52,-1 117-37,1-1 1,-1 1-1,0-1 0,-1 1 1,1 0-1,0 0 0,-1-1 0,1 1 1,-1 0-1,1 0 0,-1 0 1,0 1-1,0-1 0,0 0 1,0 1-1,0-1 0,-1 1 0,1 0 1,0 0-1,-1-1 0,1 2 1,0-1-1,-1 0 0,1 0 1,-6 0-1,-2 1-62,4 0 71,1 0-1,0 0 0,0 0 1,0 0-1,0 1 0,0 0 1,-8 3-1,-15 28-336,26-28 314,-1-1-1,1 1 1,0 0-1,0 0 1,0 0-1,1 1 1,-1-1-1,1 0 1,0 1-1,0-1 1,0 8-1,2 56 162,0-34 24,0-32-147,-1-1 0,1 1 0,-1-1 0,1 0 0,-1 0 0,1 1 0,0-1 0,0 0 0,0 0 0,-1 0 0,1 0 0,0 1 0,1-1 0,-1-1 0,0 1 0,0 0 0,0 0 0,0 0 0,1-1 0,-1 1 0,0 0 0,1-1 0,-1 0 0,1 1 0,-1-1 0,3 1 0,0 0-13,-1-1 0,0 1 0,1-1 0,-1 1 1,1-1-1,-1 0 0,0 0 0,1-1 0,-1 1 0,1-1 0,5-1 1,-8 1-23,0 0 0,1 1 0,-1-1 1,0 0-1,0 0 0,0 0 1,0 0-1,0-1 0,-1 1 0,1 0 1,0 0-1,0 0 0,-1-1 1,1 1-1,0-3 0,7-26-601,0 0 582,-6 27 36,-1 0 1,0 0-1,0 0 1,0 0-1,-1 0 1,1-1-1,-1 1 1,1 0-1,-1-1 1,-1-4-1,1 3 16,-42 0 50,36 3-73,0 1 0,-1 1 0,1-1 0,-10 1 0,15 0 8,1 0-1,-1 0 1,1 1 0,-1-1 0,1 0 0,0 0-1,-1 0 1,1 1 0,-1-1 0,1 0 0,0 1 0,-1-1-1,1 0 1,0 1 0,-1-1 0,1 0 0,0 1-1,0-1 1,-1 0 0,1 1 0,0-1 0,0 1-1,0-1 1,0 1 0,0-1 0,-1 1 0,1-1-1,0 1 1,-2 18 34,2-12-4,-3 80 499,3-73-269,0-13-243,1 0 0,-1 0 0,1-1 0,-1 1 0,1 0 0,-1 0 0,1-1 0,0 1 0,-1 0 0,1-1 0,0 1 0,0-1 0,-1 1 0,1-1 0,0 1 0,0-1 0,0 1 1,0-1-1,0 0 0,0 0 0,0 1 0,-1-1 0,1 0 0,0 0 0,0 0 0,0 0 0,0 0 0,0 0 0,0 0 0,2-1 0,-1 1-27,0 0 0,0 0 0,0 0 0,0 0 0,0-1-1,1 1 1,-1-1 0,0 1 0,0-1 0,0 0 0,0 0 0,0 0 0,-1 0-1,3-1 1,-1-2-33,0-1-1,0 1 0,-1-1 0,0 1 0,0-1 1,0 0-1,0 0 0,-1 0 0,0 0 1,1-6-1,1-53 127,-4 43 38,1 19-117,-1 1 1,1-1 0,-1 0-1,1 1 1,-1-1 0,0 1-1,0-1 1,0 1 0,0-1-1,0 1 1,0 0 0,-1-1-1,1 1 1,0 0 0,0 0-1,-1 0 1,1 0 0,-1 0-1,1 0 1,-1 0 0,0 1 0,-1-1-1,-1-2-2,-1 2 1,1-1-1,-1 0 0,0 1 0,1 0 1,-11-1-1,-59 2-132,72 1 125,0-1 0,1 1 0,-1 0 0,0-1 0,1 1 0,-1 0 0,1 0 0,-1 0 0,1 0 0,0 0 0,-1 1 0,1-1 0,0 0-1,0 1 1,0-1 0,0 1 0,0-1 0,-1 3 0,-16 33 6,14-24 9,1 0 0,0 1 0,1-1-1,0 1 1,1 0 0,2 24-1,-1-17 6,0-20-10,0 1 0,0-1-1,1 0 1,-1 1 0,0-1 0,1 0-1,-1 0 1,1 1 0,-1-1-1,1 0 1,-1 0 0,1 0 0,0 0-1,0 0 1,0 0 0,0 0-1,-1 0 1,1 0 0,0 0 0,1 0-1,-1 0 1,0-1 0,0 1-1,0 0 1,0-1 0,0 1 0,1-1-1,-1 1 1,0-1 0,1 0 0,1 1-1,5 0-40,0 0-1,0 0 1,17-1 0,-15-1-85,-5 1 18,-1-1-1,1 0 1,0 0 0,0 0-1,-1-1 1,1 1-1,-1-1 1,1 0 0,-1-1-1,0 1 1,0-1-1,0 0 1,7-6 0,-6 4-24,0 0 0,0 0 0,0-1 0,0 1 1,-1-1-1,0 0 0,0-1 0,5-11 0,-8 11 50,1 0 0,-1 1-1,0-1 1,-1 0 0,0 0 0,-1-11-1,1-2 102,-1 17-24,0 0 0,0-1 1,0 1-1,0 0 0,-1 0 1,1 0-1,-1 0 0,0 0 1,0 0-1,0 1 0,0-1 0,-1 1 1,1-1-1,-1 1 0,-3-3 1,2 2-3,1 0 0,-1 0-1,1 1 1,-1 0 0,0-1 0,0 1 0,0 1 0,0-1 0,0 0 0,-1 1 0,-7-2 0,-3 3 16,9 0-11,1 0-1,-1 0 0,1 0 1,-1 1-1,-8 1 0,12-1 1,0 0-1,0 0 1,0 0-1,0 0 1,0 0-1,1 1 1,-1-1-1,0 0 0,0 1 1,1 0-1,-1-1 1,1 1-1,0 0 1,-1 0-1,1-1 1,0 1-1,-2 3 1,-1 8 84,0 0 0,1 0 0,0 0 0,1 1-1,1-1 1,0 1 0,0-1 0,3 20 0,-2-6 138,0-25-187,0 0-1,0 0 0,1-1 0,-1 1 0,0 0 0,1 0 1,-1-1-1,1 1 0,0 0 0,-1-1 0,1 1 0,0 0 0,0-1 1,0 1-1,0-1 0,0 0 0,1 1 0,1 1 0,0-1 30,0 0 0,0 0-1,0 0 1,0 0 0,1-1-1,-1 1 1,1-1 0,5 2-1,5-1 21,0 0-1,1 0 0,21-1 1,-33-1-123,0-1 0,0 1 1,0 0-1,1-1 0,-1 0 1,0 1-1,-1-1 0,1-1 1,0 1-1,0 0 0,0-1 0,-1 1 1,1-1-1,0 0 0,-1 0 1,4-4-1,-1 2-54,-2-1-1,1 0 1,-1 0 0,1 0 0,-1-1-1,-1 1 1,1-1 0,1-6 0,1-5-235,-1-1 0,0 1 1,-2-1-1,0 0 1,-1-19-1,-1 23 132,1 9 232,-1 0 0,0 0 0,0 0 0,-1 0 0,-1-5 1,2 8 1,-1 0 1,0 1 0,0-1-1,0 0 1,0 0 0,0 1-1,0-1 1,0 1 0,-1-1-1,1 1 1,-1-1 0,1 1 0,-1 0-1,1-1 1,-4-1 0,-1 0 43,0-1-1,-1 1 1,1 0 0,-1 1 0,1 0 0,-1 0 0,0 0 0,0 1 0,0 0 0,-7-1 0,12 3-59,1-1 0,0 1-1,-1-1 1,1 1 0,0 0 0,0-1 0,0 1 0,-1 0 0,1 0 0,0 0 0,0 0-1,0 0 1,0 0 0,1 0 0,-1 0 0,0 0 0,0 0 0,1 0 0,-1 1 0,0-1 0,1 0-1,-1 1 1,1-1 0,0 0 0,-1 1 0,1-1 0,0 0 0,0 2 0,-4 41 347,4-43-404,0-1 0,0 1 0,0 0 0,0-1 0,0 1 0,0 0 0,0-1 0,0 1 0,0 0 0,0-1 0,0 1 0,0 0 0,-1-1 0,1 1 0,0 0 0,0-1 1,-1 1-1,1-1 0,0 1 0,-1 0 0,1-1 0,-1 1 0,1-1 0,-1 1 0,1-1 0,-1 0 0,1 1 0,-1-1 0,1 1 0,-1-1 0,1 0 0,-1 0 0,0 1 1,1-1-1,-1 0 0,-1 0 0,-13 4-2772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5:01.9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5523,'0'0'6787,"32"0"-3687,448 3-1318,-459 1-1695,-18-3-39,0-1 0,-1 1 1,1 0-1,0-1 0,0 0 0,0 1 1,-1-1-1,1 0 0,0 0 1,0-1-1,-1 1 0,1-1 0,0 1 1,3-2-1,-2-3-206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5:03.4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11 4322,'-2'-6'11341,"497"6"-9460,-479-4-1337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5:05.3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31 3105,'-15'-19'14130,"225"10"-13677,-174 6-441,65 4 0,-36 1-4,82-2-176,-149 5-1523,-10 9-2455,-12 4-5296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5:06.8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41 4402,'-6'0'13110,"325"0"-12104,-263-6-947,4-1-49,-1 7 385,31-9 2108,-90 9-2551,0 0 1,0-1-1,-1 1 1,1 0-1,0 0 1,0 0-1,0-1 1,-1 1-1,1 0 1,0 0-1,0-1 1,0 1-1,0 0 1,0 0-1,-1-1 1,1 1-1,0 0 1,0-1-1,0 1 1,0 0-1,0-1 1,0 1-1,0 0 1,0 0-1,0-1 1,0 1-1,0 0 1,0-1-1,0 1 1,0 0-1,1 0 1,-1-1-1,0 1 1,0 0-1,0-1 1,0 1-1,0 0 1,1 0-1,-1-1 1,0 1-1,0 0 1,0 0-1,1 0 1,-1-1 0,0 1-1,0 0 1,1 0-1,-1 0 1,0 0-1,1 0 1,-1-1-1,0 1 1,0 0-1,1 0 1,-1 0-1,0 0 1,1 0-1,-1 0 1,0 0-1,1 0 1,-1 0-1,0 0 1,0 0-1,1 0 1,-24-6-3816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39:24.1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9 560,'3'-8'12262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4:05.2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25 12374,'0'0'2785,"14"3"-3633,-14-15-561,0-4-2001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4:08.4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1 4738,'0'9'9842,"0"32"-9479,0 263 677,-4 70-535,2-323-428,-10 53 1,5-54 13,0 55 1,7 1414 1402,4-1245-1440,8-86 92,0 4 9,-10-126-118,3 0 0,4 0-1,16 68 1,-21-110-38,-1 0 1,-1 42-1,0 6 8,13 261 30,-12-213-44,7 8-80,1 37-34,-4 121 102,-8-194 15,19 400-214,-10-240 162,-9-176 51,7-2 11,-1-25-7,-1-18-105,1 0-1,2 0 0,20 59 0,-13-50-61,9 50 0,-18-46 18,-1-1 0,-5 84 0,0-48 158,1 367-782,-2-416 640,-2 0 1,0 0-1,-13 43 0,8-37 87,-8 62-1,17-95 38,0 0 0,-1 1 1,1-1 0,0 0 0,-1 1-1,1-1 1,-1 0 0,0 0 0,0 0-1,-1 1 1,1-1 0,0 0 0,-4 3-1,4-4 17,0 0-1,0 0 1,0 0-1,0 0 1,1 1-1,-1-1 1,1 0-1,-1 4 1,-5 14 161,6-20-161,-1 0 0,1 1 0,-1-1 0,0 0 0,1 1 0,-1-1 0,1 0 0,-1 0 0,1 0 0,-1 0 0,0 0 0,1 1 0,-1-1 0,0 0 0,1 0 0,-1 0 0,1-1 0,-1 1 0,0 0 0,1 0 0,-2 0 0,1-1-1,1 1 0,-1 0 0,1 0 0,-1 0 0,0 0 1,1 0-1,-1-1 0,0 1 0,1 0 0,-1 1 0,0-1 0,1 0 0,-1 0 0,0 0 0,1 0 0,-1 0 0,1 1 0,-1-1 0,0 0 0,1 1 1,-1-1-1,0 1 0,-7 7 202,8-7-173,-1-1-1,1 0 1,0 1 0,-1-1-1,1 0 1,-1 1 0,1-1-1,0 1 1,-1-1 0,1 1 0,0-1-1,0 1 1,-1-1 0,1 1-1,0-1 1,0 1 0,0-1-1,0 1 1,-1-1 0,1 1-1,0-1 1,0 1 0,0-1-1,0 1 1,0 0 0,1 0-1,-7 59 420,3-36-256,2-20-77,0-7 27,1-3-510,-1 0-1,0 0 1,0 0 0,0 0 0,-1 1 0,-3-10 0,-2-3-1852,-6-24-4816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4:12.2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42 192 496,'0'0'6112,"-4"1"-5738,-7 0-77,-16 0 6078,39-1-2933,43 0-2999,-14-1-346,-22 0-20,1 1 0,-1 0-1,0 2 1,0 0 0,36 9-1,-39-6-8,1 0-1,-1-2 1,1 1 0,0-2-1,29 1 1,-38-3-53,1 0 0,0 0 0,-1 1 0,1 1 0,-1-1 0,1 1 0,-1 1 0,0 0 0,0 0 0,12 6 0,-14-6 36,0 0-1,0-1 0,0 0 0,0-1 1,1 1-1,-1-1 0,10 1 1,50-1 234,-44-1-210,745 3 1080,-734-5-1150,62-11-1,0-1 9,115 8 144,-58 2-69,-50-6-3,27-1 22,-74 10-53,0-2-1,0-2 0,58-14 1,-44 6-46,0 4 1,0 3 0,80 2-1,51-3 58,-2-1-6,35-5-7,1 1 1,-211 12-54,50 0 29,103-12 0,-111 5-5,127 5-1,-97 4-27,1607-2 180,-1412-10-237,-150 12 178,155-4-98,-11-20-106,-180 13 67,-8 0 7,128-7-46,244 18 536,473-4 1498,-943-5-2071,-4 5-204,0-1 1,1 1 0,-1 1 0,0-1-1,0 1 1,0 0 0,0 0-1,-8 1 1,-9-2-1295,-27-4-3269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4:14.7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0 3362,'-6'2'8949,"6"-2"-8838,6 68 1881,-2-47-3715,-1 29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4:39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0 4818,'0'0'4741,"-16"0"45,15 26-2353,1-12-2228,0 38 490,-11 96 1,1-72-267,0 132 1,7-143-399,-3-1 0,-20 96 0,18-105 33,-2 59 0,-4 31-2,10-105-9,2-1 0,3 55 1,1-22 79,-2 270 563,1-331-681,0 0-1,1 0 0,0 0 1,6 16-1,3 12 24,33 145 215,-34-145-231,-7-23-25,-1 1 0,0-1 0,-2 33 0,0 5-1,22 138 153,-10-105-135,0 96 1,-12 631 31,2-680-49,-3 127-45,-3-163 75,-7 81-6,-6 310 62,13 1085 186,6-1552-277,5 38 0,-3-39 8,1 38 0,-2 121 35,5-78-13,-1-36 1,13 420 89,-13-361-114,-3 108-801,-4-259-4016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4:22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0 5987,'0'0'10071,"0"2"-9649,-1 6-322,-1-1 0,0 0 1,0 0-1,-1 0 0,1 0 1,-1-1-1,-8 12 0,-2 8 23,-135 356 110,75-180-204,63-169-26,3-13 13,5-43-155,3 4-580,1 0 0,0 0 1,2 0-1,0 1 0,1-1 1,1 1-1,0 0 0,11-18 1,12-20-2455,39-56 1,-49 83 2125,17-30-1280,-12 19 2501,35-45-1,-52 77 358,-4 4 420,0 1-1,0-1 1,0 0-1,-1 0 1,1 0 0,9-14 6533,-11 18-7273,9 7 939,6 19-1516,7 36 764,-3 0 0,-2 1 0,9 73 1,0-7 385,-15-75-447,-2-8 60,1-1 0,29 72 1,-39-115-398,0 1 1,0 1-1,0-1 0,1 0 0,-1 0 0,1 0 0,0 0 0,0 0 0,0-1 1,1 1-1,-1 0 0,0-1 0,1 0 0,3 3 0,-5-5-395,-4-15-2792,2 12 2852,1 0 1,-1 0-1,0 1 1,1-1-1,-1 0 0,-1 0 1,1 0-1,0 1 0,-3-5 1,-16-17-4186,-1 1-1112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4:23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70 8580,'0'0'4610,"212"-44"-3489,-149 31-881,-14 4-240,-7 6-753,-14 3-2656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4:24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17 5010,'0'0'6355,"0"9"-5733,-1 97 1411,1 111 1069,3-165-2532,1 0 0,14 56 1,-16-99-452,0 1 1,1-1-1,0 1 1,1-1 0,6 12-1,-9-115-2840,-3 24 1377,1 30 769,1 1 1,7-55-1,-2 66 321,-2 15 210,-1-1-1,1-23 1,-4 10-53,2-36-10,0 58 128,0 1 1,-1 0-1,2-1 1,-1 1-1,0 0 1,1-1-1,0 1 1,0 0-1,0 0 1,0 0-1,4-4 0,0 0-125,-1 2 68,0 0 0,0 0-1,11-8 1,-14 12 65,1 1 0,-1-1 0,1 1 0,0 0 0,-1 0-1,1-1 1,0 2 0,0-1 0,0 0 0,0 1 0,0-1 0,0 1-1,3 0 1,-1-1 15,-1 1 0,1 0 0,-1 0 0,1 0 0,-1 0-1,1 1 1,-1 0 0,1 0 0,-1 0 0,0 0 0,0 1 0,1 0 0,-1 0-1,0 0 1,0 0 0,-1 1 0,8 5 0,-3-1 24,-1 0 1,0 1-1,0 0 1,0 0-1,-1 1 1,0-1-1,-1 1 1,0 1-1,0-1 1,-1 1-1,3 10 1,0-3 8,-6-13-70,1 0-1,-1 0 1,1 0-1,-1 0 1,0 0-1,-1 1 1,1-1-1,0 6 1,-2-6 20,1 1 1,-1-1-1,0 0 1,0 0-1,0 0 1,-1 1-1,0-1 1,1-1-1,-1 1 1,0 0-1,-1 0 1,-3 4-1,-7 8 68,-21 19-1,12-13-45,11-9 15,-1-1 0,-23 18 1,31-27-40,-1 0 1,0 0 0,1-1-1,-1 1 1,0-1-1,0 0 1,0-1-1,-1 1 1,1-1-1,0 0 1,-1 0 0,-7 0-1,13-1-31,-1 0-1,1 0 0,-1 0 1,1-1-1,-1 1 1,1 0-1,-1 0 1,1 0-1,-1 0 0,1-1 1,-1 1-1,1 0 1,0 0-1,-1-1 0,1 1 1,0 0-1,-1-1 1,1 1-1,0 0 0,-1-1 1,1 1-1,0-1 1,0 1-1,-1-1 1,1 1-1,0 0 0,0-1 1,-1 0-1,0-20-137,1 18 108,0 0 0,1 0 0,0 0 0,-1 0 0,1 0 0,0 0 0,1 0 0,-1 0 0,0 0 0,4-5 0,0 4-9,-1 0 0,1 0-1,0 1 1,0 0 0,1 0 0,-1 0-1,0 0 1,1 1 0,0 0-1,0 0 1,9-1 0,3 0-2,0 1 1,29 1-1,-40 2 74,0-1 1,0 2-1,-1-1 0,1 1 0,0 0 0,-1 1 1,1-1-1,-1 1 0,0 1 0,0-1 1,0 1-1,0 0 0,-1 0 0,0 1 0,1-1 1,-2 1-1,1 0 0,6 9 0,-5-5 55,1-1-1,-2 1 1,1 1-1,-1-1 0,-1 1 1,0 0-1,0 0 1,-1 0-1,0 0 0,-1 1 1,2 15-1,-3-10-41,0 1 213,-2 30 0,1-42-185,-1 0 1,0 0-1,0 0 0,0 0 0,-1 0 1,1-1-1,-1 1 0,0-1 0,-1 1 1,-4 6-1,0-2 1,-1 0 0,0 0 0,-1-1 0,0 0 0,0-1 1,0 0-1,-1 0 0,0-1 0,-1-1 0,1 1 0,-18 5 0,9-5-64,-1-1-1,0-1 1,0 0-1,0-2 1,-39 1-1,43-3-40,3 1-47,0-1 0,1-1 0,-1 0 0,0-1 0,-14-3 1,24 4-5,0 0 1,-1-1 0,1 1 0,0-1-1,0 1 1,0-1 0,0 0 0,1 0 0,-1 0-1,0-1 1,1 1 0,0-1 0,-1 1-1,1-1 1,0 0 0,0 0 0,1 0 0,-1 0-1,1 0 1,-1 0 0,1 0 0,0-1-1,0 1 1,0-4 0,-1-4-1891,1-1 0,-1-18 0,2 7-7206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4:44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7 4322,'0'0'6862,"-6"0"-6347,-20 3 378,25-2-707,0-1 0,0 1 0,1 0-1,-1-1 1,1 1 0,-1 0-1,1-1 1,-1 1 0,1 0 0,-1 0-1,1 0 1,-1 0 0,1-1-1,0 1 1,0 0 0,-1 0 0,1 0-1,0 0 1,0 0 0,0 0-1,0 0 1,0 0 0,0 0 0,0 0-1,0 0 1,1-1 0,-1 3-1,0 0-51,1 0 0,-1 0-1,1 0 1,-1 0 0,1 0-1,0 0 1,0 0 0,3 5-1,-1-4-106,0-1-1,1 1 1,-1-1-1,1 0 0,0 0 1,0 0-1,0-1 1,0 1-1,0-1 0,1 0 1,-1 0-1,1 0 1,-1-1-1,6 1 0,5 1 74,1-1 0,31-1 0,-9 0 50,128 0 236,-90-1-369,-53-2-10,30-5 1,-20 2 1,44-9 23,-54 9-20,0 0 1,46-1-1,245-7 191,-223 12 219,98 3 82,-140 6-405,-38-5-62,1 0-1,0-1 1,14 0-1,127 11 79,-2-1-11,2022-12-211,-1859-3 57,-159-6-177,-1-1 222,-9 1 7,-77 4 6,89 5 0,-63 2-5,3139-2-113,-2971-4 169,-245 4-60,0-2 1,18-4-1,23-2 11,83-4 46,-82 1-149,-43 8 88,0 0 1,0 1-1,18-1 0,84 0 61,-118 3-41,0 0 0,0 0 0,0 0 0,1 0 0,-1-1 0,0 1 0,0 0 0,0 0-1,1 0 1,-1 0 0,0 0 0,0-1 0,0 1 0,0 0 0,0 0 0,0 0 0,1-1 0,-1 1 0,0 0 0,0 0-1,0-1 1,0 1 0,0 0 0,0 0 0,0 0 0,0-1 0,0 1 0,0 0 0,0 0 0,0-1 0,0 1 0,0 0-1,0 0 1,0 0 0,0-1 0,0 1 0,0 0 0,0 0 0,-1-1 0,1 1 0,0 0 0,0 0 0,0 0 0,0 0-1,0-1 1,-1 1 0,1 0 0,0 0 0,-2 0-28,-110 2-1938,36 6-2691,7 4-5207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4:28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6 4738,'0'-6'8328,"0"10"-7884,-11 399 1504,11-86 477,1-307-2711,0-14-1531,1-18-1427,-2-11-3353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4:29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7027,'0'0'7038,"0"0"-7012,0 0 0,-1 0 0,1 0 0,0 0 0,0 0 0,0 1 0,-1-1 0,1 0 0,0 0 0,0 0 0,0 1 0,-1-1 0,1 0 0,0 0 0,0 1 0,0-1 0,0 0 0,0 0 0,0 1 0,0-1 0,0 0 0,0 1 0,0-1 0,0 0 0,-1 0 0,2 1 0,-1-1 0,0 0 0,0 0 0,0 1 0,0-1 0,0 0 1,0 1-1,0-1 0,0 0 0,2 2 39,-1-1 0,1 0 0,-1 0 0,1 0 0,0 0 0,-1-1 0,1 1 1,0 0-1,-1-1 0,1 1 0,0-1 0,0 1 0,0-1 0,0 0 0,-1 0 1,3 0-1,40 0 1056,-28-1-847,351 1 1012,-365 0-1347,-2 17-2474,0-16 2377,0-1 0,0 1 0,0 0-1,0 0 1,-1 0 0,1 0 0,0 0 0,0 0 0,-1 0-1,1 0 1,-1 0 0,1-1 0,0 1 0,-1 0 0,0 0-1,1-1 1,-1 1 0,1 0 0,-1-1 0,0 1 0,0 0-1,1-1 1,-1 1 0,0-1 0,0 1 0,0-1 0,-1 1-1,-18 8-4211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4:29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67 4194,'0'0'9364,"133"-38"-8627,-88 32-161,0-1-96,-6 1-288,-4 3 0,-11 0-192,-6 3-64,-8-3-512,-3 3-817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4:30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 4114,'0'0'8148,"0"-5"-7337,0-22 2025,0 32-2703,0 635 4160,0-640-4278,1 17 341,0-17-350,-1 1 0,0-1-1,0 1 1,1-1 0,-1 0 0,0 1 0,0-1 0,1 0 0,-1 1 0,0-1-1,1 0 1,-1 1 0,1-1 0,-1 0 0,0 0 0,1 1 0,-1-1 0,1 0-1,-1 0 1,1 0 0,-1 0 0,1 1 0,-1-1 0,0 0 0,1 0 0,-1 0-1,1 0 1,0 0 0,0 0-139,-1-96-11862,0 66 6320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4:31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 6515,'3'-3'10087,"11"2"-9667,-1-1 0,1 2 1,24 1-1,0 1 28,285 4 587,-323-6-1078,1 0 0,0 0-1,-1 0 1,1 0 0,-1-1-1,1 1 1,0 0-1,-1 0 1,1 0 0,-1-1-1,1 1 1,-1 0 0,1-1-1,-1 1 1,1-1 0,-1 1-1,1 0 1,-1-1-1,0 1 1,1-1 0,-1 1-1,0-1 1,1 1 0,-1-1-1,0 0 1,1 1 0,-1-1-1,0 1 1,0-1-1,0 1 1,0-2 0,1-22-2673,-1 18 723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4:31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5603,'0'0'8980,"188"0"-7812,-128 0-95,-5 0-321,-6 0-128,-14 0-384,-7 7-240,-11-7-48,-10 3-96,-3 0-912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4:26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31 5282,'0'0'4256,"-9"-4"-3653,-42-23 6568,34 374-5965,15-332-1134,-21 272 758,23-287-809,0-3-755,1-5 114,0-1 0,1 1 1,0 0-1,4-14 0,-2 11-1421,-1-1 0,3-17-1,-3-5-3968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4:27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5635,'-11'0'12306,"47"0"-10459,329 0-954,-365 0-1005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4:27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5218,'0'0'9285,"119"-12"-8469,-67 2 80,1 1-175,-5 3-289,-6 0-352,-7 2-80,-10 1-96,-5 0-528,-6 3-1185,-3 0-944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4:54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30 5843,'4'1'11947,"17"0"-12044,9-9 31,-15 4-17,0 0 1,15-7-1,-26 9-53,0 2 0,0-1-1,0 0 1,-1 1 0,1 0 0,0-1 0,7 2 0,0-1 131,-8 3 15,1 0 0,-1 1 0,0-1 0,0 0 0,0 1 1,-1 0-1,1-1 0,-1 1 0,3 7 0,-3-1-5,-1 1 0,0-1 0,-1 0 1,-2 20-1,1 2 111,1-19-110,0-9-5,1 0-1,-1-1 1,0 1 0,0-1-1,0 1 1,0 0 0,-1-1-1,0 1 1,0-1 0,0 1-1,0-1 1,0 1 0,0-1-1,-1 0 1,0 0 0,0 1 0,-4 4-1,-11 9 44,4-2 8,-1-2 1,-1 0-1,-23 16 1,36-28-76,0 0 0,0-1 0,0 1 0,0 0 0,0-1 0,0 0 0,0 1 0,0-1 0,0 0 0,0 0 0,-2-1 0,-1 1-534,4-21-104,1 19 646,0 0 0,0 0 0,0 0 0,0 0 0,0 1 0,1-1 0,-1 0 0,0 0 0,1 0 0,0 0 0,-1 1 0,1-1 0,0 0 0,0 0 0,0 1 0,0-1 0,0 1 0,2-2 0,-1 1-12,1 1 0,-1-1 0,1 1 0,0 0 0,-1 0 0,1 0 0,0 0 0,0 0 0,0 1 0,0-1 0,4 1 0,-2-1 39,0 0-1,0 0 1,0 1-1,0 0 1,0 0-1,0 0 1,0 1-1,0-1 1,0 1-1,0 0 0,0 1 1,0-1-1,0 1 1,-1 0-1,1 0 1,7 5-1,1 5 197,-1 1-1,0 0 1,-1 0-1,-1 1 1,0 1 0,-1-1-1,0 2 1,-1-1-1,12 34 1,-20-47-172,1-1-1,-1 1 1,0 0 0,1 0 0,-1 0-1,0 0 1,0 0 0,0-1 0,-1 1-1,1 0 1,0 0 0,-1 0 0,1 0-1,-1-1 1,1 1 0,-1 0 0,0 0-1,0-1 1,0 1 0,0-1 0,0 1-1,0-1 1,0 1 0,-1-1 0,1 1-1,0-1 1,-1 0 0,1 0 0,-4 2-1,-3 1-1,0 0 0,-1 0 0,0 0-1,-15 3 1,9-2-43,-15 3-223,0 0-1,-1-3 0,0 0 1,-59 1-1,90-6 214,-2 0-231,-1 0 0,1 0-1,0 0 1,0 0-1,0-1 1,0 1 0,0-1-1,0 1 1,0-1-1,0 1 1,0-1 0,0 0-1,-3-2 1,-12-11-3883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4:56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40 5795,'0'0'6952,"-14"0"-5135,13-1-1779,1 1 0,-1 0 1,1-1-1,-1 1 0,1-1 0,-1 1 1,1-1-1,0 1 0,-1-1 0,1 1 1,0-1-1,-1 1 0,1-1 0,0 1 0,0-1 1,-1 0-1,1 1 0,0-1 0,0 0 1,0 1-1,0-1 0,0 0 0,0 1 1,0-1-1,0 1 0,0-1 0,0 0 1,0 1-1,0-1 0,1 0 0,-1 1 0,0-1 1,0 1-1,1-1 0,-1 0 0,0 1 1,1-1-1,-1 1 0,1-1 0,-1 1 1,0-1-1,1 1 0,-1 0 0,1-1 0,-1 1 1,1 0-1,0-1 0,-1 1 0,1 0 1,-1-1-1,1 1 0,0 0 0,-1 0 1,1 0-1,0-1 0,5-1-103,-1 1 1,0-1-1,1 1 0,-1-1 1,7 1-1,-3 0 73,0 0 1,0 1 0,0 0-1,0 0 1,0 1-1,0 0 1,9 3 0,-16-3 15,1 0 1,-1 0-1,0 0 1,0 1-1,1-1 1,-1 1 0,0 0-1,0-1 1,-1 1-1,1 0 1,0 0-1,-1 0 1,1 0 0,-1 0-1,1 1 1,-1-1-1,0 0 1,0 1-1,0-1 1,0 0-1,-1 1 1,1-1 0,0 1-1,-1 0 1,0-1-1,0 1 1,0-1-1,0 1 1,0 2 0,0 2 76,0-1 1,-1 1-1,1 0 1,-3 9 0,2-14-86,0 0 0,0 0 0,0 1 0,0-1 0,0 0 0,0 0 0,-1 0 0,1 0 1,-1 0-1,1-1 0,-1 1 0,0 0 0,0-1 0,0 1 0,-2 0 0,-19 11-4,0-1-1,0-2 0,-39 12 1,33-12-358,-50 24 1,78-33 341,0 0 0,0-1 1,1 1-1,-1 0 0,0 0 1,0-1-1,1 1 0,-1 0 1,1 0-1,-1 0 0,1 0 1,-1 0-1,1 0 1,-1 0-1,1 0 0,0 0 1,0 0-1,0 0 0,-1 0 1,1 0-1,0 0 0,0 0 1,0 0-1,0 0 0,1 0 1,-1 0-1,0 0 1,0 0-1,1 0 0,-1 0 1,1 1-1,0 1 3,0-1 0,0 1 0,0-1 0,0 1 0,1-1 0,-1 1 0,1-1 0,0 0 0,-1 0 0,5 4 0,1-2 23,1 0 1,-1 0-1,1 0 1,0-1-1,0 0 1,1 0 0,-1-1-1,0-1 1,1 1-1,12 0 1,15-1 21,41-3 1,-66 1-49,-3 1-131,1-2 0,-1 1 0,11-5-1,5 0-2103,2 3-3676,-12 3 540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4:57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5763,'-1'-2'10013,"2"9"-8907,9 86-442,11 127 1015,-20-201-2022,1 1 1,8 35 0,-9-47-2793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5:04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20 1969,'0'0'14196,"-10"-16"-10752,-12 15-2653,-20-1-689,40 2-105,1 0-1,-1 0 0,0 0 1,0 0-1,1 1 0,-1-1 1,0 1-1,1-1 0,-1 1 0,0 0 1,1-1-1,-1 1 0,1 0 1,-1 0-1,1 0 0,-1 0 1,-1 2-1,-1 2-26,3-5 22,1 0 0,-1 1 0,1 0 0,-1-1-1,1 1 1,-1-1 0,1 1 0,0-1 0,-1 1 0,1 0 0,0-1 0,-1 1 0,1 0 0,0-1 0,0 1 0,0 0 0,0 0-1,-1-1 1,1 1 0,0 0 0,0 0 0,0-1 0,1 1 0,-1 1 0,0-1 59,0 18 18,0 18-5,-10 4-59,5-3-30,2 1 0,1-1-1,6 67 1,-2-95 30,0-1 0,1 1 0,0 0 0,1-1 1,0 1-1,0-1 0,8 11 0,46 60 100,-39-56 42,-11-13-93,2 0 0,-1 0 0,13 9-1,-18-16-35,-1-2 0,1 1 0,0 0 0,0-1-1,0 1 1,0-1 0,0-1 0,1 1 0,-1 0-1,0-1 1,1 0 0,0 0 0,7 1 0,8-2 243,-15 1-232,0 0 0,1-1-1,-1 0 1,0 0 0,1 0 0,-1 0-1,1-1 1,-1 0 0,0-1-1,0 1 1,0-1 0,5-2 0,0-3-109,0-1 1,-1-1 0,0 0-1,0 0 1,-1 0 0,-1-1 0,1 0-1,-2-1 1,1 0 0,-1 0 0,-1 0-1,0-1 1,-1 1 0,0-1-1,-1 0 1,0 0 0,-1-1 0,0 1-1,-1-1 1,0-12 0,-1 5-277,-4-36 0,3 49 310,-1 0-1,0-1 1,0 1 0,-1 0-1,0 1 1,0-1 0,0 0 0,-6-7-1,-16-23 110,-53-59 0,58 74 57,14 15-56,0 0 1,0 1 0,-9-8 0,11 11-52,0 0 1,0 0-1,0 0 1,0 1-1,-1-1 1,0 1-1,1 0 1,-1 0-1,0 1 1,0 0-1,0 0 1,0 0-1,0 0 1,0 1-1,0-1 1,-5 2-1,9-1-4,0 0 1,1 0-1,-1 1 0,0-1 1,0 0-1,1 1 0,-1-1 1,0 0-1,0 1 0,1-1 1,-1 1-1,1-1 1,-1 1-1,0 0 0,1-1 1,-1 1-1,1 0 0,-1-1 1,1 1-1,0 0 0,-1-1 1,1 1-1,0 0 0,-1 0 1,1 0-1,0-1 0,0 1 1,0 0-1,0 0 0,0 1 1,-2 14-963,1-2-3520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5:05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50 6819,'0'0'7566,"0"4"-7214,-2 7-33,0 1 0,0-1 0,-1 1 0,0-1-1,-1 0 1,-1 0 0,-5 10 0,-15 42 689,17-32-770,2 1 0,1 0 0,2 0 0,1 1-1,2-1 1,4 48 0,-2-70-161,0 0-1,1-1 1,0 1 0,0-1-1,1 0 1,0 0 0,1 0-1,0 0 1,0-1 0,13 16-1,5 2 308,46 41 1,-52-51-245,1-1 0,28 17 0,-40-28-98,2 0-1,-1 0 1,0-1-1,1 0 1,0 0 0,-1-1-1,1 0 1,0 0-1,0-1 1,12 0-1,-7 0-38,-10-1 2,-1 1 1,1-1-1,0 0 1,-1 0-1,1 0 0,0 0 1,-1 0-1,1-1 1,-1 1-1,1-1 1,0 0-1,-1 0 1,1 0-1,-1 0 1,0 0-1,1 0 0,-1-1 1,0 1-1,0-1 1,0 1-1,0-1 1,0 0-1,3-3 1,4-9-148,-1 0 0,-1-1 1,0 1-1,-1-2 0,0 1 1,-1-1-1,4-24 1,-2-4-677,2-69-1,-8 92 598,2-43 85,-7-76 0,0 118 137,-1 0 1,-1 1-1,-1 0 1,0 0-1,-2 0 1,-1 1-1,0 0 1,-14-20-1,22 37 10,-1 1 1,1-1-1,0 1 0,-1-1 0,1 1 0,-1 0 1,0 0-1,0 0 0,0 0 0,0 1 0,0-1 0,0 1 1,0 0-1,-1 0 0,1 0 0,0 0 0,-7 0 1,-5-1 122,0 1 1,-28 3-1,13-1-67,25-1-96,0 0-1,-1 1 1,1-1-1,0 1 1,0 1-1,-1-1 1,1 1-1,0 0 1,0 0-1,1 0 1,-1 1-1,0 0 1,-7 5-1,5-1-1265,0-1 0,0 1 0,1 0 0,-7 9 0,2 5-7613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5:07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0 6067,'0'0'8556,"-7"5"-8266,-5 9 80,1 0 0,0 1 0,1 1 0,1 0 0,0 0 0,2 1-1,-8 21 1,5-13-295,2 1 0,0 1-1,2-1 1,1 1 0,1 0-1,0 29 1,3-15-55,0-18 51,1 0 0,1 0 0,7 38 0,-6-54-5,0 0 1,0 0-1,1 0 0,-1 0 1,2 0-1,-1-1 1,1 1-1,0-1 0,0 0 1,1 0-1,0-1 0,0 1 1,0-1-1,1 0 1,9 7-1,-8-8 48,1 1 1,-1-1-1,1-1 1,0 0-1,0 0 0,0 0 1,0-1-1,13 2 0,4-1 188,40-1 0,-58-2-272,1 0-1,-1-1 1,0 0 0,1 0 0,-1-1-1,0 0 1,0 0 0,0 0 0,0-1-1,-1 0 1,1-1 0,11-8 0,-10 6-81,-1 0 1,-1 0 0,1-1 0,-1 0 0,0-1 0,-1 0 0,0 1 0,0-2 0,4-8 0,0-4-308,-2-1 0,0 0-1,-1 0 1,-2 0 0,0 0-1,-1-1 1,-1-39 0,-2 49 247,1-17-279,-6-41 0,3 61 347,0 0-1,0 1 0,-1-1 0,0 1 0,0-1 0,-1 1 0,-1 0 0,-5-9 0,5 10 49,-1 1 0,0 0-1,0 0 1,0 0 0,-1 0 0,0 1 0,0 0 0,-1 1-1,1 0 1,-1 0 0,-1 0 0,-12-5 0,-3 3 43,0 0 0,0 1 1,-35-4-1,11 4-1273,48 24-5282,0 11 361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5:08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1 233 5090,'0'0'14143,"21"-7"-13207,-6 3-806,-3 1-93,0 0 1,-1-1-1,0 0 0,0-1 0,0 0 0,0 0 0,-1-1 1,0-1-1,0 0 0,12-11 0,17-23-701,54-71 0,-92 110 1010,-1 7-234,0 810 1855,0-812-2688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5:09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24 125 6499,'0'0'10418,"-5"7"-9177,-13 25-313,18-32-904,0 0 0,0 0 1,0 1-1,0-1 0,-1 0 0,1 0 0,0 0 0,0 1 1,0-1-1,0 0 0,0 0 0,0 1 0,0-1 0,0 0 1,0 0-1,0 0 0,0 1 0,0-1 0,0 0 0,0 0 1,0 0-1,1 1 0,-1-1 0,0 0 0,0 0 0,0 0 1,0 1-1,0-1 0,0 0 0,0 0 0,1 0 0,-1 0 1,0 1-1,0-1 0,0 0 0,0 0 0,1 0 0,-1 0 1,0 0-1,0 0 0,0 0 0,1 1 0,-1-1 1,0 0-1,0 0 0,1 0 0,-1 0 0,0 0 0,0 0 1,0 0-1,1 0 0,12 0 112,-11 0 2,3 0-95,-1 0-1,1-1 0,-1 1 1,0-1-1,1 0 0,-1 0 0,0 0 1,0 0-1,0-1 0,0 0 0,0 0 1,4-2-1,0-2-32,0-1 0,-1 0 0,0 0 1,8-10-1,6-8-179,-1 1-813,30-27 1,-49 50 900,1-7-182,-2 7 226,1 0-164,2 7 167,5 39 39,-2 0 1,1 50-1,-7 96 326,-1-98-243,1 3-83,0-95-357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5:10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185 185 5426,'0'0'9434,"0"0"-9336,0-1 1,-1 1-1,1-1 1,0 1-1,0 0 0,0-1 1,-1 1-1,1 0 0,0-1 1,0 1-1,-1 0 0,1 0 1,0-1-1,-1 1 0,1 0 1,0 0-1,-1-1 0,1 1 1,0 0-1,-1 0 0,0 0 1,-46 3 1119,43-2-1180,1 0 0,-1 0-1,1 1 1,-1-1 0,1 1 0,-1 0 0,1 0 0,0 0 0,0 0 0,-3 4 0,-2 2 77,0 0 0,1 0-1,0 1 1,0 0 0,1 0 0,0 1-1,1 0 1,0 0 0,1 0 0,-5 15-1,4-5 0,0 0 0,2 0-1,0 0 1,0 38-1,4-49-52,0-1-1,0 1 0,0-1 1,1 0-1,1 0 1,-1 0-1,1 0 0,1 0 1,-1-1-1,1 1 0,1-1 1,-1 0-1,1 0 0,9 9 1,3 2 212,0-2 0,1 0 0,39 26 1,-43-33-161,1 0 0,0-1 0,1-1 0,29 10 0,-35-14-79,-1 0 0,1-1-1,0-1 1,0 1-1,0-2 1,0 1 0,0-1-1,0-1 1,17-2-1,-23 1-28,1 1 1,0-1-1,0 0 0,-1 0 0,1-1 0,-1 0 0,0 1 0,1-1 0,-1-1 0,-1 1 1,1 0-1,0-1 0,-1 0 0,0 0 0,0 0 0,0 0 0,3-7 0,3-7-124,-1 0-1,-1 0 0,6-22 1,-2-1-642,-2 1 0,8-82 1,-11-83-2046,-6 198 2757,0 0 0,0-1 0,-1 1 0,0 0 0,0 0 1,-1 0-1,0 0 0,0 0 0,-1 0 0,0 0 0,0 1 0,-1-1 0,1 1 1,-1 0-1,-1 0 0,1 0 0,-1 1 0,0 0 0,0-1 0,-1 2 0,1-1 1,-1 1-1,0 0 0,-9-5 0,10 7 89,-1 0 1,0 0-1,0 0 1,0 0-1,0 1 0,0 0 1,-1 0-1,1 1 0,0 0 1,0 0-1,-1 0 1,1 1-1,0 0 0,0 0 1,0 0-1,0 1 0,0 0 1,0 0-1,0 1 1,0 0-1,-5 3 0,1 3 137,1 0 0,0 1-1,0-1 1,-12 21-1,-27 52 365,8-12-519,37-65-186,2-4-63,0 1 0,0-1 0,0 1 0,0-1 0,0 1 0,0-1 0,0 1 0,-1-1 0,1 0 0,0 0 0,-1 0 0,1 0 0,-1 0 0,0 0 0,-2 2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5:10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1 158 13958,'0'0'3319,"0"-14"-3393,0 5 31,-1-28-1776,8-52-1,-3 80 1960,0 16 67,10 51 857,-3 1 0,5 91 0,-9-69-444,11 288 172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5:11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0 230 7187,'0'0'10675,"13"-19"-10209,41-62-535,-46 69-207,-1 0 1,-1-1-1,0 1 1,4-17-1,7-10-464,-16 38 765,-1 0 1,0 0-1,1 0 1,-1 1-1,1-1 0,-1 0 1,1 0-1,0 1 1,-1-1-1,1 0 1,0 1-1,-1-1 1,1 1-1,0-1 1,1 0-1,-1 1-12,-1 0 0,0 0 1,1 0-1,-1 0 0,0 0 0,1 0 0,-1 0 1,0 0-1,1 0 0,-1 1 0,0-1 1,0 0-1,1 0 0,-1 0 0,0 1 0,1-1 1,-1 0-1,0 0 0,0 0 0,0 1 0,1-1 1,-1 0-1,0 1 0,0-1 0,0 0 0,1 0 1,-1 1-1,0-1 0,9 35 481,-7-26-463,25 141 1371,8 179 0,-34-306-1228,-1-13-103,1 0 0,0 0 0,0 1-1,6 18 1,-7-29-198,6 4-2548,-5-4 2548,-1 0-1,0 0 1,1 0-1,0 0 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6:15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47 5010,'0'0'4706,"1"-6"-4297,2-20 1,3 12 4225,-6 21-4683,-3 7 60,0-1 1,-1 1-1,-1-1 0,-6 13 1,-2 8 21,-13 35 133,-4-2 0,-73 123 0,99-185-165,4-4-8,-1-1-1,0 1 0,1 0 1,-1 0-1,0 0 0,1 0 1,-1 0-1,1 0 0,0 0 1,-1-1-1,1 1 1,0 0-1,-1 1 0,1-1 1,0 0-1,0 0 0,0 0 1,0 0-1,0 2 0,-1-11-2807,1 4 2303,0 0 0,0 1 0,0-1 1,0 0-1,1 0 0,-1 0 0,1 0 0,2-6 0,0-4-1577,1-8-2351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6:15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2225,'0'0'5333,"5"0"-4695,3 0-588,24-1 1369,-31 1-1314,0 0-1,1 0 1,-1 0-1,0 1 1,0-1 0,0 0-1,0 0 1,0 1-1,0-1 1,0 1 0,0-1-1,0 1 1,0-1 0,0 1-1,0 0 1,0-1-1,0 1 1,0 0 0,-1 0-1,1-1 1,0 1-1,0 0 1,-1 0 0,2 2-1,2 11 283,8 21 52,-1 1-1,-2 0 1,-2 1 0,5 50-1,-12 155 1843,0-236-1938,0 4-3145,-18-22-3975,1 0 2730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6:16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5218,'0'0'7012,"136"9"-7012,-125-9-721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6:16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3217,'-1'8'9321,"1"-7"-9222,0 1 0,-1 0 0,1 0 0,1 0 0,-1-1 0,0 1 0,0 0 0,1 0 1,-1-1-1,2 4 0,8 11 78,0 0 0,2-1 0,0 0 0,1 0 0,0-2 0,1 1 0,21 15 0,-22-23-129,-8-3-783,-16-2 366,9 0 370,0-1-1,0 1 1,0 0 0,0 0 0,0 0 0,0 0-1,0 0 1,1 1 0,-1-1 0,0 1 0,1-1-1,-1 1 1,1-1 0,-1 1 0,1 0 0,0 0-1,-1 0 1,1 0 0,0 0 0,0 0 0,-1 4-1,-3 6 2,0 1 1,-4 18-1,-27 90 184,13-52-60,22-63-320,-4 14 860,4 2-3835,1-38-1111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6:18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44 224,'0'-8'9540,"13"236"-6285,-7-188-2571,-1 1 222,2 50 1,-3-196-5010,3-40-157,-7-25 5308,23 158-429,-16 11-461,0 0-1,0 0 1,0 1 0,0 0-1,0 0 1,8 1 0,9 1 197,-22-2-317,-1 1 0,1 0 0,0 0 0,-1 0 0,1 0-1,-1 1 1,0-1 0,1 0 0,-1 1 0,0-1 0,0 0-1,0 1 1,0 0 0,1 2 0,13 25 352,-12-13-27,-1-1-1,2 22 0,-4-32-292,0 1 0,0-1 0,0 0 0,-1 0 0,0 0 0,0-1 0,0 1 0,0 0 0,-1 0 0,0 0-1,-4 6 1,-6 7 50,-2-1-1,0-1 1,-27 24-1,41-40-125,0 0 0,0 0 0,0 0 0,0 1 0,-1-1 0,1 0 0,0 0 0,0 0 0,0 0 0,0 0 0,0 0 0,-1 0 0,1 1 0,0-1 0,0 0 0,0 0 0,0 0 0,-1 0 0,1 0 0,0 0 1,0 0-1,0 0 0,0 0 0,-1 0 0,1 0 0,0 0 0,0 0 0,0 0 0,0 0 0,-1 0 0,1 0 0,0 0 0,0 0 0,0 0 0,-1 0 0,1 0 0,0-1 0,0 1 0,-2-8-245,4-9-161,0 15 376,-1 0 0,1 0 0,0 0 1,-1 0-1,1 0 0,0 1 1,0-1-1,0 1 0,0-1 0,1 1 1,-1 0-1,0-1 0,1 1 1,-1 0-1,0 1 0,1-1 1,-1 0-1,1 1 0,3-1 0,3 0 15,0 0-1,0 1 1,0 0-1,12 1 1,-19 0 45,0 0 0,1-1 0,-1 1 0,0 1 1,0-1-1,0 0 0,0 0 0,0 1 0,0-1 0,0 1 0,0 0 1,0 0-1,-1 0 0,1-1 0,-1 1 0,1 1 0,-1-1 1,0 0-1,0 0 0,0 0 0,0 1 0,1 3 0,1 3 195,-1-1 1,0 0-1,0 1 0,-1-1 0,1 15 0,-2-20-187,0-1 0,0 1-1,0 0 1,-1 0 0,1 0 0,-1 0-1,0-1 1,0 1 0,0 0 0,0-1 0,0 1-1,0-1 1,-3 5 0,0-3 29,0 0 0,0 0 0,0-1 0,0 0 0,-1 1 0,-8 3 0,-6 4 11,-1-1-1,-1 0 1,0-2-1,-40 11 1,24-17-1274,26-2-667,0 0-2047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6:22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1 3506,'1'0'9764,"-3"13"-9591,-14 35 203,-33 68 0,11-30-204,-18 77 22,49-135-88,1 0 0,1 0 0,-1 57 1,6-84-289,0-1 142,1 0 1,0-1-1,0 1 0,0 0 1,0-1-1,0 1 0,-1 0 0,1-1 1,0 1-1,0-1 0,-1 1 1,1-1-1,0 0 0,-1 1 1,1-1-1,0 0 0,-1 1 0,1-1 1,-1 0-1,1 0 0,-1 1 1,0-1-1,1 0 0,-1 0 0,1-2 1,5-25-965,-5 25 695,10-41-4141,-1 17 1323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6:22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2497,'1'6'9772,"2"27"-9019,21 119 1429,-4-35-1096,-14-68-722,2-1-1,2 1 1,29 83-1,-32-121-656,0 1 1434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6:22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6499,'0'0'4530,"202"3"-4226,-181-3-304,-7-12-304,-11 2-1953,-3 1-1473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6:23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 4114,'4'1'9339,"21"1"-8879,110-11 60,-135 9-541,0 0-1,0 0 0,1 0 0,-1 0 0,0-1 1,0 1-1,1 0 0,-1 0 0,0 0 1,0 0-1,1 0 0,-1 0 0,0 0 0,0-1 1,1 1-1,-1 0 0,0 0 0,0 0 1,0 0-1,1-1 0,-1 1 0,0 0 0,0 0 1,0-1-1,0 1 0,1 0 0,-1 0 1,0-1-1,0 1 0,0 0 0,0 0 0,0-1 1,0 1-1,0-1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6:23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2225,'0'0'9498,"18"0"-8517,69 3 167,-86-3-1183,-1 0-1,0 0 1,1 0 0,-1 0 0,1 0 0,-1 0 0,1 0 0,-1 0 0,0 0-1,1 0 1,-1 1 0,1-1 0,-1 0 0,0 0 0,1 0 0,-1 1 0,1-1-1,-1 0 1,0 0 0,1 1 0,-1-1 0,0 0 0,1 1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6:25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70 3650,'0'0'8243,"3"20"-7426,39 201 1006,-24-137-1144,-15-69-530,0 0 81,0 0 0,1 0 0,0 0 0,10 20 1,-18-45-984,0 0 0,1-1 1,0 1-1,-1-15 1,-8-56-1425,10 73 1748,-4-72-1483,-5-23 1383,7 74 751,2 0 0,1-37 0,1 46 713,0 19-899,1 0 0,-1 0 0,1 1-1,-1-1 1,1 0 0,-1 1 0,1-1 0,-1 0 0,1 1 0,-1-1 0,1 1-1,0-1 1,-1 1 0,1-1 0,0 1 0,0-1 0,-1 1 0,1 0-1,0 0 1,0-1 0,0 1 0,-1 0 0,1 0 0,1 0 0,27-6 218,-22 5-114,9-1-23,0 1-1,18 1 0,-24 0 37,-9 0-99,0 0-1,0 0 1,0 1 0,0-1 0,0 0 0,0 1-1,0-1 1,0 1 0,0-1 0,0 1-1,0-1 1,0 1 0,0 0 0,0-1 0,-1 1-1,1 0 1,0 0 0,0 0 0,-1 0 0,1 0-1,-1-1 1,1 1 0,-1 0 0,1 0 0,-1 0-1,0 1 1,1-1 0,-1 2 0,5 34 762,-5-36-794,2 20 339,-2 0 0,-1-1 0,-4 28 0,4-39-284,-1-1 0,0 1 1,-1-1-1,0 1 0,-1-1 1,0 0-1,0 0 0,0 0 1,-1-1-1,-6 8 1,8-11-141,-9 9 301,12-13-255,0 0-1,0 0 1,0 0 0,1 0-1,-1 0 1,0-1 0,0 1-1,0 0 1,0 0-1,0 0 1,0-1 0,0 1-1,0 0 1,0 0 0,0 0-1,0-1 1,0 1-1,0 0 1,0 0 0,0 0-1,0 0 1,0-1 0,0 1-1,0 0 1,0 0-1,-1 0 1,1-1 0,0 1-1,0 0 1,0 0 0,0 0-1,0 0 1,0 0-1,-1-1 1,1 1 0,0 0-1,0 0 1,0 0 0,0 0-1,0 0 1,-1 0 0,1 0-1,0 0 1,0 0-1,0 0 1,-1-1 0,1 1-1,0 0 1,0 0 0,0 0-1,-1 0 1,1 0-1,0 0 1,0 0 0,0 0-1,0 1 1,-1-1 0,1 0-1,0 0 1,0 0-1,0 0 1,-1 0 0,1 0-1,0 0 1,0 0 0,0 0-1,0 0 1,0 1-1,-1-1 1,1-3-49,0 0 0,1 0 0,-1 0 0,1 0 0,-1 0 0,1 0 0,0 0 0,0 1 0,0-1 0,1 0 0,-1 1-1,1-1 1,-1 0 0,1 1 0,0 0 0,0-1 0,0 1 0,0 0 0,0 0 0,1 0 0,-1 0 0,0 1 0,1-1 0,0 1 0,-1-1 0,1 1 0,0 0 0,0 0 0,-1 0 0,1 0 0,0 1-1,4-1 1,-4 1 132,1 0 0,-1 0 1,0 0-1,0 1 0,1-1 0,-1 1 0,0 0 0,0 0 0,6 2 0,-8-2-18,1 0 1,-1 1 0,1-1 0,-1 0-1,1 1 1,-1-1 0,0 1 0,1 0-1,-1-1 1,0 1 0,0 0-1,0 0 1,-1-1 0,1 1 0,0 0-1,0 4 1,2 10 266,-1 1 0,-1-1 0,0 0 0,-4 32 0,3-45-281,-1 2-1,0 1 0,-1-1-1,0 1 1,0-1 0,0 0 0,-1 0 0,1 0 0,-1 0 0,0 0 0,-1-1-1,1 1 1,-1-1 0,0 0 0,0 0 0,0-1 0,-7 5 0,-5 4 10,-1 0 1,0-1 0,-23 10 0,33-18-158,1 0 1,-1-1 0,0 1 0,-8 0 0,-13 0-4620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6:28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1 4418,'0'0'4623,"14"2"1081,-15 6-5657,0 0-1,0 0 1,-1 0-1,-1 0 0,-2 8 1,-7 21-16,-49 259 102,36-204-136,8-29 216,-11 73-1,26-103-335,3-32-161,-1-3-9,0-16-130,10-117-6906,-9 98 3164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6:28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1473,'0'0'5191,"4"-1"-4361,-2 1-462,0-1 0,1 0-1,-1 1 1,0-1 0,0 1 0,1 0-1,-1 0 1,0 0 0,1 0 0,-1 0-1,0 0 1,1 1 0,-1-1 0,0 1-1,4 1 1,10 12-190,-5 4 49,0 1 1,-2 1-1,0 0 1,10 32-1,-11-29-71,46 179 1486,0 0-325,-49-189-1250,1 1-1,13 23 1,-16-31-43,-2-5-133,-22-33-8056,7 13 4986,-3-6-1511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6:29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 9620,'0'0'4611,"199"-35"-4611,-171 20-817,-14 2-2752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6:29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0 4418,'0'0'8444,"0"11"-7689,0-3-641,-1 0 0,0 1 0,-1-1 0,0 0 0,0 0 0,0-1 0,-1 1 0,-6 11 0,-39 60 213,17-32-175,4-3-78,-53 68 1,83-115-77,0 1 0,0 0-1,0 0 1,0 0 0,1 1 0,-1-1-1,1 1 1,-1 0 0,1 0 0,0 0-1,-1 0 1,1 1 0,0 0 0,-1-1-1,1 1 1,5 1 0,-3-1 2,0 0 0,0 1-1,-1 0 1,1 0 0,0 0 0,0 1 0,0-1 0,-1 2-1,1-1 1,9 6 0,4 7 174,24 25 1,-10-8 52,-29-25-847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6:30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 2097,'0'0'5552,"31"-3"589,-30 5-6085,1 1-1,-1-1 1,1 1 0,-1 0-1,0-1 1,0 1-1,0 0 1,0 0-1,0 0 1,-1-1 0,1 6-1,0-4 25,41 322 2423,-41-306-2307,-1-14-122,0-1 1,0 1-1,0-1 1,1 1 0,0-1-1,0 1 1,0-1-1,1 0 1,-1 0 0,5 8-1,-2-10-20,-2-2 2,-1-21-606,-1 10 205,1-24-1075,-2 0-1,-1 0 1,-13-63-1,2 17 1395,5 28 55,7 40 338,0-1 0,1 1-1,1-14 1,0-3 15,-1 27-381,0 0 0,1 1 0,-1-1 0,1 0 1,0 0-1,-1 0 0,1 1 0,0-1 0,0 0 1,0 1-1,1-1 0,-1 0 0,0 1 0,0 0 0,1-1 1,-1 1-1,1 0 0,-1 0 0,1 0 0,0 0 0,-1 0 1,1 0-1,0 0 0,0 0 0,0 1 0,-1-1 0,5 0 1,2-1 75,1 0 1,1 0 0,-1 1 0,14 0-1,-21 1-75,3-1 59,-1 1-1,1 0 0,-1 1 0,1-1 0,-1 1 0,1 0 0,5 2 1,-9-3-27,1 1 0,-1 0 0,1 0 0,-1 1 1,0-1-1,0 0 0,1 0 0,-1 1 0,0-1 0,0 1 1,0-1-1,0 1 0,0-1 0,-1 1 0,1 0 1,0-1-1,-1 1 0,1 0 0,-1-1 0,0 1 0,1 2 1,1 13 352,-1-1 1,-2 33 0,1-16 92,-1-22-381,-1 0 0,1 0 0,-2-1 0,1 1 0,-2-1 0,1 0 0,-1 0 0,-1 0 0,0-1 0,-10 17 0,3-5-27,11-20-90,0 0 1,0 1-1,1-1 1,-1 0-1,1 1 1,-1-1-1,1 0 1,0 1 0,-1-1-1,1 0 1,0 1-1,0 2 1,18-4-1053,-7 0 1107,-1 0 1,0 1-1,0 0 1,1 0-1,-1 1 1,0 1-1,12 4 1,-19-6-1,0 1 0,0-1 0,0 1 1,0 0-1,0 0 0,-1 0 1,1 0-1,-1 0 0,1 1 1,-1-1-1,0 1 0,0 0 1,0 0-1,0-1 0,-1 1 1,1 0-1,-1 0 0,0 1 1,1-1-1,-1 0 0,-1 0 1,1 1-1,0-1 0,-1 0 1,0 1-1,0 4 0,0-2 12,0 0 0,0 0 0,0 0-1,-1 0 1,0 0 0,-2 5 0,2-8-38,-1 0 0,1 0 0,-1 0-1,0-1 1,0 1 0,0 0 0,0-1 0,-1 1 0,1-1 0,-1 0-1,1 0 1,-5 3 0,-23 17-45,-40 26 405,62-43-572,1-1 1,-1-1-1,1 1 0,-1-1 0,0-1 0,-1 1 0,-13 1 0,-9-3-3510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6:46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82 5507,'0'0'5479,"0"-4"-4974,0-6-260,0 2 3047,-25 9-3124,21 1-160,0 0-1,0-1 0,0 2 1,1-1-1,-1 0 1,1 1-1,0 0 0,-1-1 1,1 1-1,1 1 0,-1-1 1,0 0-1,1 1 1,-1-1-1,1 1 0,-2 5 1,-3 5 11,1 0 0,0 0 1,-4 19-1,3 8 211,0 0 0,3 0 0,2 83 1,2-101-189,0-18-8,0 0-1,1-1 1,0 1-1,0 0 1,1 0-1,-1-1 1,1 1-1,0 0 1,5 7-1,29 39 491,-26-39-420,-1-1-18,1-1 0,-1 0 0,2 0 0,0-1 0,0-1 0,0 0 0,1 0 0,1-1 0,-1-1 0,1 0 0,0 0 0,22 5 0,-30-10-47,1 0 0,0 0 0,0-1 0,0 1 0,0-1 0,0-1 0,0 1 0,-1-1 0,8-1 0,-10 1-30,0 0-1,0-1 0,0 1 0,0-1 1,0 0-1,0 1 0,-1-1 1,1-1-1,0 1 0,-1 0 0,0 0 1,1-1-1,-1 0 0,0 1 0,0-1 1,-1 0-1,3-4 0,6-14-69,0 0 0,-1-1 0,-1-1 0,-2 1 0,0-1 0,-1 0 0,-1-1 0,1-37-1,-2-205-223,-3 259 285,-1 1 1,0 0-1,-1 0 0,1 0 0,-1 0 1,0 1-1,-1-1 0,1 0 0,-1 1 1,0 0-1,-5-7 0,3 5 0,0 1 0,0 0 0,0 0 0,-1 0 0,0 1 0,0 0 0,0 0 0,-9-5 0,9 9 26,-1-1-1,1 1 1,-1 0 0,1 0 0,-1 1 0,0 0 0,0 0 0,1 1 0,-12 2-1,16-2-22,-1 0-1,1 0 0,-1 0 0,1 1 0,0-1 0,-1 1 0,1 0 0,0-1 0,0 1 0,0 0 0,0 0 0,-2 3 0,-22 34 41,14-20-33,-1 1-142,-19 37 0,31-56-107,1 0 0,-1 0-1,1 0 1,-1 0-1,1 0 1,-1 0-1,1 0 1,-1 0 0,0-1-1,1 1 1,-1 0-1,0 0 1,0-1 0,0 1-1,0 0 1,0-1-1,0 1 1,-1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7:02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79 3682,'0'-9'13000,"-2"97"-12660,4 99 238,2-162-369,0-1 0,9 28 0,-12-47-171,1 0 0,0 0 1,0-1-1,1 1 0,-1 0 0,1-1 1,0 0-1,0 1 0,1-1 0,-1-1 0,1 1 1,0 0-1,0-1 0,0 0 0,0 0 1,1 0-1,-1 0 0,1-1 0,0 1 0,-1-1 1,1 0-1,9 1 0,5 2 130,2-2 0,-1 0 0,0-2-1,29 0 1,-48-1-166,1-1-1,-1 0 1,1 1 0,-1-1-1,1 0 1,-1 0 0,0 0-1,1 0 1,-1 0 0,0 0-1,0 0 1,0 0 0,0 0-1,0-1 1,0 1 0,0 0-1,0-1 1,0 1 0,0 0-1,0-3 1,15-34 32,-15 34-36,6-18-95,-2 0 0,-1 0 0,-1 0 0,0 0 0,-2-1 1,-2-36-1,0 18-108,1 34 163,-1 1 0,0-1 1,0 0-1,-1 0 0,0 0 1,0 1-1,0-1 0,-4-5 1,-31-52-199,15 26 153,16 29 80,0-1 0,-1 1 0,0 0 0,0 0 0,-16-14-1,20 22 8,-1-1 0,1 1-1,-1 1 1,0-1-1,1 0 1,-1 1 0,0 0-1,0 0 1,1 0 0,-1 0-1,-5 1 1,-6 0-4,13-1 4,0 1 0,-1-1 1,1 1-1,0-1 0,-1 1 0,1 0 0,0 0 0,0 0 0,0 0 0,-1 0 0,1 1 0,0-1 0,1 1 0,-1-1 0,0 1 0,0 0 0,1 0 0,-1-1 0,-2 5 0,-3 5-6,1-1 0,-8 21-1,8-18-7,-24 60-368,15-21-2965,8-21-239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7:33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0 6259,'0'0'4565,"0"25"159,0-18-4485,-1-1 0,0 0 0,-1 0 0,0 0 0,1 0-1,-5 9 1,3-8-163,0 0-1,0 0 1,1 1-1,-1 9 0,-10 73 778,7-49-12,-4 69 0,10-105-809,0 0 5,0 1-1,0-1 0,1 1 1,-1-1-1,1 1 0,2 6 1,-2-9-28,1-1 1,-1 0 0,0 0 0,1 1 0,-1-1-1,1-1 1,0 1 0,0 0 0,0 0 0,0 0 0,0-1-1,0 1 1,0-1 0,0 0 0,1 0 0,3 2-1,13 4 11,0 0 0,1-2-1,0 0 1,0-1-1,0-1 1,0-1-1,0 0 1,24-3 0,-42 1-42,1-1 1,-1 0 0,1 1 0,-1-1 0,1-1 0,-1 1-1,0 0 1,0 0 0,1-1 0,-1 0 0,0 1 0,0-1 0,0 0-1,-1 0 1,3-2 0,30-39-486,-23 28 395,-6 9 93,-1 1 0,0-1 1,0 0-1,-1 0 0,0-1 1,0 1-1,0-1 0,-1 1 1,0-1-1,0 0 0,-1 0 1,1 0-1,-2 0 0,1 0 1,-1-7-1,0-88-413,-1 99 435,0 1 0,0-1 0,0 0 0,0 1 0,0-1 0,-1 1 0,0 0 0,1-1 0,-1 1-1,0 0 1,0 0 0,0 0 0,0 0 0,-5-2 0,-7-10 22,9 8-26,0 0-1,0-1 1,1 0 0,0 0-1,0 0 1,1-1 0,-5-12-1,7 18 10,1 1 0,-1 0 0,0 0 0,0 0 0,0-1-1,1 1 1,-1 0 0,0 0 0,0 0 0,-1 0 0,1 1-1,0-1 1,0 0 0,0 0 0,0 1 0,-3-2 0,-12-9 91,13 8-97,0 0 0,0 1 0,0-1 0,0 0 0,0 1 0,-1 0 0,1 0 0,-1 0 0,0 0 0,0 0 0,1 1 0,-8-2 1,0 1 15,0 0 1,0 2 0,-14-1 0,22 1-12,-1 1-13,0 1-1,0-1 1,0 1 0,1 0 0,-1-1 0,0 2-1,1-1 1,-1 0 0,1 1 0,0 0-1,-4 3 1,-18 13-189,24-18 87,0-1-1,0 1 0,0 0 0,0 0 0,0 0 0,0 0 0,0 0 0,1 0 0,-1 0 0,0 0 0,1 0 1,-1 0-1,1 0 0,-1 0 0,1 1 0,0-1 0,-1 0 0,1 0 0,0 0 0,0 1 0,0-1 0,0 0 0,0 0 1,0 1-1,0-1 0,0 0 0,1 2 0,-1 14-3028,-3 3-3509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7:34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0 222 9220,'0'0'8311,"14"0"-7764,41 0-89,-51 0-415,-1 0 0,0 0 0,0-1-1,0 1 1,1-1 0,-1 1 0,0-1-1,0 0 1,0 0 0,0-1-1,0 1 1,0-1 0,-1 1 0,1-1-1,0 0 1,-1 0 0,1 0 0,2-3-1,0-2-103,-1 1-1,0 0 0,0-1 1,-1 0-1,5-11 1,0-1-189,11-28-340,-15 34 269,2-1 0,-1 1 0,13-19 1,-11 23 299,-3 10 592,-4 16 734,0-7-1351,-1 3 109,-1 1 1,0-1-1,-5 15 1,-1 14-17,-10 118 523,4 237-1,14-396-627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7:41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7 245 2897,'0'0'15135,"-2"5"-14454,1-5-650,1 1-1,-1 0 1,1-1 0,0 1 0,-1 0 0,1-1 0,0 1 0,-1 0 0,1 0 0,0-1 0,0 1 0,0 0 0,0 0 0,0-1 0,-1 1 0,1 0 0,1 0-1,-1 0 1,0-1 0,0 1 0,0 0 0,0 0 0,1 0 0,12-13 674,20-40-349,54-145-2490,-85 191 2198,-3 16 213,4 56 29,12 69 1,1 12 19,18 235 48,-32-321-371,-3-38-118,1-22-264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7:45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43 3650,'-3'7'13112,"1"-7"-13079,0 0-1,0 0 0,0 0 1,0 1-1,0-1 0,0 1 1,0 0-1,0-1 0,0 1 1,0 0-1,1 0 0,-1 0 1,0 0-1,1 0 0,-1 1 1,1-1-1,-1 0 0,1 1 0,-1-1 1,1 1-1,0-1 0,-2 4 1,-6 6 40,5-5-54,-1 0 1,1 0 0,1 0 0,-1 1 0,1 0-1,0 0 1,1 0 0,-1 0 0,1 0-1,1 0 1,-2 12 0,1 8 246,2 50 0,2-29-227,-3-31-12,2 0-1,0 0 1,1 0 0,1 0-1,0 0 1,8 22 0,-7-27 63,0 0 0,1 0 0,1 0 0,-1-1 0,16 21 0,-18-28-49,0-1 0,1 1 0,-1-1 0,1 0 0,-1 0 0,1-1 0,0 1 0,1-1 0,-1 1 0,0-1 0,0 0 0,1-1 0,-1 1 0,1-1 0,0 0 0,-1 0 0,1-1 0,0 1 0,6-1 0,18 1 330,-12-1-169,-1 0 0,32-4 0,-42 3-192,0-1 1,0 0-1,0 0 1,-1 0-1,1 0 1,-1-1-1,1 0 1,-1 0-1,0 0 0,0-1 1,8-7-1,1-4-50,-1-1 0,0 0 0,-1-1 0,-1 0 1,-1-1-1,12-27 0,-7 10-74,-2-1 0,13-59 0,-23 73 52,0 0-1,-2 1 1,-3-39 0,1 12 143,1 46-89,0-1 1,-1 1 0,1-1-1,-1 1 1,0 0 0,0-1-1,0 1 1,0 0-1,0 0 1,0 0 0,-1 0-1,1 0 1,-1 0 0,1 0-1,-1 0 1,0 0 0,0 1-1,0-1 1,0 1 0,0-1-1,0 1 1,0 0 0,-3-2-1,-2 0 3,0 0 0,0 0-1,-1 1 1,1 0 0,0 0-1,-12 0 1,-25 1-86,36 2 5,1-1 0,-1 1 0,0-2 0,1 1 0,-1-1 0,0-1 1,1 1-1,-10-4 0,12 4 63,0 0-1,0 0 1,-1 1 0,1 0 0,0 0-1,-9 1 1,0 0-102,9-2 85,0 1 1,1 0 0,-1 0-1,0 1 1,1-1 0,-1 1 0,0 0-1,1 0 1,-1 1 0,1 0-1,-1-1 1,1 1 0,0 1-1,0-1 1,0 1 0,0-1 0,0 1-1,1 0 1,-1 0 0,1 1-1,0-1 1,0 1 0,0 0-1,0 0 1,-4 7 0,3-1-153,0 0 1,1 0 0,0 0-1,0 0 1,1 1-1,1-1 1,0 0 0,0 1-1,1 0 1,1 14-1,-1-3-2881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7:47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26 6147,'0'0'6675,"0"-3"-6480,0-1-412,1 4 273,-1-1 1,0 1-1,0-1 0,0 1 0,0-1 0,0 0 0,0 1 0,0-1 0,0 1 0,0-1 0,0 0 0,0 1 0,0-1 1,0 1-1,0-1 0,-1 0 0,1 1 0,0-1 0,0 1 0,-1-1 0,1 1 0,0-1 0,-1 1 0,1-1 0,0 1 1,-1-1-1,1 1 0,-1 0 0,1-1 0,-1 1 0,1-1 0,-1 1 0,1 0 0,-1 0 0,1-1 0,-1 1 0,0 0 0,1 0 1,-1 0-1,1 0 0,-1-1 0,0 1 0,1 0 0,-1 0 0,1 0 0,-1 0 0,0 1 0,1-1 0,-2 0 0,-1 0-53,0-1-1,0 1 1,0 1-1,-1-1 1,1 0-1,0 1 1,0-1-1,0 1 1,0 0-1,0 0 1,0 0-1,0 1 0,0-1 1,0 1-1,0-1 1,1 1-1,-1 0 1,1 0-1,-1 0 1,1 1-1,0-1 1,0 0-1,0 1 1,0-1-1,-2 5 1,-10 11-13,9-12 10,0-1 0,1 1 1,-1 0-1,2 1 1,-1-1-1,0 1 0,1 0 1,1 0-1,-1 0 1,-1 8-1,-1 11 37,0 0 2,2 0 1,-2 30-1,2 168 1407,3-219-1395,0 0 1,1 0-1,0 0 0,0 0 1,0-1-1,0 1 0,1 0 1,0-1-1,0 1 0,0-1 1,0 0-1,1 1 0,-1-1 1,1 0-1,0-1 0,1 1 0,-1 0 1,1-1-1,-1 0 0,1 0 1,8 5-1,2 0 242,0-1 0,0 0 0,1-1 0,-1-1 0,26 5 0,-27-7-200,1-2 1,0 0 0,-1 0 0,27-3 0,-36 1-92,0 0 0,0 0 0,0-1 0,-1 1 0,1-1-1,-1 1 1,1-1 0,-1 0 0,0-1 0,0 1 0,0 0 0,0-1 0,3-3 0,37-44-149,-33 38 104,-2 2-40,-2 1 0,1-1 0,-1 0 1,-1 0-1,8-20 0,10-56 1,-16 56 227,10-25 22,-12 41-157,0 1-1,-1-1 1,-1 0-1,0 0 0,1-25 1,-3 16-50,0 15 39,-1 0 0,0 0 0,0 1 0,0-1 0,-3-10 0,2 16 4,-1 0 1,1-1-1,-1 1 0,0 0 0,0 0 1,0 0-1,0 1 0,0-1 0,0 0 1,0 1-1,-4-3 0,-2-1-15,-2-1 7,-1 0 1,0 1 0,0 0-1,0 1 1,-1 0-1,0 1 1,0 0-1,-16-1 1,22 3 8,-11-2-195,1 1 0,-1 0 0,0 1 0,1 1 0,-31 3 0,44-1 162,0-1-1,0 0 1,0 1-1,1-1 1,-1 1 0,0 0-1,1 0 1,-1 0 0,1 0-1,0 0 1,0 1-1,0-1 1,0 1 0,0-1-1,0 1 1,1 0-1,0-1 1,-3 6 0,0 1-282,1 1 1,0 0 0,0-1-1,-1 18 1,3-3-4647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7:49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8 151 4626,'0'0'9965,"0"0"-9918,0 0 0,0 0 0,0 0 0,-1 0 0,1 0 0,0 0 0,0 1 0,-1-1 0,1 0 0,0 0 0,0 0 0,-1 0 0,1 0 0,0 0 0,0 0 0,0 0 0,-1-1 0,1 1 0,0 0 0,0 0 0,-1 0 0,1 0 0,0 0 0,0 0 0,0 0 0,-1 0 0,1-1 0,0 1 0,0 0 0,0 0 0,-1 0 0,1 0 0,0-1 0,0 1 0,0 0 0,0 0 0,0 0 0,0-1 1,-1 1-1,1-1-40,0-1 1,0 1 0,0 0 0,0 0 0,0-1 0,1 1 0,-1 0 0,0 0 0,0 0 0,1-1-1,-1 1 1,1 0 0,-1 0 0,1 0 0,-1 0 0,1 0 0,0 0 0,1-1 0,19-23 28,-14 17 15,21-23-117,-14 17-917,21-29-1,-35 43 988,0 0-1,0-1 1,0 1-1,0 0 1,0 0-1,0 0 1,0 0-1,0-1 1,0 1-1,0 0 1,0 0-1,0 0 1,0 0-1,0 0 1,0-1-1,1 1 1,-1 0-1,0 0 0,0 0 1,0 0-1,0 0 1,0 0-1,0 0 1,1 0-1,-1 0 1,0-1-1,0 1 1,0 0-1,0 0 1,0 0-1,1 0 1,-1 0-1,0 0 1,0 0-1,0 0 1,0 0-1,1 0 1,-1 0-1,0 0 1,0 0-1,0 0 1,0 0-1,1 0 1,-1 1-1,0-1 1,0 0-1,0 0 1,0 0-1,0 0 1,1 0-1,-1 0 1,0 0-1,0 0 1,0 0-1,0 1 1,0-1-1,0 0 1,0 0-1,0 0 1,1 0-1,-1 0 1,0 1-1,0-1 1,0 0-1,0 0 1,3 21 76,-2 41-89,-1-46 35,-4 625 1884,4-640-2099,-8-1-3351,-5 0-1353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7:55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92 3554,'0'0'8812,"0"-1"-8705,0 0 0,0 1 0,0-1 1,0 0-1,0 1 0,0-1 0,0 1 0,-1-1 1,1 0-1,0 1 0,0-1 0,0 1 1,-1-1-1,1 0 0,0 1 0,-1-1 0,1 1 1,0-1-1,-1 1 0,0-1 0,-8 1-55,1 0-15,-1 0 0,1 0 0,-1 1 0,-10 2 0,16-2-29,-1 1 1,0-1 0,1 1-1,-1 0 1,1 0 0,-1 0 0,1 0-1,0 1 1,0-1 0,0 1-1,0 0 1,-2 3 0,-2 1 22,1 1 1,1 0 0,0 0-1,0 0 1,0 1-1,1-1 1,0 1 0,1 0-1,0 0 1,0 1-1,1-1 1,-2 14 0,-7 64 715,-2 105 0,13-187-730,1 0 1,-1-1-1,1 1 1,0 0-1,0-1 1,1 0-1,-1 1 1,1-1-1,0 0 1,0 1-1,1-1 1,-1 0-1,1-1 1,0 1-1,0 0 1,5 4-1,5 4 211,1-1-1,31 20 0,-23-17 152,-14-9-232,-1-1 0,1 0 0,0 0 1,1-1-1,-1 0 0,11 2 0,-16-4-110,1 0 0,-1-1 0,0 1 0,1-1 0,-1 0 0,1 1 0,-1-2 0,1 1 0,-1 0-1,1-1 1,-1 1 0,0-1 0,1 0 0,-1 0 0,0 0 0,0-1 0,0 1 0,0-1 0,4-2-1,2-5-75,0-1-1,-1 0 0,1 0 0,-2-1 0,13-23 0,24-64-327,-5 9 61,-32 74 268,0 0 0,-1 0 1,-1-1-1,0 0 0,3-21 0,-4 7-51,0-59 0,-4-20 185,0 108-93,-1-1 0,1 0 1,-1 1-1,1-1 1,-1 0-1,0 1 1,0-1-1,1 1 0,-1-1 1,0 1-1,0-1 1,0 1-1,-1 0 0,1 0 1,0-1-1,0 1 1,-1 0-1,-2-2 1,-33-18 92,24 14-81,5 5-22,1 0 0,-1 0 1,0 1-1,0-1 0,0 2 1,0-1-1,0 1 0,0 0 0,-11 2 1,-11 0-23,27-2 22,0 0 0,0 1 1,0 0-1,-1 0 1,1 0-1,0 0 0,0 0 1,0 1-1,1-1 0,-1 1 1,0 0-1,0 0 1,1 0-1,-1 0 0,1 0 1,0 0-1,0 1 0,-2 2 1,-6 8 11,1 0 0,-10 20 0,15-26-6,-2 3-32,0 1 0,1 0 0,1 0 0,0 0 1,0 0-1,-2 17 0,3 18-9550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7:58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0 205 8292,'0'0'6766,"2"-1"-6110,3-2-571,0 0 1,0-1-1,0 1 1,-1-1-1,1 0 1,-1 0-1,0-1 1,0 1-1,5-9 1,6-5 1,14-11-460,43-34 1,-18 17-1247,-54 46 1632,0 0 0,0 0 0,0 0 0,0 0-1,0 0 1,0 0 0,0 0 0,0 0 0,0 0 0,0 0 0,1 0 0,-1-1 0,0 1 0,0 0 0,0 0-1,0 0 1,0 0 0,0 0 0,0 0 0,0 0 0,0 0 0,1 0 0,-1 0 0,0 0 0,0 0 0,0 0-1,0 1 1,0-1 0,0 0 0,0 0 0,0 0 0,0 0 0,0 0 0,1 0 0,-1 0 0,0 0 0,0 0 0,0 0-1,0 0 1,0 0 0,0 0 0,0 0 0,0 0 0,0 0 0,0 1 0,0-1 0,0 0 0,0 0 0,0 0-1,0 0 1,0 0 0,0 0 0,0 0 0,0 0 0,2 11 284,-2 19-205,0-18 47,0 71 494,6 224 1017,-5-234-1425,-1-73-247,3 0-39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01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63 5747,'0'0'4626,"-4"0"-3981,-5-1-381,7 1-151,0 0 0,0-1 0,0 1 0,0 0 1,0 0-1,-1 0 0,1 0 0,0 0 0,0 1 0,0-1 1,0 1-1,0-1 0,0 1 0,0 0 0,0 0 1,0 0-1,0 0 0,0 0 0,0 0 0,0 1 0,-2 2 1,-8 17 181,1 0 0,2 0 1,0 1-1,1 0 0,1 1 1,-7 43-1,8-24 153,3-1-1,1 1 1,4 44-1,-2-81-386,1 1 1,-1-1-1,1 1 0,1-1 0,-1 0 0,1 0 0,0 1 0,0-1 0,0-1 0,1 1 0,0 0 0,0 0 0,0-1 1,7 8-1,-4-7 43,1 1 0,-1-1 1,1 0-1,0-1 0,0 0 1,1 0-1,-1 0 0,16 4 1,-2-2 53,1-1 1,0-1 0,0-1 0,0-1 0,0-1-1,34-3 1,-50 1-178,0 0 0,0-1 0,0 1 0,0-2 0,-1 1 0,1-1 1,-1 1-1,1-1 0,-1-1 0,0 1 0,0-1 0,0 0 0,0 0 0,-1-1 0,0 1 0,0-1 0,0 0 0,0 0 0,4-10 0,0 1-132,-1 0 0,0 0 0,-1 0 1,-1-1-1,0 0 0,4-29 0,-2-22 246,-3-90 1,-4 133-119,-1 18 27,0 0 0,0-1-1,0 1 1,-1 0 0,0 0 0,0 0 0,0 0 0,0 0 0,-1 0-1,0 0 1,0 1 0,-7-9 0,1 4 3,0-1 0,0 1 0,-1 0 0,-14-10 0,10 12-26,-1-1-1,1 2 0,-1 0 0,-1 1 1,-22-5-1,35 9 21,-10-1-21,0 0 0,-1 0 0,1 2 1,-1-1-1,1 2 0,-22 2 0,30-1 14,1-1 1,0 1-1,0-1 0,0 1 0,0 0 1,0 1-1,0-1 0,1 1 1,-1 0-1,1-1 0,0 2 0,0-1 1,0 0-1,0 1 0,0-1 0,-4 8 1,2-2-62,1-1 0,0 0 0,0 1 0,1 0 0,0 0 1,1 0-1,-2 10 0,3-2-1537,1 1-4625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05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65 688,'4'-20'13176,"-5"20"-12931,-17 1 1104,-14 8-1845,23-2 592,0 0 0,1 0 0,0 0 0,1 1 0,0 0 0,0 1 0,1 0 0,0 0 0,0 0 0,1 1 0,0-1 0,1 1 0,-6 20 0,2 1 79,2 1 0,1 0-1,-2 45 1,6 67 682,2-136-795,0 0 0,1 1 0,-1-1 1,1 0-1,1 0 0,0 0 1,0-1-1,0 1 0,6 9 0,1-1 98,1 0-1,0-1 0,14 15 0,-21-26-99,1 0 0,-1 0 0,1 0 0,0 0 0,0-1 0,1 0 0,-1 0 0,1-1 0,-1 0 0,1 1 0,0-2 0,0 1 0,10 1 0,6-1 126,0 0 1,31-3 0,-20 1-160,-26-1-23,-1 0 1,1 0-1,-1 0 1,0-1-1,0 0 1,1 0-1,-1 0 0,0-1 1,-1 0-1,1 0 1,0 0-1,-1-1 0,0 0 1,0 0-1,7-7 1,-1 0-34,-1-1 0,0 0 1,-1 0-1,0-1 0,9-19 1,-9 13-42,-1 0-1,-1 0 1,-1-1 0,-1 1 0,0-1 0,2-30 0,-1-124-63,-6 138 84,-1 30 45,0 0-1,0 0 0,0 1 0,-1-1 0,0 1 1,0-1-1,0 1 0,-1-1 0,0 1 0,0 0 1,0 0-1,-1 1 0,1-1 0,-1 1 0,0 0 1,-1 0-1,-4-4 0,-5-3 6,1 0-1,-2 1 1,1 1 0,-27-12 0,12 7 1,20 9-16,-1 0 0,1 1 0,-1 0 0,1 1 0,-1 0 1,-1 0-1,1 1 0,-21-2 0,27 3-3,-1 1-1,0 0 1,0 0 0,1 0 0,-1 1-1,0 0 1,1 0 0,-1 0 0,0 0-1,1 1 1,-1-1 0,1 1 0,0 0-1,0 1 1,0-1 0,-7 6-1,-19 19-1242,1 1-1,-33 44 0,40-46-356,-39 45-4575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34.9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 46 4978,'0'0'6937,"-2"-6"-5769,0-1-857,1 5-157,0 0 0,0 0 0,0 0 0,1 0 0,-1 0 1,1-1-1,-1 1 0,1 0 0,0-4 0,-1 3 1216,-1-1 136,2 9 906,6 72-2274,-5 83 0,-2-80-33,1 18 8,-13 386 860,2-122-1178,11-329-607,0-136-7263,0 53 1800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35.5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 47 5250,'0'0'7364,"-6"0"-6465,-13 0 479,15 0 511,17 0-866,100 0 781,364-3-1202,-477 3-602,103-7-21,-92 5 20,1-1 0,-1 1 0,0-2-1,0 1 1,-1-2 0,21-10 0,-83 12-11330,27 3 3731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35.9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33 3249,'0'0'10472,"8"-2"-9578,-5 1-821,18-6 439,-1 1 0,1 1 0,22-2 0,273 3 1302,-185 5-1497,-130 0-430,0 0 0,-1-1 0,1 1-1,-1 0 1,1 0 0,-1 0 0,0 0 0,1 0-1,-1 0 1,0 0 0,1 0 0,-1 0 0,0 0-1,0 0 1,0 0 0,0 0 0,0 0 0,0 0-1,0 0 1,0 0 0,-1 0 0,1 0 0,0 0-1,-1-1 1,1 1 0,0 0 0,-1 0-1,1 0 1,-2 1 0,-15 9-3499,-4-1-4149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36.7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153 45 7235,'0'0'6014,"-6"0"-2583,13 0-3221,0-1 1,0 0-1,0-1 1,0 0-1,0 0 1,-1-1 0,11-4-1,-9 3-203,0 0 0,0 1 0,0 1 0,0-1 0,12-1 0,24 0 20,0 1 1,56 5-1,-97-1-25,-1 0-1,1 0 1,-1 0-1,1 0 1,-1 0-1,1 1 1,-1-1-1,0 1 1,0 0-1,0-1 1,0 1-1,0 0 1,0 0-1,0 0 1,0 1-1,-1-1 1,1 0-1,-1 1 1,0-1-1,0 1 1,0-1-1,0 1 1,1 3-1,2 6 18,-1 0 1,0 0-1,2 23 0,-4-33-18,3 78 223,-4-71-182,-1 0 1,0 0-1,0-1 1,0 1-1,-1 0 1,-1-1 0,-2 9-1,-2-4 19,0 0 1,-1-1-1,-1 0 0,1-1 0,-2 0 1,0 0-1,-15 13 0,-84 59 191,101-78-268,6-3 2,-1 0 1,1 0-1,-1 0 1,0-1-1,1 1 1,-1-1-1,0 0 0,0 1 1,0-1-1,0-1 1,0 1-1,-3 0 1,6-4-620,1 0 556,0 0-1,1 0 0,-1 0 0,1 0 0,-1 1 0,1-1 0,0 1 1,0-1-1,0 1 0,0 0 0,1 0 0,-1 0 0,0 0 0,1 0 1,0 0-1,-1 1 0,1-1 0,0 1 0,0 0 0,0 0 0,5-2 1,-2 1 41,-1 1 1,0 0 0,1-1 0,-1 2-1,1-1 1,0 1 0,-1 0 0,1 0-1,-1 0 1,1 1 0,0 0 0,-1 0-1,7 2 1,-6 0 34,1 1 0,-1 0 0,0 0-1,-1 0 1,1 1 0,-1 0 0,1 0 0,-1 1 0,-1-1-1,9 13 1,-5-5 58,0 1 0,0 0 0,-2 0 0,7 18 0,-9-18 92,-1 1 0,-1 0 0,0 0 1,-1 0-1,-1 27 0,0-24 31,0-12-127,-1 0-1,0 0 0,0 0 1,-1-1-1,1 1 0,-1-1 1,0 1-1,-1-1 0,1 0 1,-1 1-1,0-2 0,-1 1 1,1 0-1,-1 0 0,0-1 1,0 0-1,0 0 0,0 0 1,-1 0-1,0-1 0,-8 5 1,-2 0 37,0 0 0,0 0 0,-1-2 0,0 0 0,-1-1 0,-21 4 0,-2-3 25,-1-2-1,1-2 0,-42-3 0,74 0-130,1 1 0,-1-1 0,0 0 0,0-1 0,0 1-1,1-2 1,-1 1 0,-8-5 0,13 6-49,0-1 0,0 0 0,0 0-1,0 0 1,1 0 0,-1-1-1,0 1 1,1-1 0,0 1 0,0-1-1,0 0 1,0 0 0,0 0-1,0 0 1,1 0 0,0-1 0,-1 1-1,1 0 1,0-1 0,0-4-1,-1-9-684,0 0 0,1 0-1,2-17 1,0 21-861,1 1-1,5-20 1,16-26-8813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37.4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 6115,'0'0'9551,"3"0"-8345,29 0-855,236-9 4180,-116 5-4609,-106 4 65,-45 0-45,-7 0-4443,-9 0 1414,-2 0-2462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37.9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 1 5410,'0'0'7164,"-3"1"-6281,-8 3-162,13-2 363,25-2 965,-2-1-1896,149 3 584,42 3-796,-196-1 47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39.7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573 10 7347,'0'0'6809,"-5"-1"-6553,1-1-190,2 1-20,1 0-1,0 0 0,-1 1 0,1-1 0,-1 1 0,1-1 0,-1 1 1,1 0-1,-1-1 0,1 1 0,-3 0 0,3 0-27,-1 0 0,1 1 0,0-1-1,1 0 1,-1 1 0,0-1 0,0 1 0,0-1-1,0 1 1,0-1 0,0 1 0,0 0 0,1-1-1,-1 1 1,0 0 0,1 0 0,-1 0 0,0 0-1,0 1 1,-12 22 118,9-16-84,-283 626 1209,214-463-966,-55 161 238,123-318-431,1 1 0,1-1 0,0 1-1,1 0 1,0-1 0,1 18 0,3-31-330,3-5 93,4-7-160,0 0-1,-1-1 1,0 0 0,-1 0 0,-1 0 0,6-15-1,29-86-3616,-19 39-386,-1-2-1747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40.1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7924,'0'0'5717,"10"20"-5007,3 6-485,41 89 806,-24-42 86,29 120-1,3 80 150,-61-270-1249,40 245 773,17 75 523,-56-314-1287,0-1 0,1 1 1,0 0-1,1-1 0,0 0 1,5 8-1,-9-16-71,0 0 0,0 0 0,0 0 0,0 0 0,0 0 0,0 0 0,0-1 1,0 1-1,0 0 0,0 0 0,0 0 0,0 0 0,0 0 0,0 0 0,1 0 0,-1 0 0,0 0 1,0 0-1,0-1 0,0 1 0,0 0 0,0 0 0,0 0 0,0 0 0,0 0 0,0 0 0,0 0 1,1 0-1,-1 0 0,0 0 0,0 0 0,0 0 0,0 0 0,0 0 0,0 0 0,0 0 0,0 0 0,0 0 1,1 0-1,-1 0 0,0 0 0,0 0 0,0 0 0,0 0 0,0 0 0,0 0 0,0 0 0,0 0 1,1 0-1,-1 0 0,0 0 0,0 0 0,0 0 0,0 0 0,0 1 0,0-1 0,0 0 0,0 0 1,0 0-1,0 0 0,0 0 0,0 0 0,0 0 0,0 0 0,0 0 0,1 0 0,-1 1 0,0-1 1,0 0-1,1-14-1816,-2-15-696,-15-8-2050,-7-4-1978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40.4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13510,'0'0'1921,"209"35"-624,-84-35-177,1 0-816,-7-6-304,-22-7-960,-24 7-1345,-20 6-3378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40.8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1 110 16456,'0'0'6354,"0"28"-6354,3-28-1120,11-25-865,7-25-2897,0-13-9941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41.5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92 64 2625,'0'0'5179,"1"-8"-4246,1-3-441,1-6 18,-2-4 3408,-23 15-2835,17 6-1090,1 0 22,0 0 0,0 0 0,0 0-1,0 0 1,0 1 0,0 0 0,0 0 0,-4 1-1,6-1-3,1 0 0,-1 1-1,1-1 1,-1 0 0,1 1-1,0-1 1,0 1-1,-1-1 1,1 1 0,0-1-1,0 1 1,1 0 0,-1 0-1,0-1 1,0 1-1,1 0 1,-1 0 0,1 0-1,0 0 1,-1 2 0,-5 56 533,1-1 1,5 72-1,1-57-217,20 243 939,-7-153-435,-14-163-827,41 380 1716,-37-347-2483,-11-184-6825,0 77 687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42.2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 86 3666,'0'0'5882,"0"-1"-5611,0 0 0,0 0 0,0 0 0,0 0-1,0 0 1,1 0 0,-1 0 0,0 0-1,1 0 1,-1 0 0,0 0 0,1 0 0,-1 0-1,1 0 1,0-1 0,8-3 18,1 0 1,-1 1-1,20-7 1,0 0-213,-11 4-74,-1 1-1,1 1 0,-1 1 1,1 0-1,1 1 0,-1 1 1,31 1-1,-46 1 4,0 0 0,0-1-1,0 2 1,-1-1 0,1 0 0,0 0 0,0 1-1,0 0 1,-1 0 0,1-1 0,0 1 0,-1 1-1,1-1 1,-1 0 0,1 1 0,-1-1 0,0 1-1,1 0 1,-1 0 0,0 0 0,0 0 0,0 0-1,-1 0 1,1 0 0,0 1 0,-1-1 0,0 1 0,1-1-1,-1 1 1,0-1 0,0 1 0,0 0 0,0 3-1,2 7 98,-1 0-1,0 1 1,0-1-1,-2 1 0,-1 24 1,0-4 19,1-23-68,-1 0 0,-1 0 1,0 0-1,-1 0 1,0 0-1,-1-1 0,0 1 1,-5 10-1,-50 80 324,44-77-293,-2 4-1,-1-2 0,-2 0-1,0-1 1,-27 24 0,44-46-67,0 0 1,0-1-1,-1 1 1,1-1-1,0 0 1,-1 0-1,0 0 1,1 0-1,-1 0 1,0-1-1,0 0 1,0 0-1,1 0 1,-1 0-1,0-1 1,-1 1-1,-4-1 1,9 0-22,-1 0 0,1-1 0,-1 1 0,1 0 0,0 0 0,-1-1 0,1 1 0,-1 0 0,1 0 0,0-1 0,-1 1 0,1 0 0,0-1 0,-1 1 0,1-1 0,0 1 0,-1 0 0,1-1 0,0 1 0,0-1 0,0 1 0,0-1 0,-1 1 0,1 0 0,0-1 0,0 1 0,0-1 0,0 1 0,0-1 0,0 0 0,0-18-161,0 16 123,0-8-83,-1 8 104,1 1 0,0 0 0,0-1 0,0 1 0,0 0-1,0-1 1,0 1 0,0 0 0,1 0 0,-1-1 0,1 1-1,0 0 1,0 0 0,0 0 0,0 0 0,0 0 0,0 0-1,0 0 1,1 0 0,-1 0 0,1 0 0,-1 1 0,1-1-1,0 0 1,2-1 0,5-3-50,1 0 0,-1 1 0,1 0-1,0 0 1,0 1 0,0 1 0,19-5 0,-6 5-20,1 0 1,36 1 0,-53 3 86,1-1 1,0 1 0,-1 1-1,1-1 1,-1 2 0,1-1-1,-1 1 1,0 0-1,0 0 1,0 0 0,-1 1-1,1 1 1,-1-1 0,0 1-1,7 6 1,3 5 64,-1 0 1,-1 1-1,24 38 1,-27-40 74,-2 1 1,0 1-1,-1 0 1,-1 0 0,0 1-1,-1 0 1,-1 0-1,-1 0 1,-1 1 0,0-1-1,-1 1 1,-1 0-1,-1-1 1,-3 23 0,2-32-88,-1 0-1,0 0 1,-1-1 0,0 1 0,-1 0 0,0-1 0,0 0 0,0 0-1,-1 0 1,-1-1 0,1 1 0,-10 8 0,-3 3 50,-1-1 1,-1-1-1,-24 15 0,25-18-34,-1-2 0,-1 0 0,0-2 0,0 0 0,-33 10-1,38-15-237,0-2 0,0 1 0,-1-2 0,1 0 0,0-1 0,-1-1 0,1-1 0,-27-3 0,37 2-326,1 1 1,-1-1 0,0 1 0,1-2 0,-1 1 0,-9-6 0,-28-27-6538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43.1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1 1008,'0'0'14172,"-2"5"-13094,1-1-1001,0-3-16,0 0 0,1 1 0,-1-1 0,1 0-1,-1 1 1,1-1 0,-1 0 0,1 1 0,0-1 0,0 1 0,-1-1-1,1 0 1,0 1 0,0-1 0,1 1 0,-1-1 0,0 0 0,0 1 0,1-1-1,-1 1 1,1-1 0,-1 0 0,1 1 0,-1-1 0,1 0 0,0 0-1,0 0 1,0 1 0,0-1 0,-1 0 0,1 0 0,1 0 0,-1 0 0,0-1-1,0 1 1,2 1 0,13 5 272,0-1-1,1 0 1,-1-1-1,1-1 1,0 0 0,32 1-1,111-3 349,-93-3-558,337 1-2214,-407 0-337,-11 3-1486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47.3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119 4 5507,'0'0'9935,"-4"-1"-9250,-16-1 1034,20 21-1437,0 39-105,-3 280 983,-20-2-330,-6-144-573,-6 57-45,33-235-409,1-17-965,0-23-787,1-74-4937,0 46 126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47.8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 0 8516,'0'0'6365,"-7"1"-5439,-24 1-293,24-1 23,246 14 3098,-5 1-3605,-19-16-7,-152 0-7242,-87 0 3643,-6 0-2389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48.1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7267,'0'0'9076,"185"34"-7827,-101-34-321,6 0-383,-2 0-161,-12 0-208,-9 0-176,-19 0-16,-13 0-384,-7 6-1585,-7 7-1169,-4-1-4081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48.5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161 104 4194,'0'0'9514,"-5"-8"-8762,2 3-675,1 3-42,0-1 0,0 1 0,1-1 0,-1 0 0,1 1 0,-2-7 0,3 8-19,-1 0 0,1-1 0,0 1 0,0 0 0,0 0 0,0-1 0,0 1 0,1 0 0,-1 0 0,0-1 0,0 1 0,1 0 0,-1 0 1,1 0-1,-1 0 0,1-1 0,0 1 0,-1 0 0,1 0 0,0 0 0,0 0 0,0 1 0,-1-1 0,3-1 0,1-2 36,0 0 0,1 1-1,0 0 1,0 0 0,0 0 0,0 0-1,0 1 1,0 0 0,1 0 0,6-2 0,2 2 121,0 0-1,29 1 1,-41 1-146,1 1 0,-1-1-1,1 1 1,-1 0 0,0-1-1,1 1 1,-1 0-1,0 1 1,1-1 0,-1 0-1,0 0 1,0 1-1,0 0 1,0-1 0,0 1-1,0 0 1,-1 0 0,1 0-1,-1 0 1,1 0-1,-1 0 1,0 0 0,1 1-1,0 2 1,2 4 104,-1 0 1,0 0-1,-1 0 1,0 0-1,2 16 0,-2 89 1122,-3-93-1065,0-3-33,-1 0-1,0 0 1,-2 0 0,0 0-1,-1-1 1,0 1 0,-2-1-1,-12 23 1,4-13 5,-1-1 0,-2 0 1,0-1-1,-26 25 0,35-39-89,-2 0 0,0-1 0,-22 16 0,27-23-57,1 1 0,-1-2 0,0 1 0,0 0 0,0-1 0,0 0 0,0-1-1,0 1 1,-1-1 0,1 0 0,-9-1 0,13 1-25,0-1 1,1 0-1,-1 0 0,0-1 1,0 1-1,1 0 1,-1 0-1,1-1 0,-1 1 1,0-1-1,1 1 0,-1-1 1,1 0-1,-1 0 1,1 0-1,-1 0 0,1 0 1,0 0-1,0 0 0,-1 0 1,1 0-1,0-1 1,0 1-1,0 0 0,0-1 1,0 1-1,1-1 0,-1 1 1,-1-3-1,1-3-100,-1 0-1,1 0 1,0 0-1,1-1 1,0-12-1,1 5-93,-1 9 142,0 0 0,0 0-1,1 0 1,0 0-1,0 0 1,0 0 0,1 0-1,0 0 1,0 1-1,1-1 1,3-5 0,-4 7 61,1 1 1,-1 0-1,1-1 1,0 1 0,1 1-1,-1-1 1,0 0 0,1 1-1,-1-1 1,1 1-1,0 0 1,0 0 0,0 1-1,0-1 1,0 1-1,8-2 1,0 1 109,1 0 0,-1 1 0,1 0-1,0 1 1,0 0 0,-1 1 0,1 1 0,0 0-1,-1 0 1,0 1 0,1 1 0,-1 0 0,0 1-1,-1 0 1,1 1 0,14 10 0,-11-6 30,0 2 159,30 15 0,-39-24-272,0-1-1,0 1 1,0-1-1,0 0 1,1-1-1,-1 1 0,1-1 1,11 0-1,-15-1-49,-1-1-1,1 1 0,-1 0 0,0-1 0,1 0 0,-1 1 1,0-1-1,0 0 0,1 0 0,-1 0 0,0 0 1,0-1-1,0 1 0,0-1 0,2-2 0,1 0-142,-1-1-1,-1 1 1,1-1 0,0 0-1,4-11 1,0-1-1281,-2 0 0,0 0 0,5-23 0,-2-11-6218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49.0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9925,'0'0'8283,"11"8"-7424,-9-6-803,4 3 51,0-1 1,0 0 0,1 0 0,-1 0 0,1-1-1,0 0 1,0 0 0,0-1 0,0 1 0,0-2-1,1 1 1,8 0 0,226 2 1250,-159-5-1379,-80 2-39,-1-1 0,0 0 1,1 0-1,-1-1 0,1 1 0,-1 0 1,0-1-1,1 1 0,3-3 1,-5 3-177,0-1 0,0 0 0,-1 0 0,1 0 0,0 0 0,-1 0 0,1 0 0,-1 0 1,1 0-1,-1 0 0,0 0 0,1 0 0,-1 0 0,0-1 0,0 1 0,1 0 0,-1 0 1,0 0-1,0 0 0,0 0 0,-1-2 0,1-9-3504,0-1-2463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49.4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 6131,'0'0'11013,"101"-10"-10853,-49 10 64,0 0 256,-3 0-32,-4 0-207,-3 0-193,-10 0-48,-1 0-160,-6 0-769,-15 0-1888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51.3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262 11 4226,'0'0'5208,"2"-3"-4032,6-5 3556,-13 24-3941,-14 26-1181,0-2 459,1 1 0,-13 49 0,-17 88 313,28-97-253,-61 248 375,75-307-490,-1 0 2,2-1 0,1 1 0,0 0 0,0 28-1,4-48-60,0-20-2428,0 2 1703,-1 2-621,2-1 0,-1 1 0,6-24 0,9-10-1949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51.7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7379,'0'0'6099,"2"2"-5739,4 8 104,-1 1 1,0 1-1,0-1 0,6 24 0,2 4 222,42 95 758,15 39-321,68 329 456,-105-362-1411,-28-125-222,-4-12-33,1 0 0,-1 0 0,0 0 0,0 0 0,0 0 0,0 0 0,-1 0 0,1 1 0,-1-1 0,0 0 0,0 0 0,0 1-1,-1 4 1,-5-11-3472,-1-3 2349,2 0 0,-1 0-1,0 0 1,1-1 0,-8-14-1,-9-21-4605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52.0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0 101 11813,'0'0'3714,"251"-6"-2737,-174-16-673,-11 0-304,-6 3-465,-18 6-1295,-15 1-1682,-13 5-4834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52.8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 29 6307,'0'0'6053,"-8"4"-5178,-25 15 177,32-16 620,6-2-1153,10-2-91,44-8 613,-2 0-486,70-2 0,330 11-1009,-453 0 252,-3 0 49,0 0-1,0 0 0,0 0 1,0 0-1,0 0 0,0 0 1,0 0-1,0 0 0,0 0 1,0 0-1,0 0 1,0-1-1,0 1 0,-1 0 1,1-1-1,0 1 0,0-1 1,0 1-1,0-1 0,0 1 1,-1-1-1,1 1 1,0-1-1,-1 0 0,2-1 1,0-14-4826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54.0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1 7091,'0'0'6046,"-5"0"-5681,-21 0 67,22 13 182,1 5-307,2-1 1,0 0-1,1 30 0,1-5 198,0 53 241,4 1-1,3-1 0,5-1 1,31 114-1,-43-204-728,2 10 52,0-1 0,2 1 0,0-1 0,0 0 0,1 0 0,0 0 0,1-1 0,13 17 0,-19-28-60,0 0 1,0 0-1,0 0 1,0 0-1,0 0 1,0 0-1,0 0 1,0 0-1,0 0 0,0-1 1,1 1-1,-1 0 1,0-1-1,0 1 1,1-1-1,-1 0 1,0 1-1,1-1 1,1 0-1,-3 0-9,0 0 3,0 0 0,0 0 0,1 0 0,-1 0 0,0 0 0,0 0 0,1 0-1,-1 0 1,0 0 0,0 0 0,1 0 0,-1 0 0,0 0 0,0 0 0,0 0 0,1 0 0,-1 0-1,0 0 1,0-1 0,0 1 0,1 0 0,-1 0 0,0 0 0,0 0 0,0 0 0,0-1 0,0 1-1,1 0 1,-1 0 0,0 0 0,0-1 0,0 1 0,0 0 0,2-11-202,-1 0 0,0 1 0,-1-1 0,0 1 0,-1-1 0,0 0 0,-1 1 0,0-1 0,-3-10 0,-6-11-266,-5-15-706,-18-96 0,22 70 572,-18-164-35,30 114 469,0 119 178,1 1 0,0-1-1,0 1 1,1-1 0,-1 1 0,1-1-1,-1 1 1,1 0 0,0 0 0,0-1 0,1 2-1,-1-1 1,1 0 0,-1 0 0,5-2-1,-2 0 15,0 0-1,1 1 0,-1 0 0,1 0 0,0 1 0,1 0 0,9-4 1,-12 5 15,0 1 0,0-1 0,0 1 1,0 1-1,1-1 0,-1 0 0,0 1 1,1 0-1,-1 0 0,0 0 0,1 1 1,-1-1-1,0 1 0,1 0 0,-1 1 1,0-1-1,0 1 0,0-1 0,0 1 1,0 0-1,-1 1 0,1-1 0,-1 1 1,1-1-1,-1 1 0,0 0 1,0 0-1,0 1 0,0-1 0,4 7 1,1 6 186,0 1 0,-1-1 0,0 1 0,-2 1 1,0-1-1,-1 1 0,-1 0 0,2 24 0,-4 149 971,-2-168-1168,-2 35-98,3-57 31,1 0 1,-1-1 0,0 1-1,0-1 1,0 1-1,1-1 1,-1 1 0,0-1-1,1 1 1,-1-1 0,0 1-1,1-1 1,-1 1 0,1-1-1,-1 1 1,1-1-1,-1 0 1,1 1 0,-1-1-1,1 0 1,-1 1 0,1-1-1,-1 0 1,1 0-1,-1 1 1,1-1 0,0 0-1,-1 0 1,1 0 0,-1 0-1,1 0 1,1 0-1,26 0-615,-19-1 532,-1 1 43,4-1 73,1 1 1,-1 0-1,0 1 0,0 0 1,0 1-1,-1 0 1,1 1-1,0 1 0,-1-1 1,16 8-1,-18-6 59,-1 1-1,1-1 1,-1 1 0,0 1-1,12 11 1,-17-14-10,0 0 0,0 0 0,0 0-1,0 0 1,-1 1 0,1-1 0,-1 0-1,-1 1 1,1 0 0,0-1 0,-1 1 0,0 0-1,1 10 1,-2-9 22,0-1 0,0 1 0,0 0 0,0 0 1,-1 0-1,0 0 0,0-1 0,-1 1 0,-2 5 0,2-6-36,-1-1-1,0 1 1,0-1 0,0 0 0,0 0 0,-1 0-1,1-1 1,-1 1 0,0-1 0,-6 4-1,-20 12 18,-2-1-1,0-2 1,0-1 0,-1-1-1,-1-2 1,-66 14-1,8-9-15,81-15-118,0-1 0,0-1 0,0 0-1,0-1 1,0 0 0,-15-3 0,24 3-17,-1 0 1,1 0-1,-1 0 0,1 0 0,-1 0 0,1-1 0,0 1 0,-1-1 1,1 1-1,0-1 0,0 0 0,0 0 0,0 0 0,1 0 0,-1 0 1,-1-4-1,-1 0-382,1 0 1,1 0-1,0-1 0,0 1 1,-2-11-1,-6-55-4709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54.4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12102,'0'0'2273,"217"0"-945,-123 0-351,0 0-801,-10 0-176,-11 0-448,-28 0-1778,-17 0-2368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55.0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16 7988,'0'0'7817,"1"0"-6849,301 2 2164,1-1-3855,-303-1 569,0 0 0,1 0 0,-1-1 0,0 1 0,1 0 0,-1 0 0,0 0 0,1-1 0,-1 1 0,0 0 0,1-1 0,-1 1 0,0 0 0,0-1 0,0 1 0,1 0 0,-1-1 0,0 1 0,0 0 0,0-1 0,0 1 0,0-1 0,1 1 0,-1 0 0,0-1 0,0 1 0,0-1 0,0 1 0,0 0 0,0-1 0,-1 1 0,1-1 0,0 1 0,0-1 0,-1-6-4554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55.3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7587,'0'0'4704,"0"9"-4416,18 683 6590,-18-678-6770,14 164 619,-13-178-730,0 10 33,1 0-1,0-1 0,4 12 1,-5-20-48,-1 1 1,1 0 0,0 0 0,0-1-1,0 1 1,0-1 0,0 1 0,0-1-1,0 1 1,0-1 0,0 0 0,1 1 0,-1-1-1,0 0 1,1 0 0,-1 0 0,1 0-1,0 0 1,-1 0 0,1-1 0,0 1 0,-1-1-1,4 2 1,-4-2-56,0 0-1,0 0 1,0 0-1,0 0 1,0 0 0,0-1-1,0 1 1,0 0-1,0 0 1,-1-1 0,1 1-1,0 0 1,0-1-1,0 1 1,0-1-1,-1 1 1,1-1 0,0 1-1,0-1 1,-1 0-1,1 1 1,0-1-1,-1 0 1,1 0 0,0 0-1,10-27-1503,-10 25 1349,12-57-4854,-5-14-4210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55.8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329 92 3858,'0'0'8342,"9"-15"-7347,28-47-82,-28 47 3754,-12 19-3855,-9 14-1110,-26 47 547,-98 181 302,81-129-224,-75 230 0,128-342-325,0 1 0,1-1 0,0 1 0,0 0 0,0-1-1,0 8 1,1-11-55,5-9-214,24-44-2403,-2 0 1,29-81-1,-34 69-2410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56.2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8244,'0'0'6083,"13"10"-5270,-5-3-652,-2-3-65,-1 0-1,0 0 1,0 0 0,-1 1-1,1 0 1,-1 0 0,0 0 0,0 0-1,0 1 1,-1-1 0,0 1-1,0 0 1,0 0 0,-1 0-1,0 0 1,2 12 0,36 293 2902,-24-162-1944,51 214 0,-61-338-999,1-1 1,2 0-1,0 0 0,1-1 0,2 0 1,20 31-1,-21-43-119,-10-10-163,-6-4-2243,-9-9 519,0 0-1,-14-15 1,-9-10-3147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56.5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86 12982,'0'0'2065,"241"-16"-624,-144 0-641,-10 1-784,-13-1-16,-15 3-1697,-24 7-1184,-18 3-4403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56.9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88 12470,'0'0'2321,"20"-50"-7988,-13 12-1952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8:57.6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212 95 4402,'0'0'7806,"-15"-1"-7358,-110-7 2797,123 8-3172,0 0 1,0 0 0,-1 0-1,1 0 1,0 1 0,0-1-1,0 1 1,-1-1 0,1 1-1,0 0 1,0 0 0,0 0 0,0 0-1,0 0 1,0 0 0,1 1-1,-3 1 1,1 1-39,0-1 0,1 1 1,0 0-1,0-1 0,0 1 0,0 0 1,0 0-1,-1 6 0,0 6 46,-1 1-1,2 0 1,0 0-1,1 0 1,3 31-1,-1-5 187,1 27 266,3 1 0,19 88 1,49 133 579,-67-269-946,1-1 1,2 0 0,0-1-1,15 24 1,-14-33-26,-10-12-151,0 0 1,0 0 0,1 0-1,-1 0 1,0 0 0,0 0 0,0 0-1,1 0 1,-1 0 0,0-1-1,0 1 1,0 0 0,0 0 0,1 0-1,-1 0 1,0 0 0,0 0 0,0 0-1,0 0 1,0-1 0,1 1-1,-1 0 1,0 0 0,0 0 0,0 0-1,0-1 1,0 1 0,0 0-1,0 0 1,0 0 0,0 0 0,0-1-1,0 1 1,1 0 0,-1 0-1,0 0 1,0-1 0,0 1 0,0-29-951,0 21 839,-1-40-1806,-2-1 0,-15-73 0,-32-146-5008,40 208 6899,3-1 0,2 1 1,5-74-1,0 84 1468,0 45-1219,1 0 1,0 0-1,0 0 1,1 0-1,-1 0 1,1 0-1,0 1 0,1-1 1,-1 1-1,1-1 1,0 1-1,0 0 1,0 0-1,0 0 1,1 0-1,8-6 1,0 0-66,1 0 0,0 1 0,1 0 0,17-8 0,-22 14-17,0-1-1,0 1 1,0 1 0,0-1-1,1 2 1,-1-1-1,1 1 1,-1 1-1,1 0 1,-1 0 0,10 2-1,-11-1-16,0 0 0,-1 1 0,1 0 0,-1 0 0,0 0 0,1 1 0,-1 1 0,-1-1 0,1 1 0,0 0 0,-1 0-1,0 1 1,10 9 0,-7-3 100,0 1 0,-1 0 0,0 0 0,-1 1 0,-1 0 0,0 1 0,0-1 0,-1 1 0,-1 0 0,0 0 0,-1 1 0,2 28 0,-4-22-43,-1 0-1,0 0 1,-2 0 0,0 0 0,-1 0 0,-1-1-1,-1 1 1,-12 29 0,-2-7-56,-3-1-1,-52 78 1,70-114-539,11-7-471,-3 0 666,26-8-610,-13 3 625,0 1 0,0 1-1,26-3 1,-29 5 202,1 2 0,-1-1 1,1 2-1,-1 0 0,22 5 1,-32-5 23,1 1 0,0-1 1,-1 1-1,0 0 1,1 0-1,-1 1 1,0-1-1,0 1 1,0 0-1,-1 0 1,1 0-1,-1 0 1,1 1-1,-1-1 1,0 1-1,0 0 1,-1 0-1,1 0 0,-1 1 1,2 4-1,-1-4 50,-1 1 0,0 0-1,-1 0 1,1 0-1,-1 0 1,0 0-1,0 0 1,-1 0-1,0 0 1,0 0-1,0 0 1,-1 0 0,0 0-1,0 0 1,-1 0-1,1 0 1,-1 0-1,-1 0 1,1-1-1,-1 1 1,0-1-1,0 0 1,0 0 0,-1 0-1,0 0 1,-7 7-1,-5 0-17,0-1 0,-1-1 0,0 0 0,-1-1 0,0-1 0,0-1 0,-1-1 0,-34 8 0,10-6-333,0-2 0,-83 1 0,82-7-428,5 1-1647,-41-5 0,18-9-3549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9:00.9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12 7732,'0'0'6752,"0"-8"-6528,0 5-116,0 6 608,0 902 2729,-1-889-3382,2 0 0,-1 0 0,2 0 1,0-1-1,1 1 0,7 23 1,-7-34-859,0-18-5504,-9-16 1705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9:01.3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3794,'0'0'13155,"15"1"-12026,166 14 919,17 3-932,213-11-857,-371-7-353,-39 0 12,0 0-1,-1 0 1,1 1-1,0-1 0,-1 0 1,1 0-1,0 0 1,-1 0-1,1 0 1,0 0-1,-1-1 1,1 1-1,0 0 1,-1 0-1,1 0 1,-1-1-1,1 1 0,0 0 1,-1 0-1,1-1 1,-1 1-1,1-1 1,-1 1-1,1 0 1,-1-1-1,1 1 1,-1-1-1,1 1 1,-1-1-1,0 0 0,1 1 1,-1-1-1,0 1 1,1-1-1,-1 0 1,0 1-1,0-1 1,0 1-1,1-1 1,-1 0-1,0 1 1,0-1-1,0 0 0,0 1 1,0-1-1,0 0 1,-1 0-1,1 0-90,-1 0 0,1 1 0,-1-1 0,1 1 0,-1 0 0,1-1-1,-1 1 1,1-1 0,-1 1 0,0 0 0,1-1 0,-1 1 0,0 0 0,1 0-1,-1-1 1,0 1 0,1 0 0,-1 0 0,0 0 0,1 0 0,-1 0 0,0 0-1,1 0 1,-1 0 0,0 0 0,-2 0-587,-23 0-4349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9:01.7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9700,'0'0'4835,"254"18"-3235,-159-14-559,-8-4-641,-10 0-400,-11 0 0,-21 3-512,-17 6-1457,-14 1-1297,-14 2-4689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9:02.0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1 374 10597,'0'0'3303,"11"-34"-3242,39-110-117,-39 115-300,1 1 0,29-47 0,-18 36 114,-18 30 246,5-6 622,-9 28 964,-15 433 2436,-7-67-3141,21-377-1197,0-18-3193,0-16-28,0-11-2568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9:02.6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44 10613,'0'0'7534,"32"0"-7067,200 0 72,-172 1-510,-36 1-132,0-1-1,-1-1 0,1-2 1,-1 0-1,46-11 0,-68 13 31,0 0 0,0 0 0,0-1 0,1 1 0,-1-1 0,0 1-1,0-1 1,0 1 0,0-1 0,0 0 0,0 0 0,0 1-1,0-1 1,0 0 0,0 0 0,0 0 0,-1 0 0,2-2 0,0-13-7278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9: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7908,'0'0'6531,"227"0"-6115,-158 0-48,-6 0-224,-11 0-144,-10 0-16,-17 0-432,-8 0-1169,-10 13-2881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9:03.7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311 123 3330,'0'0'9238,"12"-19"-8082,37-57-367,-39 61-547,-5 3 2446,-6 15-2624,-45 99 165,23-44-138,-130 332 114,91-227-183,42-111-23,-55 163 10,73-210-41,1 0 0,0 1 1,0-1-1,0 0 0,0 0 1,1 6-1,5-16-798,35-50-2020,-3-1 0,50-100 0,-47 71-1432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9:04.1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4482,'0'5'12192,"1"6"-11941,1 1-1,0-1 1,1 0 0,0 0-1,7 17 1,4 11 91,75 316 1423,-20 3-741,-22-105-726,-42-225-293,-2-10 10,0-1-1,1 0 1,1 0-1,10 23 1,-9-32-1944,-6-19 16,-6-19-1222,-18-10-2257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9:04.4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 12486,'0'0'2433,"237"12"-1409,-122-12 17,0 0-657,-10 0-384,-11-6-1329,-21 0-1328,-24-1-4802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9:04.8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 9668,'0'0'6737,"42"0"-6108,302-3 188,-316 3-717,345 13 944,-155 16-888,-172-22-237,-31-7-67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9:05.4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45 3089,'0'0'19914,"0"6"-19882,0-25-6195,0-12-384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9:06.5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83 126 6883,'0'0'4792,"-1"-5"-4003,1 4-737,0 1-1,0-1 0,0 0 1,0 0-1,0 0 0,-1 0 1,1 0-1,0 0 1,-1 0-1,1 0 0,0 0 1,-1 0-1,1 1 0,-1-1 1,0 0-1,1 0 0,-1 1 1,0-1-1,1 0 0,-1 1 1,0-1-1,0 0 0,1 1 1,-1-1-1,-1 1 1,-2-1 290,0 0 1,0 0 0,0 1 0,-1 0 0,-6 0 0,1 0 23,9 0-344,0 0 0,-1 1 0,1-1 0,0 0 0,0 1 0,0-1 0,0 1 0,0-1 0,0 1 0,0 0 0,0-1 0,0 1 0,0 0 0,0 0 0,0 0 0,0 0 0,0 0 0,1 0 0,-1 0 0,0 0 0,1 0 0,-1 0 0,1 0 0,-1 0 0,1 0 0,-1 0 0,1 1 0,0-1 0,0 0 0,0 0 0,0 0 0,0 3 0,-2 8 25,2 0 0,1 20 1,0-12-3,-2 56 119,13 264 1307,-11-330-1423,13 103 682,36 148 0,-47-249-674,10 29 144,-13-39-179,1 0 0,0 0 0,0 0 0,0 0 1,0 0-1,1 0 0,-1-1 0,1 1 0,-1 0 0,1-1 1,-1 1-1,1-1 0,0 1 0,3 1 0,-5-3-22,1 1 1,-1-1-1,0 0 0,1 0 0,-1 1 0,1-1 1,-1 0-1,1 0 0,-1 0 0,1 0 1,-1 0-1,1 0 0,0 0 0,-1 0 0,1 0 1,-1 0-1,1 0 0,-1 0 0,1 0 0,-1 0 1,1 0-1,-1 0 0,1 0 0,-1-1 1,1 1-1,-1 0 0,1 0 0,-1-1 0,1 1 1,-1 0-1,0-1 0,1 1 0,-1 0 0,1-1 1,-1 1-1,0-1 0,0 1 0,1-1 1,-1 1-1,0-1 0,0 1 0,1-1 0,-1 1 1,0-1-1,0 0 0,2-28-372,-2 22 283,0-13-469,0-5-163,0 1 0,-1 0 0,-1 0 1,-2 0-1,-6-25 0,-14-34-2520,-22-154 0,31 18 1968,14 174 1425,0 28 235,0 0 0,1 0 0,1 0 0,5-30 0,-3 38-122,1-1 0,1 0 1,-1 1-1,2 0 1,-1 0-1,1 1 0,0 0 1,1 0-1,0 0 0,0 0 1,10-6-1,-11 9-238,1 1 0,0 0 0,1 1 1,-1-1-1,1 1 0,-1 1 0,1 0 0,9-2 0,5 0 161,38-2-1,86 6 382,-141 0-524,0 0 0,1 0 0,-1 1-1,0 0 1,0 0 0,0 0 0,0 1-1,0-1 1,-1 1 0,1 0-1,0 1 1,-1-1 0,1 1 0,-1 0-1,0 0 1,0 1 0,0-1 0,-1 1-1,1-1 1,-1 1 0,0 0 0,0 1-1,0-1 1,0 0 0,-1 1-1,3 6 1,1 4 178,-1 1-1,-1-1 1,-1 1-1,0 0 1,-1 0 0,0 0-1,-1 21 1,-2-21-112,-1-1 0,0 1-1,0-1 1,-2 0 0,0 0 0,-1 0 0,0-1 0,-1 1-1,-9 15 1,-11 14 66,-45 58-1,51-75-160,-21 26-28,39-50-142,15-4-281,-1 0 0,1-1 0,0-1 0,-1 0 0,15-5 0,-13 3 468,0 1 1,0 0-1,25-2 1,-23 5 53,0 0 1,0 1-1,0 1 0,0 1 1,0 0-1,15 4 1,-26-4-42,1 0 0,-1 0 0,1 0 0,-1 1 0,0 0 0,0 0 0,0 0 0,0 1 0,-1-1 0,0 1 0,1 0 0,-1 0 0,0 1 0,-1-1 0,1 1 0,-1 0 0,0 0 0,0 0 0,3 9 0,-3-5 121,0 1 0,0-1-1,-1 1 1,0-1 0,-1 1 0,0 0 0,-1 0 0,-1 14 0,1-18-108,-1 1 0,0 0 0,-1 0 1,0 0-1,0-1 0,0 1 0,-1-1 0,1 0 0,-2 1 0,1-1 0,-1 0 1,-7 8-1,-1-2-34,0 0 1,-1-1-1,-1 0 1,0-1-1,0-1 1,-1 0 0,0-1-1,-1-1 1,0 0-1,-28 7 1,11-5-179,0-2 0,-1-2 0,0-1 1,-51 0-1,66-4-187,0-1 0,0 0 0,0-2-1,0 0 1,-18-6 0,25 5-189,1 0 0,0-1-1,0 0 1,1-1 0,-1 0-1,1-1 1,1 0-1,-1-1 1,-8-8 0,-36-43-6647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9:07.2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213 0 1521,'0'0'11541,"0"0"-11492,-1 0 0,1 0 0,0 0 0,-1 0 0,1 0 0,-1 0 0,1 0 0,-1 1 0,1-1-1,-1 0 1,1 0 0,-1 0 0,1 1 0,-1-1 0,1 0 0,0 0 0,-1 1 0,1-1 0,0 0 0,-1 1 0,1-1 0,-1 1 0,-11 19 41,0 0 1,-17 40 0,15-28-35,-12 25-66,-45 94-1639,33-82-2084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9:25.2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24 11813,'0'0'4880,"-1"-4"-4314,-1-11-44,2 15-508,-1 0 0,1 0 0,0 0-1,0 0 1,0 0 0,0 0 0,0-1-1,0 1 1,0 0 0,0 0 0,0 0-1,0 0 1,0 0 0,0 0 0,0-1-1,0 1 1,0 0 0,0 0 0,0 0-1,0 0 1,0 0 0,0 0 0,0 0-1,0-1 1,1 1 0,-1 0 0,0 0-1,0 0 1,0 0 0,0 0 0,0 0-1,0 0 1,0 0 0,0 0 0,0-1-1,0 1 1,1 0 0,-1 0 0,0 0-1,0 0 1,0 0 0,0 0 0,0 0-1,0 0 1,0 0 0,1 0 0,-1 0-1,0 0 1,0 0 0,0 0 0,0 0-1,0 0 1,0 0 0,1 0-1,-1 0 1,0 0 0,0 0 0,0 0-1,0 0 1,0 0 0,2 1 121,21-1 251,17-1-146,0 2 1,-1 2-1,51 9 1,26 16-208,-26-5-39,120 14 0,-204-37 81,-6 0-113,0 0 1,1 0-1,-1 0 1,0 0-1,1 0 1,-1 0-1,0 0 1,0 0-1,1 0 1,-1 0-1,0 0 1,1 0-1,-1 0 1,0 0-1,1 0 1,-1 0-1,0 0 0,1 0 1,-1 0-1,0 1 1,0-1-1,1 0 1,-1 0-1,0 0 1,0 0-1,1 1 1,-1-1-1,0 0 1,0 0-1,0 1 1,1-1-1,-1 0 1,0 0-1,0 1 1,0-1-1,0 0 1,0 1-1,1-1 1,-1 0-1,0 1 1,0-1-1,0 0 1,0 1-1,0-1 0,0 0 1,0 0-1,0 1 1,0 0-1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9:25.8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 0 6067,'0'0'4314,"-6"6"-3578,-20 14 51,26-19-696,-1-1-1,1 0 0,-1 1 1,1-1-1,-1 0 1,1 1-1,0-1 1,-1 0-1,1 1 1,0-1-1,-1 1 1,1-1-1,0 1 1,0-1-1,-1 1 0,1-1 1,0 1-1,0-1 1,0 1-1,0-1 1,-1 1-1,1-1 1,0 1-1,0 0 1,0-1-1,0 1 0,0-1 1,0 1-1,1-1 1,-1 1-1,0-1 1,0 1-1,0-1 1,0 1-1,1-1 1,-1 1-1,0-1 0,1 1 1,-1-1-1,0 1 1,1-1-1,-1 0 1,0 1-1,1-1 1,0 1-1,18 10 396,-18-11-299,20 8 123,1-1 0,0-1 0,0-1 0,0-1 0,39 2 0,-9 0-195,124 13 154,-101-16-7376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9:28.3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423 85 2209,'0'0'5893,"0"-7"-4919,0 3-954,0-2 341,-1 0 0,2 1-1,-1-1 1,1 1-1,0-1 1,0 1-1,0-1 1,1 1-1,2-6 1,2-2 1373,-13 20-667,-13 21-789,-6 20-129,-25 62 1,15-31-33,-100 174 492,5-10-98,126-233-394,1 0 1,-1 0-1,2 0 0,-1 1 0,1-1 0,1 1 0,0 0 0,0 0 0,1 11 0,1-21-82,2-1-48,1-1-77,0 1 0,-1-1 0,1 1 0,-1-1 0,1 0 0,-1 0 0,1-1 1,-1 1-1,1 0 0,-1-1 0,0 1 0,0-1 0,0 0 0,0 0 0,0 0 0,2-2 0,31-44-2885,-23 31 1391,19-26-3261,0-1-1724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9:28.7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7027,'0'0'5782,"7"0"-5262,-3 0-638,25-1 1148,-28 2-957,1-1-1,-1 0 1,0 0-1,1 1 1,-1-1-1,1 1 1,-1-1-1,0 1 1,1-1 0,-1 1-1,0 0 1,0 0-1,0-1 1,0 1-1,1 0 1,-1 0-1,0 0 1,0 0-1,-1 1 1,3 1 0,7 21 376,-1 2 1,-1-1 0,6 33 0,-3-16-161,69 393 2228,-55-273-1861,-24-151-618,1 1 1,1-1-1,0 0 1,0 0-1,1-1 1,7 15-1,-22-46-4252,2 3 1881,-17-24 1,3 10-1397,-2-2-1164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9:29.1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12822,'0'0'1248,"223"25"-1168,-121-25-80,-8 0-224,-14 0-5554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9:31.5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 79 6403,'0'0'5739,"-7"-7"-4918,-23-20-290,22 17 2291,13 7 232,-1 3-3880,51-9 959,-1 4-1,1 1 1,74 5-1,-41 1-96,-19-4-50,-31 0 30,0 2-1,0 1 1,41 8-1,-74-9-19,-4 0-1,0 1-1,0-1 1,-1 0 0,1 0-1,0 0 1,0 1-1,0-1 1,0 0 0,0 1-1,-1-1 1,1 1-1,0-1 1,0 1-1,-1-1 1,1 1 0,0 0-1,0 1 1,0-2-22,-1 0-151,1 0 51,-1 0-1,0 0 1,0 0-1,1 0 1,-1 0 0,0 0-1,1 0 1,-1 0-1,0 0 1,0 0 0,1 0-1,-1 0 1,0 0-1,0 0 1,1-1-1,-1 1 1,0 0 0,0 0-1,1 0 1,-1 0-1,0-1 1,0 1 0,0 0-1,1 0 1,-1-1-1,0 1 1,0 0 0,0 0-1,0-1 1,0 1-1,1 0 1,-1 0 0,0-1-1,0 1 1,0 0-1,0 0 1,0-1 0,0 1-1,0 0 1,0-1-1,0 1 1,0 0 0,0 0-1,0-1 1,0 1-1,0 0 1,-1-1 0,1 1-1,0 0 1,0-2-283,0-18-5643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9:32.0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3201,'0'0'5256,"0"8"-3751,9 243 3456,0 0-3372,-9-12-1904,0-245-717,1-1-1,0 1 1,0 0 0,1-1 0,0 1 0,0 0 0,3-6 0,9-19-5227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9:33.4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806 372 5346,'0'0'3359,"0"-11"-2806,0-3-402,1-9 1110,-3-33 0,1 53-1233,0 0 0,0 0 1,0 0-1,0 0 0,-1 1 1,1-1-1,-1 0 0,0 1 1,1 0-1,-1-1 0,-1 1 1,1 0-1,0 0 0,-3-3 1,-42-27-12,34 23 37,-20-13 30,-41-35 0,57 42 91,0 0 1,-1 2-1,-31-19 0,39 27-146,1 1-1,-2 0 0,1 0 1,0 1-1,-1 0 0,1 0 1,-1 2-1,0-1 0,-16 1 1,13 0 75,10 1-46,-1-1 0,1 1 0,-1 0 0,1 0 0,-1 1 0,1-1-1,-1 1 1,1 0 0,0 0 0,-1 1 0,1-1 0,0 1 0,0 0 0,-4 2 0,-10 13 20,1 1-1,2 0 1,0 1-1,0 1 1,-20 38 0,-7 8 3,38-60-63,-65 104 77,61-95-102,1 0 1,1 0 0,0 1 0,1 0-1,-5 30 1,-5 29 454,9-50-376,1 1 0,1-1 0,-1 31 0,5 75 681,1-123-704,0 1 1,0-1-1,1 1 1,0-1-1,1 0 1,-1 0-1,2 0 1,-1 0-1,1 0 1,0-1-1,1 0 1,0 0-1,0 0 1,6 7-1,13 11 151,0-2 0,32 26 0,-48-43-163,16 13 106,0 0-1,2-2 1,49 26 0,-59-36-65,1 0 0,0-1 0,0-1 0,0-1 0,0 0 0,1-1 0,0-1 0,20-1 0,10 0 4,52-2-11,-89 0-65,1 0-1,-1-1 1,0-1-1,0 0 1,0 0-1,18-9 1,24-18 24,60-46 1,-102 69-12,-4 1-23,0-1 0,0 0 1,0 0-1,-1 0 1,0 0-1,0-1 0,-1 0 1,0-1-1,-1 1 1,0-1-1,4-10 1,1-8 67,-1 0 0,7-42 0,-9 24-70,-3 1 0,-3-68 0,-1 46 37,1 56-39,-1-1 0,0 1 0,-1-1 0,0 1 0,-1 0 0,0 0 0,0 0 0,-1 0 0,0 1 0,-1 0 0,0-1 0,-1 1 0,0 1 0,0-1 0,-1 1 0,0 1 0,0-1 0,-11-8 0,13 12 5,0 1-1,-1 0 0,1 0 0,-1 0 1,0 1-1,1-1 0,-1 2 0,0-1 1,0 0-1,0 1 0,-13 0 0,-22-7-17,32 3 501,8 3-1314,7 0-4431,15 2-676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9:34.6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273 117 400,'0'0'9722,"-2"-8"-8892,-7-35 317,7 40-1076,1 1 0,0-1 0,-1 1-1,0 0 1,1 0 0,-1 0 0,0 0 0,0 0 0,0 0 0,-1 0 0,1 0-1,0 1 1,-1-1 0,-4-1 0,-39-17-70,31 16 176,1 0 0,-1 2 0,0 0 0,0 1 0,-26 0 0,41 2-174,0-1 1,-1 0-1,1 0 0,0 0 1,-1 0-1,1 0 0,0 1 1,-1-1-1,1 0 0,0 0 0,-1 1 1,1-1-1,0 0 0,0 0 1,-1 1-1,1-1 0,0 0 1,0 1-1,-1-1 0,1 0 0,0 1 1,0-1-1,0 0 0,0 1 1,0-1-1,0 1 0,-1-1 1,1 0-1,0 1 0,0-1 0,0 1 1,0 15 102,0-12-72,0 606 3349,-1-586-3148,1-16-116,-1 1 0,1-1 0,1 0 0,0 1 0,0-1 0,0 0 0,4 12 0,-4-19-102,-1-1-1,0 1 1,0-1 0,0 1 0,1-1 0,-1 0 0,0 1 0,0-1-1,1 1 1,-1-1 0,0 0 0,1 1 0,-1-1 0,1 0 0,-1 1-1,0-1 1,1 0 0,-1 0 0,1 1 0,-1-1 0,1 0 0,-1 0 0,1 0-1,-1 1 1,0-1 0,1 0 0,-1 0 0,1 0 0,-1 0 0,1 0-1,-1 0 1,1 0 0,-1 0 0,1 0 0,-1 0 0,1-1 0,-1 1-1,1 0 1,-1 0 0,1 0 0,-1-1 0,1 1 0,-1 0 0,1 0-1,-1-1 1,0 1 0,1 0 0,-1-1 0,1 0 0,1-3-84,0-1 0,0 0 1,-1 0-1,0-1 1,1 1-1,-2 0 0,1-10 1,-1-44-1036,-1 28 717,1-1-21,1-51-1980,-19-149 0,16 207 2027,0 0 0,2-34 0,0 22 414,1 34-40,-1 0 0,1 1 0,0-1 0,0 0 1,0 1-1,0-1 0,0 1 0,0-1 0,1 1 0,-1 0 0,1-1 0,0 1 0,0 0 0,-1 0 1,1 0-1,1 0 0,-1 1 0,0-1 0,0 1 0,1-1 0,-1 1 0,1 0 0,2-2 0,6-2 150,1 0-1,0 1 1,-1 1-1,14-3 1,-3 3-101,1 1 0,0 1 0,-1 1 0,37 4 0,-42 0-4,0 0 0,-1 1 0,0 1 0,0 0 0,-1 1 0,0 1 0,26 17 0,-37-22-21,0 0 1,-1 1 0,1-1-1,-1 1 1,1 0-1,-1 0 1,0 0-1,-1 0 1,1 0-1,-1 1 1,0-1-1,0 1 1,0 0-1,0-1 1,-1 1 0,0 0-1,1 8 1,-1-7 27,-1 0 1,0 0-1,0-1 1,0 1-1,0 0 1,-1 0 0,0-1-1,-1 1 1,1 0-1,-1-1 1,0 1-1,0-1 1,-1 0 0,1 0-1,-6 8 1,-5 2 180,-1-1 0,0 0 0,-1-1 0,0 0 0,-1-1 1,-25 14-1,11-9 177,0-2 0,-64 23 0,111-45-479,7-3-566,0 1 1,0 2-1,37-7 1,-43 12 439,-1 1 0,33 2 0,-43-1 174,-1 1-1,0 0 1,-1 1 0,1 0 0,0-1 0,0 2 0,-1-1 0,1 1 0,-1 0 0,0 0-1,10 7 1,-8-3 16,-1-1 0,0 1 0,0 0-1,0 0 1,-1 0 0,0 1 0,0 0-1,-1 0 1,0 1 0,-1-1-1,5 14 1,-4-5 178,-1 0 1,0 1-1,-1-1 0,-1 1 0,-2 19 0,1-31-116,0 1 0,-1-1 0,0 0 0,0 1-1,-1-1 1,0 0 0,0 0 0,0 0 0,-1 0-1,0 0 1,0 0 0,0-1 0,-1 0 0,-4 6-1,2-5 47,0 0-1,-1 0 0,0 0 0,0-1 0,0 0 0,0-1 0,-1 0 1,0 0-1,-11 4 0,-4-1 46,-1-1-1,1-1 1,-1-1 0,0-1 0,0-1 0,-41-2-1,50-2-339,1 1-1,-1-2 1,1 0-1,0 0 1,0-2-1,0 0 0,0 0 1,1-1-1,0-1 1,0 0-1,1-1 0,0 0 1,0-1-1,1 0 1,-12-12-1,11 9-1357,1 0 0,-12-15 0,-7-20-6367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9:40.2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6851,'0'0'4616,"8"0"-493,29 0-3244,121 9-559,-113-5-224,-29-1-72,0 0 0,-1 0 0,29 12 0,-28-9-11,1-1-1,-1-1 1,21 4 0,20-2 8,12 1-8,75 17 1,-104-17 9,0-2 0,1-2 0,79-4 0,-40 0-16,-28 1 5,31 1 14,0-3 0,96-16 0,-100 6-17,105-2-1,84 14 0,-123 1-22,-82-1 8,133-4-9,-121-7 43,-51 6-38,0 1 1,34 0 0,171-3 1286,-216 7-948,-41 3-5428,-23 10-3945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9:47.6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73 6442 11125,'0'0'4234,"-16"12"-3716,-30 27-74,45-38-425,0-1 1,1 1 0,-1 0 0,0 0 0,0-1-1,1 1 1,-1 0 0,0 0 0,1 0 0,-1 0 0,0 0-1,1 0 1,0-1 0,-1 3 0,3-3 23,0 0-1,0-1 1,1 0 0,-1 1-1,0-1 1,0 0 0,0 0 0,0 0-1,0 0 1,3-3 0,23-14 221,-1-1 0,-2-1 0,42-41 0,15-23 20,85-111 0,62-112-211,-167 222-31,0-1-23,623-823 429,439-586 150,-811 998-717,-274 422 17,-4-3 0,-2 0 0,-4-3-1,34-154 1,-40 65-246,4-225 0,-7 49 345,-2 181-45,12-241-221,-29 335 142,1 33 70,-2 1 0,-1-1 1,-2 1-1,-13-63 0,12 85 53,-3-11-61,-19-44 0,23 61 43,-2 1-1,0 0 0,0 0 1,0 0-1,-1 1 0,0 0 1,0 0-1,-1 0 0,-7-5 1,-45-39-35,33 28 69,-52-37-1,69 54-14,0 1 0,-1 0 0,1 0-1,-1 1 1,-1 0 0,1 1-1,0 0 1,-1 1 0,1 0 0,-13 0-1,13 0 0,-1 2-1,1-1 0,0 2 1,0-1-1,0 1 1,0 1-1,0 0 0,1 0 1,-1 1-1,-16 7 1,-16 16 20,1 1 0,-50 45 0,35-27 24,5-5 33,-59 62 1,91-82 0,1 0 0,1 2 1,1 0-1,1 1 0,-23 47 0,20-26 101,2 1 0,2 0 0,-13 76 0,-3 147 595,18 155 9,12-353-599,3 1 0,3-1 0,22 103 0,-21-144-149,1-2 0,1 1 0,2-1 0,0-1 0,2 1 1,1-2-1,1 0 0,1-1 0,1-1 0,1 0 1,29 28-1,-21-28 7,2-1 0,0-1 0,1-2 0,52 27 0,134 45 126,16 10-25,-203-86-124,0 1 0,-1 1 0,-1 2 1,-1 1-1,42 41 0,-50-41-12,-1 0-1,-1 2 1,-1 0 0,-1 0-1,0 1 1,-2 1-1,-1 0 1,-1 0 0,-1 1-1,9 48 1,-4 12 208,1 169 0,-13-250-200,-18 669 1367,7-477-1252,9-173-107,0-1 0,1 1-1,1-1 1,1 0 0,6 26-1,-7-44-14,1 0 0,-1 0-1,1-1 1,0 1-1,0 0 1,0 0 0,0-1-1,1 0 1,0 1-1,-1-1 1,1 0-1,0 0 1,0-1 0,1 1-1,-1 0 1,1-1-1,-1 0 1,1 0 0,0 0-1,0 0 1,0-1-1,6 2 1,1 0-3,0-2 1,0 1-1,0-1 0,0-1 1,1 0-1,-1-1 0,0 0 1,0 0-1,0-1 0,0-1 1,13-4-1,21-10-31,-1-2 0,83-50-1,147-105-1727,259-217 0,-334 225-832,-70 38-2770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9:49.2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1 219 10533,'0'0'6309,"2"-3"-5748,0-1-456,3-2 1055,-4 30-667,-1 847 2820,1-709-2694,22 174 0,-19-303-545,2 0-1,1 0 0,1-1 1,21 50-1,-25-73-60,0 0 0,1-1-1,0 1 1,0-1 0,1 0-1,0-1 1,0 1 0,1-1 0,0 0-1,0-1 1,1 0 0,-1 0 0,1 0-1,1-1 1,-1 0 0,1-1 0,0 0-1,0 0 1,16 4 0,-3-5 21,-1-1 0,1 0 0,0-1 1,0-2-1,-1 0 0,1-1 0,0-1 0,-1-2 1,0 0-1,39-14 0,-29 5-15,0-1-1,-1-2 1,-1 0-1,-1-2 1,0-2 0,33-31-1,-14 7-46,-3-1 0,60-82-1,-71 80-75,-1-2 0,-3-1 0,-2-1 0,-2-1 0,-3-1 0,-2-2 0,-3 0 0,-1-1 0,-4 0 0,-2-1 0,5-103 0,-14-104 192,-4 345 166,-14 83 0,0-13-42,2 346 527,14-474-701,1-1 0,2 0 0,0 1-1,1-1 1,8 25 0,-10-41-33,1 0 1,0 0-1,0 0 1,0 0-1,1-1 1,-1 1-1,1-1 0,1 0 1,-1 1-1,0-1 1,1-1-1,0 1 1,0-1-1,0 1 0,0-1 1,1 0-1,-1 0 1,1-1-1,0 0 1,-1 1-1,1-1 0,0-1 1,0 1-1,1-1 1,-1 0-1,5 0 1,0 0-5,0-1 0,0 0 0,0 0 1,0-2-1,-1 1 0,1-1 1,0 0-1,-1-1 0,1 0 0,-1-1 1,0 1-1,0-2 0,0 0 0,-1 0 1,0 0-1,0-1 0,0 0 0,-1 0 1,11-12-1,-1-1-32,-1-1-1,-1-1 1,0 0-1,-2-1 1,-1 0-1,15-34 1,-17 26-104,-1 0 1,-1 0-1,-2-1 1,0 0-1,-3 0 0,0 0 1,-2-1-1,-5-54 1,1 62 61,-1 0 0,-1 0 0,-1 1 0,-1 0 0,-1 0 0,-1 0 1,-1 1-1,-1 0 0,-1 1 0,-1 0 0,-1 1 0,-26-30 0,13 21 133,-1 1-1,-1 2 0,-1 1 1,-1 1-1,-2 1 1,0 2-1,-37-17 0,-68-28 568,135 65-603,1 0 0,-1-1 0,0 1 0,1-1 0,-1 0 0,1 1 0,0-1 0,0 0 0,0 0-1,0-1 1,0 1 0,0 0 0,0-1 0,1 1 0,-3-5 0,3 4-11,0 0 0,1-1 0,-1 1 0,1 0 0,0-1 0,0 1 0,0 0 0,0-1 1,0 1-1,1 0 0,-1-1 0,1 1 0,2-4 0,-2 3-13,1-1 0,0 1-1,0-1 1,1 1 0,-1 0 0,1 0-1,0 0 1,0 0 0,1 0 0,5-5-1,5-2-30,25-16 0,-37 26 29,19-12-12,2 0 0,0 2 0,0 0 0,1 2 0,1 1-1,-1 0 1,1 2 0,0 1 0,1 1 0,-1 1 0,1 1-1,47 3 1,-62 0 4,0 0-1,0 1 1,0 0-1,0 1 0,-1 0 1,1 1-1,-1 0 1,0 1-1,0 0 1,-1 0-1,1 1 0,11 10 1,-9-5-4,0 0 0,0 1 0,-2 1 0,1 0 1,-2 0-1,0 1 0,14 27 0,-10-11 1,0 1 0,-3 0 0,0 1 0,10 65-1,1 135 215,-17-156 52,26 143-1,-27-204-229,1 0 0,1 0 0,9 20-1,-12-30-19,0-1-1,1 0 0,-1 0 1,1-1-1,0 1 0,0-1 1,0 1-1,0-1 0,1 0 1,-1 0-1,1 0 0,0 0 1,0-1-1,0 0 0,5 3 0,1-2-4,-1-1 0,1 0-1,0 0 1,0-1-1,0 0 1,-1-1-1,1 0 1,0-1-1,0 0 1,0 0-1,0-1 1,-1 0-1,19-7 1,-13 1-43,0-1 1,-1 0-1,0-1 1,0 0-1,15-16 0,63-69-496,-48 44-27,-1-1-1,58-97 0,-81 114 384,-1-1 0,-2 0 0,-2-1 0,-1-1-1,15-72 1,-21 57 91,-2-1 0,-2 0 0,-5-76 0,0 115 152,0 1-1,-1-1 1,0 1-1,-1 0 1,-1-1 0,0 2-1,-1-1 1,-11-22 0,11 29 49,0-1 1,0 1-1,-1 0 1,1 1-1,-1-1 1,-1 1-1,1 1 0,-1-1 1,0 1-1,-1 0 1,1 0-1,-1 1 1,0 0-1,0 1 1,-14-5-1,3 3 30,-1 0-1,-1 1 0,1 2 1,-1 0-1,1 1 0,-1 1 1,1 0-1,-34 7 0,24-2 20,0 2 0,0 2 0,0 0 0,-54 28 0,-3 8-99,-83 38-304,159-78 0,0-1 0,0-1 1,0 0-1,-15 2 0,20-4-890,0-1 0,1 0 0,-1 0 0,0-1 0,0 1 0,-5-3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9:49.5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221 1 22634,'0'0'369,"-217"0"-337,214 0-32,3 3-689,0 12-3457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49:50.5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0 515 15383,'0'0'1377,"241"-147"-1377,-60 50-32,25 6-16,-4 12 32,-10 20-1585,-42 18-3682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2:48.0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17 114 2769,'0'0'8092,"0"-3"-7497,1-6-382,-1 0 1,1 0-1,1 0 1,0 0-1,3-9 0,-3-3 384,-2 19-409,0 0 0,0 0 0,0 1 0,0-1 0,0 0 0,0 0 0,0 0 0,1 0 1,-1 1-1,1-1 0,0 0 0,1-2 848,0 29-981,-3 45 0,0-21 22,1 51 483,-17 132 1,8-156 163,0 92 0,9-166-921,0-6-1684,0-18-928,0-21-2146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2:48.9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51 4978,'0'0'6024,"2"-4"-4380,1 0-1514,1 1-1,0 0 1,1 0 0,-1 0 0,0 0 0,1 1-1,0 0 1,-1 0 0,1 0 0,8-2 0,1 1 21,0 0 0,25-2 0,29 0 389,87 6 0,-152 0-529,1 0 0,-1 0 0,1 0 0,-1 0 0,0 1 0,1-1 0,-1 1-1,0 0 1,0 0 0,0 0 0,0 0 0,-1 0 0,1 1 0,3 4 0,6 6 315,16 27 1,-10-14-69,-13-20-222,-1 1 0,1-1 0,-1 1 0,-1 0 0,1 1 0,-1-1 0,0 1-1,-1-1 1,2 10 0,-1 4 97,-1-1 1,-2 28-1,0-43-91,1 51 144,-2 65 247,0-115-428,-1-1 0,1 1 1,-1-1-1,0 0 0,-1 1 1,1-1-1,-1 0 1,0 0-1,0-1 0,0 1 1,-1-1-1,0 1 0,0-1 1,0 0-1,-6 3 0,-5 6 59,-2-1 0,-32 19 0,6-8-31,7-5 5,0 2 0,2 1-1,1 2 1,-53 46 0,71-56-32,11-11-6,1 0 1,0 1 0,1 0-1,-1-1 1,0 1 0,-2 4-1,4-4-10,1-2 79,-1-1-34,-1 0-30,2 0-18,2-5-2639,10-19-363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2:50.2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47 51 2881,'0'0'10061,"25"-3"-6515,-15 0-3474,-1-1 1,0 0-1,13-8 1,11-6 50,-25 16-106,0 0-1,0 1 1,-1 0-1,1 0 1,0 1 0,0 0-1,14 2 1,6 0 13,-26-3-17,-1 1 0,1 0 0,-1 1 0,1-1 0,0 0 0,-1 0 0,1 1 0,-1-1 1,1 1-1,-1-1 0,1 1 0,-1-1 0,1 1 0,-1 0 0,0 0 0,1 0 0,1 2 0,-2-1 13,1 0-1,-1 0 0,1 1 1,-1-1-1,0 0 1,0 1-1,0-1 0,-1 1 1,1-1-1,0 5 1,1 8 82,-1 0 0,-1 0 1,0-1-1,-3 22 0,2-34-112,0 1-1,0 0 0,0 0 1,0 0-1,-1-1 0,1 1 0,-1-1 1,1 1-1,-1-1 0,0 1 1,0-1-1,-1 0 0,1 0 1,-3 2-1,-39 26 139,36-25-120,-19 10 50,18-10-36,0 0 1,0 0 0,-11 10-1,14-12-49,5-3-40,1-1-598,0 0 625,0 0 0,1 0-1,-1 0 1,0 0 0,0 0-1,0 0 1,1 0 0,-1 0-1,1 0 1,-1 0 0,0 0 0,2-1-1,3-1 48,1 0 0,-1 0 0,1 0 0,0 1 0,0 0 0,0 1 0,0-1 0,12-1 0,54 2 83,-45 1-109,-25 0 14,0 0 0,0 0 1,0 0-1,0 0 0,0 0 0,0 1 0,0-1 0,0 1 0,0-1 0,0 1 0,0 0 0,0 0 0,0 0 0,0 0 0,-1 0 0,1 0 1,0 0-1,-1 1 0,1-1 0,2 3 0,-3-1 22,1 0 1,-1 0-1,1 1 1,-1-1-1,0 0 1,-1 1-1,1-1 1,0 1-1,-1-1 1,0 1-1,0 6 0,1-6 12,-1 1 0,0-1-1,0 1 1,0-1-1,-1 1 1,0-1-1,1 0 1,-1 1-1,-1-1 1,1 0 0,-1 1-1,0-1 1,0 0-1,0 0 1,0 0-1,-1-1 1,1 1-1,-1 0 1,0-1 0,-4 4-1,-17 16 31,0-1 0,-31 20 0,46-36-57,1-1 0,-1 0 1,0 0-1,0-1 0,0 0 0,-1 0 0,0-1 1,1-1-1,-1 1 0,0-2 0,-13 2 1,6-3-49,11 1-36,0-1 0,0 0 0,0-1-1,1 1 1,-12-3 0,15 2 45,0 0-1,1 0 1,-1 0-1,0 0 1,0 0 0,0 0-1,1 0 1,-1-1-1,0 1 1,1-1-1,0 1 1,-1-1-1,1 0 1,0 1-1,0-1 1,0 0-1,0 0 1,0 0-1,-1-4 1,0-2-556,0 0 0,1-1 0,0 1 0,0-1 0,1 1 0,1-12 0,0-2-2302,-1-1-2097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2:51.0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6643,'0'0'7147,"4"0"-6373,36 0 2174,-39 0-2609,-1 0-298,1 0 1,-1 0 0,1 0-1,-1 0 1,1 0 0,-1 1-1,1-1 1,-1 0 0,1 0-1,-1 0 1,0 0 0,1 1-1,-1-1 1,1 0 0,-1 1-1,0-1 1,1 0 0,-1 1-1,0-1 1,1 0 0,-1 1-1,0-1 1,1 0 0,-1 1-1,0-1 1,0 1-1,0-1 1,1 1 0,-1-1-1,0 1 1,8 32 191,-1 0 1,-1 0-1,1 46 1,-4-35 78,9 151 825,7 67 164,-18-259-1285,-2-1-14,1-1 1,0 1-1,1-1 0,-1 1 0,0-1 1,0 1-1,1 0 0,-1-1 0,1 1 1,-1-1-1,1 0 0,-1 1 0,1-1 1,0 1-1,0-1 0,0 0 0,1 2 0,-1-3-52,-2-3-1343,0 1 942,1-1 1,-1 1-1,0-1 0,-1 1 0,1-1 0,0 1 0,-1 0 1,1 0-1,-2-3 0,-4-5-990,-7-17-2166,0-1-1441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2:51.5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1 145 7828,'0'0'5421,"16"-16"-5170,55-52-78,-64 62-122,1-1 0,0 2 0,0-1 0,0 1 0,1 0 0,0 1 0,-1 0 0,2 0 1,13-3-1,-7 4 182,0 1 1,0 0-1,29 2 1,-28 0-17,-12 1-149,0-1 1,0 1-1,-1 0 0,1 1 1,0-1-1,-1 1 1,1 0-1,-1 0 0,0 0 1,0 1-1,0-1 0,0 1 1,0 0-1,0 0 0,-1 1 1,1-1-1,-1 1 1,5 6-1,3 6 131,0 1 1,0 1-1,8 21 1,-12-23-87,-1 0 0,-1 1 1,0 0-1,-1 0 0,-1 0 0,1 33 0,-7 106 643,3-152-735,-2 13 60,-1 1 0,0-1-1,-2 1 1,0-1 0,-1 0 0,0-1 0,-2 0 0,0 0 0,-18 28 0,2-12 29,0 0 0,-2-1-1,-39 35 1,39-44-65,-1-1-1,-56 33 1,83-54-119,0 0 61,0 0 0,0 0 0,0 0 0,0 0 0,0-1 0,0 1 0,0 0 0,0 0 0,0 0 0,0 0 0,0 0 0,0 0 1,0 0-1,0-1 0,0 1 0,0 0 0,0 0 0,0 0 0,0 0 0,0 0 0,0 0 0,0 0 0,0-1 0,0 1 0,0 0 0,0 0 0,0 0 1,0 0-1,0 0 0,0 0 0,0 0 0,-1 0 0,1 0 0,0 0 0,0-1 0,0 1 0,0 0 0,0 0 0,0 0 0,0 0 0,0 0 0,-1 0 1,1 0-1,0 0 0,0 0 0,0 0 0,0 0 0,0 0 0,0 0 0,0 0 0,-1 0 0,1 0 0,0 0 0,0 0 0,0 0 0,0 0 0,0 0 1,0 0-1,0 0 0,0 0 0,-1 0 0,1 1 0,0-1 0,0-14-505,-1 3-294,1 1 0,1 0-1,0-1 1,0 1-1,3-11 1,11-11-4489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2:52.0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31 7235,'0'0'6521,"-2"0"-5635,5-2-823,11-4 63,0 1-1,0 1 1,0 0-1,1 1 0,0 0 1,0 1-1,-1 1 1,1 1-1,0 0 0,16 2 1,-29-2-90,0 1 0,0-1 0,0 1-1,0-1 1,0 1 0,0 0 0,-1 0 0,1 0 0,0 0 0,-1 0 0,1 0 0,-1 0 0,1 0 0,-1 1 0,1-1 0,-1 1 0,0-1 0,0 1 0,0-1 0,0 1 0,0 0-1,0 0 1,0-1 0,0 1 0,-1 0 0,1 0 0,-1 0 0,1 0 0,-1 2 0,1 2 89,0 0-1,-1 0 1,1 0 0,-1 0 0,-1 0-1,1 0 1,-1 0 0,-3 12 0,2-13-63,-1 1 1,0 0 0,0-1-1,0 0 1,0 1-1,-1-1 1,0 0 0,-8 7-1,-41 33 249,35-30-217,-91 68-30,99-72-56,14-4 12,20-2 62,-15-4-37,59 7 481,87-1 0,-60-6-2519,-62-2 418,-33 2 1444,1-1 1,-1 0-1,0 0 1,1 0-1,-1 0 0,0 0 1,1 0-1,-1 0 0,0 0 1,1 0-1,-1 0 1,0 0-1,1 0 0,-1 0 1,0-1-1,1 1 0,-1 0 1,0 0-1,0 0 1,1 0-1,-1-1 0,0 1 1,1 0-1,-1 0 0,0 0 1,1-1-1,0-12-5167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2:53.1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89 352,'0'0'7033,"-2"-5"-5825,-1-13 614,0 0 0,0-19 0,3 27 1560,1 52-1870,17 360-496,-18-365-944,0-12 118,1 0 0,0 0 0,10 43 1,-1-52-223,-10-15-89,18-3-3072,-16 1 3021,0-1-1,-1 1 1,1-1 0,-1 1-1,0-1 1,1 0 0,-1 0-1,0 1 1,0-1 0,0 0-1,-1 0 1,1 0 0,0 0-1,-1 0 1,1 0 0,-1 0-1,1-1 1,-1-1 0,2-46-3845,-2 41 2451,0-22-3527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2:53.7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19 152 5891,'0'0'5920,"-3"-8"-5277,1 4-539,-9-30 438,10 32-491,1 0-1,0 0 0,-1 0 0,1 0 1,0 0-1,0 0 0,0 1 0,0-1 1,0 0-1,1 0 0,-1 0 0,0 0 0,1 0 1,0 1-1,-1-1 0,1 0 0,0 0 1,0 1-1,2-3 0,3-3 52,1 1 0,1 0 0,-1 1 1,1 0-1,0 0 0,0 0 0,1 1 0,-1 1 0,1-1 0,0 1 0,0 1 0,0 0 1,13-2-1,12 1-2,0 1 1,47 4 0,-17-1 253,-60-1-340,1 1 0,-1-1-1,1 1 1,-1-1-1,1 1 1,-1 1 0,1-1-1,-1 0 1,0 1 0,0 0-1,0 0 1,0 1-1,0-1 1,7 6 0,-6-3 62,0 0 0,0 1 0,-1-1 0,0 1 0,0 0-1,0 0 1,-1 0 0,5 13 0,0 4 262,-2 1-1,-1 0 0,0 0 1,1 36-1,-2-1 151,-5 70 0,0-122-477,0-1-1,-1 0 0,0 0 0,0 0 0,0-1 0,-1 1 0,0-1 0,0 1 1,0-1-1,-1 0 0,1 0 0,-1 0 0,-1 0 0,1-1 0,-1 0 1,-6 5-1,-3 3-15,-2-1 1,0-1-1,0 0 0,-21 8 1,1-4-137,-40 11 0,44-16-17,-59 26 0,91-35 156,-2 1-23,1-1 0,-1 1 0,0 0 0,0 0 0,1 0 0,-1 0 0,0 0 0,1 0 0,-1 1 0,1-1 0,0 1 0,-1-1 0,1 1-1,0-1 1,-2 4 0,21-7-1669,8-13-1265,-3 0-1635,1 3-1384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2:54.2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41 3506,'0'0'5632,"0"-6"-4531,-2-20 1208,1 17 793,1 25-1958,7 307 2522,-7-322-3673,0 5 44,1-1 1,-1 1 0,1-1-1,3 10 1,-4-14-76,0 0 0,1 0 0,-1 0 0,1 0 0,-1 0 0,1 0 0,-1 0 0,1 0 0,0 0 0,0-1 0,-1 1 0,1 0 0,0 0 0,0-1 0,0 1 0,0 0 0,0-1 0,0 1 0,0-1 0,0 1 0,0-1 0,0 0 0,0 1 1,0-1-1,0 0 0,0 0 0,0 0 0,2 0 0,-2 0-134,0 0 1,0-1-1,0 1 0,0 0 1,0-1-1,0 1 1,0-1-1,0 0 1,0 1-1,0-1 1,-1 0-1,1 1 0,0-1 1,0 0-1,-1 0 1,1 0-1,-1 1 1,1-1-1,0 0 1,-1 0-1,0 0 0,1 0 1,-1 0-1,0 0 1,1 0-1,-1 0 1,0 0-1,0 0 1,0 0-1,0-1 0,0 0 1,1-2-577,4-32-5687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2:55.6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450 67 1601,'-2'-3'15812,"-12"-13"-15185,8 10-608,0 2-1,-1-1 1,0 1 0,0 0-1,0 0 1,-1 1-1,1 0 1,-1 0-1,0 1 1,0 0 0,-13-2-1,-7 1 116,-58 2-1,44 2-76,37-1-20,0 1-1,1-1 1,-1 1-1,0 0 1,0 0-1,1 1 1,-1-1 0,1 1-1,-1 0 1,-7 5-1,-1 2 74,2 0 0,-14 12 1,19-15-121,2-2 44,1 0 0,-1 0 0,1 1 0,0 0 0,0-1 0,0 1 0,1 0 0,0 1 0,0-1 0,-3 10 0,0 8 72,-3 29 1,5-26-51,-4 34 318,2 0 0,3 0 1,8 70-1,-5-115-302,1 0 1,1 1-1,1-1 1,0-1-1,1 1 1,0 0-1,1-1 1,9 16-1,-11-24-51,0 1 0,0-1 0,0 0-1,1-1 1,0 1 0,0-1-1,0 0 1,1 0 0,0 0-1,0-1 1,0 0 0,0 0-1,1 0 1,-1-1 0,1 0 0,0 0-1,0-1 1,14 3 0,-3-3 24,-1 0 1,0-1 0,1-1 0,-1-1-1,0 0 1,0-1 0,0-1 0,0-1 0,0 0-1,0-2 1,-1 0 0,21-10 0,-18 6-33,-13 6-34,1 0 0,-1 0 0,1 1 0,0 0 0,0 1 0,0-1 0,0 1 0,11-1-1,-17 3-84,0-2-1457,-1 0 1154,1 0 1,0 0 0,0 0 0,0 0 0,0 0 0,0 0 0,1 1 0,-1-1 0,0 0 0,1 1 0,0-1 0,-1 1 0,3-2 0,1-1-827,15-15-4738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2:56.6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0 912,'0'0'6769,"-3"16"3059,35-16-9381,-16 0-3858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2:59.2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26 3458,'0'0'7230,"4"-10"-1270,17 5-5823,0 1 1,0 1-1,0 1 1,0 1 0,0 1-1,34 3 1,-51-2-136,-1-1-1,1 0 1,-1 1 0,1 0 0,0 0 0,-1 0 0,0 0 0,1 0-1,-1 1 1,6 3 0,-7-3-5,-1 0 0,1-1 0,-1 1 0,0 0 0,1 0 0,-1 0 0,0 0 0,0 0 0,-1 0 0,1 0 0,0 1 0,-1-1 0,1 0 0,-1 0 0,0 0 0,1 1-1,-1-1 1,-1 4 0,1 13 58,1-8 10,-1 0 1,-3 20 0,3-28-59,-1 1 1,0-1-1,0 1 0,0-1 1,-1 0-1,1 1 0,-1-1 1,0 0-1,0 0 0,0 0 1,0 0-1,-4 4 0,-3 2 12,0-1 0,0 1 0,0-2 0,-1 0 0,0 0 0,0 0 0,-1-1 0,0-1 0,-14 5 0,24-10-79,1 0 1,-1-1-1,1 1 1,0-1-1,-1 1 1,1-1-1,-1 1 1,1-1-1,0 1 1,0-1-1,-1 0 1,1 1 0,0-1-1,0 1 1,0-1-1,-1 0 1,1 1-1,0-1 1,0 0-1,0 1 1,0-1-1,0 1 1,0-1-1,0 0 1,1 0-1,2-20-282,-2 19 338,0 1 0,1-1-1,-1 1 1,1 0 0,-1-1 0,1 1 0,0 0 0,-1 0 0,1 0 0,0 0 0,0 0 0,0 1-1,0-1 1,0 0 0,0 1 0,0-1 0,2 1 0,40-2-183,-33 2 74,-7 1 138,0-1-1,0 0 0,-1 1 1,1-1-1,0 1 0,0 0 1,0 1-1,-1-1 0,1 1 1,-1-1-1,1 1 0,-1 0 0,1 0 1,-1 1-1,0-1 0,0 1 1,0-1-1,-1 1 0,1 0 1,0 0-1,-1 0 0,0 0 1,0 1-1,0-1 0,0 1 1,-1-1-1,1 1 0,-1 0 1,0-1-1,0 1 0,0 0 1,0 0-1,0 7 0,-1-6 69,0 5 131,0 1 1,-1 0-1,-2 13 1,2-20-188,-1 0 1,1-1-1,0 1 1,-1-1-1,0 1 1,0-1-1,0 0 1,0 1-1,0-1 1,-1 0-1,1 0 1,-5 3-1,-2 2 14,-1 0 0,1-1 0,-1 0 0,-1-1-1,0 0 1,1 0 0,-23 7 0,17-9-68,-1 0 0,1-1 0,-1-1 0,1 0-1,-20-1 1,24-1-15,-15-1-243,26 1 259,0 0 0,0 0 1,0-1-1,1 1 0,-1 0 0,0-1 1,0 1-1,0 0 0,1-1 1,-1 1-1,0-1 0,1 0 1,-1 1-1,0-1 0,1 1 1,-1-1-1,1 0 0,-1 0 1,1 1-1,-1-1 0,1 0 1,0 0-1,-1 1 0,1-1 1,0 0-1,0 0 0,-1-1 0,0-4-377,0-1-1,1 1 1,0 0-1,0-1 1,0 1-1,0-1 0,1 1 1,0-1-1,1 1 1,-1 0-1,1 0 0,1 0 1,-1 0-1,1 0 1,0 0-1,0 0 1,0 1-1,6-7 0,22-20-6475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00.0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321 11 6563,'0'0'5560,"-9"-2"-790,-37-5-4148,-54 5-221,53 3-271,45-1-123,-1 0 1,0 1 0,1-1 0,-1 1-1,0-1 1,1 1 0,-1 0 0,1 0-1,0 0 1,-1 0 0,1 1 0,0-1-1,-1 1 1,1-1 0,-2 3 0,-1 1 26,1-1 0,0 1 1,0 0-1,1 0 1,0 0-1,-4 8 0,-1 6 74,1-1 0,0 1-1,-4 24 1,4-1 169,2 1 0,2-1 0,3 64 0,1-52 167,-1-37-307,0-1-1,2 0 0,0 1 1,1-1-1,0 0 0,1 0 1,1-1-1,7 16 1,-8-22-67,1-1 0,0 0 0,0 0 0,0 0 0,1-1 0,1 1 0,-1-1 0,1-1 0,0 0 0,0 0 0,1 0 0,0-1 0,0 0 0,0 0 0,11 4 0,-7-5-36,1 0 0,-1-1 0,1-1 0,0 0 1,0-1-1,0 0 0,-1-1 0,25-3 0,-32 3-62,0-1 0,0-1 0,0 1 0,-1 0 0,1-1 0,0 0 0,-1 0 0,0-1 0,1 1-1,-1-1 1,0 0 0,0 0 0,-1 0 0,1-1 0,-1 1 0,1-1 0,-1 0 0,0 0 0,-1 0 0,5-7 0,-3 2-505,0 1-1,0-1 1,0 0 0,1-10-1,-2 9-1557,-1 1-1,-1-1 1,1-16 0,-2 13-4246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00.6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98 7 4674,'0'0'6526,"2"-1"-5862,9-1-243,1 0 0,-1 1 1,1 1-1,0 0 0,-1 0 0,22 4 0,-32-3-354,1-1-1,-1 1 1,0 0 0,1-1-1,-1 1 1,0 0-1,1 0 1,-1 0-1,0 0 1,0 0 0,0 1-1,0-1 1,0 0-1,0 0 1,0 1 0,0-1-1,-1 1 1,1-1-1,0 0 1,-1 1 0,1 0-1,-1-1 1,0 1-1,1 1 1,0 6 282,0-1-1,-1 1 1,-1 11 0,1-4-7,-1-12-297,0 0 0,0 0 0,0 0 0,0 0 0,0 0-1,-1 0 1,0 0 0,0 0 0,0 0 0,0-1 0,0 1 0,-1-1 0,0 0 0,1 0 0,-1 1 0,-4 1 0,-8 9 48,-34 21-1,44-31-81,-89 50 158,71-42-170,19-9 20,30-2 40,77 8 303,113 25 1,-176-30-2759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01.5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343 0 3650,'0'0'8652,"2"0"-7519,-19 0 5201,-100 0-6081,110 1-246,1 0-1,0 0 1,0 0-1,0 1 1,0 0-1,0 0 1,1 0-1,-1 1 1,1 0-1,-1 0 1,1 0-1,0 1 1,0 0-1,0 0 1,1 0-1,-9 10 0,3-2 34,1 0-1,0 1 0,0 0 0,1 1 0,-10 24 0,8-11 47,1 0 0,2 1 1,1 0-1,1 1 1,1-1-1,1 1 0,2 31 1,1-50-52,0 25 375,6 58 0,-4-81-309,1-1 0,0 0 0,0 1 1,1-1-1,0-1 0,1 1 0,1-1 1,11 19-1,-10-21-47,1 1 0,-1-1-1,1 0 1,1 0 0,-1-1 0,1-1 0,0 1 0,1-1 0,0-1 0,0 0 0,0 0 0,0-1-1,14 4 1,-16-6-65,0 0 0,0 0 0,1-1 0,-1 0-1,0-1 1,0 0 0,1 0 0,-1 0-1,0-1 1,1-1 0,-1 1 0,0-1 0,0 0-1,0-1 1,0 0 0,-1-1 0,1 1 0,8-7-1,-6 2-123,0 0 0,-1-1-1,1 0 1,-2 0-1,1-1 1,-1-1-1,-1 1 1,8-15 0,-9 13-797,0 0 1,-1-1 0,0 0 0,4-19 0,-7 29 584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02.0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67 5330,'0'0'6686,"3"-11"-6003,0-1-490,-3 7-80,1 1 1,1-1 0,-1 0-1,1 0 1,0 0 0,0 1-1,3-6 1,-6 16 518,0 1 1,1-1-1,0 1 1,2 12-1,-1 3-230,2 130 1922,5 105 288,-8-255-2652,0 11 129,2-1 0,-1 1 0,5 17-1,-6-28-196,1 0 0,-1 0 0,1 0 0,0 0 0,-1-1 0,1 1 0,0 0 0,0-1 0,0 1 0,0 0 0,0-1-1,0 1 1,1-1 0,-1 0 0,0 1 0,1-1 0,-1 0 0,1 0 0,0 0 0,-1 0 0,1 0 0,0 0 0,-1 0 0,1-1 0,0 1-1,0-1 1,0 1 0,0-1 0,2 1 0,6-2-4211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23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20 4098,'0'0'4930,"0"-20"1703,-10 589-4569,7-150-1664,5-215-373,-2-177-36,-1-11 3,1-1-1,0 0 1,1 1-1,1-1 1,6 24-1,-1-13 23,8 52-1,-1-3 16,-7-37-26,0-1 1,1 62 0,-8 79 59,-2-74-73,2 774 126,8-740-81,6 54 14,-8 150 10,5-214-48,-1 2 3,-10 440 30,-10-411-54,2-60 11,6-67-13,-13 349 41,15 169-44,-10-251 42,10 719 128,1-991-176,2 0 0,1-1-1,1 1 1,13 39 0,-18-65 19,7 32 3,6 55-1,-5-22 4,31 334 39,-35-357-35,2 1 0,18 70 0,-20-92-13,-1 0 0,0 0 0,-2 25 0,2 18-7,10 435-38,-15-325 67,-1-90-10,-26 160 1,25-221-12,-9 47 23,3 0 0,-1 76 0,4 334-2,7 161 26,7-507-72,0-2 62,-6-6-164,-2 141 189,-6-41-178,-4 52-69,-11-145-137,15-98 156,0 1-1,-2 60 1,9-82 110,-2-1 1,-4 23-1,3-23 15,0 1 0,0 22 0,1-4-137,-7 42 0,5-42-20,-2 41 0,6 634 3023,3-672-2685,-2-35-142,0 0-1,-1 0 1,1 0-1,0 0 1,-1-1-1,1 1 1,0 0-1,0 0 1,0-1-1,0 1 0,0 0 1,0-1-1,2 2 1,0 0-165,0 1 141,0 0-1,0 0 1,-1 1-1,1-1 1,-1 1-1,0-1 1,0 1-1,0 0 1,0 0-1,-1 0 1,0 0-1,1 0 1,-2 0-1,2 6 1,-1 8-137,0-1 1,-3 25 0,1 3 92,1 29 224,-8-65 48,5 9-24,-4 10-173,7-28-6,0 0 1,0 0-1,0 0 1,0 0-1,0 0 1,0 0 0,0-1-1,0 1 1,0 0-1,0 0 1,0 0-1,0 0 1,-1 0 0,1 0-1,0 0 1,0 0-1,0-1 1,0 1-1,0 0 1,0 0 0,0 0-1,0 0 1,0 0-1,0 0 1,0 0-1,-1 0 1,1 0 0,0 0-1,0 0 1,0 0-1,0 0 1,0 0-1,0 0 1,0 0-1,-1-1 1,1 1 0,0 0-1,0 0 1,0 0-1,0 1 1,0-1-1,0 0 1,0 0 0,-1 0-1,1 0 1,0 0-1,0 0 1,0 0-1,0 0 1,0 0 0,0 0-1,0 0 1,0 0-1,-1 0 1,1 0-1,0 0 1,0 0 0,0 0-1,0 1 1,0-1-1,0 0 1,0 0-1,-2-12-62,2 7-216,0 0 1,0-1-1,-1 1 1,0 0-1,0 0 1,-1 0-1,1 1 1,-1-1 0,0 0-1,0 1 1,-1-1-1,1 1 1,-1-1-1,-4-4 1,-11-16-5307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27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8 120 4082,'0'0'4172,"-1"-7"-3662,-5-24 4823,6 13-5039,0-46 2259,0 81-2132,14 499 508,-13-465-696,2 37-139,-2-78-79,1-1-1,0 1 1,0-1 0,1 0-1,0 0 1,8 17-1,-11-26-108,0 0 71,0 0-1,0 0 1,1-1-1,-1 1 1,0 0-1,0 0 1,0 0-1,0 0 1,0 0-1,0-1 1,0 1 0,0 0-1,0 0 1,0 0-1,0 0 1,0 0-1,0 0 1,0 0-1,0-1 1,1 1-1,-1 0 1,0 0 0,0 0-1,0 0 1,0 0-1,0 0 1,0 0-1,1 0 1,-1 0-1,0 0 1,0 0-1,0 0 1,0 0 0,0 0-1,0 0 1,1 0-1,-1 0 1,0 0-1,0 0 1,0 0-1,0 0 1,0 0-1,1 0 1,-1 0 0,0 0-1,0 0 1,0 0-1,0 0 1,0 0-1,0 0 1,1 0-1,-1 0 1,0 0-1,0 0 1,0 1 0,0-1-1,0 0 1,0 0-1,0 0 1,0 0-1,0 0 1,0 0-1,1 1 1,-2-123-8309,-2 85 3554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28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5795,'0'0'3052,"2"-10"-843,0 8-2054,0 1 1,0-1-1,0 1 1,0 0-1,1-1 1,-1 1-1,0 0 1,1 0-1,-1 1 1,1-1-1,2 0 1,35-6 408,-31 6-441,1 0-45,15-3-11,0 1-1,0 1 1,0 1-1,42 4 1,-64-2-34,1-1 0,-2 1 0,1 1 1,0-1-1,0 0 0,0 1 0,0-1 0,-1 1 1,1 0-1,-1 0 0,4 3 0,25 32 396,-2-5-258,-26-29-140,-1 0 1,1 0 0,-1 0 0,0 1 0,0-1 0,0 1 0,0-1 0,0 1 0,-1 0 0,0-1 0,0 1 0,0 0-1,0 0 1,0 6 0,0 7 310,0 1-1,-3 18 1,1-2 134,1-19-386,0 0-1,-2 0 0,1 0 1,-2 0-1,-5 16 1,6-23-83,-1 0 0,0-1 0,-1 0 0,0 0 0,0 0 0,0 0 0,-1-1 0,0 0 0,0 0 1,-1 0-1,-8 7 0,-22 19-27,1 2 1,3 1 0,-57 77-1,76-92 19,-1-2-1,-32 32 0,46-49 66,0-4-112,1 0 1,-1 0-1,1 0 0,0 1 0,0-1 1,0 0-1,0 1 0,0-1 0,1 1 1,-1-1-1,1 1 0,0-1 1,0 1-1,0 0 0,0 0 0,0 0 1,0 0-1,5-3 0,12-12-2097,4-7-1150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30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 5603,'0'0'6205,"11"-10"-4762,16-8-1211,-22 14-217,0 0 0,1 0-1,-1 1 1,1-1 0,9-2 0,-9 5 141,1 0 1,-1 0 0,1 1-1,-1 0 1,11 1 0,4 0 34,-17 0-150,-1 0 0,0 0 0,1 0 0,-1 0 0,0 1 0,0 0 0,0-1 0,0 1 0,0 0 0,-1 0 0,1 1 0,3 2 0,0 1 55,-1-1 1,1 1 0,-1 0-1,6 10 1,-8-8 75,-1 1 0,0-1 0,0 1 0,-1-1 0,0 1 0,0 0 1,-1-1-1,0 1 0,-3 14 0,2 9-65,1-29-100,0-1-1,0 1 1,0 0 0,0 0 0,-1-1 0,1 1 0,-1 0 0,0-1 0,0 1-1,0-1 1,0 1 0,0-1 0,-2 3 0,0-1-12,-1 0-1,0 0 1,0-1-1,-1 1 1,-7 4 0,6-4-53,1-1-1,-1 1 1,0-1 0,-1 0 0,1 0 0,-1-1 0,1 0 0,-1 0 0,0 0 0,1-1-1,-1 0 1,0 0 0,-11-1 0,17-1 49,1 0 0,-1 0 0,1 0 0,-1-1 0,1 1 0,-1 0 1,1 0-1,0 0 0,-1-1 0,1 1 0,0 0 0,0 0 0,0-1 0,0 1 0,0 0 0,1-2 0,-1 2 5,0-1-1,0 1 0,0 0 1,0-1-1,0 1 0,0 0 1,0 0-1,1-1 0,-1 1 1,0 0-1,1-1 0,-1 1 1,1 0-1,0 0 0,-1 0 1,1 0-1,0 0 1,1-2-1,8 1-19,0 0 1,0 0-1,0 1 0,0 0 1,0 1-1,11 1 1,2 0 55,-21-1-13,1 1 1,0 0 0,0 0 0,-1 0 0,1 0-1,0 0 1,-1 0 0,1 1 0,-1-1 0,1 1 0,-1 0-1,0 0 1,0 0 0,0 0 0,0 0 0,0 0 0,0 1-1,2 3 1,1 1 43,-1 0 0,0 0 0,0 1 0,-1-1 0,4 12 1,-3 0 120,0 0 1,-2 0 0,0 0 0,-1 1 0,-1-1 0,-4 38-1,3-53-177,0-1 0,0 1-1,0-1 1,0 0-1,-1 1 1,1-1-1,-1 0 1,0 0 0,0 0-1,0 0 1,0 0-1,-1-1 1,1 1-1,-1-1 1,1 1-1,-1-1 1,0 0 0,0 0-1,0 0 1,0 0-1,0-1 1,-1 1-1,1-1 1,-5 2 0,-3 0-80,1-1 1,-1 0 0,0-1 0,0 0-1,0 0 1,-19-2 0,27 0 4,-1 1 0,1-1 1,-1 0-1,1-1 0,0 1 0,-1-1 0,1 1 0,0-1 1,0 0-1,0 0 0,0 0 0,0-1 0,1 1 1,-1-1-1,1 1 0,-1-1 0,1 0 0,0 0 0,0 0 1,0 0-1,1 0 0,-1-1 0,1 1 0,0 0 1,-1-1-1,1 1 0,1-1 0,-1 0 0,1 1 0,-1-6 1,-3-40-7591,4 46 6696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31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3057,'0'0'5195,"6"-7"-4670,1-2-342,21-27 6978,-23 45-5357,3 21-2835,-6-22 1694,56 276 71,-32-149-296,-16-87-218,1 1 0,3-2 0,24 57 0,-32-96-248,-1-13-499,-2-17-265,-3 0-94,-1-38-3673,-5 30 66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31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 6547,'0'0'4637,"5"-4"-4293,5-2-218,0 1 0,0 0 0,0 0-1,0 1 1,1 1 0,0 0 0,-1 0 0,1 1 0,0 1 0,17-1 0,2 0 331,1 1 0,35 4 0,-54 0-387,-1 1-1,0 0 1,0 0 0,0 1-1,-1 1 1,1 0 0,18 14-1,-22-13 48,1-1-1,-1 1 0,0 0 0,-1 1 1,1 0-1,-2 0 0,1 0 0,4 11 1,-1-2 133,-1 0 1,-2 0 0,8 28-1,-11-32-207,-1 0 0,-1 1 0,0 0 0,-1-1 0,0 1 0,-1-1 0,-1 1 0,0 0-1,0-1 1,-2 0 0,0 0 0,-5 13 0,-6 6-42,-3 11 4,-2-2 0,-31 47 0,45-79-7,-1 1 0,0-1 0,0 0 0,-1-1 0,0 1 0,-1-2 0,0 1 0,0-1 0,0-1 1,-1 1-1,0-2 0,0 1 0,-1-1 0,-12 3 0,15-6-3,0 1 0,1-1 1,-1 1-1,0 1 0,1-1 1,0 1-1,-13 9 0,20-12 19,0-11-3085,4-12-515,2-6-2590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32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77 672,'0'0'7913,"1"-4"-6848,1 0-696,3-17 5140,2 6-5147,-6 12-331,1 1 0,-1 0 0,1 0 0,0 0 0,0 0 0,0 0 1,0 0-1,0 1 0,1-1 0,-1 1 0,0-1 0,1 1 0,-1 0 0,1 0 0,-1 0 0,1 0 0,0 1 0,4-2 0,4 1-17,1 0 0,0 0-1,12 2 1,-5-1 149,-16 0-125,0 1 0,0-1 0,0 0 0,-1 1 0,1 0 0,0-1 0,0 1 0,-1 0 0,1 1 0,0-1 0,-1 0 0,1 1 0,-1-1 0,0 1 0,1 0 0,-1 0 0,0 0 0,0 0 0,0 0 0,0 0 0,-1 1 0,1-1 0,0 0 0,-1 1 0,0 0 0,0-1 0,0 1 0,0 0 0,0-1 0,0 1 0,-1 0 0,1 5 0,0-1 3,0 0 1,0 0-1,-1 0 0,-1 1 0,1-1 1,-1 0-1,0 0 0,-1 0 0,1 0 1,-2 0-1,1 0 0,-5 10 0,-16 17-13,-1 0 0,-2-2 0,-49 50 0,69-76-27,6-5 3,0-1 1,0 0 0,-1 0 0,1 0 0,0 1 0,0-1 0,0 0 0,-1 0-1,1 0 1,0 1 0,0-1 0,0 0 0,0 0 0,0 1 0,-1-1 0,1 0-1,0 1 1,0-1 0,0 0 0,0 0 0,0 1 0,0-1 0,0 0 0,0 0-1,0 1 1,0-1 0,0 0 0,0 1 0,0-1 0,1 0 0,-1 0 0,0 1-1,0-1 1,0 0 0,0 0 0,0 1 0,1-1 0,-1 0 0,0 0 0,0 0-1,0 1 1,0-1 0,1 0 0,-1 0 0,0 0 0,0 1 0,1-1 0,-1 0-1,0 0 1,0 0 0,1 0 0,-1 0 0,0 0 0,1 0 0,-1 0-1,0 0 1,0 0 0,1 0 0,-1 0 0,0 0 0,0 0 0,1 0 0,-1 0-1,0 0 1,1 0 0,-1 0 0,0 0 0,32 0 510,-20-1-414,165 1-67,-173 0-154,-1 0-1,0 0 0,0-1 0,0 1 1,0-1-1,0 0 0,4-1 1,-6 1-125,1 1 1,-1-1-1,0 1 0,0-1 1,0 0-1,0 1 1,0-1-1,0 0 1,-1 0-1,1 0 0,0 1 1,0-1-1,0 0 1,-1 0-1,1 0 1,0 0-1,-1-1 1,1 1-1,-1 0 0,1-2 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33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5539,'0'0'7163,"25"-6"-5016,-24 6-2083,1 1 0,0-1 0,-1 1 0,1-1 0,-1 1 0,1 0 0,-1-1 0,1 1 0,-1 0 0,1 0 0,-1 0-1,0 0 1,0 1 0,1-1 0,-1 0 0,0 0 0,0 1 0,0-1 0,0 1 0,-1-1 0,1 1 0,0-1 0,-1 1-1,1-1 1,0 3 0,3 10-25,0-1-1,2 16 1,-3-15 214,42 277 826,-20-110-101,-24-174-883,1 8 15,0 0 0,1-1 0,1 0 1,0 1-1,1-2 0,11 25 1,-15-36-181,-2-127-11060,-1 85 5583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33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84 6755,'0'0'4861,"11"-12"-4552,40-35 38,-48 45-286,1-1-1,-1 1 1,1 0-1,0 0 1,0 0-1,-1 0 1,1 0-1,0 1 0,1 0 1,-1 0-1,0 0 1,0 1-1,0-1 1,1 1-1,7 0 1,2 0 28,13-2 35,1 2 0,41 3 0,-60-1-42,1 0 1,-1 0-1,0 0 0,0 1 1,0 1-1,0 0 1,-1 0-1,1 0 0,-1 1 1,0 1-1,7 5 0,-11-8-25,18 15 435,30 33 0,-46-44-428,0 0 0,-1 0 1,0 1-1,0-1 0,-1 1 1,0 1-1,0-1 0,-1 0 1,3 12-1,-1 5 99,-2 0 0,-1 0 1,-2 33-1,0-48-168,0-4 8,-1-1-1,0 1 0,0-1 1,0 1-1,0-1 1,-1 0-1,0 0 1,0 0-1,-1 0 0,0 0 1,-3 5-1,-7 8-4,-23 25 0,16-21 4,-142 168 30,161-187-21,-1-1 0,0 0 0,0 1-1,0-1 1,0 0 0,0 0 0,-1 0 0,1 0 0,0-1 0,-1 1 0,0-1 0,1 1 0,-1-1 0,0 0 0,0 0-1,1 0 1,-1 0 0,0-1 0,0 1 0,0-1 0,-5 0 0,7 0 45,1-2-294,-1-1 0,1 0 1,0 0-1,-1 0 0,1 0 0,0 0 1,1 0-1,0-3 0,-1-6-1792,0-6-2788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34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0 142 4322,'0'0'5258,"13"-15"-4929,-1 1-304,11-12-24,26-41-1,-48 66 72,0-1-11,0 1 1,-1 0 0,1-1 0,0 1-1,0 0 1,0 0 0,0 0 0,1-1-1,-1 1 1,0 0 0,0 0-1,1 1 1,-1-1 0,0 0 0,4-1 1589,-5 6-1258,11 251 2788,-5-163-2363,-5-75-702,-1-3-10,1 0-1,0 0 1,1 0-1,1-1 1,6 22-1,-2-25-191,-4-17-573,-2-23-1034,-1 26 1434,0-44-2908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35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489 60 416,'0'0'10642,"-1"-21"-5002,-3 19-5554,0 0 0,1 1-1,-1-1 1,0 1 0,-1 0-1,1 0 1,-7-1 0,-9-3-6,-16-2 74,1 0 0,-1 3 1,0 0-1,-67 4 0,60 0 83,39 0-207,1 1 0,-1-1 0,1 1-1,0-1 1,-1 1 0,1 0-1,0 0 1,-1 0 0,1 1-1,0-1 1,0 1 0,0 0 0,0-1-1,-3 5 1,1-2 34,1 0 0,-1 1 0,1 0 0,1 0 0,-1 0 0,1 0 0,-4 9 0,-2 6 60,1 1 1,1 1-1,-5 31 1,10-45-151,-5 33 120,3 0-1,1 0 0,3 54 0,0-46 25,0-42-94,1-1-1,-1 1 1,1-1-1,1 1 0,-1-1 1,1 0-1,0 1 1,1-1-1,-1 0 0,1 0 1,7 10-1,-3-7 24,0 0 0,1-1 0,-1 0 0,2 0-1,-1-1 1,14 9 0,2-1 11,0-2-1,1 0 1,0-2-1,50 15 1,-55-20-83,-7-1-43,0-1 1,0-1-1,0 0 1,1-1 0,16 1-1,-29-6-103,-1 1 0,1-1 0,0 0 1,-1 0-1,1 1 0,-1-1 0,0 0 0,0 0 0,0 1 0,0-5 0,0 1-238,0 0-116,1 1-1,0 0 0,0 0 1,0 0-1,3-7 0,7-11-5014,-3 8-1248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37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39 5042,'-7'-7'9757,"7"6"-9743,0 0-1,0-1 1,0 1 0,0 0 0,0 0 0,0 0-1,0 0 1,0 0 0,0 0 0,1 0 0,-1 0 0,1 0-1,-1 0 1,1 0 0,-1 0 0,1 0 0,-1 0-1,1 0 1,0 0 0,1-1 0,0 1 1,0 0 0,0 0 0,0 1 0,0-1 0,0 1 0,0-1 1,1 1-1,-1 0 0,0 0 0,4 0 0,105-3-191,-108 3 185,0 1 1,0 0-1,0 0 0,0-1 1,0 2-1,0-1 1,-1 0-1,1 1 0,-1-1 1,1 1-1,-1 0 1,1-1-1,-1 1 0,0 1 1,0-1-1,0 0 0,0 0 1,0 1-1,1 2 1,6 8 206,-1 0 0,7 18 0,-14-31-209,2 7 94,-1-1-1,1 0 1,-1 0-1,0 1 1,0-1-1,-1 1 1,0 0 0,0 0-1,0 10 1,-2-12-90,1 1 0,0-1 1,-1 1-1,0-1 1,0 1-1,-1-1 0,0 0 1,0 1-1,0-1 0,0 0 1,-1 0-1,0 0 1,0-1-1,0 1 0,0-1 1,-1 0-1,0 0 0,-5 5 1,7-7-13,-10 11 14,-27 22-1,35-32-18,1-1 0,-1 1 0,0-1 0,0 0 0,0 0 0,0 0 0,0-1 0,-1 1 0,1-1 0,0 0 0,-1 0 0,-7 0 0,12-1-5,-1-1-1,0 1 0,1-1 0,-1 1 1,1-1-1,-1 1 0,1-1 0,-1 1 1,1-1-1,-1 1 0,1-1 0,-1 0 1,1 1-1,0-1 0,-1 0 0,1 1 1,0-1-1,0 0 0,0 1 0,-1-1 1,1 0-1,0 1 0,0-1 0,0 0 1,0 0-1,0 1 0,0-1 0,0-1 1,1-30-263,-1 24 59,0 6 179,0 0 1,0 0 0,0 1-1,0-1 1,0 0 0,1 0 0,-1 0-1,1 1 1,-1-1 0,1 0-1,-1 1 1,1-1 0,0 0-1,0 1 1,0-1 0,0 1-1,0-1 1,0 1 0,0 0-1,1-1 1,-1 1 0,0 0-1,1 0 1,-1 0 0,1 0-1,0 0 1,-1 0 0,1 1-1,-1-1 1,3 0 0,4-1-24,0 1 0,0 0 0,0 0 0,0 1 0,13 1 0,0-1 110,-18 0-34,0 0 0,0 1 0,0-1-1,0 0 1,0 1 0,0 0 0,0 0 0,0 0 0,0 0 0,0 0 0,0 1 0,-1-1 0,1 1 0,-1 0 0,1 0 0,3 3-1,-2-1 81,-1 0-1,0 1 1,0-1-1,0 1 1,0-1-1,-1 1 1,0 0-1,3 10 1,0 3 205,-2 0 1,0 0-1,-1 1 0,-1 27 1,-2-42-287,1 0 0,-1 0 0,0 0 0,-1 0 0,1 0 0,-1-1 1,1 1-1,-1 0 0,0-1 0,0 1 0,-1-1 0,1 0 0,-1 0 0,0 0 0,0 0 1,0 0-1,0-1 0,0 1 0,0-1 0,-1 0 0,-6 4 0,-1 0 12,-1-1-1,0 1 1,0-2 0,0 0-1,-25 5 1,11-6-43,-49-1 1,53-2-32,20 0 23,0 0-1,0 0 1,0 0-1,0 0 1,0-1-1,0 1 1,0 0-1,1-1 1,-1 1-1,0-1 1,0 0-1,0 0 1,0 1-1,1-1 1,-1 0-1,-2-2 1,3 1-71,-1 0 1,1 0 0,0 0-1,1 0 1,-1 1-1,0-1 1,0 0-1,1 0 1,-1-1 0,1 1-1,0 0 1,-1 0-1,1 0 1,0 0-1,1-3 1,-1-29-3821,0 15-1051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39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5 7459,'0'0'10928,"-4"0"-10757,-56-3 177,28 2 46,-39 2 0,67 0-372,-1 0-1,1 0 1,0 0-1,0 0 1,0 1-1,0 0 1,0-1-1,1 2 1,-1-1-1,0 0 1,1 1-1,-1 0 1,1-1-1,0 1 1,-5 6-1,1 1 66,0 0-1,0 0 1,1 0-1,-7 17 1,2 0 38,2 1-1,1 0 1,2 1 0,0 0 0,2 0 0,1 0 0,1 0 0,2 1-1,6 50 1,-5-72-99,0-1 0,0 1 0,1-1-1,0 1 1,1-1 0,0 0 0,0 0-1,0 0 1,1 0 0,0-1 0,1 1 0,-1-1-1,1 0 1,0 0 0,0-1 0,1 1-1,0-1 1,0-1 0,9 7 0,-4-5 15,1 0 0,0-1 0,0 0 0,0-1-1,1 0 1,0-1 0,-1 0 0,1-1 0,0-1 0,22 1 0,-8-2-79,-10 1 68,0-1 0,31-4 0,-44 4-112,0-1 1,0 0-1,0 0 0,0 0 0,0-1 0,-1 1 0,1-1 0,0 0 1,-1 0-1,1 0 0,-1-1 0,0 1 0,0-1 0,0 0 1,0 0-1,5-6 0,-7 7-260,0 0 0,0-1 1,-1 1-1,1-1 0,0 1 1,-1-1-1,0 1 0,1-1 0,-1 0 1,0 1-1,-1-1 0,1-3 1,-1-6-2978,1 0-1558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39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1 120 6211,'0'0'8662,"5"1"-7661,-4-1-945,1 0 0,0 0-1,-1 0 1,1 0 0,-1 0 0,1 0 0,0 0 0,-1-1 0,1 1-1,-1 0 1,1-1 0,-1 1 0,1-1 0,-1 0 0,0 0-1,1 1 1,1-2 0,0-2-13,0 1 0,0-1-1,0 1 1,-1-1 0,1 0 0,2-5 0,0-1-323,-1 0 1,6-19 0,-2 3-756,-8 26 1038,0 0 0,0-1 0,0 1 0,0 0 1,0 0-1,0-1 0,0 1 0,0 0 0,0-1 1,1 1-1,-1 0 0,0 0 0,0-1 0,0 1 1,0 0-1,0 0 0,0-1 0,1 1 0,-1 0 1,0 0-1,0-1 0,0 1 0,1 0 0,-1 0 0,0 0 1,0 0-1,1-1 0,-1 1 0,0 0 0,0 0 1,1 0-1,-1 0 0,0 0 0,0 0 0,1 0 1,-1 0-1,0 0 0,1 0 0,-1 0 0,0 0 1,0 0-1,1 0 0,-1 0 0,0 0 0,1 0 1,-1 0-1,0 0 0,0 0 0,1 0 0,-1 0 0,0 0 1,0 1-1,1-1 0,-1 0 0,0 0 0,0 0 1,1 1-1,-1-1 0,0 0 0,0 0 0,0 0 1,1 1-1,8 17 631,1 15-202,-2 0 1,0 1-1,-3 0 0,2 34 1,-3 142 881,-5-135-783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38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4 112,'0'0'9813,"-5"0"-8706,-10 0 1012,29 0 1823,38-2-3922,-28 0 11,37 3 1,-60-1-29,1 1 0,-1-1-1,1 1 1,-1-1 0,1 1 0,-1 0 0,1 0 0,-1-1 0,1 1 0,-1 0-1,0 0 1,0 0 0,1 1 0,-1-1 0,0 0 0,0 0 0,0 1-1,0-1 1,0 0 0,-1 1 0,1-1 0,0 1 0,-1-1 0,1 1-1,-1 0 1,1-1 0,-1 1 0,0-1 0,0 1 0,0 3 0,1 3 8,-1 0 1,0 1-1,0-1 1,-3 15 0,-3-6 4,1 0 1,-2-1-1,0 1 1,-1-1-1,-13 20 1,0 0-20,13-20 31,-1 0 0,-1-1 0,-16 20 0,23-31-68,0-1 0,-1 1 1,1-1-1,-1 0 0,0 0 1,1 0-1,-1-1 0,0 0 0,-1 1 1,1-1-1,0 0 0,-1-1 0,1 1 1,-1-1-1,0 0 0,1 0 0,-10 0 1,13-1-92,1-1 129,0 0-1,0 1 1,0-1 0,0 0 0,0 0-1,0 1 1,0-1 0,0 0 0,1 0-1,-1 1 1,0-1 0,1 0 0,-1 1 0,1-1-1,-1 1 1,0-1 0,1 0 0,-1 1-1,1-1 1,0 1 0,-1-1 0,1 1-1,-1-1 1,2 1 0,23-11 37,32 1 264,-54 10-257,167-12 370,-97 11-7894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40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378 78 2657,'0'0'10144,"0"-1"-10032,1 1 1,-1 0-1,0 0 1,1 0-1,-1 0 1,0 0-1,1-1 1,-1 1-1,0 0 1,1 0-1,-1-1 1,0 1 0,1 0-1,-1-1 1,0 1-1,0 0 1,1-1-1,-1 1 1,0 0-1,0-1 1,1 0-1,-1-1-38,0 0 0,0 0-1,1 0 1,-1-1 0,-1 1-1,1 0 1,0 0 0,0 0-1,-1 0 1,0-1 0,1 1-1,-1 0 1,0 0 0,0 0 0,0 0-1,0 1 1,0-1 0,0 0-1,-1 0 1,1 0 0,-1 1-1,1-1 1,-1 1 0,0-1-1,1 1 1,-1 0 0,0 0-1,0 0 1,0 0 0,0 0-1,0 0 1,0 0 0,-3 0-1,-13-3-54,0 0 0,0 2 0,0 0 1,-1 1-1,-30 2 0,8 0 181,37 0-159,0-1-1,0 1 1,0 0-1,1 0 1,-1 1-1,0-1 0,1 1 1,-1 0-1,1 0 1,-1 0-1,1 0 1,0 0-1,0 1 1,0 0-1,0-1 1,1 1-1,-1 0 1,1 0-1,-1 1 0,1-1 1,-3 6-1,-5 10 108,1 0-1,-12 36 0,18-48-147,-8 28 98,1 0 1,2 0 0,1 1-1,1 0 1,3 1 0,0 37 0,3-58-8,0 5 34,4 37-1,-3-50-82,1-1 0,0 0 0,0 1 0,0-1 0,1 0 0,0-1-1,1 1 1,6 10 0,1-2 29,1-1-1,0-1 1,1 0-1,0 0 1,1-1-1,0-1 1,1 0-1,0-1 1,1-1-1,22 10 1,-17-10-136,1-1-1,0-1 1,1-1 0,-1-1-1,1-1 1,1-1 0,37 0 0,-61-3-13,1 0 1,-1-1 0,0 1 0,1 0-1,-1-1 1,1 1 0,-1 0-1,0-1 1,1 1 0,-1 0 0,0-1-1,0 1 1,1-1 0,-1 1 0,0-1-1,0 1 1,0-1 0,0 1 0,1-1-1,-1 1 1,0-1 0,0 1-1,0-1 1,0 1 0,0-1 0,0 1-1,-1-1 1,1-19-1272,0 16 502,-3-6-2349,-11 6-2078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42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33 1713,'0'0'7553,"-1"-32"10,-1 32-7549,-1 0 1,1 0-1,-1 0 1,1 0-1,0 0 0,-1 1 1,1-1-1,0 1 1,-1-1-1,1 1 1,0 0-1,0 0 0,0 0 1,-1 0-1,1 0 1,0 0-1,0 1 0,1-1 1,-1 1-1,0-1 1,0 1-1,1 0 0,-1 0 1,-2 4-1,-9 13 18,1 1-1,0 1 0,1 0 1,2 1-1,0 0 1,1 1-1,-9 44 1,9-17 120,2 0 1,0 84 0,5-123-69,1 0 1,1 0-1,0-1 1,0 1 0,1-1-1,1 1 1,0-1-1,0 1 1,1-1-1,0 0 1,1-1-1,0 1 1,0-1-1,1 0 1,9 11-1,0-1 60,1-1 0,1-1 0,0 0 0,1-1 0,1-2 0,21 14 0,-29-21-145,0-1 0,1-1 0,0 0 0,0 0 0,0-1 0,1-1 0,-1 0 0,1 0 0,0-2 1,0 1-1,0-2 0,23-1 0,-31 0-7,-1 1 1,1-1 0,-1 0-1,0-1 1,1 1 0,-1-1-1,0 0 1,0 0 0,0 0-1,0-1 1,6-5 0,-3 2-8,-1 0 0,0-1 1,0 1-1,0-2 1,6-10-1,2-8-197,-1-1-1,15-46 1,-25 66 128,9-30-551,-1 0 0,-2-1 0,-2 0 0,-1 0 0,2-76 0,-8 78 197,1 14 187,-3-32 0,1 48 273,0-1 0,0 1 0,0 0 0,-1 0 0,0 0 0,0 0 0,-1 0 0,0 0 0,-5-7 0,0 2 70,-2 0 1,1 1-1,-1 1 0,-1-1 0,0 2 0,0-1 1,0 2-1,-1 0 0,0 0 0,-1 1 0,1 0 1,-1 1-1,-1 1 0,1 0 0,0 0 1,-1 2-1,0-1 0,0 2 0,1 0 0,-1 1 1,0 0-1,-20 3 0,31-2-111,0 0-1,0 0 0,-1 0 1,1 1-1,0-1 1,0 1-1,1 0 1,-1 0-1,0 0 0,1 0 1,-1 0-1,1 0 1,-1 1-1,1-1 1,0 1-1,0 0 0,0-1 1,0 1-1,1 0 1,-1 0-1,-1 7 0,0-1-575,0 1-1,1-1 1,0 1-1,0 0 1,1 0-1,1 13 1,0-1-4496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42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82 6115,'0'0'6581,"-3"12"-6050,-29 99 945,29-92-1006,0 1 0,1 0 0,1 0 1,3 28-1,-2-4-57,1-23-175,0 0 1,1 0 0,1 0 0,1 0 0,1-1-1,0 1 1,2-1 0,0-1 0,1 1-1,2-1 1,0-1 0,0 0 0,2 0 0,0-1-1,1 0 1,1-1 0,27 24 0,-33-33-197,0-1 1,1 0-1,0-1 1,0 0-1,0 0 1,0-1-1,1 0 1,0 0-1,0-2 1,15 4-1,-18-5-42,-1 0 0,1-1-1,-1 0 1,1 0 0,-1 0-1,1-1 1,-1 0 0,0 0-1,1-1 1,-1 0 0,0 0-1,0 0 1,0-1 0,0 0-1,0 0 1,-1 0 0,1-1-1,5-5 1,0-1-34,-1-2 0,0 1 0,-1-1 0,-1-1 0,1 0 0,-2 0 0,12-28 0,-4 2-429,18-71 0,-23 58-334,-2 0 0,-2-1 0,-3 0 0,-4-83-1,1 130 819,-1 0-1,0 0 1,0 0-1,0 0 1,0 0 0,-1 0-1,0 0 1,0 0-1,-1 0 1,0 1-1,0 0 1,0-1-1,0 1 1,-1 0-1,0 0 1,0 1-1,0-1 1,-1 1-1,0 0 1,1 0-1,-1 0 1,-1 1-1,1 0 1,0 0-1,-1 0 1,0 1-1,1-1 1,-1 2-1,0-1 1,0 0-1,0 1 1,-1 0-1,1 1 1,-9-1-1,-28 0 1048,23 0-788,1 1 0,-1 0 0,1 1 0,0 2 0,-28 5 0,27-2-398,12-4 97,-1 0 0,1 1 0,0 0 1,-9 5-1,15-7-229,0 1 0,0-1 1,0 0-1,0 1 0,1-1 0,-1 1 1,0 0-1,1-1 0,-1 1 1,1 0-1,0 0 0,0 0 0,0 0 1,0 0-1,0 0 0,0 0 0,0 1 1,0-1-1,1 0 0,-1 4 1,1 9-4201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44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79 5186,'0'0'6988,"0"5"-6116,0 29 5127,0-19-5710,-1 14-124,-7 35-1,-1 8-101,7 190 965,2-249-917,1 0 1,1-1 0,0 0 0,1 1 0,0-1-1,1 0 1,0 0 0,1-1 0,1 1 0,0-1-1,12 18 1,-12-21-52,0-1 0,0 0 1,0-1-1,1 1 0,0-1 0,0-1 0,0 1 0,1-1 0,0 0 0,0-1 1,0 0-1,0 0 0,1-1 0,0 0 0,0 0 0,15 1 0,2-1-30,-1-1-1,43-3 0,-65 0-43,-1 1 0,1-1 0,-1 1 0,0-1 0,1 0-1,-1 0 1,0 0 0,0 0 0,0 0 0,1-1 0,-1 1 0,0-1-1,-1 1 1,1-1 0,0 0 0,0 1 0,-1-1 0,1 0 0,-1 0-1,0 0 1,1-1 0,1-3 0,1-5-118,0 0 1,0-1-1,3-18 1,-6 24 51,8-42-409,4-89-1,-11-53-361,-2 123 643,0 56 212,0-1 0,0 1 0,-1-1 0,-1 1 0,0-1 0,-1 1 0,0 0 1,0 0-1,-1 0 0,-1 0 0,0 1 0,0 0 0,-1 0 0,-1 0 0,1 1 0,-15-16 0,12 15 2,0 1 0,0 1 0,-16-12 0,20 17 28,1 0 0,-1 1 0,1 0 0,-1 0 0,0 0 0,0 1 0,0-1 0,0 1 0,0 1 0,0-1 0,-9 0 0,8 1 9,0 0-1,0 1 1,0 0-1,1 0 0,-1 0 1,0 0-1,0 1 0,1 0 1,-1 0-1,1 1 0,-1 0 1,1 0-1,0 0 0,0 0 1,-6 6-1,-4 2-263,1 1 0,0 1 0,-17 19 0,5 4-5106,15-18-1681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45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7235,'0'0'7796,"0"9"-7396,0 29 0,0 22 481,0 28-273,0 25 96,-3 21-432,3 5-272,0-14-208,0-34-2465,0-38-6211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45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0 4578,'0'0'10618,"-17"5"-9716,-53 17-136,64-20-688,2 0-1,-1 0 1,0 1 0,0 0 0,1 0 0,-1 0 0,1 0-1,0 1 1,0-1 0,0 1 0,1 0 0,-1 1 0,1-1-1,-4 8 1,-3 2 153,1-1-31,1 1 1,1-1 0,0 1-1,1 0 1,0 1-1,1-1 1,1 1 0,0 0-1,-1 17 1,0 15 343,2 77-1,3-93-341,0-7-28,1-1 0,2 0 0,0-1 0,2 1 1,11 37-1,-11-46-77,1-1 0,0 1-1,0-1 1,2-1 0,-1 1 0,2-1 0,-1-1-1,2 1 1,-1-2 0,15 13 0,-19-19-81,0 0 0,1 0 1,0-1-1,-1 1 0,1-1 0,0-1 1,1 1-1,-1-1 0,0 0 0,1 0 1,-1-1-1,1 0 0,-1 0 0,1-1 1,0 0-1,-1 0 0,1 0 0,12-3 1,-10 1-19,-1 0 1,1-1-1,0 0 1,-1-1 0,0 0-1,0 0 1,0-1 0,0 0-1,-1 0 1,1 0-1,-1-1 1,11-13 0,0-3-150,-1 0 0,-1-2 0,-1 0 0,-2-1 0,0 0 0,-1-1 0,-2 0 0,10-36 0,-11 27-458,-2 0-1,-1-1 0,-2 0 0,-1 0 1,-2 0-1,-5-42 0,4 70 584,-2 0 0,1 0 0,-1 0 0,-1-1 0,1 2 0,-1-1 0,-1 0 0,1 1 0,-1-1 0,-1 1 0,1 0 0,-12-13 0,12 16 99,-1-1 1,0 1 0,0 0-1,0 0 1,0 0 0,-1 1-1,1 0 1,-1 0 0,0 0-1,0 1 1,0 0-1,0 0 1,-1 1 0,1-1-1,0 1 1,-1 0 0,-6 1-1,-8-1-399,10 1 581,0 0 1,0 0-1,0 1 1,-17 3-1,24-3-437,1 0-1,0 0 0,0 0 1,0 1-1,0-1 0,1 1 1,-1 0-1,-3 3 0,4-4-350,0 2 0,0-1 0,0 0 0,0 0-1,1 0 1,-1 1 0,1-1 0,-1 1 0,1 0 0,-2 5-1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46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10005,'0'0'7171,"24"229"-6467,-20-100 17,-1 6 31,-3-19-256,0-28-496,0-38-48,0-31-1569,7-19-1376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47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39 6707,'0'0'11269,"-2"1"-10778,-6 4-389,0 2-1,1-1 1,-1 1-1,1 0 1,0 0-1,1 1 1,0 0-1,-8 13 1,7-8-53,0-1 1,1 1 0,0 0-1,1 1 1,-5 21-1,5-3 140,2-1 0,1 0-1,3 41 1,0-18 118,-1-24-94,2 1 0,7 42-1,-7-59-129,2-1 0,-1 1 0,2-1 0,0 0 0,1 0 0,0 0 0,12 17 0,-15-25-78,1-1 0,-1 1 0,1-1 1,0 0-1,0 0 0,1 0 0,-1 0 0,1-1 0,0 0 0,0 0 0,0 0 1,1 0-1,-1-1 0,0 0 0,1 0 0,0-1 0,-1 1 0,1-1 0,0 0 1,0-1-1,-1 1 0,1-1 0,0-1 0,0 1 0,0-1 0,-1 0 0,1 0 1,0 0-1,-1-1 0,1 0 0,-1 0 0,1 0 0,-1-1 0,0 0 0,0 0 1,0 0-1,6-7 0,3-3-116,-1-1 0,0-1 0,-2 0 0,1 0 0,-2-1 0,0 0 1,12-30-1,-10 18-424,-2 0 0,0-1 0,-2 0 0,5-38 0,-9 34-305,-1-1-1,-1 1 1,-2-1 0,-6-44-1,4 68 873,0 1 1,-1 0-1,0 0 0,-1 1 0,0-1 0,0 1 1,-1-1-1,0 1 0,0 1 0,-1-1 0,0 1 1,0 0-1,-1 0 0,0 1 0,0 0 0,-1 0 1,0 0-1,1 1 0,-2 1 0,1-1 0,-1 1 1,1 1-1,-1-1 0,0 1 0,0 1 0,-1 0 1,1 0-1,-11 0 0,15 2 101,-1 0 0,1 1 0,0-1 1,0 1-1,-1 0 0,1 0 0,0 1 0,0 0 0,-7 3 0,3 0-1081,0 1-1,1 1 1,-15 12 0,6-3-5866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47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 6355,'0'0'8321,"1"-4"-7395,4-13-217,-4 13-124,2 260 1997,16 117-3203,-9-283-1175,0-36-2472,-3-23-3499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48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137 136 5090,'0'0'13452,"-11"4"-12268,1 3-1072,1 1 1,0 0-1,0 1 0,1-1 0,0 2 0,1-1 0,0 1 0,0 0 0,1 1 0,0-1 0,-6 19 0,5-10-17,2 0 1,0 0-1,1 1 0,2 0 0,-1 0 1,2 27-1,1-28-62,0 26 299,10 91-1,-8-122-266,1-1-1,1 0 1,0 0-1,0 0 1,1 0-1,1 0 1,0-1-1,1 0 1,0 0-1,1-1 0,9 11 1,-13-18-41,0 0-1,-1-1 1,2 1 0,-1-1 0,0 0-1,1 0 1,-1 0 0,1-1 0,0 0-1,0 0 1,0 0 0,0 0 0,0-1-1,11 2 1,-13-3-29,1 0-1,0 0 0,0 0 1,0 0-1,0-1 1,0 1-1,-1-1 1,1 0-1,0 0 1,-1-1-1,1 1 1,0-1-1,-1 0 1,0 0-1,1 0 1,-1 0-1,0-1 1,0 1-1,0-1 1,-1 0-1,4-3 1,3-7-38,0 0 0,-1-1 0,-1 1 0,0-2 0,9-26 0,17-80-502,-24 68-339,-1 0 0,-3 0 0,-1-59 1,-5 100 813,0 1 0,-1-1 1,0 1-1,-1-1 1,0 1-1,-1 0 0,0 0 1,-1 0-1,0 0 0,0 1 1,-14-19-1,4 9 181,-1 1-1,-1 0 1,0 1-1,-30-23 1,42 38-79,0-1 1,0 1-1,-1 0 0,1 0 1,-1 0-1,1 1 0,-1 0 1,0 0-1,0 0 0,0 1 1,0 0-1,0 0 0,0 1 1,0-1-1,-11 2 1,17-1-53,-1 0 1,1 0 0,-1 0 0,0 0-1,1 1 1,-1-1 0,1 0 0,-1 0-1,0 1 1,1-1 0,-1 0 0,1 1 0,-1-1-1,1 0 1,-1 1 0,1-1 0,-1 1-1,1-1 1,0 1 0,-1-1 0,1 1-1,0-1 1,-1 1 0,1-1 0,0 1 0,0 0-1,-1-1 1,1 1 0,0-1 0,0 1-1,0 0 1,-2 23-752,2-19 511,0 61-5905,0-27-1249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48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8964,'0'0'11157,"-7"113"-10725,7-29-111,0 17 159,0 9-80,0-13-336,0-12-64,0-35-560,0-31-1233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50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410 1 6739,'0'0'8161,"-19"3"-7299,-61 11-136,66-12-408,-1 2 0,1-1-1,0 2 1,0 0 0,0 1 0,1 0 0,-23 14 0,18-9-12,7-4-189,0 0-1,0 0 1,1 2 0,-1-1 0,2 1-1,-1 1 1,1-1 0,1 2 0,0-1-1,0 1 1,1 0 0,1 1 0,0 0-1,0 0 1,1 0 0,1 0 0,0 1-1,0 0 1,2 0 0,-3 26 0,2 6 128,3 1 1,2-1-1,8 53 1,-6-77-118,0 0 1,2-1 0,0 1 0,1-1 0,1-1 0,1 0 0,1 0-1,1 0 1,12 16 0,-17-28-114,0 0-1,0 0 1,0-1 0,1 0-1,0 0 1,0 0-1,1-1 1,0 0 0,0-1-1,0 0 1,0 0 0,0-1-1,1 0 1,0 0-1,-1-1 1,1 0 0,0 0-1,0-1 1,0 0 0,0-1-1,1 0 1,-1-1 0,0 0-1,0 0 1,0 0-1,-1-1 1,1-1 0,0 0-1,-1 0 1,16-8 0,-12 3-36,0-1 0,0-1 1,0 0-1,-2 0 1,1-1-1,-1-1 1,-1 1-1,10-16 0,-4 3-194,-1-1-1,0-1 0,13-39 0,-17 36-190,-3-1 0,0 0 0,-2-1 0,-1 1 1,-2-1-1,-2-41 0,0 63 341,0 0 0,-1 0 0,0 1 0,0-1 0,-1 1 0,-1-1-1,1 1 1,-1 0 0,-5-9 0,2 7 66,0 0-1,-1 0 0,0 0 1,-1 1-1,0 0 0,-9-8 0,11 11 84,-1 1 0,1-1 0,-1 1 0,0 0 0,0 1 0,-1 0 0,1 0 0,-1 0 0,0 1 0,0 0 0,0 1 0,0 0 0,0 0 0,-1 1 0,1-1 0,-14 2 0,20 0-56,0 0 0,-1 0 0,1 0 0,0 1 0,0-1 1,-1 1-1,1-1 0,0 1 0,0 0 0,0 0 0,0 0 0,0 0 1,0 1-1,0-1 0,0 0 0,0 1 0,1-1 0,-1 1 0,-1 2 0,-2 2-259,1 1 0,0-1 1,0 1-1,-3 10 0,2-6-711,-9 15-3271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51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7347,'0'0'9413,"0"94"-8917,0-25 288,0 19-191,0 19 79,0 6-304,0-6-304,0-16-64,0-32-1152,4-24-929,13-19-1649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51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8100,'0'0'6467,"4"35"-6147,-1 6 496,-3 25 305,0 25-17,0 18-207,0 7-433,0-3-400,7-25-64,7-25-1441,4-32-1408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52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0 2385,'-2'2'14902,"-8"12"-13727,-37 53-177,34-51-854,0 0 0,2 1 0,0 0 0,1 1 0,0 0 0,2 0 0,-10 29 0,10-3 79,3 1-1,1 0 0,3 69 1,1-72-75,0-24-39,1 1 0,0 0 0,1-1 1,1 1-1,1-1 0,10 30 0,-12-43-89,0 0-1,1 0 1,-1 0 0,1 0 0,0-1-1,0 1 1,0-1 0,1 0-1,-1 0 1,1 0 0,0 0-1,0-1 1,1 1 0,-1-1-1,1 0 1,-1 0 0,1-1-1,0 1 1,0-1 0,0 0-1,1-1 1,-1 1 0,0-1-1,1 0 1,-1 0 0,0-1-1,7 1 1,-5-1-19,0-1-1,0 1 1,1-1 0,-1 0-1,-1-1 1,1 1-1,0-1 1,0-1 0,-1 1-1,1-1 1,-1-1-1,0 1 1,0-1 0,0 0-1,0 0 1,-1-1-1,1 1 1,-1-1 0,0-1-1,-1 1 1,7-10 0,6-7-326,-1-1 0,-2-1 0,0 0 1,-1-1-1,-2-1 0,0 0 0,-2 0 1,-1-1-1,-1 0 0,-1-1 1,-2 1-1,0-1 0,-1-32 0,-3 44-41,-1-1-1,-4-30 1,4 41 326,-1 0 0,0 0 0,0 0 0,-1 0 0,0 0 0,0 1 0,0 0 0,0-1 0,-1 1 0,-7-8 0,-3-1 108,1 1 0,-29-20 1,34 27-372,0 1 1,0 1 0,0-1-1,-1 1 1,0 1-1,0-1 1,-15-2 0,16 5-2924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53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89 5699,'0'0'7598,"0"0"-7531,0-1 0,0 1 0,0 0 0,0 0 0,0-1 0,-1 1 1,1 0-1,0 0 0,0-1 0,0 1 0,0 0 0,0 0 0,0-1 0,0 1 0,0 0 1,-1 0-1,1 0 0,0-1 0,0 1 0,0 0 0,0 0 0,-1 0 0,1 0 0,0-1 1,0 1-1,-1 0 0,1 0 0,0 0 0,0 0 0,0 0 0,-1 0 0,-2 0 141,0 1-1,1 0 0,-1 0 0,1 0 0,-1 0 1,0 1-1,1-1 0,0 1 0,-1-1 1,1 1-1,0 0 0,0 0 0,0 0 0,0 0 1,0 0-1,-1 4 0,-28 41 742,22-27-777,1 0 0,1 0 1,0 1-1,2 0 0,0 0 0,-3 42 1,6-15 310,7 96-1,-3-125-365,1-1 0,0 0 0,1 0-1,2 0 1,-1-1 0,2 1 0,17 31-1,-20-42-89,0 0-1,1 0 1,0 0 0,0-1-1,1 0 1,-1 0-1,2 0 1,-1 0-1,0-1 1,1 0-1,0-1 1,0 1-1,0-1 1,1-1 0,0 0-1,-1 0 1,1 0-1,0-1 1,0 0-1,9 1 1,-12-2-29,-1-1 0,1 0-1,0 0 1,-1-1 0,1 1 0,-1-1 0,1 0 0,-1 0-1,0-1 1,1 1 0,-1-1 0,0 0 0,5-3 0,-3 1-14,-1 0 1,1-1 0,-1 1 0,0-2 0,0 1-1,0 0 1,6-11 0,3-7-105,-2 0 0,-1-1 0,13-41-1,-20 53 63,12-37-449,-2 0 1,-3-1-1,-1 0 1,-3-1-1,-3 0 0,-1 0 1,-5-58-1,2 103 482,-1-1 0,0 1-1,-1-1 1,1 1 0,-1 0-1,-1 0 1,1 0 0,-1 0 0,0 0-1,0 0 1,-1 1 0,0-1-1,0 1 1,0 0 0,0 0-1,-1 1 1,0-1 0,0 1 0,0 0-1,0 0 1,-1 1 0,1-1-1,-1 1 1,0 1 0,0-1-1,0 1 1,-1 0 0,1 0-1,0 1 1,-1 0 0,1 0 0,-14 0-1,16 1 64,0 0 1,-1 0-1,1 1 0,0-1 0,0 1 1,-1 0-1,1 0 0,0 0 0,0 1 0,0 0 1,-6 3-1,5-1-150,1-1 0,-1 1 1,1 0-1,1 1 0,-1-1 1,0 1-1,1-1 0,-5 9 0,-5 19-2521,4 2-2647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54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7780,'0'0'7491,"0"69"-6627,0-3 161,0 19-513,0 15-144,0-2-368,0-7-144,0-22-1104,0-28-2706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54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6755,'0'0'11605,"0"-6"-10212,0 40-801,0 13-304,0 25 129,0 16-401,0 3-16,0-12-256,0-13-1489,0-26-752,0-21-1473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56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266 121 1345,'0'0'14908,"-21"0"-13932,10 2-938,0 1 0,1-1 0,-1 2 1,1 0-1,0 0 0,0 1 0,0 0 0,0 0 0,1 1 0,0 0 0,0 1 0,1 0 0,0 1 0,0-1 0,-7 11 0,5-5 35,1 0 0,1 0 0,0 1 0,1 0 0,0 0 0,1 0 0,1 1 0,0 0 1,-5 31-1,5-14 211,2 0 0,1 0 1,2 52-1,2-69-136,0 0 0,0 0 0,2 0 0,0 0 0,0-1 0,2 0 0,-1 0 0,2 0 0,13 22 0,-8-19 16,0-1-1,1 0 1,25 24 0,-31-34-127,-1-1 1,1 0-1,0 0 1,0 0-1,1-1 1,-1 0-1,1 0 0,0-1 1,0 0-1,0-1 1,13 3-1,-13-4-2,1 0-1,-1 0 1,0-1 0,1 0-1,11-2 1,-16 1-34,0 0 0,-1 0 0,1 0 0,-1 0 0,1-1 0,-1 1 0,0-1 1,1 0-1,-1 0 0,0 0 0,0-1 0,0 1 0,-1-1 0,5-4 0,4-9-74,0 1-1,-2-1 1,0-1-1,0 1 1,6-21-1,-4 5-526,14-66 1,-19 54 30,-2-1 1,-3 1 0,-4-68 0,1 99 568,0 0 0,0 0 0,-1 1 0,-1-1 1,0 1-1,0 0 0,-12-21 0,-5-4 221,-28-35 0,-14-23-187,62 92-110,-1 0-1,1 0 1,-1 0 0,0 1-1,0-1 1,-4-3 0,6 6 36,0 0-1,-1 0 1,1-1 0,0 1-1,0 0 1,0 0 0,-1 0-1,1 0 1,0 0 0,0 0-1,-1 0 1,1 0 0,0 0-1,-1-1 1,1 1 0,0 0-1,0 0 1,-1 1 0,1-1-1,0 0 1,0 0 0,-1 0-1,1 0 1,0 0 0,-1 0 0,1 0-1,0 0 1,0 0 0,0 1-1,-1-1 1,1 0 0,0 0-1,-8 17-1685,0 27-1409,-4 11-2238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72 6499,'0'0'6680,"-3"-11"-6429,-8-33 8,11 43-196,-1-1-1,0 1 1,0 0 0,1 0-1,-1 0 1,0 0 0,0 0-1,0 0 1,0 0 0,0 1 0,-1-1-1,1 0 1,0 1 0,0-1-1,0 0 1,-1 1 0,1 0-1,0-1 1,-1 1 0,1 0 0,0-1-1,-1 1 1,1 0 0,0 0-1,-1 0 1,1 0 0,0 0-1,-1 1 1,1-1 0,0 0-1,-3 1 1,-3 0 484,2 0-427,0-1-1,0 1 1,0 0-1,0 0 1,0 1-1,1 0 1,-1-1 0,0 2-1,1-1 1,-1 0-1,1 1 1,0 0-1,0 0 1,0 0-1,0 1 1,0-1-1,1 1 1,-1 0 0,-3 7-1,-1-1 42,1 1 0,1 0-1,0 1 1,1 0 0,0 0 0,-6 21-1,6-3 195,0 0 0,2 1 0,2 60 0,1-61-126,0 6 76,2 0-1,2 0 1,12 55-1,-11-72-197,1-1 1,0 1-1,1-1 0,1 0 0,1-1 0,0 0 0,2 0 0,15 19 0,-22-30-63,2-1 0,-1 0-1,0 0 1,1 0-1,0-1 1,0 0 0,1 0-1,-1 0 1,1-1-1,-1 0 1,1 0 0,0 0-1,13 2 1,-15-4-40,0-1 0,0 1 1,0-1-1,0 0 0,0 0 1,0-1-1,0 1 1,0-1-1,0 0 0,0-1 1,0 1-1,0-1 0,0 0 1,-1 0-1,1 0 0,-1-1 1,1 0-1,-1 0 0,0 0 1,6-6-1,2-4-35,0-1 1,-2-1-1,1 0 0,-2 0 0,14-30 0,29-89-816,-42 103 299,-1 1 1,-2-1 0,-1 0 0,-1-1-1,-2 1 1,-1-1 0,-3-49 0,0 72 578,-1 1 1,0-1-1,0 1 1,0 0-1,-1-1 1,-1 1 0,1 0-1,-1 1 1,-1-1-1,1 1 1,-1 0-1,-1 0 1,1 0-1,-1 1 1,0 0 0,-1 0-1,1 0 1,-1 1-1,0 0 1,-1 0-1,1 1 1,-1 0-1,0 0 1,0 1-1,0 0 1,0 0 0,0 1-1,-18-2 1,18 3 140,0 1 0,0 0 0,0 0 0,-14 3 0,18-2-156,1 0 0,0 0 0,-1 1 0,1-1 0,0 1 0,0 0 1,0 0-1,0 0 0,1 0 0,-1 0 0,1 0 0,-1 1 0,-2 2 1,-23 32-1038,14-8-2806,7-10-1690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57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70 8404,'-2'-1'5805,"-2"0"-5403,1 1-1,-1-1 1,1 1 0,-1 0-1,0 0 1,1 1 0,-1-1-1,1 1 1,-1-1 0,1 1-1,-1 0 1,-5 3 0,3-1-194,0 0 1,0 1-1,0 0 1,0 0-1,0 0 1,-5 7 0,0 1-190,0 1 1,0 0 0,2 1 0,-1 0 0,-6 15 0,8-11 54,0 0 1,2 0-1,0 1 1,2-1-1,0 1 1,0 0 0,0 21-1,2 14 471,6 69 0,-3-114-490,0 0 1,0 0-1,1 0 1,0-1-1,0 1 0,1 0 1,1-1-1,-1 0 1,1 0-1,0 0 1,1 0-1,5 7 1,-5-10-22,0 0 0,0 0 0,0 0 0,0-1 0,1 0 0,0 0 0,-1 0 0,2-1 0,-1 0 0,0 0 0,1 0 0,-1-1 0,1 0 0,-1 0 0,1-1 0,10 1 0,-9-1-34,1 0 1,-1-1-1,0 0 1,0 0-1,1-1 1,-1 0-1,0-1 1,0 1-1,0-2 0,0 1 1,0-1-1,-1 0 1,1-1-1,-1 0 1,0 0-1,0 0 1,0-1-1,-1 0 0,1-1 1,-1 1-1,0-1 1,-1 0-1,7-9 1,12-18-329,-1-1-1,-1-1 1,-3-1 0,0-1 0,-3 0 0,24-77 0,-33 86-60,-1-1 0,-2 1 0,-1-1 0,0-45 0,-3 69 358,-1 0 0,1 1 0,-1-1 1,0 0-1,0 1 0,0-1 0,0 1 0,-1-1 0,0 1 0,0-1 0,0 1 1,-1 0-1,1 0 0,-1 0 0,0 1 0,-5-6 0,3 4 36,-1 0-1,-1 0 0,1 1 1,-1-1-1,0 2 1,0-1-1,0 1 1,0 0-1,-8-3 1,5 4 49,0 0 0,-1 0 1,1 1-1,-12 0 1,17 0-56,0 1 1,-1 0 0,1 1 0,0 0 0,0-1 0,0 1-1,0 1 1,0-1 0,-8 4 0,8-1-96,1 0 0,0 0 0,-1 0 0,2 0 0,-1 0 0,1 1 0,-1 0 0,-4 8 0,-19 46-3882,12-12-2932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58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9412,'0'0'4642,"0"160"-3857,4-62-49,-1 5-624,1-2-112,-4-16-1825,0-23-4690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59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0 11493,'0'0'6723,"0"54"-6515,0 5 273,-18 26 143,4 22 160,4 15-528,6 4-240,4-10-32,0-28-1104,0-32-1153,0-31-2946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3:59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6963,'0'0'8932,"0"91"-8435,0-28 143,0 18-96,0 4-336,0 0-208,0-13-320,0-12-688,0-17-1666,-4-17-3168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3:54:00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63 5491,'0'0'7165,"0"-9"-6289,0-44 3413,0 62-2320,-11 378 42,1-8-2797,10-353 226,0 0-627,0-6-2639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15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 5042,'0'0'6371,"0"-18"227,52 644-5334,-37-501-882,-11-93-298,1 24 161,3-1 0,27 96 0,-32-143-190,-1 0 0,1-1 0,0 0 0,0 0 0,1 0 0,0 0 0,0 0 0,1-1 1,0 1-1,11 10 0,-16-17-71,0 1 0,1-1 0,-1 1 0,1-1 0,-1 0 0,0 1 0,1-1 0,-1 1 0,1-1 1,0 0-1,-1 1 0,1-1 0,-1 0 0,1 0 0,-1 0 0,1 1 0,0-1 0,-1 0 0,1 0 0,-1 0 1,1 0-1,0 0 0,-1 0 0,1 0 0,-1 0 0,1 0 0,0 0 0,-1-1 0,1 1 0,-1 0 1,1 0-1,0 0 0,-1-1 0,1 1 0,-1 0 0,1-1 0,-1 1 0,1-1 0,-1 1 0,1 0 0,-1-1 1,0 1-1,1-1 0,0 0 0,0-2-155,0 0 1,0 0-1,0 0 0,0 0 1,-1 0-1,1 0 0,-1-4 1,2-88-6924,-2 39-1099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16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 4834,'0'0'4026,"31"-7"-3594,100-23-258,-114 27-107,0 0 0,0 1 1,0 1-1,33 2 1,-12 0 222,-29-1-179,0 0 0,0 0 0,0 1 0,0 1 0,0-1 0,0 2 0,0-1-1,0 1 1,0 0 0,-1 1 0,0 0 0,1 0 0,-2 1 0,1 0 0,0 1 0,-1-1 0,0 1 0,0 1 0,7 9 0,-3-2 45,-2 1 0,0-1 0,-1 2 0,0-1 0,-1 1 0,-1 1-1,0-1 1,-2 1 0,0 0 0,3 24 0,-2 17 511,-4 103 1,-2-120-404,-1-18-113,0 0 0,-2 0 0,0 0 0,-2-1 0,0 1 1,-18 37-1,4-16 33,-3-1 1,-35 50-1,43-71-141,-1 0 0,-1-1 0,-34 33 0,44-48-73,0 0 0,0 0-1,0-1 1,-1 0 0,1-1 0,-1 1 0,-1-2 0,1 1 0,0-1 0,-1 0 0,0-1-1,1 0 1,-1 0 0,-17 0 0,25-2-40,-1 0 1,1 0-1,-1 0 0,0 0 0,1-1 1,-1 1-1,1-1 0,-1 1 1,1-1-1,-1 1 0,1-1 0,0 0 1,-1 1-1,1-1 0,0 0 0,-1 0 1,1 0-1,0 0 0,0 0 1,0-1-1,0 1 0,0 0 0,0 0 1,0-1-1,1 1 0,-1 0 0,0-1 1,1 1-1,-1-1 0,1 1 1,-1-3-1,-1-4-369,1-1 0,0 1 0,1-1 1,1-14-1,-1 6-400,0-30-2845,0 0-2068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17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12 271 8020,'0'0'6301,"29"-4"-6034,96-14-184,-120 17-88,0 0 1,1 0-1,-1 0 1,0-1 0,0 0-1,1 0 1,-1 0-1,-1 0 1,1-1-1,0 0 1,-1 0 0,1 0-1,-1-1 1,0 0-1,0 1 1,0-1-1,-1-1 1,1 1 0,4-9-1,-2 4-64,-2 3-8,-2 0 0,1 0 0,-1 0 0,1-1 0,-2 1 0,1 0 0,-1-1 0,0 1 0,0-1 0,-1 0 0,0 1 0,-1-11 0,1 3-90,0 12 161,0 0 0,0-1 0,-1 1 0,1 0 0,0 0 0,-1 0 0,0-1 0,1 1 0,-1 0 0,0 0 0,0 0 0,0 0 0,-1 1 0,1-1 0,0 0 0,-1 0 0,-2-2 0,1 1 6,0 1 0,-1-1 0,0 1 0,1 0 1,-1 0-1,0 0 0,0 1 0,-7-3 0,-4 1 12,-1 1-1,1 0 0,-32 0 0,29 2-7,9-1-13,1 1 1,-1 0-1,-15 3 0,21-2 10,1 0-1,-1-1 0,1 1 0,-1 0 1,1 1-1,-1-1 0,1 0 0,0 1 1,0-1-1,0 1 0,0 0 0,0-1 1,0 1-1,0 0 0,0 0 0,-1 4 1,-2 2 30,1-1 1,1 1-1,-1 1 1,2-1 0,-1 0-1,1 1 1,0-1-1,-1 15 1,1 77 742,3-61-336,-1-13-91,1 0-1,1-1 1,1 1-1,2 0 0,0-1 1,2 0-1,0 0 1,2-1-1,1 0 1,1 0-1,0-1 0,28 38 1,-34-54-253,1 0 1,0-1-1,0 0 1,0 0-1,1-1 1,-1 1-1,1-1 1,1-1-1,-1 1 1,12 4-1,-8-5-29,0-1 0,1 0 0,-1-1 0,1 0 0,0 0 0,22-1 0,-25-1-139,-1-1 0,1 0 1,-1 0-1,1 0 0,-1-1 0,1-1 0,-1 0 1,0 0-1,0 0 0,0-1 0,0 0 1,-1 0-1,0-1 0,0 0 0,0-1 0,0 1 1,-1-1-1,0 0 0,0-1 0,-1 0 1,1 0-1,5-10 0,-4 5-728,0-1 0,0 1-1,-1-1 1,-1-1 0,0 1-1,4-25 1,-3-13-4296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17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4930,'0'0'9191,"0"1"-9122,0 763 4819,0-744-4769,6 129 675,-5-133-686,2-1 0,0 1 1,0-1-1,2 0 0,0 0 1,1 0-1,7 14 1,-12-27-102,0 0 0,-1 0 1,1 0-1,1 0 1,-1-1-1,0 1 0,0 0 1,1-1-1,-1 1 1,1-1-1,-1 1 0,1-1 1,-1 0-1,1 1 1,0-1-1,0 0 0,0 0 1,0 0-1,0-1 0,0 1 1,2 0-1,-4-1-10,0 0-1,1 0 0,-1 0 1,0 0-1,1-1 0,-1 1 1,0 0-1,1 0 0,-1-1 0,0 1 1,0 0-1,0 0 0,1-1 1,-1 1-1,0 0 0,0-1 1,0 1-1,1 0 0,-1-1 1,0 1-1,0 0 0,0-1 1,0 1-1,0 0 0,0-1 1,0 1-1,0 0 0,0-1 1,0 1-1,0 0 0,0-1 0,0 1 1,0-1-1,0 1 0,0 0 1,-1-1-1,1-4-49,0-4-43,-13-295-3781,-6 133 1963,6-175 0,13 336 1934,1-1 0,1 1 0,0 0 1,0 0-1,1 0 0,0 0 0,1 0 0,0 1 0,1 0 0,0-1 0,12-15 1,-10 14 18,1 1 0,1 0 0,0 1 0,0 0 0,1 0 0,0 1 0,1 1 0,0-1 0,14-6 0,-17 11 25,-1 0 0,1 0-1,0 1 1,0 0 0,13 0 0,-17 1-21,0 1 1,-1-1 0,1 1 0,0 0 0,0 1-1,-1-1 1,1 1 0,0-1 0,-1 1 0,1 0-1,-1 1 1,1-1 0,-1 1 0,1-1 0,3 3-1,-3 1 47,1 0 0,0 1-1,-1-1 1,0 1 0,0 0-1,-1 0 1,0 0 0,5 11-1,16 59 829,-23-73-874,6 34 507,-1 1-1,-2-1 1,-1 1 0,-5 70-1,2-94-405,-1-2-30,0 0 1,0 0 0,-2 0 0,1 0-1,-1 0 1,-1 0 0,0-1-1,-1 1 1,-10 18 0,11-25-102,1 1 0,-1-1 1,1 0-1,-2-1 0,1 1 0,0-1 1,-1 1-1,0-1 0,0-1 0,0 1 1,0-1-1,-1 0 0,1 0 0,-1 0 1,0-1-1,0 0 0,0 0 0,0-1 1,0 1-1,-13 0 0,15-2-100,-1 1-1,1-1 0,0-1 1,-1 1-1,1 0 1,-1-1-1,1 0 0,0 0 1,-1 0-1,1-1 0,0 1 1,0-1-1,0 0 1,0 0-1,-4-3 0,4 1-116,1 0 0,0 1 0,0-1 0,0 0 0,0-1 0,1 1 0,-1 0 0,1-1 0,0 0 0,0 1 0,1-1 0,0 0 0,-2-6 0,0-7-1078,1-1 0,0 0 1,1-21-1,1-8-3385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18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316 126 5122,'0'0'7577,"0"-5"-7030,0 1-488,1 1 32,-1 1 0,0-1 0,0 1 0,0-1 0,0 1 0,0 0 0,-1-1 0,1 1 0,-1-1 0,1 1 0,-1 0 0,0-1 0,0 1 0,0 0 0,0 0 0,-1 0 0,1 0 0,0 0 0,-1 0 0,1 0 0,-1 0 0,0 0 0,0 1 0,-3-3 0,-22-18 23,24 19-95,-1-1 1,1 1-1,-1 0 0,0 1 1,0-1-1,0 1 0,0-1 1,0 1-1,-5-1 0,-6-1 71,-1 2 0,1 0-1,-1 0 1,-26 2-1,28 0 160,12 0-233,0 1 0,0-1 0,0 0 0,1 1 0,-1-1 0,0 1 0,0 0 0,1-1 0,-1 1 0,1 0 0,-1 0 0,1 0 0,-1 0 0,1 1 0,-1-1 0,1 0 0,-2 3 0,-20 31-21,10-15 50,9-12 35,-1-1 1,1 1 0,0 0-1,1 0 1,0 0 0,0 0-1,1 1 1,0-1 0,0 1 0,0 9-1,0 14 437,2 46 1,1-31 22,-1-29-316,0 19 462,6 53 1,-4-78-558,0 0-1,1-1 0,1 1 1,0 0-1,0-1 1,1 0-1,0 0 1,10 14-1,-12-21-84,0 0 0,0 0-1,0 0 1,0-1-1,1 0 1,0 1-1,-1-1 1,1 0 0,1-1-1,-1 1 1,0-1-1,1 0 1,-1 0 0,1 0-1,-1-1 1,1 1-1,0-1 1,0 0-1,-1-1 1,1 1 0,0-1-1,0 0 1,7-1-1,-7 1-55,-1 0-1,0-1 1,0 0-1,0 0 1,0 0-1,0-1 0,0 1 1,-1-1-1,1 0 1,0 0-1,-1 0 1,1 0-1,-1-1 1,0 0-1,0 1 1,0-1-1,0 0 0,0 0 1,-1-1-1,1 1 1,-1-1-1,0 1 1,2-5-1,5-10-380,0-1 1,-2-1-1,8-27 0,-15 46 376,17-69-1114,-3-1 0,-3-1 0,-3 0 0,-2-100 779,-6 180 861,0 83 446,1 136 1489,1-198-2052,9 47-1,-8-62-327,1-1-1,0 1 0,0-1 1,1 0-1,10 17 0,-14-28-114,0-1 0,0 1-1,0-1 1,0 1 0,0-1-1,0 1 1,1-1 0,-1 0-1,0 1 1,1-1 0,-1 0 0,1 0-1,0 0 1,-1 0 0,1 0-1,0-1 1,-1 1 0,1 0-1,0-1 1,0 1 0,-1-1-1,1 0 1,0 0 0,0 1 0,2-1-1,-3-15-3974,-1-9 345,0-3-3347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19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 9124,'0'0'8263,"5"13"-7588,9 35 486,-1 0 0,9 82 1,-14-52-111,-3-21 25,22 96 1,-26-147-1014,7 19 125,-8-25-184,0 1 0,1 0 0,-1 0 0,0-1 1,1 1-1,-1 0 0,1-1 0,-1 1 0,0 0 0,1-1 1,0 1-1,-1-1 0,1 1 0,-1-1 0,1 1 0,0-1 1,-1 1-1,1-1 0,0 0 0,0 1 0,-1-1 0,1 0 1,0 0-1,1 1 0,-2-1-5,0 0 1,0 0 0,0 0-1,0 0 1,1 0-1,-1 0 1,0 0 0,0-1-1,0 1 1,0 0-1,1 0 1,-1 0 0,0 0-1,0 0 1,0 0-1,0 0 1,0 0 0,1-1-1,-1 1 1,0 0-1,0 0 1,0 0 0,0 0-1,0 0 1,0-1-1,0 1 1,0 0 0,1 0-1,-1 0 1,0-1-1,0 1 1,0 0 0,0 0-1,0 0 1,0 0-1,0-1 1,0 1 0,0 0-1,0 0 1,6-39-475,2-55 1,-1 3-717,-2 54 363,1 0 1,2 1-1,16-45 0,-19 67 637,1-1-1,0 1 1,1 1 0,1-1-1,0 1 1,1 1 0,0 0-1,1 0 1,0 0 0,20-15-1,-25 23 192,1 0-1,1 0 0,-1 1 0,0 0 0,1 0 0,0 1 1,-1 0-1,1 0 0,0 0 0,10 0 0,-13 1 25,1 1 0,0-1 0,0 1 0,-1 1 0,1-1 0,0 1 0,0-1 0,-1 1 0,1 1-1,0-1 1,-1 1 0,0 0 0,1 0 0,-1 0 0,0 0 0,6 5 0,-4-1 82,0 1 0,0 0-1,-1 0 1,0 0 0,0 1 0,-1-1 0,0 1 0,0 0 0,-1 1 0,0-1-1,0 1 1,2 16 0,0 9 318,-1-1 1,-1 35-1,-2 140-973,-1-230-3163,0-19-2330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20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366 186 4578,'0'0'9634,"1"-14"-9087,2-43-254,-3 54-275,-1 1 0,1-1 0,-1 1 0,1-1 1,-1 1-1,0-1 0,0 1 0,0-1 0,0 1 0,-1 0 0,1-1 0,-1 1 0,1 0 0,-1 0 0,0 0 0,0 0 0,0 0 0,0 1 0,0-1 0,0 0 0,0 1 1,0 0-1,-5-2 0,-1-2 20,-6-4 23,-1 1-1,0 1 0,-1 0 1,1 2-1,-1-1 0,0 2 1,0 0-1,-1 1 0,1 1 1,-1 0-1,1 1 0,-18 2 1,31-1-56,0 0 1,1 0-1,-1 1 1,0-1-1,0 1 1,1 0-1,-1 0 1,1 0-1,-1 0 1,1 0-1,-1 1 1,1-1-1,0 1 1,0-1-1,0 1 0,0 0 1,0 0-1,0 0 1,0 0-1,0 0 1,1 1-1,-3 3 1,-1 4 58,0 0 0,1 0 0,1 0-1,-5 20 1,0 5 337,3 1-1,-2 61 1,9 76 1251,-1-146-1358,0-9-90,0 1 0,2-1 0,0 0 0,0 0 0,2 0 0,0-1 0,9 19 0,-11-29-145,0 0 0,1-1 0,0 1 0,0-1 1,0 0-1,1 0 0,0-1 0,0 1 0,0-1 0,1 0 0,-1-1 1,1 1-1,1-1 0,-1 0 0,0-1 0,1 0 0,0 0 0,0 0 0,0-1 1,10 3-1,-7-3-56,-1-1-1,1 0 1,-1 0 0,1-1 0,-1 0-1,1-1 1,-1 0 0,1 0 0,-1-1 0,0-1-1,0 1 1,0-1 0,0-1 0,0 0-1,0 0 1,-1-1 0,0 0 0,0 0 0,0-1-1,-1 0 1,0 0 0,0-1 0,6-7-1,3-5-413,-1 0 0,-2-1-1,0-1 1,-1 0-1,-1-1 1,-1 0-1,-1-1 1,0 0-1,6-33 1,-5 4-1869,-3 0 0,-1-1-1,-3-68 1,-3 39-2925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20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 7571,'0'0'6262,"-5"8"-5814,1-1-275,1 1 0,0-1 0,0 1 0,0 0 0,1 0-1,0 0 1,1 0 0,0 0 0,0 15 0,1 31 713,8 245 1139,10-21-504,22 194 429,-36-444-1769,1 0 0,2 0 1,15 41-1,-21-65-168,1-1 0,0 1 0,0-1 0,0 1 0,1-1 0,-1 0 0,1 0 0,0 0 0,-1 0 0,5 2 0,-7-4-23,1-1 1,0 1-1,0-1 1,-1 1 0,1-1-1,0 0 1,0 1-1,-1-1 1,1 0-1,0 0 1,0 0 0,0 1-1,0-1 1,-1 0-1,1 0 1,0 0-1,0-1 1,0 1 0,0 0-1,1 0 1,-1-1-34,0 0 1,0 0 0,1 0-1,-1 0 1,0 1-1,0-2 1,0 1 0,-1 0-1,1 0 1,0 0-1,0 0 1,0 0 0,-1-1-1,1 1 1,-1 0-1,1-3 1,8-26-2182,-2-1-1,-2 0 1,2-33-1,-3 12-4143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20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10965,'0'0'5987,"24"216"-4242,-20-141-513,3-2-544,-4-23-255,4-16-209,0-21-192,4-13-32,-4 0-849,-4-28-767,1-23-1714,-4-5-4001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21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14887,'0'0'2161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21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 1 9652,'0'0'7342,"-4"27"-6397,-11 93-302,15-106-541,0 0 0,0 0 1,1 1-1,1-1 0,0 0 1,1 0-1,7 20 0,-1-5 112,15 58 425,-4 2 0,-3 0 0,8 157 0,-25-78 130,0-161-726,0-1 0,0 0 0,-1 0 0,0 1 0,0-1 0,0 0 0,-1 0 0,0 0 0,0 0 0,-1 0 0,-5 9 0,5-12-18,0 1-1,0 0 1,-1-1 0,1 0 0,-1 0-1,1 0 1,-1 0 0,0 0 0,0-1-1,-1 1 1,1-1 0,0-1 0,-1 1-1,1 0 1,-10 1 0,-9 0-73,0-1 0,-1 0 0,1-2 0,-32-3 0,47 2-82,0-1 0,1 0 1,-1 0-1,0 0 0,1-1 1,0 0-1,-1 0 0,1-1 1,1 0-1,-1 0 0,0-1 1,1 0-1,0 0 0,0 0 1,-9-12-1,7 7-331,0 0-1,1-1 0,1 0 1,0 0-1,0 0 0,1-1 1,0 0-1,1 0 0,-3-15 1,-2-41-3605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21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1 123 12902,'0'0'4130,"163"-122"-10757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22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25 302 11333,'0'0'4898,"0"182"-3281,4-88-256,6 1-337,1-11-287,-1-21-401,1-25-208,-1-19-128,4-19 0,-7 0-608,3-44-865,-6-13-1344,-4-12-3442</inkml:trace>
  <inkml:trace contextRef="#ctx0" brushRef="#br0" timeOffset="1">1 1 11781,'0'0'1985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22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0 6771,'0'0'8279,"1"4"-7738,8 47 276,5 39 818,4 603 3327,-18-657-4863,0-19-72,0 18 18,1-1 0,6 37 1,2-35 18,-8-34-95,-1-1-1,1 1 1,-1-1-1,1 1 1,0-1-1,0 1 1,0-1-1,0 0 1,0 1-1,0-1 1,0 0-1,0 0 1,0 0-1,1 0 1,-1 0 0,0 0-1,1 0 1,1 1-1,1-3-1350,-4-6 172,0 3 857,0-10-537,1 2-405,-1 0 0,-1-1 0,-3-20 0,-16-21-4435</inkml:trace>
  <inkml:trace contextRef="#ctx0" brushRef="#br0" timeOffset="1">0 471 12598,'0'0'2977,"209"0"-2032,-121 0-945,-5-6-753,-20-4-3585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23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0 123 5699,'0'0'8537,"14"-19"-8201,40-57-307,-53 74-9,1-1 0,-1 1 0,0 0 0,1 0 0,-1 0-1,1 0 1,0 0 0,-1 1 0,1-1 0,0 0 0,0 1 0,0 0-1,5-3 1,-7 5 18,1-1 0,-1 1 0,0 0-1,1-1 1,-1 1 0,0 0 0,1 0-1,-1-1 1,0 1 0,0 0 0,0 0 0,0 0-1,1-1 1,-1 1 0,0 0 0,-1 0-1,1 0 1,0-1 0,0 1 0,0 1-1,-1 7 229,5 76 1672,21 244 2444,-23-310-4211,2 0 1,0 0-1,1 0 0,1-1 0,10 24 0,-14-38-168,-1 0 1,1-1-1,0 1 1,1-1-1,-1 0 0,0 1 1,1-1-1,0 0 0,0-1 1,-1 1-1,2 0 0,-1-1 1,0 0-1,1 1 0,-1-1 1,1-1-1,-1 1 0,1 0 1,0-1-1,0 0 0,0 0 1,-1 0-1,1 0 0,0-1 1,0 1-1,0-1 0,0 0 1,1 0-1,-1-1 0,0 1 1,7-3-1,-5 1-61,-1 0 1,0 0-1,1-1 0,-1 1 0,0-1 1,0 0-1,-1-1 0,1 1 1,-1-1-1,0 0 0,0 0 0,0 0 1,0-1-1,5-8 0,3-6-489,-2 0 0,13-31-1,-22 48 503,10-30-978,0-1 0,-2 0 0,-2-1 1,-1 0-1,-1 0 0,-2 0 0,-2-49 0,-1 43 1406,0 31 2079,0 26-894,0 270 2103,0 381-990,-12-417-2111,8-211-515,-3-1-1,-1 0 1,-2-1 0,-18 46-1,26-77-56,0-1 0,-1 0 0,0 0 0,-1 0 0,-7 10-1,10-15 5,-1 1-1,1-1 0,-1 0 0,0 0 0,1 1 0,-1-1 0,0 0 1,0 0-1,0-1 0,1 1 0,-1 0 0,0-1 0,0 1 0,0-1 1,0 0-1,0 1 0,0-1 0,0 0 0,-1 0 0,1 0 1,0-1-1,-3 0 0,3 1 6,0-1-1,0 1 1,0-1 0,0 0-1,0 0 1,0 0 0,0 0 0,0 0-1,0 0 1,0 0 0,1-1-1,-1 1 1,0-1 0,1 1 0,-1-1-1,1 0 1,-2-2 0,-1-3-13,0 0-1,1-1 1,-4-11 0,4 12-8,-6-22-119,1 0 0,2-1 0,0 0 0,-1-38 0,4-126-691,3 123 489,1 31 69,2 0 1,2 0 0,1 1-1,2 0 1,1 0 0,2 1 0,2 0-1,20-39 1,6-3-2938,87-132 0,-76 138-2775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24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13 1761,'0'0'17402,"0"-4"-16233,0-4-580,0 11-125,-6 27 388,-6 4 4,-22 44 0,23-55-671,1 0 1,0 0-1,2 1 0,0 0 1,2 0-1,-4 28 0,10-51-192,0-1 0,0 1 0,0-1 0,0 1-1,0 0 1,0-1 0,0 1 0,0-1 0,0 1-1,0-1 1,0 1 0,0-1 0,0 1 0,0-1 0,0 1-1,1-1 1,-1 1 0,0-1 0,0 1 0,1-1 0,-1 1-1,0-1 1,1 1 0,-1-1 0,1 0 0,-1 1 0,0-1-1,1 0 1,-1 1 0,1-1 0,-1 0 0,1 1 0,-1-1-1,2 0 1,19-1-449,-14 0 419,12-3-312,31-10-1,19-5-177,-62 18 491,0 0 0,0 0-1,0 1 1,0 0 0,0 1-1,0-1 1,0 1 0,8 2-1,-12-2 28,1 1-1,-1-1 1,0 0 0,1 1-1,-1 0 1,0 0-1,0 0 1,-1 0 0,1 0-1,0 1 1,-1-1 0,1 1-1,-1 0 1,4 5-1,-1 0 9,-1-1-1,-1 1 0,0 0 0,0 0 0,3 11 0,-1 11 115,0 1 0,-2-1 1,-2 56-1,-1-67-19,0 15-23,-2 1 0,-1-1 0,-1 0 0,-2 0 0,-1-1 0,-2 0 0,-2 0 1,0-1-1,-2 0 0,-19 32 0,29-58-63,-1 0-1,0 0 1,-1-1 0,1 1 0,-1-1 0,0 0 0,-7 5 0,10-8-15,1-1 0,-1 0 0,0 0 0,-1 1 0,1-1 1,0 0-1,0-1 0,0 1 0,0 0 0,-1-1 0,1 1 1,0-1-1,-1 1 0,1-1 0,0 0 0,-1 0 0,1 0 1,-1-1-1,1 1 0,0-1 0,0 1 0,-1-1 0,1 0 1,0 1-1,-3-2 0,2-1-23,0 1 1,0 0-1,0-1 1,0 1-1,0-1 1,0 0-1,1 0 1,-1 0-1,1 0 1,0-1-1,0 1 1,0 0-1,-2-6 1,0-3-125,-1-1 0,-4-23 0,3-2-179,1 1 0,2-1 0,1 0 0,3 0 0,5-48 0,-2 68 230,0 0 0,1 1 0,1-1 0,0 2 0,1-1 0,1 0 0,1 1 0,0 1 0,1 0 1,13-15-1,1 1-1212,2 1 0,1 1-1,54-41 1,-9 17-4434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25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4322,'0'0'8241,"0"-7"-7403,0-22-169,0 22 807,0 9-1220,31 518 4374,-13-318-3297,-10-84-639,22 200 669,-27-299-1294,5 25 65,-8-41-122,1 0 0,0 0 0,0 0-1,0-1 1,1 1 0,-1 0 0,1-1 0,-1 1-1,1-1 1,3 4 0,-4-5-11,0 0-1,0-1 1,0 1 0,-1-1-1,1 1 1,0-1 0,0 0 0,0 1-1,0-1 1,0 0 0,0 0-1,0 0 1,0 1 0,0-1-1,0 0 1,-1 0 0,1 0-1,0-1 1,0 1 0,0 0-1,0 0 1,0 0 0,0-1-1,0 1 1,0 0 0,0-1-1,0 1 1,-1-1 0,1 1 0,0-1-1,0 1 1,-1-1 0,1 0-1,0 1 1,-1-1 0,1 0-1,0 0 1,-1 1 0,1-1-1,-1 0 1,0 0 0,1-1-1,10-25-183,-2-1-1,12-56 1,-18 69 64,17-84-713,-14 57 290,3 1-1,1 0 1,2 0 0,20-48 0,-28 82 450,0 0 1,0-1-1,0 2 0,1-1 1,0 0-1,0 1 0,1 0 1,11-9-1,-13 12 92,0 0 0,0 1 1,0 0-1,0 0 0,1 0 0,-1 0 0,1 1 1,-1 0-1,1 0 0,-1 0 0,1 0 0,0 1 0,0-1 1,-1 1-1,1 1 0,6 0 0,-7-1 31,0 1 1,-1 0-1,1 0 0,0 1 0,-1-1 0,1 1 1,0 0-1,-1 0 0,0 0 0,1 0 1,-1 0-1,3 4 0,0 0 52,0 0 0,-1 1 0,0-1 0,0 1 1,5 11-1,-2-1 100,0 0 0,-1 0 0,-2 1 0,7 29 0,-7-21 66,-2 0 1,0 0 0,-1 34 0,-3-51-208,1 1-1,-1-1 1,-1 0 0,1 1 0,-1-1-1,-1 0 1,0 0 0,0-1 0,-1 1-1,0-1 1,-1 1 0,-7 10 0,5-11-24,0 0 0,-1 0 0,0-1 1,0 0-1,0 0 0,-1-1 0,0 0 0,-1 0 1,1-1-1,-13 4 0,8-4-71,-1 0 0,0-2 0,0 0 0,-1 0 0,1-2 0,-24 1 0,25-2-21,1 0-141,0 0 0,0 0-1,0-1 1,0-1 0,-17-4 0,27 4 102,-1 1-1,1 0 1,-1-1 0,1 0-1,0 0 1,0 0 0,0 0-1,0 0 1,0-1 0,0 1-1,1-1 1,-1 0 0,1 0 0,-1 0-1,1 0 1,0 0 0,1-1-1,-1 1 1,0 0 0,1-1-1,0 1 1,0-1 0,-1-4-1,0-2-426,1 0 0,0 1-1,0-1 1,1 0-1,0 0 1,1 0 0,0 0-1,4-14 1,-1 13-755,1-1-1,0 1 1,7-11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25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1 379 5699,'0'0'12000,"20"-9"-11752,0 1-207,-10 4-29,0 0-1,0-1 1,0 1 0,-1-2-1,1 0 1,-1 0 0,0-1 0,-1 0-1,0 0 1,0-1 0,7-9-1,-6 6-61,0 0 0,-2 0 0,1-1 0,-1 0 0,-1-1 0,0 1 0,-1-1 0,-1-1 0,0 1 1,0 0-1,-1-1 0,-1 0 0,0 0 0,-1-17 0,-1-19-908,0 49 959,0-1 0,0 1 0,-1 0 0,1 0 0,-1 0 0,1 0 0,-1 0 0,1 0 0,-1 0 0,1 1 0,-1-1 0,0 0 1,1 0-1,-1 0 0,0 0 0,0 1 0,0-1 0,1 0 0,-1 1 0,0-1 0,0 1 0,0-1 0,0 1 0,0-1 0,0 1 0,0 0 0,0 0 0,0-1 0,-1 1 0,1 0 0,-1 0 1,-1 0 28,1 0 1,0-1 0,0 1 0,0 1 0,0-1-1,0 0 1,-1 0 0,1 1 0,0-1 0,0 1-1,0 0 1,0 0 0,0-1 0,0 1 0,1 1-1,-1-1 1,0 0 0,-2 2 0,0 2 44,0 0 0,1 0 0,0 0 0,0 0 0,0 1 0,1-1 0,-3 9 0,-13 49 661,4 12 370,4 0 0,3 1 0,3 95 0,4-168-1081,-1 11 102,2 0 0,-1 0 0,2 0 0,4 18-1,-6-29-115,1 0-1,1 0 0,-1 0 1,0 0-1,1 0 0,-1 0 1,1 0-1,0 0 0,0 0 1,0-1-1,0 1 0,1-1 0,-1 0 1,0 0-1,1 1 0,0-2 1,0 1-1,-1 0 0,1 0 1,0-1-1,0 0 0,1 1 1,3 0-1,-1-1-54,1 0 0,-1 0 0,1 0 1,-1 0-1,1-1 0,0-1 0,-1 1 0,1-1 1,0 0-1,-1 0 0,1-1 0,-1 0 0,0 0 0,0 0 1,1-1-1,-2 0 0,1 0 0,0-1 0,-1 1 1,1-1-1,-1-1 0,0 1 0,4-6 0,4-3-581,-1-2-1,-1 0 1,-1 0-1,0-1 0,-1 0 1,0 0-1,6-21 1,-8 18-684,-1 1 0,5-25 0,-1-36-3787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25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10485,'0'0'3940,"0"33"-1130,0 226 1530,5-117-2496,-3-118-1524,1 1 0,2 0 0,11 37 0,-15-60-305,-1-1-3,0 1 1,1-1-1,-1 1 0,1-1 1,-1 0-1,1 1 0,0-1 1,-1 0-1,1 0 1,0 1-1,0-1 0,0 0 1,0 0-1,0 0 1,0 0-1,0 0 0,3 2 1,-3-7 40,-1-378-4455,0 376 4296,0 0 0,0 0 0,1 1-1,-1-1 1,2 1 0,-1-1 0,0 1 0,1-1-1,0 1 1,5-10 0,-4 12 80,-1 0-1,0 0 1,1 0-1,0 1 1,-1-1 0,1 1-1,0 0 1,0-1-1,0 1 1,1 1 0,-1-1-1,0 0 1,1 1-1,-1 0 1,1-1-1,-1 2 1,7-2 0,34 1-130,-35 1-1246,0 0 0,0 0 1,14-2-1,1-6-7458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26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3906,'0'0'13707,"3"27"-12717,40 324 2422,-43-350-3410,49 262 1995,-48-256-1963,0-2-12,1 1 0,-1-1 1,1 0-1,0 1 0,0-1 1,0 0-1,1 0 0,4 7 0,-1-9 24,-5-3-50,-1 0 0,1-1 0,-1 1 0,0 0 1,1-1-1,-1 1 0,0 0 0,0-1 0,1 1 0,-1-1 0,0 1 1,0 0-1,1-1 0,-1 1 0,0-1 0,0 1 0,0-1 1,0 1-1,0-1 0,0 1 0,0-1 0,0 1 0,0-1 1,0 0-1,14-147-2712,6-53-3300,-15 176 4559,0 0 0,2 0 1,0 0-1,2 1 0,20-39 1,-24 53 1206,0 1 0,1 0 0,1 1 0,13-15 0,-17 20 506,0 0 0,0 1 0,0-1 0,0 1 0,1 0 0,-1 0 0,1 0 0,-1 0 0,1 1 0,0 0 0,0-1 0,0 1 0,0 0 0,-1 1 0,9-1 0,-11 1-126,0 0 0,0 0 0,0 0 0,1 0 0,-1 0 0,0 1 0,0-1 0,0 0 0,0 1 0,0-1 0,1 1 0,-1-1 0,0 1 0,0 0 0,0-1 0,0 1 0,-1 0 0,1 0 0,0 0 0,0-1 0,1 3 0,9 25 896,-8-18-659,4 16 367,-1 1 0,-1 0 0,3 50 0,-8 88 995,-2-79-842,2-62-1146,0 42 2071,0-44-3246,-3-55-10378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26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13366,'0'0'2481,"-4"182"-832,4-78 560,0-7-800,11-15-609,3-26-512,3-21-288,-3-23-32,-7-12-384,-4 0-753,-3-40-815,0-14-1058,0-9-2528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26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73 13926,'0'0'3378,"-3"-72"-20682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27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8356,'0'0'7395,"5"34"-6549,43 400 2889,-30-138-1542,-8-114-1299,-8-149-761,8 88 248,-7-104-324,0-1 0,1 1-1,1-1 1,13 31-1,-17-45-61,-1 0-1,1 0 1,0 0-1,0 0 1,0 0-1,1 0 1,-1-1-1,0 1 1,1 0-1,-1-1 1,1 1-1,-1-1 1,1 1-1,0-1 1,0 0-1,-1 1 0,1-1 1,0 0-1,0-1 1,0 1-1,0 0 1,1 0-1,-1-1 1,0 1-1,0-1 1,0 0-1,4 0 1,-6 0-18,1 0 1,0 0-1,-1 0 1,1-1-1,-1 1 1,1 0-1,-1 0 1,1-1 0,-1 1-1,1-1 1,-1 1-1,1 0 1,-1-1-1,1 1 1,-1-1-1,0 1 1,1-1-1,-1 1 1,0-1 0,1 1-1,-1-1 1,0 0-1,0 1 1,1-1-1,-1-1 1,2-18-338,-2 14 151,1-187-8381,2 139 3459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27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281 162 10341,'0'0'4303,"0"-5"-3911,0 3-307,0 0 0,-1 0-1,1 0 1,0 0 0,-1 0-1,1 1 1,-1-1 0,1 0 0,-1 0-1,0 1 1,0-1 0,0 0-1,0 1 1,0-1 0,0 1 0,-1-1-1,1 1 1,0-1 0,-1 1-1,1 0 1,-1 0 0,1 0-1,-3-1 1,-8-6 122,0-1-1,0 0 0,-16-17 1,21 19-216,-1 0 0,0 0 1,0 0-1,0 1 0,-1 0 0,0 0 1,0 1-1,-18-7 0,21 11 69,0 0 0,-1 0 0,1 1 0,0 0 1,-10 1-1,-3 0 433,18-1-461,0 1 1,0-1 0,0 1-1,0 0 1,0-1-1,0 1 1,0 0-1,0 0 1,0-1 0,1 1-1,-1 0 1,0 0-1,1 0 1,-1 0-1,0 0 1,1 0-1,-1 0 1,1 0 0,0 0-1,-1 0 1,1 3-1,-8 26 204,2 29 562,3 115-1,4-100-273,-1-28-160,-1-10 130,4 46-1,-2-73-404,0 1-1,1-1 1,0 0 0,1 0-1,0-1 1,0 1-1,1 0 1,0-1 0,0 0-1,6 9 1,-7-14-55,1 0-1,-1 1 1,1-1-1,-1-1 1,1 1-1,0 0 1,0-1-1,0 0 1,0 0-1,1 0 1,-1 0 0,0-1-1,1 0 1,-1 0-1,6 1 1,-4-1-32,1 0 0,-1-1 0,1 0 0,-1 0 0,1 0 1,-1-1-1,0 0 0,1 0 0,-1-1 0,7-2 0,-5 0-55,-1 0-1,0-1 1,0 0-1,-1 0 1,1 0-1,-1-1 1,0 0-1,-1 0 1,7-10-1,3-4-468,22-42 0,-28 43 163,-1 1-1,0-1 1,-2 0 0,-1-1 0,0 0-1,3-29 1,-2-121-329,-6 137 1079,4 653 3739,-5-614-4119,1-1-1,0 0 1,1 1 0,-1-1-1,1 0 1,0 1 0,4 9-1,-4-14-21,0 1 0,0-1-1,0 1 1,0-1-1,0 0 1,0 0 0,1 1-1,-1-1 1,0 0-1,1 0 1,-1 0 0,1-1-1,-1 1 1,1 0-1,-1 0 1,1-1 0,0 1-1,-1-1 1,1 1-1,0-1 1,0 0 0,-1 0-1,1 0 1,0 0-1,2 0 1,-1 0-134,-1-1 0,1 1 0,0-1 0,-1 0 0,0 0 0,1 0 0,-1 0 0,1 0 0,-1-1 0,0 1 0,0-1 0,0 1 0,0-1 0,0 0 0,0 1 0,0-1 0,0 0 0,-1-1 0,1 1 0,-1 0 0,0 0 0,1-1 0,-1 1 0,1-4 0,4-9-1494,-1 0-1,7-29 0,-9 31 308,9-43-5295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28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9588,'0'0'7668,"4"185"-6836,3-94 81,-4 3 95,1-3-223,2-22-209,1-22-336,4-21-192,-4-23-48,3-3-544,-6-10-1585,-1-34-112,1-9-3250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28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14279,'0'0'3537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28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0 434 13414,'0'0'4914,"31"-22"-4095,-31 22-819,129-94-90,-123 90-2,0-1 0,0 0-1,0-1 1,-1 1 0,1-1 0,-1 0 0,-1 0 0,1-1 0,-1 1 0,0-1 0,-1 0 0,0 0 0,0-1 0,3-9-1,-2 3-139,2-9-12,-1 0 0,-1-1 0,-1 1 0,-2-1 0,-1-37 0,0 38 1078,0 28-682,-7 70 442,1-14 45,-10 708 4338,17-563-4469,-1-200-505,0-4-4,0 0-1,0 0 1,0 0 0,0 0 0,0 0 0,0 0 0,0 0-1,1 1 1,-1-1 0,1 0 0,0-1 0,0 1 0,1 3-1,-1-3-310,-1-9-645,0-82-3638,-3 31-196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29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0 6419,'0'0'8156,"-3"6"-7377,-41 71 548,-52 128 0,87-188-2726,29-49-10424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29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0 0 480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30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0 480,'44'4'484,"-2"0"577,-2 1 9138,-40 14-9244,-1-11-804,1 0-1,-1 0 0,-1 0 1,0 0-1,0 0 0,0 0 0,-5 7 1,-27 53 649,19-41-418,3-7-223,7-11-269,0-1-1,0 1 1,1 0-1,0 0 1,0 0 0,1 0-1,1 1 1,-3 14-1,12-43-7015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30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 3298,'0'0'8654,"0"2"-7992,-1 12-244,-1 1 0,-1 0 0,-1-1 0,0 0 0,0 0 1,-2 0-1,-9 18 0,-5 15 372,10-22-416,-8 37-1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30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0 6707,'0'0'8020,"-41"223"-6131,34-160-1169,3-7-640,4-18-80,0-19-3041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34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29 9076,'0'0'7641,"-6"-5"-7009,-29-19 454,35 71 397,9 91-1314,2 69 49,-10 369 1489,-2-312-3560,1-290-1532,-2-1 0,-7-34 1,-1 17-3660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35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12870,'0'0'4482,"209"16"-4338,-139-16-144,-11 0-1889,-6 0-992,-19-13-4194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35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0 496 12742,'0'0'1963,"26"-33"-2075,84-107-757,-94 119 347,17-30 0,-28 41 32,-1 1 0,6-21 0,-7 14 96,0-1-1,0 1 0,-2-1 0,0 1 0,-1-1 0,-3-19 1,3 33 462,-1 0 0,1 1 0,-1-1 0,0 0 1,0 1-1,0-1 0,-1 1 0,1-1 1,-1 1-1,1 0 0,-1-1 0,0 1 0,0 0 1,0 0-1,0 0 0,0 0 0,0 1 1,0-1-1,-1 1 0,1-1 0,-1 1 0,1 0 1,-5-2-1,-1 0 183,0 0 0,0 1 1,-1 0-1,1 0 0,0 1 1,-17 0-1,24 1-190,0 0 0,-1 0 1,1 0-1,-1 0 0,1 1 0,-1-1 1,1 0-1,-1 1 0,1-1 1,0 1-1,-1 0 0,1-1 0,0 1 1,0 0-1,-1 0 0,1 0 1,0 0-1,0 0 0,0 0 0,0 0 1,0 0-1,0 1 0,1-1 0,-1 0 1,-1 3-1,0 2 142,-1 1 0,1-1 0,1 1 0,-2 10 1,1-7-28,-6 54 1169,3 1-1,4 77 1,1-86-617,0-35-440,-1-6-76,1-1 0,1 0 0,2 17 1,-2-28-187,-1 0 1,1 0 0,0-1 0,-1 1 0,1 0-1,1-1 1,-1 1 0,0-1 0,1 1 0,-1-1 0,1 1-1,0-1 1,-1 0 0,1 0 0,0 0 0,0 0-1,1 0 1,-1 0 0,0-1 0,1 1 0,3 1-1,-2-1-24,0 0-1,1-1 0,-1 0 0,1 0 0,-1 0 1,1-1-1,-1 1 0,1-1 0,0 0 1,-1 0-1,1-1 0,-1 0 0,1 1 0,7-4 1,-5 2-126,-1-1 1,0 0-1,0-1 1,0 1-1,0-1 1,0-1-1,-1 1 1,9-10-1,-1-1-1192,-1-1 0,-1 0-1,0 0 1,-1-1 0,14-36 0,3-22-7256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35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12310,'1'31'2531,"-1"-31"-2528,24 454 7350,-20-422-6896,12 47 1,-16-78-453,0 0 1,0 1 0,1-1-1,-1 0 1,0 0-1,1 1 1,-1-1-1,1 0 1,-1 0 0,1 0-1,0 0 1,-1 1-1,1-1 1,0 0-1,0 0 1,0 0 0,0-1-1,0 1 1,0 0-1,0 0 1,0 0-1,1 0 1,0-17-113,-2-330-6840,0 337 6670,0 1-1,1-1 1,0 0-1,0 0 1,1 1 0,0-1-1,0 1 1,1 0-1,8-16 1,-8 19 253,1-1 0,0 1-1,0-1 1,1 2 0,0-1 0,-1 0-1,1 1 1,1 0 0,-1 0 0,1 0-1,0 1 1,-1 0 0,11-4 0,-5 3 306,1 0 1,-1 1 0,1 0-1,0 1 1,17-1-1,62 3 347,-43 1-2929,-33-1-2441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36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391 80 5827,'0'0'4220,"-6"-8"-3678,-19-25 304,22 30-562,0 0 1,0 1 0,-1-1 0,1 1 0,-1-1 0,0 1 0,0 0-1,0 0 1,0 1 0,0-1 0,0 1 0,0 0 0,-7-1 0,1 0-218,-7-1 239,1 1 0,-1 0 1,1 2-1,-30 2 0,0-1 228,44 0-513,0-1 1,0 1-1,0-1 1,0 1 0,0 0-1,0-1 1,1 1-1,-1 0 1,0 0-1,0 1 1,1-1 0,-1 0-1,1 0 1,-1 1-1,1-1 1,-1 1-1,1-1 1,0 1 0,-2 2-1,-1 3 25,-1 1-1,1-1 1,-4 12-1,-10 36 835,3 0 0,2 1 0,2 0 0,-4 78 0,11-16 584,4-117-1456,0 0 0,0 0 0,0 1-1,0-1 1,0 0 0,0 0 0,0 0-1,1 0 1,-1 0 0,0 0 0,1 0-1,-1 0 1,1 0 0,-1 0 0,1 0 0,0 0-1,-1 0 1,1 0 0,0 0 0,0-1-1,0 1 1,-1 0 0,1 0 0,0-1-1,0 1 1,0-1 0,0 1 0,0-1-1,0 1 1,0-1 0,0 0 0,0 1-1,1-1 1,-1 0 0,2 0 0,1 1-10,0-1 0,1-1 0,-1 1 0,0-1 0,0 1 0,1-1 0,-1-1 0,8-2 0,-5 0-28,1 0 0,0-1 0,-1 0 1,0-1-1,-1 1 0,1-1 0,-1 0 0,0-1 0,0 0 1,6-10-1,6-10-509,20-42 0,-24 40-9,-2 1 0,0-1 0,-2-1 0,-2 0 0,0 0 0,-2-1 0,3-46 0,-11 288 3367,0 12-5347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36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0 5555,'0'0'8566,"-1"4"-8304,-7 86 1565,4 98 1,3-44-484,-10 63 131,-2 93-405,13-298-1155,0-19-1612,0-66-4044,0 33-195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37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 1 7363,'0'0'9205,"-34"13"-8899,-106 43-250,134-54-60,0 1-1,0 0 0,0 0 0,0 0 0,1 0 0,-1 1 0,1 0 0,0 0 1,0 1-1,0-1 0,1 1 0,0 0 0,-5 6 0,7-5-2,0-1 0,1 0 0,-1 1 0,1-1 0,0 1-1,0-1 1,1 1 0,-1 0 0,1-1 0,1 7 0,0 4 71,-1-10 11,1-1 1,0 0-1,0 0 1,0 0-1,1 0 1,-1 0 0,1 0-1,1 0 1,-1-1-1,1 1 1,-1-1-1,1 1 1,0-1 0,1 0-1,-1 0 1,1-1-1,0 1 1,0-1-1,0 0 1,8 5-1,-4-3-45,1 0-1,-1 0 1,1-1-1,0-1 0,0 0 1,0 0-1,0 0 1,1-1-1,-1-1 0,19 2 1,-14-3-296,-10 1-42,0-1 0,0 1 0,-1-1 0,1-1-1,0 1 1,0 0 0,0-1 0,-1 0 0,1 0 0,5-2 0,-6 1-339,-1 0-1,0 0 1,0 0 0,0-1-1,0 1 1,0-1 0,3-4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37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 5282,'0'0'7140,"-4"2"-6593,2-2-494,1 1-1,-1 0 1,1-1 0,-1 1 0,1 0 0,-1 0 0,1 0 0,0 0 0,0 0 0,-1 0 0,1 0 0,0 0-1,0 0 1,0 1 0,0-1 0,0 0 0,0 1 0,1-1 0,-1 1 0,0-1 0,1 1 0,-1-1 0,1 1 0,0-1-1,-1 1 1,1 0 0,0-1 0,0 1 0,0 2 0,-3 894 8802,4-841-8439,1-16-121,-2-31-436,-2-11-325,-2-15 227,0 0 0,1 0 0,1-1 0,0-21 0,1 10 1,1 0-497,5-53 1,-3 71 494,0 0 1,1 0 0,0 1 0,0-1-1,1 1 1,0 0 0,0 0-1,12-17 1,-13 23 155,-1-1 0,1 0 0,0 1 0,0 0 0,0 0 0,0 0 0,0 0 0,1 0 0,-1 1 0,1-1 0,0 1 0,0 0 0,0 0 0,0 0 0,0 1 0,0-1-1,0 1 1,0 0 0,1 0 0,-1 1 0,0-1 0,1 1 0,-1 0 0,1 0 0,-1 1 0,0-1 0,5 2 0,-7-2 98,0 1 0,-1 0 0,1-1 0,0 1 0,-1 0 0,1 0 0,-1 0 0,1 0-1,-1 0 1,0 0 0,0 0 0,1 1 0,-1-1 0,0 1 0,0-1 0,0 0 0,0 1 0,1 2 0,9 30 448,-11-32-423,8 50 1093,-2 0 1,-3 0-1,-3 70 1,-1-53-2827,1-99-2604,0-13-2916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38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7027,'0'0'10469,"20"204"-9108,-20-129 95,0 0-639,0-9-145,4-12-272,-4-17-272,0-15-128,0-12-176,0-39-7491,0-11-497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38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7876,'0'0'8163,"42"41"-16022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38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6147,'0'0'10618,"0"26"-9586,3 185 2175,-2-11-317,-1-118-1853,8-180-2022,-2 48 66,-3 16-59,14-105-3148,-15 126 3834,1 0 0,1 1 0,0-1 0,1 0 0,0 1 0,1 0 0,0 1 0,9-13 0,-13 21 374,1 0-1,0 0 1,0 1-1,-1-1 1,1 1-1,1-1 1,-1 1-1,0 0 1,1 0 0,-1 1-1,1-1 1,-1 1-1,1-1 1,0 1-1,-1 0 1,1 0-1,0 1 1,0-1 0,0 1-1,4 0 1,-2 0 114,-1 1 1,1 0 0,-1 0-1,0 0 1,1 0 0,-1 1-1,0 0 1,0 0 0,0 1-1,0-1 1,0 1 0,0 0-1,4 4 1,27 19 314,-16-13-1626,-3 1-4884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39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541 88 7988,'0'0'8414,"-2"-2"-8096,-3-5-359,0 1 1,0 0-1,0 0 1,-1 0-1,0 0 1,-1 1-1,1 0 1,-1 1-1,0-1 0,0 1 1,0 0-1,-1 1 1,1 0-1,-1 0 1,-14-3-1,-6 2-51,0 2 1,-41 1-1,42 1 95,17 1 2,-1 0-1,1 0 0,0 1 1,-1 0-1,1 0 0,0 2 1,1-1-1,-1 1 0,1 0 1,-1 1-1,1 0 0,1 1 1,-14 9-1,13-6 57,0-1 0,0 1 0,0 0 0,1 1 0,0 0 0,1 0 0,1 1 0,-1 0 0,2 0 0,-1 1 0,-3 12 0,2 0 294,1 0 1,1 1 0,-2 40 0,4 76 1263,3-98-1049,0-9-84,2 0-1,5 36 1,-5-59-370,0 0 0,1 0 0,1 0 0,0 0-1,0-1 1,1 1 0,0-1 0,1 0 0,0-1 0,8 11 0,-10-16-75,0 0 1,-1-1 0,1 1-1,1-1 1,-1 0 0,0 0-1,1 0 1,0 0 0,-1-1-1,1 0 1,0 0 0,7 2-1,-3-2-26,0-1 0,0 0 0,0 0 0,0-1 0,1 0 0,9-1-1,-13 0-13,0-1 1,0 1-1,0-1 0,-1-1 0,1 1 0,-1-1 0,1 0 0,-1 0 0,0 0 0,0-1 0,0 1 0,-1-1 0,1-1 0,-1 1 0,0-1 0,0 1 0,-1-1 0,1 0 0,-1 0 0,3-7 0,7-13-479,-2-1 1,17-52-1,-27 73 371,15-48-2460,12-74 0,-21 70-1790,2-73-1,-8 34-1647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40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6163,'0'0'8889,"0"14"-7659,0-8-1133,0 33 596,2 0 1,7 45-1,100 741 3518,-79-524-3166,-30-300-1043,5 42 274,18 82 1,-22-122-276,11 31 69,-12-33-78,1 0 0,-1 0-1,1 0 1,-1 0 0,1 0 0,0 0 0,-1 0 0,1 0 0,0 0 0,0 0 0,0-1 0,-1 1 0,1 0 0,0 0 0,0-1 0,0 1 0,0-1-1,0 1 1,0-1 0,1 1 0,-1-1 0,0 0 0,1 1 0,-1-2-43,0 1 1,0 0-1,-1-1 0,1 1 0,0-1 1,-1 1-1,1-1 0,0 0 0,-1 1 1,1-1-1,-1 0 0,1 1 0,-1-1 1,1 0-1,-1 1 0,0-1 0,1 0 1,-1 0-1,0 0 0,0 1 0,0-1 1,1 0-1,-1 0 0,0 0 0,0 0 1,0 1-1,0-1 0,-1-1 0,2-34-1104,-1 28 666,0-97-6570,0 52 1603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40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1 327 9076,'0'0'7828,"45"232"-5699,-27-144-577,3 0-399,-8-13-289,1-15-383,-7-25-289,0-17-176,-3-14-16,-4-14-1969,0-27-656,0-11-1329,-7-2-2593</inkml:trace>
  <inkml:trace contextRef="#ctx0" brushRef="#br0" timeOffset="1">1 1 10309,'0'0'5730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41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2273,'0'0'11789,"6"23"-10401,48 279 3030,-43-162-2624,5 44-325,-5-125-1357,-11-58-278,0-4-490,0-10-293,0-9-1258,0 1 1,-5-27-1,-7-1-3793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41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 11189,'0'0'3106,"188"-25"-14936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41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65 3249,'0'0'9504,"0"-11"-8467,0-22-549,0 12 2124,7 188 941,31 182-1,-35-322-3334,-2-17-122,0-1-1,1 1 1,3 10-1,1-11-22,0-12-89,2-21-217,0-136-3757,-8 112 914,2 1-1,2-1 1,12-56 0,-13 95 2647,-1 0 0,1 0 1,0 0-1,1 1 0,9-17 1,-11 22 585,0 1 1,0 0 0,0-1-1,0 1 1,0 0 0,0 0-1,1 0 1,-1 0 0,1 0-1,-1 1 1,1-1 0,0 1-1,-1 0 1,1 0 0,0 0-1,0 0 1,0 0 0,0 0-1,0 1 1,0 0-1,4-1 1,-5 1 73,0 0-1,-1 0 1,1 1-1,0-1 0,0 0 1,-1 1-1,1-1 1,0 1-1,-1-1 1,1 1-1,0 0 1,-1 0-1,1-1 1,-1 1-1,0 0 1,3 3-1,14 23 1494,-12-17-1155,11 23 1007,0 2 1,21 66-1,9 75 993,-38-139-2157,-7-28-457,1 1-1,0 0 1,0-1 0,6 11-1,-8-56-10601,-1-6-1228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42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9444,'0'0'9391,"18"39"-7521,61 131-362,-61-130-876,-3 2-1,12 46 1,-17-53-270,7 33 244,-5-23-115,22 59-1,-32-99-473,1 0-1,-1 0 1,1-1 0,0 1-1,1-1 1,6 8 0,-9-11-22,-1 0 1,1-1 0,0 1 0,-1 0-1,1-1 1,0 1 0,0-1 0,-1 1 0,1-1-1,0 1 1,0-1 0,0 1 0,0-1-1,0 0 1,-1 0 0,1 1 0,0-1-1,0 0 1,0 0 0,0 0 0,0 0 0,0 0-1,0 0 1,0 0 0,0 0 0,0 0-1,0-1 1,0 1 0,0 0 0,-1-1 0,1 1-1,0-1 1,0 1 0,0-1 0,0 1-1,-1-1 1,1 1 0,0-1 0,-1 0 0,1 1-1,0-1 1,-1 0 0,1 0 0,-1 1-1,1-1 1,-1 0 0,1 0 0,0-1 0,4-14-67,1 1 0,-2-1 0,0 0 0,3-25 1,-6 31 18,22-256-2456,-10 77 35,-11 177 2360,0 0 0,1 1 0,8-22 0,-1 6-4248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42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0 424 13766,'0'0'6617,"26"-17"-6236,80-57-482,-101 71 44,0-1-1,0 0 1,-1 0 0,1 0 0,-1-1 0,0 0 0,-1 0-1,1 0 1,-1 0 0,0 0 0,0 0 0,0-1 0,-1 0-1,3-7 1,0-1-243,-1-2-211,1 1 0,-2 0 0,0-1-1,-1 0 1,-1 0 0,-1-29 0,0 45 506,0-4-80,-1 0 1,1 1-1,-1-1 0,0 0 0,0 0 1,0 1-1,0-1 0,-1 1 1,0-1-1,1 1 0,-1-1 0,0 1 1,-1 0-1,1 0 0,-1 0 1,1 0-1,-1 1 0,0-1 0,0 1 1,0-1-1,0 1 0,0 0 1,0 0-1,-1 1 0,1-1 0,-5-1 1,-4-1 162,0 0 0,0 0 0,-1 2 1,1-1-1,-1 2 0,-22-1 0,33 2-51,1 0-1,0 1 0,0-1 0,-1 0 0,1 0 0,0 1 0,0-1 1,0 1-1,0 0 0,-1-1 0,1 1 0,0 0 0,0-1 0,0 1 0,0 0 1,1 0-1,-1 0 0,0 0 0,0 0 0,0 0 0,1 0 0,-1 0 1,1 0-1,-1 0 0,1 0 0,-1 1 0,1-1 0,-1 0 0,1 0 0,0 2 1,-2 7 140,1-1 1,0 0 0,0 13-1,1-13 25,0-8-179,0 182 2788,2-155-2349,1 1-1,1-1 1,2 1-1,11 35 1,-5-30 153,25 49 0,-31-71-468,0-1 0,2 0 0,-1 0-1,1-1 1,1 0 0,0 0 0,13 12 0,-16-19-153,-1 1-1,0-1 1,1 0 0,-1 0 0,1-1-1,0 0 1,0 0 0,0 0-1,0-1 1,0 1 0,1-2 0,-1 1-1,0-1 1,0 1 0,1-2 0,-1 1-1,0-1 1,0 0 0,0 0-1,1-1 1,-1 0 0,-1 0 0,1 0-1,0-1 1,0 1 0,-1-1 0,0-1-1,1 1 1,8-9 0,-6 2-439,1 0 0,-2-1 0,1 0 0,-1-1 0,-1 1 1,6-16-1,-4 5-1830,0 0 0,8-40-1,-7-8-5712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42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7187,'0'0'8735,"3"35"-6539,28 240 1323,-10-97-1475,4 26-228,-23-189-1651,-2-12-140,0-1 0,0 1 1,0-1-1,0 1 0,1-1 0,0 0 1,-1 1-1,1-1 0,0 0 1,0 1-1,0-1 0,0 0 1,1 0-1,1 3 0,-3-5-24,0 0-1,1 1 0,-1-1 1,0 0-1,0 0 0,0 0 1,0 0-1,0 0 0,1 0 1,-1 0-1,0 1 0,0-1 1,0 0-1,0 0 0,1 0 1,-1 0-1,0 0 0,0 0 1,0 0-1,1 0 0,-1 0 1,0 0-1,0 0 0,0 0 1,0 0-1,1 0 0,-1 0 1,0 0-1,0 0 0,0-1 1,0 1-1,1 0 0,-1 0 1,0 0-1,0 0 1,0 0-1,0 0 0,0 0 1,1-1-1,-1 1 0,0 0 1,0 0-1,0 0 0,0 0 1,0 0-1,0-1 0,0 1 1,0 0-1,1 0 0,-1 0 1,0 0-1,0-1 0,0 1 1,0 0-1,0 0 0,0-1 1,3-17-58,6-133-838,6-51-1301,-10 159 1276,2 0 0,21-66 0,-24 95 836,0 2 0,2-1-1,-1 0 1,2 1 0,0 0 0,11-14-1,-15 22 207,0 0 0,1 0-1,0 0 1,0 1 0,0-1-1,0 1 1,1 0 0,-1 0-1,1 1 1,-1-1 0,1 1-1,0 0 1,0 0 0,0 1-1,0 0 1,0 0 0,1 0-1,-1 0 1,6 0 0,-1 1 39,-6 0-231,-1 0-1,1-1 0,-1 1 1,1 1-1,-1-1 0,1 0 1,-1 1-1,0 0 1,1-1-1,-1 1 0,0 1 1,1-1-1,-1 0 0,0 1 1,0 0-1,0-1 1,5 6-1,20 12-6441,-11-13 717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43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1 9172,'0'0'10642,"-12"28"-9940,-34 95-587,44-117-134,0 0 0,1 0 0,0 0 0,0 0 0,0 0 0,1 0 0,0 0 0,0 0 0,0 1 0,1-1 0,0 0 0,0 0 0,1 0 0,3 11 0,0-8-127,1 1 0,0-1 0,0 0 1,1-1-1,14 15 0,-2-3-135,10 13 148,-8-11 526,31 44 1,-50-63-301,0 0 1,-1-1 0,1 1 0,-1 0-1,0 0 1,0 0 0,0-1 0,0 1-1,-1 0 1,1 5 0,-1-7-63,0 0 0,0 0 0,0 0 0,0 0-1,0 0 1,-1 0 0,1 1 0,0-1 0,-1 0 0,1 0 0,-1 0 0,1-1 0,-1 1 0,1 0 0,-1 0 0,0 0 0,0 0 0,1 0 0,-1-1 0,0 1 0,0 0 0,0-1-1,0 1 1,0-1 0,0 1 0,0-1 0,0 1 0,0-1 0,0 1 0,-1-1 0,-17 4-102,0-2-1,0 0 1,0-1 0,-38-3-1,50 1-129,-3 0-536,-1-1 0,1-1 0,0 0 0,-1 0 0,2-1 0,-1 0-1,0-1 1,1 0 0,-16-11 0,4 3-3852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43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16824,'0'0'4418,"189"54"-7956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44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1 912 5907,'0'0'4970,"27"-35"-3289,92-119-366,30-55-40,-122 163-1036,-2-1-1,23-57 0,-41 85-287,-1 1-1,-1-1 0,-1 0 0,3-29 0,-2-77-210,-5 122 265,0 0-1,0 1 1,0-1 0,0 1 0,0-1 0,-1 0 0,1 1 0,-1-1-1,0 1 1,0-1 0,0 1 0,0 0 0,0-1 0,0 1 0,-1 0-1,1 0 1,-1-1 0,1 1 0,-1 0 0,0 1 0,0-1 0,0 0-1,0 1 1,0-1 0,0 1 0,0-1 0,-1 1 0,1 0 0,0 0-1,-1 0 1,1 0 0,-1 0 0,1 1 0,-1-1 0,0 1 0,1 0-1,-1 0 1,-2 0 0,-11-1-10,11 1 4,0-1 1,0 1-1,0 0 0,0 0 0,0 1 1,0 0-1,1-1 0,-1 2 0,0-1 1,0 0-1,1 1 0,-1 0 1,1 0-1,-7 4 0,0 3 43,1 0-1,0 0 1,1 1-1,0 0 1,0 1-1,1 0 1,1 0-1,0 1 0,0 0 1,1 0-1,0 0 1,2 1-1,-1 0 1,1 0-1,1 0 1,0 1-1,1-1 1,1 1-1,0 18 1,-9 1021 6179,9-969-4967,1-84-1242,0 1-1,0-1 0,0 1 0,0-1 1,0 1-1,0-1 0,0 0 1,0 1-1,0-1 0,1 1 0,-1-1 1,0 1-1,0-1 0,0 1 1,1-1-1,-1 1 0,0-1 0,0 0 1,1 1-1,-1-1 0,0 1 1,1-1-1,-1 0 0,0 0 1,1 1-1,-1-1 0,1 0 0,-1 1 1,0-1-1,1 0 0,-1 0 1,1 0-1,-1 0 0,1 1 0,-1-1 1,1 0-1,-1 0 0,1 0 1,-1 0-1,1 0 0,-1 0 0,1 0 1,0 0-1,0-1 2,1 1-1,0-1 1,0 1 0,0-1-1,-1 0 1,1 1-1,0-1 1,-1 0 0,1 0-1,-1 0 1,3-3 0,3-4-36,0 0 1,-1 0-1,0-1 1,0 1 0,5-13-1,24-57-672,-17 38 111,39-86-4264,43-142 0,-99 267 4927,-1-1 0,0 1-1,1-1 1,-1 1-1,0-1 1,0 1-1,1 0 1,-1-1-1,0 1 1,-1-1-1,1 1 1,0-3-1,0 4-25,-1 0-1,1-1 1,0 1-1,0 0 1,0-1-1,-1 1 0,1 0 1,0-1-1,0 1 1,-1 0-1,1 0 1,0-1-1,-1 1 1,1 0-1,0 0 0,0 0 1,-1 0-1,1-1 1,-1 1-1,1 0 1,0 0-1,-1 0 1,1 0-1,0 0 0,-1 0 1,1 0-1,0 0 1,-1 0-1,1 0 1,-1 0-1,-1 1 18,0-1-1,0 1 1,0 0-1,0 0 1,0 0-1,0 0 1,0 0-1,0 1 1,0-1-1,1 1 1,-1-1 0,0 1-1,1-1 1,-3 4-1,-3 7 64,0-1-1,1 1 1,0 1-1,1-1 0,0 1 1,1 0-1,0 0 1,1 0-1,-2 19 1,1 17 1187,1 58 0,3-90-1022,0-4-47,-1 10 196,2 0 1,0 0-1,1-1 1,9 37-1,-10-54-419,1 0 0,-1 0-1,1-1 1,0 1 0,1 0 0,-1-1-1,1 1 1,0-1 0,0 1 0,0-1 0,1 0-1,-1-1 1,1 1 0,0-1 0,0 1-1,0-1 1,1 0 0,-1-1 0,1 1-1,-1-1 1,1 0 0,0 0 0,0 0-1,0-1 1,10 2 0,-10-2-46,0 0 0,0 0 0,0-1 0,1 0 1,-1 0-1,0-1 0,0 1 0,0-1 0,0 0 0,0 0 0,0-1 1,0 1-1,0-1 0,-1 0 0,1-1 0,-1 1 0,7-5 0,-4 0-236,-1 1-1,1-1 0,-1 0 0,-1 0 0,0-1 1,0 0-1,0 0 0,6-15 0,11-33-3384,-4 2-1243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45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80 5218,'0'0'10106,"2"-3"-9359,7-22 919,-9 24-1624,0 0 0,0 0-1,0 0 1,0 0 0,0 0-1,0 0 1,0 0 0,0 0-1,0 0 1,-1 0-1,1 0 1,0 0 0,-1 0-1,1 0 1,0 0 0,-1 0-1,1 0 1,-1 0 0,0 0-1,1 0 1,-1 1 0,0-1-1,1 0 1,-1 1 0,0-1-1,-1 0 1,-5-3 5,0 0 1,0 1 0,-1 0-1,1 0 1,-1 1-1,1 0 1,-16-1-1,-1 1 154,-30 2 0,22 0 52,29 1-242,0-1 0,0 1 0,1 0 0,-1 0 0,0 0 0,1 0 0,-1 0 0,1 1 0,-1-1 0,1 1 0,0 0 0,-1-1 0,1 1 0,0 0 0,0 0 0,0 1 0,0-1 0,1 0 0,-1 1 0,1-1 0,-2 3 0,-5 9 35,1 1 0,-7 20 0,13-32-34,-4 13 107,1 0-1,0 0 0,1 0 0,-2 26 1,4 67 587,2-58-264,-2 1 95,-1-32-193,1 1 0,2 0 0,5 40 0,-5-58-316,0-1-1,0 0 1,0 1 0,0-1 0,0 0 0,0 0 0,1 0 0,-1 0 0,1 0 0,-1 0-1,1 0 1,0-1 0,0 1 0,0 0 0,0-1 0,0 0 0,0 1 0,0-1 0,0 0 0,0 0-1,1 0 1,2 0 0,-1 0-18,-1 0-1,0 0 0,1-1 1,-1 1-1,1-1 0,-1 0 1,0 0-1,1 0 0,-1-1 1,0 1-1,1-1 0,-1 0 1,0 0-1,0 0 0,1 0 1,3-3-1,2-4-64,0 0 0,-1 0 0,0-1 0,0 0 0,-1 0 0,11-20 0,-8 15-123,14-21-985,-3-1 1,0 0-1,-3-2 0,-1 0 0,20-65 1,-34 90 1037,-1 1 1,-1-1 0,1 0-1,-2-13 1129,0 33 250,-1 93 1190,3 152 165,6-162-2100,-7-79-464,1 0 0,1 0 0,0-1 0,1 1 1,0-1-1,5 10 0,-8-18-57,1 0 1,-1 0 0,0-1-1,0 1 1,1 0-1,-1-1 1,1 1 0,-1-1-1,1 0 1,0 1-1,-1-1 1,1 0 0,0 0-1,0 0 1,0 0 0,0-1-1,2 2 1,-2-2-48,-1 0-1,1 0 1,-1 0 0,0 0 0,1 0 0,-1 0-1,1 0 1,-1 0 0,1-1 0,-1 1 0,0-1 0,1 1-1,-1-1 1,0 1 0,1-1 0,-1 0 0,0 0-1,0 0 1,0 1 0,0-1 0,1 0 0,-1 0-1,0-1 1,-1 1 0,1 0 0,0 0 0,1-2 0,10-21-2019,0-1 1,-1 0 0,-2 0 0,11-46-1,-5 2-7088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45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7684,'0'0'8329,"0"37"-4069,1-5-3582,8 218 2961,-6-209-3021,15 146 1541,-18-184-2113,8 29 374,-8-32-416,0 1-1,0 0 0,1-1 0,-1 1 0,0 0 1,0-1-1,1 1 0,-1 0 0,1-1 1,-1 1-1,0-1 0,1 1 0,-1-1 0,1 1 1,-1-1-1,1 1 0,0-1 0,-1 1 0,1-1 1,-1 0-1,1 1 0,0-1 0,-1 0 0,1 0 1,0 1-1,0-1 0,-1 0 0,1 0 0,0 0 1,-1 0-1,1 0 0,0 0 0,0 0 0,-1 0 1,2 0-1,-1-1-10,-1 1 0,1 0 0,0-1 1,-1 1-1,1 0 0,0-1 0,-1 1 0,1-1 1,-1 1-1,1-1 0,-1 0 0,1 1 0,-1-1 1,1 1-1,-1-1 0,1 0 0,-1 1 0,0-1 1,1-1-1,12-33-443,-1-1 1,8-40-1,16-49-1067,-27 102 976,1 1-1,0 0 1,2 1-1,0 0 0,16-20 1,-23 34 374,0 1 0,1-1 0,-1 1 0,1 0 0,1 1 1,-1-1-1,1 1 0,0 1 0,0-1 0,0 1 0,1 0 0,-1 1 0,1 0 0,0 0 1,0 1-1,0 0 0,17-2 0,-21 4 218,0 0-1,0 1 1,1-1-1,-1 1 1,0 0 0,0 1-1,0-1 1,0 1 0,0 0-1,0 0 1,0 0-1,-1 0 1,1 1 0,-1-1-1,1 1 1,-1 0 0,0 0-1,0 0 1,0 0 0,-1 1-1,1-1 1,-1 1-1,0 0 1,2 4 0,6 11 516,-2 1 0,0 0 0,7 31 0,-15-49-537,9 37 460,-3 0 0,0 0 0,-3 0-1,-2 52 1,-1-89-906,-15-31-6192,-5 4 1011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46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0 15255,'0'0'5442,"-74"164"-4977,68-139-465,2-16-833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46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262 174 5090,'0'0'10133,"24"-7"-8903,75-21-267,-96 27-777,1 0-1,0 0 1,-1-1-1,1 1 1,-1-1-1,0 1 1,1-1 0,-1 0-1,4-3 1,-7 4-118,0 1 0,1-1 0,-1 1 1,0-1-1,0 1 0,0-1 0,1 1 0,-1-1 1,0 1-1,0-1 0,0 0 0,0 1 0,0-1 1,0 1-1,0-1 0,0 1 0,0-1 0,0 0 1,0 1-1,-1-1 0,1 1 0,0-1 0,0 1 1,0-1-1,-1 1 0,0-2 0,0-2 29,-1 2-144,0-1 0,0 1 0,0 0 1,0 0-1,-1 0 0,1 0 0,0 0 0,-1 0 1,0 1-1,1-1 0,-6-1 0,-7-6-301,-2-3-85,0 1 1,-30-13-1,38 20 325,0 1-1,0 0 1,-1 0-1,1 1 0,-1 1 1,0-1-1,-14 1 1,15 1 75,-1 0-1,0 0 1,0 1 0,1 1 0,-1-1 0,-11 5 0,17-4 33,-1 0 0,0 0 0,1 1 1,0 0-1,0 0 0,0 0 0,0 0 0,0 1 0,1 0 1,-1-1-1,1 1 0,0 1 0,-5 7 0,-2 7 107,1 1-1,0 0 0,2 0 1,0 1-1,1 0 1,1 0-1,2 0 1,-3 28-1,5 176 1825,1-210-1802,0-3 8,1 0 0,0 1 0,1-1 0,1 0 0,0 0 0,5 15 1,-6-23-83,0 0 0,0 0 0,0 0 0,0 0 0,1-1 0,0 1 0,0-1 0,0 0 0,0 0 0,0 0 0,0 0 0,1 0 0,0-1 0,-1 1 0,1-1 0,0 0 0,0 0 0,0-1 0,0 1 0,7 1 0,-5-2-32,1 1 0,0-1 0,-1-1 0,1 1 0,0-1 0,-1 0 0,1-1 0,-1 0-1,1 0 1,0 0 0,-1-1 0,0 0 0,1 0 0,-1 0 0,0-1 0,0 0 0,0 0 0,0-1 0,-1 0 0,0 0-1,8-6 1,2-6-134,-1 0-1,0-1 1,-1-1-1,-1 0 0,14-26 1,-2-1-1661,30-77 0,-42 88-1079,11-51-1,-10 5-3698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47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5090,'-4'5'12624,"5"-4"-12538,13 225 1388,-3-113-880,6 253 751,3 40-535,-18-378-704,1 1-1,2 0 1,13 47-1,-18-74-103,12 26 126,-12-27-133,0-1 0,1 1-1,-1 0 1,0-1 0,0 1-1,1-1 1,-1 1 0,0 0-1,1-1 1,-1 1 0,1-1-1,-1 1 1,1-1 0,-1 1 0,1-1-1,-1 0 1,1 1 0,-1-1-1,1 0 1,-1 1 0,1-1-1,0 0 1,-1 0 0,1 1-1,-1-1 1,1 0 0,0 0-1,-1 0 1,1 0 0,0 0-1,-1 0 1,1 0 0,0 0-1,-1 0 1,2 0 0,2-11-606,-4-71-3682,0 44-176,0-6-4652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47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80 5378,'0'0'2300,"13"-16"-1956,1-1 158,25-25-1,-39 42-471,0-1-1,1 1 0,-1 0 0,0-1 0,1 1 0,-1 0 0,1-1 0,-1 1 0,1 0 0,-1-1 0,1 1 0,-1 0 1,1 0-1,-1 0 0,1-1 0,-1 1 0,1 0 0,-1 0 0,1 0 0,-1 0 0,1 0 0,-1 0 0,1 0 0,0 0 1,-1 0-1,1 0 0,-1 1 0,2-1 0,4 14 960,4 28 1437,7 78 0,-7 48 445,-9-131-2297,0 23 196,-1-35-502,0-1 0,6 33 1,-2-87-7337,-4-10-351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48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14663,'0'0'480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48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7283,'0'0'5344,"0"0"-5285,-1 0-1,1 0 1,0 0-1,-1 0 1,1 0-1,0 0 1,-1 0 0,1 0-1,0 0 1,-1 1-1,1-1 1,0 0-1,0 0 1,-1 0-1,1 1 1,0-1 0,0 0-1,-1 0 1,1 0-1,0 1 1,0-1-1,-1 0 1,1 1-1,0-1 1,0 0 0,0 1-1,0-1 1,0 0-1,0 0 1,-1 1-1,1-1 1,0 0-1,0 1 1,0-1 0,0 1-1,0-1 1,0 0-1,0 1 1,-4 203 1408,6-114-795,-4 115 961,17 446 1948,-13-636-3495,-2-10-50,0-1 1,0 1-1,0-1 1,1 1-1,0-1 1,0 0-1,0 1 1,0-1-1,1 0 0,0 0 1,-1 0-1,5 6 1,-6-10-33,1 1-1,-1-1 1,1 0 0,-1 1 0,1-1 0,-1 1-1,1-1 1,-1 0 0,1 1 0,-1-1 0,1 0-1,-1 0 1,1 1 0,0-1 0,-1 0 0,1 0-1,-1 0 1,1 0 0,0 0 0,-1 0 0,1 0-1,0 0 1,-1 0 0,1 0 0,-1 0 0,1 0-1,0 0 1,-1 0 0,1-1 0,-1 1-1,1 0 1,-1-1 0,1 1 0,0 0 0,-1-1-1,1 1 1,-1 0 0,0-1 0,1 1 0,-1-1-1,1 1 1,-1-1 0,0 1 0,1-1 0,-1 1-1,0-1 1,1 1 0,-1-1 0,0 0 0,0 0-1,13-33-56,-13 33 54,14-64-1314,-4-1 0,4-80 0,-6 44-1372,-6 87 2325,0 0 1,0 0-1,2 0 1,0 0-1,0 1 1,2 0 0,8-18-1,-11 27 388,-1 0 0,1 1-1,1-1 1,-1 1 0,0 0 0,1 0 0,0 0-1,0 0 1,0 1 0,1 0 0,-1-1-1,1 1 1,0 1 0,-1-1 0,1 1 0,0 0-1,1 0 1,-1 0 0,0 1 0,1 0-1,-1 0 1,0 0 0,9 1 0,-9-1 72,1 1 1,-1 0-1,0 1 0,0-1 1,0 1-1,0 0 0,0 1 1,0-1-1,0 1 1,-1 0-1,1 0 0,0 0 1,-1 1-1,0-1 0,1 1 1,-1 0-1,0 0 1,0 1-1,-1-1 0,1 1 1,-1 0-1,0 0 1,3 5-1,1 1 83,0 2 1,-1-1-1,0 1 1,-1 0-1,-1 0 1,0 0 0,0 1-1,3 25 1,-3 4 724,-1 59 1,-3-95-843,0 16 182,-2 0-1,0 0 1,-2-1 0,0 1-1,-13 39 1,12-49-152,0 0 1,0 0-1,-1 0 1,-1 0-1,0-1 1,0 0-1,-1-1 1,-1 0-1,0 0 1,0-1-1,-13 11 1,18-17-100,0-1 1,0 0-1,0 0 1,0 0-1,-1 0 0,1-1 1,0 1-1,-1-1 1,1 0-1,-9 0 1,10 0-44,1-1 1,0 0-1,0 0 1,0-1 0,0 1-1,-1 0 1,1-1-1,0 1 1,0-1 0,0 1-1,0-1 1,0 0-1,0 0 1,0 0 0,0 0-1,1-1 1,-1 1-1,0 0 1,1-1 0,-1 1-1,1-1 1,-1 1-1,1-1 1,-2-2 0,-1-6-465,1 0 0,0 0 0,1 0 0,0 0 0,1-1 0,0 1 0,0 0 0,2-20 0,-1 16-415,0 8-146,0-1 0,1 1 0,-1-1 0,3-10 1,0 12-708,-1-1 1,1 1 0,-1 0 0,1 0-1,5-5 1,-8 10 1753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50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1 526 9861,'0'0'7638,"9"-6"-7030,14-10-497,0-1 0,-1-1 0,-1-1 1,27-30-1,-33 31-178,0 0 0,-1-2 0,0 1 0,-2-2 1,0 1-1,9-28 0,-15 28-155,-2-1-1,0 1 1,-1-1-1,-2 0 1,0 0-1,-1 0 1,-4-31 0,4 51 180,0-1 0,0 0 0,0 1 0,0-1 0,-1 1 1,1-1-1,-1 0 0,1 1 0,-1-1 0,1 1 0,-1-1 1,0 1-1,0-1 0,0 1 0,0 0 0,0-1 0,0 1 1,0 0-1,0 0 0,0 0 0,-1 0 0,1 0 0,0 0 1,-1 0-1,-1-1 0,-1 1-16,-1 0 0,1 0-1,-1 1 1,0-1 0,1 1 0,-1 0 0,-6 1-1,-7 0 193,14-1-93,1 0 0,-1 1-1,0 0 1,1 0 0,-1 0 0,1 0-1,-1 0 1,1 1 0,0 0-1,0 0 1,-1-1 0,1 2 0,1-1-1,-1 0 1,0 1 0,0-1 0,1 1-1,-1 0 1,1 0 0,-2 3-1,-2 4 219,0-1 0,1 0 0,1 1 0,-1 0 0,-4 21 0,3 1 291,1 0-1,2 0 1,1 0-1,4 42 1,-1-17 189,-1-39-496,0-1-1,2 0 1,0 0-1,1 0 0,1 0 1,6 19-1,-8-30-191,0-1-1,1 1 0,-1-1 1,1 0-1,0 0 0,0 0 1,1 0-1,-1-1 0,1 1 1,0-1-1,0 0 0,1 0 1,-1-1-1,1 1 0,0-1 1,0 0-1,0 0 0,0-1 1,1 1-1,-1-1 0,0 0 1,7 1-1,-5-2-49,-1 0 1,1-1 0,-1 0-1,1 0 1,-1 0-1,1-1 1,-1 0 0,0 0-1,1-1 1,-1 0-1,0 0 1,0 0 0,0-1-1,0 0 1,0 0-1,-1 0 1,1-1 0,-1 0-1,0 0 1,0 0-1,6-7 1,4-6-314,0-1 1,-1 0-1,-1-1 0,18-36 1,-18 30-1335,-2 0 0,-1 0 1,-1-1-1,8-34 1,-5-8-5580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51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7716,'0'0'5722,"0"9"-4775,8 140 3335,42 379-1522,3 17-1072,-51-531-1640,-1-7 13,0 0-1,0 0 1,0 0-1,1-1 1,0 1-1,6 11 1,-8-16-117,0-7-400,0-204-9533,-3 159 4667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52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231 119 3858,'0'0'4399,"4"-4"-3756,0-22 7676,-6 26-7994,-28-13-665,9 3 701,10 5-194,1 1-1,-1 0 1,1 0-1,-1 1 0,0 0 1,0 1-1,-1 1 0,1-1 1,0 2-1,-13 0 1,17-1 130,-16 1 492,22 0-772,1 0 1,-1 0 0,0 0-1,1 0 1,-1 0-1,1 1 1,-1-1 0,0 0-1,1 0 1,-1 1-1,0-1 1,1 0 0,-1 1-1,1-1 1,-1 0 0,1 1-1,-1-1 1,1 1-1,-1-1 1,1 1 0,0-1-1,-1 1 1,1-1-1,0 1 1,-1-1 0,1 1-1,-1 1 1,-3 31 583,1 1 1,3 62-1,0-42-17,-1-9-132,1 43 411,1-78-759,0-1 0,0 0 0,1 0 0,1 0 0,-1 0 0,1 0 0,5 9 0,-6-14-82,0-1-1,-1 0 0,1 0 1,1 0-1,-1-1 0,0 1 1,1-1-1,0 1 0,-1-1 1,1 0-1,0 0 0,0 0 1,0 0-1,0 0 0,1-1 1,-1 1-1,0-1 0,1 0 1,-1 0-1,1 0 0,-1-1 1,1 1-1,6-1 0,-5 0-7,1 0 0,-1-1 0,0 0 0,1 0 0,-1 0-1,0-1 1,0 0 0,0 0 0,0 0 0,0 0 0,0-1 0,0 0-1,-1 0 1,1 0 0,5-7 0,4-5-83,0 0 1,-1-2-1,-1 0 0,-1 0 0,18-36 1,-9 7-498,20-64-1,-33 84 354,-1 1 0,-1-1 0,-1-1 0,-2 1 0,0-43 0,-11 100 790,-8 40-160,4 0 1,-6 88 0,14 150-23,5-306-403,0 0 0,0 0 0,1 0 0,-1 1 0,1-1 0,-1 0 0,1 0 0,0 0 0,2 3 0,-2-5-16,0 0 0,0 0 0,0 0 1,0 0-1,-1 0 0,2 0 0,-1-1 1,0 1-1,0 0 0,0-1 0,0 1 1,0-1-1,0 0 0,1 1 0,-1-1 1,0 0-1,0 1 0,1-1 0,-1 0 1,0 0-1,1 0 0,1 0 0,-2-1-21,1 1 0,-1 0 0,1-1 0,-1 1 0,1-1 0,-1 0 0,1 1 0,-1-1 0,0 0 0,1 0 0,-1 0 0,0 0 0,0 0 0,0 0 0,0 0 0,1 0 0,-1-1 0,-1 1 0,1 0 0,0-1 0,0 1 0,0 0 0,-1-1 0,1-2 0,15-45-1204,-12 32 465,26-101-7756,-19 59-683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52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10533,'0'0'6520,"-1"7"-6050,-7 69 1299,3 150 0,5-147-1321,-1 67 378,2 155 440,3-232-1036,3 1 0,20 86 0,-26-151-227,9 29 49,-9-33-56,-1 0 0,0 0 1,1 0-1,-1 0 1,1 0-1,-1-1 1,1 1-1,0 0 1,-1 0-1,1 0 0,0 0 1,0-1-1,-1 1 1,1 0-1,0-1 1,0 1-1,0 0 0,0-1 1,0 0-1,0 1 1,0-1-1,0 1 1,0-1-1,2 0 0,-2 0-9,-1-1-1,1 1 0,0-1 0,-1 1 0,1-1 0,-1 0 0,1 0 0,-1 1 1,1-1-1,-1 0 0,0 0 0,1 1 0,-1-1 0,0 0 0,0 0 0,1 0 1,-1 0-1,0 1 0,0-1 0,0 0 0,0 0 0,0 0 0,0 0 0,-1-1 1,1-32-339,0 24 162,0-150-4666,0 53-2424,0 59 754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53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342 1 8660,'0'0'10599,"-11"8"-10148,-71 50-54,45-34-299,1 2 0,-45 41 0,72-58-89,0 0 1,1 0-1,0 0 1,1 1-1,0 0 0,1 1 1,0-1-1,0 1 0,1 1 1,1-1-1,0 1 0,0-1 1,-2 20-1,3-7 137,1 38 0,2-54-83,0 0 0,1 0-1,1 1 1,-1-1 0,1 0-1,0 0 1,1 0 0,4 9-1,-2-9-23,0-1-1,0 0 0,1 1 0,0-2 1,0 1-1,1-1 0,0 0 1,0 0-1,1-1 0,-1 0 0,1 0 1,0-1-1,15 7 0,-7-6-5,0 1-1,0-2 1,0 0-1,1-1 1,-1-1-1,30 0 0,-44-1-109,-1-1 0,1 0 0,0-1 0,0 1 0,0 0 0,0 0 0,0-1 0,0 1-1,0-1 1,0 0 0,0 0 0,-1 1 0,1-1 0,0 0 0,-1 0 0,1-1-1,0 1 1,-1 0 0,1-1 0,-1 1 0,0 0 0,2-4 0,0 0-685,0 0 0,-1-1 0,0 0 0,-1 1 0,1-1-1,0-6 1,0 5-317,5-27-7090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53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287 193 6051,'0'0'6619,"12"-14"-6408,0-2-135,-3 5 73,-1 1 1,2 0 0,12-11 0,-21 17 217,-1 1 0,1 0 0,-1-1 0,0 1 0,0 0 0,0-1 1,-1-3-1,0 1-183,2-4-32,-1 7-70,0 1-1,0-1 0,0 0 1,0 1-1,-1-1 1,1 1-1,-1-1 0,0-2 1,0 4-46,0 0-1,1 0 1,-1 0 0,0 0 0,0 0-1,0 0 1,0 0 0,0 0 0,0 0-1,0 1 1,-1-1 0,1 0 0,0 1 0,0-1-1,-1 1 1,1-1 0,-3 0 0,-21-8 387,20 7-385,1 0 0,-1 0 0,1 0 0,-1 1 0,0 0 0,1 0 0,-1 0 0,-6 0 0,-5 1 238,1 0-103,-1 0 0,1 1 0,0 0 0,-17 5 1,27-5-159,-1 1 0,1 0 0,-1 1 0,1-1 0,0 1 0,0 0-1,0 0 1,0 1 0,1-1 0,-1 1 0,1 0 0,0 0 0,0 1 0,-5 6 0,0 4 129,0 1-1,1-1 1,0 2-1,1-1 1,1 1 0,1 0-1,0 0 1,1 0-1,-2 21 1,0 23 912,3 78 1,3-111-817,0-17-120,0-1 1,1 1 0,0 0 0,0-1 0,5 16-1,-5-23-97,0 0-1,0 0 1,1 0-1,-1-1 1,1 1-1,0 0 1,-1-1-1,1 0 1,0 1-1,0-1 1,1 0-1,-1 0 1,0 0-1,1 0 1,-1 0-1,1-1 1,0 1-1,0-1 1,-1 0-1,1 1 1,0-1-1,0-1 1,4 2-1,2-1-9,-1 0 0,0 0 0,1-1 0,-1 0 0,0 0 0,1-1 0,-1 0 0,0-1 0,0 0 0,0 0 0,0-1 0,0 1 0,0-2 0,-1 1 0,1-1 0,-1-1 0,0 1 0,0-1 0,11-11 0,2-4-262,0 0 0,-2-2-1,-1 0 1,24-40-1,-31 47-56,-1-1-1,0 0 0,-1 0 1,-1-1-1,-1 0 1,0 0-1,-2-1 1,1 1-1,-2-1 0,-1 0 1,1-28-1,-3-16-106,-1 54 753,-3 9 224,-5 17 495,3 11-492,1 0-1,-1 46 1,5 69 92,2-82-355,-1-43-236,-1 10 82,7 54 0,-5-76-143,1 1 1,-1-1-1,1 0 1,1 0 0,-1-1-1,1 1 1,0 0 0,1-1-1,-1 0 1,1 0-1,1 0 1,6 8 0,-7-11-36,-1 0 0,0-1 1,1 1-1,0-1 1,0 0-1,-1 0 1,1 0-1,0-1 1,1 1-1,-1-1 0,0 0 1,0 0-1,0-1 1,1 1-1,-1-1 1,0 0-1,1 0 0,-1 0 1,0-1-1,1 0 1,-1 1-1,0-2 1,0 1-1,0 0 0,0-1 1,0 1-1,0-1 1,0-1-1,4-1 1,0-4-227,0-1 0,-1 0 0,0 0 0,0 0 0,-1 0 0,0-1 0,8-18 0,27-80-3317,-20 32-145,-3 4-1457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54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12934,'0'0'4245,"-4"29"-1223,3-21-2797,-8 62 1686,-1 92 0,10 279 1867,8-459-4482,23-128-663,-24 101 614,2 0 0,25-70 0,-31 106 558,1 0-1,0 1 1,1-1-1,0 1 1,0 0-1,1 0 1,0 1-1,0 0 1,1 0-1,0 0 1,14-10-1,-14 13 149,-1 0-1,1 1 0,-1 0 1,1 0-1,0 1 1,0-1-1,0 2 0,1-1 1,-1 1-1,0 0 0,1 0 1,-1 1-1,1 0 0,-1 1 1,15 2-1,-18-2 73,0 0 1,1 0-1,-1 0 0,0 1 1,0 0-1,0 0 0,0 0 0,0 0 1,-1 1-1,1-1 0,-1 1 1,1 0-1,2 4 0,-1-1 59,0 0 0,-1 0 0,1 1 0,-1-1 0,-1 1 0,6 14 0,-2 0 151,-2 0 0,0 0 1,-2 0-1,3 32 0,-5 46 207,-1-62-10331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54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29 5651,'0'0'8385,"3"-4"-7401,9-15-90,-12 19-875,0-1 0,0 1 0,0 0 1,0 0-1,0 0 0,0 0 0,0 0 0,0-1 1,0 1-1,0 0 0,0 0 0,0 0 0,0 0 0,0 0 1,0-1-1,0 1 0,0 0 0,0 0 0,0 0 0,-1 0 1,1 0-1,0-1 0,0 1 0,0 0 0,0 0 0,0 0 1,0 0-1,0 0 0,0 0 0,-1 0 0,1 0 0,0-1 1,0 1-1,0 0 0,0 0 0,0 0 0,0 0 1,-1 0-1,1 0 0,0 0 0,0 0 0,0 0 0,0 0 1,0 0-1,-1 0 0,1 0 0,0 0 0,0 0 0,0 0 1,0 0-1,-1 0 0,-10 0 99,9 0 10,-4 0-10,-1 0 1,1 0-1,0 1 0,-1 0 1,1 0-1,0 1 0,0-1 0,0 1 1,0 1-1,0-1 0,0 1 0,0 0 1,1 0-1,0 1 0,-1 0 1,1-1-1,-5 7 0,-7 8 231,2 1 0,0 0 0,1 1 0,2 0 0,0 1 0,0 0 0,2 1 1,1 0-1,1 1 0,1 0 0,-8 41 0,14-36-109,0-27-239,1-1 1,0 1-1,0-1 0,0 0 1,0 1-1,0-1 1,0 0-1,0 1 1,0-1-1,0 0 0,0 1 1,1-1-1,-1 1 1,0-1-1,0 0 0,0 1 1,0-1-1,0 0 1,1 1-1,-1-1 0,0 0 1,0 0-1,0 1 1,1-1-1,-1 0 0,0 0 1,1 1-1,-1-1 1,0 0-1,1 1 0,11-4-17,-10 2 16,7-2-18,0-2 1,0 1 0,-1-1-1,0 0 1,0-1 0,0 0-1,-1 0 1,11-12 0,54-69-648,-44 51 152,-17 22 303,10-13-605,1 1 0,37-33 0,-58 58 788,21-13-278,-22 14 308,1-1 0,-1 1-1,1 0 1,0 0-1,-1 0 1,1 0-1,0 0 1,-1 0-1,1 0 1,0 0 0,-1 0-1,1 0 1,-1 0-1,1 0 1,0 0-1,-1 0 1,1 0-1,0 1 1,-1-1 0,1 0-1,-1 0 1,1 1-1,-1-1 1,1 1-1,0-1 1,-1 0-1,0 1 1,1-1 0,-1 1-1,1-1 1,-1 1-1,1-1 1,-1 1-1,0-1 1,1 1-1,-1 0 1,0-1 0,0 1-1,0 0 1,1 0-1,8 32 518,6 39 1,-8-34-132,26 154 963,-9 1 0,-1 285-1,-23-460-1317,1 32 108,-8 55-1,5-89-123,-1-1-1,-1 0 1,0-1-1,0 1 0,-2-1 1,1 0-1,-16 26 1,18-36-36,1 0 1,-1-1-1,0 1 0,0-1 1,0 0-1,0 0 1,0 0-1,-1 0 1,0-1-1,1 1 1,-1-1-1,0 0 0,0 0 1,0 0-1,0-1 1,0 1-1,-1-1 1,1 0-1,0 0 1,-1-1-1,1 1 0,-1-1 1,1 0-1,0 0 1,-1 0-1,1-1 1,-1 0-1,1 0 0,0 0 1,0 0-1,-1-1 1,1 1-1,0-1 1,0 0-1,0 0 1,1-1-1,-1 1 0,0-1 1,1 0-1,0 1 1,0-2-1,-4-3 1,-2-5-86,0-1 1,1-1-1,0 1 1,1-1-1,1-1 1,0 1 0,1-1-1,1 0 1,-5-27-1,3-3-422,1 0-1,2-52 0,3 83 445,0 0 0,0 0-1,2 0 1,-1 0 0,2 1-1,0-1 1,1 0-1,0 1 1,0 0 0,2 0-1,13-23 1,1 7-46,2 1 1,0 1-1,2 1 0,1 1 0,52-40 1,38-14-1856,3 12-4718,-60 37-4849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57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398 455 5442,'0'0'9893,"-11"0"-8105,-4 0-1599,-1 0 14,1 0 0,-27 4 0,37-3-169,-1 1 0,0 0 0,1 0 0,-1 0 0,1 0 0,0 1-1,0 0 1,0 0 0,0 0 0,-7 7 0,-9 11 238,0 1 1,2 0-1,1 1 0,0 2 1,-25 47-1,23-32 277,2 1 1,1 0-1,-12 51 0,27-84-372,0-1 1,0 1-1,1 1 0,0-1 1,0 9-1,1-17-172,0 0-1,0 1 1,0-1-1,0 0 1,0 0 0,0 0-1,0 0 1,0 0-1,0 0 1,0 0-1,0 0 1,0 1-1,0-1 1,0 0-1,0 0 1,0 0-1,0 0 1,0 0 0,0 0-1,0 0 1,0 0-1,0 0 1,0 1-1,0-1 1,0 0-1,0 0 1,0 0-1,1 0 1,-1 0 0,0 0-1,0 0 1,0 0-1,0 0 1,0 0-1,0 0 1,0 0-1,0 0 1,0 0-1,1 0 1,-1 0-1,0 0 1,0 0 0,0 0-1,0 0 1,0 0-1,0 0 1,0 0-1,0 0 1,1 0-1,-1 0 1,0 0-1,0 0 1,0 0-1,0 0 1,0 0 0,0 0-1,4-1-1,-1 1 1,0-1-1,1 0 0,-1 0 1,0 0-1,0 0 0,1-1 0,-1 1 1,0-1-1,0 0 0,-1 0 1,1 0-1,0 0 0,-1-1 1,1 1-1,-1-1 0,2-2 0,6-4-1,41-44-1332,-2-2-1,-3-2 1,72-116-1,-102 146 955,-1 0 1,-2-2-1,-1 1 0,-1-1 1,-1-1-1,-2 0 0,-1 0 0,-1 0 1,-2-1-1,1-48 0,-3 21 724,-1 29-158,-1-1 0,-3-30 0,2 59-127,1 0 0,0-1 1,-1 1-1,1 0 0,-1 0 0,1 0 0,-1 0 0,1-1 0,-1 1 1,0 0-1,0 0 0,0 0 0,1 0 0,-1 1 0,0-1 0,0 0 0,0 0 1,0 0-1,0 1 0,-1-1 0,1 1 0,0-1 0,0 1 0,0-1 1,0 1-1,-1 0 0,1-1 0,0 1 0,0 0 0,-1 0 0,1 0 1,0 0-1,0 0 0,-1 0 0,0 0 0,-3 1 88,0 0 0,0-1 1,0 1-1,0 1 0,1-1 0,-1 1 0,1 0 1,-9 4-1,2 2 53,1 0-1,0 0 1,0 1-1,1 0 1,0 1 0,-12 16-1,-42 73 1098,44-67-693,3 1 0,-23 60 0,33-72-417,0 0 0,1-1 0,1 1 1,1 1-1,1-1 0,0 24 0,2-43-192,0 0 0,1 0-1,-1 1 1,0-1 0,1 0 0,-1 0 0,1 0 0,-1 0 0,1 0-1,0 0 1,0 0 0,0 0 0,0 0 0,0-1 0,0 1-1,1 0 1,-1-1 0,1 1 0,-1-1 0,1 1 0,-1-1 0,1 0-1,0 1 1,0-1 0,0 0 0,-1 0 0,1 0 0,0-1-1,3 2 1,5 0-55,-1 0-1,1-1 1,0-1-1,0 1 1,12-2-1,-1 0-68,5 1-89,-1-1 0,0-2 0,38-8 0,-52 8 136,8-2-90,-1 1 1,21-1-1,-34 4 150,0 1-1,-1 0 0,1 0 0,0 0 1,0 1-1,-1 0 0,1 0 0,0 0 0,-1 0 1,1 1-1,-1 0 0,1 0 0,7 4 1,-7-1 21,1 0 1,-1 0 0,-1 1 0,1 0-1,-1-1 1,1 2 0,-2-1 0,5 8 0,23 61 218,-18-33 124,-3 0 1,-1 1 0,6 83 0,-5-28 355,-9-94-670,-1-4-29,0 1-1,-1 0 1,1-1-1,0 1 1,0 0-1,0-1 1,0 1-1,1-1 1,-1 1-1,0 0 1,0-1-1,0 1 1,0-1-1,0 1 1,1 0-1,-1-1 1,0 1-1,1-1 1,-1 1-1,0-1 1,1 1-1,-1-1 1,1 1-1,-1-1 0,1 0 1,-1 1-1,1-1 1,-1 1-1,1-1 1,-1 0-1,1 0 1,0 1-1,-1-1-9,1 0-1,-1 0 0,0 0 0,0 0 1,0 0-1,0 0 0,1 0 0,-1 0 1,0 0-1,0 0 0,0-1 1,0 1-1,1 0 0,-1 0 0,0 0 1,0 0-1,0 0 0,0 0 0,0 0 1,1-1-1,-1 1 0,0 0 0,0 0 1,0 0-1,0 0 0,0-1 0,0 1 1,0 0-1,0 0 0,0 0 1,0 0-1,0-1 0,0 1 0,0 0 1,0 0-1,0 0 0,0-1 0,0 1 1,0 0-1,4-23-1580,-2 0 1,-1-46 0,-1 45-422,0-33-4301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57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 7379,'0'0'11254,"63"-57"-21227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58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122 207 6467,'0'0'10082,"16"-27"-10245,47-85-114,-44 72 189,-18 23 163,-2 7 261,1 9 98,0 23 612,3 30-502,3-1 0,21 86 0,-5-27 44,6 166 669,-23-2 76,-5-268-1308,0 5 19,0 1 0,-1-1 0,0 0-1,-4 16 1,4-24-42,1-1 0,-1 1 0,0-1 0,0 1-1,0-1 1,-1 0 0,1 1 0,-1-1 0,1 0 0,-1 0 0,0 0-1,0 0 1,0 0 0,0-1 0,0 1 0,0 0 0,0-1-1,0 0 1,-1 1 0,1-1 0,0 0 0,-1 0 0,-4 1 0,2-1-48,1 0 1,0-1-1,-1 0 1,1 1 0,-1-1-1,1-1 1,-1 1 0,1-1-1,-1 1 1,1-1 0,0-1-1,-1 1 1,1-1-1,0 1 1,0-1 0,0 0-1,0-1 1,0 1 0,1-1-1,-1 1 1,-3-5 0,-6-6-469,2 0 1,-1-1-1,2 0 1,-10-17-1,12 19 54,-37-63-2891,2-6-1270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58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16039,'0'0'1521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58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1 490 8116,'0'0'6974,"7"-9"-6363,24-31 109,-24 35 25,-4 8-407,-2 15-43,-1-14-94,11 359 4946,-11-362-5134,0 13 96,1 1 0,1-1 0,0 0 0,1-1 0,1 1 0,8 20 0,-12-34-131,0 1 0,0 0 0,0-1 0,0 1 0,1-1 0,-1 1 0,0-1 0,0 1 0,1-1 0,-1 0 0,0 1 0,1-1 1,-1 1-1,1-1 0,-1 0 0,0 1 0,1-1 0,-1 0 0,1 1 0,-1-1 0,1 0 0,-1 0 0,1 1 0,-1-1 0,1 0 0,-1 0 0,1 0 0,0 0 0,-1 0 0,1 0 0,-1 0 0,1 0 0,-1 0 0,1 0 0,-1 0 1,1 0-1,-1 0 0,1 0 0,-1-1 0,1 1 0,0 0 0,-1 0 0,1-1 0,1 0-112,-1 0 0,0 0 1,0-1-1,0 1 0,0 0 0,0 0 1,0-1-1,0 1 0,0-1 0,0 1 1,-1-1-1,1 1 0,0-3 0,2-14-1480,-1 0-1,1-25 0,-3 37 977,0-47-5552</inkml:trace>
  <inkml:trace contextRef="#ctx0" brushRef="#br0" timeOffset="1">126 20 6355,'0'0'10741,"56"-19"-20874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1:59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2721,'201'4'7486,"-166"2"-5652,-35-6-1805,1 0 0,-1 0 1,0 0-1,0 0 0,1 0 1,-1 0-1,0 1 0,0-1 1,1 0-1,-1 0 0,0 0 1,0 1-1,1-1 0,-1 0 1,0 0-1,0 1 0,0-1 1,0 0-1,0 0 0,1 1 1,-1-1-1,0 0 0,0 1 1,0-1-1,0 0 0,0 0 1,0 1-1,0-1 0,0 0 1,0 1-1,0 0 0,6 279 7208,14 140-4256,-15-326-2362,-3-48-486,-1-18-96,0 0 0,2 0 0,1 1 0,1-2 0,11 34 0,-4-35-76,-12-25-63,1 0 1,-1 0 0,1 0-1,-1-1 1,1 1-1,0 0 1,0 0 0,-1-1-1,1 1 1,0 0-1,0-1 1,0 1-1,0-1 1,-1 1 0,1-1-1,0 1 1,0-1-1,0 0 1,0 1-1,2-1 1,-2-25-5453,-1-13 183</inkml:trace>
  <inkml:trace contextRef="#ctx0" brushRef="#br0" timeOffset="1">154 503 16231,'0'0'1777,"199"-44"-768,-130 28-705,-9 4-304,-19 9-1649,-23 3-3313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2:00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 9220,'0'0'8455,"0"2"-7983,-1 9-320,0 0 1,-1-1-1,0 1 0,0 0 1,-1-1-1,0 0 0,-6 11 0,-39 73-35,8-18-657,39-71 4,-2 1 101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2:00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 3794,'0'0'8393,"3"0"-7683,-2 0-660,0 0 0,-1 0 0,1 0 0,0 0-1,-1 0 1,1 0 0,-1 0 0,1 0 0,0 0 0,-1 1 0,1-1 0,-1 0 0,1 0 0,0 0 0,-1 1 0,1-1 0,-1 0 0,1 1 0,-1-1 0,1 0 0,-1 1 0,1-1 0,-1 1 0,1-1 0,-1 1 0,0-1 0,1 1 0,1 24 1152,-2-24-1205,0 15 175,-2-1 1,0 0-1,-1 0 1,0 0-1,-1 0 0,-1 0 1,-8 18-1,7-19-94,-8 22 23,-27 79-120,40-110-298,-2 4-265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2:04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1 225 10949,'0'0'8919,"6"-9"-8658,5-8-277,-1-1-1,0 0 1,-2 0-1,10-27 1,-11 18-96,-3 15-9,-1-1 0,2 1 0,6-15 1,-10 27 120,-1 0 1,0-1 0,0 1 0,0-1-1,0 1 1,0 0 0,0-1-1,0 1 1,1 0 0,-1-1 0,0 1-1,0 0 1,0-1 0,1 1 0,-1 0-1,0-1 1,1 1 0,-1 0 0,0 0-1,1-1 1,-1 1 0,0 0 0,1 0-1,-1 0 1,0 0 0,1-1 0,-1 1-1,0 0 1,1 0 0,-1 0-1,1 0 1,-1 0 0,0 0 0,1 0-1,-1 0 1,1 0 0,-1 0 0,0 0-1,1 0 1,-1 0 0,1 0 0,-1 1-1,0-1 1,1 0 0,-1 0 0,0 0-1,1 0 1,-1 1 0,0-1-1,1 0 1,-1 0 0,0 1 0,0-1-1,1 0 1,-1 1 0,0-1 0,0 0-1,1 1 1,-1-1 0,0 0 0,0 1-1,0-1 1,0 1 0,1-1 0,3 13 95,1-1 0,-1 1 0,-1 0 1,2 17-1,-2-15-4,29 199 1429,4 250 0,-33-344-1199,3 48 132,-1-145-279,-5-23-175,0 0 1,0 0-1,0 0 1,0 0-1,0 0 1,0 0-1,0 1 1,0-1-1,0 0 1,0 0-1,0 0 1,0 0-1,1 0 1,-1 0-1,0 0 0,0 0 1,0 0-1,0 0 1,0 1-1,0-1 1,0 0-1,0 0 1,0 0-1,0 0 1,0 0-1,0 0 1,0 0-1,1 0 1,-1 0-1,0 0 1,0 0-1,0 0 1,0 0-1,0 0 1,0 0-1,0 0 1,0 0-1,1 0 0,-1 0 1,0 0-1,0 0 1,0 0-1,0 0 1,0 0-1,0 0 1,0 0-1,0 0 1,0 0-1,1 0 1,-1 0-1,0 0 1,0 0-1,0 0 1,0 0-1,0 0 1,0-1-1,3-14-111,0-145-3146,-4 85-610,1-14-4203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2:04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 8036,'0'0'6813,"-2"18"-6092,0-1-531,-18 101 1122,11-75-494,-26 76-1,30-102-733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2:05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 7732,'0'0'6995,"-11"197"-6243,-6-137-512,6-7-240,4-12-1008,4-19-3778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2:11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 5795,'0'0'7969,"0"-9"-7212,0-39 3936,0 50-4570,6 250 795,-2-105-614,0 45 148,27 460 1636,-29-636-2000,-2-10-67,0-1 0,1 0 1,0 0-1,0 0 0,0 0 1,1 0-1,-1 0 0,4 6 1,6-3-24,-11-7-26,0-1 0,0 0 0,0 0-1,1 0 1,-1 0 0,0 0 0,0 0-1,1 0 1,-1 0 0,0 1 0,1-1-1,-1 0 1,0 0 0,0 0 0,1 0-1,-1 0 1,0 0 0,0-1 0,1 1-1,-1 0 1,0 0 0,0 0 0,1 0-1,-1 0 1,0 0 0,0 0 0,1 0-1,-1-1 1,0 1 0,0 0 0,0 0-1,1 0 1,-1 0 0,0-1-1,0 1 1,0 0 0,0 0 0,1-1-1,-1 1 1,0 0 0,0 0 0,0-1-1,0 1 1,0 0 0,0 0 0,0-1-1,0 1 1,0 0 0,0-1 0,3-36-3207,-3-1 1,-3-38 0,-3 35-1649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2:11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 11461,'0'0'8404,"213"12"-7940,-161-12-464,-7 0-288,-6 0-1729,-8-12-1616,-10-4-3267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2:11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16 6851,'0'0'10936,"-2"21"-10005,-16 133 165,18-152-1080,-2 66 256,3-61-277,-1-1 1,1 0 0,0 1 0,0-1 0,1 0 0,0 0 0,0 0 0,5 9 0,4 1-27,1-1-1,1 0 0,0-1 1,27 22-1,1 3 70,-22-22 31,-5-3 43,1 1 0,15 21 0,-27-32 41,0 0 1,-1 0-1,0 0 1,1 0-1,-1 0 1,-1 0-1,1 0 0,-1 1 1,1-1-1,-1 1 1,-1-1-1,1 1 1,0-1-1,-1 1 1,-1 8-1,1-13-148,0 1 0,0-1-1,0 1 1,0-1 0,0 0-1,0 1 1,-1-1 0,1 0-1,0 1 1,0-1 0,0 0-1,-1 1 1,1-1 0,0 0-1,0 0 1,-1 1 0,1-1 0,0 0-1,-1 0 1,1 1 0,0-1-1,-1 0 1,1 0 0,0 0-1,-1 1 1,1-1 0,0 0-1,-1 0 1,-10 3-53,-1-1 0,1-1 0,0 1 0,-1-2-1,1 0 1,-14-1 0,-7 0-543,19 1 68,0-1-1,0-1 1,0 0 0,1 0 0,-1-1-1,1-1 1,-1 0 0,-13-7 0,7 1-1500,-1-1 1,-18-14 0,-1-3-3068</inkml:trace>
  <inkml:trace contextRef="#ctx0" brushRef="#br0" timeOffset="1">175 13 12134,'0'0'2161,"184"0"-2418,-138-13-4513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2:12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0 7780,'0'0'6933,"1"30"-5972,23 335 2552,1 63 138,-11-153-2169,-14-265-1421,2 17 325,6 37 0,-2-50-227,-2-9-107,-1-9-52,0-33-753,-4-64 1,0 37-513,0 38 131,2-1 0,8-50 0,-7 69 874,0 0 0,0 1 1,0-1-1,1 1 1,1 0-1,-1 0 0,1 0 1,0 0-1,1 1 1,-1 0-1,1 0 0,0 0 1,1 0-1,6-5 1,-8 8 307,-1 1 1,1 0-1,0-1 1,0 1-1,0 0 1,0 1-1,1-1 1,-1 1-1,0 0 1,1 0-1,-1 0 1,0 1-1,1-1 1,-1 1-1,1 0 0,-1 1 1,1-1-1,-1 1 1,1 0-1,-1 0 1,0 0-1,0 0 1,1 1-1,-1 0 1,0 0-1,0 0 1,0 0-1,-1 0 1,1 1-1,-1 0 1,1 0-1,-1 0 1,0 0-1,0 0 1,0 1-1,0-1 1,-1 1-1,1 0 1,1 4-1,2 4 189,-1 0 1,-1 0-1,1 0 0,-2 1 0,0-1 0,0 1 0,0 19 1,-1 1 518,-5 58 0,2-80-765,0-1 1,-1 0-1,0 1 1,-1-1 0,0 0-1,-1-1 1,0 1-1,0-1 1,-1 1-1,-1-1 1,1-1 0,-1 1-1,-1-1 1,1 0-1,-1 0 1,-1-1-1,0 0 1,0 0 0,0-1-1,-1 0 1,1 0-1,-1-1 1,-1-1-1,1 1 1,-1-1 0,0-1-1,0 0 1,0 0-1,0-1 1,-15 2-1,5-2-1026,0-1 0,-32-3-1,45 2 551,0-2 0,-1 1 0,1-1 0,0 1 0,0-2 0,0 1 0,0-1 0,1 0 0,-1-1 0,-6-4 0,-28-28-5248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2:12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1 838 14583,'0'0'3513,"22"-27"-2766,-12 14-694,154-209 145,122-250-6684,-279 458 6248,-2 7 250,-1-1 0,0 1 0,-1-1-1,0 0 1,0 0 0,-1 0 0,0-1 0,0 1 0,0-10 909,-1 19-797,-1 1 0,1 0 0,-1-1 0,0 1 0,1 0 0,-1 0 0,0-1 0,0 1 0,-1 0 0,1 0 0,-1 1 0,0 11 162,1 1107 7555,0-1083-7753,-1-9 71,7 57 0,0-57-60,-6-28-113,1 0 0,-1 0 0,0 0-1,0 0 1,1 0 0,-1 0 0,0 0 0,1 0 0,-1 0 0,1 0 0,0 0 0,-1-1 0,1 1 0,-1 0 0,1 0-1,0 0 1,0-1 0,0 1 0,-1-1 0,1 1 0,2 0 0,0-6-885,-1-28-2513,-3-44 1,0 47 48,-2-35-7672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2:13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13158,'0'0'2305,"38"2"-1993,120 6 102,-23-5-254,-130-3-157,1 1-1,-1 0 1,0 0 0,1 0 0,-1 1-1,0 0 1,0 0 0,0 0 0,0 0-1,0 1 1,-1 0 0,1 0 0,-1 0-1,1 1 1,-1 0 0,0-1 0,-1 1 0,1 1-1,-1-1 1,0 0 0,0 1 0,0 0-1,0 0 1,2 7 0,4 11 331,0 1 1,-2-1-1,-1 1 0,3 26 1,-8-44-201,9 64 926,-2 1 0,-2 72 0,-6-175-9471,0-13-1317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2:13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11781,'0'0'0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2:13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308 631 6563,'0'0'9212,"-8"-3"-6683,8 3-2524,-14-1 691,1 2-1,-28 3 1,36-2-636,0-1 0,0 1 1,0 0-1,0 0 0,0 0 0,0 1 0,1 0 0,-1 0 0,1 0 1,-8 7-1,0 3 36,0 1-1,0 0 1,1 1 0,1 0 0,1 1 0,0 0 0,-8 21 0,0 8 229,-18 71-1,26-77-1,2 0 0,2 1 0,1 0 0,2 43-1,2-82-304,0 1 0,0-1 0,0 1 0,0-1 0,0 1 0,0-1 0,0 1 0,1-1 0,-1 0 0,0 1 0,1-1 0,-1 1 0,1-1 0,0 0 0,-1 1 0,1-1 0,0 0 0,0 1 0,0-1 0,0 0 0,1 2 0,0-3-14,0 0 0,-1 1 1,1-1-1,-1 0 0,1 0 0,-1 0 0,1 0 0,-1 0 0,1 0 1,0-1-1,-1 1 0,1-1 0,-1 1 0,1-1 0,-1 1 1,0-1-1,1 0 0,-1 1 0,0-1 0,3-2 0,3-2-1,1-1 0,-1 0-1,0-1 1,0 1 0,-1-1 0,6-9-1,35-54-95,-2-5-1315,-3-2 1,-4-2 0,-4-2 0,26-91 0,-49 132 526,-2-2 0,-2 1 0,2-45-1,-5-126-720,-4 164 1655,0 35 251,-1 0 1,0-1-1,0 1 1,-2 0-1,0 0 1,0 0-1,-1 0 0,-8-17 1,11 28-205,1 1 0,-1-1 0,0 1 0,0-1-1,0 1 1,0 0 0,-1-1 0,1 1 0,0 0 0,-1 0 0,1 0 0,-2-2 0,2 3-70,1 0 1,-1 0 0,1 0-1,-1 0 1,1-1 0,-1 1-1,0 0 1,1 0-1,-1 0 1,1 0 0,-1 0-1,1 0 1,-1 0 0,1 0-1,-1 1 1,0-1-1,1 0 1,-1 0 0,1 0-1,-1 1 1,1-1 0,-1 0-1,1 0 1,-1 1 0,1-1-1,0 1 1,-1-1-1,1 0 1,-1 1 0,1-1-1,0 1 1,-1-1 0,1 1-1,0-1 1,-1 1-1,1-1 1,0 1 0,0-1-1,0 1 1,0-1 0,-1 1-1,1-1 1,0 2-1,-4 18 212,0-1-1,2 1 0,0 0 1,1 0-1,3 35 0,-1-5 144,14 310 1101,50 112 526,-58-429-1715,1 1 0,18 51 0,-23-88-246,10 26 126,-13-31-166,1-1 1,-1 0-1,1 0 1,-1 0-1,1 0 1,0 0-1,0 0 1,-1 0-1,1 0 1,0 0-1,0-1 1,0 1-1,0 0 0,0 0 1,0-1-1,0 1 1,0 0-1,0-1 1,0 1-1,0-1 1,2 1-1,-3-2-16,1 1 0,0-1-1,-1 1 1,1-1 0,-1 1-1,1-1 1,-1 0 0,1 1-1,-1-1 1,0 0 0,1 1-1,-1-1 1,0 0 0,1 1-1,-1-1 1,0 0 0,0 0-1,0 0 1,1 1 0,-1-1-1,0 0 1,0 0 0,0 1-1,0-1 1,-1-1 0,1-31-393,0 23 147,0-107-5045,0 57 238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2:14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92 704,'0'0'14858,"3"-13"-14026,0-4-529,2-7 12,1-3 2629,-8 27-2836,-1 0 1,1-1-1,-1 1 1,1 0-1,-1-1 1,1 0-1,0 1 1,-5-3-1,5 2-38,-4 0-50,-1 0 1,0 0 0,1 1 0,-1-1 0,-8 2 0,0-1 35,13 1-35,-1-1-1,1 1 1,-1-1 0,1 1 0,-1 0-1,1 0 1,-1 0 0,1 0 0,0 1-1,-1-1 1,1 1 0,0-1-1,0 1 1,0 0 0,0 0 0,0 0-1,1 0 1,-1 0 0,1 0 0,-1 0-1,0 3 1,-6 8 123,1 1 0,-8 21 0,12-27-66,-14 41 386,1 0 1,3 1 0,2 0-1,2 1 1,2 0-1,0 62 1,7-111-453,0 0 1,-1 0-1,1 0 1,0 0-1,1 0 0,-1 0 1,0 0-1,0 0 0,1 0 1,0 0-1,-1 0 1,1 0-1,1 2 0,-1-3-15,0-1 0,0 1 0,0-1-1,0 0 1,0 1 0,-1-1 0,1 0-1,0 0 1,0 1 0,0-1 0,0 0-1,0 0 1,0 0 0,0 0 0,0-1-1,0 1 1,0 0 0,0 0 0,0 0-1,0-1 1,0 1 0,0-1 0,-1 1-1,1 0 1,0-1 0,0 0 0,0 1-1,-1-1 1,1 1 0,0-1 0,0-1-1,7-5-31,-1 0 0,0-1-1,0 0 1,10-15-1,25-46-412,-34 56 310,66-123-2032,45-71-3373,-110 195 5460,-5 12 517,-2 24 835,-2-21-1178,0 72 1884,3 139 1514,-1-174-3156,3 0 1,1 0-1,14 49 0,-18-81-300,1-1 0,-1 0 0,2 0-1,-1 0 1,5 7 0,-7-12-41,0 0 0,0-1 0,1 1 0,-1-1 0,0 1 1,1-1-1,-1 0 0,1 1 0,0-1 0,-1 0 0,1 0 1,0 0-1,0 0 0,0-1 0,0 1 0,0 0 0,0-1 0,0 1 1,0-1-1,0 0 0,0 0 0,0 1 0,2-2 0,-3 1-13,0 0-1,1 0 0,-1 0 1,0 0-1,1-1 0,-1 1 1,0-1-1,0 1 0,1-1 1,-1 1-1,0-1 0,0 0 1,0 0-1,0 1 0,0-1 1,0 0-1,0 0 1,0 0-1,0 0 0,1-2 1,9-26-286,-8 20 185,9-37-1419,8-53 1,-5-1-3564,-10 62 2073,6-37-6298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2:14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11157,'0'0'7243,"0"6"-6472,9 493 4202,-1-127-3985,-8-311-882,0-12 2,1 0 0,3 0 0,9 48 0,-12-92-109,8 25 58,-9-29-62,0 0 0,1 0-1,-1 0 1,0 0 0,1 0 0,-1-1-1,1 1 1,0 0 0,-1 0 0,1-1 0,-1 1-1,1 0 1,0-1 0,0 1 0,-1 0 0,1-1-1,0 1 1,0-1 0,0 1 0,0-1-1,0 0 1,-1 1 0,1-1 0,0 0 0,2 0-1,-2 0-31,0 0-1,0-1 0,0 1 1,0-1-1,0 0 0,0 1 0,0-1 1,0 0-1,0 0 0,0 0 1,0 1-1,0-1 0,0 0 1,0 0-1,-1 0 0,1 0 0,0 0 1,-1-1-1,1 1 0,-1 0 1,0 0-1,1 0 0,-1 0 1,1-3-1,8-38-818,-8 32 493,28-155-8956,-19 111 3325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2:15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409 5 6115,'0'0'13483,"-8"-2"-12562,3 1-868,0 1 1,0-1-1,0 1 1,0 0-1,0 0 1,0 0-1,0 1 1,0 0-1,0 0 1,0 0-1,0 1 1,1-1-1,-8 4 1,-10 7 48,-34 21-1,20-11-34,25-16-54,-12 7-2,0 0 1,0 2 0,1 1-1,1 0 1,-34 35 0,51-45-25,0 1 1,0-1-1,0 1 1,1 0-1,0 0 1,1 1-1,0-1 1,0 1 0,0-1-1,1 1 1,0-1-1,0 1 1,1 0-1,1 12 1,-1-17 10,0-1 0,0 1 0,1 0 0,-1 0 0,1 0 0,0 0 1,0-1-1,0 1 0,0 0 0,0-1 0,0 1 0,1-1 0,-1 1 0,1-1 0,0 0 0,3 4 1,0-2-34,-1 0 1,1-1 0,-1 0-1,1 0 1,0 0 0,0-1-1,0 1 1,7 1 0,9 2-353,1-2 1,0 0-1,32 2 1,-48-5 245,97 3-5112,-59-2 112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2:15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13 4914,'0'0'9626,"0"-1"-9453,0 0-1,0 1 1,0-1-1,0 0 1,0 0-1,-1 1 1,1-1 0,0 0-1,0 0 1,-1 1-1,1-1 1,0 0 0,-1 0-1,1 1 1,-1-2-1,1 2-153,-1 0 1,1 1-1,0-1 0,0 0 0,-1 0 0,1 0 0,0 0 0,0 0 1,-1 0-1,1 0 0,0 0 0,0 0 0,0 1 0,-1-1 0,1 0 1,0 0-1,0 0 0,0 1 0,0-1 0,-1 0 0,1 0 0,0 0 1,0 1-1,0-1 0,0 0 0,0 0 0,0 0 0,0 1 0,-1-1 1,1 0-1,0 0 0,0 1 0,0-1 0,0 0 0,0 0 0,0 1 1,0-1-1,0 0 0,1 1 0,-3 19 608,2 39 0,0-17-107,0-31-414,14 582 3651,-9-519-3489,29 251 585,-32-311-828,-2-10-19,1 0 0,-1 1 0,1-1-1,0 0 1,0 0 0,0 0 0,1 0-1,-1 0 1,1 0 0,0-1 0,0 1-1,0-1 1,1 1 0,3 4 0,-6-8-9,1 0 1,-1 0 0,0 1 0,1-1-1,-1 0 1,1 0 0,-1 0 0,0 1-1,1-1 1,-1 0 0,1 0-1,-1 0 1,0 0 0,1 0 0,-1 0-1,1 0 1,-1 0 0,1 0-1,-1 0 1,0 0 0,1 0 0,-1 0-1,1-1 1,-1 1 0,0 0-1,1 0 1,-1 0 0,1-1 0,-1 1-1,0 0 1,1 0 0,-1-1-1,0 1 1,0 0 0,1 0 0,-1-1-1,0 1 1,1 0 0,-1-1 0,0 1-1,0-1 1,10-22-73,-2-5-295,-2-1 1,5-53-1,-5-66-1937,-4 82-138,12-88 1,-12 144 2174,0 1 0,0-1 1,1 1-1,0 0 0,0 0 0,1 0 1,1 1-1,-1-1 0,10-12 1,-11 18 322,0 0 1,0 0 0,0 0 0,0 1 0,0-1-1,0 1 1,1-1 0,-1 1 0,1 0-1,0 1 1,-1-1 0,1 1 0,0-1 0,0 1-1,0 0 1,0 1 0,0-1 0,0 1 0,0-1-1,1 1 1,-1 0 0,0 1 0,0-1-1,7 3 1,-6-2 155,0 1-1,0 0 0,0 0 1,0 1-1,-1-1 0,1 1 1,-1 0-1,0 0 0,0 1 1,0-1-1,0 1 0,5 7 1,3 4 303,-1 1 0,10 19 0,-13-19-269,1 1 1,-2 1 0,-1-1-1,0 1 1,-1 1-1,-1-1 1,3 32-1,-5-36-138,-2 0 0,0 0 0,0 0 0,-1 0 0,-1 0 0,0-1-1,-1 1 1,-1-1 0,0 1 0,-1-1 0,-7 15 0,2-12-98,0-1 0,0 0 1,-2-1-1,1 0 0,-2-1 1,0 0-1,-1-1 0,0-1 1,-25 17-1,29-22-222,0 0 0,-1 0 0,0-1 1,0-1-1,0 0 0,0 0 0,-1-1 0,1 0 0,-1-1 0,0-1 1,0 0-1,0 0 0,0-1 0,0-1 0,-21-3 0,30 3 61,1 1-1,-1-1 0,0 0 0,1 0 0,-1-1 1,1 1-1,-1 0 0,1-1 0,0 0 0,0 1 1,0-1-1,0 0 0,0 0 0,0 0 0,0 0 1,1-1-1,-1 1 0,1 0 0,-1-1 0,1 1 1,-2-5-1,1-1-518,0 0 0,0-1 0,0 0 0,1 0 0,0-13 0,0-31-4564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2:16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0 465 9652,'0'0'8076,"35"-30"-7646,111-98-281,-127 111-151,24-30 1,-16 4-138,-19 29 78,-3 5-22,0-1-1,-1-1 0,0 1 1,0 0-1,-1-1 0,-1 0 1,0 0-1,0 0 0,-1 0 1,0-20-1,-1 29 86,-1 0 0,1 0 0,0 0 0,-1 0-1,1 1 1,-1-1 0,1 0 0,-1 0 0,0 0 0,0 0 0,0 1 0,0-1 0,0 0 0,0 1 0,-1-1 0,1 1-1,0-1 1,-1 1 0,1 0 0,-1-1 0,0 1 0,1 0 0,-1 0 0,0 0 0,0 0 0,0 1 0,1-1 0,-1 0-1,0 1 1,-4-1 0,-6-2 181,-1 2 0,1-1 0,-24 2 0,25 0-11,7 0-117,1 0 0,0 0-1,0 0 1,0 1 0,-1-1 0,1 1-1,0 0 1,0 0 0,0 0 0,0 0 0,0 1-1,0-1 1,0 1 0,1 0 0,-6 3 0,5-1 33,-1 1 1,1-1 0,0 1 0,0-1-1,0 1 1,0 0 0,1 0 0,-3 9-1,-1 3 130,1 1-1,1-1 1,1 1-1,-2 21 1,2 75 799,3-95-830,0 10 151,1-1 0,1 1 0,10 48-1,-9-67-287,-1 0 0,2-1 0,-1 0-1,1 1 1,1-1 0,0-1-1,0 1 1,1-1 0,0 0 0,0 0-1,1 0 1,0-1 0,0 0-1,10 7 1,-11-10-64,1 0 0,0-1 0,0 1 1,1-1-1,-1-1 0,1 0 0,-1 0 0,1 0 0,0-1 0,-1 0 0,1 0 1,0-1-1,0 0 0,0-1 0,0 1 0,-1-1 0,1-1 0,0 0 1,8-3-1,-8 1-157,-1-1 0,1 0 0,-1 0 0,0-1 0,0 0 0,-1 0 0,0-1 0,0 1 0,0-1 0,5-10 1,6-9-2599,22-48 1,-10 2-4753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2:16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9604,'0'0'5141,"5"41"-1814,1 7-2514,35 204 2720,-38-237-3284,59 215 2837,-57-221-2824,-2-12-188,-3-17-132,0 17 60,1-351-3577,-1 346 3507,0-1-1,1 1 0,0 0 1,1 0-1,0 0 1,0 0-1,0 1 0,1-1 1,0 0-1,1 1 0,0 0 1,0 0-1,0 0 1,1 0-1,0 1 0,0 0 1,1 0-1,-1 0 1,2 0-1,-1 1 0,0 0 1,1 1-1,0-1 0,10-4 1,-1 3 109,1 0 0,-1 1-1,1 0 1,0 2 0,25-3 0,23-5-3122,-36 4-1796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2:16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8612,'0'0'6990,"-1"37"-4338,-1 126-291,1-129-1838,2 0 1,1 0-1,2-1 1,1 1 0,2-1-1,1 0 1,19 49-1,-22-67-372,1-1-1,1 0 1,0 0-1,1 0 1,11 14-1,-17-24-130,1-1 1,-1 0-1,1 0 0,0 0 0,0 0 1,0-1-1,0 1 0,1-1 0,-1 0 1,1 0-1,-1 0 0,1 0 0,0 0 0,-1-1 1,1 0-1,0 0 0,0 0 0,0 0 1,0-1-1,0 1 0,0-1 0,0 0 1,0 0-1,7-1 0,-8 0-38,0 0-1,0 0 1,0 0-1,0-1 1,0 1 0,0-1-1,0 1 1,0-1 0,0 0-1,-1 0 1,1-1-1,-1 1 1,4-4 0,1-3-86,-1 0 0,9-19 1,-14 26 84,26-52-1253,33-99 0,2-63-2512,-59 207 3720,1-6 288,0 0 0,-1 0 0,-1 0 0,1-25 0,-5 40-737,0 0-1,0 0 1,0-1 0,0 1-1,0-1 1,0 1-1,1-1 1,-1 0-1,0 0 1,-2-1-1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2:17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8900,'0'0'8548,"0"5"-7865,17 85 1327,-2-13-1157,54 475 2620,-49-366-2987,-17-162-439,23 153 181,-25-171-221,10 32 40,-11-36-45,1-1 0,-1 0-1,1 0 1,-1 0 0,1 0-1,-1 0 1,1 0 0,0 0-1,-1 0 1,1 0 0,0 0-1,0 0 1,0 0-1,0 0 1,0 0 0,0-1-1,0 1 1,0 0 0,0-1-1,0 1 1,0-1 0,1 1-1,-1-1 1,2 1 0,-2-2-10,0 1-1,0-1 1,1 1 0,-1-1 0,0 0 0,-1 0 0,1 1 0,0-1 0,0 0 0,0 0 0,0 0 0,-1 0 0,1 0-1,0 0 1,-1 0 0,1 0 0,-1 0 0,1 0 0,-1 0 0,1 0 0,-1-1 0,0 1 0,0 0 0,1 0 0,-1 0-1,0-2 1,5-39-394,-5 37 324,1-137-2659,0-2-1217,0 137 3891,-1 0 0,2 0 1,-1 0-1,1 1 1,0-1-1,0 0 0,0 1 1,1 0-1,0-1 1,1 1-1,-1 0 0,1 1 1,1-1-1,-1 1 1,0-1-1,10-7 0,-7 8 179,-1 1-1,1-1 0,0 1 0,0 1 1,1-1-1,-1 1 0,1 0 0,-1 1 0,1 0 1,0 0-1,0 0 0,0 1 0,0 0 1,9 1-1,0 0 256,-13-1-293,0 1 1,0-1-1,0 1 0,1 0 0,-1 1 0,0-1 0,0 1 0,0-1 0,0 1 0,0 1 0,0-1 0,0 0 0,0 1 0,0 0 0,0 0 1,-1 0-1,5 4 0,-2 0-10,-1 0-1,0 0 1,0 1 0,-1-1 0,0 1 0,0 0 0,-1 1 0,0-1 0,0 1 0,-1-1 0,1 1 0,1 14-1,-2-4 4,-1 1 0,0 0 1,-1 0-1,-4 28 0,2-36-50,-1 0 0,0 0 0,0 0 1,-1 0-1,-1 0 0,0-1 1,0 0-1,-1 0 0,-12 15 1,1-3-19,-1-1 1,-41 35 0,49-47-42,-2 0 0,1-1 0,-1 0 0,-15 7 0,22-12-84,0-1 0,-1 0 0,0 0 0,1 0 0,-1-1 0,0 0 0,0 0-1,0 0 1,1-1 0,-1 0 0,0 0 0,-9-1 0,13 0 20,1 1 1,-1-1-1,1 1 1,-1-1-1,1 0 0,0 1 1,-1-1-1,1 0 1,0 0-1,0 0 1,-1 0-1,1 0 0,0 0 1,0-1-1,0 1 1,0 0-1,1-1 1,-1 1-1,0 0 0,0-1 1,1 1-1,-1-1 1,1 1-1,-1-1 1,1 1-1,0-3 0,-2-5-572,1 0-1,1-1 0,0-12 0,1 8-689,-1-33-4287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2:18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85 5346,'0'0'9944,"0"-6"-9552,0-1-283,1 3-29,-1 1 0,0-1 0,0 1 0,0-1 0,0 1 0,0-1-1,-1 1 1,1-1 0,-1 1 0,0 0 0,0-1 0,0 1 0,-1 0 0,1 0-1,-1-1 1,-3-3 1155,-20 1 1134,-15 4-1285,24 1-1020,-1 0 0,1 2 0,-32 3 0,43-2-40,-1 0 1,1 0 0,-1 1-1,1-1 1,0 1-1,0 1 1,0-1 0,0 0-1,1 1 1,-1 0-1,1 0 1,0 1 0,0-1-1,-5 9 1,-1 4 75,-1 0 1,2 1-1,-8 21 1,-45 138 985,54-147-811,1 0-1,1 0 1,2 0 0,0 33 0,4-55-169,-1-7-94,1-1 0,0 1 0,0 0 0,-1 0 0,1 0 0,0-1 0,0 1 0,0 0 0,0 0 0,0 0 0,0 0 0,0-1 0,0 1-1,0 0 1,1 0 0,-1 0 0,0-1 0,0 1 0,1 0 0,-1 0 0,0-1 0,1 1 0,-1 0 0,1 0 0,-1-1 0,1 1 0,-1-1 0,1 1 0,0 0-1,-1-1 1,1 1 0,0-1 0,-1 0 0,1 1 0,0-1 0,0 1 0,-1-1 0,1 0 0,1 1 0,5-1-11,-1-1-1,1 1 1,0-1 0,0 0-1,-1-1 1,1 1 0,-1-1-1,0-1 1,1 1 0,-1-1-1,0 0 1,0-1 0,-1 1-1,1-1 1,8-8 0,12-10-355,42-47 0,-55 55 192,172-197-3475,-180 206 3519,-4 3 106,-1 1-1,1 0 1,0 0 0,0 0-1,0 0 1,0 0-1,0 0 1,0 0-1,1 0 1,-1 1-1,0-1 1,0 0-1,0 1 1,1-1-1,-1 0 1,1 1 0,-1 0-1,2-1 1,3 4 563,-5 9-75,-1-11-450,5 94 1460,-3-20-768,21 121 0,-22-190-716,0 0 1,1-1-1,0 1 1,0-1 0,6 10-1,-8-14-29,1 0 1,-1-1-1,1 1 0,-1 0 1,0-1-1,1 1 0,0-1 0,-1 1 1,1-1-1,-1 1 0,1-1 0,0 0 1,-1 1-1,1-1 0,0 0 0,-1 1 1,1-1-1,0 0 0,-1 0 1,1 1-1,1-1 0,-1-1-66,0 1-1,1 0 0,-1-1 1,0 1-1,0-1 1,0 0-1,0 1 1,-1-1-1,1 0 1,0 1-1,0-1 0,0 0 1,-1 0-1,1 0 1,0 0-1,-1 0 1,1 0-1,0 0 1,0-2-1,5-10-1445,-1 0 1,5-22-1,-3 13-1150,10-31-5312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2:18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12966,'0'0'9407,"4"39"-8625,30 494 2027,-34 164-563,0-697-2249,0 0 1,0 0-1,0 0 0,0 0 0,0 0 0,0 0 1,0 1-1,0-1 0,-1 0 0,1 0 0,0 0 1,0 0-1,0 0 0,0 1 0,0-1 0,0 0 1,0 0-1,0 0 0,0 0 0,0 0 0,0 1 1,1-1-1,-1 0 0,0 0 0,0 0 0,0 0 1,0 0-1,0 0 0,0 0 0,0 1 0,0-1 1,0 0-1,0 0 0,0 0 0,1 0 0,-1 0 1,0 0-1,0 0 0,0 0 0,0 0 0,0 1 1,0-1-1,1 0 0,-1 0 0,0 0 0,0 0 1,0 0-1,0 0 0,0 0 0,0 0 0,1 0 1,-1 0-1,0 0 0,0 0 0,0 0 0,0 0 1,0 0-1,1 0 0,-1 0 0,6-6-149,8-14-261,-1-1-1,-1 1 1,14-33-1,-12 24-165,27-43 0,-31 56 305,1 1 0,1 1 1,1 0-1,14-12 0,-21 21 179,0 0 0,1 0 0,-1 1 1,1 0-1,0 1 0,-1-1 0,2 1 1,-1 0-1,0 1 0,1 0 0,-1 0 1,11-1-1,-15 3 108,0 0 0,1 0 0,-1 1-1,0-1 1,1 1 0,-1 0 0,0-1 0,0 1 0,0 1 0,0-1 0,0 0 0,0 1-1,0 0 1,0-1 0,-1 1 0,1 0 0,-1 0 0,1 1 0,-1-1 0,0 0 0,0 1-1,0 0 1,0-1 0,0 1 0,0 0 0,-1 0 0,1 0 0,0 3 0,5 12 213,-1 0 0,-1 0 0,5 34 0,-7-32-34,3 14-209,-3 0 0,0 45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2:18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0 19401,'0'0'8132,"-73"0"-13623,10 0-8739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2:38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28 7411,'6'-4'11075,"-6"3"-11157,0 0 0,0 1 1,-1-1-1,1 0 0,-1 0 1,1 0-1,-1 0 0,1 0 0,-1 0 1,1 1-1,-1-1 0,0 0 1,1 1-1,-1-1 0,0 0 1,0 1-1,0-1 0,1 1 0,-1-1 1,0 1-1,-1-1 0,-9-7-3611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2:42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394 126 3105,'0'0'10717,"0"-3"-9860,0-60 2395,0 62-3252,-1 0 1,1 0-1,-1 0 1,1 0-1,-1 0 1,1 0-1,-1 0 1,0 0-1,1 0 1,-1 0-1,0 1 1,0-1-1,0 0 1,0 1-1,0-1 1,0 0-1,-1 0 1,-23-12-152,22 11 85,-11-3 12,0-1 0,-1 2 0,1 0-1,-1 1 1,0 1 0,0 0 0,0 0 0,0 2 0,0 0 0,-30 4 0,41-3 54,0 1-1,0-1 1,-1 1 0,1 0 0,0 0-1,0 0 1,1 1 0,-1-1 0,0 1-1,1 0 1,0 0 0,-1 0-1,1 0 1,0 1 0,-3 5 0,-3 4 1,1-1 0,1 1 0,-8 20 0,3 0 47,1 0 0,2 0 0,1 1 1,-5 60-1,8 138 1058,5-226-1047,0 0 1,1 0-1,0 0 0,0 0 1,1 0-1,-1 0 0,2 0 1,-1 0-1,0-1 0,1 1 1,0-1-1,0 1 0,7 7 1,-4-7 7,0 0 1,0 0 0,1-1-1,-1 0 1,1 0 0,0-1 0,0 0-1,1 0 1,8 3 0,6 0 37,0-1 1,1 0-1,-1-2 1,1-1-1,0 0 1,32-2-1,-33-1-46,-1 1 13,40-6 0,-54 4-66,0 0 0,0-1 0,0 0 0,0-1-1,-1 0 1,1 0 0,0 0 0,-1-1 0,8-5 0,-6 2-20,1-1 0,-1 1 1,0-1-1,-1-1 0,0 0 0,-1 0 0,0 0 1,0-1-1,0 0 0,-2 0 0,1 0 0,-1 0 1,-1-1-1,5-20 0,-2-7-134,-2 0 0,-1-75 0,-3 93 105,0-6-35,-1-1 1,-2 1-1,-6-29 0,7 43 47,-2-1 1,0 1-1,0 0 0,-1 1 1,0-1-1,-1 1 1,-1 0-1,-12-16 0,16 24 22,1 0-1,0 1 1,-1 0 0,1-1-1,-1 1 1,0 0-1,0 0 1,0 1-1,0-1 1,0 1 0,0-1-1,-1 1 1,1 0-1,-5-1 1,-2 1 8,-1 0-1,1 0 1,-15 2 0,2 0 1,12 0-10,-1 0 0,1 1 0,0 1 0,0 0 0,1 0 0,-1 1 0,1 1 0,-1 0 0,1 0 0,0 1 0,1 0 0,0 0 0,0 1 0,0 1 0,1-1 0,0 1 0,0 1 0,-8 11 0,4 5-498,9-7-3260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2:43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370 101 6643,'0'0'9428,"-5"0"-8483,-14 0-854,5-1 4,0 1 1,0 1-1,-1 0 1,1 0-1,1 1 0,-1 1 1,0 1-1,-14 5 1,15-3-5,0 1 0,0 0 1,0 1-1,1 1 1,0 0-1,0 1 0,1 0 1,1 0-1,0 2 1,0-1-1,1 1 0,0 0 1,1 1-1,1 0 1,0 0-1,0 1 0,2-1 1,0 1-1,0 1 1,1-1-1,1 1 0,-3 24 1,5 83 749,1-107-724,1 2-1,1 0 0,0-1 0,1 1 0,1-1 0,1 0 0,0 0 0,1 0 0,1-1 0,0 1 0,1-2 0,1 1 0,0-1 0,21 24 0,-20-27-80,0-1 1,0 0-1,2 0 1,-1-1-1,1 0 1,0-1-1,1-1 0,-1 0 1,1-1-1,1 0 1,-1-1-1,1 0 1,0-1-1,1-1 0,-1 0 1,19 1-1,-22-4-10,-1 1-1,1-2 1,-1 1-1,0-2 1,1 1-1,18-6 1,-23 4-18,0 1 0,0-1 0,0 0 0,-1-1 0,1 0 0,-1 0 0,1 0 0,-1 0 0,0-1 0,-1 1 0,7-10 0,2-3-114,-1-1 1,0-1-1,-2 0 1,0 0-1,-1-1 0,10-37 1,-11 28-27,-2 0 1,-2-1 0,0 0 0,-1-41 0,-3 57 98,0-18-50,-4-37 0,2 58 81,0-1 1,-1 1-1,0 0 0,-1 0 0,0 0 1,-10-18-1,-3-1-153,-1 0 0,-2 2 0,-1 0 0,-1 1 0,-2 2 0,0 0 0,-2 2 0,-31-23 0,56 45 82,0 0 0,0 0 0,-1 0 0,1 0 0,-1 1 0,1-1 0,-1 1 0,1-1 0,-1 1 0,0-1 0,1 1 0,-1 0 0,1 0 0,-1-1 0,0 1 0,1 1 0,-1-1 0,-2 0 0,3 1-224,0-1-1,0 1 1,0-1 0,0 1 0,0-1 0,0 1 0,0 0 0,0-1-1,0 1 1,0 0 0,1 0 0,-1 0 0,0-1 0,0 1 0,1 0-1,-1 0 1,1 0 0,-1 0 0,1 0 0,-1 0 0,1 0-1,0 1 1,-1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2:44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75 7780,'0'0'7283,"-5"-1"-6640,-3-2-488,0 1-1,0 0 1,0 1 0,-1 0 0,1 0-1,0 1 1,-1 0 0,1 1-1,0-1 1,-1 2 0,1-1 0,0 1-1,0 0 1,0 1 0,0 0 0,1 0-1,-1 1 1,1 0 0,-1 0 0,1 1-1,-12 10 1,3 0-36,1 1-1,0 0 1,2 1 0,0 1-1,1 0 1,0 1 0,2 0-1,0 1 1,1 0 0,1 0-1,1 1 1,1 0-1,1 0 1,0 1 0,2-1-1,-1 43 1,3-50-44,0 9 144,3 30-1,-1-46-162,0 1-1,0-1 1,1 0 0,0 0 0,1 0-1,-1 0 1,1 0 0,5 8 0,1-2 25,1 0 0,0 0 0,1-1 0,0 0 0,1-1 0,1-1 0,-1 1 0,2-2-1,-1 0 1,1-1 0,18 8 0,-12-7-40,0-1 0,0-1-1,1-1 1,0 0 0,0-2-1,1 0 1,42 0-1,-56-4-36,8 1 24,0-2 0,0 0 0,26-5 0,-36 5-36,-1-1-1,1 0 1,-1 0-1,1-1 1,-1 1-1,0-1 1,0 0-1,0-1 1,-1 1 0,1-1-1,-1 0 1,0 0-1,6-8 1,3-6-84,-1-1-1,-1 1 1,0-2 0,-2 0 0,0 0 0,9-34 0,-9 19-59,-1 0 0,-2-1 0,3-44 0,-7-57-430,-2 94 428,0 27 140,-1 1 0,0-1 0,-1 1 0,-1-1 0,-9-27 0,10 35 30,-1 1 1,-1-1-1,0 1 1,0 0-1,0 0 1,-1 0 0,0 1-1,0 0 1,-1 0-1,1 0 1,-1 1-1,-14-10 1,13 11-6,0 1-1,0 0 1,-1 1 0,1 0 0,-1 0-1,1 0 1,-1 1 0,0 0 0,0 1-1,0 0 1,1 0 0,-13 2 0,1-1-16,-3 1-223,0 1-1,0 2 1,1 0-1,0 1 1,0 1-1,-28 14 1,-13 4-3957,6-6-3979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2:53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1 247 7267,'2'1'12243,"39"4"-8953,-37-5-3243,1 0-1,0 0 1,-1-1-1,1 0 1,-1 0-1,1 0 1,-1 0 0,1-1-1,-1 0 1,0 1-1,0-2 1,7-3-1,41-35-267,75-73-1,-44 36-1573,-78 77 1424,-3 9 285,-2 17 235,0-17-153,-1 140 405,14 364 633,-8-462-956,16 65-1,-20-110-72,0 0 1,0 0 0,0-1-1,0 1 1,1-1-1,0 1 1,0-1-1,0 0 1,1 1-1,-1-1 1,1 0-1,3 3 1,-4-6-43,-1-44-836,-1-32-2069,-1 66 1385,0 1 0,0 0 0,-5-14 1,-4-1-4927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2:54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1 255 8948,'0'0'8612,"9"3"-8025,-4-1-493,-3-1-57,0 0-1,1 0 0,-1 0 1,0 0-1,1 0 0,-1 0 1,1-1-1,-1 1 0,1-1 1,-1 0-1,1 0 1,-1 0-1,1 0 0,-1 0 1,1 0-1,-1-1 0,0 1 1,1-1-1,-1 0 0,1 0 1,-1 0-1,0 0 0,0 0 1,4-2-1,7-10-119,0 1-1,-1-2 1,-1 1-1,0-2 0,-1 1 1,0-2-1,-1 1 1,-1-1-1,0-1 1,-2 1-1,0-1 1,4-18-1,-8-9-463,-2 43 494,-1 19-98,2-10 161,-1 45 135,1 51 444,-23 189 0,16-260-550,-4 27 140,-6 117 0,16-167-173,0 8-316,0-18 261,0 1 0,1-1-1,-1 1 1,0-1-1,0 1 1,0-1-1,1 0 1,-1 1-1,0-1 1,1 0 0,-1 1-1,0-1 1,1 0-1,-1 1 1,0-1-1,1 0 1,-1 0-1,0 1 1,1-1 0,-1 0-1,1 0 1,-1 0-1,1 1 1,-1-1-1,1 0 1,-1 0-1,0 0 1,1 0 0,-1 0-1,1 0 1,0 0-1,14-1-2610,-3-1-1896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2:55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0 297 9668,'0'0'7246,"16"-10"-6757,51-34-255,-58 37-222,-1 1 0,0-2-1,0 1 1,0-1 0,-1 0-1,0-1 1,-1 1 0,0-1-1,-1-1 1,6-11 0,-8 16-21,5-14-115,-1 1-1,0-1 0,-2 0 0,0 0 0,2-20 0,-6 35 111,-1 70-244,-10 637 1874,7-604-1857,2-58-4549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3:05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32 299 5987,'0'0'8889,"-4"-1"-7947,-2-1-452,-4-1-188,-2 3 3604,20-9-3532,50-42-456,-2-3 0,65-82 0,-82 95-323,-38 40 354,-1 11-195,-7 248 836,7 144 74,0-395-659,-1 1-6,1 0 1,1 0 0,-1-1 0,1 1 0,0 0 0,1-1-1,0 1 1,3 8 0,1-10-397,-3-11-1062,-2-15-463,-1-11-1199,0-3-1975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3:06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1 299 10053,'0'0'6411,"19"-22"-6206,61-71-192,-73 85-81,-1-1-1,-1 1 1,1-1-1,-1 0 1,-1 0-1,0-1 1,0 1-1,-1-1 1,0 0-1,0 0 1,-1 0-1,-1 0 1,0 0-1,0-1 1,-1 1-1,-1-13 1,1 15 32,0 8 44,0 1 2,-1 1 1,1-1-1,0 1 1,-1-1-1,1 1 1,0-1-1,0 1 1,0-1-1,0 1 1,0-1-1,1 3 1,0 6 119,18 340 1309,-6-170-829,-11-136-523,-2-18-55,2 0-1,1-1 1,7 33-1,-4-43-39,-3-15-266,-2-10-514,-1-66-3277,0 32-1237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3:07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25 3874,'0'0'14169,"-1"2"-14097,-29 32 166,22-26-233,1 0 0,0 0 1,0 1-1,-10 17 0,9-7-2,0-1 0,1 1 0,1 1 0,1-1-1,0 1 1,-1 28 0,-1 123 127,7-160-109,0-1 44,1 1 1,0-1-1,1 1 0,0-1 1,0 0-1,1 0 0,0 0 1,1 0-1,0-1 1,1 1-1,0-1 0,0 0 1,8 10-1,-8-12-25,1-1 0,-1-1 0,1 1 0,0-1 0,0 0 0,1 0 0,0-1 0,-1 0 0,1 0 0,1-1 0,-1 1 0,0-2 0,1 1 0,0-1 0,0 0 0,-1 0 0,1-1 0,9 0 0,-6 0 20,-1-1-1,1-1 0,-1 1 0,13-4 1,-18 3-35,0-1 0,0 1 0,-1-1 1,1 0-1,-1-1 0,1 1 0,-1-1 0,0 0 0,0 0 1,7-7-1,2-3-37,0-1 1,-2-1-1,1 0 1,-2 0-1,0-1 1,-1-1-1,-1 0 1,13-34-1,-13 24-136,-1-1 0,-2 0 0,-1 0 0,-1 0 0,0-38-1,-3 52 102,1 1-1,-2-1 1,0 0-1,-1 0 1,0 1-1,-1-1 1,0 1-1,-1 0 1,-1 0-1,-11-23 0,11 26 55,-1 1 0,-1-1 0,0 1 0,0 0 0,-14-12 0,17 17 22,0 1 1,0 0-1,0 0 1,-1 1-1,0-1 0,1 1 1,-1 0-1,0 0 1,0 0-1,0 1 1,0 0-1,0 0 1,0 0-1,-10 0 0,10 1-26,-1 0 0,1 0 0,-1 1 0,1-1 0,-1 1 0,1 0 0,0 1 0,0-1 0,-1 1 0,1 0 0,0 0 0,0 1 0,1-1-1,-1 1 1,1 0 0,-1 1 0,1-1 0,0 1 0,-4 4 0,-41 46-1028,17-19-2365,5-9-2640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3:15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0 142 8932,'0'0'9351,"3"-1"-8863,-1 0-418,1 0-1,-1 0 1,0 0-1,1 0 1,-1-1-1,0 1 1,0-1-1,0 0 1,0 1-1,0-1 1,0 0 0,0 0-1,-1 0 1,1-1-1,1-1 1,21-44 147,-11 22-301,14-12-423,-28 44 380,1 0 1,-1 0-1,1 0 0,1 10 0,1 9 230,-2 73 204,-14 314 451,12-392-798,-17 233-523,19-304-3107,0 14-2238,0 11-2386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3:22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0 283 6627,'0'0'8311,"1"5"-7295,-1-4-1000,0-1 0,0 1-1,0 0 1,0-1 0,0 1 0,0 0 0,0-1-1,0 1 1,0-1 0,0 1 0,1 0 0,-1-1 0,0 1-1,0 0 1,1-1 0,-1 1 0,0-1 0,1 1-1,-1-1 1,0 1 0,1-1 0,-1 1 0,1-1-1,-1 1 1,1-1 0,-1 1 0,1-1 0,0 0-1,-1 1 1,1-1 0,-1 0 0,1 0 0,0 0 0,-1 1-1,1-1 1,0 0 0,-1 0 0,1 0 0,0 0-1,-1 0 1,1 0 0,0 0 0,-1 0 0,1 0-1,-1 0 1,1 0 0,0-1 0,-1 1 0,2-1-1,3-1 86,1-1-1,-1-1 1,0 1-1,-1-1 1,1 1-1,5-7 1,4-4-43,0-1 0,0-1 0,-2 0 0,0-1 0,-1-1 0,-1 1 0,15-35 0,-22 41-185,0-1 0,-1 1 0,-1-1 0,0 1 0,0-1 0,-2-14 0,1 12 88,7 157 134,0-21 151,-3 118 651,3 54-337,-6-272-543,-2-11-16,1 0 0,1 0 0,0-1 0,1 1-1,0 0 1,1-1 0,5 16 0,0-17-498,-4-14-1812,-2-15-2862,-2-8-4553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3:26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8260,'0'0'0,"206"65"-1377,-84-46-3985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3:44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88 5106,'0'0'9365,"-2"-2"-8712,1 0-439,0 0 0,0 0 0,0 0-1,0 0 1,0 0 0,1 0 0,-1-1 0,0 1-1,1 0 1,0 0 0,-1-1 0,1 1-1,0 0 1,1-3 0,-26 1 2547,15-5-2616,10 8-149,0 1 0,-1-1-1,1 0 1,0 1 0,-1-1-1,1 1 1,-1-1 0,1 1-1,-1-1 1,1 1 0,-1-1-1,1 1 1,-1 0 0,0-1-1,1 1 1,-1 0-1,1-1 1,-1 1 0,0 0-1,1 0 1,-1 0 0,0-1-1,1 1 1,-1 0 0,-1 0-1,-12 0-6,4 0 3,-1 0 1,1 0 0,-1 1 0,-10 3 0,16-3 2,1 1 0,0-1 1,0 1-1,0 0 0,0 0 0,1 0 0,-1 1 0,0-1 1,1 1-1,0 0 0,0 0 0,0 0 0,-4 5 1,2-1-17,-1 1 0,1 1 0,1-1 1,-1 1-1,1 0 0,1 0 0,-3 10 1,-13 71 144,11-42-106,4-21 43,1 0 0,2 0 0,3 43 0,0-9 47,-2-58-103,-1 4 9,0 0 0,1 1 0,1-1 0,-1 0-1,1 0 1,0 1 0,1-1 0,0 0 0,0 0 0,0 0 0,1-1 0,0 1 0,7 11 0,-3-8 52,1 0 0,0-1 0,0-1 0,1 1 1,0-1-1,1-1 0,-1 0 0,2 0 0,-1-1 0,1 0 0,20 8 1,-12-8-11,0 0 0,0-1 0,0-1 0,1-1 1,0 0-1,29-1 0,-43-3-74,-1 0 1,1 0-1,0-1 1,-1 1-1,1-1 0,-1 0 1,0-1-1,0 1 1,1-1-1,-2 0 0,1 0 1,0-1-1,-1 1 0,1-1 1,5-8-1,9-8-135,30-44-1,-42 54 159,4-6-28,0-1 0,-1 0 1,-1-1-1,-1 0 0,0 0 1,-1 0-1,-1-1 0,-1-1 1,-1 1-1,0 0 0,1-37 1,-3-194-162,-2 246 180,0 0 0,0 1 0,-1-1 0,1 0 0,-1 0 0,0 0 0,-1 1 0,1-1 1,0 1-1,-1-1 0,0 1 0,0-1 0,0 1 0,0 0 0,-1 0 0,1 0 0,-1 0 0,0 0 1,1 1-1,-5-3 0,2 2 10,-1 0 0,0 1 0,0-1 0,0 1-1,-1 1 1,1-1 0,0 1 0,-1 0 0,1 0 0,0 1 0,-9 0 0,-37-1 45,23-1-52,0 2 0,-34 4 0,57-2 1,1-1-1,-1 1 1,1 0-1,0 1 1,-1-1-1,1 1 1,0 0 0,1 0-1,-1 1 1,-5 5-1,-1 1-440,0 0 0,-17 23-1,-7 21-4419,15-23 38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3:51.8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164 1 7988,'0'0'7032,"-5"0"-6453,-12 3 128,20-1 833,36 0 1625,-2 1-3532,325 15 452,-314-19-209,63-10 0,-106 10 107,0 0-1,1 1 0,-1-1 1,0 1-1,1 1 0,-1-1 1,0 1-1,8 1 0,-10-1 14,0 1-1,0-1 1,0 1 0,0-1 0,0 1-1,-1 0 1,1 0 0,-1 0-1,1 0 1,-1 1 0,0-1-1,0 1 1,0-1 0,2 4-1,1 2-15,0 1-1,-1 0 0,0 0 0,-1 0 1,0 0-1,0 1 0,-1-1 1,2 18-1,-2 9 70,-2 38 1,0-38-48,2 46 2,0-38-1,-2-1-1,-2 1 0,-10 66 0,-29 65 25,32-134 5,2 1 0,1 0 0,3 0 0,2 64 0,1-80 29,-28-26 201,-58 0-269,-120 16 0,99 2-105,1 5 0,-116 42 0,218-64 110,0 1 1,-1-1-1,1 0 0,-1-1 0,1 1 0,-9-1 0,12 0 2,1-1-69,1-3 53,-1 0 0,1 0 1,0 0-1,0 0 1,0 0-1,0 0 0,1 1 1,0-1-1,3-5 0,24-33 80,-20 29-75,3-5 16,0 0 0,-1-1 0,-2 0 0,0-1 0,-1 0 0,0-1 0,4-22 1,-5 7-79,-1 0 1,-2 0 0,-1-52-1,-3 28-169,-3-136-799,0 147 681,-19-97 0,14 104 342,2 0 0,1 0 0,3-64 0,2 105 26,2 1 30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3:53.5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42 7267,'0'0'5531,"9"-5"-5115,-1 0-351,0 0 0,0 1-1,1 0 1,-1 0 0,1 1 0,0 0-1,0 1 1,0 0 0,1 0 0,9 0-1,-3 2 49,13-1 216,1 2-1,-1 0 1,0 2-1,51 12 1,-42-5-246,0-2 1,1-1 0,42 1-1,119-3-43,-172-5-30,-27 0-42,-1 1248 2329,0-1247-2281,0 0-1,-1 0 0,1 0 1,0 1-1,-1-1 1,0 0-1,1 0 1,-1 0-1,0 0 1,1 0-1,-1 0 1,0 0-1,0 0 1,0 0-1,0 0 1,0-1-1,0 1 0,0 0 1,0-1-1,0 1 1,0 0-1,0-1 1,0 0-1,-1 1 1,1-1-1,0 0 1,0 1-1,-3-1 1,-40 5 126,38-5-133,-24 2-49,1-1 0,-1-2 0,0-1 0,0-2 0,-41-10 0,40 6-60,-8-4-106,1 2 0,-1 2 0,-1 1-1,-54-1 1,-62 8 275,155-6 131,0-11 7,0 10-166,1 1-1,0-1 1,0 0 0,1 1 0,-1-1 0,1 1 0,1 0 0,-1-1 0,1 1 0,4-10 0,0 6 5,7-10-11,-1-2 0,0 0 0,-2 0 0,-1-1 0,8-26 0,-6-5-65,-2-1 1,2-76-1,-9-114-399,-3 127 45,1-250-51,-18 369-3647,9 10 1631,4 15-1218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3:55.1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109 21 4338,'0'0'5589,"-4"0"-4490,-1 0 1915,9 0-1241,26 0-780,48 0-1034,43 1 336,194-5-184,-174-9-837,-138 28 646,4 14 153,0 4-20,-1-1 0,2 65 0,-1 641 1270,-8-717-1287,0 0 0,-2 0 0,-1 0 0,0-1 0,-2 1 0,0-1 0,-2 0 0,0-1-1,-1 0 1,0 0 0,-2-1 0,-13 18 0,14-23 225,-2-2 0,1 1 0,-2-2 0,1 1 0,-20 11 0,28-20-220,0-1 1,1 0-1,-1 0 0,1-1 0,-1 1 1,0-1-1,0 0 0,1 0 0,-1 0 1,0 0-1,-3-1 0,-9 0 134,11 1-155,0-1 1,0 0-1,0 0 1,-1 0-1,2-1 1,-1 1-1,0-1 0,0 0 1,0-1-1,1 1 1,-1-1-1,-4-4 1,-8-6-31,-25-26 1,23 20 2,-17-15-72,6 3-125,-1 2 0,-2 1 0,-1 2 0,-38-23 0,67 47 198,0-1 1,-1 1-1,0 0 1,1 0-1,-1 1 1,0 0-1,0 0 0,0 0 1,-7 0-1,9 1 9,1 0-1,-1 0 0,1 1 0,0-1 0,-1 1 1,1 0-1,0 0 0,-1 0 0,1 0 0,0 0 0,0 1 1,0-1-1,0 1 0,0 0 0,1 0 0,-1 0 1,-2 3-1,-6 8-7,0-1 1,1 2-1,1-1 1,0 2-1,-12 28 1,19-34 15,2-7 53,3-24 56,28-54 163,4-9-126,-24 45-218,-1-1 1,-2 0-1,4-61 0,-7-126-251,-5 191 296,0-332-499,-1 361 500,1 1 0,-1 0 0,-1 0-1,0 0 1,0 0 0,0 0 0,-6-12 0,-1-4-24,8 16 24,1 5-697,1 8-861,3 15-1887,5 5-3327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3:57.0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102 198 4834,'0'0'7628,"-8"-6"-6588,1 0-713,2 2-42,1 1 1,0 0-1,-1 0 0,1 0 0,-12-7 2562,22 9-2078,10-1-775,276-10 331,-69 9-629,-215 4 280,0 0 0,0 1-1,0 0 1,0 0 0,-1 1 0,1 0 0,-1 0-1,8 5 1,4 1 21,-18-9-19,0 1 1,0 0-1,0 0 1,0 0 0,0 0-1,0 0 1,0 0 0,0 0-1,0 0 1,-1 0-1,1 0 1,0 1 0,-1-1-1,1 0 1,-1 0 0,0 1-1,1-1 1,-1 0-1,0 1 1,0-1 0,0 3-1,0 34-122,-1-24 241,1 932 493,0-944-575,0 0 1,0 0-1,0 0 1,0 0 0,0 0-1,-1 0 1,1 0 0,-1 0-1,1 0 1,-1 0 0,0 0-1,1-1 1,-1 1-1,0 0 1,0 0 0,0-1-1,-1 1 1,1-1 0,0 1-1,-1-1 1,1 1-1,-1-1 1,1 0 0,-1 1-1,0-1 1,1 0 0,-1 0-1,-3 1 1,-3 0 48,1-1 0,-1 1-1,0-1 1,1-1 0,-1 0 0,-9 0 0,5 0-108,-12 0 66,0 0 1,0-2-1,0-1 1,-30-7-1,30 5-29,-1 1 0,1 1-1,-1 2 1,-27 1 0,42 0 6,0 0-8,1 2 0,-1-1 1,1 1-1,0 1 0,0 0 1,0 0-1,0 0 0,-12 7 1,13-5 46,-1-1 0,0 0 0,-1 0 0,1-1 0,0-1 0,-1 1 0,0-1 0,-14 0 0,23-5-12,1-1 0,-1 1 0,0-1 0,1 1 0,0-1 0,0 1 1,0-1-1,0-4 0,1 3-2,4-313-27,-1 139-331,-6 135 83,-1 0 1,-10-45-1,-13-27-347,11 59 438,3 0 0,3 0 0,-4-85 0,13 31 123,0 110 35,0 0 0,0 0 0,0 0 1,0 0-1,0 0 0,0 0 0,0 0 0,0 0 0,1 0 1,-1-1-1,1 1 0,-1 0 0,0 1 0,1-1 1,0 0-1,-1 0 0,1 0 0,-1 0 0,1 0 1,0 0-1,0 1 0,0-1 0,0 0 0,2 0-7,-1 0-1,0 0 1,0 0-1,1 1 1,-1-1-1,0 1 1,1 0-1,-1-1 1,5 2-1,-5-1-2,-1 1 0,1-1 0,-1 1-1,1 0 1,-1-1 0,1 1 0,-1 0 0,0 0-1,1 0 1,-1 0 0,0 0 0,0 1 0,0-1-1,0 0 1,0 0 0,0 1 0,0-1 0,0 1-1,-1-1 1,1 1 0,-1-1 0,1 1 0,-1-1 0,1 1-1,-1-1 1,1 4 0,6 46-1761,-7-11-1341,0 1-2363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3:59.0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27 162 6403,'0'0'5042,"36"0"-4436,120 0-457,-99-2-27,72-10 0,-6 1-126,-100 11-23,125 0-84,-145 0 108,-1 0-1,0 0 1,0 0 0,0 1 0,0-1 0,1 1 0,-1-1 0,0 1-1,0 0 1,0 0 0,0-1 0,0 1 0,0 1 0,1 0 0,-1 0 2,-1 1 1,1-1-1,-1 0 0,1 1 1,-1-1-1,0 1 1,0-1-1,-1 1 0,1 0 1,0 3-1,10 43 77,-3 0 0,3 66 0,-9 103 42,-2-136-74,0 307 497,0-376-505,1 0-1,-2 1 0,0-1 0,0 0 0,-1 0 1,-1 0-1,0-1 0,-1 1 0,-7 16 1,3-12 179,-10 31 1,10-26 22,0 4-51,-5 10 90,-6-35 1065,13-2-1289,0 0 0,0 0 0,0-1 0,1 0 0,-1 0 0,0 0 0,1-1 0,-1 0 0,1 0 0,0 0-1,-6-5 1,-13-8-31,-40-19-541,-1 3 0,-1 3 0,-93-28 0,144 53 546,-1 0 1,1 1-1,-1 1 0,0 0 0,0 1 1,1 1-1,-1 1 0,-17 2 0,-8 11 568,40-13-133,0-2-431,1 1 0,-1 0 1,0-1-1,1 1 0,-1 0 0,0-1 1,1 1-1,-1-1 0,1 1 0,-1-1 1,1 1-1,-1-1 0,1 1 0,-1-1 1,1 1-1,0-1 0,-1 0 0,1 1 1,0-1-1,-1-1 0,-4-20 42,1 1 1,1-1-1,1-1 0,1 1 0,2-30 0,0 13 32,-2-13-103,3 0-1,2-1 0,16-72 1,18-35-235,16-76-420,-41 164 36,6-93-1,-18 125 662,-1 29 64,-1 26-28,1 48-274,0-20-2741,0-18-2020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4:00.9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42 144 2113,'0'0'6627,"-3"-5"-5611,-12-18 2303,18 16-2228,1 2-606,10 4-431,582 4-520,-595-3 458,-1 1 1,1-1-1,-1 0 1,1 1-1,0-1 1,-1 0-1,1 1 1,-1-1-1,1 1 1,-1-1-1,1 1 1,-1-1-1,0 1 1,1-1-1,-1 1 1,0-1 0,1 1-1,-1 0 1,0-1-1,0 1 1,1 0-1,-1-1 1,0 1-1,0-1 1,0 1-1,0 1 1,3 22 30,-2-18-15,2 30 125,-4 59 1,0-31-33,19 558 1009,-9-541-943,2 48 205,-11-128 279,-4-1-283,-13 0-284,-1-1 0,1-1 1,0 0-1,-25-8 0,17 4-107,-1 2-1,1 1 1,-1 1-1,0 1 0,-34 3 1,0-1 10,-155-1 10,214 0-3,0 0 1,1 0-1,-1 0 1,0 0-1,1-1 1,-1 1 0,1 0-1,-1 0 1,0-1-1,1 1 1,-1 0-1,1-1 1,-1 1-1,1 0 1,-1-1-1,1 1 1,-1-1-1,1 1 1,0-1-1,-1 1 1,1-1-1,0 1 1,-1-1-1,1 0 1,0 1-1,0-1 1,-1 1-1,1-2 1,-4-20-261,4 17 216,-13-147 148,5 54-49,-52-447-1274,43 228 884,17 327 332,1 0-1,0-1 1,1 0 0,0 1 0,0-1-1,1 0 1,1 0 0,-1 0 0,1 0-1,7 11 1,19 24-6410,-13-23-1718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4:02.6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1 6547,'0'0'4525,"36"0"-4258,117 0-174,-55-1-2,22 3-73,-104 0-48,-1 1 0,29 9 0,-4-2 46,-39-10-17,-1 0 1,1 1-1,0-1 1,0 0 0,-1 0-1,1 0 1,0 0 0,0 1-1,0-1 1,-1 0-1,1 1 1,0-1 0,-1 1-1,1-1 1,0 1 0,-1-1-1,1 1 1,-1-1-1,1 1 1,-1-1 0,1 1-1,-1 0 1,1-1 0,0 2-1,4 7-80,-3-7 112,1 0 0,0 0 0,-1 0 0,1-1 1,0 1-1,0-1 0,6 2 0,15 9 45,-21-9-81,0 0 0,1 0 0,-2 0 0,1 1 0,0-1 0,-1 1 0,0-1 0,0 1 0,0 0 0,0 0 0,0 0 0,-1 0-1,0 0 1,0 1 0,1 5 0,0 9 104,0-1 0,-2 26 0,-1-23 67,1 7-16,18 586 1567,-10-526-1545,12 242 825,-20-329-210,-7-14 403,-12-16-1056,-2 0 1,-32-35-1,44 55-148,0 0 1,0 1-1,-1 0 1,1 0-1,-2 1 0,1 1 1,-1-1-1,0 2 0,-1 0 1,-17-7-1,11 10 5,0-1 1,0 2-1,0 1 0,-27 2 0,29-2 5,-1 2 4,-1 1-1,1 1 0,0 1 1,-21 7-1,-8 3 20,28-10 9,0-1 0,0 0-1,-1-2 1,-26 1 0,40-19 132,-7-26-55,0 2-174,2 0 0,1 0 0,-6-77 0,15 115 59,-2-36-100,1 0-1,2 0 0,2 0 1,11-56-1,54-133-51,-60 195 97,5-13 75,-2 0 0,-2-1 0,6-85 1,-15 130 58,0 8-45,0 52-3466,0-43-2125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4:17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0 243 10997,'0'0'5563,"14"-14"-5219,0 1-297,-3 4-32,-1-1 1,-1 0-1,0 0 0,0-1 1,-1-1-1,13-21 0,-16 23-32,1 1-1,-2-1 0,1-1 0,-1 1 0,-1 0 0,0-1 0,0 0 0,-1 0 1,1-16-1,-2 27-48,-1 0 57,0 0 1,0 0-1,1 0 1,-1 0-1,0 0 1,0 0-1,1 0 1,-1 0 0,0 0-1,0 0 1,1 0-1,-1 0 1,0 0-1,0 0 1,0 1-1,1-1 1,-1 0-1,0 0 1,0 0 0,1 0-1,-1 0 1,0 1-1,0-1 1,0 0-1,0 0 1,1 0-1,-1 1 1,0-1-1,0 0 1,0 0 0,0 0-1,0 1 1,0-1-1,0 0 1,1 0-1,-1 1 1,8 29-79,-2 1-1,0 0 1,2 62 0,-6-61 116,9 176 153,3 37 369,-12-230-491,-3-9-35,2 0-1,-1 1 1,1-1 0,0 0-1,0 0 1,0 0-1,1 0 1,0 0 0,0 0-1,1-1 1,3 6-1,-6-10-40,0-1 0,0 0 0,0 0 0,0 0 0,0 0 0,0 1 0,0-1 0,1 0 0,-1 0 0,0 0 0,0 0 0,0 0 0,0 0 0,0 1 0,0-1 0,1 0 0,-1 0 0,0 0 0,0 0 0,0 0 0,0 0 0,1 0 0,-1 0 0,0 0 1,0 0-1,0 0 0,1 0 0,-1 0 0,0 0 0,0 0 0,0 0 0,0 0 0,1 0 0,-1 0 0,0 0 0,0 0 0,0 0 0,0 0 0,1 0 0,-1 0 0,0 0 0,0 0 0,0-1 0,0 1 0,1 0 0,2-11-862,-3-21-1305,0 27 1476,0-41-5912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4:18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109 116 3970,'7'10'14508,"-8"-9"-14491,0 0 0,0 0 0,0 0 1,0 0-1,0 0 0,0 0 0,0 0 1,0 0-1,0 0 0,-1-1 0,1 1 1,-2 1-1,-2 0 12,-2 4-30,0 0-1,0 0 0,1 0 0,0 1 1,0 0-1,0 0 0,1 1 1,0-1-1,1 1 0,-1 0 1,2 0-1,-1 1 0,1-1 1,0 1-1,-2 17 0,-1 8 51,2 1-1,2 62 0,2-87-24,0 1 38,1 0 0,0 0 0,1 0 0,0 0 1,1 0-1,0-1 0,1 1 0,0-1 0,1 0 1,0 0-1,0-1 0,1 1 0,0-1 0,1 0 1,0-1-1,0 1 0,1-1 0,11 8 1,-11-9-8,1 0 0,0 0 0,0-1 0,1-1 1,0 1-1,0-2 0,0 1 0,0-1 1,22 4-1,-17-5 9,1-1 1,0 0-1,-1-1 0,1-1 1,0-1-1,23-3 1,-33 3-58,1-1 0,0 0 0,-1 0 0,1 0 0,-1-1 0,1 0 0,-1 0 0,0-1 0,-1 0 0,1 0 1,6-6-1,-4 3-25,0-2 0,0 1 0,-1-1 0,-1 0 0,1-1 1,6-13-1,-4 3-88,-1 0 1,0 0-1,-2-1 0,0 0 1,-2 0-1,4-39 1,-7-113-528,-2 164 598,-1 0 0,0 1 0,0-1 0,-1 1-1,0-1 1,0 1 0,-1 0 0,0 0 0,0 1-1,-1-1 1,0 1 0,-1 0 0,1 0 0,-1 0-1,-1 1 1,-11-10 0,1 3-68,1 1 0,-2 1 1,1 0-1,-2 1 0,1 1 0,-23-7 0,24 12 85,0 0-1,0 0 0,0 2 1,-1 0-1,-34 2 1,51 0 17,-1 0 0,-1 0 0,0 1 0,0-1 0,0 1 0,0-1-1,0 1 1,1 0 0,-1 0 0,0 1 0,1-1 0,-1 0-1,1 1 1,-1 0 0,1-1 0,0 1 0,-1 0 0,1 0-1,0 0 1,0 1 0,1-1 0,-1 0 0,0 1 0,1-1 0,-1 1-1,1-1 1,0 1 0,0 0 0,0 0 0,0-1 0,0 6-1,-2 8-96,0 0-1,1 0 1,1 0-1,1 19 1,0-24-62,0 51-5032,0-44-1750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4:19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288 12 6611,'0'0'6739,"-7"-8"-5493,3 7-1060,-1 0 1,1 0-1,0 1 1,0-1-1,-1 1 0,1 0 1,0 0-1,-6 2 1,-5-2 72,9 0-189,-1 0 0,1 1 0,-1-1-1,1 1 1,-1 0 0,1 1 0,0-1 0,0 1 0,0 1 0,0-1 0,0 1-1,0 0 1,1 0 0,-1 1 0,1 0 0,0 0 0,0 0 0,0 0-1,1 1 1,-6 6 0,0 1-3,1 0 1,-1 0-1,2 1 0,0 0 0,0 1 1,1 0-1,1 0 0,0 0 0,1 1 1,1 0-1,0 0 0,1 0 0,1 0 0,-1 27 1,2-26 31,0 13 241,2 35 1,0-55-267,0 0 1,1 0-1,0 0 0,0 0 0,1-1 1,0 1-1,1-1 0,4 10 0,-1-7-10,0-1 0,0 0 0,1 0 0,0 0 0,1-1 0,0 0 0,0-1 0,1 0 0,0 0-1,0-1 1,1-1 0,0 1 0,0-2 0,0 0 0,1 0 0,0-1 0,0 0 0,0-1 0,0 0 0,1-1-1,15 0 1,-23-1-45,21 0 197,52-3 0,-71 1-219,1 0 1,-1 0-1,1-1 1,-1 0 0,1-1-1,-1 0 1,0 0-1,0 0 1,0-1 0,-1 0-1,8-6 1,-5 3-103,0-1 0,-1 0 1,0 0-1,-1-1 0,0 0 1,0 0-1,-1-1 0,0 0 0,0 0 1,-1 0-1,-1-1 0,1 0 1,-2 0-1,0 0 0,0 0 0,-1 0 1,0-1-1,-1 1 0,0-16 1,-1-1-162,1 14 133,0 0 1,-2 1 0,1-1-1,-2 1 1,0-1 0,0 1-1,-1 0 1,-7-19 0,2 17 77,0 0 1,-1 0-1,-1 1 0,0 1 0,-21-22 1,22 26 63,-1 0 1,0 1-1,0 0 1,-1 0-1,0 1 1,0 0-1,-1 1 1,-16-6-1,23 10 19,0 1 0,0-1 0,0 1 0,0 0 0,0 0 1,-1 1-1,1 0 0,0 0 0,0 0 0,-1 0 0,1 1 0,0 0 0,0 0 0,0 0 0,0 1 0,0 0 0,0 0 0,0 0 0,1 0 0,-1 1 0,1 0 0,-1 0 1,1 0-1,0 0 0,0 1 0,-4 4 0,-32 44-1452,17-17-4102,8-12-4452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4:23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 5122,'0'0'4392,"-10"7"-3669,-33 23-240,39-28-379,1 1 1,1 0-1,-1 0 1,0 0 0,1 0-1,-1 0 1,1 0 0,0 1-1,0-1 1,1 1 0,-1 0-1,1-1 1,-2 6 0,-5 11 436,-3 4-197,0 0 0,2 0 0,1 1 0,1 0 1,0 0-1,2 1 0,1-1 0,0 51 0,3-55-185,1 3 183,0-1-1,8 45 1,-6-60-244,0 0 1,0-1-1,1 0 1,0 1 0,0-1-1,0 0 1,1 0-1,0-1 1,1 1 0,0-1-1,0 0 1,10 10-1,-7-10 19,-1 0-1,0-1 0,1 0 1,0-1-1,0 1 0,0-1 0,1-1 1,-1 0-1,1 0 0,12 2 1,-4-2 58,0-1 1,1-1 0,-1-1 0,29-2 0,-36 0-134,1 0 0,-1-1 1,0 0-1,0 0 0,0-1 1,-1-1-1,0 0 0,0 0 1,0-1-1,0 0 0,-1 0 1,0-1-1,0 0 0,0 0 0,7-10 1,-1-1-105,0 0 0,-2 0 0,0-1 0,-1-1 0,0 0 0,8-25-1,-12 20-41,-2 1-1,0-1 0,-2 0 1,-1 0-1,-1 0 0,-2-29 1,1 23-12,0 25 115,-1 0 0,0 0 0,0 0-1,0 0 1,-1 0 0,0 1 0,0-1 0,0 1 0,-1-1-1,0 1 1,0 0 0,0 0 0,-1 0 0,0 0 0,0 1-1,0-1 1,0 1 0,-1 0 0,-9-7 0,5 5 13,0 1-1,0 0 1,0 0 0,-1 1 0,0 0 0,0 0-1,0 1 1,0 1 0,0 0 0,-20-2 0,-32 1-76,-112 9 0,166-4-313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4:24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8404,'0'0'7419,"0"-2"-6826,0-2 185,1 7-328,3 15-224,4 32-253,5 118 205,14 111 1,-26-267-181,7 30 26,-8-40-31,1 1 0,0-1 1,-1 0-1,1 1 1,0-1-1,0 0 1,1 0-1,-1 1 1,0-1-1,1 0 0,-1 0 1,4 3-1,-5-5-55,1 0 1,-1 0-1,0 0 0,0 1 0,0-1 0,0 0 1,0 0-1,1 0 0,-1 0 0,0 0 0,0 1 1,0-1-1,1 0 0,-1 0 0,0 0 0,0 0 1,1 0-1,-1 0 0,0 0 0,0 0 0,1 0 1,-1 0-1,0 0 0,0 0 0,0 0 0,1 0 1,-1 0-1,0 0 0,0 0 0,1 0 0,-1 0 0,0 0 1,0 0-1,1 0 0,-1 0 0,0 0 0,0-1 1,0 1-1,1 0 0,-1 0 0,0 0 0,0 0 1,0-1-1,0 1 0,1 0 0,-1 0 0,0 0 1,0-1-1,1-11-3990,-1 10 3910,0-19-6178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4:25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6547,'0'0'7662,"0"-9"-7048,0-41 2230,0 58-2447,0 676 1457,0-678-1889,-1-4-25,1 0 0,0 0 0,0 0 0,0 0-1,0 1 1,1-1 0,-1 0 0,0 0 0,1 0-1,0 0 1,-1 0 0,1 0 0,1 2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4:35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51 7876,'0'0'6205,"-3"-2"-5906,-4-2-81,-1 0 0,1 1 0,-1-1 1,0 1-1,-1 1 0,1 0 0,0 0 0,-10-1 0,13 2-221,0 0-1,0 1 0,0 0 1,-1 0-1,1 0 0,0 1 1,0 0-1,0 0 0,0 0 1,0 0-1,0 1 0,0 0 1,1 0-1,-1 0 0,-7 5 1,-4 6 30,0 1 0,1 0 0,-19 25 1,29-32-18,0 1 0,0-1 0,0 1 0,1 0 0,0 0 0,1 0 0,0 1 0,0-1 0,1 1 0,-3 15 0,4 81 264,1-59-76,1-25-109,0-1 0,1 1 0,1 0 0,1-1 0,8 25 0,-9-36-18,0 0 1,0 0-1,1-1 1,1 0-1,-1 0 1,1 0-1,0 0 1,1-1-1,0 1 1,0-1-1,1-1 0,-1 1 1,2-1-1,7 5 1,-9-7-2,1-1 1,0 0-1,0-1 1,-1 0 0,1 0-1,1 0 1,-1-1-1,0 0 1,0 0-1,1 0 1,-1-1-1,0-1 1,0 1-1,1-1 1,13-3-1,-10 0 14,1 1 0,-1-1-1,0-1 1,0 0-1,0-1 1,-1 0 0,0 0-1,16-14 1,25-29-494,-1-3 0,78-106 0,-120 147 313,-1 0 0,0-1 0,0 0 0,8-23 0,-12 28 85,-1 0 1,0 0-1,-1 0 1,0 0-1,0-1 1,0 1 0,-1 0-1,0 0 1,0-1-1,-3-11 1,2 17 16,1-1 0,-2 0 0,1 1 1,0-1-1,0 1 0,-1-1 0,0 1 1,1 0-1,-1 0 0,0 0 0,0 0 0,-3-3 1,-29-19 29,28 21-23,-25-14 17,0 1 0,0 2 1,-1 2-1,-1 0 0,0 2 1,-1 2-1,0 1 0,-36-3 1,-10 9-21,50 1-29,27 0 23,0 0 1,0 0-1,1 0 0,-1 1 0,0-1 1,0 1-1,0 0 0,0 0 0,0 0 1,1 0-1,-1 0 0,1 0 0,-1 1 1,1-1-1,-1 1 0,1 0 1,0 0-1,-1 0 0,1 0 0,0 0 1,0 0-1,1 1 0,-1-1 0,0 1 1,1-1-1,-2 5 0,0 2-665,0 0-1,1 0 0,0 1 1,0-1-1,1 0 0,0 1 1,1 11-1,0-2-5222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4:36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7091,'0'0'7369,"1"-1"-7287,-1 1 0,1 0 0,-1-1 1,1 1-1,-1 0 0,1 0 0,-1-1 0,1 1 0,-1 0 0,1 0 0,-1 0 1,1 0-1,-1 0 0,1 0 0,0 0 0,-1 0 0,1 0 0,-1 0 1,1 0-1,-1 0 0,1 0 0,-1 0 0,1 1 0,-1-1 0,1 0 1,-1 0-1,1 1 0,-1-1 0,1 0 0,-1 1 0,1-1 0,0 1 1,4 31 208,-2-1 1,0 1-1,-3 46 1,-1-36-114,-1 183 818,1-35-3905,1-222-1271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4:37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6 7764,'0'0'7123,"0"0"-7039,0-1 0,0 1 0,-1 0 1,1-1-1,0 1 0,0 0 0,-1-1 0,1 1 1,0 0-1,0 0 0,-1-1 0,1 1 0,0 0 1,-1 0-1,1-1 0,0 1 0,-1 0 1,1 0-1,-1 0 0,1 0 0,0 0 0,-1 0 1,1 0-1,0 0 0,-1-1 0,1 1 0,-1 0 1,1 1-1,0-1 0,-1 0 0,0 0 0,-2 1-70,1 0 0,-1 0 0,1 1-1,-1-1 1,1 1 0,0 0 0,-1 0 0,1-1-1,0 1 1,0 1 0,0-1 0,1 0-1,-1 0 1,0 1 0,-1 2 0,-20 45 91,17-36-49,0 1-10,1 1 1,0 0-1,1 0 1,0 0-1,0 18 1,0 83 494,4-92-361,0-9-18,1-1 0,1 1 0,1-1 0,0 0 0,0 0 0,2 0 0,0 0 0,8 17 0,-8-23-61,0 0-1,0 0 0,1 0 1,0 0-1,1-1 0,0 0 1,0 0-1,0-1 0,1 0 1,1 0-1,-1-1 0,1 0 1,11 6-1,-9-8-6,0 1 0,0-1 0,1-1-1,-1 0 1,1-1 0,0 0 0,0 0 0,-1-2 0,18 0-1,-21 0-56,0-1 0,0 0 0,1 0 0,-1-1 0,0 0 0,0-1 0,0 0 1,-1 0-1,1 0 0,-1-1 0,0 0 0,0-1 0,13-10 0,-10 6-122,-1 0 1,1-1-1,-2 0 1,0-1-1,0 0 1,-1 0 0,0-1-1,-1 0 1,0 0-1,-1 0 1,0-1-1,-1 1 1,-1-1 0,0 0-1,0-1 1,0-21-1,-2 10-84,0 13 119,-1 0 0,0 0 0,-1 0 0,0 0 1,-1 1-1,0-1 0,-6-17 0,1 12 59,-1 0-1,-1 1 1,-1 0 0,0 0-1,-1 1 1,0 0-1,-15-13 1,18 21 10,0 0 1,0 1-1,0 0 1,-1 0-1,1 1 0,-1 0 1,-1 1-1,1-1 1,-1 2-1,1 0 1,-1 0-1,0 0 0,0 2 1,-14-2-1,14 2-4,0 0 0,0 1 1,-1 1-1,1 0 0,0 0 0,0 1 0,0 0 0,-19 7 0,23-6-196,1 0-1,-1 0 1,0 1-1,1-1 1,0 1 0,0 1-1,0-1 1,1 1-1,-1 0 1,1 0 0,0 0-1,0 0 1,1 1-1,-6 10 1,4-4-1344,0 1 1,0-1-1,-4 18 0,-1 16-4563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4:46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 1 7892,'0'0'5869,"-4"0"-5789,-10 1-63,7 0-6,1-1-1,-1 1 1,0 0-1,-8 3 0,-3 2 11,1 1 1,0 0-1,1 2 0,0 0 0,0 1 0,1 0 0,0 1 0,1 1 0,0 0 0,-12 15 0,16-15 5,0 0-1,1 1 0,0-1 0,1 2 0,0-1 0,1 1 0,1 0 0,1 1 0,0-1 0,0 1 0,1 0 0,1 0 0,1 1 1,-1 30-1,3-37-36,-1 16 201,7 44 0,-5-60-81,1 0 0,0 0 0,1-1 0,0 1 0,1-1 0,-1 0 0,1 0 0,8 11 0,0-2 185,0-1 1,1-1 0,1-1 0,0 0 0,32 24-1,-35-30-171,0-1-1,1-1 1,0 1-1,0-2 1,0 0-1,1 0 1,0-1-1,0-1 1,24 4-1,-19-5 38,1-1 1,0 0-1,0-1 0,-1-1 0,1-1 1,24-6-1,-34 6-156,0-1 0,-1 0 0,0-1 0,0 0 0,0 0 0,0 0 0,-1-1 1,0-1-1,1 1 0,-2-1 0,1 0 0,-1 0 0,0-1 0,0 0 0,6-10 0,-7 8-123,0 0 0,0-1-1,-1 1 1,0-1 0,-1 0-1,0 1 1,-1-2 0,2-9-1,-1-11-546,-2-41-1,-1 63 604,0-7-109,-2 0 0,0 1 1,-1-1-1,0 1 0,-1 0 1,-1-1-1,-1 2 0,-7-15 1,2 6 163,-2 1 1,0 0-1,-1 1 1,-23-24 0,31 38 13,0 0 1,-1 0-1,1 0 0,-2 1 1,1 0-1,-1 1 1,0 0-1,0 0 1,0 1-1,-1 0 1,1 0-1,-1 1 1,0 0-1,0 0 1,0 1-1,-1 0 0,1 1 1,-18-1-1,-7 3-12,2-1-86,-39-3 1,71 3 51,-1 0-1,0 0 1,1-1 0,-1 1 0,0 0-1,0 0 1,1 0 0,-1 0 0,0-1 0,1 1-1,-1 0 1,1-1 0,-1 1 0,0 0-1,1-1 1,-1 1 0,1-1 0,-1 1-1,1-1 1,-1 1 0,1-1 0,0 0-1,-1 1 1,1-1 0,-2-18-1971,3 10-22,-1-8-1644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4:47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11 6931,'0'0'6312,"-21"-4"-4073,18 5-2206,0-1 0,0 0 0,1 1 0,-1-1-1,0 1 1,1 0 0,-1 0 0,1 0 0,-1 0 0,1 0 0,-1 1 0,1-1 0,0 1 0,0 0 0,-3 1 0,-27 35 391,21-23-348,-2 3 23,1 0 0,1 2 0,1-1 0,0 1 0,2 1 0,0 0 0,1 0 0,-6 34 0,9-21 234,1 1 1,3 53-1,0-42-26,0-30-149,1 0-1,0 1 0,1-1 1,1 0-1,0 0 0,8 23 1,-9-34-107,1 1 0,-1-1 0,1 1 0,0-1 1,0 0-1,1 0 0,0-1 0,0 1 1,0-1-1,0 1 0,0-1 0,1 0 0,0-1 1,0 1-1,0-1 0,0 0 0,1-1 1,-1 1-1,1-1 0,10 3 0,-9-3-5,0 0-1,1-1 1,-1 1 0,0-2-1,1 1 1,-1-1 0,0 0-1,1-1 1,-1 0 0,0 0-1,1 0 1,-1-1-1,0 0 1,0-1 0,0 1-1,0-1 1,-1-1 0,9-4-1,-1-5-143,0 0-1,0-1 1,-1 0-1,-1-1 0,0 0 1,9-18-1,-6 7-92,-2 0-1,0 0 0,12-40 1,-20 46 194,-1-1 0,-1 1 0,-1-1 0,-1 0 0,-1-33 0,-1 20 112,1 28-100,-1-1-1,0 1 1,0-1 0,0 1 0,-1 0-1,0 0 1,0 0 0,-1 0-1,0 0 1,0 1 0,0-1 0,-1 1-1,1-1 1,-9-8 0,-6-4 54,-1 1 0,-31-23 0,1 1 63,45 35-123,-1 1 1,0-1-1,0 1 0,0 0 0,0 0 0,-1 1 1,1 0-1,-1-1 0,1 2 0,-1-1 0,0 1 1,0 0-1,0 0 0,0 1 0,1-1 0,-1 1 1,-8 1-1,10 0-27,0-1 1,0 1-1,0 0 1,0 1-1,0-1 1,0 1-1,0-1 1,0 1-1,1 0 1,-1 1-1,-4 3 1,1-1-481,1 0 0,0 0-1,0 1 1,1 0 0,-7 8 0,6-2-2305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4:48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0 409 8756,'0'0'7977,"11"-12"-7387,3-4-577,-1-1 0,-1 0 1,-1-1-1,0 0 0,8-22 1,-14 29-26,87-239-1590,-88 241 1919,-1 9 186,1 16 230,-3-10-827,8 51 424,-3-1-1,-2 1 1,-5 83 0,-1-48-139,0 2-256,-19 115 0,-1-81-2705,12-82-634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5:16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0 426 12870,'0'0'6005,"20"-18"-5677,-2 3-295,13-11-25,-1-2 0,35-43-1,81-130-1007,-109 148 595,-32 40 378,-3 26-40,13 166 436,-10 204 1,-5-240-282,0 187 809,1-357-2823,2 0 0,2 1 1,11-41-1,-3 18-2892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5:16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59 128 6371,'0'0'5789,"1"-10"-5095,1-27-238,-1 27 3252,-2 10-3648,0 1 0,0-1-1,0 0 1,0 0-1,1 0 1,-1 1 0,0-1-1,0 0 1,1 1-1,-1-1 1,0 1-1,1-1 1,-1 1 0,0-1-1,1 1 1,-1-1-1,0 2 1,-6 10-23,1 0 0,1 0 0,0 1 0,1-1 0,0 1 0,1 0 0,-3 19 0,-3 94 38,10 144 973,0-244-910,1 0-1,2-1 0,0 0 1,2 0-1,0 0 0,2 0 1,1-1-1,0 0 0,17 27 1,-18-38-85,0 0-1,0-1 1,1 0 0,1-1 0,0 0 0,1 0-1,0-1 1,0-1 0,1 0 0,0 0-1,1-1 1,0-1 0,0 0 0,0-1 0,1 0-1,0-1 1,17 4 0,-10-5-47,-1 0 0,1-2-1,0 0 1,0-1 0,0-2 0,0 0 0,21-4-1,-26 2-4,-1 0 0,1-2 0,-1 0 0,0 0 0,0-2 0,-1 0 0,0 0 0,0-2 0,21-15 0,-18 9-109,0-1 1,0-1-1,-2 0 0,0-1 0,-1 0 1,-1-2-1,0 1 0,-2-2 0,10-22 1,-10 17-100,-2-2 0,0 1 0,-2-1 0,-1 0 0,-1 0 0,2-57 0,-7 73 188,-2-106-40,1 103 76,-1-1-1,0 1 0,-2 0 1,0 0-1,-7-19 1,2 14 56,-1 0 0,0 1 0,-2 0 0,0 1 0,-1 0 0,-1 1 0,0 0 0,-22-18 0,25 25-53,-1 1-1,0 0 1,0 1 0,-1 0-1,-1 1 1,1 0 0,-1 1-1,0 0 1,0 2-1,-1-1 1,0 2 0,-26-4-1,5 5 43,0 2-1,-44 4 1,59-2-414,0 2 1,0 0 0,0 1-1,1 1 1,-22 10 0,38-15-410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5:17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52 189 6099,'0'0'5725,"3"-5"-4893,15-21 4979,-20 28-5750,0 0 0,0 0 0,0 1 0,0-1 0,0 1 0,1-1 1,-1 1-1,1 0 0,0-1 0,-2 7 0,2-6-7,-5 13-9,1 0-1,1 0 1,0 0 0,1 0 0,-1 25 0,4 86 586,1-57-147,0-33-268,1 0 0,2 0-1,2-1 1,1 0 0,1 0-1,3 0 1,0-1 0,3 0-1,0-1 1,3-1 0,22 35-1,-33-58-172,1 0-1,1 0 1,0-1-1,0 1 1,1-2-1,0 1 1,1-1-1,12 8 1,-13-11-34,1 0 0,-1-1 0,1 0 1,0-1-1,0 0 0,0 0 0,0-1 1,0 0-1,21 0 0,-21-2-20,1-1 0,-1 0 0,1-1 0,-1 0 0,0-1 0,0 0 0,0 0-1,0-1 1,-1 0 0,1-1 0,-1 0 0,0-1 0,-1 0 0,1 0 0,-1-1 0,0 1 0,-1-2 0,8-8-1,1-3-117,-1-1-1,0 0 1,-2-1-1,0-1 0,-1 0 1,14-39-1,-17 34-42,-1-1 0,-1 0 0,-1 0 0,1-34 0,-1-113-414,-6 144 495,-2 0 0,-1 1-1,-1 0 1,-2 0 0,-16-51-1,16 64 151,-1-1-1,-1 1 0,-1 1 0,0-1 0,-1 2 0,-1-1 0,0 1 0,-1 1 0,0 0 0,-23-19 0,27 27 9,1 1 0,0 0 0,-1 1 0,0-1 1,0 2-1,0-1 0,-1 1 0,1 0 0,-1 1 0,-13-3 0,-4 3 96,-1 0 0,-33 3 0,58-1-163,-13 2 12,0 1 0,1 0 0,-1 0 0,1 2 0,0 0 0,0 0 0,-20 12 0,19-9-126,0-1-1,0-1 0,0 0 0,-1-1 1,-26 4-1,22-6-619,-7 0-524,7-2-4564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5:18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124 245 5298,'0'0'9074,"-15"0"-6534,10 1-2435,0-1 0,1 1 0,-1 0 0,0 1 0,1-1 0,-1 1 0,1 0 0,-1 0 0,1 0 1,0 0-1,0 1 0,0 0 0,0 0 0,0 0 0,1 0 0,-1 1 0,1-1 0,0 1 0,0 0 0,0 0 0,1 0 1,-1 0-1,1 1 0,0-1 0,0 0 0,1 1 0,-1 0 0,1-1 0,0 1 0,-1 7 0,-2 39 333,2 1-1,6 60 1,-2-82-194,2 0 0,0 0-1,3-1 1,18 57 0,-18-67-168,1-1-1,1 0 1,0-1-1,1 0 1,1-1 0,1 0-1,0 0 1,26 25-1,-29-34-73,0 0 0,1-1-1,0 0 1,0 0 0,1-1-1,-1-1 1,1 0-1,0 0 1,0-1 0,0 0-1,1-1 1,-1 0 0,22 0-1,-18-1-10,-1-2 0,1 0 0,0-1 0,0 0 0,-1-1 0,0 0-1,1-1 1,-1-1 0,-1-1 0,22-11 0,-16 5-140,0-1 0,-1-1 0,0-1 1,-1-1-1,-1 0 0,-1-1 0,0-1 0,-1 0 0,-1-1 0,-1 0 0,-1-1 1,0-1-1,8-22 0,-8 13-113,-1-1 0,-1 0 0,-2-1 0,-1 0 0,-1 0 0,-2 0 0,-2 0 0,-3-58 0,0 74 305,-1-1 1,-1 2-1,-1-1 0,0 0 1,0 1-1,-2 0 1,0 0-1,-1 0 0,0 1 1,-1 1-1,0-1 0,-2 1 1,1 1-1,-1 0 0,-1 0 1,-21-15-1,17 14 115,-1 2 0,0 0 0,-1 1 1,0 0-1,-1 2 0,0 0 0,0 1 0,-1 1 0,1 1 0,-1 0 0,-1 2 0,1 0 1,-21 0-1,31 4-195,0 0 0,-1 0-1,1 1 1,0 0 0,1 0 0,-1 1 0,0 1 0,1-1 0,-1 2 0,1-1 0,1 1 0,-10 7 0,11-7-666,0 1-1,0 0 1,1 0 0,0 0 0,0 1-1,1 0 1,-1 0 0,-7 16 0,1 10-7528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5:19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13862,'0'0'1409,"202"75"-721,-90-65 561,10-10-961,-3 0-288,-18-3-736,-25-22-2770,-27-1-5554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5:22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66 288,'0'0'4423,"0"-4"-3873,0-12 109,0 1 4906,0 13-5210,0 6 1297,10 229-449,2 189 428,-13-312-1389,-2-20-24,3-90-226,152-3 13,131 5-300,-240 3 263,42 12 1,32 3-3,168 20-32,-230-30 40,-12-1-58,0-2-1,64 2 0,-40-9 22,47-1 38,213 25 1,-249-10 21,150 6 0,14-14 35,-118-2-42,-1 6-1,227 48 0,-319-52 33,48 4 0,-65-10-14,0 1 0,-1-2 1,1 0-1,0 0 0,-1-2 0,15-3 1,-15 1-4,-1-1 0,0 0 1,0 0-1,13-11 1,26-13 23,-9 9 1,-26 11 6,2 2 1,-1 0-1,37-11 1,-46 17-3,0-1 0,-1 0 0,1-1-1,-1 0 1,0 0 0,0 0 0,0-1 0,-1 0 0,1 0 0,-1-1 0,0 1 0,-1-1 0,9-12 0,-5 6-15,-2 1 0,0-1 0,0-1 0,-1 1 0,-1-1 0,0 0 0,5-20 0,-5 2 2,-2 0 0,-1 0 0,-3-39 0,0 23 25,-2-2-102,-2 1 0,-3 0 0,-25-89-1,-1 1 77,33 130-17,-7-33 70,1-1 0,-2-61-1,27 100-5730,-1 1-1012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5:23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10501,'0'0'5434,"20"5"-4980,-8-1-392,8 2 23,0 0 0,1-2-1,-1 0 1,1-2 0,23 1 0,35-4 94,-7 0-181,78 8 1,-93-6-973,-53 28-11106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5:23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6323,'0'0'7075,"234"12"-6082,-140-12-785,0 0-208,-6 0-256,-19 0-1217,-23 0-4066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5:27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8 170 3986,'0'0'9119,"-1"10"-7796,-4 30-173,4-30 696,10-11-387,-3-1-1377,-1 0 1,0 0-1,1-1 0,-1 1 0,0-1 0,0 0 0,0 0 0,5-6 0,38-36-13,-25 22-60,126-107-1589,-148 129 1546,-8 1034 1106,11-1171-8499,-4 93 3396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5:28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309 206 48,'0'0'7382,"-2"-5"-6656,-1 1-588,2 2 13,0-1-1,0 1 1,0 0 0,-1 0-1,1 0 1,0 0 0,-1 0-1,0 0 1,1 1-1,-1-1 1,0 0 0,0 1-1,0-1 1,0 1 0,0 0-1,-1 0 1,1 0-1,0 0 1,0 0 0,-1 0-1,-3 0 1,-109 1 2098,111 0-2217,0 1-1,0 0 1,0 0-1,0 1 1,1-1 0,-1 1-1,1 0 1,-1 0-1,1 0 1,0 0 0,-1 0-1,1 1 1,0 0 0,1-1-1,-1 1 1,-4 5-1,-3 5 70,0 1 0,-13 23 0,16-23-42,1 1 0,0-1 0,1 1 0,1 0 0,0 0-1,1 1 1,-1 27 0,2-1 498,7 72 0,-1-86-228,0 0 1,2-1-1,2 0 1,17 44-1,-4-21 324,42 67 0,-57-106-583,0-1-1,1 0 0,1 0 0,0-1 0,0 0 0,0-1 1,1 0-1,19 13 0,-22-17-28,1 0-1,-1-1 1,1 0 0,0 0 0,0-1 0,0 0-1,0 0 1,0-1 0,1 0 0,-1 0 0,0 0 0,1-1-1,-1 0 1,0-1 0,12-1 0,-13 0-13,-1 1 0,1-1 0,0 0 1,-1 0-1,0 0 0,1-1 0,-1 0 0,0 0 1,0 0-1,-1-1 0,6-5 0,1-1-2,-2-1-1,1-1 1,9-16-1,1-4-156,-2-2 1,-1 0-1,-1-1 1,-2 0-1,-2-1 1,-2-1-1,0 0 1,-3 0-1,-1-1 1,-2 0-1,-1-43 1,-3 69 117,1-33-84,-8-50 0,5 80 86,0 1 0,-2-1 0,0 0 0,-1 1-1,0 0 1,-1 0 0,-9-16 0,4 11 25,-1 0 0,0 1 0,-1 1 0,-31-31 0,37 42-9,0 0 0,0 1 1,0 0-1,-1 0 0,0 0 0,0 1 0,0 0 0,0 1 0,-1 0 0,0 0 0,1 1 0,-1 0 0,0 0 0,-13 0 0,3 1 1,-7 0-12,-29 2 0,48 0 2,-1 0-1,1 0 1,-1 1 0,1 0-1,0 0 1,-1 1 0,1 0-1,-7 4 1,0 1-389,8-5 523,1 0 0,-1 1-1,0 0 1,-6 6 0,10-9-491,1 1 0,-1 0-1,1-1 1,0 1 0,0 0 0,0 0 0,0 0 0,0 0 0,0 0 0,0 0 0,1 0 0,-1 1 0,1-1 0,-1 0 0,1 0 0,0 5-1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5:29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91 3169,'0'0'8242,"-4"-3"-7357,2 1-771,-1 1-1,0-1 1,-1 1-1,1-1 1,0 1-1,0 0 1,0 0-1,-1 1 1,1-1-1,-4 0 0,-42 1 1088,28 0-912,17 0-239,0 1 0,0 0 0,1 0 1,-1 0-1,0 0 0,1 0 1,-1 1-1,1 0 0,-1 0 0,1 0 1,0 0-1,0 0 0,0 0 1,0 1-1,0 0 0,0-1 1,1 1-1,-1 0 0,1 0 0,0 1 1,-2 3-1,-2 4 69,0 0 0,0 1 0,1 0-1,1 0 1,-5 16 0,1 14 211,2 0 0,2 0 0,1 1 0,3 0 0,6 58 0,-3-76-149,0-1 0,2 0 0,1 0 0,2-1 0,0 0 1,1 0-1,1-1 0,1 0 0,1 0 0,15 20 1,-22-36-162,0 1 0,1-1 1,0 0-1,0 0 1,0 0-1,1-1 1,-1 0-1,1 0 1,0-1-1,1 0 1,-1 0-1,1-1 1,0 0-1,0 0 1,13 2-1,-13-4-5,-1 0 0,1-1 0,-1 0 0,1 0 0,-1 0 0,1-1 0,-1-1 0,1 1 0,-1-1 0,0 0 0,1-1 0,-1 1 0,0-2 0,-1 1 0,1-1 0,-1 0 0,10-7 0,-1-3-79,0 0 0,-1-1 0,-1 0 0,-1-1 1,0 0-1,-1-1 0,0 0 0,9-22 0,-3 1-564,-2-1 0,-2 0 0,9-43 0,-15 44 74,-2 0 0,-1 0-1,-3-58 1,-1 71 226,0 11 265,-1 0-1,-1 0 1,0 0 0,0 0-1,-1 0 1,-1 1 0,-8-18-1,9 23 108,-1 0 1,0 0-1,-1 1 0,1-1 0,-2 1 1,1 0-1,-1 1 0,0 0 0,0 0 0,-1 0 1,0 0-1,0 1 0,-9-5 0,9 7 28,1 1-1,-1-1 1,0 1-1,0 1 0,0 0 1,0 0-1,0 0 1,-1 1-1,1 0 0,-11 1 1,-7 0 87,2 1-68,-1 1 0,1 1 1,0 1-1,0 1 1,-40 16-1,-6 2-434,66-24 141,-12 6-1077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5:29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74 3890,'0'0'6120,"8"0"-5018,19 0 4273,-49 0-4025,19 1-1328,-1-1 0,1 1 0,0 0 0,0 0 0,0 0 0,0 0-1,0 1 1,0-1 0,0 1 0,0-1 0,0 1 0,1 0-1,-1 1 1,1-1 0,-3 3 0,-33 41 134,35-43-139,-4 7 32,1 0 0,0 1-1,1-1 1,0 1 0,0 0-1,1 0 1,1 0 0,0 1-1,-2 13 1,1 10 415,1 62 1,3-88-373,0 14 111,1 1 1,2-1 0,0 0-1,1 0 1,14 43-1,-12-50-136,1-1 0,0 0 0,1 0-1,1 0 1,0-1 0,1-1-1,0 0 1,1 0 0,14 12 0,-18-18-36,1-1 1,0 0 0,1 0 0,-1-1-1,1 0 1,0-1 0,1 1 0,-1-2-1,1 1 1,12 2 0,1-2 8,1-1 0,0-1 0,28-1 0,-42-1-38,0 0 0,0-1 0,0 0 0,0 0 0,0-1 0,0 0 0,0-1 0,-1 0 0,1-1 0,-1 0 0,0 0 0,0-1 0,-1 0 0,1-1 0,13-12 0,-7 6-181,0-2 1,-2 0-1,1 0 0,-2-1 0,0-1 1,-1 0-1,-1 0 0,0-1 0,-1-1 1,-1 0-1,-1 0 0,0 0 0,-1-1 1,-1 0-1,-1 0 0,2-28 0,-4 18-316,-2-48 0,-1 67 454,-1-1-1,0 1 0,0 0 0,-1 0 1,0 0-1,-1 1 0,0-1 0,-6-9 1,-3-2 60,-2 0 1,0 2 0,-1 0 0,-1 1-1,0 0 1,-2 2 0,0 0 0,-1 1 0,0 1-1,-1 0 1,-27-11 0,38 20 9,-1 1 0,0 0-1,0 1 1,-1 0 0,1 1 0,-19-2 0,-12 7-4430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5:30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7139,'0'0'7316,"213"19"-6356,-66-13-144,17-6-511,3 0-305,-10 0-273,-25 0-655,-31-6-4562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5:31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5090,'0'0'4971,"0"-3"-4254,0-8 1495,0 125-646,3 234 727,29-4-1337,-31-336-928,2 6 8,-1 0 1,2 0-1,5 16 0,-8-28-23,-1 0 0,1 1 0,0-1 0,0 0 0,0 0 0,0 0 1,1 0-1,-1 0 0,1 0 0,-1 0 0,1 0 0,-1-1 0,1 1 0,0-1 0,0 1 0,0-1 0,0 0 0,0 1 0,0-1 1,0 0-1,1 0 0,-1-1 0,0 1 0,0 0 0,1-1 0,2 1 0,10-1 80,0 0-1,1-1 1,-1-1 0,0 0-1,0-1 1,24-8-1,-17 2-93,1 0-5,-1 1-1,1 2 1,25-5 0,53-5-12,12-1-53,128-5 0,610 19 184,-504 4-96,-288 2-4,97 17 0,-13 0 292,-44-19 42,-96-2-323,0 0 0,1 0 0,-1 0 0,0 0 1,0 0-1,0-1 0,0 1 0,0-1 0,0 0 0,0 0 0,0 0 0,-1 0 1,1-1-1,-1 1 0,0-1 0,1 1 0,-1-1 0,0 0 0,-1 0 0,1 0 1,2-4-1,2-5 19,-1 0 0,1-1 0,-2 1 1,5-19-1,-2-8-93,-1 0 0,0-50 0,-7-83-602,0 148 507,-10-124-455,-2-29 544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5:32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 5218,'0'0'7759,"-13"0"-2264,50 0-3939,435 12-662,-357-12-1900,-114 0 744,0 1 0,0-1 0,1 0 1,-1 1-1,0-1 0,0 0 0,1 1 1,-1 0-1,0-1 0,0 1 0,0 0 1,0-1-1,0 1 0,0 0 0,0 0 0,0 0 1,0 0-1,0 0 0,-1 0 0,2 1 1,3 4-1819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5:33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0 417 13222,'0'0'3506,"27"-28"-3346,87-87-582,-101 101 250,0 0 0,10-16 0,-6-8-256,-12 26 337,1-15 86,0-1 1,-2 0-1,2-54 0,-16 601 2631,6-176-656,4-273-1414,2-51-384,1-16-180,2-10-260,-2-2-335,0-1 0,-1 1 1,0-1-1,-1 0 0,0 0 0,-1 0 1,-1-16-1,1 6-1111,0-27-4526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5:33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11845,'0'0'6529,"7"0"-6006,251 0 1393,-80 0-5372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5:34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9524,'0'0'9669,"202"0"-8917,-122 0-128,-3 0-111,-7 0-337,-15 0-96,-6 0-80,-17 0-160,-11 6-689,-11-6-1232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5:56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785 1 5619,'0'0'9615,"4"54"-8212,-4-39-1311,1 0-4,-1-1 1,0 1-1,-1 0 1,-1-1-1,0 1 1,-1-1-1,-1 0 1,0 0-1,-11 25 0,-23 29 76,-3-1 1,-3-1-1,-3-3 0,-2-2 0,-4-2 0,-1-3 0,-77 62 0,94-89-153,0-1 0,-2-2 1,0-2-1,-82 37 0,119-61-26,1 1 0,-1 0 0,0-1 0,1 1 0,-1 0 1,1 0-1,-1 0 0,1 0 0,-1 0 0,1 1 0,0-1 0,0 0 0,-1 1 0,1-1 0,0 1 0,0-1 1,0 1-1,1-1 0,-1 1 0,0 0 0,0 1 0,1 1 8,-1-1 0,1 0-1,0 0 1,1 0 0,-1 0 0,0 0 0,1 0-1,0 0 1,0 0 0,0 0 0,0 0 0,2 5-1,113 206 140,-34-68-7,56 158 1010,-51-107-432,-81-183-656,-1-3 4,0 1 0,0-1 0,1 0-1,1-1 1,-1 1 0,2-1 0,14 15-1,-21-24-76,1 0 0,-1 0 0,1-1 0,-1 1 0,1-1 0,-1 1 0,1-1 0,0 0 0,-1 1 0,1-1 0,-1 0 0,1 0 0,0 0 0,-1 0 0,3-1 0,3 1-1807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6:00.2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2063 6835,'0'0'3634,"9"-31"-3375,33-105 344,-34 115-420,0 0 1,1 0 0,2 1 0,14-22 0,-8 13-90,477-821 4154,-444 763-4301,-3-1 0,-5-3 1,46-140-1,-19-2-657,-65 214 638,-1-1 0,0 0 0,-1-36 0,-3 55 73,1 0 0,0 0 0,0 0 0,-1 0 0,1 1 0,-1-1 0,1 0 0,-1 0 0,1 1 0,-1-1 0,1 0 0,-1 1 0,0-1 0,1 1 0,-1-1 0,0 1 0,0-1 0,1 1 0,-1-1 0,0 1 1,0-1-1,-1 1 0,-25-10 42,13 6-22,3 0-1,0 1 0,0 0 1,0 0-1,0 1 0,-1 1 0,1 0 0,0 1 0,-13 1 0,12-1 77,10 0-69,0 1 0,-1 1 1,1-1-1,0 0 0,0 0 1,0 1-1,0-1 1,1 1-1,-1 0 0,0-1 1,1 1-1,-1 0 0,1 0 1,0 0-1,-1 0 0,1 0 1,-1 4-1,-11 12 163,9-14-142,1 0-1,-1 0 1,1 0-1,0 1 1,0 0-1,-3 5 1,-10 17 73,-6 17 619,13-28-676,1 0-1,-9 26 0,-12 23 42,11-28-19,0 0 0,3 2 0,-18 61-1,-11 127 474,35-148 73,4 150-1,5-224-615,0 0 0,1 0 0,-1 0 0,1 0 0,0 0 0,0 0 1,1 0-1,0-1 0,0 1 0,0 0 0,0-1 0,4 5 0,-4-5 0,1-1 0,1 0 0,-1 0-1,0 0 1,1-1 0,-1 1 0,1-1 0,0 0 0,0 0 0,0 0-1,0 0 1,0-1 0,0 0 0,6 2 0,21 1 94,0 0 1,0-2-1,57-3 0,-26-1-52,-59 2-59,1 1 0,0-1 0,-1 0 0,1 1 0,0 0 0,-1 0 0,1 0 0,-1 0 0,1 0 0,-1 1 0,0 0 0,1-1 0,-1 1 1,0 0-1,0 1 0,0-1 0,-1 1 0,1-1 0,3 5 0,2 4-2,-1 0 1,-1 0 0,0 1 0,6 17-1,-11-27 3,16 43 26,-2 1 1,14 69 0,6 99 157,-6-24 67,-26-179-243,-2-2-2,1 0 1,0 1-1,6 13 1,-7-21-10,0 0 1,0 0 0,1 1-1,-1-2 1,0 1 0,1 0-1,-1 0 1,1 0 0,0-1-1,-1 1 1,1 0 0,0-1-1,0 0 1,0 0 0,0 1-1,0-1 1,1 0 0,3 1-1,-4-2-14,1 1 0,-1-1 0,1 1 0,-1-1 0,1 0 0,-1 0 0,1 0 0,0-1 0,-1 1 0,1-1 0,-1 1 0,1-1 0,-1 0 0,1 0 0,-1 0 0,0 0-1,1 0 1,-1 0 0,0-1 0,0 1 0,3-3 0,3-4-134,0-1-1,0 0 1,11-16-1,13-23-1771,48-99 0,-36 43-2969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6:48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694 151 1185,'0'0'12125,"14"-6"-10764,-13 5-1279,-1-1 1,1 1-1,0-1 1,-1 1-1,1-1 1,-1 1-1,0-1 1,0 1-1,1-1 1,-1 1-1,0-1 1,0 1-1,0-1 1,-1 0 0,1 1-1,0-1 1,-1 1-1,1-1 1,-1 1-1,1-1 1,-1 1-1,1-1 1,-1 1-1,0 0 1,0-1-1,0 1 1,0 0-1,0 0 1,0 0-1,0 0 1,-2-2-1,-6-3-106,1 0-1,0 0 0,-1 1 1,-10-5-1,-2-1 189,8 3-157,0 1 0,0 1 0,-1 0 0,1 1 1,-1 0-1,-23-4 0,14 5-7,1 2 0,-1 0 0,-36 3 1,50 1-1,0-1 1,0 1 0,0 1-1,0 0 1,1 0 0,-1 1-1,1 0 1,0 0 0,-8 7-1,-8 4 57,-35 34 0,40-32-12,2 2 1,0 0-1,1 1 0,1 1 1,0 0-1,2 1 1,1 0-1,-13 31 0,14-23 63,1 1 0,1 0 0,2 0 0,1 0-1,1 1 1,0 40 0,5 90 295,2-135-252,1 0 1,1-1-1,1 1 1,10 26-1,4 2 256,2-1-1,35 64 0,-45-98-302,1-1-1,0 0 1,1-1 0,1-1 0,1 0 0,0-1 0,1 0 0,36 25-1,-42-34-69,1-1 0,0-1 0,0 0 1,1 0-1,-1-1 0,1-1 0,0 0 0,0 0 0,0-1 0,0-1 0,13 0 0,-16-1-56,-1 0 0,1-1 1,-1 0-1,0 0 0,0-1 1,0 0-1,0-1 0,0 1 1,0-2-1,0 1 0,-1-1 1,0 0-1,1 0 0,-2-1 1,1 0-1,9-9 0,1-6-257,-1-1 0,-1-1 0,-1 0 0,-1-1 0,-1 0 1,16-44-1,-27 65 611,2-3-1858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6:49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29 3730,'-3'0'11992,"9"-1"-11860,0 1 0,0-1 0,0-1 0,0 1 1,0-1-1,9-4 0,-8 3-143,0 1 0,0-1 0,0 1 0,8-1 0,77 1-107,-66 2 110,-23 1 18,0 1-1,0-1 1,-1 1-1,1 0 1,-1 0-1,1 0 1,-1 1-1,0-1 1,1 1-1,-1-1 1,-1 1 0,1 0-1,2 3 1,-2 1-2,0 0 0,0 0 0,0 1 0,-1-1 1,0 0-1,-1 1 0,0-1 0,0 1 0,-2 11 0,1 7 9,1-22-17,0 0-1,-1 0 1,0 1 0,0-1-1,0 0 1,-1 0-1,1 0 1,-1 0 0,0 0-1,0 0 1,-1-1-1,1 1 1,-1-1 0,1 1-1,-1-1 1,-5 4-1,-7 6-34,0-1 0,-25 15 0,16-11-10,23-15 40,-3 3-49,-1-1 0,0 1 1,0-1-1,0 0 0,-1 0 0,1-1 1,-1 0-1,1 0 0,-1 0 1,0 0-1,1-1 0,-1 0 0,0 0 1,-12 0-1,17-1 174,26-16 11,-13 11-124,0 1 1,-1 1 0,2-1 0,-1 2-1,0 0 1,0 0 0,1 1 0,-1 1-1,17 1 1,-14-1 109,-14 0-104,1 1 0,-1-1 0,1 1 0,0-1 0,-1 1-1,1-1 1,-1 1 0,1 0 0,-1 0 0,0 0-1,1 0 1,-1 0 0,0 0 0,0 0 0,0 1 0,0-1-1,0 0 1,0 1 0,1 1 0,17 32 219,-16-29-160,4 9 62,-1 1 0,-1 1 0,0-1 0,-2 1 0,4 27 0,-2 87 380,-5-125-507,-1 0 0,0 0 0,0 1 0,-1-1 0,1 0 0,-1-1 0,-1 1 0,1 0 0,-1 0 0,0-1 0,0 0 0,-1 0 0,1 0 1,-1 0-1,0 0 0,-1-1 0,1 1 0,-1-1 0,0 0 0,0-1 0,-7 5 0,1-1 0,0-1-1,-1-1 1,0 0-1,1 0 1,-2-1 0,1 0-1,0-2 1,-1 1-1,-19 1 1,0-3-113,-47-3 0,69 1 35,0 0-1,1-1 0,-1 0 1,1 0-1,0-1 0,0-1 1,0 0-1,0 0 0,-10-6 1,17 9 51,1-1 0,-1 1 1,1 0-1,0-1 0,0 1 1,0 0-1,-1-1 0,1 1 1,1-1-1,-1 0 0,0 1 1,0-1-1,1 0 1,-1 0-1,0 1 0,1-1 1,-1-3-1,1-34-2346,1 20-429,-1-5-2938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52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10 5539,'0'0'4882,"-7"-9"-1900,2 634 1452,-1-230-3590,5-474-10206,-5 45 1740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52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50 119 4482,'0'0'5765,"10"-15"-5348,32-46-295,-39 58-94,0-1 0,0 1 0,0 0 0,1 0 0,-1 0-1,1 0 1,0 1 0,0-1 0,0 1 0,0 0 0,0 0 0,1 1-1,-1-1 1,5 0 0,2 0 100,0 1-1,0 1 0,0-1 1,11 2-1,2 0 144,1-1 28,-17-1-174,-1 0-1,1 1 1,0 0 0,0 1 0,0-1 0,0 2-1,-1-1 1,1 1 0,0 0 0,-1 1 0,0 0-1,13 6 1,5 9 188,0 1 0,-1 1 1,-1 2-1,36 42 0,-33-31-16,0 2 0,39 75 0,-58-96-207,-1 1-1,-1 0 1,0 0 0,-1 0-1,-1 0 1,3 22-1,-2 93 664,-4-98-577,-1-21-144,-1 1 0,0 0 0,0-1 1,-1 0-1,0 1 0,-1-1 0,-1-1 1,1 1-1,-2-1 0,1 1 0,-2-1 1,1-1-1,-1 1 0,-13 12 0,-9 8-13,-1-1-1,-58 41 1,52-44-25,-1-1 0,-1-2 0,-69 31 1,82-44-57,-1-1 1,-1-1-1,1-1 1,-1-1-1,0-2 1,-1 0-1,-30-1 1,57-3 5,1 0 0,-1-1 0,0 1 0,0 0 0,0 0 1,1-1-1,-1 1 0,0 0 0,0-1 0,1 1 0,-1-1 1,0 1-1,1-1 0,-1 0 0,1 1 0,-1-1 0,0 0 0,1 1 1,-1-1-1,1 0 0,0 1 0,-1-1 0,1 0 0,0 0 1,-1 0-1,1 1 0,0-1 0,0 0 0,0 0 0,-1 0 1,1 0-1,0 1 0,0-2 0,1-39-2415,0 23 608,-1-18-2322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53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23 4482,'0'0'3748,"-3"1"-3345,-8 2 1878,28-3-173,-3-1-1932,0-1 0,0 0 0,20-6 0,-20 4-30,0 1 0,0 1 0,22-2 1,-19 4 95,-9 0-68,0 0 0,1 0 0,-1 1 0,14 2 0,-19-2-130,0 0 0,-1 0 0,1 0 0,0 1-1,-1-1 1,1 1 0,-1-1 0,0 1 0,0 0 0,1 0 0,-1 0 0,0 0-1,0 0 1,-1 0 0,1 1 0,0-1 0,1 5 0,1 2 91,0 0 1,-1 0-1,0 1 1,-1-1-1,0 1 1,0 0-1,-1 0 1,0 0-1,-1 0 1,-2 18-1,1-16-11,-1-1-1,0 0 0,0 0 1,-1 0-1,-1 0 1,0 0-1,-1-1 1,-11 20-1,1-6-25,-2-1 1,0-1-1,-2-1 0,0 0 1,-2-1-1,-23 17 0,39-33-99,4-3-6,0-1-1,0 1 0,0 0 0,0 0 1,0-1-1,0 1 0,0-1 0,0 1 1,-1-1-1,1 1 0,0-1 0,0 0 1,-2 1-1,2-3-70,1 1 0,0-1 0,0 1 0,0-1 0,0 1 0,0-1 0,0 1 0,0-1 0,1 1 0,-1-1 0,0 1 0,2-3 0,0-1 7,1 1 0,0-1 0,0 0 0,0 1 0,0 0 0,1 0 0,0 0 0,0 0 0,0 0 1,0 1-1,1 0 0,-1 0 0,1 0 0,0 0 0,-1 1 0,1-1 0,1 1 0,-1 1 0,8-3 0,1 1 107,-1 0 0,1 1-1,0 1 1,0 0 0,0 1 0,26 3 0,-36-2 4,-1 0 1,1 0-1,0 0 1,-1 1 0,1-1-1,-1 1 1,0 0-1,0 0 1,1 0 0,-1 0-1,0 1 1,-1-1-1,1 1 1,0 0 0,-1 0-1,0 0 1,1 0-1,-1 0 1,0 0 0,-1 1-1,1-1 1,-1 1-1,1-1 1,-1 1-1,0 0 1,0-1 0,0 5-1,0-2 19,0 0 0,0 0 0,-1 0 0,1 0-1,-2 0 1,1 0 0,0 0 0,-1 0 0,0 0 0,-1 0-1,0 0 1,1 0 0,-2 0 0,1-1 0,-1 1 0,0-1-1,-3 6 1,-4 0-73,0-1-1,-1 0 1,0 0 0,-1-1-1,0 0 1,0-1-1,-1 0 1,0-1-1,0-1 1,-28 9-1,17-7-175,-2-1 0,1-2 0,0 0 0,-1-2 0,-38 1 0,38-4-58,11 1-141,1-1-1,-26-4 1,35 3 202,0 0 0,1 0 0,-1 0-1,1-1 1,0 0 0,-1 0 0,1 0-1,0 0 1,0-1 0,0 0 0,1 0-1,-7-5 1,4 2-432,1-1 0,-1 0 0,1 0 0,-4-9 0,-14-33-4268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54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0 107 2417,'0'0'5547,"3"-16"-4712,1-4-479,2-13-252,-5-4 5134,0 56-4866,1 0 0,7 31-1,0 1-13,26 670 3486,-31-611-3454,-3-106-501,1-6-227,1-13-536,-2-77-4321,-1 39-823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54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75 7363,'0'0'2271,"35"-12"-1073,113-37-307,-137 46-835,0 0 1,0 1-1,1 0 0,-1 0 1,0 1-1,1 1 1,15 0-1,-3 1 16,-17 0-8,0 0 0,1 0 0,-1 0 0,0 1 1,0 0-1,0 0 0,-1 1 0,1 0 0,-1 0 1,1 0-1,-1 1 0,0 0 0,0 0 0,-1 1 1,1 0-1,8 9 0,5 8 385,-2 1 0,29 46 0,-44-65-401,17 26 239,-2 2-1,-2-1 1,-1 2 0,-1 0-1,-2 0 1,-1 1 0,-2 0-1,-1 1 1,-2 0 0,1 44 0,-5-69-238,-4 108 525,2-105-503,-1 1 1,-1 0 0,0 0 0,-1-1 0,-1 0 0,-8 18-1,0-4-37,-1-2-1,-2 0 0,0 0 1,-2-2-1,0 0 0,-2-1 1,0-1-1,-2-1 1,0-1-1,-1 0 0,-1-2 1,0-1-1,-32 15 0,48-27-140,0-1 0,-1 0 0,1 0 0,-1-1 0,0 0 0,1-1 0,-1 1 0,0-2 0,-12 1 0,20-1 44,0 0-1,-1-1 0,1 1 0,0 0 0,0 0 0,0 0 0,0-1 0,0 1 0,0 0 1,0-1-1,0 1 0,0-1 0,0 1 0,0-1 0,0 1 0,0-1 0,1 0 0,-1 0 1,0 1-1,0-1 0,1 0 0,-1 0 0,0 0 0,1 0 0,-1 0 0,1 0 0,-1 0 1,1 0-1,-1 0 0,1-1 0,-2-4-462,2 1 0,-1-1 0,0 1 0,2-12 0,-1 9-282,0-35-4194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55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7587,'0'0'7212,"13"0"-6740,96 3 665,-106-2-1067,0-1 1,0 1 0,1 0 0,-1 0 0,0 0 0,0 0-1,0 1 1,0-1 0,0 1 0,0 0 0,0 0 0,-1 0 0,1 0-1,-1 0 1,1 0 0,-1 1 0,0-1 0,0 1 0,0 0 0,0 0-1,0-1 1,-1 1 0,1 0 0,-1 0 0,0 1 0,0-1-1,0 0 1,0 0 0,0 6 0,0-2 30,0 0 1,0 0-1,-1 1 1,0-1-1,0 1 1,-1-1-1,1 0 1,-2 0-1,1 1 0,-1-1 1,0 0-1,-6 12 1,-5 0-19,0 0 1,-1-1-1,-1-1 0,-27 24 1,-11 15-26,51-54-58,-1 0 0,1 1 1,1-1-1,-1 0 0,0 1 1,0-1-1,1 1 0,0-1 0,-1 1 1,1 0-1,0 0 0,0 0 1,0-1-1,1 1 0,-1 0 1,1 5-1,0-7 1,1 0-1,-1-1 1,1 1 0,-1 0 0,1 0-1,0 0 1,-1-1 0,1 1 0,0 0-1,0-1 1,0 1 0,0-1 0,-1 1-1,1-1 1,0 1 0,0-1-1,0 0 1,0 1 0,0-1 0,0 0-1,0 0 1,0 0 0,0 0 0,0 0-1,0 0 1,2 0 0,3 1 22,40 4 125,1-1-1,73-5 1,-40-1-282,-68 2-170,3 1 64,0-2-1,15-2 1,-1-5-2266,-27 7 1848,0-1 1,1 1-1,-1-1 1,1 1-1,-1-1 0,0 0 1,0 0-1,2-2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56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65 4898,'0'0'2708,"4"-10"-2420,12-30 118,-15 39-270,-1 0 0,0 0-1,1 1 1,-1-1 0,0 0 0,1 0 0,-1 1 0,1-1 0,-1 0 0,1 1 0,0-1-1,-1 0 1,1 1 0,0-1 0,-1 1 0,1-1 0,0 1 0,-1 0 0,1-1-1,0 1 1,0-1 0,0 1 0,-1 0 0,1 0 0,0 0 0,0-1 0,0 1 0,0 0-1,-1 0 1,1 0 0,0 0 0,0 1 0,0-1 0,0 0 0,0 0 0,-1 0 0,1 1-1,0-1 1,0 0 0,-1 1 0,1-1 0,0 0 0,0 1 0,0 0 0,3 5-61,0 1 0,-1-1 1,0 1-1,0-1 0,-1 1 1,1 0-1,-2 0 0,1 0 0,1 14 1,1 2 70,16 89 972,7 155 0,-19 133 1165,-8-398-2616,0-14-2599,0 6 1730,0-1 1,-1 0-1,0 1 1,0-1-1,-4-10 1,-8-12-5181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56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88 4994,'0'0'3621,"29"-15"-3235,96-41 321,-120 53-578,0 1-1,0 0 1,1 0-1,-1 0 1,1 1-1,0-1 0,-1 1 1,1 1-1,0-1 1,0 1-1,9 1 0,3 0 322,-9-1-267,0 1 1,0 1 0,-1-1-1,1 2 1,0-1 0,-1 1 0,1 0-1,-1 1 1,0 0 0,0 0-1,0 1 1,-1 0 0,0 0-1,0 1 1,0 0 0,7 8-1,10 12 362,-2 2-1,34 52 1,-52-75-491,16 27 291,-2 1 0,-1 0 1,-1 1-1,20 66 0,-28-73-192,-2 1 0,-1 0-1,-1 0 1,-1 0 0,-2 1 0,-1-1-1,-3 30 1,0-46-118,1-1 0,-1 0 0,-1 0 0,0 0 0,-1-1 0,0 1 0,0-1-1,-1 0 1,0-1 0,-1 1 0,0-1 0,0-1 0,-18 16 0,6-7-41,-2 0-1,0-2 1,0 0 0,-2-2-1,-25 12 1,27-15-231,0-1-1,-1-1 1,1-1 0,-2-1 0,1-1 0,-1-1-1,1-1 1,-1 0 0,0-2 0,-40-3 0,59 1 64,1 0 1,-1 1-1,1-1 1,0 0-1,0-1 1,0 1-1,0 0 0,0-1 1,0 0-1,0 0 1,0 0-1,0 0 1,1 0-1,-5-4 1,3 0-617,-1 0-1,1 0 1,1 0 0,-1 0 0,-4-12-1,-3-14-4063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56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4162,'0'0'10101,"31"207"-8165,-31-116-623,0 3-160,0-12-193,0-22-560,0-23-400,0-21-16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1:19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6931,'3'3'9007,"194"0"-6957,156-3-1819,-264-6 545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1:21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63 3490,'0'0'3487,"-11"-7"-3010,-31-23 33,40 29-205,0-1 1,-1 1 0,1-1 0,0 1-1,-1 0 1,1 0 0,-1 0-1,1 0 1,-1 0 0,0 0 0,1 1-1,-1-1 1,0 1 0,1 0 0,-1 0-1,-13 1 5750,682-1-4249,-652 0-1801,-5 0 1,1 0 1,0 0-1,-1-1 0,1 0 1,8-3-1,-16 4 44,0-6 479,-2 5-657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6:50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6851,'0'0'9164,"9"0"-8734,254 3 794,-159-3-1002,-104 0-276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6:51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0 2689,'0'0'6406,"-3"0"-5899,-11 2 504,1 0 0,-24 7-1,10-3-185,22-5-543,0 1 0,-1 0-1,1 0 1,0 0-1,0 1 1,0-1 0,0 1-1,1 0 1,-1 0-1,-1 7 2709,22-8-2910,308 4 339,-215 0-422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17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0 4370,'0'0'7083,"-2"4"-6520,-8 10-104,8-10 469,3-2-739,-1 1-1,1-1 0,-1 1 0,0-1 0,0 1 1,0-1-1,0 1 0,0-1 0,-1 5 0,0 6-127,1 27 82,2 0 0,10 61 0,7 21 405,-5 1 0,-2 163 0,-12 52 580,6-348-4456,-6 6 2802,1 0 1,-1 0 0,1 0 0,-1 0 0,-1-4 0,1-2-594,0-27-3411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18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2 114 3426,'0'0'6949,"-1"-12"-6460,1-36-172,0 46-298,0 1 0,0-1 1,1 0-1,-1 0 0,1 0 0,0 0 0,0 1 0,-1-1 0,1 0 1,0 1-1,0-1 0,0 0 0,1 1 0,-1-1 0,0 1 0,1 0 1,-1 0-1,1-1 0,-1 1 0,1 0 0,-1 0 0,4-1 0,0 0 72,0 0 0,0 0 0,0 1-1,0-1 1,8 0 0,47-3 249,91 3 0,-80 3-319,-63-1-14,1 0 1,-1 0-1,0 0 0,0 2 0,1-1 0,-1 1 0,0 0 1,0 0-1,0 1 0,-1 0 0,1 1 0,-1-1 0,0 1 1,0 1-1,11 8 0,-5-4 102,-1 2 0,-1-1 0,1 1 0,-2 1 0,0 0 0,0 0 0,-1 1 1,0 0-1,-1 1 0,-1 0 0,0 0 0,-1 1 0,-1-1 0,0 1 0,-1 0 0,4 27 0,0 239 1241,-9-197-875,2-65-425,-2 1 0,0-1-1,-2-1 1,0 1 0,-1 0 0,-1-1 0,0 1-1,-1-1 1,-2-1 0,1 1 0,-2-1 0,0-1-1,-2 1 1,-22 28 0,-29 20-2,54-58-47,0 0 0,-1-1 0,0 0 1,0 0-1,-1-1 0,-12 6 0,6-6-33,-1 0 0,0 0 0,0-2-1,0 0 1,-20 1 0,-87-4-984,119 0 907,1-1 0,-1 1 0,1-1-1,-1 1 1,0-1 0,1-1 0,0 1-1,-1-1 1,1 1 0,0-1 0,-6-3-1,8 3 72,0 0 0,0 0-1,1 1 1,-1-1 0,0 0-1,1-1 1,-1 1 0,1 0 0,0 0-1,0-1 1,-1 1 0,2 0-1,-1-1 1,0 1 0,0-1-1,1 1 1,-1-1 0,1 0-1,0 1 1,0-5 0,0 4-46,0 0 0,0 0 0,1 0 0,-1 0 0,1 1 0,0-1-1,0 0 1,-1 1 0,2-1 0,-1 0 0,0 1 0,1-1 0,-1 1 0,3-3 0,1 0-1207,0-1 0,0 1 0,12-8-1,-16 13 1165,17-14-7188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19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74 1121,'0'0'5338,"-2"-3"-4882,-8-13 775,9 15-1113,1 1-1,0 0 1,-1-1 0,1 1 0,0-1 0,-1 1 0,1-1 0,0 1 0,0-1 0,0 1-1,0-1 1,-1 1 0,1-1 0,0 1 0,0-1 0,0 1 0,0-1 0,0 1 0,0-1-1,0 1 1,0-1 0,0 1 0,1-1 0,-1 1 0,0-1 0,0 1 0,0-1 0,0 1 0,1-1-1,-1 1 1,0-1 0,1 1 0,-1-1 0,0 1 0,1 0 0,-1-1 0,0 1 0,1 0-1,-1-1 1,1 1 0,34-13 271,-26 9-318,0 0 1,1 1 0,17-4-1,-5 4 39,0 2-1,43 2 0,-62 0-65,0 0 0,1 0 0,-1 0 0,0 0-1,0 1 1,0-1 0,0 1 0,0 0 0,0 0 0,0 0-1,0 0 1,-1 1 0,1-1 0,-1 1 0,0-1-1,1 1 1,-1 0 0,-1 0 0,1 0 0,0 0-1,2 6 1,-1-1 94,1 1 0,-1-1-1,-1 1 1,0-1-1,0 1 1,0 0 0,0 14-1,-2-15-31,0 10 262,-4 35 0,3-46-334,-1-1 1,1 0-1,-1 0 1,-1 0 0,1 0-1,-1 0 1,0 0-1,0-1 1,-5 6 0,0 1-19,-1 0 0,0-1 1,-1 0-1,0 0 0,0-1 1,-2 0-1,-23 15 0,35-25-23,-1 1-1,0-1 0,1 1 1,-1-1-1,0 0 0,0 0 1,1 1-1,-1-1 0,0 0 1,0 0-1,0 0 0,1 0 1,-1 0-1,0 0 0,0 0 1,0 0-1,-1 0 1,2-1-24,-1 1 0,1 0 1,0 0-1,-1-1 0,1 1 1,0 0-1,-1-1 1,1 1-1,0 0 0,0-1 1,-1 1-1,1 0 1,0-1-1,0 1 0,0-1 1,0 1-1,-1 0 0,1-1 1,0 1-1,0-1 1,0 1-1,0-1 0,0 0 1,0 0-19,0-1 1,0 1-1,1-1 1,-1 1-1,0-1 1,1 1-1,-1-1 1,1 1-1,0 0 1,-1-1-1,1 1 1,0 0-1,0-1 1,0 1-1,-1 0 1,3-2 0,0 1 35,1 0 0,-1 0 0,1 1 0,-1-1 0,1 1 0,-1 0 0,1 0 0,0 0 0,-1 1 1,1-1-1,4 1 0,48 0 33,-47 1-8,-5-1 11,-1 0 0,0 1 0,0-1 0,0 1 0,0 0 0,0 0 0,0 0 0,0 0 0,0 0 0,0 1 0,0-1 1,-1 1-1,1 0 0,-1 0 0,1 0 0,-1 0 0,0 0 0,1 0 0,-1 1 0,0-1 0,-1 1 0,1 0 0,0-1 0,-1 1 0,0 0 0,1 0 0,0 5 1,2 4 175,-2 1 1,1 0-1,-2 0 1,0 0 0,0 19-1,-2-27-160,0 0-1,0 1 1,0-1-1,-1 0 1,0 0-1,0 0 1,0 0-1,0 0 0,-1 0 1,0-1-1,0 1 1,0-1-1,-1 0 1,1 0-1,-1 0 1,0 0-1,-6 4 1,-7 5 14,0-1 0,0 0 0,-22 10 0,21-13-32,-2 1 1,-31 9-1,42-16-86,0-1 0,0 0-1,-1-1 1,1 1 0,0-2 0,-1 1-1,1-2 1,-16-1 0,23 2 2,0-1-1,0 1 1,0-1 0,1 0-1,-1 1 1,0-1 0,0 0 0,0 0-1,1 0 1,-1 0 0,1-1-1,-1 1 1,1 0 0,-1-1 0,1 1-1,-2-4 1,-14-31-1805,16 35 1754,-20-60-4258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19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9380,'0'0'3698,"206"31"-2690,-98-31-223,14 0-609,0-6-96,-10 0-80,-21 3-48,-22 3-32,-20 0-112,-17 0-256,-11 0-129,-8 0-767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20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 3314,'0'0'6808,"1"-5"-5888,-1 4-689,3-16-167,-2 16 48,-1 0 1,0 1-1,0-1 0,0 0 0,1 1 0,-1-1 1,0 0-1,0 1 0,1-1 0,-1 0 0,1 1 1,-1-1-1,1 1 0,-1-1 0,1 1 0,-1-1 1,1 1-1,-1-1 0,1 1 0,-1 0 0,1-1 1,0 1-1,-1 0 0,1-1 0,1 1 1,6 23 519,14 70 224,17 144 0,-11 98 348,-25-274-1024,19 175 867,-20-223-2182,-4-44-5798,2-10 2694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21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1 180 5859,'0'0'6309,"7"-17"-5874,28-50-197,-33 64-226,1-1 0,-1 1 0,0 0 0,1 0 0,0 0 0,0 0 0,0 1 0,0-1 0,0 1 0,1 0 0,-1 0 0,1 0 0,4-2 0,5-2 36,1-2-13,1 1 0,1 1 1,-1 0-1,1 2 1,0-1-1,30-3 0,2 4 66,49 2 0,-91 2-89,1 0 20,1 0 1,0 1-1,-1 1 0,1-1 0,-1 1 1,1 0-1,-1 1 0,0-1 0,0 2 0,13 6 1,-10-3 47,0 1 1,0 0-1,0 0 0,-1 1 1,-1 0-1,9 11 1,1 6 196,0 2 1,-2-1-1,-1 2 1,15 41-1,-15-24 65,-1 1 0,-2 0 0,-3 1 0,-2 0 0,-1 0-1,-2 84 1,-4-118-293,0 0 0,-1 0 0,-1-1 0,0 1 0,-1-1 0,0 1 0,-1-1 0,0 0 0,-1 0-1,0 0 1,-2-1 0,1 0 0,-1 0 0,-1-1 0,0 0 0,-1 0 0,-10 10 0,7-8-80,-2-1 0,1-1 1,-1 0-1,-1-1 0,0 0 1,0-1-1,-1-1 0,0 0 1,0-1-1,-1-1 0,0-1 1,0 0-1,-1-1 0,1-1 1,-32 1-1,-110-3-689,158-1 704,0 0 1,0 0-1,0 0 1,0-1-1,-1 1 1,1 0 0,0-1-1,0 1 1,0-1-1,0 1 1,0-1-1,0 0 1,1 1 0,-1-1-1,0 0 1,0 0-1,0 1 1,1-1 0,-1 0-1,0 0 1,1 0-1,-1 0 1,0 0-1,1 0 1,0 0 0,-1 0-1,1 0 1,0 0-1,-1-1 1,1 1 0,0 0-1,0 0 1,0 0-1,0 0 1,0-2-1,0 0-178,0-1 0,0 0 0,0 0-1,1 0 1,0 1 0,-1-1 0,1 0-1,0 1 1,1-1 0,2-6 0,23-20-2845,4 1-2137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21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 7075,'0'0'5912,"10"2"-5399,14 2-253,-5-1 289,1 1 0,-1 1 1,0 0-1,0 2 0,22 10 1,-32-12-359,0 1 0,-1-1 0,1 2 0,-2-1 0,12 11 0,-17-13-94,1-1-1,0 1 0,-1 0 0,1 0 0,-1 0 0,0 0 0,0 0 0,-1 0 0,1 0 0,-1 1 0,0-1 0,0 1 1,-1-1-1,1 9 0,-1-6-54,0-1 0,0 1 0,-1-1 0,0 1 0,0-1 1,-1 0-1,0 1 0,0-1 0,0 0 0,-1 0 0,1 0 1,-1-1-1,-1 1 0,1-1 0,-1 1 0,0-1 0,-1 0 0,1-1 1,-8 7-1,-53 50 43,-4-2 0,-96 63 1,164-122-87,1 0 0,0 0 0,0 0 0,0 0 0,0 0 0,0 0 0,0 0 0,-1 0 0,1 0 0,0 0 0,0 1 0,0-1 0,0 0 0,0 0 0,0 0 0,-1 0-1,1 0 1,0 0 0,0 0 0,0 0 0,0 0 0,0 0 0,0 0 0,0 1 0,0-1 0,0 0 0,-1 0 0,1 0 0,0 0 0,0 0 0,0 0 0,0 0 0,0 1 0,0-1 0,0 0 0,0 0 0,0 0 0,0 0 0,0 0 0,0 0 0,0 1 0,0-1 0,0 0 0,0 0 0,0 0 0,0 0 0,0 0 0,0 0 0,0 1 0,0-1 0,0 0 0,1 0 0,-1 0 0,0 0 0,0 0 0,0 0 0,0 0 0,0 1 0,0-1 0,15 2-50,465 14-939,-439-16-120,-39 0 635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22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 8436,'0'0'5421,"37"0"-4381,-15 0-916,225-8 598,68 1-755,-271 7-409,-43 0 289,0 0-1,-1 0 1,1 0-1,0 0 1,0 1-1,0-1 1,-1 0-1,1 1 1,0-1-1,0 1 1,-1-1-1,1 1 1,0-1-1,-1 1 1,1-1-1,0 1 1,-1-1-1,1 1 1,-1 0 0,1-1-1,-1 1 1,0 0-1,1 0 1,-1 0-1,1-1 1,-1 1-1,0 0 1,0 0-1,0 0 1,1-1-1,-1 1 1,0 1-1,0 1-551,4 9-3447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23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16 1825,'0'0'5648,"-5"-3"-4987,-21-10 775,26 25 236,0 47-826,3 0 0,19 107 0,67 513 2222,-88-665-2966,2 19 153,-2-32-235,-1 0 0,0 1 0,1-1-1,-1 1 1,1-1 0,-1 0 0,1 1-1,0-1 1,-1 0 0,1 1 0,0-1-1,0 0 1,0 0 0,0 0 0,0 0 0,1 1-1,6-1-175,-5-12-942,-2-69-6510,-1 33-511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23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0 109 6675,'0'0'3346,"36"-17"-2450,115-51-488,-141 64-383,0 0 0,0 1 0,0 0 0,1 0 0,-1 1 1,1 0-1,-1 1 0,1 0 0,-1 1 0,12 1 0,5-1 78,-3 0 23,63 3 391,-77-2-406,0 1 0,0 0 1,0 1-1,-1 0 0,1 0 1,14 8-1,-9-2 67,1 1-1,-1 0 1,-1 2-1,0-1 1,-1 2-1,0 0 1,-1 0-1,0 1 1,-1 1-1,-1 0 1,0 0-1,-1 1 1,-1 0-1,0 1 1,9 29-1,-5-3 229,-2 0 1,-2 0-1,-1 0 0,-3 1 0,-1 62 0,-2-82-329,-2 0 0,-1 0 0,-1 0-1,-1 0 1,-1-1 0,-1 1 0,-1-1 0,-1-1 0,-21 43-1,15-40-72,-1 0-1,-2-1 0,0-1 0,-1-1 0,-1-1 0,-2 0 0,0-2 0,-27 21 0,31-28-142,-1-1-1,0 0 1,-1-1-1,0-1 1,0-1-1,-1-1 1,0 0-1,0-2 1,-1 0-1,0-1 1,-37 1-1,49-4-102,0-1-113,-1 1 0,1-1 0,0-1-1,0 0 1,0 0 0,-12-3 0,19 3 123,-1-1 0,1 1 0,-1 0 0,1-1 0,-1 1 0,1-1 0,0 0 0,0 0 1,0 0-1,0 0 0,0 0 0,1 0 0,-1-1 0,0 1 0,1 0 0,0-1 0,0 1 0,-1-1 0,1 0 0,1 1 0,-1-1 1,0 0-1,1 0 0,-1-3 0,-1-25-4349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24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1 223 9716,'0'0'350,"18"-30"-331,57-95-6,-50 82-33,-24 40 194,0 0 0,1 1 0,0-1 0,-1 1-1,1-1 1,0 1 0,5-4 1011,-4 20 261,11 258 1870,1 1-2603,-16-271-806,2 1 0,-1-1 0,0 1-1,0-1 1,1 1 0,-1-1 0,1 1 0,0-1 0,0 1 0,0-1 0,0 0-1,0 1 1,0-1 0,1 0 0,-1 0 0,1 0 0,-1 0 0,1 0 0,0-1-1,2 3 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24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7716,'0'0'8153,"3"1"-7316,15 3-517,-1-1 0,1 0 0,0-1-1,0-1 1,19-1 0,10 1 101,362 24 582,-343-24-1111,-42-2-9364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25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4402,'0'0'6915,"11"216"-5618,6-118 79,1 15 145,-4 9-96,-4 7-689,1-10-448,-4-25-288,3-28-560,4-28-1905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29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11861,'0'0'2994,"203"13"-1762,-120-13-719,1-10-513,-4 1 0,-10 9-1393,-7 0-1841,-4 12-2752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27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7 119 4770,'0'0'2495,"-1"-16"-2191,-1-7-18,-1-15-342,2-3 5503,1 70-5323,8 297 1222,3-130-544,23 233 728,-33-416-1464,0-1 100,1-1-1,0 1 1,1-1 0,0 1 0,1-1 0,7 17 0,-10-27-151,0 0 0,-1 0-1,1 1 1,0-1 0,0-1 0,-1 1-1,1 0 1,0 0 0,0 0 0,0 0 0,0 0-1,2 0 1,-2 0-130,-1-5-624,-2-51-5378,-10 20-513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28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23 120 4274,'0'0'3778,"14"-4"-2938,-4-6-275,0 0 1,0 1-1,0 0 0,1 0 1,19-10-1,-26 16-534,6-3-2,0 0 0,1 1 0,0 0 0,0 1 0,1 0 0,-1 1 0,1 0-1,12-1 1,11 0 312,52 1 0,-80 4-267,1 0 1,-1 1 0,0 0 0,0 0-1,0 0 1,0 1 0,0 0-1,-1 0 1,1 1 0,-1 0-1,0 0 1,0 0 0,0 1-1,0 0 1,-1 0 0,0 0 0,6 9-1,5 5 159,-2 1 1,-1 0-1,0 1 0,10 25 0,-12-20-54,-1 1 0,-1 0-1,-1 1 1,-2 0 0,-1 0 0,-1 0-1,-1 0 1,-2 47 0,-1-54-121,0-1-1,-1 0 1,-1 0 0,-1 0 0,-1 0-1,0 0 1,-2 0 0,0-1-1,-1 0 1,-14 25 0,9-23-62,-1-1-1,0-1 1,-2 0 0,0 0-1,-22 18 1,27-27-7,-1-1-1,0-1 1,-1 0-1,0-1 1,0 0-1,0-1 1,-1 0-1,0-1 1,0 0-1,-17 3 1,-13-2-307,1-2 0,-1-1 1,-49-4-1,26 0-159,65 1 476,0 0 0,1 0-1,-1 0 1,0 0-1,1 0 1,-1 0 0,0-1-1,1 1 1,-1 0-1,0 0 1,1 0 0,-1-1-1,0 1 1,1 0-1,-1-1 1,1 1 0,-1 0-1,0-1 1,1 1-1,-1-1 1,1 1 0,-1-1-1,1 1 1,0-1-1,-1 1 1,1-1-1,-1 0 1,1 0 0,-1 0-51,1-1 0,0 0 1,0 1-1,0-1 0,0 1 1,0-1-1,0 1 0,0-1 1,0 0-1,1 1 0,0-4 1,1-1-369,1 0 0,-1 0 0,1 0 0,1 0 0,3-5 0,17-20-3323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29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46 5410,'0'0'6201,"0"0"-6112,0 0 1,0 1 0,1-1 0,-1 0-1,0 0 1,1 1 0,-1-1-1,0 0 1,1 0 0,-1 0 0,0 0-1,1 0 1,-1 0 0,1 0 0,-1 0-1,0 1 1,1-1 0,-1 0 0,0-1-1,1 1 1,-1 0 0,1 0-1,-1 0 1,0 0 0,1 0 0,-1 0-1,0 0 1,1 0 0,0-1 0,8-5-2,0 0 0,0 1 0,1 1 1,0-1-1,0 1 0,0 1 0,1 0 1,-1 0-1,1 1 0,-1 1 0,20-1 1,-18 1-41,0 0 77,0 1-1,0 0 0,1 0 0,-1 1 1,15 4-1,-23-4-80,0 0 1,-1 0-1,1 1 1,-1 0 0,0 0-1,1 0 1,-1 0-1,0 0 1,0 1-1,0-1 1,0 1-1,-1 0 1,1-1-1,-1 1 1,0 1 0,0-1-1,0 0 1,0 0-1,0 1 1,-1-1-1,2 5 1,0 3 60,0 0 1,-1 0-1,0 0 0,-1 0 1,0 0-1,-1 0 1,0 0-1,0 1 0,-2-1 1,1 0-1,-1 0 0,-1 0 1,0 0-1,-1-1 1,0 1-1,0-1 0,-6 10 1,-3 1-70,-1-2-1,0 0 1,-2-1 0,0 0 0,-1-2 0,-37 30-1,61-50-504,1 0 0,-1 1 0,1 0 0,0 0 0,0 1-1,0 0 1,0 1 0,12-2 0,79 0 991,-94 2-430,0 1-1,0 1 1,0-1-1,0 1 1,1 0-1,-1 0 1,-1 0-1,1 1 1,0 0-1,0 0 1,0 0-1,-1 1 1,1-1-1,-1 1 1,0 0-1,0 0 1,0 0-1,0 1 1,-1 0-1,1-1 1,-1 1-1,0 1 1,0-1 0,0 0-1,-1 1 1,1-1-1,-1 1 1,0 0-1,-1 0 1,1 0-1,-1-1 1,2 10-1,-2-3 141,0-1 0,0 1 0,-1 0-1,0 0 1,-3 13 0,2-18-175,0 0 1,-1 0-1,0 0 0,0 0 0,0-1 1,-1 1-1,0-1 0,0 1 1,0-1-1,-1 0 0,-4 4 0,-2 2-8,0-1 0,-1-1-1,-1 0 1,0 0-1,0-1 1,-1-1-1,1 0 1,-2 0-1,1-2 1,-1 1 0,-18 3-1,4-2-179,0-2 0,0-1 0,0-2 0,-55-1 0,73-2-116,1 1-1,0-1 0,0-1 0,0 0 0,1 0 1,-1-1-1,0 0 0,1-1 0,-13-6 0,11 3-353,1 1 0,-1-2 0,2 1 0,-1-1 0,1-1 0,0 1 0,-7-12 0,-21-35-4590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30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23 2065,'0'0'9343,"-1"-4"-8071,-8-14 2536,10 18-3789,-1 0 0,1 0 0,0 0 0,0 0 0,0 0 0,-1 0 0,1 1 0,0-1 0,0 0 0,-1 0 0,1 1 0,0-1 0,0 0 0,-1 1 0,1-1 0,0 1 0,-1-1 0,1 1 0,-1-1 0,1 1 0,-1-1 0,1 1 0,0 1 0,5 19 154,-4-13-109,10 57 540,6 125 0,-17 70 118,-1-33-277,0-219-426,0 0-8,0-1 0,1 1 0,-1 0 0,1-1 0,1 1-1,-1-1 1,1 1 0,1-1 0,3 10 0,-5-53-3506,-1-43-2943,0 33 1105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30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8228,'0'0'6211,"26"-4"-5699,87-12-272,-81 11-43,1 1 1,-1 2-1,66 2 1,-89 2-136,-1-1 0,0 1 0,-1 1 1,1 0-1,0 0 0,-1 0 0,1 1 1,-1 0-1,0 0 0,0 1 1,-1 0-1,1 0 0,-1 0 0,0 1 1,9 12-1,-5-5 44,0 0 0,0 1 0,-1 1 1,-1-1-1,-1 1 0,11 29 0,-12-20 58,-2 1 0,0-1 0,-1 1 0,-1 0 0,-3 36-1,1-28 49,-1-9-93,-1-1 0,-1 1-1,-1-1 1,-1 0 0,-1-1 0,-1 1-1,-1-1 1,-1 0 0,-23 39 0,13-27-28,-2 0-1,-34 43 1,45-65-67,0-1-1,-1 0 1,0 0-1,-1-1 0,0 0 1,-1-1-1,0-1 1,0 0-1,-16 7 0,23-13-84,0 0 0,0-1-1,0 1 1,0-1 0,0-1-1,0 1 1,-8-1 0,13 0-20,0-1 1,-1 1 0,1 0 0,0-1 0,-1 1-1,1-1 1,0 0 0,0 1 0,0-1-1,0 0 1,0 0 0,-1 1 0,2-1 0,-1 0-1,0 0 1,0 0 0,0 0 0,0-1 0,0 1-1,1 0 1,-1 0 0,1 0 0,-1-1 0,1 1-1,-1 0 1,1 0 0,0-1 0,-1 1 0,1 0-1,0-1 1,0 1 0,0-2 0,-1-11-1081,1 1 0,1-21 0,0 16-1081,-1-24-3982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31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 5811,'0'0'8139,"14"0"-7031,46 0-335,-52 0-596,-1 0-1,1 1 1,-1 0-1,1 1 0,-1 0 1,0 0-1,0 0 1,0 1-1,0 0 1,7 4-1,-10-5-105,-1 0 1,0 0-1,-1 0 0,1 0 1,0 0-1,0 1 0,-1-1 1,0 1-1,1 0 0,-1 0 1,0 0-1,0 0 0,0 0 1,-1 0-1,1 0 0,-1 1 1,0-1-1,0 0 0,0 1 1,0 3-1,0 2 37,-1 0 0,0 0 0,0 0 1,-1 0-1,-1 0 0,1 0 0,-1 0 0,-1 0 0,0-1 0,0 1 0,-6 10 0,-3 1-10,-2 0 1,0-1-1,-18 18 0,26-30-62,-179 203 263,179-204-282,5-5-14,-1 0-1,2-1 0,-1 1 1,0 0-1,0 0 0,0 0 1,0 0-1,0 0 1,1 0-1,-1 0 0,0 0 1,1 0-1,-1 0 0,1 0 1,-1 0-1,1 1 1,0-1-1,0 0 0,-1 0 1,1 0-1,0 3 0,21-4 49,174 1 775,-94 1-1576,0-2-4494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31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1 168 1409,'0'0'6096,"7"-22"-4720,25-67-138,-30 84-1017,0 0-1,1 0 1,-1 0-1,1 0 1,3-4 0,8-1 858,-6 6-670,-7 3-348,0 0 0,0 0-1,0 1 1,0-1 0,0 0 0,0 1-1,0-1 1,0 1 0,0-1-1,0 1 1,0 0 0,0-1 0,0 1-1,0 0 1,0 0 0,0 0-1,0 0 1,0 0 0,1 0 0,-1 0-1,0 0 1,0 0 0,0 0-1,0 0 1,0 1 0,0-1 0,0 1-1,0-1 1,0 1 0,0-1-1,0 1 1,0-1 0,0 1 0,0 0-1,0-1 1,0 1 0,-1 0-1,2 1 1,1 4 58,0-1 0,-1 1 0,0-1 0,0 1-1,0 0 1,1 8 0,1 2-19,18 80 648,-3 1 0,5 100 0,-4 199 839,-19-365-1506,-1-10-37,-1-16-39,1 0-1,0 1 0,0-1 1,1 0-1,-1 0 0,1 0 1,0 0-1,1 0 0,1 6 1,-3-11-31,0-1 1,0 1 0,1 0-1,-1 0 1,0 0 0,0 0 0,0 0-1,0 0 1,0 0 0,0-1-1,0 1 1,0 0 0,0 0 0,0 0-1,0 0 1,0 0 0,0 0 0,1 0-1,-1 0 1,0 0 0,0 0-1,0-1 1,0 1 0,0 0 0,0 0-1,0 0 1,1 0 0,-1 0-1,0 0 1,0 0 0,0 0 0,0 0-1,0 0 1,0 0 0,1 0-1,-1 0 1,0 0 0,0 0 0,0 0-1,0 0 1,0 0 0,0 0-1,0 1 1,1-1 0,-1 0 0,0 0-1,0 0 1,0 0 0,0 0-1,0 0 1,0 0 0,0 0 0,0 0-1,0 0 1,1 0 0,-1 1-1,0-1 1,0 0 0,0 0 0,0 0-1,0 0 1,0 0 0,0 0 0,0 1-1,0-1 1,0 0 0,0 0-1,2-10-1429,1-84-7265,-3 77 6699,0-17-4214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32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0 249 5410,'0'0'3271,"24"-31"-2241,79-95-611,-98 120-389,1 0-1,0 0 1,0 0-1,0 1 1,1 0-1,0 0 1,0 1-1,1-1 1,-1 2-1,1-1 1,-1 1-1,1 0 1,0 1-1,11-2 1,-2-1 143,8-1 143,0 2 1,0 0-1,0 1 0,0 1 0,1 2 0,-1 0 0,32 6 0,-47-4-165,-1 1 0,0 1 0,0-1-1,0 2 1,0-1 0,-1 1 0,1 0 0,-1 1-1,0 0 1,-1 0 0,0 1 0,0 0-1,0 0 1,8 12 0,-1 1 194,0 0 0,-2 1-1,0 0 1,16 42 0,-20-38-20,-1 1 0,0 0 0,-2 1 0,2 43-1,-5-28 65,-2 0 0,-7 52 0,3-69-310,-1-1 0,-1 0 0,-1 0 0,-1-1 0,-2 0 0,0 0-1,-22 35 1,16-33-50,-1-1 0,0-1-1,-2-1 1,-1 0 0,-1-2 0,-27 22-1,34-32-115,1-2 0,-1 1 0,0-2 0,-1 0 0,1-1 0,-1 0 0,-1-1 0,1-1-1,-1-1 1,0 0 0,0-1 0,0 0 0,-17-1 0,29-1-21,1 0 0,-1 0 0,0-1 1,1 1-1,-1-1 0,0 0 0,1 0 0,-1 0 0,1 0 1,0-1-1,-1 1 0,-2-3 0,3 2-26,1 1 0,0-1 0,0 0-1,0 0 1,1-1 0,-1 1 0,1 0 0,-1 0 0,1-1 0,0 1-1,-1-1 1,1 0 0,0 1 0,1-1 0,-2-5 0,1-4-1365,0 0 0,0-22 0,2 16-711,-1-15-3742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32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3602,'0'0'9327,"0"27"-7823,0 197 1071,-1-131-1513,-1-25-11,9 92 0,0-118-1382,-7-52-3655,-2-21 1177,-7-12-1577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33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5330,'0'0'8068,"0"0"-8020,0 0-1,0 0 1,0 0-1,1 0 0,-1 0 1,0 0-1,0 0 1,0 1 142,0-1-143,1 0 1,-1 0-1,0 0 0,0 0 1,0 1-1,0-1 1,0 0-1,0 0 1,0 0-1,0 0 1,0 0-1,0 1 1,0-1-1,0 0 0,0 0 1,0 0-1,0 0 1,0 0-1,0 1 1,0-1-1,0 0 1,0 0-1,0 0 1,0 0-1,0 1 1,0-1-1,0 0 0,0 0 1,0 0-1,0 0 1,0 0-1,-1 0 1,1 1 47,0-1-48,0 0 1,0 0-1,0 0 0,-1 0 1,376 13 2860,5-1-3122,-324-12-1360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33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0 3874,'-2'1'8438,"2"0"-8320,-1-1 0,1 0 0,-1 0-1,1 0 1,-1 0 0,1 1 0,-1-1-1,1 0 1,-1 0 0,1 1 0,-1-1-1,1 0 1,-1 1 0,1-1 0,0 1-1,-1-1 1,1 1 0,0-1 0,-1 0-1,1 1 1,0-1 0,0 1 0,-1-1-1,1 2 1,9 5 2118,25 1-1082,39-2-337,118-5 0,-91-2-645,255 1-303,-355 0 91,-18 0-5909,1 0 2571,0 0-2166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34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2785,'0'0'10453,"7"109"-9573,7-39 193,0 11 208,-1 10-337,-2 0-240,-1-3-368,-3-10-223,0-15-113,0-16-625,-3-18-1968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37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0 672,'0'0'13873,"0"8"-13870,4 149 717,6-1 1,45 226-1,-49-352-450,1 0 0,1-1 0,1 0 0,2 0-1,18 34 1,-36-75-5833,-13-30-268,9 12-1103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39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56 6931,'0'0'6051,"-3"2"-5435,3-2-590,0 0 1,-1 0-1,1 1 0,0-1 1,0 0-1,-1 0 0,1 1 0,0-1 1,-1 0-1,1 0 0,0 0 0,-1 0 1,1 1-1,-1-1 0,1 0 1,0 0-1,-1 0 0,1 0 0,0 0 1,-1 0-1,1 0 0,-1 0 0,1 0 1,0 0-1,-1 0 0,1 0 0,0 0 1,-1-1-1,1 1 0,-1 0 1,1 0-1,0 0 0,-1 0 0,1-1 1,0 1-1,0 0 0,-1-1 0,1 0 5,0 0 1,1 1-1,-1-1 0,1 0 0,-1 0 0,0 0 0,1 0 0,0 0 0,-1 1 0,1-1 0,-1 0 0,1 1 0,0-1 0,-1 0 0,1 1 0,0-1 0,0 1 1,0-1-1,1 0 0,5-3 15,0 0 0,0 0 0,0 0 0,1 1 0,-1 0 1,1 1-1,0 0 0,-1 0 0,12-1 0,6 0 2,15-2-6,0 2 0,80 3 0,-113 1-20,-1 0 1,1 1-1,-1 0 1,0 0 0,0 1-1,1 0 1,-2 0-1,1 0 1,0 1-1,-1 0 1,1 0 0,8 9-1,5 7 145,31 40 0,-32-36-119,13 11 6,-21-24-19,0 0 0,0 1 0,-1 0 0,8 14 0,-13-17 3,-1 0 0,1 0 0,-2 0 0,1 1 0,-1-1 0,1 16-1,-2 61 274,-2-50-188,1-24-106,-1 1-1,-1-1 1,0 0 0,-1 1-1,-1-1 1,0-1 0,0 1-1,-1 0 1,-6 10 0,-5 5 4,0-1 1,-31 37 0,28-41-7,0-1 1,-1-1-1,-1 0 1,-1-1-1,-41 26 0,47-36-28,0 0-1,-1-1 0,0 0 0,0-1 1,-1-1-1,0-1 0,0-1 0,0 0 1,-34 2-1,-39-6-186,90 0 185,1-1-1,-1 1 1,1-1 0,-1 0 0,1 1 0,-1-1 0,1 1 0,0-1 0,-1 0 0,1 1-1,0-1 1,-1 0 0,1 1 0,0-1 0,0 0 0,0 0 0,0 1 0,0-1-1,-1 0 1,1 0 0,1 1 0,-1-1 0,0 0 0,0 0 0,0 1 0,0-1 0,1 0-1,-1-2-241,0 1 0,0-1-1,1 1 1,-1-1-1,1 1 1,0-1 0,0 1-1,1-3 1,14-7-3396,4-1-2867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39.7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9 5539,'0'0'5351,"-10"3"-2656,73-9-1833,-40 3-579,38 0 0,-55 3-216,0 1-1,0-1 0,-1 1 1,1 0-1,0 1 1,0-1-1,-1 1 0,1 0 1,-1 1-1,1-1 1,5 5-1,-5-3 28,0 1 0,-1 0 0,0 1-1,0-1 1,0 1 0,-1 0 0,1 0 0,-1 0 0,-1 1 0,1-1 0,-1 1-1,-1 0 1,1 0 0,-1 0 0,0 0 0,1 9 0,0 5 162,-1 0 0,-1 1 0,-1-1 0,-4 32 0,1-37-199,0-1 0,-2 1 1,1-1-1,-2 0 0,0 0 0,-1-1 1,0 1-1,-1-1 0,-1-1 0,0 0 1,-1 0-1,-14 14 0,21-24-92,3-2-9,-1 0 0,0 0 0,1-1 0,-1 1 0,0 0 0,0 0 0,0 0 0,0-1 0,0 1 0,0 0 0,0-1 0,0 1 0,0-1 0,0 1 0,0-1 0,0 0 0,-2 1 0,3-10-1519,2 6 1510,-1 0 0,1 0 0,0 1 1,0-1-1,0 0 0,0 1 0,1-1 0,-1 1 0,1 0 1,-1 0-1,1 0 0,0 0 0,0 0 0,-1 1 1,1-1-1,1 1 0,-1 0 0,0 0 0,0 0 0,0 0 1,7 0-1,7-2 257,-1 2 1,1 0-1,19 2 1,-32-1-157,0 0 1,0 1 0,0-1 0,0 1 0,0 0 0,0 0 0,-1 0-1,1 1 1,0-1 0,-1 1 0,1 0 0,-1 0 0,1 0-1,-1 1 1,0-1 0,0 1 0,0 0 0,0-1 0,-1 1 0,1 1-1,-1-1 1,1 0 0,-1 0 0,0 1 0,-1 0 0,3 3-1,0 6 177,-1-1 0,1 1 0,-2 0-1,0 0 1,-1 1 0,0 24 0,-1-31-190,-1 1 1,1 0 0,-2 0-1,1-1 1,-1 1 0,0-1 0,-1 1-1,1-1 1,-2 0 0,1 0-1,-1 0 1,-4 6 0,1-4-4,-1 0 0,1 0 0,-2-1 0,1 0 0,-1 0 0,0-1 0,-15 10 0,7-8-132,1-1 0,-1 0 0,-1-1 1,1 0-1,-1-2 0,0 0 0,-1-1 0,1-1 0,-1-1 0,-19 1 0,26-3-187,1-1-1,-1 0 1,0 0 0,0-1-1,1 0 1,-12-5 0,16 4-105,-1 0-1,1 0 1,1-1 0,-1 0 0,0-1-1,1 1 1,0-1 0,0 0 0,-10-12-1,-23-36-4291,3-3-2915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40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10901,'0'0'3105,"233"6"-1472,-145 3-864,-1-2-769,-4-4-65,-13-3-1967,-17 0-3011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40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5795,'0'0'5445,"0"6"-4928,19 108 1641,-3-24-901,28 288 1742,-2-18-1750,-40-343-1240,-2-12-12,0-1-1,1 0 0,-1 0 1,1 1-1,0-1 1,0 0-1,0 0 0,1 0 1,0 0-1,-1 0 0,1 0 1,5 6-1,-7-10-31,0 0 0,0 0-1,0 0 1,1-1 0,-1 1 0,0 0-1,0 0 1,1 0 0,-1 0-1,0 0 1,0 0 0,0 0 0,1-1-1,-1 1 1,0 0 0,0 0 0,0 0-1,0 0 1,1-1 0,-1 1-1,0 0 1,0 0 0,0 0 0,0-1-1,0 1 1,0 0 0,0 0 0,0-1-1,0 1 1,0 0 0,0 0-1,0-1 1,0 1 0,0 0 0,0 0-1,0 0 1,0-1 0,0 1 0,0 0-1,0 0 1,0-1 0,0 1-1,0 0 1,0-1 0,0-81-5936,0 33-859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40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0 135 10597,'0'0'3828,"38"-22"-3662,-38 22-166,158-90 114,-151 86-99,0 1-1,-1 0 0,1 1 1,0-1-1,0 1 0,1 0 1,-1 1-1,0 0 0,1 0 0,9 0 1,11 1 76,55 2 240,-74 0-264,0-1 0,1 1 0,-1 0 0,0 1 0,0 0 0,15 8 0,-9-2 43,-1 0 0,0 1 0,-1 1 0,0 0 0,-1 0 0,0 2 0,0-1 0,-2 2 0,1-1 0,-2 1 0,14 26 0,-13-18 13,0 1 1,-1 0-1,-1 0 1,-2 1-1,0 0 1,-1 1-1,2 37 1,-5-11 193,-4 56 0,0-83-233,-2 0 0,0 0 0,-1 0-1,-13 35 1,2-20 4,-1-1 0,-3 0 0,-41 61 0,46-77-87,-1-2 1,-1 0-1,-1-1 1,-1-1-1,0 0 0,-1-2 1,-31 20-1,44-32-79,0 0-1,-1 0 0,1-1 0,-1 1 1,0-2-1,0 1 0,0-1 1,-1 0-1,1-1 0,0 0 1,-10 0-1,17-1 12,0 0 0,0 0 1,0 0-1,0 0 0,0-1 1,1 1-1,-1 0 0,0-1 1,0 1-1,0 0 0,0-1 1,1 1-1,-1-1 0,0 1 1,1-1-1,-1 1 0,0-1 1,1 1-1,-1-1 0,0 0 1,1 0-1,-1 1 0,1-1 1,-1 0-1,1 0 0,0 1 1,-1-1-1,1 0 0,0 0 1,0 0-1,-1-1 0,-1-32-1823,3 25 1253,-1-33-2975,0 4-2375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41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7684,'0'0'6114,"11"0"-5452,100 3 984,-106-2-1562,0-1-1,-1 1 1,1 0 0,0 1 0,-1-1-1,1 1 1,-1 0 0,1 0-1,-1 0 1,0 0 0,0 1-1,0 0 1,0 0 0,0 0 0,-1 0-1,1 0 1,-1 1 0,0 0-1,0 0 1,0 0 0,0 0-1,-1 0 1,0 0 0,4 9 0,-4-7-26,0 0 0,-1 0 0,1 1 1,-1-1-1,0 0 0,-1 1 0,1-1 1,-1 0-1,-1 1 0,1-1 0,-1 0 1,0 1-1,-1-1 0,1 0 0,-1 0 1,0 0-1,-1 0 0,1 0 0,-5 6 1,-6 6 11,-2-1 0,0 0-1,0-1 1,-27 21 0,20-18-44,-38 43-1,59-62-22,0 1-1,0-1 1,1 1 0,-1 0 0,1-1 0,-1 1 0,0 0 0,1-1 0,0 1-1,-1 0 1,1 0 0,-1 0 0,1 0 0,0-1 0,0 1 0,-1 0 0,1 0-1,0 0 1,0 0 0,0 0 0,0 1 0,1-2 6,0 1 1,1 0-1,-1-1 1,0 1-1,0-1 1,1 1-1,-1-1 1,0 0-1,1 1 1,-1-1-1,1 0 1,-1 0-1,0 0 1,3 0-1,323 4 368,-222-5-6340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42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 3073,'0'0'7169,"3"-5"-6222,-1 2-690,-1 2-130,0 0 0,0 0-1,0-1 1,0 1 0,-1 0 0,1-1-1,0 1 1,-1-1 0,1 1 0,-1-1-1,1 1 1,-1-3 0,4 31 1011,0-8-889,37 607 4188,-40-572-4189,0 5 227,16 115 0,-17-173-471,10 42 126,-9-40-132,0-1 1,0 1 0,0 0 0,0-1 0,0 1 0,0 0 0,1-1-1,0 0 1,-1 1 0,1-1 0,4 4 0,-6-6-25,0 0 0,0 1 1,1-1-1,-1 0 0,0 0 0,0 0 1,0 0-1,1 0 0,-1 1 0,0-1 1,0 0-1,0 0 0,1 0 1,-1 0-1,0 0 0,0 0 0,1 0 1,-1 0-1,0 0 0,0 0 0,1 0 1,-1 0-1,0 0 0,0 0 0,0 0 1,1 0-1,-1 0 0,0 0 0,0 0 1,1 0-1,-1 0 0,0-1 0,0 1 1,0 0-1,1 0 0,-1 0 0,0 0 1,0 0-1,0-1 0,1 1 0,-1 0 1,0 0-1,0 0 0,0-1 0,0 1 1,0 0-1,0 0 0,0 0 1,1-1-1,-1 1 0,0 0 0,0 0 1,0-1-1,0 1 0,0 0 0,0-1 1,0-69-5231,0 26-766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42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0 148 6563,'0'0'2412,"37"-22"-1478,119-70-273,-144 86-602,0 0 0,1 1-1,25-7 1,-30 10-27,0 1 0,0 0 0,16 1 0,-3 0 37,-12 0-36,8-1 191,0 1 0,25 3 0,-37-1-131,1-1 1,0 0-1,0 1 1,-1 0 0,1 1-1,-1-1 1,0 1 0,0 0-1,0 0 1,7 6-1,7 8 209,-1 1 0,-1 1 0,-1 0 0,0 1-1,-2 1 1,0 0 0,11 24 0,-2 3 207,-2 1 1,19 67 0,-30-75-261,-2 0 0,-1 0 0,-3 1 0,-1 0 0,-3 59 0,-2-86-211,0 1 0,0-1 0,-2 0 1,0 0-1,0 0 0,-2-1 1,1 1-1,-2-1 0,0 0 0,-1-1 1,0 0-1,-17 20 0,5-9 20,-1-1-1,-1-1 1,-1-1 0,-1-1-1,-36 23 1,45-34-227,0 0 1,0-1 0,-1-1 0,0 0-1,-1-1 1,0-1 0,0-1 0,0 0-1,0-1 1,0-1 0,-1-1 0,1 0-1,0-1 1,-27-4 0,40 3-106,1 1 0,-1-1 0,0 0-1,0 0 1,1 0 0,-1 0 0,1 0 0,-1-1 0,1 0 0,0 0 0,-1 0-1,1 0 1,0 0 0,0-1 0,0 1 0,1-1 0,-1 0 0,1 0 0,-1 0-1,1 0 1,0 0 0,0-1 0,0 1 0,1-1 0,-1 1 0,1-1-1,-1-5 1,0-14-3981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42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0 208 816,'0'0'5923</inkml:trace>
  <inkml:trace contextRef="#ctx0" brushRef="#br0" timeOffset="1">0 208 1121,'53'-207'8195,"-53"226"-6386,0 21-512,0 20-321,0 15 113,0 10-65,0 3-224,0-10-383,0-9-305,0-18-112,0-20-288,0-15-1473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44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0 3458,'-11'13'12096,"21"-13"-11765,510 22 690,-518-23-1016,0 1-1,0 0 0,0-1 0,0 0 0,0 1 1,0-1-1,0 0 0,0 0 0,0 0 1,-1 0-1,1 0 0,0 0 0,-1-1 0,1 1 1,-1 0-1,1-1 0,-1 1 0,2-4 0,-3 5-44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45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0 192,'-3'2'10238,"3"-2"-10181,4 84 1536,25 143-1,-25-204-1492,35 224-1221,-38-231-4380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59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18 3265,'0'0'7145,"-12"5"-5587,-46 15 5520,69-20-6267,100-3-392,145-22 0,-251 24-446,0 1-16,0-1 0,0 0-1,0 0 1,0 0 0,-1 0-1,1-1 1,0 0 0,5-3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09:59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8676,'0'0'9412,"178"3"-9076,-112 0-256,0-3-80,-7 0-16,-13 0-816,-8-6-1889,-17 6-2978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1:49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21 123 3153,'0'0'8306,"-2"-4"-7773,-1-1-332,1 0 0,0 0-1,0-1 1,0 1 0,0-1-1,1 0 1,-1-10 0,-1-48 1216,3 67-1465,0 27 86,2-1 1,0 1-1,2-1 1,13 48-1,111 503 95,-62-252 553,-45-225-48,-18-98-507,-1-8-574,1-13-929,-3-16-1845,0-8-2639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1:50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2 230 3217,'0'0'8263,"-1"-9"-7972,1 6-241,0-1 1,0 1 0,0 0-1,0-1 1,0 1 0,0 0 0,1-1-1,0 1 1,0 0 0,0-1-1,0 1 1,0 0 0,1 0-1,-1 0 1,1 0 0,0 0-1,0 0 1,0 1 0,0-1 0,0 1-1,4-3 1,9-11 68,1 2 0,1 0 0,0 1 1,1 1-1,1 0 0,-1 1 0,2 2 0,0-1 0,0 2 1,0 1-1,1 1 0,0 0 0,0 2 0,39-4 0,-41 7-61,92 2 272,-99 0-285,0 0-1,0 1 1,0 1-1,0 0 1,0 1 0,-1 0-1,12 6 1,6 7 99,-1 1 0,0 1 0,-2 2 1,0 0-1,-2 2 0,0 1 0,-2 1 0,0 0 0,-2 2 1,-1 0-1,-1 2 0,-2 0 0,0 0 0,-2 2 1,-1 0-1,-2 0 0,-1 1 0,-2 0 0,0 1 1,4 58-1,-9-15 60,-7 98 0,3-164-193,-1 0-1,1-1 1,-2 1-1,0-1 1,0 1 0,0-1-1,-1 0 1,-1 0-1,0-1 1,-9 14 0,5-10-30,-1-1 0,-1 0-1,0 0 1,0-1 0,-1-1 0,-16 11 0,-4-2-166,-1 0-1,-1-3 1,0 0-1,-64 16 1,75-24 41,4-1 43,-1-1 0,1 0 0,-1-2 0,-33 2 0,53-5 82,0 0 0,0 0 0,0 0 1,0 0-1,-1 0 0,1 0 0,0 0 0,0 0 0,0 0 0,0 0 0,-1 0 0,1 0 0,0 0 0,0 0 0,0 0 1,0-1-1,0 1 0,0 0 0,-1 0 0,1 0 0,0 0 0,0 0 0,0 0 0,0-1 0,0 1 0,0 0 0,0 0 1,0 0-1,0 0 0,0-1 0,0 1 0,0 0 0,0 0 0,0 0 0,0 0 0,0 0 0,0-1 0,0 1 0,0 0 1,0 0-1,0 0 0,0 0 0,0-1 0,-1-26-2011,1-7-1804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1:50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19 117 3490,'0'0'6443,"-3"-4"-5438,1 2-677,0-1-1,1-1 0,-1 1 0,0 0 1,1 0-1,0-1 0,0 1 0,-1-6 1,1 8-257,1-1 1,0 1-1,0-1 1,0 1-1,0-1 1,0 1-1,0-1 0,0 1 1,0-1-1,0 1 1,1-1-1,-1 1 1,1 0-1,-1-1 1,1 1-1,0 0 1,-1-1-1,1 1 0,0 0 1,0 0-1,0-1 1,0 1-1,0 0 1,0 0-1,0 0 1,0 0-1,3-1 1,7-4-3,0 1 1,1 0-1,0 1 1,0 0-1,0 0 1,18-1 0,-1 1 250,48 1 1,-76 3-308,1 0 0,0 0 0,-1 1-1,1-1 1,-1 0 0,1 1 0,-1-1 0,0 1 0,1-1-1,-1 1 1,1 0 0,-1 0 0,0-1 0,0 1 0,1 0-1,-1 0 1,0 0 0,0 1 0,0-1 0,0 0 0,0 0 0,0 0-1,0 1 1,-1-1 0,1 0 0,0 1 0,-1-1 0,1 1-1,-1-1 1,0 1 0,1-1 0,-1 3 0,2 8 126,-1-1 0,-1 0 1,-1 20-1,0-7 217,0-7-278,0 1 0,-2-1-1,0 0 1,-1 1 0,0-2 0,-2 1 0,0 0 0,-13 24 0,-9 10 120,-43 58 1,66-101-198,4-7-41,1-1-1,-1 0 1,1 1 0,-1 0 0,1-1-1,0 1 1,-1-1 0,1 1 0,0-1-1,-1 1 1,1 0 0,0-1-1,0 1 1,-1 0 0,1-1 0,0 1-1,0 0 1,0-1 0,0 1 0,0 0-1,0-1 1,0 2 0,14-1-1555,-1-2 1061,213-2 1148,-224 3-609,6 0 54,-1 0 0,1 0-1,0 1 1,0 0 0,10 3 0,-16-3-34,0-1 0,0 1 1,0 1-1,0-1 0,0 0 1,0 0-1,0 1 0,0-1 1,0 1-1,0 0 0,-1-1 1,1 1-1,-1 0 0,1 0 1,-1 0-1,0 0 0,0 0 1,0 0-1,0 0 0,0 1 1,1 2-1,0 2 32,0 0 1,0 0-1,-1 0 0,1 0 1,-1 0-1,-1 1 0,0-1 1,0 0-1,0 1 0,-1-1 1,0 0-1,0 0 1,-1 0-1,0 0 0,0 0 1,-1 0-1,1 0 0,-1-1 1,-1 1-1,0-1 0,0 0 1,0 0-1,-5 6 1,-1-2-104,-1-1 0,0 1 0,0-2 0,0 0 0,-1 0 1,-1-1-1,1 0 0,-1-1 0,0-1 0,0 0 0,-1 0 1,1-2-1,-1 1 0,0-2 0,0 0 0,-25 0 0,21-1-619,12-1 38,0 1 0,0-1 1,0-1-1,0 1 0,1-1 0,-12-3 0,-12-14-5285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1:51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0 7235,'0'0'6801,"0"6"-6265,0 12-335,-1-1-1,-1 1 1,-1-1-1,0 1 1,-8 22-1,-50 145-11,48-136-154,-14 94 0,20-61-9,3 0 0,11 122-1,-3-166 76,3-1 0,1 0 0,1-1 0,3 1 1,19 43-1,-8-31 367,2 0 0,3-2 0,34 45 0,-44-68-222,0-1 1,2 0-1,0-2 1,2 0-1,26 19 1,-38-33-232,0 0 1,0-1 0,0 0-1,1 0 1,0-2-1,0 1 1,1-1 0,-1-1-1,1 0 1,-1 0 0,1-2-1,0 1 1,0-1-1,0-1 1,18-2 0,-27 2-86,0 0 1,0-1 0,0 1 0,1-1 0,-1 0-1,0 0 1,0-1 0,0 1 0,-1 0 0,1-1-1,0 0 1,-1 1 0,1-1 0,-1 0 0,1-1 0,-1 1-1,0 0 1,3-5 0,-2 2-323,0 0 0,-1 0 0,0-1 0,0 1 0,0-1 0,-1 0 0,1 1 0,-2-1 0,2-9 0,-1-32-4880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1:52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73 1105,'0'0'10778,"14"-3"-5907,-11 14-4779,-1-1-1,-1 0 0,1 15 1,2 13 140,96 740 1603,-98-760-1786,0 1 127,7 33 0,-8-50-222,-1-6-1096,0-9 488,0 0-243,0 0 0,0 0 0,-1 0 0,-1 0 0,0 0 0,-7-21 0,-48-125-7378,13-5 7057,33 110 2514,2-1 1,3 0 0,2-1 0,3-60-1,2 109-1167,0 0 0,1 0 0,0 0 0,0 0 0,1 0 0,-1 0 0,2 1-1,-1-1 1,1 1 0,0 0 0,0 0 0,8-8 0,2-2 288,0 2 1,1 0-1,23-16 1,-26 21-211,-1 0 0,2 1 0,-1 1 0,1 0 0,0 1 0,0 0 0,1 1 0,0 0 0,-1 1 0,2 1 0,-1 0 1,25-1-1,-27 4-117,3 0 171,0 0-1,16 3 1,-25-2-181,-1 0 0,1 1 0,-1-1 0,1 1 0,-1 1 0,0-1 0,0 1 0,0-1 0,5 6 0,10 8 82,-1 2-1,-1 0 1,-1 1-1,0 1 0,-2 0 1,0 1-1,-1 1 0,-1 0 1,15 37-1,-11-18 190,-2 2 1,-2-1-1,-2 2 0,10 73 0,-12 154 708,-9-213-904,0-43-95,0 0 0,-2 1 1,0-1-1,0 0 0,-9 28 1,7-33-41,0 0 0,-1 0 0,0-1 0,-1 0 0,0 0 0,0 0-1,-1 0 1,-15 14 0,15-17-23,0 0-1,-1 0 0,0 0 0,0-1 0,-1 0 0,1-1 0,-1 0 0,0 0 0,0-1 0,-17 4 1,5-3-262,0-2 1,-1 0 0,-36-2 0,53 0 130,0 0 0,-1 0 0,1-1 0,0 0 0,0 0 0,0-1-1,0 1 1,0-1 0,0 0 0,1-1 0,-1 1 0,1-1 0,-1 0 0,1 0-1,-7-6 1,6 3-101,0 1 0,1-1 1,0 0-1,0 0 0,0-1 0,1 1 0,0-1 0,0 0 0,1 0 0,-3-12 0,1-1-1496,1 0-1,-1-31 1,3 7-4472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1:53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6915,'0'0'7633,"18"-4"-6894,63-13 69,-64 14-448,-1 1 0,1 1-1,0 0 1,-1 2-1,25 2 1,-39-3-301,0 0-16,0 0-1,0 1 0,0-1 1,0 0-1,-1 1 0,1 0 1,0-1-1,0 1 0,-1 0 1,1 0-1,0 0 0,-1 0 1,1 0-1,-1 0 0,1 0 1,-1 1-1,0-1 0,1 0 1,-1 1-1,0-1 0,0 1 1,0 0-1,0-1 0,0 1 1,0 0-1,-1 0 0,1-1 1,0 4-1,1 4 91,-1 1 0,0-1 0,-1 0 0,-1 18 0,0-9 93,0-9-170,0 0 0,0 0 0,-1 1 0,0-1 1,-1 0-1,0-1 0,0 1 0,-6 11 0,-4 3 51,-26 33 0,19-28-63,-21 28-18,19-28-29,2 1-1,-35 64 1,54-91 3,0 0 1,1 0-1,-1 0 1,0 0-1,0 0 1,1 0-1,0 1 0,-1-1 1,1 0-1,0 0 1,0 1-1,0-1 1,1 3-1,-1-4 1,0 0 1,1 0-1,-1 0 0,1 1 0,-1-1 0,1-1 0,0 1 1,-1 0-1,1 0 0,0 0 0,0 0 0,0 0 0,0-1 0,-1 1 1,1 0-1,0-1 0,0 1 0,0-1 0,2 1 0,4 1 16,0 0 0,0 0 0,0-1 0,1-1 0,-1 1 0,12-1 0,-14 0-5,19 0 67,5 0-69,-1 0 1,1-2 0,0-1 0,28-6 0,-1-9-362,-40 12-544,1 0 0,1 2 1,-1-1-1,1 2 0,18-1 0,-23 4-3763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1:54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29 5250,'0'0'7428,"-27"0"-6692,47 0-448,33-3 64,27 0 49,21 3 127,14 0-288,-3-3-32,-4 0-112,-14-7-96,-14 4-32,-21 6-1329,-20 0-3665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1:54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11 800,'0'0'11214,"0"-2"-10203,0-6-206,0 13 260,0 22-598,1 64-75,4 0 0,19 96 0,25 106 349,28 155 292,-73-429-1010,-3-12-15,0 1 1,1-1-1,-1 0 1,2 0 0,-1 0-1,1 0 1,5 9-1,-8-16-11,0-1 0,0 1 1,0 0-1,0 0 0,0-1 0,0 1 0,0 0 0,0 0 1,0-1-1,0 1 0,1 0 0,-1 0 0,0-1 0,0 1 1,0 0-1,0 0 0,1 0 0,-1-1 0,0 1 1,0 0-1,0 0 0,1 0 0,-1 0 0,0 0 0,0-1 1,1 1-1,-1 0 0,0 0 0,0 0 0,1 0 0,-1 0 1,0 0-1,0 0 0,1 0 0,-1 0 0,0 0 0,0 0 1,1 0-1,-1 0 0,0 0 0,0 0 0,1 0 0,-1 0 1,0 0-1,0 0 0,1 1 0,-1-1 0,0 0 1,0 0-1,1 0 0,-1 0 0,0 0 0,0 1 0,0-1 1,0 0-1,1 0 0,-1 0 0,0 1 0,0-1 0,0 0 1,0 0-1,0 1 0,1-1 0,-1 0 0,0 0 0,0 1 1,0-1-1,0 1 0,2-23-570,-2 8 240,1-11-1108,-1 1 1,-1-1 0,-1 1-1,-2 0 1,0-1 0,-10-30-1,-7-1-3825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1:55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0 186 768,'0'0'9103,"28"-28"-8006,92-87-289,-114 110-769,-1 1-1,1-1 1,0 1-1,1 1 1,-1-1-1,1 1 1,-1 0-1,1 1 1,0-1-1,0 1 1,0 1-1,0-1 1,0 1-1,1 1 1,-1-1-1,0 1 1,9 1 0,9 0 107,23-2 546,60 6-1,-92-3-478,0 0 0,-1 2-1,1 0 1,-1 0 0,0 2-1,0 0 1,24 13 0,-17-4-83,0 0 1,-1 1 0,-1 1-1,-1 1 1,-1 1 0,0 0 0,-1 2-1,-1 0 1,-1 0 0,-1 2 0,-1 0-1,14 33 1,-21-34-55,0 0 1,-1 0-1,-1 0 1,-1 1-1,-2-1 1,-1 44-1,0-54-29,-1 8-16,-1 1 0,-1-1 0,-1 0 0,-1 0 0,-1 0 1,0 0-1,-2-1 0,0 0 0,-1-1 0,-1 0 0,-15 21 1,-10 11-102,-3-2 0,-66 65 1,70-79-66,-86 82-410,118-114 235,0 0 0,-1 0 0,1-1-1,-1 1 1,0-1 0,1 1 0,-1-1 0,0 0 0,0 0 0,0 0 0,0-1 0,0 1 0,-4 0 0,-14-1-5565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1:55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5314,'0'0'9178,"0"3"-8226,0 296 2818,0-106-4424,0-234-1885,0-21-1701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1:55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 7587,'0'0'8711,"36"1"-8172,243 4 315,242-2-54,-520-3-1125,-36-19-7879,1 7 1091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1:56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6819,'0'0'8068,"0"173"-7476,0-60 465,13 28 95,1 19-207,-3 6-385,-1-12-480,1-31-80,3-45-881,3-40-1792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1:56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 4834,'0'0'9967,"0"-5"-8802,0 3-1175,0 4 163,3 59 302,14 75 1,-5-57-225,38 390 592,-14-114-697,-34-329-137,-2-18-12,1-1 0,0 1 0,0-1 0,0 0 0,1 1 0,0-1 0,5 11 1,-7-37-2400,1 8 1346,-1-36-3091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1:57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1 146 8132,'0'0'1857,"34"-19"-668,117-60-100,-132 71-942,0 0-1,1 1 1,-1 1-1,1 1 1,0 0-1,1 2 1,-1 0-1,1 1 1,-1 2 0,22 1-1,-13-1 48,-4 0 122,-1 0-1,43 8 0,-58-6-211,0 1 0,0-1 0,-1 2 0,1-1 0,-1 1 0,0 0 0,0 1-1,0 0 1,-1 0 0,10 9 0,-2 1 66,-2 0 0,1 1-1,-2 0 1,0 1 0,-1 0 0,-1 1 0,-1 1-1,0-1 1,-2 2 0,0-1 0,9 39 0,-5 0 352,-3 2 0,3 106 0,-11-136-443,-1 183 332,-1-180-362,-2-1-1,-1 1 0,-2-1 0,-15 45 0,12-47-19,-3-1-1,0-1 0,-2 0 0,0 0 0,-2-2 0,-34 40 0,41-55-62,-1 0 0,0 0 0,-1-2 0,0 1 0,-1-1 0,-22 11 1,25-15-73,0-1 1,0 0-1,0-1 1,-1 0-1,0-1 1,1 0 0,-1 0-1,0-1 1,0-1-1,-13 0 1,21 0 6,0-1 0,0 1-1,1-1 1,-1 1 0,1-1 0,-1 0 0,0 0 0,1 0-1,-1 0 1,1 0 0,0-1 0,-1 1 0,1-1 0,0 0 0,0 1-1,0-1 1,0 0 0,0 0 0,1 0 0,-1-1 0,1 1-1,-1 0 1,1-1 0,0 1 0,0-1 0,0 1 0,0-1 0,-1-4-1,-1-7-890,1 1 0,1-1 0,0 0 0,1-21 0,1 15-882,-1-32-3805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1:57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15 11845,'0'0'5147,"32"-3"-4288,102-8-198,-124 11-546,-1 0 0,1 0 0,0 0 0,12 3 0,-19-2-49,0 0 0,0 0 0,0 0 0,0 0 0,0 0 0,0 0 0,0 1 0,0 0 0,-1-1-1,5 5 1,-4-3 14,-1 0-1,0 1 1,1 0-1,-1-1 1,0 1-1,-1 0 1,1 0-1,-1 0 1,0 0-1,0 1 1,0-1-1,0 0 1,-1 0-1,0 1 1,0 7-1,1 4 8,-2 1-1,0-1 1,-1 1-1,0-1 1,-1 1-1,-1-1 1,-1 0-1,0 0 1,-1-1-1,-1 0 1,-15 26-1,-182 280 10,197-312-142,-9 15-67,15-23 104,1 0 0,-1-1-1,1 1 1,-1 0 0,1 0 0,-1 0 0,1 0 0,0 0 0,0 0 0,-1 0 0,1 0 0,0 0-1,0 0 1,0 0 0,0 0 0,0 0 0,0 0 0,0 0 0,1 1 0,8-1-69,10-1 63,5 1 22,0-2 1,0 0-1,0-2 0,26-5 1,9-11-401,-1-3 0,108-56-1,-157 73 86,3 0-734,0-2 0,-1 0 0,18-13 0,-16 4-3886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1:58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4946,'0'0'10117,"3"3"-9586,0 1-498,0 0 0,-1 0 0,1 0 0,-1 0 0,0 1 0,0 0 0,0-1 0,0 1 0,1 9 1,6 54 549,-6-38-350,114 798 2291,-106-777-2476,-10-50-48,-1 1 1,1-1-1,-1 1 0,1-1 1,0 1-1,0-1 0,0 0 1,0 1-1,0-1 0,0 0 0,0 0 1,0 0-1,2 2 1,-3-3-6,1 0 0,-1 0 0,0 0 0,0 0 0,1 1 1,-1-1-1,0 0 0,0 0 0,1 0 0,-1 0 1,0 0-1,1 0 0,-1 0 0,0 0 0,0 0 0,1 0 1,-1 0-1,0 0 0,0 0 0,1 0 0,-1 0 1,0-1-1,0 1 0,1 0 0,-1 0 0,0 0 0,0 0 1,0 0-1,1-1 0,4-13-445,-2-31-2683,-7-85-1,-4 64-2439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1:58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1 262 7299,'0'0'5960,"30"-27"-5170,100-87-419,-116 102-319,0 0 1,0 1-1,1 1 0,0 0 1,1 2-1,23-11 0,-30 15-10,9-3 149,0 1 0,0 1-1,0 0 1,1 1 0,0 1 0,0 1-1,0 0 1,0 2 0,34 3 0,-46-3-126,0 2 0,0-1 1,0 1-1,0 0 0,0 0 1,-1 1-1,1 0 1,-1 0-1,0 1 0,7 4 1,-3 0 57,0 0 1,-1 1 0,0 0 0,0 0 0,8 12 0,0 3 121,-2 1 1,-1 0-1,0 1 0,11 34 1,-14-27 12,-1 0-1,-1 1 1,-2 0 0,3 46-1,-3 141 319,-7-212-559,0 12 28,-1 1 0,0 0 1,-2-1-1,0 0 1,-1 1-1,-1-1 0,-2-1 1,0 1-1,-10 21 0,6-22-7,0 1-1,-2-2 1,0 1 0,-1-2-1,-1 0 1,-27 26-1,30-33-46,-1-1-1,0-1 1,0 0-1,-1 0 0,0-2 1,0 1-1,-1-2 1,0 0-1,0-1 0,-22 5 1,9-5-204,-1-1 0,0-2 0,-1 0 0,1-2 0,-49-7 0,73 6 120,0 0-1,0 0 1,0 0 0,1-1 0,-1 0-1,1 0 1,-1 0 0,1-1 0,0 0-1,0 1 1,0-2 0,-6-5 0,8 7 48,0 0 1,0 0-1,1-1 1,-1 1 0,1-1-1,-1 1 1,1-1-1,0 1 1,0-1-1,0 0 1,0 1 0,1-1-1,-1 0 1,1 0-1,0 0 1,-1 1-1,1-1 1,0 0 0,1 0-1,-1 0 1,1 0-1,-1 1 1,2-5-1,-1 4-49,1 1-1,-1-1 1,1 1-1,0-1 1,0 1-1,0 0 1,0 0 0,0-1-1,0 1 1,1 1-1,-1-1 1,1 0-1,-1 1 1,5-3-1,40-15-6585,-23 12-3583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1:58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 10309,'0'0'4226,"0"160"-2482,0-78-495,0 12-128,0 0-289,0-13-512,0-21-192,0-29-128,0-27 0,0-36-1841,0-34-1328,-24-12-4147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1:59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11365,'0'0'5299,"233"157"-3859,-121-126 241,3-21-1153,-10-10-528,-15-19-960,-20-22-1201,-25-3-3330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2:18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1825,'0'0'560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2:25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7 100 9732,'0'0'5760,"-7"13"-1247,7-13-4455,130-4 255,-2-4 0,147-30 0,-26-4-310,-169 33 122,89 0 0,-126 8 59,-25 0-39,-1 0 0,1 2-1,33 4 1,-19 1 79,-31-6-272,-27 17-6304,-4 1 819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2:31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0,'0'0'1958,"0"25"374,0-25-2304,0 1-1,0-1 1,0 0-1,0 1 1,1-1 0,-1 0-1,0 0 1,0 1-1,0-1 1,0 0 0,0 1-1,0-1 1,0 0-1,1 0 1,-1 0 0,0 1-1,0-1 1,0 0-1,1 0 1,-1 0 0,0 1-1,0-1 1,1 0-1,-1 0 1,0 0 0,0 0-1,1 0 1,-1 1-1,0-1 1,0 0 0,1 0-1,-1 0 1,0 0-1,0 0 1,1 0 0,-1 0-1,1 0 1,-1 0-32,1 0 1,-1 0-1,0 0 0,1 0 1,-1 0-1,1 0 1,-1 0-1,1 1 1,-1-1-1,0 0 1,1 0-1,-1 0 0,0 0 1,1 1-1,-1-1 1,1 0-1,-1 1 1,0-1-1,0 0 0,1 0 1,-1 1-1,0-1 1,0 1-1,1-1 1,-1 0-1,0 1 0,0-1 1,0 0-1,1 1 1,-1-1-1,0 1 1,0-1-1,0 1 1,0-1-1,0 0 0,0 1 1,0-1-1,0 2 1,0 13 115,0-15-30,0 19-79,0-16 10,0-3 3,0 73 33,0-52-20,0-21-42,0 1-1,0 1 6,0 1-16,0 23 19,0-14 376,0-11-358,0 1-8,0-2 54,0 1-43,0 2-13,0-1-1,0-1 6,0-1-16,0 3 8,0-1 8,0-1-16,0 2 6,0 0 2,0 0-3,0-2-8,0 1 9,0 45-1855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06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9188,'0'0'7572,"-3"0"-6737,132 3 878,92 17-1291,-9 0-338,-78-16-57,-133-4-67,-22-11-6454,3-7 1591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06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 4818,'0'0'3442,"-14"185"-1922,14-75 433,4 12-144,3-6-624,0-15-545,0-26-448,0-25-144,7-22-48,-7-15-464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07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36 5442,'0'0'6299,"0"-5"-5754,0 0-359,0 4-127,0 0 1,0-1 0,0 1-1,0 0 1,0 0-1,-1-1 1,1 1-1,0 0 1,-1 0-1,1 0 1,0-1-1,-1 1 1,0 0-1,1 0 1,-1 0-1,0 0 1,1 0-1,-1 0 1,-2-2 447,2 3-479,0 0 0,0 1 0,1-1 0,-1 0 0,0 0 0,0 1 0,1-1 0,-1 1 0,0-1 0,1 1 0,-1-1 0,0 1 0,1-1 0,-1 1 0,1-1 0,-1 1 0,1 0 0,-1-1 0,1 1 0,-1 0 0,1-1 0,0 1 0,-1 0 0,1 0 0,0 0 0,0-1 0,-1 1 0,1 1-1,-4 29-131,4-26 166,-3 272 442,5-145-26,9 511 1747,-9-604-1928,2 1 0,13 56 0,-11-82-735,-4-28-3326,-2-17-894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08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0 197 6355,'0'0'2417,"32"-28"-2108,101-85-175,-123 105-108,-1 1-1,1 1 1,0 0 0,14-7-1,-18 12 12,-1-1-1,1 0 1,-1 1-1,1 0 1,7 0-1,3-1 100,4 0 266,0 0 0,0 1 0,26 2 1,-39-1-267,0 1 1,0 0-1,0 1 1,0 0-1,0 0 0,0 0 1,-1 1-1,1 0 1,-1 0-1,1 1 1,-1 0-1,6 5 1,4 5 132,-1 0 0,-1 2 0,-1 0 1,0 0-1,-1 1 0,-1 1 0,0-1 0,-2 2 1,0 0-1,10 31 0,-8-14-99,-2 0 0,-2 1 0,-1 0-1,-2 1 1,-1 37 0,-3-65-139,-3 159 626,1-143-488,-1 1 0,-2 0 1,-1-1-1,-11 34 0,3-26-8,0-1 1,-2 0-1,-2-1 0,-1-1 1,-1 0-1,-2-2 0,-32 36 0,36-47-126,0-1 0,-1 0 0,0-2 0,-1 0-1,-1-1 1,-1-1 0,0-1 0,0-1-1,-1-1 1,0 0 0,-37 8 0,48-16-407,-1 1 0,0-2 1,0 1-1,0-2 1,0 0-1,-15-2 0,26 2 268,1 0-1,0 0 0,0 0 0,-1-1 1,1 1-1,0-1 0,0 1 0,-1-1 1,1 1-1,0-1 0,0 1 0,0-1 1,0 0-1,0 0 0,0 0 0,0 0 1,0 0-1,-1-1 0,-7-24-2475,1-13-2467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08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0 8292,'0'0'5650,"15"1"-5252,88 10 14,-81-8-173,-1 2-1,0 0 0,34 12 1,-54-16-230,13 5 211,0 0 0,26 17-1,-37-21-180,0 1 0,0-1 0,0 1 0,0 0 0,0 0-1,0 0 1,0 0 0,-1 0 0,0 1 0,0-1-1,0 1 1,0 0 0,0-1 0,-1 1 0,0 0 0,2 6-1,-2-4 22,0 0-1,-1 0 0,0 0 1,0 0-1,-1 0 0,1 0 1,-1-1-1,0 1 0,-1 0 1,1 0-1,-1-1 0,-1 1 0,1-1 1,-1 1-1,0-1 0,0 0 1,-4 6-1,-6 4 97,-1-1 0,0 0 0,-30 22 0,23-19-116,-53 42 19,-3-3-1,-93 51 1,138-93-64,22-7-12,17-5-17,-4-1 18,42 10 54,80 8 0,-84-14 38,351 12 20,-383-17-293,-8 0 25,1 0 0,0 1 0,0-1 0,-1 0 0,1 0 0,0 0 0,-1 0 0,1-1 0,0 1 0,-1 0 0,1-1 0,0 1 0,-1-1 0,1 0 1,-1 1-1,1-1 0,-1 0 0,1 0 0,1-2 0,3-14-4217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09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6771,'0'0'4952,"4"2"-4539,-2-1-362,-1 1 0,1-1-1,-1 1 1,1-1 0,-1 1-1,0-1 1,0 1 0,1 0-1,-1-1 1,0 1 0,0 0-1,-1 0 1,1 0 0,0 0-1,-1 0 1,1 0 0,0 4-1,0 43 594,-2-25-436,1 53 341,-17 584 3683,10-444-2378,11-224-2252,-1-13-649,0 0 0,-2 0-1,0 0 1,-2-23 0,0 1-1744,0-8-1817,-5-3-413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09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0 145 6195,'0'0'5642,"35"-24"-5212,110-73 82,-141 94-470,1 1 0,-1-1 0,1 0 0,0 1 0,0 0-1,0 0 1,0 1 0,0-1 0,1 1 0,-1 0 0,0 1 0,11-1-1,-4 2 69,-1 1-1,0 0 1,0 1-1,0 0 0,0 0 1,-1 2-1,1-1 1,-1 1-1,0 0 1,-1 1-1,1 1 0,-1-1 1,9 9-1,0 2 144,0 0 0,-1 1 0,-1 1 0,0 1 0,12 21 0,-13-16-77,-2 0 1,-1 1-1,-1 1 1,-1-1-1,-1 2 0,-1-1 1,4 32-1,-6-9 89,-1 0 0,-3 1 0,-5 58-1,0-79-141,-2 0 0,-1 0 0,-1-1 0,-1 0 0,-2 0 1,-1-1-1,-1 0 0,-2-1 0,0 0 0,-2-2 0,-1 1 0,0-2 0,-2 0 0,-1-2 0,-1 0 0,-38 31 0,49-46-117,0 0 0,0 0 0,-1-1 0,0 0 0,0 0 1,-1-2-1,1 1 0,-1-1 0,0-1 0,0 0 0,0-1 0,0 0 0,-21-1 0,30 0-95,-1-1-1,1 0 0,-1-1 1,1 1-1,0 0 0,-1-1 0,1 0 1,0 0-1,-1 0 0,1 0 1,0-1-1,0 1 0,0-1 1,-4-2-1,5 1-98,0 1 0,0 0 0,0-1 0,0 0 1,1 1-1,-1-1 0,1 0 0,-1 0 0,1 0 0,0 0 0,0 0 0,1 0 1,-1 0-1,1 0 0,-1-4 0,-1-39-4462,2 2-2279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09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0 688,'0'0'13831,"38"245"-11510,-38-142-705,0 4-191,0-22-577,-3-25-447,-1-32-321,4-22-80,0-53-3522,0-25-2769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10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0 9316,'0'0'5219,"202"10"-3314,-129 43-1281,4 19-352,-11 26 96,-14 18 400,-31 22 65,-21 25-337,-17 22-160,-56 19-336,-28 13 48,-18-13-48,0-29-1568,1-46-1314,10-50-1696,3-45-4002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11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6003,'0'0'12005,"24"3"-11332,11-3-241,11 3-176,6 0 16,7-3-160,-3 0-112,0 0-192,-7 0-1393,-11 0-560,-14 0-608,-10 0-1393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11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13222,'0'0'768,"244"22"-656,-153-16 33,-4-6-145,-11 0-705,-13 0-5025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12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5603,'0'0'7163,"0"11"-5907,0 23-847,8 356 2747,3-61-1549,-2-36-963,-8-262-624,-1-21-16,0 0-1,1 0 1,0 0-1,0-1 1,1 1-1,1 0 1,3 10-1,-6-19-50,1 0 0,-1 0 0,0 0-1,1 0 1,-1 0 0,1 0-1,-1 0 1,1 0 0,-1 0 0,1-1-1,0 1 1,-1 0 0,1 0-1,0-1 1,0 1 0,0 0 0,-1-1-1,1 1 1,0-1 0,0 1-1,0-1 1,0 0 0,0 1 0,0-1-1,0 0 1,0 1 0,0-1-1,2 0 1,-3-25-5689,0-10-304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12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6915,'0'0'3524,"36"-9"-2155,115-27-230,-138 33-997,1 1 1,-1 0-1,1 1 0,20 1 0,-25 2-92,0-1 0,0 1-1,0 1 1,11 4 0,-13-4-36,15 5 150,-1 2 1,0 1-1,-1 0 0,0 1 1,-1 2-1,-1 0 0,0 0 1,26 29-1,-22-20 115,-2 2-1,-1 0 1,-2 0 0,0 2-1,25 55 1,-30-53-159,-2 1 0,-1 0 0,-1 0 1,6 63-1,-10-36 62,-5 105 1,-2-139-112,0 1 0,-2 0 0,0-1 0,-2 0 0,-1-1 1,0 1-1,-2-1 0,0-1 0,-1 0 0,-17 23 0,12-22 6,0-1-1,-1 0 1,-1-2-1,-2 0 0,1-1 1,-2-1-1,0-1 0,-44 26 1,53-36-163,0 0 0,0-1 0,0 0 1,-1-1-1,0-1 0,0 0 0,0 0 1,0-1-1,0-1 0,0 0 0,0-1 1,-1-1-1,-15-2 0,27 3-98,0-1 1,0 0-1,0 0 1,0 0-1,0 0 0,0 0 1,1-1-1,-1 1 1,0 0-1,1-1 0,-1 0 1,1 1-1,-1-1 1,1 0-1,0 1 0,0-1 1,0 0-1,0 0 1,0 0-1,0 0 0,0 0 1,1 0-1,-1 0 0,1-1 1,-1 1-1,1 0 1,0-3-1,-5-36-5923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13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92 7571,'0'0'6785,"0"-4"-6105,0-2-460,0 3-124,-1 1 0,1 0 0,0 0 0,0-1 1,0 1-1,1 0 0,-1 0 0,0-1 0,1 1 0,0 0 0,-1 0 0,1 0 1,0 0-1,0 0 0,0 0 0,0 0 0,1 0 0,-1 0 0,0 0 0,3-2 1,1 0-31,1 0 1,-1 1 0,1 0 0,0 0 0,0 0 0,0 1-1,0 0 1,1 0 0,-1 0 0,9-1 0,6 1 271,39 1 1,-38 1-199,-17 0-98,0 0 1,0 0-1,0 0 0,0 0 0,-1 1 0,1 0 0,0 0 0,-1 0 0,1 1 1,0 0-1,-1-1 0,0 2 0,1-1 0,-1 0 0,0 1 0,0 0 1,-1 0-1,1 0 0,0 0 0,-1 1 0,0-1 0,0 1 0,0 0 0,0 0 1,-1 0-1,1 0 0,-1 0 0,2 6 0,-1 0 53,0 0 0,-1 0-1,0 1 1,-1-1 0,0 1-1,0 0 1,-1-1 0,-1 1 0,0-1-1,0 1 1,-6 20 0,3-17-9,-1 1 0,-1-1 0,0 0 0,-1-1 0,-1 0 0,0 0 0,-16 20 0,-56 54 167,68-76-481,0-1 0,0 0 0,-1-1 0,-1 0 0,-19 9 0,30-17-1154,48-5-3446,1-1 4707,-27 5 98,-8-1 259,0 1 1,0 0-1,0 1 0,19 4 1,-27-4-154,0 0 0,0 0 0,-1 0 1,1 1-1,0-1 0,0 1 1,-1-1-1,1 1 0,-1 0 0,0 0 1,1 0-1,-1 0 0,0 1 0,0-1 1,0 1-1,-1-1 0,1 1 1,-1-1-1,1 1 0,-1 0 0,2 5 1,-1 0 88,0-1 1,0 1-1,-1-1 1,0 1 0,0 0-1,-1-1 1,0 1 0,0 0-1,-3 14 1,1-17-119,1 0 0,0 0 0,-1 0 0,0 0 0,0-1 0,-1 1 0,1-1 0,-1 1 0,0-1 0,0 0 0,0 0 0,-1 0 0,1 0 0,-1-1 0,-6 5 0,-1-1-24,-1 0 0,-1 0 0,1-1 0,-1-1-1,0 0 1,0-1 0,-16 3 0,3-2-351,-1-2 1,-47 1-1,66-3-2,0-1-1,0-1 0,1 1 1,-1-1-1,0 0 0,1-1 1,-1 0-1,1 0 0,-1-1 1,1 0-1,0 0 1,-10-7-1,-26-22-3646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15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 2049,'0'0'12616,"0"0"-12554,0-1-1,0 1 0,0 0 0,0 0 0,0 0 1,0-1-1,0 1 0,0 0 0,0 0 0,0 0 1,0-1-1,0 1 0,0 0 0,0 0 0,0 0 1,0-1-1,0 1 0,0 0 0,0 0 0,0 0 1,0-1-1,0 1 0,1 0 0,-1 0 0,0 0 1,0-1-1,0 1 0,0 0 0,0 0 0,0 0 1,1 0-1,-1-1 0,327 3 1043,350-4-682,-650 1-444,1-1 0,43-10-1,-66 29-6441,-5-13 5058,0 28-5378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16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1 6915,'0'0'6203,"-2"2"-5819,-16 28-217,1 0-1,2 1 0,1 1 1,1 0-1,2 1 1,2 0-1,-9 47 0,8-4 219,2 0-1,4 101 0,7-107 36,3 0 1,3 0-1,3-1 0,29 94 0,-15-84 18,3-1 0,4-1 0,58 99-1,-79-155-341,1 0-1,1-1 1,1-1-1,1 0 1,33 30-1,-41-42-76,1 0-1,1 0 1,-1-1 0,1-1 0,0 1-1,0-2 1,1 1 0,-1-1 0,1-1-1,0 0 1,0 0 0,0-1 0,0-1-1,16 1 1,-24-2-62,0 0 0,1-1 0,-1 1 0,0-1 0,0 1-1,0-1 1,0 0 0,0 0 0,0 0 0,0-1 0,0 1 0,0-1 0,0 1-1,-1-1 1,1 0 0,0 0 0,-1 0 0,3-4 0,1-1-485,-1 0 1,0-1 0,-1 0 0,0 1-1,5-13 1,10-35-3968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17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25 7908,'0'0'5341,"0"-4"-4930,0-17 618,-3 323 302,17 460 769,-13-745-2082,-1-8 16,1 0 0,0 0 1,0 0-1,1 0 0,0-1 0,1 1 0,3 9 0,-6-17-15,1-1 0,-1 1 0,0 0 1,0 0-1,1-1 0,-1 1 0,1 0 0,-1-1 0,1 1 0,-1 0 0,1-1 0,-1 1 1,1-1-1,0 1 0,-1-1 0,1 1 0,0-1 0,-1 0 0,1 1 0,0-1 0,0 0 1,-1 1-1,1-1 0,0 0 0,0 0 0,-1 0 0,1 0 0,0 1 0,0-1 0,0 0 1,-1-1-1,2 1 0,-1 0-9,0-1 0,0 1 0,0-1 0,0 0 0,0 1 0,-1-1 0,1 0 1,0 0-1,-1 0 0,1 1 0,0-1 0,-1 0 0,1 0 0,-1 0 0,1 0 0,-1 0 0,0 0 0,1 0 1,-1 0-1,0 0 0,0 0 0,0 0 0,0 0 0,0-2 0,2-210-3913,-3 109 744,-2 58 1899,-2-1 0,-2 1 0,-15-53 0,9 44 840,-9-86 0,20 8 1000,3 84-85,-1 42-314,1 0-1,0 0 1,0 0-1,1 0 1,0 1-1,0-1 1,1 0-1,-1 1 0,2-1 1,-1 1-1,1 0 1,-1 0-1,2 1 1,-1-1-1,1 1 1,0 0-1,0 0 0,9-7 1,-6 6 18,1 0 0,0 0-1,0 1 1,0 0 0,1 0 0,-1 1 0,1 1 0,0 0-1,0 0 1,0 1 0,1 0 0,12-1 0,-13 3-112,4-1 24,0 0 1,0 1 0,0 1-1,0 0 1,0 0-1,0 2 1,-1 0 0,1 0-1,16 7 1,-11 0 135,0 1-1,-1 1 1,0 1-1,-1 0 1,0 1-1,20 22 1,-18-15 49,0 1-1,-2 0 1,0 2 0,19 36-1,-27-41-102,-1 1-1,0 0 1,-2 0-1,0 0 1,5 39-1,-7-21 104,-2 0-1,-3 53 0,-2-62-208,-1-1 0,-1 1 0,-2-1 0,0 0 0,-2-1 0,-2 0 0,0 0 0,-1-1 0,-17 25 0,5-14-63,-1-1 1,-2-1-1,-1-1 1,-2-2-1,-42 36 1,51-51-6,0 0 1,-1-2-1,-46 25 1,55-33-159,-1-1 1,0-1 0,0 0 0,0-2 0,-1 1-1,1-1 1,-1-1 0,-21 0 0,31-2-99,0 0-1,0 0 1,0 0 0,1-1 0,-1 0 0,0 0 0,0 0 0,1-1 0,-7-2 0,9 3 52,0-1 0,0 1-1,0-1 1,0 1 0,1-1 0,-1 0 0,0 0 0,1 0 0,0 0 0,-1 0 0,1 0 0,0 0 0,0 0 0,0 0 0,0 0 0,0-1 0,1 1 0,-1 0 0,0-5 0,0-28-3468,1-3-887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17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8868,'0'0'3009,"31"0"-1282,100 4-188,-125-3-1419,1-1 0,-1 1 1,0 1-1,0-1 0,0 1 0,0 0 1,0 1-1,0-1 0,-1 1 0,7 4 1,-9-5-8,0 1 1,1 0 0,-1 0-1,0 0 1,0 1 0,-1-1-1,1 1 1,-1-1-1,0 1 1,0 0 0,3 6-1,-2 1 98,0 0-1,-1 0 0,-1 0 0,1 1 0,-2-1 0,0 1 1,0-1-1,-2 13 0,0-10-77,0-1 0,-1 1 0,-1-1 0,0 1 0,0-1 1,-2 0-1,-8 16 0,-57 80 313,70-107-442,-149 183 349,150-185-353,1 0 0,-1 0 1,0 0-1,0 0 0,0 0 1,0 0-1,0 0 0,1 0 1,-1 0-1,0 0 0,0 0 1,0 0-1,0 0 0,0 0 1,1 0-1,-1 0 0,0 0 1,0 0-1,0 0 0,0 1 1,0-1-1,1 0 0,-1 0 1,0 0-1,0 0 0,0 0 1,0 0-1,0 0 0,0 1 1,0-1-1,0 0 0,0 0 1,1 0-1,-1 0 0,0 0 1,0 0-1,0 1 0,0-1 1,0 0-1,0 0 0,0 0 1,0 0-1,0 0 1,0 1-1,0-1 0,0 0 1,0 0-1,0 0 0,0 0 1,0 0-1,0 1 0,0-1 1,0 0-1,-1 0 0,1 0 1,0 0-1,0 1 0,2-2 2,41 2-3,93-4 242,-112 1-257,0-1 0,0-1 0,41-13 0,-52 13-84,88-34-1650,-88 33 733,-1-2 0,0 1-1,0-2 1,0 1 0,17-17 0,-3-5-4300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17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64 8436,'0'0'5048,"35"-5"-3968,2-1-751,19-2 434,109-2-1,253 10-703,-424 0-1013,0-1 0,0 0 0,-1-1 1,1 0-1,0 0 0,1 0 0,-8-4 0,5 3-606,-26-12-5582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18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0 6723,'0'0'3623,"-2"28"-2396,1-11-1006,-10 189 2031,-9 278 3036,19-467-5729,1-25-1456,1-15-68,-1-17-3077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18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986 211 9044,'0'0'7035,"-21"-24"-6573,-72-75-99,89 94-305,-1 0 1,0 0-1,0 1 1,0-1-1,-1 1 1,1 1-1,-1-1 1,0 1-1,0 0 1,0 0-1,0 1 1,-8-3 0,-2 1 132,-9-4 66,0 2 0,0 1 0,-38-4 0,-78 5 113,130 5-338,-1 0 0,1 1 0,0 1 0,0 0-1,0 0 1,1 1 0,-1 0 0,1 1 0,0 0 0,0 1-1,0 0 1,-9 8 0,-16 14 77,-51 52-1,82-76-101,-22 23 92,0 0 1,2 2 0,-40 64 0,51-71-46,2 1 1,0 1 0,2-1-1,0 2 1,2-1 0,-8 47-1,10-33-27,1-1-1,3 1 0,0 0 0,8 52 0,-4-75 10,0 0 0,1 1 1,1-1-1,1-1 0,0 1 0,1-1 0,0 0 0,11 15 1,3 1 185,2-1 0,37 36 1,-34-39-16,2 0 1,1-2 0,1-2 0,1 0 0,38 19-1,-43-28-75,2 0 1,-1-2-1,1-1 0,1-1 0,0-2 0,58 8 0,-52-12-59,0-1 0,0-2-1,48-5 1,-68 3-71,0-1-1,0 0 1,-1-1 0,0-1-1,0 0 1,0-1 0,-1 0 0,1-1-1,-2-1 1,17-12 0,-10 4-87,0-1 1,-1-1 0,-1 0 0,-1-1-1,-1-1 1,-1-1 0,0 0-1,-2-1 1,0 0 0,-1-1-1,9-30 1,-7 10-179,-2 0 1,-2-1-1,-2 1 0,-2-1 1,-1-70-1,-3 98 239,-1 0 0,-1-1 0,-1 1 0,0 0 0,-1 0 0,-1 1 0,0-1 0,-1 1 0,-1 0 0,0 0 0,-1 0 0,0 1 0,-2 0 0,-10-15 0,1 6 79,-1 1 1,-1 0 0,-1 1-1,0 2 1,-38-27 0,46 37 41,-1 1 1,0 0 0,0 1-1,-1 0 1,0 1-1,-1 1 1,1 0-1,-1 1 1,0 1-1,0 1 1,-27-2-1,-12 4-510,55 1 216,-1 0 1,1-1-1,0 1 1,0 0-1,1-1 1,-1 1-1,0 0 1,0-1 0,0 1-1,0 0 1,0-1-1,1 1 1,-1-1-1,0 1 1,1-1-1,-1 1 1,0 0-1,1-1 1,0 1-1,26 26-4909,21 9-2324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19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6323,'0'0'7593,"0"17"-6593,0 79 280,21 640 4142,-19-710-5375,-3-18-45,2-1 1,-1 1-1,1-1 1,0 0-1,1 1 1,0-1-1,0 0 1,0 0-1,7 13 1,3-9-63,-12-11 52,1 0-1,-1 0 1,1 0-1,-1 0 1,0 0-1,1 0 1,-1 0-1,1 0 1,-1 0-1,0 0 1,1 0-1,-1 0 1,1 0-1,-1-1 1,0 1-1,1 0 1,-1 0-1,0 0 1,1 0-1,-1-1 1,0 1-1,0 0 1,1-1-1,-1 1 1,2-2-91,-1 0 0,0 0 0,0 0 0,0 0 0,0 0 0,0 0 0,-1 0 0,1-1 0,-1 1 0,1-3 0,2-33-3280,-2-52 0,-1 50 424,0-17-2379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19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1 229 3314,'0'0'9182,"10"-31"-7837,2-9-783,24-50-1,-34 86-500,0 0 0,1 0 0,-1 0 0,1 0 0,0 1-1,0-1 1,1 1 0,-1-1 0,1 1 0,-1 0 0,1 1 0,0-1-1,0 1 1,0-1 0,1 1 0,-1 0 0,0 1 0,1-1 0,-1 1 0,1 0-1,0 0 1,-1 0 0,1 1 0,0-1 0,5 1 0,0 0 32,8-3 78,1 2 0,-1 0 0,0 1 0,0 1 1,0 0-1,0 2 0,0 0 0,0 1 0,-1 0 1,0 2-1,18 7 0,-15-2-36,-1 0-1,0 1 1,-1 0 0,0 2 0,-1 0 0,-1 1-1,0 1 1,-1 0 0,-1 1 0,-1 1 0,0 0-1,-1 0 1,-1 2 0,-1-1 0,0 1 0,-2 1-1,0 0 1,-2 0 0,0 0 0,4 33 0,-6-17-54,-2-1 0,-4 47 1,0-65-39,0 0 0,-1 0 0,-1-1 1,-1 1-1,0-1 0,-13 26 0,9-25-66,-1 0-1,0-1 0,-2-1 0,0 0 0,0 0 0,-2-1 0,0-1 0,-1 0 0,0-1 0,-1 0 1,0-2-1,-1 0 0,0-1 0,-1 0 0,0-1 0,-1-1 0,0-1 0,0-1 0,0-1 1,-1 0-1,0-1 0,-31 1 0,-34-4-2026,53-1-3328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20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 12934,'0'0'6739,"-53"207"-5458,53-97-433,0 12-80,0-12-319,0-22-289,0-35-160,0-28-32,7-25-497,4 0-1055,-11-40-2178,0-20-4866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21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11109,'0'0'3730,"191"53"-2161,-76 7-625,7 18-96,-3 23-271,-11 21 31,-31 41-448,-46 38-112,-31 47-48,-38 41-128,-60 9-1329,-13-3 1,-11-38-561,3-46-1121,7-61-3281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29.2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 4978,'0'0'7388,"-12"0"-6668,-53 0 2092,66 0-2460,574 35 2041,-549-33-2350,-15-1-8,178 11 527,-189-12-412,-7-41-14493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29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 5859,'0'0'4522,"3"-3"-3989,7-10-356,-10 13-153,0-1 0,1 1 0,-1-1-1,0 1 1,1 0 0,-1-1 0,0 1 0,1 0 0,-1-1-1,0 1 1,1 0 0,-1 0 0,1-1 0,-1 1 0,0 0-1,1 0 1,-1 0 0,1 0 0,-1-1 0,1 1-1,-1 0 1,1 0 0,-1 0 0,1 0 0,-1 0 0,0 0-1,1 0 1,-1 0 0,1 0 0,-1 1 0,1-1 0,-1 0-1,1 0 1,-1 0 0,0 0 0,1 1 0,-1-1 0,1 0-1,-1 0 1,0 1 0,1-1 0,-1 0 0,0 1-1,1-1 1,-1 0 0,1 2 0,4 12 265,0 0-1,0 0 1,-2 1-1,1-1 1,-2 1 0,1 25-1,1-10 0,11 491 2134,-17-362-2305,2 71-258,7-259-4093,0-25-1950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30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98 1361,'0'0'2977,"0"-6"-2734,0-26 570,0 4 1882,-2-4 203,1 37-1970,-3 53-112,-1 225 163,6-172-680,3 554 784,-5-651-1083,2 22 43,-1-36-47,0 1 0,0 0 0,0 0 0,0 0 0,0-1 0,1 1-1,-1 0 1,0 0 0,0-1 0,1 1 0,-1 0 0,1-1 0,-1 1-1,0 0 1,1-1 0,-1 1 0,1 0 0,0-1 0,-1 1 0,1-1-1,-1 1 1,1-1 0,0 1 0,0-1 0,-1 0 0,1 1 0,0-1 0,-1 0-1,1 0 1,0 1 0,0-1 0,1 0 0,-2 0-23,1 0 0,-1 0 1,1 0-1,-1 0 0,0-1 1,1 1-1,-1 0 0,0 0 0,1 0 1,-1 0-1,0-1 0,1 1 1,-1 0-1,0-1 0,1 1 0,-1 0 1,0 0-1,0-1 0,1 1 0,-1 0 1,0-1-1,0 1 0,0 0 1,1-1-1,-1 1 0,0-1 0,0 1 1,0 0-1,0-1 0,0 0 1,2-16-883,-2 12 440,0-36-3413,0-3-1828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31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1 130 7187,'0'0'4248,"26"-19"-3963,87-60 22,-107 75-265,0 0-1,0 1 1,1 0 0,-1 0-1,1 0 1,0 1 0,-1 0-1,1 0 1,0 1 0,0 0-1,0 0 1,0 0 0,9 1 0,1 0 30,-10 0-47,4-1 23,0 0 0,0 1 0,0 0 0,0 1 0,0 0 0,0 1 0,0 0 0,0 1-1,-1 0 1,17 8 0,4 6 220,-1 2-1,-1 0 1,-1 3-1,27 25 1,-38-31-126,-2 1 1,1 0 0,-2 1-1,0 0 1,-1 1 0,-2 1-1,14 28 1,-19-31-65,0 0 0,-1 0 0,-1 1 0,4 30 0,-4 74 274,-5-90-288,-1 0 0,-2-1 0,-1 1 0,-1-1 0,-2 0 0,-1-1 0,-1 1 0,-2-2 0,-23 44 0,1-9 27,-3-2 0,-3-2 1,-2-2-1,-92 99 0,120-142-87,-2-1 0,1-1-1,-2-1 1,-23 15 0,34-23-8,-1-1 0,1 0 1,-1 0-1,0 0 0,0-1 1,0 0-1,0 0 0,0-1 1,-1 0-1,1 0 0,0-1 1,-1 0-1,1 0 0,0-1 1,-8-1-1,13 1-56,0 1-1,0-1 1,1 0 0,-1 0-1,0 1 1,1-1 0,-1-1-1,1 1 1,-1 0 0,1 0-1,0 0 1,-1-1 0,1 1 0,0-1-1,0 1 1,0-1 0,0 1-1,0-1 1,0 0 0,1 1-1,-1-1 1,1 0 0,-1-2-1,-1-5-429,0 0 0,1 1 0,0-15 0,1 16 104,-1-33-2391,1 5-993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31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32 2785,'0'0'5507,"-3"0"-4584,-15 0 4020,22-9-4145,0 6-748,-1 1 0,1 0 0,0-1 0,1 1 0,-1 1 0,0-1 0,1 1 0,-1 0 0,1 0 0,-1 0-1,8 0 1,58-1 509,-51 2-439,-9 0-53,-1 1 0,1-1 1,0 2-1,-1 0 0,1 0 0,-1 0 0,0 1 0,13 6 0,-18-7-39,1 1 0,-1-1-1,0 1 1,0-1 0,-1 1-1,1 1 1,-1-1 0,1 0 0,-1 1-1,0-1 1,0 1 0,0 0-1,-1 0 1,0 1 0,1-1-1,-1 0 1,-1 1 0,1-1-1,1 9 1,-1-3 34,-1 0-1,-1-1 1,0 1 0,0 0 0,-1 0-1,0 0 1,-1 0 0,0-1 0,-1 1 0,1 0-1,-2-1 1,1 0 0,-2 0 0,1 0-1,-1 0 1,0-1 0,-1 0 0,-8 10-1,-12 10 45,0 0-1,-2-2 1,-42 30-1,64-51-113,-40 27 54,29-20-640,-23 18 0,58-31-1911,-14 0 2341,25-5-67,0 1-1,50-3 0,-59 8 419,-9-1 25,0 1 1,0 1 0,0-1 0,0 2-1,13 2 1,-22-3-151,1 0 0,0 0 0,0 1 0,-1-1-1,1 0 1,-1 1 0,1 0 0,-1-1 0,0 1 0,1 0 0,-1 0-1,0 0 1,0 1 0,-1-1 0,1 0 0,0 1 0,-1-1 0,1 1 0,-1 0-1,0-1 1,0 1 0,0 0 0,0 0 0,0 3 0,1 3 9,-1 0-1,0 0 1,0 0 0,-1 0 0,0 0 0,-1 0 0,1 0 0,-2-1-1,0 1 1,0 0 0,0-1 0,-1 1 0,0-1 0,-1 0 0,0 0-1,0 0 1,-1 0 0,0-1 0,0 1 0,0-1 0,-1-1 0,0 1-1,-1-1 1,-7 6 0,-8 5-34,0 0-1,-1-2 1,0-1 0,-1 0-1,-28 10 1,37-18-239,-1-1 0,1 0 0,-1-1 1,0-1-1,0-1 0,0 0 0,-1-1 1,1 0-1,-32-4 0,43 2-64,-1 0-1,0 0 1,1-1 0,-1 0 0,1 1-1,0-2 1,-1 1 0,1-1 0,-8-5-1,1-2-883,2 0-1,-1-1 0,-12-17 0,22 26 1014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32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11093,'0'0'6131,"198"0"-5331,-86 0-512,10 0-176,-7 0-112,-14 0-48,-21 0-512,-20 7-1409,-22 8-1392,-17 7-1506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55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2 7603,'0'-2'7887,"-2"7"-7700,-5 25 181,2 0 0,-4 58 0,7 66 520,2-100-602,0 460 2246,1-504-2559,0 1 0,6 20-1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56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1 125 7764,'0'0'4687,"23"-20"-4583,9-8-53,38-26-1,-65 51-40,0 0 0,1 0-1,-1 1 1,1 0 0,-1-1-1,1 2 1,0-1 0,0 1-1,0 0 1,0 0 0,0 0-1,-1 1 1,1 0-1,0 0 1,8 2 0,9-1 46,-2-1-10,-7-1 4,0 1 0,1 1 0,-1 0 0,1 0 0,-1 2 0,0 0 0,19 6 0,-5 2 194,-1 2 0,0 0 0,-2 2 0,1 1 0,-2 1 0,43 37 0,-55-41-131,0 0 1,-1 0-1,0 1 0,-1 0 0,0 1 0,-1 0 0,-1 1 0,-1-1 0,0 2 0,-1-1 1,-1 1-1,0 0 0,2 20 0,-2-2 130,-2 0 1,-1 0-1,-4 46 1,0-60-89,-1 0-1,-1 1 1,0-2 0,-2 1-1,0 0 1,-16 32 0,6-22-17,-2 0 0,-1-2 0,-1 0 0,-1-1 0,-2 0 0,-1-2 0,-1-1 0,-33 26 0,39-37-129,0-1 0,-1 0 1,0-1-1,-1-1 0,0-2 0,-1 0 1,0-1-1,0-1 0,-1-1 0,0 0 0,0-2 1,0-1-1,-29 0 0,48-3-4,1 0-59,0 0 0,0 0 0,0 0 0,-1 0-1,1 0 1,0-1 0,0 0 0,0 1 0,-4-3 0,6 2-12,1 0 1,-1 0 0,0 0 0,0 0 0,0 0 0,1 0 0,-1 0 0,0-1 0,1 1 0,-1 0-1,1-1 1,0 1 0,-1 0 0,1-1 0,0 1 0,0 0 0,0-1 0,0 1 0,0-1 0,0 1-1,0-2 1,0-3-385,0 1 0,0-1 0,0 1-1,0-1 1,1 1 0,0-1-1,0 1 1,1 0 0,0-1 0,0 1-1,0 0 1,5-9 0,14-18-6062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3:56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10725,'0'0'5376,"30"1"-5096,95 6 48,-118-7-247,0 0-1,0 1 1,0 0-1,0 1 1,0-1-1,0 1 1,-1 1-1,1-1 1,-1 1 0,1 0-1,10 8 1,-10-7 32,-4-1-39,1-1 0,0 1-1,-1 0 1,0 0-1,0 1 1,0-1 0,0 1-1,0-1 1,-1 1-1,1 0 1,-1 0-1,0 0 1,0 0 0,-1 1-1,1-1 1,-1 0-1,0 1 1,0-1 0,0 1-1,-1-1 1,1 1-1,-1-1 1,-1 7-1,0-2 53,0 1-1,-1 0 0,-1-1 0,0 1 0,0-1 0,0 0 0,-1 0 1,-1 0-1,-10 16 0,-89 106 779,1-3-536,101-125-340,0 0-1,0 0 1,0 0-1,0 0 0,1 0 1,-1 0-1,1 0 0,0 0 1,0 1-1,0-1 1,1 1-1,-1-1 0,1 5 1,0-7-18,0 1 0,1-1 0,-1 0 1,1 1-1,0-1 0,-1 0 1,1 0-1,0 0 0,0 1 0,-1-1 1,1 0-1,0 0 0,0 0 1,0 0-1,1 0 0,-1-1 0,0 1 1,0 0-1,0 0 0,1-1 1,-1 1-1,0-1 0,0 1 0,1-1 1,-1 0-1,1 1 0,-1-1 1,0 0-1,1 0 0,-1 0 0,3 0 1,21 2-20,0-1 0,0-1 0,1-1 1,-1-1-1,0-1 0,0-2 0,0 0 0,-1-2 1,31-12-1,-41 13-221,10-4-455,27-8 0,-43 16-233,1 0 0,-1 1 0,0 0 0,10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4:21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13 9716,'0'0'5347,"-14"-2"-4280,-44-6-379,43 6 404,21 3-756,9 5-247,0 0 1,0 1 0,-1 0-1,14 10 1,849 461 804,-284-169-697,52 26-56,-347-156-7,-291-176-114,-20-5 67,10 2-88,-1 1 0,1-1 1,-1 1-1,1 0 1,0 0-1,-1 0 0,1 0 1,0 1-1,0-1 1,0 1-1,0 0 1,0 0-1,0 0 0,1 0 1,-1 0-1,1 1 1,-1-1-1,1 1 1,0-1-1,0 1 0,0 0 1,0 0-1,0 0 1,1 0-1,-1 0 0,0 6 1,-4 8 3,0 1 0,2 0 0,-4 31 0,7-42 9,-10 105 159,7 179 1,5-169-115,33 277 45,-9-190-138,-5 64 33,6 66 14,45 540-683,-18-412 299,-15-168 213,-19 270 120,-19-464 40,-2-60 9,-2 1 0,-16 68 1,4-24-70,16-89 33,0-1 0,0 0 0,0 1 0,0-1 0,0 0 0,0 1 0,0-1 0,0 1 0,0-1 0,0 0 0,0 1 0,0-1 0,0 0 0,-1 1 0,1-1 0,0 1 0,0-1 0,0 0 1,0 1-1,-1-1 0,1 0 0,0 1 0,0-1 0,-1 0 0,1 0 0,0 1 0,0-1 0,-1 0 0,1 0 0,0 1 0,-1-1 0,1 0 0,0 0 0,-1 0 0,1 0 0,0 0 0,-1 1 0,1-1 1,-1 0-1,1 0 0,0 0 0,-1 0 0,1 0 0,0 0 0,-1 0 0,1 0 0,-1 0 0,1 0 0,0-1 0,-1 1 0,1 0 0,-1 0 0,0-1-90,-1-1 0,1 1 0,-1 0 0,1-1 0,0 1 0,0 0 0,0-1 0,0 0 0,0 1 0,-2-4 0,-3-11-1031,0 0-1,-6-26 1,1-18-2955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4:23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 7475,'0'0'4293,"29"7"-3645,98 20-418,-106-23-209,0-2-1,0 0 1,36-2 0,-21-1 0,221-1 1215,332 7-373,-259 0-652,167 12 181,-290 6 129,254 14 71,317-37-493,-282-42 80,-169 7 55,477 9-251,-737 26 31,327-1 0,-335 4 17,92 16 0,-88-9-24,67 2 1,488-12 16,-197-42-35,-189 12 9,254 2-162,-18 24 1924,-428 4-1243,-42 1-505,0-1 0,0 1 0,0-1 1,0 1-1,0 0 0,0-1 0,0 1 0,0 0 0,0 0 1,0 0-1,1 1 0,-1-1 0,0 0 0,1 1 1,-1-1-1,1 1 0,-1 0 0,1-1 0,0 1 0,0 0 1,0 0-1,-2 3 0,-2 5 25,0 1 0,-6 20 1,11-28-33,-15 54 50,3 1 0,-8 95 0,10-62-25,-12 104-9,-50 304-10,40-336 5,6 2 0,-7 290 0,32-139-4,3 347 27,8-532-49,46 223 0,0-17-26,-46-245 42,15 180 14,-9 98-73,-14-156 190,-3-109-197,1-104 18,-1-37-6025,-2 9 174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4:25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50 2881,'0'0'6657,"-1"-2"-6158,1 1-411,0 1 1,-1 0 0,1-1-1,0 1 1,0-1 0,0 1-1,0 0 1,0-1-1,0 1 1,0 0 0,0-1-1,0 1 1,0-1 0,0 1-1,0 0 1,0-1 0,0 1-1,0-1 1,1 1 0,-1 0-1,0-1 1,0 1 0,0 0-1,1-1 1,-1 1 0,0 0-1,0 0 1,1-1 0,-1 1-1,0 0 1,1-1-1,15 0 2073,-13 1-2660,21 1 770,1 2 0,44 10 0,-6 0-68,180 17-32,-97-6-137,-29-3-9,32-8 106,195-8 0,-203-6 4,396-8 497,-374 9-405,200-2 43,-125-19-209,-1 0-48,572 16 192,-463 6-36,-91 9-51,-51 0 65,260 10 407,-156-17-545,13 0-23,-141-1-22,-99-2 13,49-10-33,1 1-19,-17 9 12,239-7 65,-29 3-33,-188 5 38,-100 1-46,46 7 0,-47-4 7,46 1 1,101-6 59,-171-1-61,0 0 0,-1-1 0,1 0 1,14-5-1,11-2-3,-1-1 26,-25 7-21,0 1 1,-1 0-1,1 0 1,16-1-1,-25 3 51,0 1 0,0-1 0,0 0 0,-1 0 0,1 0 0,0 0 0,0-1 0,0 1-1,0 0 1,-1 0 0,1 0 0,0-1 0,0 1 0,0 0 0,-1-1 0,1 1 0,0-1 0,-1 1 0,1-1 0,0 1 0,-1-1 0,1 1 0,-1-1 0,1 0 0,0 1 0,-1-1-1,0 0 1,1 1 0,-1-1 0,1 0 0,-1-1 0,0 1-172,0-1 0,0 1 1,0-1-1,0 1 0,0-1 0,-1 1 0,1-1 0,0 1 1,-1 0-1,0-1 0,1 1 0,-1-1 0,0 1 0,1 0 0,-1 0 1,0-1-1,0 1 0,-2-1 0,-27-23-3680,-16-7-3992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4:27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0 170 5907,'0'0'4829,"18"-4"-4042,5-1-588,4-1 127,45-16 0,-42 12 167,1 2 0,1 1 1,40-3-1,99 1 711,308 7 114,-248 3-1134,432 9 464,-546-11-650,430 14 877,-158-6-596,-254-8-185,561-2 138,-430-15-177,-1-22 8,-164 24-55,163-8-5,0 23 4,94-6-1,-18 0 3,-259 7-2,4 5-32,159 28 0,-153-17-23,125 6-1,55 7 53,-131-9-69,214-7 73,-324-13-16,117-9-42,-37 0-18,-58 8 58,-24 1 66,48-6 0,29-6 773,-55 5-832,0 1-1,76 3 1,-418 3-5018,186 0-110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4:28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29 4578,'0'0'6547,"-9"-5"-5832,-28-14-8,27 15 854,13 4-1703,0 0 161,-1 1 0,1-1 0,0 1-1,-1 0 1,1 0 0,-1 0-1,1 0 1,-1 0 0,0 1-1,0-1 1,1 1 0,-1 0 0,0-1-1,0 1 1,0 0 0,0 0-1,-1 0 1,1 0 0,-1 1-1,1-1 1,-1 0 0,0 1 0,2 2-1,2 8 51,1 1 0,-2 0 0,5 18-1,-7-23-23,6 37 153,-1 0 0,-3 0 0,-2 1-1,-4 52 1,1-19 45,1 107 241,-17 683 812,-15-30-1168,33-707-114,-12 412-1,7-310 49,4-154-52,2-44-15,13 69 0,0 4 15,-7 473-38,-9-361 90,0-188-56,1 1 3,0 0 0,11 65-1,-7-69 107,-1 1 0,-1 0 0,-3 34 1,0-12 304,1-53-279,0-2-40,0-31-104,1 0-1103,-2 0 1,-1 0-1,-8-41 0,-6 8-3408,-5 2-3804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4:30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3666,'0'0'4138,"2"3"-3557,6 10-47,-1-1 0,0 1-1,0 0 1,6 21 0,15 61 996,-19-46-1316,-3 1 0,-1-1-1,-3 81 1,-2-107-161,6 496 960,-5-142-614,-1-207-85,-16 43 182,0-41-296,11 152 265,-20 261-39,16-290-307,10-198-65,6 87-1,0-2-36,-4 951 783,-2-1133-779,-1 0-1,0 0 0,1 0 1,-1 0-1,1 0 1,-1 0-1,0 0 0,1 0 1,-1 0-1,0 0 1,1 0-1,-1 0 0,0 0 1,1 0-1,-1-1 1,0 1-1,1 0 1,-1 0-1,0 0 0,1 0 1,-1-1-1,0 1 1,0 0-1,1 0 0,-1-1 1,0 1-1,0 0 1,1-1-1,-1 1 0,0 0 1,0-1-1,0 1 1,0 0-1,0-1 1,1 1-1,-1 0 0,0-1 1,0 1-1,0-1 1,2-13-36,0-1 1,0-27 0,-2 29-660,1 0 0,-1 1 0,2-1 0,0 0-1,6-19 1,8-2-3050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4:31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3362,'0'0'9020,"8"2"-7924,-6 2-1013,0 0 0,0 0-1,0 0 1,-1 0 0,1 1-1,-1-1 1,0 1 0,-1-1-1,1 1 1,-1-1 0,0 5-1,2 6 108,9 128 545,-4-25-440,19 349 737,7 59-554,-4-115-191,-28 1-239,-3-197-39,2-98-7,10 349 12,-5-140-14,-6-199 0,0-93 8,-12 62 0,-1 2 5,2 618 13,14-468-22,-2-179-2,6 232 17,-5-259-16,0-53-646,-1 8 423,1 0-1,-1 0 1,0 0 0,0 0 0,0 0 0,0-1 0,-2-4 0,-13-28-2723,-9-9-3670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4:33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180 147 6851,'0'0'8559,"0"-7"-7866,0-27 399,-5 34-647,2 0-420,0 1 1,0-1-1,0 1 0,0 0 1,0 0-1,0 0 0,0 1 0,0-1 1,0 0-1,1 1 0,-1 0 1,1 0-1,-1 0 0,1 0 0,0 0 1,0 0-1,-4 5 0,-4 7 19,0 0 0,-9 17 0,7-10 60,1-3-13,1 1-1,2 0 1,0 1 0,1-1-1,0 1 1,2 1 0,0-1-1,-2 34 1,3 3 447,8 110 0,-1-140-403,0 0 1,2-1-1,1 0 1,1 0 0,15 37-1,-13-43 23,0 0-1,2-1 0,0 0 1,1-1-1,0-1 1,2 0-1,20 21 1,-25-31-69,-1 0 0,1 0 1,0-1-1,1 0 1,0 0-1,0-1 1,0-1-1,0 0 1,1 0-1,0-1 1,-1 0-1,18 2 0,-18-4-53,0 0 0,-1-1 0,1 0 0,-1-1 0,1 1 0,-1-2 0,1 0 0,-1 0 0,0 0 0,0-1 0,0-1 0,0 0 0,0 0 0,15-10 0,-12 5-42,-1-1 0,1 0 0,-1-1 0,-1 0 0,0 0 0,-1-2-1,0 1 1,-1-1 0,0 0 0,-1 0 0,0-1 0,-1 0 0,-1-1 0,5-21 0,-2-4-136,-1 0 0,-3 0 0,-1 0 0,-4-54 0,0 76 121,-1 1 0,0-1 0,-2 1-1,0 0 1,-1 0 0,-1 0 0,0 0 0,-10-16-1,-11-17 16,-40-53-1,65 100 6,-89-122 8,76 107-17,0 0 0,-2 1 0,0 1 0,-30-22 0,41 34-11,-1 0 0,0 1 1,1 0-1,-14-4 0,18 6-26,-1 0-1,1 0 1,-1 1 0,1-1 0,-1 1-1,0 0 1,1 0 0,-1 0-1,0 0 1,1 0 0,-1 0 0,0 1-1,1-1 1,-1 1 0,1 0 0,-1 0-1,-2 1 1,0 3-289,0-1 0,1 1 1,-1 0-1,1 1 0,1-1 0,-1 1 0,1 0 1,-1 0-1,-3 11 0,2-7-340,-22 48-3790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4:34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1 404 14375,'0'0'2129,"15"-36"-2068,53-117-242,-42 92-294,-11 29-850,19-65 0,-31 85 978,1-1 1282,2 30 422,58 374 3362,-29 12-3303,-20-216-1375,1-50-158,-15-129-7,0-4-115,-1-57-8672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4:35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 4898,'0'0'8823,"-20"13"-7991,-62 44-247,79-54-538,0-1 1,0 0-1,0 1 1,0 0-1,0 0 0,0 0 1,1 0-1,-1 0 1,1 1-1,0-1 1,0 1-1,0-1 1,1 1-1,-1 0 1,1 0-1,0 0 1,0 0-1,0 0 1,1 0-1,-1 0 1,1 6-1,-1 2 98,-3 82 985,8 98 0,-2-160-829,2 1 0,0-1 1,3 0-1,10 32 0,-11-45-61,1 0 1,1 0 0,1-1-1,0 0 1,2 0 0,0-1-1,21 25 1,-27-36-152,1-1 1,-1 0-1,1 0 0,0-1 1,1 1-1,-1-1 0,1 0 1,0-1-1,0 0 0,12 4 1,-14-5-70,-1-1 0,1 0 0,0-1 0,0 1 0,-1-1 0,1 0 0,0 0 0,0 0 0,0-1 0,-1 1 0,1-1 0,0-1 0,-1 1 0,1 0 0,-1-1 0,1 0 0,-1 0 0,6-4 0,-2-1-33,-1 1 0,0-1 0,0 0-1,-1 0 1,0-1 0,0 0-1,-1 0 1,0 0 0,7-16 0,2-9-435,13-45 1,-19 48 10,-1-1 1,-1 1-1,1-34 0,-2-94-785,-5 152 1223,0-1 0,0 1 0,-1-1 0,0 1 0,0-1-1,-1 1 1,1 0 0,-1-1 0,-1 1 0,1 0 0,-1 0 0,0 1 0,-1-1 0,1 0 0,-1 1 0,0 0 0,0 0 0,-1 0 0,1 1-1,-1-1 1,0 1 0,-11-7 0,8 6 70,0 0 0,-1 1 0,1 0 0,-1 0 0,0 1 0,0 0 0,0 0 0,-1 1 0,1 0 0,-1 1 0,1 0 0,-1 0 0,1 1 0,-18 2 0,24-1-55,0-1 1,0 1-1,0-1 1,1 1-1,-1 0 1,0 0 0,1 0-1,-1 0 1,1 1-1,-1-1 1,1 1-1,-4 2 1,5-3-360,0 0 1,0 0-1,1 0 1,-1 0-1,1-1 0,-1 1 1,0 0-1,1 0 1,-1 0-1,1 0 1,0 0-1,-1 1 0,1 0 1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4:35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6707,'0'0'7057,"6"-9"-6124,17-27-79,-17 27 2895,-7 10-3421,-5 14-259,0-1 1,2 1 0,-1 0 0,2 0-1,0 0 1,1 0 0,0 1 0,1 18-1,1-28-48,-2 145 443,2-99-146,0-15 84,1-1 1,11 64-1,-10-90-318,1 1 0,0-1-1,0 0 1,1 1 0,0-2 0,0 1-1,1 0 1,1-1 0,0 0-1,0 0 1,0-1 0,1 0 0,16 15-1,-17-19-66,1 0 0,-1-1-1,1 0 1,0 0-1,0-1 1,0 0 0,0 0-1,0 0 1,0-1-1,1 0 1,-1 0 0,0-1-1,1 0 1,-1 0-1,0-1 1,1 0 0,-1 0-1,0-1 1,0 0-1,0 0 1,0-1 0,0 0-1,0 0 1,-1 0-1,1-1 1,8-6 0,-4-1-155,0-1 0,-1 0 0,0 0 1,-1-1-1,0 0 0,-1 0 1,-1-1-1,0 0 0,0-1 0,-2 1 1,5-19-1,-3 7-318,-2 0 0,0 0 0,-2-1 0,-1 0 0,-3-48 0,1 70 419,-1 0 0,0 0 0,0 0-1,-1 0 1,1 0 0,-1 1 0,0-1 0,0 0 0,0 1 0,-1 0 0,0-1-1,0 1 1,-4-5 0,0 2 42,0 0-1,-1 1 0,0 0 1,0 0-1,0 1 1,-12-7-1,-7 0 195,-1 1 0,0 1 0,-45-9 0,22 4 42,47 13-420,-1 1 0,1-1 0,0-1 0,-1 1 1,1 0-1,0-1 0,1 0 0,-6-5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4:36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69 4322,'0'0'9284,"-5"0"-8545,1-1-666,1 1 0,-1-1 0,0 1-1,1 0 1,-1 0 0,0 0 0,1 1 0,-1-1-1,0 1 1,1 0 0,-1 0 0,1 0 0,-1 1-1,1-1 1,0 1 0,-1 0 0,1 0 0,0 0-1,0 0 1,-3 3 0,-2 4 44,0 1-1,1 0 1,0 0 0,1 0 0,0 1 0,0-1-1,1 2 1,0-1 0,1 0 0,1 1-1,-4 16 1,2 7 294,1 1 0,2 56-1,2-58 38,1 0 0,2 0 0,14 63 0,-12-80-270,0-1 0,1 0 0,1 0 0,0 0 0,1-1 0,0 0 0,2-1 0,0 0 0,19 22 0,-23-30-107,1 0 0,-1-1 0,1 1 0,0-1-1,1-1 1,-1 1 0,1-1 0,0-1-1,0 1 1,0-1 0,1-1 0,-1 1-1,1-1 1,-1-1 0,1 0 0,0 0 0,-1-1-1,15-1 1,-16 1-66,0-1-1,0-1 1,0 1 0,0-1-1,-1-1 1,1 1 0,-1-1-1,1 0 1,-1-1 0,0 1-1,0-1 1,0 0 0,-1-1-1,1 0 1,-1 1 0,0-2-1,7-9 1,0-1-162,0 0 0,-2-1 1,0-1-1,-1 0 0,9-24 1,-10 18-393,-1-1 1,-1 0-1,-2 0 1,0-1 0,-2 1-1,-1-1 1,0 1-1,-6-41 1,4 59 539,-1 1 0,0-1-1,0 1 1,0 0 0,-1 0-1,0 0 1,0 0 0,-1 1 0,1-1-1,-1 1 1,0 0 0,-1 0 0,1 0-1,-1 0 1,0 1 0,0 0 0,-1 0-1,1 0 1,-1 1 0,-11-6 0,-5-1 170,-1 1 0,-1 1 0,0 1 0,-29-4 0,49 10-111,1 0-1,-1 1 1,1-1-1,-1-1 1,1 1 0,-1 0-1,1-1 1,0 0 0,0 0-1,0 0 1,0 0-1,-4-3 1,5 2-46,0 1-1,1-1 1,-1 0-1,0 1 1,1-1 0,0 0-1,0 0 1,0 0-1,0 0 1,0 0 0,0 0-1,1-1 1,0 1-1,0-5 1,-1-102-4929,1 80 80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4:36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7988,'0'0'6419,"17"220"-4210,-6-116-625,-4-1-527,-4-9-561,4-18-432,3-29-64,1-22-288,3-19-1809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4:37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 6531,'0'0'6216,"3"-5"-5666,11-19 167,-14 33 108,1 141 701,40 289 0,-39-431-1521,-2-2 38,1 0-1,1 0 0,-1-1 1,1 1-1,3 6 0,-5-11-66,1 0-1,0 0 1,0 1-1,-1-1 1,1 0-1,0 0 1,0 0 0,1 0-1,-1 0 1,0 0-1,0 0 1,0 0-1,1-1 1,-1 1-1,0 0 1,1-1-1,-1 1 1,0-1-1,1 1 1,-1-1 0,1 0-1,-1 0 1,1 1-1,2-1 1,-3 0-139,1 0 0,-1 0 0,0 0 1,1 0-1,-1-1 0,0 1 0,1 0 0,-1 0 1,0-1-1,1 1 0,-1-1 0,0 1 1,0-1-1,0 0 0,0 1 0,1-1 0,-1 0 1,0 0-1,1-1 0,0-1-547,0 0-1,-1 0 1,0 0 0,1 0-1,-1 0 1,1-6 0,1 1-1568,3-10-4755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4:37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14 816,'0'0'12574,"0"-3"-11515,-1 3-1014,1 0-1,0-1 1,0 1-1,0 0 1,0-1-1,0 1 1,0 0-1,0-1 1,0 1-1,0 0 1,0-1-1,0 1 1,0 0-1,0-1 1,0 1-1,0 0 1,0-1-1,0 1 1,0 0-1,0 0 0,1-1 1,-1 1-1,0 0 1,0-1-1,0 1 1,0 0-1,1 0 1,-1-1-1,0 1 1,0 0-1,1 0 1,-1 0-1,0-1 1,0 1-1,1 0 1,-1 0-1,0 0 1,1 0-1,-1 0 1,0-1-1,1 1 1,-1 0-1,0 0 1,1 0-1,0 1 1,0 0 0,0 0 0,0 1 0,0-1 0,0 0 0,0 0 0,0 1 0,0-1 0,-1 0 0,1 1-1,0-1 1,-1 1 0,0-1 0,1 3 0,18 75 842,-3 1 0,8 133 1,-14-108-644,-9-91-258,5 33 82,-5-45-91,-1 0-1,0 0 1,1 0 0,0 0 0,0 0 0,-1 0 0,1 0 0,0 0 0,1 0 0,-1-1-1,0 1 1,0 0 0,1-1 0,-1 1 0,1-1 0,2 3 0,2-2-502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4:38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8180,'0'0'6128,"2"2"-5864,2 9-104,0 1-1,-1-1 1,0 0 0,-1 1-1,0 0 1,-1-1 0,0 19-1,2 8 165,8 354 1779,-12-287-1867,1-104-250,0 0-1,0 1 1,1-1-1,-1 0 1,0 0-1,0 0 1,0 0-1,1 0 1,-1 0-1,1 0 0,-1 0 1,1 0-1,-1 0 1,1 0-1,-1 0 1,1-1-1,0 1 1,0 0-1,-1 0 1,1-1-1,1 2 0,-1-2-57,-1 0-1,1 1 0,0-1 0,-1 0 0,1 0 0,-1 0 0,1 0 0,0 0 1,-1 0-1,1 0 0,0 0 0,-1 0 0,1 0 0,0 0 0,-1 0 0,1-1 0,-1 1 1,1 0-1,0 0 0,-1-1 0,1 1 0,-1 0 0,1-1 0,-1 1 0,1 0 1,-1-1-1,1 1 0,-1-1 0,0 1 0,1-1 0,-1 1 0,1-1 0,-1 1 1,0-1-1,0 0 0,1 1 0,-1-2 0,7-20-3094,-3-6-2030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4:39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80 4466,'0'0'8807,"-18"-15"-5622,15 14-3090,1 0 0,-1 0 0,1 1 0,-1 0 1,1-1-1,-1 1 0,1 0 0,-1 0 0,0 0 0,1 0 0,-1 1 0,1-1 0,-1 1 0,1 0 0,-1-1 0,1 1 0,0 0 0,-4 2 0,3 0-47,0-1 0,0 1 0,0-1 1,1 1-1,-1 0 0,1 0 0,0 0 0,0 0 0,0 0 0,0 1 0,-2 4 0,-1 8 18,1 0 1,0 0 0,0 0-1,-1 27 1,1 126 1036,4-120-763,0-25-62,2 0-1,0 0 1,1 0-1,11 35 1,-11-46-136,1-1 1,1 0 0,0 0-1,1-1 1,0 0-1,1 0 1,0 0 0,1-1-1,0 0 1,11 11-1,-15-18-103,1 1 0,-1 0 0,1-1 0,0 0 0,0 0 0,0-1 0,0 1 0,0-1 0,1 0 0,-1 0 0,1-1 0,-1 0 0,1 0 0,0 0 0,-1-1 0,1 1 0,0-1 0,7-1 0,-6-1-23,0 1 1,0-1-1,0 0 1,0 0-1,0-1 1,0 1-1,-1-2 1,0 1-1,1-1 1,-1 0-1,0 0 1,-1-1-1,11-9 1,6-13-309,-1 0 1,-1-2 0,-1 0 0,-1-1 0,-2-1 0,-1 0 0,-2-1 0,19-65 0,-27 75 112,-1-1 0,0 0 0,-2 0 1,0 0-1,-4-45 0,1 63 237,0 0 0,0 0-1,-1 0 1,1 0-1,-1 0 1,0 1 0,-1-1-1,1 1 1,-1-1 0,0 1-1,0 0 1,0 0 0,0 0-1,-1 1 1,1-1 0,-1 1-1,0 0 1,0 0 0,-1 0-1,1 0 1,-7-2 0,1 0 133,-1 0 0,1 1 1,-1 0-1,0 1 0,-1 0 1,1 1-1,0 1 1,-21-2-1,-78 3 281,108 0-529,0 0 0,0-1 0,0 1-1,0 0 1,1-1 0,-1 1 0,0-1 0,0 0-1,1 0 1,-1 0 0,0 1 0,1-1 0,-1-1-1,1 1 1,0 0 0,-1 0 0,1 0 0,0-1 0,-2-1-1,0-2-801,1 1 0,0-1 0,0 1 0,0-1 0,-1-7 1,-2-5-4773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4:40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82 3073,'0'0'9736,"0"-13"-9286,0-55 3403,0 69-3504,3 53 24,3-1 0,1 0 0,17 57-1,2 16 488,9 119 540,-33-231-1324,0-1-1,1 0 0,7 20 1,-9-30-111,-12-15-4706,8 8 4066,-29-37-7099,15 17 173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4:40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0 101 7860,'0'0'6443,"16"-17"-6089,55-47-106,-68 61-229,0 1 0,0 0-1,0 0 1,0 1-1,1-1 1,-1 1-1,0-1 1,1 1 0,-1 0-1,1 1 1,-1-1-1,1 0 1,-1 1-1,1 0 1,0 0-1,-1 0 1,1 0 0,4 1-1,8 0 131,-2 0-1,0 1 1,0 0-1,0 1 0,0 0 1,0 1-1,-1 1 0,0 0 1,0 1-1,23 13 0,-15-6 24,0 2 0,0 0 0,-2 1 0,31 32-1,-45-42-132,-1 0 0,1 0 0,-1 0 0,0 1 0,-1-1 0,0 1 0,0 0 0,0 0 0,-1 1 0,0-1 0,2 12 0,-2-3 59,-1 0 0,-1 0 0,0 0 0,-4 23 0,2-27-53,-2 0 0,1 0 0,-1 0 0,-1 0 0,0-1 0,-1 0 0,-9 14 0,-5 13 14,-69 175 457,65-152-176,19-46-258,-2-1 0,0 0-1,-1-1 1,-12 17 0,19-48-4861,1-14 164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4:41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88 7443,'0'0'5558,"3"-20"-2093,0 15-3390,0 1 1,0 0-1,1 0 0,-1 0 0,1 0 0,0 0 0,0 1 0,0-1 1,1 1-1,-1 0 0,1 0 0,-1 1 0,1 0 0,0-1 1,0 2-1,8-3 0,3 0 54,0 1-1,0 1 1,0 1-1,20 0 1,-34 1-97,1 0 0,-1 0 0,0 1-1,0-1 1,1 0 0,-1 1 0,0 0 0,0-1 0,0 1 0,0 0-1,0 0 1,0 0 0,0 1 0,0-1 0,0 0 0,0 1 0,-1-1-1,1 1 1,-1-1 0,1 1 0,-1 0 0,1 0 0,-1 0-1,0 0 1,0 0 0,0 0 0,0 0 0,0 0 0,-1 0 0,2 2-1,0 8 118,0-1 0,0 0 0,-1 0 0,-1 20 0,0-28-133,-1 7 48,0 0-1,0 0 1,-1-1 0,0 1 0,-1-1 0,0 1 0,0-1 0,-1 0 0,0 0 0,-1-1 0,0 1 0,-11 13 0,-12 24 41,26-39-81,21-6-771,9-2 522,-13 0 219,0 1-1,0 0 0,-1 1 0,1 1 1,17 4-1,-29-6 21,0 1 0,0 1 0,1-1-1,-1 0 1,0 1 0,-1-1 0,1 1 0,0 0 0,0 0 0,-1 0 0,1 0 0,-1 1 0,0-1 0,1 1 0,-1-1 0,0 1 0,-1 0 0,1 0-1,0 0 1,-1 0 0,0 0 0,1 0 0,-1 0 0,0 0 0,-1 1 0,1-1 0,-1 0 0,1 6 0,0-4-4,-1 0 1,1 0-1,-1 0 1,0 0 0,-1 0-1,1 0 1,-1 0-1,0 0 1,0 0-1,-1-1 1,1 1 0,-1 0-1,0-1 1,0 1-1,-1-1 1,1 1-1,-1-1 1,0 0 0,0 0-1,0-1 1,-1 1-1,1-1 1,-1 1-1,0-1 1,0 0 0,-5 2-1,-14 12 65,-49 24-1,62-37-124,0 1 0,0-1 0,-1-1 0,1 0 0,-1 0 0,0-1 0,-21 1 0,30-3-92,0 0-1,-1 0 0,1 0 0,0 0 0,0 0 0,0-1 0,0 1 0,0-1 1,0 1-1,0-1 0,1 0 0,-1 0 0,0 0 0,0 0 0,0 0 1,1 0-1,-1 0 0,-1-2 0,1 0-308,0 0-1,0 0 1,1 0 0,-1 0 0,1 0-1,0 0 1,0 0 0,0 0 0,0 0-1,0-6 1,-3-36-8198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4:42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 5763,'0'0'6843,"0"-3"-6491,0-10-164,0 30 147,3 21 367,2 0 1,1-1-1,23 71 1,-12-46 0,14 73 667,-13-52-131,33 94 0,-50-175-1237,8 13-23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4:42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 4066,'0'0'3033,"32"-6"-2230,102-16-133,-124 20-569,0 1 0,1 0-1,18 2 1,-25-1-38,0 1-1,0 0 1,-1 0-1,1 1 1,0-1-1,4 3 1,3 2 136,10 3 389,0 1 0,-1 1 0,-1 1 0,22 16 0,-34-22-453,0 0 0,-1 0 0,0 1 0,0-1 0,-1 1 0,0 0 0,0 1 0,-1-1 0,1 1 0,-2 0 0,1 0 0,-1 1 0,0-1 0,1 10 0,1 15 267,-1 2 0,-1-1 0,-2 0-1,-5 55 1,1-70-257,-1 0-1,0 0 0,-2 0 0,0 0 0,-11 22 1,-3-1 300,-30 46 0,31-58-114,-2 1-1,-46 45 1,64-72-312,3-1-17,-1-1-1,1 0 1,-1 1 0,1-1 0,-1 1-1,1-1 1,-1 1 0,1-1-1,-1 1 1,1-1 0,-1 1 0,1-1-1,0 1 1,-1 0 0,1-1-1,0 1 1,-1 0 0,1-1 0,0 1-1,0 0 1,0-1 0,0 1-1,0 0 1,0-1 0,0 1-1,0 0 1,0 0 0,0 1-69,14-27-8670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4:43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 4738,'0'0'8476,"21"-4"-7873,67-15-192,-79 17-277,0 1 1,-1-1 0,1 2-1,14 0 1,-10 0 176,-10 0-224,0 0-1,0 1 1,0-1-1,0 1 0,-1-1 1,1 1-1,0 0 1,-1 0-1,1 0 1,0 0-1,-1 1 0,1-1 1,-1 1-1,0-1 1,0 1-1,1 0 0,-1 0 1,0 0-1,0 0 1,-1 0-1,1 0 1,0 1-1,-1-1 0,1 1 1,0 2-1,0 0-4,0-1 0,-1 0-1,0 1 1,0-1 0,0 1-1,-1-1 1,1 1 0,-1 0-1,0-1 1,0 1 0,-1-1-1,1 1 1,-1 0 0,0-1-1,-3 9 1,-1-5 22,1 1-1,-1-1 1,0 0-1,-1-1 1,0 1-1,0-1 1,-1 0 0,-14 11-1,-64 44 91,82-60-194,-13 7 2,-4 3 13,16-8-28,7-2-29,60-1-355,85-3 1109,-117 0-5016,36-8-1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4:43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6131,'0'0'8062,"0"-3"-7688,11 228 2654,-2-132-2493,27 266 2102,-34-341-2500,1 0 1,1-1-1,11 32 0,-9-39-1518,-4-49-10406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4:44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9428,'0'0'3517,"36"-2"-2621,120 1-280,-148 2-554,0-1 0,-1 1-1,1 1 1,-1-1 0,1 1-1,-1 1 1,0-1 0,0 1 0,0 0-1,0 1 1,0 0 0,-1 0-1,1 0 1,-1 1 0,9 9-1,-3-3 115,2 0 13,-1 1 0,0 1 0,-1 0-1,0 1 1,-1 0 0,-1 1-1,0 0 1,-1 0 0,-1 1-1,0 1 1,-1-1 0,-1 1-1,-1 0 1,0 0 0,-1 1-1,-1-1 1,1 35 0,-3-18 208,-3 37 0,0-59-305,0 1 0,0-1 0,-1 0 0,-1 0 0,0 0 0,-8 15 0,-83 138 466,74-134-493,-2-1-1,-1 0 1,-28 26-1,45-51-161,-28 26 380,33-29-413,-1 0 1,1-1-1,-1 1 1,0-1-1,1 1 1,-1-1-1,0 0 1,0 0-1,0 0 1,0-1-1,-6 1 0,5-27-9274,4-1-1094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4:44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0 217 7091,'0'0'0,"7"-170"-5666</inkml:trace>
  <inkml:trace contextRef="#ctx0" brushRef="#br0" timeOffset="1">0 217 6131,'21'-217'4242,"-21"270"-1217,4 20-928,-4 18-272,3 9-416,1 1-369,-1-14-720,1-11-320,-1-23-112,-3-18-2865,0-13-6323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4:51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0 412 12806,'0'0'3716,"23"-31"-2865,75-103-856,42-62-2324,-134 187 2199,16-19-143,-21 27 272,0 0 0,1 0 0,-1 0 0,1-1 1,-1 1-1,1 1 0,-1-1 0,1 0 0,-1 0 1,1 0-1,0 1 0,0-1 0,-1 1 0,1 0 1,3-1-1,-5 1 5,1 0 0,-1 0 0,1 0 1,-1 0-1,1 0 0,-1 0 0,0 0 0,1 0 1,-1 0-1,1 1 0,-1-1 0,0 0 0,1 0 1,-1 0-1,1 1 0,-1-1 0,0 0 0,1 0 1,-1 1-1,0-1 0,1 0 0,-1 1 0,0-1 1,0 0-1,1 1 0,-1-1 0,0 0 0,0 1 1,0-1-1,1 1 0,-1-1 0,0 1 0,7 20 365,-1 0-1,5 33 1,-8-36-167,37 290 2066,-24 1-1061,-5-77-998,-7-105-2410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4:52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0 419 11941,'0'0'2407,"12"-36"-2332,41-116-81,-45 129-215,2 2 0,1-1 0,16-24 0,-9 17-650,37-60-1453,-54 88 2391,-1 2-34,0-1 1,0 0-1,0 0 0,0 0 0,0 1 0,0-1 1,0 0-1,0 0 0,0 0 0,0 0 0,1 1 1,-1-1-1,0 0 0,0 0 0,0 0 0,0 0 1,0 0-1,1 0 0,-1 1 0,0-1 0,0 0 0,0 0 1,1 0-1,-1 0 0,0 0 0,0 0 0,0 0 1,0 0-1,1 0 0,-1 0 0,0 0 0,0 0 1,0 0-1,1 0 0,-1 0 0,0 0 0,0 0 1,0 0-1,1 0 0,-1 0 0,0 0 0,0 0 0,0 0 1,1-1-1,-1 1 0,0 0 0,0 0 0,0 0 1,0 0-1,0 0 0,1 0 0,-1-1 0,0 1 1,24 290 4732,7 147-2052,-29-387-2594,2 18 0,18 99 1,-21-162-156,3 14 108,-4-19-87,0 1 0,0-1 0,0 0 0,0 1 0,0-1 0,1 0 0,-1 1 0,0-1 0,0 0 0,0 1 0,0-1 1,1 0-1,-1 1 0,0-1 0,0 0 0,1 0 0,-1 1 0,0-1 0,0 0 0,1 0 0,-1 1 0,0-1 0,1 0 0,-1 0 0,0 0 0,1 0 1,-1 1-1,0-1 0,1 0 0,-1 0 0,0 0 0,1 0 0,0 0-66,-1-1 0,0 1 0,1 0-1,-1 0 1,0-1 0,1 1 0,-1 0 0,0-1 0,0 1 0,0-1 0,1 1-1,-1 0 1,0-1 0,0 1 0,0 0 0,0-1 0,0 1 0,0-1-1,0 1 1,0-1 0,1 1 0,-2 0 0,1-1 0,0 1 0,0-1 0,0 1-1,0-1 1,1-44-4039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4:52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0 317 12070,'0'0'4676,"17"-32"-4457,55-106-1201,9-4-1328,-77 138 2548,0 10 68,5 23 243,-2 0 0,-1 1-1,2 34 1,-3-24-177,20 286 1546,-22-160-1817,-3 2-3387,0-86-169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4:53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0 296 12774,'0'0'6315,"29"-22"-6123,91-73-336,-112 88 8,0-1 0,0 0-1,0-1 1,-1 1 0,-1-1 0,1-1 0,-1 1 0,6-15 0,-1 3-235,20-43-690,-30 63 973,-1 21-38,-4 1244 636,6-1121-5032,3-48-6051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00.7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8 154 4082,'0'0'7742,"0"-3"-6803,0 5-165,1 228 2118,-3 255-1481,-4 66-573,7-526-796,0 1 0,2-1 1,9 37-1,-9-48-39,1 0 0,1 0 0,0-1-1,1 0 1,0 0 0,1 0 0,13 17 0,-14-23 23,1-1 0,-1 1 1,1-1-1,1 0 0,-1-1 0,1 0 1,0 0-1,0 0 0,0-1 0,0-1 1,1 1-1,0-1 0,0-1 0,17 4 1,8-2 132,-1-2 1,60-2-1,-42-1-79,372 1 123,-313-7-199,3-1-8,409 23 258,46-4-252,-387-12-15,50-12 26,-211 14-11,-1-1 0,1-1 0,0-1 0,-1 0 0,1-2 0,-1 0 0,32-12 0,100-55-142,-79 36 142,-59 29-40,-1-1 1,0 0 0,0-1 0,-1 0 0,0-1 0,-1 0-1,0 0 1,0-1 0,-1-1 0,0 1 0,-1-1-1,12-23 1,-12 18-49,-1-1-1,0 0 1,-1 0 0,-1-1-1,-1 0 1,-1 1-1,0-2 1,-1 1 0,-1-23-1,-12-288 7,10 100 143,3 140-64,-17-157 1,9 178 173,2-107 0,4 122 78,0 48-236,0-1 0,-1 1 0,1-1 0,-1 1 0,0 0 0,-1 0 0,1-1-1,-1 1 1,0 0 0,-4-6 0,5 8 11,-1 1 1,1 0-1,-1 0 0,0 0 0,0 0 0,1 0 0,-1 1 0,-1-1 1,1 1-1,0-1 0,0 1 0,0 0 0,-1-1 0,1 1 1,-1 0-1,1 1 0,-1-1 0,1 0 0,-1 1 0,1-1 1,-1 1-1,-4 0 0,-52-1 2,29-1-18,1 2 1,-1 1-1,0 1 0,-46 10 1,16 3 1,0-3 0,-1-3 1,0-3-1,-67 0 0,69-7-2,-1 3 0,-90 15 0,81-6-9,-112 4 0,-72-14 7,119-3-26,45 1 3,31-1-11,-78 7 0,111-1 27,-1 2 0,-36 13 0,-21 4-39,36-15 38,0-2 0,-92-1 0,44-7-18,-110 5 47,85 15-36,77-10 7,0-2 1,-50 1 0,47-7 137,45 0-132,-1-1-1,1 1 1,0-1-1,-1 1 0,1-1 1,0 0-1,-1 0 1,1 0-1,0 0 0,0 0 1,0 0-1,0 0 1,0 0-1,0 0 0,-1-3 1,1 3-7,-1-1 1,1 0 0,-1 1 0,1-1-1,-1 1 1,1 0 0,-1-1-1,0 1 1,1 0 0,-1 0-1,-3-2 1,1 3-234,-1-1-1,1 1 1,0 0-1,-1 0 1,1 0-1,0 1 1,0-1-1,-1 1 1,1 0-1,0 0 1,0 1 0,0-1-1,0 1 1,0 0-1,0 0 1,-3 3-1,-27 16-5114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04.0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2480 39 2289,'0'0'7081,"0"-4"-6081,0-30 2097,-31 34-946,8 0-2000,-502 16 1021,371-12-986,35-3-156,-347 44 205,-77 37 843,518-77-1077,1 2 1,0 0 0,0 2-1,1 0 1,-29 17-1,24-12 19,-1-1 0,-48 15 0,55-23 2,-1 0 0,1-2 0,-1-1 0,-26-1 0,44 0-31,0 1 0,-1-1 0,1 1 1,0 0-1,0 0 0,0 1 1,0-1-1,0 1 0,0 0 0,1 0 1,-1 1-1,1-1 0,0 1 1,-7 8-1,7-2 14,-1 0 1,2-1-1,-1 2 0,1-1 1,1 0-1,-3 19 0,1 66 47,3-53-42,-1 29 25,-7 94 122,-6-53 80,-1 0 18,-2 133 0,15 198 131,3-437-392,0-1-1,0 0 0,1 0 0,0 1 0,0-1 0,0 0 0,1 0 0,-1 0 0,1 0 0,0-1 0,6 10 0,-3-8 31,0 1 0,1-1 0,-1-1-1,1 1 1,1-1 0,-1 0-1,8 5 1,0-1-19,0 0 0,1-1-1,0 0 1,0-1 0,0-1-1,1 0 1,0-1 0,0-1-1,0 0 1,1-1 0,24 0-1,107-1 184,164-4 8,-276-1-210,-1-2-1,69-19 0,21-3-117,-23 17 72,143 4 0,-189 6 71,349-3 77,-267-6-86,-1-1 4,380 10 109,-515 0-114,0-1 0,0 1 0,0-1 1,-1 0-1,1 1 0,-1-1 0,1 0 0,0 0 1,-1 0-1,1 0 0,-1-1 0,0 1 1,1 0-1,-1-1 0,0 1 0,0-1 0,0 1 1,0-1-1,0 1 0,0-1 0,-1 1 1,1-1-1,1-3 0,13-44-83,-15 48 81,20-105-411,8-127 0,-6 35 556,-8 73-75,-3-164 1,-11-235 90,0 520-172,0 0 1,-1 0-1,1 1 1,-1-1-1,0 0 1,0 1-1,0-1 1,0 1-1,-1-1 1,1 1-1,-1 0 1,0 0-1,0 0 1,0 0-1,-1 0 1,1 0-1,-1 0 1,1 0-1,-1 1 1,0 0-1,0-1 1,0 1-1,0 0 0,-6-2 1,-8-3 46,1 0 0,-1 2 1,-1 0-1,-19-3 0,18 4 20,-29-10-1,36 10 0,-1 0-1,0 1 0,0 1 1,0 0-1,-22-1 0,8 2-82,-18-9 53,40 8-234,-1 0 0,0 1 0,0 0 0,-1-1 0,1 2 0,0-1 0,0 1 0,0 0 0,-1 0 0,1 1 0,0-1 0,0 1 0,-6 2 0,6 0-558,1 0-1,0 1 1,0-1 0,0 1-1,0 0 1,-3 5-1,-37 38-11124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15.0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88 5138,'0'0'6195,"0"-6"-5739,0-13-187,0-44 7687,0 68-7958,17 592 615,-10-462-341,18 192 364,-24-316-533,1-1 0,-1 0 0,2 1 0,-1-1 0,7 13 0,-8-22-129,0 0 0,0 0-1,1 0 1,-1 0-1,0 0 1,1 0 0,-1 0-1,1 0 1,-1 0-1,1-1 1,0 1 0,-1-1-1,1 1 1,0-1-1,-1 0 1,1 1 0,0-1-1,-1 0 1,1 0-1,0 0 1,1-1 0,-1 1-133,0 0 1,0 0-1,0 0 1,0 0-1,0 0 1,0-1-1,-1 1 1,1-1-1,0 0 1,0 1 0,-1-1-1,1 0 1,0 0-1,-1 0 1,1 0-1,0 0 1,-1 0-1,0 0 1,1-1-1,1-2 1,1-6-762,-1 0 0,0 0 0,-1 0 0,0-1 0,-1 1 0,1-20 0,-2-34-4992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15.6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0 311 7988,'0'0'5557,"2"-29"-5240,10-94-135,-12 118-168,1 1 0,0-1 1,0 1-1,0-1 0,1 1 1,0-1-1,-1 1 0,1 0 1,1 0-1,-1 0 0,1 0 1,-1 0-1,1 1 0,0-1 1,1 1-1,-1 0 0,0 0 1,1 0-1,5-3 0,1-2 28,1 0-10,1 0 0,0 1 0,0 0-1,0 1 1,1 0 0,0 1 0,19-6 0,-13 7 27,1 1 0,-1 1 0,1 0 0,32 2-1,-44 1 15,0 0 0,-1 1 0,1 0-1,0 0 1,0 1 0,-1 0 0,0 0-1,0 1 1,0 0 0,0 0-1,0 1 1,-1 0 0,0 0 0,0 0-1,0 1 1,5 7 0,3 3 101,-1 1 1,0 0-1,-2 1 1,0 1 0,8 19-1,-7-10 9,-2 1-1,-1 0 1,-1 1-1,-1-1 1,3 45-1,-2 154 808,-8-190-844,0-10-31,-1-1 1,-2 1-1,0 0 0,-2 0 1,-1-1-1,-12 34 1,0-14-27,-1 0-1,-3-1 1,-2-1 0,-1-1-1,-3-1 1,-1-1 0,-55 59 0,73-89-82,-1-1 0,0 0 0,-23 14 1,30-22-37,-1 0 1,1 0 0,-1 0 0,1-1-1,-1 0 1,0 0 0,0-1-1,0 0 1,0 0 0,0 0-1,0 0 1,-8-1 0,12-1 1,1 1 1,0 0-1,0-1 0,0 1 1,-1-1-1,1 1 1,0-1-1,0 1 1,0-1-1,0 0 0,0 0 1,0 0-1,0 1 1,0-1-1,0 0 0,1 0 1,-1 0-1,0 0 1,0 0-1,1 0 1,-1-1-1,1 1 0,-1 0 1,1 0-1,0 0 1,-1-1-1,1 1 0,0 0 1,0-2-1,-2-7-185,2 1 1,-1 0-1,2-11 0,-1 8-107,0-5-38,0 1-126,0 1 0,4-25 0,-3 35 149,0 0 0,0 1 0,1-1 0,0 0 0,0 0 0,0 1 0,0-1 0,1 1 1,0-1-1,0 1 0,6-6 0,16-13-4396,2 4-2914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16.1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244 67 1857,'0'0'11648,"12"-13"-9474,-9 10-2091,9-6 221,1 0 0,16-9 0,-23 16-240,-1-1 0,1 1 0,0 1-1,0-1 1,0 1 0,-1 0-1,1 0 1,12 0 0,-7 1 43,-4-1 37,1 2 1,0-1-1,-1 1 1,12 2-1,-16-2-85,0 0 1,0 0-1,0 0 0,0 1 0,-1 0 1,1-1-1,0 1 0,-1 0 0,0 0 1,1 0-1,-1 1 0,0-1 0,0 0 1,2 4-1,0 0 54,0 1 0,0 0 0,-1 0 0,0 0 0,0 0 0,-1 1 0,0-1 0,0 1 0,1 9 0,-1 8 221,-1 39 1,-2-34-88,1-7-150,-1 1-1,-1-1 0,-1 0 0,-1 0 1,-1 0-1,-2-1 0,0 0 0,-1 0 1,-1 0-1,-1-1 0,-1-1 0,-25 37 1,35-55-128,0 0 0,0 0 0,-1-1 0,1 1 1,-1 0-1,1-1 0,-1 1 0,1-1 0,-1 0 1,0 1-1,1-1 0,-1 0 0,0 0 0,0 0 1,0 0-1,0 0 0,0-1 0,0 1 0,0 0 1,-1-1-1,1 0 0,0 1 0,-2-1 1,3-1-3,1 1 0,0 0 0,-1 0 0,1-1 0,0 1 0,-1 0 0,1 0 1,0-1-1,-1 1 0,1-1 0,0 1 0,-1 0 0,1-1 0,0 1 0,0-1 1,0 1-1,0 0 0,-1-1 0,1 1 0,0-1 0,0 1 0,0-1 0,0 1 0,0-1 1,0 1-1,0 0 0,0-1 0,0 1 0,0-1 0,1 0 0,-3-12-593,2 0 0,0-1 0,1 1 0,4-26 0,-4 35 561,0 0 0,0 0 0,1 1-1,-1-1 1,1 0 0,0 1 0,0-1 0,0 1 0,0 0 0,0 0-1,1-1 1,0 2 0,-1-1 0,1 0 0,0 0 0,0 1-1,1 0 1,-1 0 0,0 0 0,1 0 0,0 0 0,5-1 0,-3 1 168,0 0 1,0 0-1,0 1 1,0 0 0,0 1-1,0-1 1,1 1 0,-1 0-1,0 1 1,0 0-1,0 0 1,1 0 0,6 3-1,-8-3-5,-1 1 0,0 1 1,1-1-1,-1 1 0,0-1 0,0 1 0,0 0 0,-1 1 0,1-1 0,-1 1 1,0 0-1,1-1 0,-2 1 0,1 1 0,0-1 0,3 9 0,-1 0 189,0 1 0,-1 0 0,-1 0 0,0 1 0,1 23 0,-3 75 663,-1-112-946,0 11 64,-2 1-1,0-1 1,-1 0-1,0 1 1,0-1-1,-1 0 0,-1-1 1,0 1-1,-1-1 1,0 0-1,-1 0 1,0-1-1,0 0 1,-1 0-1,-1-1 1,-11 11-1,7-9-106,0 0 1,0-1-1,-1 0 0,0-1 1,-1-1-1,0 0 1,0-1-1,-1-1 0,0 0 1,0-2-1,-30 6 0,19-7-565,-1-1 0,1-2-1,-42-4 1,62 4 276,1-2 0,-1 1-1,0-1 1,1 0 0,0 0-1,-1 0 1,1-1 0,0 0-1,0 0 1,0-1 0,1 0 0,-1 0-1,1 0 1,0-1 0,0 1-1,1-1 1,-8-9 0,-28-45-5520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16.7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67 4610,'0'0'14295,"266"-51"-13751,-141 42-208,1 6-144,-8 3-192,-13-3-16,-22 3-880,-20 0-1810,-31 0-4001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20.0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26 4194,'0'0'8022,"0"-4"-7291,0-13-96,0 13 1022,0 5-1540,0 47 22,11 337 1809,7-151-829,12 117-277,-28-334-830,-1-4-2,0 0 0,1-1 0,1 1 0,0-1 0,6 15 0,-9-26-18,0 0 1,1-1 0,-1 1-1,0 0 1,1 0-1,-1 0 1,1-1 0,-1 1-1,0 0 1,1-1 0,0 1-1,-1 0 1,1-1 0,-1 1-1,1-1 1,0 1 0,0-1-1,-1 1 1,1-1-1,0 1 1,0-1 0,-1 0-1,3 1 1,-3-1-59,1-1 0,0 1 0,-1 0 0,1-1 0,-1 1 0,1-1 0,-1 1 0,1-1 0,-1 1 0,1-1 0,-1 1 0,1-1 0,-1 0 0,0 1 0,1-1 0,-1 0 0,0 1 0,0-1 0,1 0 0,-1 1 0,0-1 0,0 0 0,0 0 0,0 1 0,0-1 0,0 0 0,0-1 0,0-63-5275,0 36-110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20.4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76 7363,'0'0'1676,"31"-13"-1020,103-35 777,-122 45-1218,0-1 0,0 2 1,1 0-1,-1 0 0,1 1 1,0 0-1,-1 2 1,23 2-1,-16-2-14,-3 2 43,0-1-1,1 2 0,-1 0 1,0 1-1,-1 1 0,1 0 1,-1 1-1,-1 1 0,1 0 1,-1 1-1,23 19 0,-26-18-73,0 0 0,-1 0-1,0 1 1,-1 0 0,0 1-1,0 0 1,-2 1 0,1-1 0,-2 1-1,1 1 1,-2-1 0,0 1-1,5 24 1,-4-1 0,-3-1-1,-1 1 0,-2 0 1,-1 0-1,-2-1 1,-1 1-1,-3-1 0,0 0 1,-2 0-1,-2-1 1,-16 36-1,-24 42-104,-4-2 0,-131 195 0,125-225-94,57-77-287,4-13-740,0 7 840,0-8-706,1 0 1,0 0-1,1 0 0,0 0 0,1 0 1,0 0-1,5-9 0,21-37-9229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20.8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55 9668,'0'0'5253,"36"-9"-3887,113-29-466,-143 36-789,1 1 0,0-1 0,0 1 0,0 1 0,0-1 0,1 1 0,10 1 0,-16 0-45,1 0 1,-1 0-1,-1-1 1,1 2-1,0-1 1,0 0-1,0 0 1,-1 1 0,1-1-1,0 1 1,-1-1-1,1 1 1,-1 0-1,0-1 1,2 4-1,0 0 53,0 0 0,0 0-1,-1 1 1,0-1-1,0 1 1,0-1-1,-1 1 1,1 0-1,-2 0 1,1-1 0,0 9-1,-1 9 263,-5 36 0,4-53-333,-1 11 58,-2 1 0,0-1 1,-1 0-1,-1 0 0,0-1 0,-14 25 0,-62 89 224,50-87-290,-52 53 0,38-46-21,46-50-19,0 0 1,0 0-1,0 0 1,-1 0-1,1 1 1,0-1-1,0 0 1,0 0-1,0 0 1,0 0-1,-1 0 1,1 0-1,0 0 1,0 1-1,0-1 1,0 0-1,0 0 1,0 0-1,0 0 1,0 0-1,0 1 1,0-1-1,-1 0 1,1 0-1,0 0 1,0 0-1,0 1 1,0-1-1,0 0 1,0 0-1,0 0 1,0 0-1,0 1 1,0-1-1,0 0 1,1 0-1,-1 0 1,0 0-1,0 1 1,0-1-1,0 0 1,0 0-1,0 0 1,0 0-1,0 0 1,0 1-1,1-1 1,-1 0-1,0 0 1,0 0-1,11 1-12,-7-1 12,58 0 102,364-16 410,-418 15-643,36-7-1112,-41 7 712,0 0 0,-1 0 0,1-1 0,0 1 0,-1 0 0,1-1 0,3-3 0,6-9-4564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21.2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82 10117,'0'0'5861,"32"1"-3993,229 10 519,-240-11-2251,155 0 844,-134-2-788,1-2 0,45-11 0,83-23-126,-169 38-258,-2-1-7,0 0 0,-1 0 0,1 1 0,-1-1 0,0 0 0,1 0 0,-1 1 0,1-1 0,-1 0 0,0 1 0,0-1 0,1 1 0,-1-1 0,0 1 0,0-1 0,0 1-1,0 0 1,0-1 0,1 1 0,-1 0 0,-2-1 0,-28-6-2102,21 4 876,-36-9-4249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21.5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10789,'0'0'3602,"0"213"-1682,0-90 1,0 12-736,0 3-753,0-7-304,0-21-128,0-16-320,0-25-2481,0-21-4627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23.4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0 130 3778,'0'0'5829,"8"-19"-5010,0-5-584,-2 8 60,0 0 0,0 0-1,12-18 1,-14 29 3120,-1 10-2365,-2 17-1692,-1-12 1005,4 47-148,19 89 1,-5-49 89,39 420 1596,-37-289-1409,-20-227-490,3 38 50,2 0 1,1-1-1,18 60 0,-21-92-44,-1 1-1,1-2 0,0 1 1,6 10-1,-7-14-18,-1 0 1,1-1-1,-1 1 0,1 0 1,0-1-1,0 1 1,0-1-1,0 1 0,0-1 1,0 0-1,0 0 0,0 0 1,5 1-1,-6-2-31,0 1 0,0-1 0,-1 0 0,1 0 0,0 0 0,0 0 0,0 0 0,0 0 0,0 0 0,0 0 0,-1 0 0,1 0 0,0 0 0,0-1 0,0 1 0,0 0 0,-1-1 0,1 1 0,0-1 0,0 1 0,-1 0 1,1-1-1,0 0 0,-1 1 0,1-1 0,0 1 0,-1-1 0,1 0 0,-1 1 0,1-1 0,-1 0 0,1-1 0,1-3-296,0 1 1,-1-1-1,0 0 1,2-9-1,-2 8-4,6-67-4689,-6-15-4961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23.8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22 7331,'0'0'1929,"33"-4"-587,1 0-941,23-3 775,99 1 0,-142 6-1057,1 1 0,0 0 0,-1 1 0,1 1 0,-1 1 0,0 0 0,0 0 0,0 2 0,0-1 0,-1 2 0,0 0 0,-1 0 0,1 2 0,-1-1 0,-1 1 0,13 14 0,-10-9 67,-1 1 1,-1 1 0,0 1 0,-2-1 0,0 2-1,0-1 1,-2 1 0,0 1 0,-1 0-1,-1 0 1,-1 0 0,5 37 0,-3 1 212,-3 0 1,-3 0-1,-7 71 1,1-82-224,-1-2 1,-3 1 0,-1-1 0,-25 62 0,2-23 29,-56 100 0,54-122-170,-58 78 0,89-133-99,4-5 20,-1 0 0,1 0 0,-1 0 0,1-1 1,-1 1-1,1 0 0,-1 0 0,0 0 0,0-1 0,1 1 1,-1 0-1,0-1 0,0 1 0,0-1 0,0 1 0,0-1 1,0 1-1,0-1 0,0 1 0,0-1 0,-1 0 0,1-6-1733,1-93-4705,0 25-1170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24.3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315 58 5923,'0'0'7352,"8"-7"-6730,-1 3-511,-1-2 139,1 1 1,1 0 0,-1 0-1,0 1 1,1 0 0,0 0-1,0 1 1,0 0 0,15-3-1,-15 5-28,0 0-1,0 1 1,0 0 0,0 0-1,0 1 1,0 0 0,0 1-1,15 4 1,-19-4-133,1 0 1,-1 0-1,0 1 1,0 0-1,0 0 0,0 0 1,0 0-1,-1 1 1,1-1-1,-1 1 1,0 0-1,0 0 0,0 0 1,-1 0-1,5 9 1,-1 3 99,0 1 1,0-1-1,-2 1 1,0 0-1,-1 1 1,1 17 0,-2 108 446,-4-110-741,-1 0-1,-2-1 1,-1 0-1,-2 0 1,-1 0-1,-1-1 1,-2 0-1,-16 30 1,25-55-2014,3-10-566,0 1 2556,0 1 0,0 0 0,0-1-1,1 1 1,-1 0 0,1 0 0,-1-1-1,1 1 1,0 0 0,0 0 0,0 0 0,0 0-1,0 0 1,1 0 0,-1 0 0,1 0 0,-1 0-1,1 1 1,-1-1 0,1 1 0,2-2-1,0 1 550,0 0 0,0 0 0,1 0 0,-1 1 0,0 0-1,1 0 1,-1 0 0,1 0 0,-1 1 0,10 0 0,-12 0-278,0 0 1,0 0 0,0 0 0,-1 0 0,1 1 0,0-1 0,0 1 0,0-1 0,0 1 0,0 0 0,0 0 0,-1 0 0,1 0 0,0 0 0,-1 0 0,1 0 0,-1 0 0,1 1 0,-1-1 0,1 1 0,-1-1 0,0 1-1,0-1 1,0 1 0,0 0 0,0-1 0,0 1 0,0 0 0,-1 0 0,2 2 0,0 6 83,0 0-1,-1 0 1,0 0 0,-1 19-1,-1-16-6,2 6-45,-2 0 0,-5 37 0,4-47-153,-1 0-1,0-1 1,0 1-1,-1 0 1,0-1 0,-1 0-1,0 0 1,-7 9-1,-5 6-94,-1-1-1,-2-1 1,0-1-1,-1-1 1,-33 24-1,39-33-185,0 0 0,-1-2 0,-1 1 0,1-2 0,-1 0 0,-1-1 0,1-1 0,-1-1 0,-29 4 0,32-6-352,0-1-1,0-1 0,0 0 1,0-1-1,-22-4 0,30 3 83,0 0 0,0 0 0,0-1 0,1 0 0,-1 0 0,1 0 0,0-1 0,0 0 0,0 0 1,1-1-1,-1 0 0,1 0 0,-7-8 0,-38-61-9595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24.7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1 126 14038,'0'0'5267,"289"-3"-3939,-135-29-447,-4-5-737,-21 8-144,-18 7-512,-27 19-1793,-25 3-1697,-27 16-2897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27.0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0 3522,'0'0'8694,"-3"20"-7835,-1 16-390,2 0-1,2 0 0,6 66 0,25 292 1671,-32 3-1549,-3-329-221,0-23-1271,5-25-3946,-7-47-565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27.4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84 8676,'0'0'1537,"33"-15"-451,114-41 266,-136 53-1231,0 0 0,0 1 0,0 0 0,0 0 0,1 2 0,-1-1 0,0 1 0,0 1 0,1 0 0,-1 1 0,0 0 0,18 6 0,-11-1 139,-1 1-1,0 1 0,-1 0 1,0 1-1,22 18 1,-22-16-35,-1 1 0,0 1 1,-1 0-1,0 1 0,-1 0 1,-1 1-1,0 1 0,-2 0 1,0 0-1,0 1 1,-2 0-1,0 1 0,-1-1 1,-1 2-1,-1-1 0,0 1 1,-2-1-1,2 29 1,-2 8 345,-4 64 0,-1-97-469,-1 1 1,-1-1 0,-1 0-1,0-1 1,-15 36 0,1-20-74,-1 0 1,-2-2-1,-2 0 1,-1-2 0,-2-1-1,-1-1 1,-1-1-1,-2-1 1,-1-2-1,-1-1 1,-51 31-1,69-50-175,1 0-1,-1-1 0,0 0 1,-1-2-1,1 0 0,-1 0 0,0-1 1,-1-1-1,1-1 0,-31 0 0,47-1 58,-1-1-1,0 0 1,0 0-1,1 0 1,-1 0-1,0 0 1,0 0-1,1-1 1,-1 1-1,0 0 1,0 0-1,1 0 1,-1-1-1,0 1 1,1 0-1,-1-1 1,0 1-1,1-1 1,-1 1-1,1-1 1,-2 0-1,2 0 17,0 1 1,0-1-1,0 1 0,0-1 0,0 1 0,0-1 0,0 0 0,0 1 1,0-1-1,0 1 0,0-1 0,0 0 0,0 1 0,0-1 1,0 1-1,1-1 0,-1 1 0,0-1 0,0 1 0,1-1 0,-1 0 1,3-2-391,-1 0 1,1-1 0,0 1 0,-1 1-1,1-1 1,1 0 0,3-2-1,37-20-5705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27.7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0 380 14919,'0'0'752,"4"-213"-752,23 138 721,-2 18-641,-11 26-80,-4 28 16,-3 3 112,4 81 192,-4 51 944,-7 44 193,0 21-529,-14 1-687,-4-22-225,18-38-16,0-34-401,0-54-2976,0-25-7620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31.3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67 1 12838,'0'0'4775,"-14"2"-4182,6 0-487,-31 5 141,33-4-39,25-2 159,257 6 897,-82-1-1095,102-3-332,-295-3 59,-1 13-1777,0-5-3127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31.7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16 9156,'0'0'4754,"-4"-15"-4562,25 56 17,3 34 287,1 32 224,-18 31-32,-7 28-367,0 22-305,0 4-16,0-13-1617,-7-22-5522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44.1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38 6147,'0'0'9514,"1"-5"-8872,2-27 4179,-3 37-4759,-1 314 58,2 344 435,0-637-495,-2-12-14,1 0 0,1 0 0,0 0 0,1 0 1,0-1-1,1 1 0,5 15 0,-1-20-125,-4-15-482,-2-20-766,-1 23 1200,0-109-7663,0 52-598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44.6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97 8436,'0'0'8140,"24"-15"-7244,77-48-216,-95 60-642,-1 0 0,1 1 0,1-1 0,-1 1 1,0 1-1,1-1 0,-1 1 0,0 0 0,1 1 0,-1-1 0,1 1 0,-1 1 0,8 0 0,6 1 94,-4-1-57,-1 1 1,0 0-1,0 2 1,0-1-1,0 2 1,0 0 0,-1 1-1,0 0 1,0 1-1,25 17 1,-24-13 1,0 1 0,0 1 0,-1 0 1,-1 0-1,0 1 0,-1 1 0,0 1 0,13 23 1,-18-25-32,-1 1 0,0 0 0,-1 0 0,0 1 0,-1 0 0,-1 0 0,2 23 0,-4-12 42,0 1 0,-2-1 0,-7 46 0,3-50-60,-1 0 0,-1 0-1,-1 0 1,-17 33 0,-53 83 14,76-137-42,-169 245 24,97-146-26,27-28-1,46-106-4340,4-16 85,12-9-4114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45.1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23 5731,'0'0'8740,"0"0"-8655,0-1-1,0 1 1,1 0 0,-1 0-1,0 0 1,0 0 0,0 0-1,0 0 1,0 0-1,0-1 1,0 1 0,0 0-1,0 0 1,0 0 0,0 0-1,0 0 1,0 0-1,0-1 1,0 1 0,-1-1 1269,1 1-1269,-1 0-1,1 0 1,0 0-1,0 0 1,0-1 0,0 1-1,0 0 1,0 0 0,0 0-1,-1 0 1,1 0-1,0 0 1,0 0 0,0 0-1,0 0 1,0 0 0,0 0-1,0 0 1,-1 0 0,1 0-1,0 0 1,0 0-1,0 1 1,0-1 0,0 0-1,5-3 20,1 0-1,0 1 1,0 0-1,-1 0 1,2 1-1,-1 0 1,11-1-1,49 0 380,-51 2-340,-10 0-101,-1 0 0,1 0 0,-1 1 0,1 0 0,-1-1 0,1 2 0,-1-1-1,0 0 1,0 1 0,1 0 0,-1 0 0,0 0 0,0 0 0,5 5 0,-5-3 28,0 0 0,0 1 0,-1-1 0,1 1 0,-1-1 0,0 1 1,-1 0-1,1 0 0,-1 1 0,0-1 0,3 10 0,-1 4 71,-2 0-1,1 0 0,-2 1 0,-1 22 0,0-25-70,-1-3-115,1 0-1,-2 0 1,0-1-1,0 1 1,-1-1-1,-1 0 1,0 0-1,-1 0 1,0 0-1,-1-1 1,-1 0-1,0 0 1,0 0-1,-1-1 1,-14 15-1,22-26-51,0 0 0,-1 0 0,1 1 0,0-1 1,0 0-1,0 0 0,0 0 0,0 0 0,0 0 0,0 1 0,0-1 0,0 0 0,-1 0 1,1 0-1,0 1 0,0-1 0,0 0 0,0 0 0,0 0 0,0 0 0,0 1 0,0-1 1,0 0-1,0 0 0,0 0 0,1 0 0,-1 1 0,0-1 0,0 0 0,0 0 0,0 0 1,0 0-1,0 1 0,0-1 0,0 0 0,0 0 0,1 0 0,-1 0 0,0 0 0,0 0 1,0 1-1,0-1 0,0 0 0,1 0 0,-1 0 0,0 0 0,0 0 0,0 0 0,0 0 1,1 0-1,-1 0 0,0 0 0,0 0 0,0 0 0,1 0 0,-1 0 0,0 0 0,0 0 1,0 0-1,0 0 0,1 0 0,-1 0 0,0 0 0,0 0 0,0 0 0,1 0 0,20 0 230,-14 0-774,-6 0 638,14 0-21,0 0 0,28 5 1,-38-4 99,0 0 1,0 1 0,0 0-1,0 0 1,0 0-1,0 1 1,-1-1 0,1 1-1,-1 0 1,0 1 0,7 6-1,-5-4 112,-1 0 0,0 0 0,0 1 0,-1-1 0,0 1 0,0 1 0,0-1 0,-1 0 0,0 1 0,0 0 0,2 13 0,-2 2 568,-1 0 1,0 40-1,-2-47-545,0-10-145,0 0 0,-1 0 0,1 0 0,-1-1 0,-1 1 0,1 0 0,-1-1 1,1 1-1,-2-1 0,1 0 0,-5 8 0,2-6 9,-1 0-1,1 0 1,-2-1-1,1 0 1,0 0 0,-1-1-1,-9 6 1,8-6-38,-1 0 1,0 0-1,0 0 1,-1-1-1,1-1 1,-1 0-1,0 0 1,-14 2-1,4-3-305,-1-1 1,1 0-1,-25-3 0,43 2 139,-1 0-1,0-1 1,0 1-1,1 0 0,-1-1 1,0 0-1,1 0 1,-1 0-1,1 0 1,-1 0-1,1 0 1,0-1-1,-1 1 1,1-1-1,0 1 1,0-1-1,0 0 1,0 0-1,0 0 1,1 0-1,-4-5 1,2 1-497,1 0 1,-1-1-1,1 1 1,1-1-1,-1 1 1,1-1-1,0 0 1,1-7-1,-2-42-7791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45.6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48 1985,'0'0'14425,"5"-8"-13307,18-23-110,-11 22-381,-11 9-608,-1 0 0,1 0-1,-1 0 1,0 0 0,1 0-1,-1 1 1,1-1 0,-1 0-1,0 0 1,1 0 0,-1 0 0,0 1-1,1-1 1,-1 0 0,0 0-1,1 1 1,-1-1 0,0 0-1,1 1 1,-1-1 0,0 0-1,0 1 1,0-1 0,1 0-1,-1 1 1,0-1 0,0 0-1,0 1 1,0-1 0,1 1-1,7 25 299,-1 1 0,-2 0-1,5 45 1,-5-27-127,49 579 964,-47-513-1158,1-10-1181,-8-192-4676,0 14-990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45.9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48 14407,'0'0'3913,"39"-9"-2229,130-24-622,-155 31-984,-1 0 0,0 1 0,1 0-1,-1 1 1,1 1 0,-1 0 0,1 1 0,19 5 0,-16-1 36,0 1-1,0 1 1,-1 0-1,17 12 1,-16-9 12,1 0-27,-1 0 0,0 1 0,-1 1 1,0 1-1,-2 1 0,14 15 0,-19-18-75,0 0-1,-1 0 1,0 1 0,-1 0 0,-1 0-1,0 1 1,-1 0 0,0 0-1,3 18 1,-3 9 95,-1-1 1,-3 57-1,-1-72-71,-1 5-28,-1 0 1,-1-1-1,-2 1 1,-1-1 0,-2 0-1,0-1 1,-2 1-1,-1-2 1,-2 1 0,-17 29-1,2-7 17,-44 59-1,58-91-64,0-1 0,0-1 0,-2 0 0,0-1 1,-1 0-1,-23 15 0,36-28-12,1 0 1,-1 0-1,0 0 1,0 0 0,0-1-1,0 0 1,0 1-1,0-1 1,0-1 0,0 1-1,-1-1 1,-3 0-1,7 0 5,0 0 0,1 0 0,-1 0 0,1 0 0,-1 0 0,0 0 0,1 0 0,-1-1 0,1 1 0,-1 0 0,1-1 0,-1 1 0,1 0 0,-1-1 0,1 1 0,-1 0 0,1-1 0,-1 1 0,1-1 0,0 1 0,-1-1 0,1 1 0,0-1 0,-1 1-1,1-1 1,0 1 0,0-1 0,0 1 0,-1-1 0,1 0 0,0 1 0,0-1 0,0 0 0,0-26-809,1 16 420,-1 1-344,0-1 0,1 0 0,0 0 0,0 1-1,1-1 1,1 1 0,6-18 0,23-26-5581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46.3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83 0 8132,'0'0'12136,"33"15"-11197,108 47-352,-130-57-492,-1 0 0,1 0 0,-1 1-1,11 9 1,-18-13-55,-1 1-1,0 0 1,0-1 0,0 1-1,0 0 1,0 0 0,-1 0-1,1 0 1,1 6 0,-2-6-15,2 6 48,0 0-1,0 0 1,-1 0-1,0 1 1,-1-1 0,0 1-1,0 0 1,-1-1-1,-1 1 1,1-1-1,-5 18 1,2-14-34,-1-1 0,0 1 1,0-1-1,-2 0 0,1-1 1,-2 0-1,1 0 1,-11 13-1,-25 26-105,-3-2 0,-1-2 0,-76 57 0,112-95-47,8-6 44,-1 0 0,1 0 0,-1 0 0,0 0 0,1 0 0,-1-1 0,0 0 0,-6 3 0,19-4-694,80-5 891,107-19-1,-69 7 325,118-19-1370,-234 33-272,-10-2-2609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47.1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29 5955,'0'0'7096,"0"-5"-5836,0-14-199,0 14 1316,0 7-2112,17 202 404,-9-136-589,71 565 1233,-75-609-1289,0 1 0,12 35 0,-11-50-110,-3-12-394,-1-18-798,-1 13 961,0-47-2354,0-13-1856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47.4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0 137 10277,'0'0'6058,"36"-20"-4913,122-59-377,-141 72-658,1 1 1,0 0-1,1 1 0,-1 2 0,1-1 0,0 2 0,0 1 0,21 0 0,-7 1 44,-12-1-37,9 0 151,-1 0-1,1 2 0,40 7 0,-61-6-188,0 0 0,0 0 0,0 1 0,0 1 0,-1 0 0,0 0-1,1 0 1,-1 1 0,-1 0 0,1 1 0,-1 0 0,0 0 0,0 0 0,-1 1 0,6 7 0,-3-2 14,-1 1 1,-1 0-1,0 0 0,-1 1 1,0-1-1,-1 1 0,0 1 1,-1-1-1,3 24 1,-2 10 160,-1 78 0,-4-111-229,0 18-4,-2 0 0,-1 0 0,-2 0-1,-1-1 1,-1 1 0,-2-1 0,-1-1-1,-19 41 1,14-42-28,-2 0 0,-1-1 0,-1-1 0,-1-1 0,-2 0 0,-28 27 0,29-35-102,0 0 1,-2-1-1,0-2 1,0 0-1,-2-1 1,0-2-1,-44 18 0,57-27-129,0-1 0,0 0 0,-1-1 0,1 0-1,-1-1 1,-14 0 0,24-1 22,0 0 1,0 0-1,1 0 0,-1 0 1,0-1-1,0 1 0,1-1 1,-1 0-1,0 1 0,1-1 1,-5-3-1,1 0-692,1-1 0,-1 0 0,1-1-1,-8-10 1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48.4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5346,'0'0'12486,"216"88"-10517,-111-53-784,0-10-657,-4-10-416,-14-12-80,-7-3-32,-17 0-1121,-14-9-2320,-25-7-5683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49.0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12822,'0'0'6963,"238"47"-5682,-120-28-801,1-3-416,-4-4-64,-11-8-64,-13-4-753,-14 0-927,-21 0-1202,-22 0-3713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49.4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116 0 8452,'0'0'5634,"-21"195"-3665,3-89-464,1 23-400,0 22-353,-1 6-528,4-10-224,7-28-2081,4-40-6531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53.7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389 57 4562,'0'0'9572,"0"-6"-8592,2-7-732,0-15 3730,-2 27-3862,-7-1 659,-176-4-550,147 6-208,30 0-15,0 1-1,0-1 0,0 1 0,0 1 0,1-1 1,-1 1-1,0 0 0,1 0 0,0 1 1,-1-1-1,1 1 0,0 0 0,0 1 0,0-1 1,1 1-1,-1 0 0,1 0 0,0 1 0,0-1 1,1 1-1,-5 6 0,1 1 16,1 0 0,0 0 0,0 0 0,1 1 0,1 0-1,0 1 1,1-1 0,-3 18 0,1 29 567,6 107 1,0-136-325,2 1 0,2-1 0,1 0 0,1 0 0,11 31 0,-12-46-124,1 0-1,0 0 1,1-1 0,1 0-1,0-1 1,1 1-1,0-2 1,2 1 0,-1-2-1,26 22 1,-28-28-101,0 0 1,1-1 0,-1 0-1,1-1 1,0 0 0,0-1 0,1 0-1,-1 0 1,1-1 0,0-1-1,-1 1 1,1-2 0,0 0-1,0 0 1,14-2 0,-21 1-56,-1 1 0,0-1 1,0 1-1,0-1 1,1 0-1,-1 0 0,0 0 1,0-1-1,0 1 1,0-1-1,-1 1 0,1-1 1,0 0-1,-1 0 1,1 0-1,-1-1 0,0 1 1,1-1-1,-1 1 1,3-6-1,-3 3-334,0 0-1,0 0 1,0 0 0,0 0-1,-1-1 1,0 1 0,0 0-1,-1-1 1,1 1 0,-1-1 0,-1-7-1,1 12 173,0 0 0,0 1 0,0-1 0,0 0 0,0 0 0,0 1 1,0-1-1,0 0 0,0 1 0,-1-1 0,1 0 0,0 1 0,-1-1 0,1 0 0,0 1 0,-1-1 0,1 1 0,-1-1 0,1 1 0,0-1 0,-1 1 0,0-1 0,1 1 0,-2-1 0,-28-5-7149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54.7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165 57 2481,'0'0'5056,"0"-4"-3912,0-19 7714,2 19-8506,1 1-338,1 1 1,0-1-1,0 1 1,0 0 0,1 0-1,-1 0 1,0 1-1,1-1 1,-1 1-1,1 0 1,5 0-1,55-2-65,-59 3 53,-4 0 14,-1 0-1,1 1 0,0-1 1,0 0-1,0 1 1,-1 0-1,1-1 0,0 1 1,-1 0-1,1 0 1,0 0-1,-1 0 0,1 0 1,-1 0-1,0 0 1,1 1-1,-1-1 1,0 0-1,0 1 0,0-1 1,0 1-1,0 0 1,0-1-1,0 1 0,0 0 1,-1-1-1,1 1 1,0 0-1,0 3 0,1 5 131,-1 0 1,1 0-1,-2 0 0,1 11 0,-1-10-46,0 0 1,-1 1-1,-1-1 1,1 0 0,-2 0-1,0 0 1,0 0-1,-1 0 1,0-1-1,0 1 1,-1-1 0,-8 11-1,-10 15 55,-2-1 0,-1-2-1,-2 0 1,-51 46 0,76-74-200,10-4-73,12-4-189,2-2 213,0 1 0,0 0 0,39 0 0,-57 4 95,1 0 1,-1 0-1,1 1 1,-1-1-1,1 1 1,-1 0-1,1 0 0,-1 0 1,0 0-1,0 1 1,1-1-1,-1 1 1,0 0-1,0 0 0,-1 0 1,5 3-1,-3 0 12,-1-1-1,0 0 0,1 1 0,-2-1 1,1 1-1,0 0 0,-1 0 0,0 0 1,2 9-1,1 8 117,-2-1 0,0 1 0,-1 0 0,-2 26 0,0-35-36,0 1-1,-1-1 1,-1 0-1,-4 19 1,4-26-58,0 0 0,0-1-1,-1 1 1,0 0 0,0-1 0,0 1 0,-1-1 0,1 0-1,-1 0 1,-1-1 0,-7 8 0,3-5 22,-1 0 0,0 0 0,0-1 0,-1 0 0,1-1 0,-2 0 0,1-1 0,0 0 0,-15 2 0,1-1-99,-1-1-1,0-2 1,-31 0-1,55-2 0,0 1-1,0-1 1,0 0 0,0-1 0,0 1-1,0 0 1,0-1 0,0 1 0,0-1-1,0 1 1,0-1 0,0 0-1,0 0 1,1 0 0,-1 0 0,0 0-1,0 0 1,1 0 0,-1-1 0,1 1-1,-2-3 1,1 1-94,0-1 0,1 1 0,-1-1 1,1 0-1,0 0 0,0 0 0,1 0 0,-1 0 1,1 0-1,0-5 0,0 2-101,-1-13-1187,0 0 0,2 0-1,4-28 1,0 31-790,0-1-1,8-15 0,-13 32 2153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55.3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 7507,'0'0'11766,"14"-12"-11222,11 12 0,-1-3-192,4 3-207,0-4-145,-7 4-32,0 0-177,-7 0-927,0 0-1457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5:55.7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4690,'0'0'11173,"182"3"-10901,-140-3-272,-7 0-64,-11 0-1440,-10 0-2866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6:00.8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 6515,'0'0'7158,"2"0"-6667,14 0-66,329-9 1687,-84 4-2060,-166 6-45,281 19 2,-91-2-2,-28-8 12,238 5 42,923-15 3,-805 33-46,99 9 49,-34-4-8,-198-7-64,15 1-4,318 21 7,-569-38 2,370 13 16,-117-5-4,-249-13-8,1354 10-167,-1117-22-229,-414 2 291,460-9-105,-49-10 164,212-13-25,15-26 101,-142 10-106,-46 0-1500,400-23 1416,-619 65 266,191-8 1108,-347-3 957,-140 16-1795,-6 1-299,1 0 1,-1 1-1,1-1 0,-1 0 1,1 0-1,-1 0 0,1-1 1,-1 1-1,1 0 0,-1 0 1,1 0-1,-1 0 0,1 0 1,-1 0-1,1-1 0,-1 1 1,0 0-1,1 0 0,-1-1 1,1 1-1,-1 0 0,0-1 1,1 1-1,-1 0 0,0-1 1,1 1-1,-1-1 0,0 1 1,0 0-1,1-1 0,-1 1 1,0-1-1,0 1 0,0-1 1,0 1-1,1-1 0,-1 1 1,0-1-1,0 1 0,0-1 1,0 1-1,0-1 0,0 0 1,-1 1-74,0-1 0,0 1 1,1-1-1,-1 1 0,0-1 1,0 1-1,1-1 1,-1 1-1,0-1 0,0 1 1,0 0-1,0 0 0,0-1 1,0 1-1,0 0 1,0 0-1,1 0 0,-1 0 1,0 0-1,0 0 0,0 0 1,-1 1-1,-1-1 5,-228 0-1693,-8 20-5535,32 6-5020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6:01.7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112 67 6547,'0'0'5381,"5"-11"-4455,16-33-230,-16 33 243,-5 13-816,0 26 169,0-1 0,-3 1 0,0-1 1,-1 0-1,-10 32 0,-7 6 168,-46 168 1350,57-189-2268,2 2 0,2-1 0,-1 60-1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6:02.3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352 53 3185,'0'0'6435,"0"-10"-5202,0-32 1896,-1 54-3034,-1 0 0,0 1 0,-1-1 0,-1 0 0,0-1 0,0 1 0,-1-1 0,-7 12-1,-7 19 48,-242 657-388,226-584-3393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3:18.5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38 2481,'0'0'6278,"0"-6"-5617,0-26 3629,-4 64-3303,18 285-448,-8-272-478,0-1 67,0 45 1,-6 3-4,4 0 1,4-1-1,21 93 0,-22-140-116,-3 0 0,-1 0 0,-5 68 0,1-30 3,0-8 14,3 81-36,9-89 18,-7-48-4,4 33 0,-7 145 10,4 42 4,0-110-29,2 17 22,17 186 53,-18-217-75,-4-59 3,11 71 1,-2-55 8,1 95-1,-12 72-54,-2-102 21,2 165 703,1-312-997,0-1 1,5-20-1,3-21-1281,-9-72-5008,0 59 2104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3:21.4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0 244 4594,'0'0'5763,"11"0"-4549,296-3 1133,-225-1-2048,81-14-1,-29 2-92,10 3-189,289-31 86,179 0-46,-154 17 12,33 7-21,-117 13-20,-2-1-8,-271 7-43,380 18 3,-407-9 21,386 56 54,-318-39 3,275 15-1,701-38 72,-577-3-93,-165-8 66,-118 2-20,159-23 90,-178 8-178,156 11 32,-130 8 31,593-10 220,-341-6 140,-82 0 76,-279 13-389,43 0 16,186-16 189,104-3 28,-294 24-355,219 3 9,-137 18-43,12 0-11,353-12 62,-142-4-11,-320 5 37,44 1 51,1495-3 834,-1701-7-755,-1 1 0,1 1 1,-1 0-1,25 8 0,-18-2 128,45 24 0,-46-21-36,45 17-1,-60-22-103,-7-6-122,-1 1 0,1-1 0,-1 1 0,1-1 0,-1 1 0,1-1 0,-1 1 0,1-1 0,0 0 0,-1 1 0,1-1 0,-1 0 0,1 0 0,0 1 0,-1-1 1,1 0-1,0 0 0,-1 0 0,1 0 0,1 0 0,259 0 192,-251 1-213,0 0 1,0 1-1,0 0 0,0 1 1,-1 0-1,1 0 0,15 9 1,-22-11-1,-2 0-1,1 0 1,-1 0-1,1 0 1,-1 0-1,0 0 1,0 0-1,0 1 1,0-1-1,0 0 1,0 0-1,0 1 1,0-1-1,0 1 1,0-1 0,-1 1-1,1-1 1,-1 1-1,1-1 1,-1 1-1,1 0 1,-1 2-1,0 42-48,-1-25 101,-16 247 484,8-166-861,4 142-1,9-218-813,0 0-1,2-1 1,1 0 0,16 42 0,-15-46-206,16 40-3929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3:23.3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1 1409,'-2'1'13378,"3"0"-13113,3 18-776,-4-14 1110,16 296 869,-8-69-1212,21 27 376,-3-38-240,-20 92-116,-7-191-210,1 560 46,2-633-72,11 61 1,0-6 115,-2 3-50,3 40-102,-8 212 102,-6-344-92,4 360 10,-4-273-22,-1-102-12,-2 0-88,-1 0 1,1 0-1,-1 0 1,1-1 0,-1 1-1,1-1 1,0 0-1,-1 0 1,1 0-1,0 0 1,0-1 0,0 0-1,0 1 1,0-1-1,0 0 1,0 0-1,-2-3 1,-5-2-476,5 3-246,-1 1 0,0-1 0,0 1 0,0 0 0,0 1 0,-13-4 0,-24-6-4504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03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611 176 9989,'0'0'7483,"3"-9"-6949,1-1-298,-1-1 1,0 1 0,-1-1-1,0 1 1,0-1 0,0-12-1,-2 20-224,0 1 1,0-1-1,-1 1 0,1-1 0,0 0 0,-1 1 0,0-1 0,1 1 0,-1 0 1,0-1-1,0 1 0,0 0 0,-1-1 0,1 1 0,-2-2 0,0 1-12,0 0 0,0 1 1,-1-1-1,1 1 0,0 0 0,-1 0 0,1 1 0,-1-1 0,-6-1 0,-10-2-7,-1 1-1,1 1 1,-1 0 0,1 2 0,-1 1-1,-28 2 1,32-1-1,8 0 5,0 0-1,0 1 0,0 0 1,0 1-1,0 0 0,0 0 1,1 1-1,-1 0 0,1 0 0,-13 10 1,-3 4-1,0 1 1,-20 23 0,25-23 11,2 2 1,0 0-1,2 1 0,0 0 1,2 2-1,0-1 1,1 2-1,2-1 1,1 2-1,0-1 1,-8 48-1,7-7 392,2 0-1,4 0 1,5 106-1,0-152-234,1 0 0,1-1 0,1 1 0,0-1-1,1 0 1,2 0 0,0 0 0,10 20 0,-10-27-61,1 1 1,0-1-1,1 0 1,0-1-1,0 0 1,1-1-1,1 0 1,0 0-1,0-1 0,1 0 1,25 13-1,-23-15-66,1-1-1,0 0 1,1-2-1,-1 1 1,1-2-1,18 2 1,95 1 4,-116-6-86,0-1 1,0 0 0,0 0-1,0-2 1,-1 1 0,20-8-1,-25 7-143,0 0-1,0 0 1,-1-1-1,1 0 1,-1 0-1,0-1 1,0 0-1,0 0 1,-1 0-1,1-1 1,8-12-1,-13 16-4,0 0-1,0 1 0,0-1 0,0 0 0,0 0 0,-1 0 0,1 0 1,0 0-1,-1-2 0,1-10-3880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03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1 4722,'-4'0'13913,"13"0"-13846,10 0-6,0 0 0,0 1 0,33 7 0,-46-6-65,-1-1 1,1 1 0,-1 0-1,1 1 1,-1-1 0,0 1-1,0 0 1,0 1 0,0-1-1,0 1 1,-1 0-1,0 0 1,0 0 0,0 1-1,0-1 1,5 10 0,-7-9 12,1 0 0,-1 0 1,0 1-1,0-1 1,-1 1-1,0-1 0,0 1 1,0-1-1,0 1 0,-1 0 1,0-1-1,0 1 1,-1 0-1,0-1 0,-1 7 1,0-4 41,0 0 0,-1-1-1,1 0 1,-2 1 0,1-1 0,-1-1 0,0 1 0,0 0 0,-1-1-1,-7 8 1,-184 167 455,108-104-451,66-59-32,-11 12 92,33-30-103,0 1 0,-1-1 0,1 0 0,0 1 0,-1-1 0,1 1-1,0-1 1,-1 1 0,1-1 0,0 1 0,0-1 0,0 1 0,-1 0 0,1-1 0,0 1-1,0-1 1,0 1 0,0-1 0,0 1 0,0 0 0,0-1 0,0 1 0,0-1 0,0 1-1,1-1 1,-1 1 0,0-1 0,0 1 0,0 0 0,1-1 0,-1 1 0,0-1-1,1 0 1,-1 1 0,0-1 0,1 1 0,-1-1 0,1 1 0,-1-1 0,1 0 0,-1 1-1,0-1 1,1 0 0,-1 0 0,1 1 0,0-1 0,-1 0 0,1 0 0,-1 0 0,1 1-1,-1-1 1,1 0 0,-1 0 0,2 0 0,42 9 299,81 8 0,51-8-312,-128-7-9,30-2-1538,-77 0 1315,0 0 0,0 0-1,1 0 1,-1-1 0,0 1-1,0 0 1,0-1-1,1 1 1,-1-1 0,0 1-1,0-1 1,0 0 0,0 0-1,0 1 1,0-1-1,0 0 1,0 0 0,-1 0-1,1 0 1,0 0-1,0 0 1,-1 0 0,1 0-1,-1 0 1,1-1 0,-1 1-1,1 0 1,-1 0-1,0 0 1,1-1 0,-1-1-1,2-4-1672,8-18-8510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04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 4466,'0'0'10554,"-3"6"-9209,1-3-1137,-6 18 290,8-20-472,0-1 0,0 1-1,0 0 1,0-1-1,0 1 1,0 0 0,0-1-1,0 1 1,0 0 0,0 0-1,1-1 1,-1 1 0,0 0-1,0-1 1,1 1 0,-1 0-1,0-1 1,1 1 0,-1-1-1,1 1 1,-1-1-1,1 1 1,-1-1 0,1 1-1,-1-1 1,1 1 0,-1-1-1,1 1 1,-1-1 0,1 0-1,0 1 1,1-1 0,12 5 326,0-1 1,0-1 0,1 0 0,28 1 0,63-5 41,-44 0-322,2 1-904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04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 2113,'0'0'7465,"-5"3"-6187,-16 10-195,17-10 516,4-3-1421,0 0 0,-1 1-1,1-1 1,0 1 0,-1-1-1,1 1 1,0-1 0,0 1-1,0-1 1,0 1 0,0-1 0,-1 1-1,1-1 1,0 2 0,0-1-87,1 0 1,-1 0 0,0-1 0,0 1 0,0 0-1,1 0 1,-1 0 0,1 0 0,-1 0-1,0-1 1,1 1 0,-1 0 0,1 0 0,0-1-1,0 2 1,4 1 12,0 0 0,0 0-1,0-1 1,0 0 0,0 0 0,1 0 0,-1 0-1,1-1 1,-1 0 0,8 0 0,10 0-38,29-1-1,-16-1-247,-26 1-494,0-1 1,0 0-1,0 0 0,0-1 0,11-3 0,2-4-4396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14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 4226,'-5'3'7862,"5"-2"-7668,0-1 0,-1 1 1,1-1-1,0 1 0,0-1 0,-1 1 0,1-1 1,0 1-1,0-1 0,0 1 0,0-1 0,0 1 1,0 0-1,0 1148 4517,0-1255-11236,0 62 415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14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1 184 7139,'0'0'4280,"11"-25"-4024,39-77-208,-47 98-19,0 0 1,0 0-1,1 0 1,-1 0-1,1 1 1,0-1 0,-1 1-1,2 0 1,-1 0-1,0 0 1,1 1-1,-1-1 1,1 1-1,0 0 1,-1 1-1,1-1 1,0 1-1,0 0 1,0 0 0,0 0-1,1 1 1,-1 0-1,10 0 1,-5 0 74,-4 0-48,14-1 242,1 1 0,32 3 1,-46-2-228,0 1-1,-1 0 1,1 0 0,0 0 0,-1 1 0,0 0 0,1 0 0,-1 0 0,0 1-1,-1 0 1,9 7 0,-2 1 113,0 1-1,-1 1 1,-1 0-1,0 0 1,0 1-1,-2 0 0,10 22 1,-3-1 175,-2 1 0,10 45 0,-14-32-18,-2 0-1,-2 1 0,-4 79 0,-1-102-223,0 12 54,-2 0 0,-2 0 0,-1-1 0,-3 1 0,-14 44 0,15-61-108,-2-1-1,0 0 1,-2 0-1,0-1 1,-1 0-1,-1-1 0,-1-1 1,-1 0-1,-1-1 1,-19 17-1,18-21-160,-1-1 0,0-1 0,-1 0 0,0-2 0,0 0 0,-1-1 0,-1-1 0,1-1 0,-1-1 0,0-1 0,-1-1 0,1 0 0,-1-2 0,-36 0 0,57-9-1868,2 2 1456,-1 1 1,1 0-1,0-1 1,0 1-1,0 0 1,3-7-1,12-14-4989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15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11 5827,'2'-1'9910,"18"-4"-9394,-7 3-407,0 0 0,0 1 0,-1 1 0,1 0 0,20 4 0,-29-4-60,0 1-1,0 1 1,1-1 0,-1 0 0,0 1 0,0 0-1,0 0 1,0 0 0,-1 1 0,1-1 0,-1 1-1,1 0 1,-1 0 0,0 0 0,0 0 0,0 0-1,0 1 1,-1-1 0,4 7 0,-2 0 101,0 1 1,0 0 0,-1 0-1,0 0 1,-1 0-1,0 1 1,-1-1-1,0 1 1,-1-1-1,0 0 1,-3 17 0,1-11-55,-1-1 1,-1 0-1,-1 1 1,0-1 0,-1-1-1,0 1 1,-10 15 0,-13 15-61,-51 59 0,74-97-382,0-1 1,-1 1 0,0-1 0,0-1-1,0 1 1,-11 6 0,44-36-6344,-19 19 6652,0 1-1,1-1 1,-1 1-1,1 0 1,0 1-1,0 0 1,13-2-1,4 2 1605,29 1 0,-50 1-1346,-2-1-84,0 1 0,0 0 0,0 0-1,-1 0 1,1 1 0,0-1 0,0 0 0,0 1 0,0-1 0,0 1 0,0 0-1,0-1 1,-1 1 0,1 0 0,0 0 0,-1 0 0,1 1 0,-1-1-1,1 0 1,1 3 0,-1-1 9,0 0 1,-1 0-1,0 0 0,0 0 0,0 1 0,0-1 0,0 1 1,-1-1-1,1 0 0,-1 8 0,0-4-50,0 1 1,-1 0-1,1-1 1,-2 1-1,1-1 0,-1 1 1,0-1-1,0 0 0,-1 0 1,0 0-1,0 0 0,-7 9 1,4-6-138,-2-1-1,1 0 1,-1-1 0,0 0 0,-1 0 0,0-1-1,-16 11 1,10-9-298,-1-1 1,1 0-1,-2-1 1,1-1-1,-1 0 1,0-1-1,0-1 0,0-1 1,-1 0-1,1-1 1,-33-1-1,44-1-77,1 0 1,-1 0-1,0 0 1,0-1-1,1 0 1,-1 0-1,-6-3 1,5 0-567,1 0 0,-1 0 0,1 0 1,0-1-1,-8-8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15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5683,'0'0'11093,"223"57"-10325,-114-42-144,-8-15-304,-7 0-320,-21 0-192,-21-3-2001,-20-9-2801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18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67 6435,'0'0'5709,"5"-10"-4759,2-2-735,12-28 616,-19 39-779,0 1-1,0 0 1,0 0 0,0-1-1,0 1 1,0 0 0,0 0-1,1 0 1,-1-1 0,0 1-1,0 0 1,0 0 0,0 0 0,1-1-1,-1 1 1,0 0 0,0 0-1,0 0 1,0 0 0,1 0-1,-1 0 1,0-1 0,0 1 0,1 0-1,-1 0 1,0 0 0,0 0-1,1 0 1,-1 0 0,0 0-1,0 0 1,0 0 0,1 0 0,-1 0-1,0 0 1,0 0 0,1 0-1,-1 0 1,0 0 0,0 1-1,1-1 1,-1 0 0,0 0 0,0 0-1,1 0 1,-1 1-31,1 0 0,0-1 0,0 1 0,0 0 0,-1 0 0,1 0 1,-1-1-1,1 1 0,0 0 0,-1 0 0,1 0 0,-1 0 0,1 1 0,7 36 226,0 0 0,-3 1 0,-1 0 0,-2 52-1,-1-47-39,2 460 2550,-3-362-2348,0-119-363,-1-15-25,1 0 1,0 0-1,1 0 0,-1 0 1,4 12-1,-4-19-23,0-1 1,0 0-1,1 1 0,-1-1 1,0 1-1,0-1 0,0 0 1,0 1-1,1-1 0,-1 0 0,0 0 1,0 1-1,1-1 0,-1 0 1,0 1-1,0-1 0,1 0 1,-1 0-1,0 0 0,1 1 1,-1-1-1,0 0 0,1 0 1,-1 0-1,0 0 0,1 0 1,-1 1-1,0-1 0,1 0 1,-1 0-1,1 0 0,-1 0 1,0 0-1,1 0 0,-1 0 1,1 0-1,-1-1 0,0 1 1,1 0-1,-1 0 0,0 0 1,1 0-1,-1 0 0,0-1 1,1 1-1,-1 0 0,0 0 1,1 0-1,-1-1 0,0 1 1,0 0-1,1-1 0,-1 1 1,0 0-1,0 0 0,0-1 0,1 1 1,-1-1-1,3-7-237,-1 1 0,1-1-1,-2 1 1,1-1 0,-1 0 0,0 0-1,-1-15 1,1 9-221,-1 6 193,4-56-5219,-6-68-1,-7 72-921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18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9220,'0'0'3439,"34"-2"-2081,113-9 77,-127 10-1160,0 0-1,1 2 1,-1 0-1,37 8 1,-40-4-202,-1 0 0,0 1-1,-1 1 1,25 14 0,-27-13 9,0 0 0,-1 1-1,0 0 1,0 1 0,-1 0 0,0 1-1,-1 0 1,0 0 0,-1 2-1,0-1 1,-1 1 0,-1 0 0,0 0-1,0 1 1,-2 0 0,1 1-1,-2-1 1,4 18 0,-3 0 50,-2 1 1,0 0-1,-3 0 0,0 0 1,-3 0-1,0 0 0,-2 0 1,-2-1-1,0 0 1,-3 0-1,0-1 0,-18 37 1,-4-5-74,-3-1 1,-2-1 0,-2-3-1,-4-1 1,-1-1 0,-3-3 0,-55 47-1,89-88-117,-33 25 94,42-34-196,0 0 0,0-1 0,0 0 0,0 0 0,-1 0 0,1 0 0,-1-1 0,0 1 0,-7 0 0,9-2-200,3 0 278,-1 1 0,1-1 0,-1 0 0,1 0 0,-1 0 0,1 0 0,0 0 0,-1 0-1,1 0 1,-1 0 0,1 0 0,-1 0 0,1 0 0,-1 0 0,1 0 0,-1 0-1,1 0 1,0 0 0,-1-1 0,1 1 0,-1 0 0,1 0 0,0-1 0,-1 1 0,1 0-1,0 0 1,-1-1 0,1 1 0,0 0 0,-1-1 0,1 1 0,0 0 0,0-1 0,-1 1-1,1-1 1,0 1 0,0 0 0,0-1 0,0 1 0,-1-1 0,1 1 0,0-1 0,0 1-1,0-1 1,0 1 0,0-1 0,0 1 0,0-1 0,0-32-3664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18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79 9236,'0'0'6115,"42"-78"-5891,-39 141 368,-3 28 769,0 9 224,0 0-465,-7-15-656,0-19-335,4-31-129,3-20-48,-11-15-1185,-6-15-2897,-18-32-4914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16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 6163,'0'0'5957,"3"-6"-5322,6-19-283,-7 18-24,-2 23-183,0 1001 4803,0-1003-4926,1 21 100,-1-34-122,0 0 1,0-1 0,0 1-1,0 0 1,0 0 0,0 0-1,0 0 1,1-1 0,-1 1-1,0 0 1,1 0 0,-1 0-1,1-1 1,-1 1 0,1 0-1,-1-1 1,1 1 0,-1 0-1,1-1 1,0 1 0,-1-1 0,1 1-1,0-1 1,-1 1 0,1-1-1,0 0 1,0 1 0,1-1-1,-1 0-60,0 0 1,0 0-1,0 0 0,-1 0 0,1 0 1,0 0-1,0-1 0,0 1 0,0 0 0,0-1 1,-1 1-1,1-1 0,0 1 0,0-1 1,-1 1-1,1-1 0,0 0 0,-1 1 0,1-1 1,0 0-1,-1 1 0,1-1 0,-1 0 0,1 0 1,-1 0-1,0 1 0,1-1 0,-1 0 1,0 0-1,0 0 0,1 0 0,-1-1 0,5-35-2558,-5 31 2034,1-41-4640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17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9668,'0'0'1422,"41"1"-226,130 7-231,-161-7-907,-1 0 1,0 0-1,1 2 0,-1-1 0,0 1 0,0 0 0,0 1 0,0 0 0,-1 0 0,1 1 0,-1 0 0,0 1 0,-1-1 1,11 11-1,-5-4 55,1 0 112,0 1 0,-1 1 0,-1 0-1,0 1 1,-1 0 0,0 1 0,-2 0 0,0 0 0,8 20 0,-8-12 44,-1 1 1,-1 0-1,-2 0 1,0 1-1,-1-1 1,-1 32-1,-1-8 289,-8 71 1,2-94-408,0 0 0,-2 0 0,-1 0 1,-14 34-1,-6 5 72,-57 96 1,67-133-224,0-2 1,-2 0 0,-1-1-1,-2-1 1,-44 39 0,58-56-17,-1-1 1,0 0-1,0-1 1,0 0 0,-10 4-1,15-8-78,0 1 0,0-1 0,0 0 0,-1 0 0,1 0 0,0-1 0,0 1 0,-1-1 1,1 0-1,0 0 0,-1-1 0,1 1 0,0-1 0,-5-1 0,8 1 12,0 1 0,0-1 0,0 1 0,0-1 0,0 0 0,0 1 0,1-1 0,-1 0 0,0 1 0,1-1 0,-1 0 0,0 0 0,1 0 0,-1 0 0,1 0 0,-1 1 0,1-1 0,0 0 0,-1 0 0,1 0 0,0-2 0,-2-23-1216,2 19 667,-1-37-3437,1-3-3194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17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 10965,'0'0'6117,"24"0"-5844,77 1-17,-97-1-203,0 0 0,1 0-1,-1 1 1,0-1 0,0 1 0,0 0 0,0 0 0,0 1 0,0-1 0,0 1 0,0-1-1,-1 1 1,1 1 0,-1-1 0,1 0 0,-1 1 0,0 0 0,0-1 0,0 1 0,0 1-1,0-1 1,-1 0 0,1 1 0,-1-1 0,0 1 0,0 0 0,0-1 0,-1 1 0,0 0-1,1 0 1,-1 0 0,0 0 0,0 8 0,0 0 57,-1-1 0,-1 1 0,0-1-1,0 0 1,-1 0 0,0 1 0,-1-1 0,0 0 0,-1-1 0,-7 14-1,-9 10-39,-1-1 0,-2-1 0,-1-1-1,-44 43 1,-24 29-2,91-102-71,1 0 1,-1 0 0,0-1 0,0 1 0,1 0 0,-1 0 0,1 0 0,-1 0-1,1 0 1,-1 0 0,1 0 0,-1 0 0,1 0 0,0 0 0,0 0-1,-1 0 1,1 0 0,0 2 0,1-2-1,0 0-1,0-1 1,-1 1 0,1-1 0,0 1-1,0 0 1,0-1 0,0 0-1,0 1 1,0-1 0,0 0 0,0 1-1,0-1 1,0 0 0,0 0 0,0 0-1,0 0 1,0 0 0,0 0 0,1 0-1,286-4 278,-92-1-1759,-188 5 1046,-6 0 76,0 1 1,1-1-1,-1 0 1,0 0-1,0 0 1,0-1-1,1 1 1,-1 0-1,0-1 0,0 0 1,0 1-1,0-1 1,0 0-1,3-2 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19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11877,'0'0'7540,"251"4"-7252,-132-4-192,10 0-96,-4 0-80,-13 0-1553,-22 0-3553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19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7475,'0'0'9394,"8"0"-8036,60 9-587,0 2 0,100 30 0,-91-20-564,132 19 0,-122-37-938,-86-3 607,0 0 1,-1 0-1,1 0 1,0 0 0,-1 0-1,1 0 1,0 0 0,-1-1-1,1 1 1,0 0-1,-1 0 1,1-1 0,0 1-1,-1-1 1,1 1-1,-1 0 1,1-1 0,-1 1-1,1-1 1,-1 1 0,1-1-1,-1 1 1,0-1-1,1 0 1,-1 1 0,0-1-1,1 1 1,-1-1-1,0 0 1,0 1 0,0-1-1,1 0 1,-1 1 0,0-1-1,0 0 1,0 0-1,0 1 1,0-1 0,0 0-1,0 1 1,-1-1-1,1 0 1,0 1 0,0-2-1,-1-1-636,1-16-4410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20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8548,'0'0'5586,"3"189"-4257,11-70-112,-7 19-577,4 16-416,-11 6-160,0-6-64,0-26-1633,0-34-6755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22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7155,'0'0'4477,"1"-12"-4085,7-36-266,-5 36 291,0 13-117,-1 15-174,10 374 2543,0-42-379,-12-244-1790,-1-22-86,14 126 1,-12-200-367,0-1 1,0 1-1,0-1 1,1 1 0,1-1-1,-1 1 1,1-1-1,0 0 1,7 10-1,-10-16-59,1 0-1,0-1 1,-1 1 0,1 0-1,0 0 1,-1-1-1,1 1 1,0-1-1,0 1 1,0-1-1,0 1 1,0-1-1,-1 1 1,1-1-1,0 0 1,0 0 0,0 1-1,0-1 1,0 0-1,0 0 1,0 0-1,0 0 1,0 0-1,0 0 1,0 0-1,0 0 1,0-1-1,0 1 1,0 0 0,0 0-1,0-1 1,0 1-1,0-1 1,-1 1-1,1-1 1,0 1-1,0-1 1,0 0-1,-1 1 1,1-1-1,0 0 1,-1 1-1,1-1 1,-1 0 0,1 0-1,0 0 1,-1 0-1,0 1 1,1-1-1,-1 0 1,0 0-1,1 0 1,-1-1-1,7-24-1729,-1 1 0,-2-1 0,0 0 0,-1-37 0,-2 6-4283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22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1 113 7972,'0'0'6173,"30"-18"-5930,98-55-152,-121 69-76,0 1 0,0 0 1,0 0-1,0 1 0,0 0 1,1 1-1,-1-1 1,1 1-1,-1 1 0,1-1 1,0 1-1,-1 1 0,1-1 1,-1 1-1,14 4 1,-21-5-14,10 3 71,-1 0 0,0 0 1,0 1-1,0 1 0,0-1 1,-1 1-1,0 1 0,0-1 1,0 1-1,-1 1 0,0 0 1,0 0-1,0 0 0,-1 1 1,6 9-1,-2-2 137,0 1 0,-1 1 0,-1 0-1,0 0 1,-2 1 0,0 0 0,4 20 0,-4 2 306,-1 0 0,-3 71 1,-2-101-460,-1 37 136,-1 0 0,-3-1 0,-2 1 1,-2-1-1,-2-1 0,-25 69 0,15-61-153,-2 0 0,-3-1 0,-1-2 0,-3-1 0,-53 68 1,83-117-42,-12 14 17,-22 20-1,31-32-12,0 1 0,0-1 0,0 0 0,0 1 0,-1-1 0,1-1 0,-1 1 0,1 0 0,-1-1 0,0 0 0,1 0 0,-1 0 0,-7 0 0,11-1-19,0 0 1,-1 0-1,1 0 1,0 0-1,-1 0 1,1 0-1,0 0 1,0 0-1,-1-1 1,1 1-1,0 0 1,-1 0-1,1 0 1,0-1-1,0 1 1,0 0 0,-1 0-1,1-1 1,0 1-1,0 0 1,0-1-1,-1 1 1,1 0-1,0 0 1,0-1-1,0 1 1,0 0-1,0-1 1,0 1-1,0 0 1,0-1-1,0 1 1,0 0 0,0-1-1,0 1 1,0 0-1,0-1 1,0 1-1,0 0 1,0-1-1,0 1 1,1 0-1,-1-1 1,0-4-260,0-6-166,-1 0-463,1 0 0,1 0 0,0-1 0,0 1 0,1 1 0,0-1 0,1 0 0,4-11 0,15-16-6139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23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408 6 4482,'0'0'4840,"-6"2"-4245,-20 7-193,16-3 3089,0-4-1192,10-2-2247,-1 0 1,1 0 0,0-1-1,0 1 1,-1 0 0,1 0-1,0-1 1,0 1 0,-1 0-1,1-1 1,0 1 0,0 0-1,0-1 1,0 1-1,-1 0 1,1-1 0,0 1-1,0 0 1,0-1 0,0 1-1,0-1 1,0 1 0,0 0-1,0-1 1,0 1 0,0 0-1,0-1 1,0 1 0,0-1-1,0 1 1,1 0-1,-1-1 1,0 1 0,0 0-1,0-1 1,0 1 0,1 0-1,-1 0 1,0-1 0,0 1-1,1 0 1,-1-1 0,0 1-1,0 0 1,1 0 0,-1 0-1,0-1 1,1 1 0,6-2-19,0 0 0,0 0 0,0 1 0,1 0 0,-1 0 0,0 1 0,1 0 0,13 1 1,4 0 23,-20-1-33,-1 0 0,1 0 0,-1 0 0,0 1 0,1 0 1,-1-1-1,0 2 0,1-1 0,-1 0 0,0 1 0,0 0 0,0 0 0,0 0 0,-1 0 0,1 1 0,0-1 0,-1 1 0,0 0 1,1 0-1,-1 0 0,0 1 0,-1-1 0,1 1 0,-1-1 0,1 1 0,-1 0 0,0 0 0,-1 0 0,2 5 0,1 3 45,-1 0 0,-1 0 0,0 0 1,0 1-1,-1-1 0,-1 1 0,0-1 0,-1 1 0,0-1 0,-1 0 0,0 1 0,-1-1 0,-1 0 0,0 0 0,0-1 0,-1 1 0,-1-1 0,0 0 0,-9 13 0,-83 100-398,98-124 253,-1 0-1,1 1 1,0-1 0,0 0 0,0 1-1,0-1 1,0 0 0,0 0 0,-1 1-1,1-1 1,0 0 0,0 1 0,0-1 0,0 0-1,0 0 1,0 1 0,0-1 0,0 0-1,0 1 1,1-1 0,-1 0 0,0 0-1,0 1 1,0-1 0,0 0 0,0 0-1,0 1 1,1-1 0,-1 0 0,0 0-1,0 1 1,0-1 0,1 0 0,-1 0-1,0 0 1,0 1 0,0-1 0,1 0 0,-1 0-1,0 0 1,1 0 0,-1 0 0,0 1-1,0-1 1,1 0 0,-1 0 0,0 0-1,1 0 1,-1 0 0,0 0 0,1 0-1,21 4-12,-14-3-132,3 2 300,1 0-1,-1 1 0,1 1 0,-1-1 1,-1 2-1,1 0 0,-1 0 0,0 1 1,15 12-1,-19-14 88,0 1-1,0 0 1,0 0 0,-1 1 0,0 0 0,-1 0 0,1 0-1,-1 0 1,-1 1 0,1-1 0,-1 1 0,-1 0-1,1 0 1,1 14 0,-2-6 84,-1 0-1,-1 16 1,0-28-219,0 1 0,-1-1 0,1 0 0,-1 1 0,0-1 0,-1 0 0,1 0 0,-1 1 0,0-1 0,0 0 1,0-1-1,-4 7 0,0-4 14,1-1 1,-1 0-1,0-1 1,-1 1-1,1-1 1,-1 0 0,0-1-1,0 1 1,0-1-1,-8 2 1,-11 2 60,-43 7-1,32-8-332,0-2-1,-1-2 0,1-1 0,-58-7 0,83 4-224,1-1-1,0 0 1,-1-1-1,1 0 1,1-1-1,-1 0 1,1-1-1,0 0 1,0 0-1,0-1 1,1 0-1,0-1 1,1 0-1,-1-1 1,2 0-1,-12-16 1,-21-33-5912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23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11541,'0'0'6291,"275"16"-5346,-146-4-609,11 1-304,-4-1-32,-14 1-657,-24 6-2288,-32 6-5155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24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5202,'0'-2'8604,"1"27"-8116,8 44 0,1 5 145,8 606 3109,-18-565-3490,2-98-1186,-1-31-4626,-1-15 88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24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58 8132,'0'0'4234,"36"-10"-3285,121-30-287,-148 38-586,1 0-1,-1 1 0,0-1 1,1 2-1,-1 0 1,1 0-1,-1 0 1,1 1-1,-1 1 1,19 4-1,-17-1 35,-1 0 0,0 1 1,0 0-1,0 0 0,-1 1 0,10 9 0,-13-11-49,10 10 93,0 0 1,-1 0-1,0 2 0,-2 0 1,0 0-1,-1 1 0,-1 1 1,0 0-1,-1 1 0,-2-1 0,0 2 1,-1-1-1,6 29 0,-4-1 190,-2 0 0,-3 1 0,-1 0-1,-8 90 1,1-102-261,-2 0 0,-1-1 0,-2 0 1,-1 0-1,-3 0 0,0-2 0,-2 0 0,-2 0 0,-1-1 0,-1-2 0,-2 0 0,-1-1 0,-1-1 0,-48 46 0,65-69-127,0 0-1,0-1 1,-1 1-1,1-1 1,-1-1-1,-1 1 1,1-1-1,-1 0 0,1-1 1,-1 0-1,0 0 1,0-1-1,0 0 1,-1 0-1,-10 0 1,17-7-1125,3-56-4516,5 24-854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25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13 0,'5'8'15846,"-1"-7"-14767,35-9-1000,-29 5-74,0 0-1,0 2 1,0-1-1,11 1 0,1 0 5,-16 0-6,0 0 0,-1 1 1,1 0-1,0 0 1,0 0-1,-1 1 0,1 0 1,0 0-1,-1 0 0,1 1 1,-1 0-1,0 0 0,1 0 1,4 4-1,-3-1 52,-1 1 0,0 0 0,-1 1 0,1-1-1,-1 1 1,-1 0 0,1 1 0,-1-1 0,0 1 0,-1 0 0,0-1 0,0 2-1,2 13 1,-2-12 68,-2 1 0,1 1 0,-2-1-1,1 0 1,-2 0 0,1 0-1,-1 0 1,-1 0 0,0 0 0,-6 16-1,0-8 9,0-1 0,-2 0 0,0 0 0,-1-1 0,-13 15 0,-73 78 135,-15-9-162,99-90-100,-1-1 1,0-1 0,-1 0-1,0-1 1,-1 0-1,-25 8 1,35-14-27,0-1 0,0 0 0,1 0 0,-11-1 0,16 0 13,0 0 0,0 0 0,0 0 1,0 0-1,0 0 0,0 0 0,0 0 0,0 0 0,1 0 0,-1 0 0,0 0 0,0 0 0,0 0 0,0 0 0,0 0 0,0 0 0,0-1 1,0 1-1,0 0 0,0 0 0,0 0 0,0 0 0,0 0 0,0 0 0,0 0 0,0 0 0,1 0 0,-1 0 0,0-1 0,0 1 0,0 0 0,0 0 1,0 0-1,0 0 0,0 0 0,0 0 0,0 0 0,0 0 0,-1-1 0,1 1 0,0 0 0,0 0 0,0 0 0,0 0 0,0 0 0,0 0 1,0 0-1,0 0 0,0 0 0,0 0 0,0 0 0,0-1 0,0 1 0,0 0 0,0 0 0,0 0 0,-1 0 0,1 0 0,0 0 0,0 0 0,0 0 1,0 0-1,0 0 0,0 0 0,0 0 0,0 0 0,0 0 0,-1 0 0,2 0-36,1-2 20,0 0 0,1 0 0,-1 1 0,1-1-1,-1 1 1,1 0 0,0 0 0,0 0 0,0 0 0,-1 0 0,1 0 0,0 1 0,0-1 0,0 1 0,0 0 0,5 1 0,6-2-8,57-3 203,0 3 0,0 3 0,93 15 0,-157-16-199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27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6 7203,'0'0'5016,"-2"-6"-4624,2 7-375,0-1-1,0 0 1,0 0 0,0 0-1,0 0 1,0 0-1,0 0 1,-1 0 0,1 0-1,0 0 1,0 0-1,0 0 1,0 0 0,0 0-1,0 0 1,0 0 0,0 0-1,0 0 1,0 0-1,0 0 1,0 0 0,0 0-1,0 0 1,0 0-1,-1 0 1,1 0 0,0 0-1,0 0 1,0 0-1,0 0 1,0 172 1247,-9 528 2213,4-429-2786,5-268-675,3 22 228,-3-24-250,0-1 0,1 1 0,-1-1 0,0 1 0,1-1 0,-1 1 0,0-1 0,1 0 0,-1 1 0,1-1 0,-1 1 0,1-1 0,-1 0 0,1 1 0,-1-1 0,1 0 0,-1 0 0,1 0 0,-1 1 0,1-1 0,-1 0 0,1 0 0,-1 0 0,1 0 0,0 0 0,-1 0 0,1 0-1,-1 0 1,1 0 0,-1 0 0,1 0 0,0 0 0,-1 0 0,1-1 0,-1 1 0,2-1 0,0 0-117,-1 0 0,1 0 0,0 0 0,0 0 1,0 0-1,-1-1 0,1 1 0,-1-1 0,1 0 0,-1 1 0,0-1 0,0 0 0,1 0 0,-1 1 0,0-1 0,-1 0 0,1 0 0,0 0 0,0 0 1,-1-1-1,0 1 0,1-2 0,1-9-1033,0 0 0,-1-18 1,-1 24 345,1-47-5351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27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 8644,'0'0'4042,"35"-5"-3733,118-14 510,-129 17-669,0 1 0,0 0 0,0 2 0,0 1 0,0 1 0,0 1 0,0 1 0,26 9 0,-29-6-131,0 1 0,-1 1 0,0 1 0,-1 1 0,0 1 0,-1 0 0,29 28 0,-36-30 89,0 1 0,0 0 0,-2 1 0,1 0-1,-2 0 1,1 1 0,-2 0 0,0 1 0,-1 0-1,8 26 1,-7-10 157,-2 1 0,0-1 0,-2 1 0,-2 47 0,-2-47-79,-2 1 1,-1-1-1,-1 1 1,-1-1-1,-2-1 0,-2 1 1,-15 34-1,-1-7-47,-2-1 0,-3-1 1,-2-2-1,-3-1 0,-2-2 0,-86 92 0,108-129-128,-1 0-1,-1-1 1,-22 15 0,36-26-64,-1 0 0,0 0 1,0-1-1,0 0 0,-1 0 1,1 0-1,0 0 1,-1-1-1,1 0 0,-1 0 1,1 0-1,-1-1 1,0 1-1,1-2 0,-1 1 1,1 0-1,-9-3 1,13 3-17,0-1 1,0 1 0,0-1 0,-1 1 0,1-1 0,0 0-1,0 0 1,0 1 0,0-1 0,1 0 0,-1 0 0,0 0-1,0 0 1,0 0 0,1 0 0,-1 0 0,0 0 0,1 0 0,-1-1-1,1 1 1,-1-2 0,-2-27-1302,3 23 1011,-1-42-2802,1-1-2266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28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7780,'0'0'7747,"24"242"-6114,-24-145-273,0-2-223,0-17-529,-3-21-288,-1-26-304,4-15-16,0-23-1888,0-43-1938,0-13-4562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28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1601,'0'0'14694,"275"19"-14165,-142-32-465,-1 1-64,1 9-16,-21 3-208,-25 0-1441,-24 0-1697,-25 22-2608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28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8324,'0'0'8430,"2"3"-7371,-1-2-1027,0 0 0,0 1 0,1-1 0,-1 0 0,0 0 0,1 0 0,-1 0-1,1 0 1,-1 0 0,1 0 0,0 0 0,-1-1 0,1 1 0,0-1 0,-1 1-1,3-1 1,31 1 23,-17-2 26,124 0 491,214 6-239,-232 10-750,-116-12 181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29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4402,'0'0'8900,"0"261"-6883,0-136-528,0 14-641,0 2-320,-3-19-480,3-21-48,0-29-1792,7-28-5588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32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6131,'0'0'4420,"0"5"-3979,21 239 2051,-7-121-1612,35 482 2359,-47-584-3176,9 76 260,-8-84-265,0 0-1,0 0 1,2 0 0,10 23 0,-14-34-81,0 0 0,0-1 0,1 1 0,-1 0 0,0-1 0,1 1 0,-1-1 0,1 0 1,-1 1-1,1-1 0,0 0 0,-1 0 0,1 0 0,4 1 0,-6-1-53,1-1 1,-1 0-1,1 0 0,-1 0 0,1 0 1,-1 0-1,1 0 0,-1 0 0,1 0 1,0 0-1,-1 0 0,1 0 0,-1 0 1,1 0-1,-1-1 0,1 1 0,-1 0 1,1 0-1,-1-1 0,1 1 0,0-1 1,0 0-140,-1 1 0,1-1 0,0 0 0,-1 0 0,1 0 0,-1 0-1,1 0 1,-1 0 0,0 0 0,1 0 0,-1 0 0,0 0 0,0 0 0,0 0 0,0-2 0,1-34-4896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33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1 124 8308,'0'0'3164,"32"-19"-2908,106-60-139,-131 75-111,0 1 0,1-1-1,0 1 1,0 0-1,0 1 1,0 0-1,0 0 1,1 1-1,-1 0 1,1 0-1,-1 1 1,10 1-1,5 0 49,-13 0 71,0 0 1,0 0-1,0 2 1,0-1-1,-1 1 1,1 0-1,-1 1 1,1 0-1,-1 1 1,0 0-1,-1 0 1,1 1-1,-1 0 1,0 1-1,-1 0 1,0 0-1,0 0 0,6 9 1,1 1 161,-2 0 0,0 1 0,-1 0 0,-1 1 0,-1 0-1,0 1 1,10 38 0,-12-29 103,-2 1 0,3 54 0,-8 63 465,0-96-633,-3-4-146,-1 1 0,-2-1 0,-2-1 1,-2 1-1,-3-2 0,-1 1 0,-2-2 1,-2 0-1,-2-1 0,-2-1 0,-39 55 1,50-80-57,-1-2 0,-25 25 0,32-35-24,0-1 1,0 0-1,0 0 0,-1 0 0,1-1 0,-1 0 0,0 0 0,0 0 0,0-1 0,0 0 0,-12 2 0,17-3-26,0-1 0,0 0-1,0 0 1,0 0 0,1 0-1,-1 0 1,0 0 0,0 0 0,0 0-1,0 0 1,0 0 0,0 0-1,0-1 1,1 1 0,-1 0 0,0-1-1,0 1 1,0 0 0,1-1 0,-1 1-1,0-1 1,0 0 0,1 1-1,-1-1 1,0 1 0,1-1 0,-1 0-1,1 0 1,-1 1 0,1-1 0,-1 0-1,1 0 1,-1-1 0,0-2-168,0 0 1,1-1-1,-1 1 0,1 0 1,0-1-1,0-3 1,0-3-64,3-52-2725,8-3-2536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33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1 672,'-1'1'11595,"1"0"-11474,-1-1 0,1 0 0,0 1-1,0-1 1,0 0 0,0 0 0,0 1 0,0-1 0,0 0-1,0 1 1,0-1 0,0 0 0,0 1 0,0-1-1,0 0 1,0 1 0,0-1 0,0 0 0,0 1 0,0-1-1,0 0 1,1 0 0,-1 1 0,37-5 649,18-1-275,-52 5-428,0 0 0,0 1-1,0-1 1,0 0 0,0 1-1,0 0 1,0 0 0,0 0-1,0 0 1,-1 0-1,1 0 1,0 1 0,-1 0-1,5 3 1,-4-2 9,0 1 1,0 0-1,0-1 1,-1 1 0,0 0-1,0 1 1,0-1-1,0 0 1,-1 0-1,0 1 1,0-1-1,0 1 1,1 4-1,-1 12 176,0 34 1,-2-30 52,0 1-141,-1 1 0,-1 0-1,-2-1 1,-1 1 0,-1-1 0,-12 30 0,16-48-259,0 0 0,0 0 0,1 1 0,0-1 1,1 1-1,-1 11 0,2-19-5,1 0 0,-1 0 0,0 0 1,1 0-1,-1 0 0,1 0 0,-1 0 0,1 0 1,-1 0-1,1 0 0,0-1 0,-1 1 1,1 0-1,0 0 0,0-1 0,0 1 0,-1 0 1,1-1-1,0 1 0,0-1 0,0 1 1,0-1-1,0 1 0,0-1 0,0 0 0,0 0 1,0 1-1,0-1 0,2 0 0,40 4-1460,-30-3 1063,-3 0 505,0 0-1,-1 1 0,1 0 1,-1 1-1,0 0 0,16 7 0,-21-8 130,0 0-1,-1 1 0,1-1 1,0 1-1,-1 0 0,0 0 1,0 0-1,0 0 0,0 1 1,0-1-1,-1 1 0,1 0 1,-1 0-1,0 0 1,0 0-1,0 0 0,1 5 1,0 3 68,0 1 1,-1-1 0,-1 1-1,1 0 1,-2-1 0,0 1 0,-1 0-1,0 0 1,0-1 0,-2 1 0,1-1-1,-2 1 1,0-1 0,0 0-1,-1 0 1,0-1 0,-10 15 0,7-15-204,0 0 1,0-1-1,-1-1 1,-1 0 0,1 0-1,-2-1 1,1 0-1,-16 9 1,18-13-177,-1 0-1,1 0 1,-1-1-1,1 0 1,-1-1 0,0 0-1,0 0 1,0-1-1,0 0 1,-1 0 0,1-1-1,-13-2 1,20 2 40,0 0 0,-1-1 0,1 1 0,0-1 0,0 0 0,-1 1 0,1-1 0,0 0 0,0-1 0,0 1 0,0 0 0,0 0 0,0-1 0,0 1 0,1-1 0,-1 0 0,-2-2 0,2 0-308,-1 0 0,1-1 0,0 1 0,0-1-1,0 0 1,-2-7 0,-5-49-5846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36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 3474,'0'0'8590,"0"-4"-8243,0-13-94,0 13-10,1 5-168,0 1-58,1 1-1,-1 0 1,0 0 0,0 0-1,-1 0 1,1 0 0,0 0-1,-1 0 1,0 3 0,2 11 101,44 360 2892,-22-1-659,-17-261-1725,-7-107-589,1 19 99,1 0 0,1 0 1,11 43-1,-13-70-135,10 29 149,-11-28-151,1 0 0,-1-1 0,1 1 0,0 0 0,-1 0 1,1 0-1,0 0 0,-1-1 0,1 1 0,0 0 0,0-1 0,0 1 0,0 0 0,0-1 1,-1 1-1,1-1 0,0 0 0,0 1 0,0-1 0,0 0 0,1 1 0,0-1 0,-1 0-24,-1 0-1,1 0 0,0 0 0,-1-1 0,1 1 0,-1 0 0,0 0 0,1 0 0,-1-1 0,1 1 0,-1 0 0,1 0 0,-1-1 0,1 1 0,-1 0 0,0-1 0,1 1 0,-1-1 0,0 1 1,1 0-1,-1-1 0,0 1 0,0-1 0,1 1 0,-1-1 0,0 1 0,0-1 0,0 1 0,0-1 0,0 0 0,2-21-653,-2 16 332,1-92-5589,-1 50 507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36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 10181,'0'0'2147,"30"-5"-1424,104-18 419,-119 21-1041,-1 1 0,1 0-1,0 1 1,-1 1 0,1 1-1,-1 0 1,1 0 0,-1 2-1,0 0 1,23 9 0,-11 0 17,-2 0 1,0 2 0,43 34-1,-53-38-41,0 1-1,-1 1 1,0 0-1,-1 0 1,0 1-1,12 21 1,-17-23-7,0 1 1,-1 0-1,-1 0 0,0 0 0,-1 1 1,0 0-1,-1-1 0,3 27 1,-4 2 167,-1 1 0,-2-1 1,-2 1-1,-1-1 0,-3 0 1,-1-1-1,-2 1 0,-29 72 1,11-47-72,-54 92 1,63-128-136,-2 0-1,0-1 1,-3-1 0,-47 45-1,68-70-42,0-1 0,0 0 0,0 0 0,-1 0 0,0-1 0,1 1-1,-1-1 1,0 0 0,0 0 0,0-1 0,-9 3 0,11-23-1865,2 16 1519,0-11-612,0 5-158,0-1 0,0 1 1,1 0-1,2-13 0,-1 17-156,0 0-1,0 0 1,1 0 0,-1 1 0,4-5-1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36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0 7299,'0'0'10357,"17"1"-9714,104 2 390,-119-3-981,1 0 1,-1 0 0,1 0 0,-1 0 0,1 1 0,-1-1 0,1 1 0,-1 0 0,0 0 0,1 0 0,-1 0-1,0 0 1,1 1 0,-1-1 0,0 1 0,0-1 0,0 1 0,-1 0 0,1-1 0,0 1 0,-1 0 0,1 0-1,-1 0 1,1 1 0,-1-1 0,0 0 0,0 0 0,0 1 0,0-1 0,0 5 0,1 2-6,0 0 1,-1 1 0,0-1 0,-1 0 0,0 1-1,-1-1 1,-2 12 0,1-9 24,-1 0 1,0 0-1,-1-1 0,0 0 1,-1 0-1,-8 14 0,-42 58 38,30-48-78,6-8-24,-40 62 58,55-81-62,0 0 1,0 0-1,1 0 0,0 1 1,0-1-1,1 1 0,0 0 1,1 0-1,-1 10 0,2-17-3,0-1-1,0 0 1,0 1-1,0-1 1,1 1-1,-1-1 1,0 0-1,1 1 1,-1-1-1,1 0 0,-1 1 1,1-1-1,0 0 1,-1 0-1,1 0 1,0 1-1,0-1 1,0 0-1,0 0 0,0 0 1,0 0-1,0-1 1,0 1-1,0 0 1,1 0-1,-1-1 1,0 1-1,2 0 0,3 1 9,0-1 0,0 0 0,0 0 0,0 0 0,8-1 0,-5 1 10,77 3-43,1-3 0,106-12 0,-140 5-941,-19 5-3363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37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 5939,'0'0'9420,"0"0"-9385,1 0-1,-1 0 1,0 0-1,0 1 1,0-1-1,0 0 1,0 0-1,0 0 1,0 0-1,0 1 1,1-1-1,-1 0 1,0 0-1,0 0 1,0 1-1,0-1 1,0 0-1,0 0 1,0 0-1,0 1 1,0-1-1,0 0 1,0 0 0,0 0-1,0 1 1,0-1-1,-1 0 1,1 0-1,0 0 1,0 0-1,0 1 1,0-1-1,0 0 1,0 0-1,0 0 1,0 0-1,-1 1 1,1-1-1,0 0 1,0 0-1,0 0 1,0 0-1,-1 0 1,1 0-1,0 0 1,0 0-1,0 1 1,0-1 0,-1 0-1,1 0 1,0 0-1,0 0 1,0 0-1,-1 0 1,1 0-1,0 0 1,0 0-1,0 0 1,-1 0-1,1 0 1,0 0-1,0 0 1,0-1-1,-1 1 1,1 0-1,6 6 169,0 0-1,1 0 1,-1-1-1,1 0 0,0 0 1,1-1-1,-1 0 0,13 5 1,10 3 316,35 9 0,-11-8-279,1-2 0,0-3-1,62 2 1,175-9-775,-148-2-1668,-129 1 1506,-8-1 3,-1 1 1,1 0-1,-1 0 1,0 0-1,1 1 0,-1 0 1,1 0-1,-1 1 1,0 0-1,0 0 0,7 4 1,13 14-5227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38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 6099,'0'0'6045,"0"-6"-4956,0 4-1039,0 4 495,10 501 3643,-13 39-3475,9-558-3709,-2-16 42,-4-8-1597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39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30 9604,'0'0'814,"33"-5"59,109-16 244,-133 20-1032,0 0 0,0 0 0,-1 1 0,1 0 0,0 0-1,0 1 1,0 0 0,-1 1 0,1 0 0,16 6 0,-16-3-3,1 1 1,-2 0 0,1 0-1,-1 1 1,1 0-1,8 11 1,-17-18-79,13 14 190,0 0-1,-1 0 1,-1 1 0,0 0 0,-1 1 0,-1 0 0,-1 1 0,0 0 0,-1 0-1,-1 1 1,0 0 0,-1 0 0,-1 0 0,1 20 0,-2-5 26,-2 1 0,-1-1 0,-1 1 0,-2-1-1,-1 1 1,-2-1 0,-2-1 0,-15 45 0,0-21-86,-3-1-1,-3-2 0,-54 78 0,36-67-34,-3-2 0,-71 67 0,117-125-99,-6 7-19,-1 0 1,-1-1-1,1 0 0,-2-1 1,1 0-1,-1-1 0,-16 7 1,23-14-496,6-8-213,1 2 444,0-1-185,1-1 0,1 0 0,-1 1 0,1-1 0,1 1 0,-1 0 0,1 0 0,0 1 0,0-1 0,0 1 0,1-1 0,0 1 0,6-4 0,41-39-7042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39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0 9973,'0'0'7667,"7"226"-6546,-17-119-49,-8-3-320,8-13-303,3-22-401,7-28-48,0-26 0,0-71-7860,0-4-3393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40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 4194,'0'0'5723,"-4"1"-4950,-1 1-543,-14 1 1245,18-2-1250,0-1-1,-1 1 1,-11 13 5733,261-9-4869,-172 0-1088,97 19 1,-50-2-859,-114-19-587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40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8836,'0'0'5058,"38"160"-4417,-24-88 95,0 10 144,-11 5-159,-3 11-401,0-1-288,0-3-32,0-19-272,0-21-2642,0-29-3681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48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2225,'-14'4'14479,"14"904"-12388,-1-879-2070,1-3 0,4 38 1,-4-57-3,1 0 1,1-1-1,-1 0 1,1 1-1,1-1 1,-1 0-1,1 0 0,0 0 1,0 0-1,7 9 1,-3-9-458,-2-20-5643,-5 11 5959,0-21-5891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48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11637,'0'0'2017,"32"-1"-1171,4-1-659,167-4 429,-185 6-579,1 1 0,0 1 0,0 0 0,-1 2 0,0 0 0,1 1 0,-2 1 0,25 11 0,-30-11-1,0 0 1,-1 1 0,0 1 0,0 0 0,-1 0-1,0 1 1,0 0 0,-1 1 0,-1 0 0,1 1-1,-2-1 1,12 22 0,-8-9 159,-1 0-1,-1 1 1,-1 0-1,-1 1 1,6 37 0,-7-8 319,0 86 0,-6-114-442,-2 1 0,-1-1 0,-1 0 1,-1-1-1,-17 49 0,7-37-1,-1 0 1,-2-1-1,-27 40 0,12-28 20,-1-2 0,-3-1 0,-1-2-1,-3-1 1,-1-3 0,-85 62 0,111-88-73,16-12-129,0-7-1080,0-3 604,1 1-1,0 0 1,1 0-1,0 0 0,0 0 1,0 0-1,7-12 1,17-29-5014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49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38 8212,'0'0'3948,"0"3"-3606,0 13 3019,9-17-2344,0-2-924,-1 0 1,0-1 0,0 0 0,9-5-1,-9 4-49,1 0 0,0 1-1,19-7 1,-12 8 115,0 1 1,0 0 0,29 2-1,-33 0 0,-10 0-139,0 0-1,-1 0 0,1 0 0,0 0 1,-1 0-1,1 1 0,0-1 0,-1 1 0,1-1 1,0 1-1,-1 0 0,1 0 0,-1 0 1,1-1-1,-1 1 0,0 1 0,1-1 1,-1 0-1,0 0 0,0 0 0,0 1 1,0-1-1,0 0 0,0 1 0,0-1 0,0 1 1,-1-1-1,1 1 0,0 0 0,-1-1 1,1 3-1,1 6 99,-1 0 0,0 0 0,-1 0 0,-1 15 0,1-5 157,0-11-207,-1 0 0,0 0 0,0 0 0,-1 0-1,0 0 1,-1-1 0,-4 13 0,-4 1 40,-19 30 0,20-36-69,5-7-30,0-3-13,1 0 0,0 1 0,0-1 0,1 1 0,0 0 0,0 0 0,1 0 0,0 1 0,0-1 0,-1 13 0,3-18-46,0-1 0,0 1-1,0-1 1,1 1 0,-1-1-1,0 1 1,1-1 0,0 1-1,-1-1 1,1 0 0,0 1 0,-1-1-1,1 0 1,0 1 0,0-1-1,0 0 1,0 0 0,0 0 0,1 0-1,-1 0 1,2 1 0,32 13-838,-23-11 756,-2 0 89,14 5-11,1 1 0,-1 1 0,28 18 0,-45-25 100,-2 0-1,1 1 0,0-1 0,-1 1 0,0 1 0,0-1 1,0 0-1,-1 1 0,1 0 0,-2 0 0,1 1 1,-1-1-1,1 1 0,-2-1 0,1 1 0,2 14 0,-3-13 57,-1 0 0,0 0-1,-1 0 1,0 0-1,0 0 1,-2 10 0,1-13-77,0-1 0,0 0-1,-1 1 1,1-1 0,-1 0 0,0 0 0,0 0 0,-1 0 0,1 0 0,-1 0 0,0-1 0,-6 7-1,-5 1-39,-1 1-1,0-2 0,-1 0 0,0 0 0,0-2 0,-1 0 1,0-1-1,-21 6 0,17-7-417,-1 0 0,0-2 1,0 0-1,0-2 0,-1 0 0,-33-3 0,54 1 235,-1 0 0,1 0 0,0-1-1,-1 1 1,1-1 0,0 1 0,0-1-1,0 0 1,-1 0 0,1 0 0,0 0-1,-3-2 1,1-1-555,1 0 1,0 0-1,0 0 0,0-1 0,-4-7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50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44 672,'0'0'4522,"-1"-4"-3812,-1-17 84,1 2 6285,1 27-7012,9 281 1868,0 3-151,-9-252-1585,-10 422 1200,2-248-1837,8-240-1840,0-23-1281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51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9764,'0'0'1961,"37"-6"-915,118-19-315,-144 23-694,0 1 0,0 0-1,-1 0 1,1 1 0,0 0 0,0 1 0,0 1-1,-1-1 1,1 2 0,0-1 0,11 6-1,-11-2 88,0 1 0,0 1-1,0-1 1,-1 2-1,0-1 1,13 16 0,-22-22-102,11 10 116,-1 2 0,0-1 0,-1 1 0,-1 1 0,0 0 0,-1 0 0,-1 1 0,0-1 0,-2 2 0,1-1 0,5 33 0,-4 2 379,-3 1 0,-2 86 0,-4-103-390,-1 0 1,-2-1-1,-2 1 1,-1-1 0,-1-1-1,-22 51 1,7-31 1,-2-1 0,-2-2-1,-41 56 1,48-78-45,-1 0 0,-1-2 0,-2 0 0,0-2-1,-2-1 1,-43 30 0,68-51-121,-1 0-1,0 0 1,0-1-1,0 1 0,0-1 1,0 1-1,0-1 1,0 0-1,0 0 1,-1 0-1,1 0 1,0-1-1,-6 1 1,8-5-897,1-5 270,0 0-203,0 0 0,0 1 0,4-16-1,13-20-3905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51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0 8660,'0'0'8575,"19"2"-7943,57 5-152,-70-7-380,-1 1 0,0-1-1,1 1 1,-1 0 0,0 1-1,0-1 1,0 1 0,0 0 0,0 0-1,0 1 1,0-1 0,-1 1 0,1 0-1,-1 1 1,0-1 0,0 1-1,6 7 1,-6-6-51,-1 1 0,0 0 0,-1 0 0,0 1 0,0-1-1,0 0 1,-1 1 0,0-1 0,0 1 0,0-1 0,-1 1 0,0 7 0,-1-6 10,0 0 1,0 1 0,0-1-1,-1 0 1,0 0 0,-1 0 0,0-1-1,0 1 1,-1-1 0,0 1-1,0-1 1,-7 9 0,-8 8 7,-1-1 1,-24 21 0,21-21-31,-18 16 17,24-25-45,1 1 1,1 1-1,0 1 1,-14 21-1,18-12-9,11-26-2,0 1 0,-1 0 0,1 0 0,0-1 1,0 1-1,0 0 0,0 0 0,0 0 1,0-1-1,0 1 0,0 0 0,0 0 0,0 0 1,0-1-1,0 1 0,1 0 0,-1 0 1,0-1-1,1 1 0,-1 0 0,0-1 0,1 1 1,-1 0-1,1-1 0,-1 1 0,1 0 0,-1-1 1,1 1-1,0-1 0,0 1 0,13 3-12,0-1-1,-1 0 0,1-2 0,0 1 1,0-2-1,27-1 0,-7 0-2,72 1-249,50 0-518,-52 0-4891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52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0 6275,'0'0'4215,"0"12"-3897,1 146 1582,-13 375 2605,-9-189-2819,21-342-1683,0 0-1,0 0 1,0 0-1,1 1 1,-1-1-1,0 0 1,1 0-1,0 0 1,1 3-1,-2-4-151,1 0-1,-1-1 1,1 1 0,0 0-1,-1-1 1,1 1 0,0-1-1,0 1 1,-1-1 0,1 1 0,0-1-1,0 1 1,0-1 0,0 0-1,0 1 1,-1-1 0,1 0-1,0 0 1,0 0 0,0 0-1,0 0 1,0 0 0,1 0-1,2-5-1904,2-19-961,-2-7-2518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52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34 10805,'0'0'2156,"30"-6"-1828,103-17 728,-121 21-937,1 1-1,0 0 0,0 1 0,0 0 1,0 1-1,0 1 0,0 0 1,0 1-1,-1 0 0,1 1 0,-1 0 1,0 1-1,15 8 0,-7 0-41,0 1-1,-1 0 1,-1 2 0,0 0-1,22 27 1,-28-30 34,-1 0-1,-1 1 1,0 1 0,-1-1 0,-1 1 0,0 1 0,-1 0-1,-1 0 1,-1 0 0,0 1 0,-1-1 0,0 1-1,-1 0 1,0 27 0,-2-17 40,-1 0 1,-1 0-1,-1 0 0,-1 0 0,-2 0 1,0-1-1,-2 1 0,-1-1 0,-18 39 1,0-13 13,-1-1 1,-3-2 0,-66 83 0,70-101-169,-1-1 0,-1-2 0,-2-1 0,-1-1 0,-1-2 0,-47 28 1,71-47-124,0 0 1,0-1-1,-1 0 1,1 0 0,-1-1-1,0 0 1,0-1-1,0 0 1,0 0 0,-17 1-1,24-23-3150,2 19 3071,0 0 0,0-1 1,0 1-1,0-1 0,0 1 0,0 0 0,1-1 0,-1 1 0,0-1 1,1 1-1,-1 0 0,1 0 0,1-2 0,0 1-339,0-1 0,1 1 1,0 0-1,-1 0 0,1 0 0,5-2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53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 7780,'0'0'8563,"0"198"-7234,-14-104-64,-14 0-353,7-12-368,4-20-224,10-21-207,7-22-81,0-10-32,-4-31-5123,-3-18 97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53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11973,'0'0'4354,"255"72"-2993,-137-72-192,8 0-881,-4 0-288,-14-12-192,-10-4-577,-28 10-463,-22 6-1377,-23 0-1761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55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10517,'0'0'6648,"3"1"-5690,6 1-821,0 0 0,1 0-1,0-1 1,-1-1 0,1 0 0,13-1-1,7 0 11,312 1-45,-340 13-5278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55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0 624,'0'0'17304,"14"0"-16551,24 3-353,11 3 64,3 1-128,0-4-80,1-3-160,-4 0-96,-8 0-544,-9 0-1057,-8 6-2128,-13 13-4083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57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1 107 6787,'0'0'6358,"0"-18"-5867,0-53-25,0 53 634,0 26-956,19 295 1216,0-50-373,-15 344 797,-4-407-1364,-1-213-3410,-1-1 0,-6-33 1,-2 18-4225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57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1 158 9076,'0'0'5773,"20"-23"-5591,66-71-134,-82 90-44,-1 1 0,1-1 0,0 1 0,0 0 0,1 0 0,-1 1 0,0-1 0,1 1 0,0 0 0,-1 0 0,1 0 0,0 1 0,0 0 0,0 0 0,0 0 0,0 0 0,9 1 0,-2-1 7,0 0 5,0 1 0,0 0 0,0 1 0,0 0 0,23 5 0,-27-4 7,-1 1-1,1 0 1,-1 1 0,0-1-1,0 1 1,0 1 0,0-1-1,-1 1 1,10 10-1,2 3 142,-1 1 1,-2 1-1,0 0 0,-1 1 0,0 1 0,-2 0 0,-1 0 0,-1 2 0,-1-1 0,0 1 0,-2 0 0,-1 1 0,5 48 0,-10 153 437,-3-190-489,-3 0 1,-1 0-1,-2 0 0,-1-1 1,-1 0-1,-18 38 1,8-29-24,-2-1 0,-2-1 0,-2-1 0,-34 43 0,42-61-4,-1-2 0,-39 35 0,52-50-74,-1-1 1,0 0-1,0 0 1,0-1 0,0 0-1,-1 0 1,0 0-1,0-1 1,0-1-1,0 1 1,0-1-1,-1-1 1,-13 2 0,20-3-27,1 0 1,0 0 0,-1 0 0,1 0-1,0 0 1,0 0 0,-1-1 0,1 1 0,0 0-1,0-1 1,0 1 0,-1-1 0,1 1 0,0-1-1,0 1 1,0-1 0,0 0 0,0 0 0,0 0-1,0 1 1,0-1 0,0 0 0,1 0-1,-1 0 1,0 0 0,1-1 0,-1 1 0,0 0-1,1 0 1,-1-2 0,0-2-208,0-1 0,0 1 0,1-1 0,0 0-1,1-10 1,-1-2-451,0-2-175,-1 10 28,1 0-1,0 0 0,1 0 0,3-16 0,13-12-4736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58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41 4930,'0'0'10074,"5"-10"-9236,1 6-750,0 1 1,0-1-1,0 1 1,1 0-1,0 0 1,-1 1-1,1 0 1,0 0-1,0 0 0,0 1 1,0 0-1,14 1 1,-16 0-62,1-1 70,1 1 0,0 1 0,0-1 0,0 1 0,7 2 0,-11-2-52,-1 0-1,1 0 0,-1 1 1,1-1-1,-1 1 1,0-1-1,0 1 1,0 0-1,0 0 1,0 0-1,0 0 1,0 0-1,-1 0 0,1 0 1,2 5-1,1 3 141,-1 0 0,0 1 0,0 0-1,-1 0 1,0 0 0,-1 0 0,-1 1 0,1 12-1,-1-2 16,-1-1-1,-1 1 0,-5 29 0,2-36-183,-1 0-1,-1 0 0,0 0 1,-1-1-1,0 0 0,-1 0 1,-17 23-1,11-17-194,14-20 133,1-1 0,-1 1 0,0 0 0,0 0 0,0 0 0,0 0 0,0 0 0,1 0 1,-1 0-1,0 0 0,0 0 0,0 0 0,0 0 0,0 0 0,1 0 0,-1 0 0,0 0 0,0 0 0,0 0 0,0 0 0,0 0 0,1 0 0,-1 0 0,0 0 0,0 0 0,0 0 0,0 0 0,0 0 0,1 1 0,-1-1 0,0 0 0,0 0 0,0 0 1,0 0-1,0 0 0,0 0 0,0 0 0,1 1 0,-1-1 0,0 0 0,0 0 0,0 0 0,0 0 0,0 0 0,0 1 0,0-1 0,0 0 0,0 0 0,0 0 0,0 0 0,0 0 0,0 1 0,0-1 0,0 0 0,0 0 0,0 0 0,0 0 0,0 0 1,0 1-1,0-1 0,0 0 0,0 0 0,0 0 0,-1 1 0,6-2-3,0 1-48,5 0 134,0 0 1,0 1 0,1 0-1,-1 0 1,13 4-1,-20-4 64,1 1 0,-1-1 0,1 1 0,-1 0 0,0 0 0,0 0 0,0 0 0,0 1 0,0-1 0,0 1 0,0 0 0,-1 0 0,0 0 0,1 0 0,-1 0 0,0 0-1,-1 1 1,4 6 0,-2 0-33,0-1 0,0 1 0,-1 0 0,-1 0 0,0 0 0,0 0 0,-1 0 0,0 0 0,0 0 0,-1 0-1,-1 0 1,0 0 0,0 0 0,-1-1 0,0 1 0,-1-1 0,0 0 0,0 1 0,-1-2 0,0 1 0,0-1 0,-1 1 0,-7 6-1,5-7-183,1-1-1,-1 0 1,0-1-1,-1 0 1,1 0-1,-1-1 0,0 0 1,-1 0-1,1-1 1,-1 0-1,0-1 0,0 0 1,0-1-1,0 0 1,0 0-1,0-1 0,-1-1 1,1 1-1,-14-3 1,19 2-166,0-1 0,0 1 1,1-1-1,-1 0 0,1-1 0,-1 1 1,1-1-1,-1 0 0,-4-3 0,-2-3-835,0-1-1,1 0 1,-9-11-1,18 20 1098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58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10277,'0'0'5458,"275"0"-4209,-135 0 207,-4 0-799,-7 3-657,-14 10-496,-21-1-1906,-28 4-4353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7:59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382 0 5955,'0'0'9415,"-5"0"-8868,2 1-524,1-1 0,-1 1 0,1-1 0,-1 1 0,1 0 1,-1 0-1,1 0 0,0 0 0,0 0 0,-1 0 1,1 1-1,0-1 0,-2 3 0,-27 26 19,24-23-11,-10 12 19,1 2-1,0 0 1,-19 35-1,-31 81 167,36-61-12,3 2 0,3 1 0,4 1 1,-18 159-1,25-69 180,12 230 1,3-345-353,3 0 1,2-1-1,2 0 0,3 0 1,2-1-1,24 59 0,-26-86-31,0-1 0,1 0-1,2-1 1,1-1-1,33 40 1,-34-48-17,0-1 0,1 0 0,0-1 1,1 0-1,0-2 0,1 0 0,1-1 1,32 13-1,-25-13-259,1-2 1,0-2-1,0 0 1,38 3 0,51-5-4173,-63-4-2849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00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18 139 1072,'0'0'5371,"0"-12"-4477,0-101 4180,0 103-3928,0 7-563,0 11-332,0 44-213,-13 820 4224,9-590-3933,4-257-308,0-24-26,0-1 0,0 0 0,0 0 0,0 1 0,0-1 0,0 0 1,0 0-1,0 1 0,0-1 0,0 0 0,0 0 0,0 0 0,0 1 0,0-1 1,0 0-1,0 0 0,0 1 0,0-1 0,0 0 0,1 0 0,-1 0 0,0 1 1,0-1-1,0 0 0,0 0 0,1 0 0,-1 0 0,0 1 0,0-1 0,0 0 0,1 0 1,-1 0-1,0 0 0,0 0 0,1 0 0,-1 0 0,0 0 0,0 1 0,1-1 1,-1 0-1,0 0 0,0 0 0,1 0 0,-1-1-57,1 1 0,-1 0 0,1-1 0,-1 1 0,1 0 0,-1-1 0,1 1 0,-1 0 0,1-1 0,-1 1 0,0-1 0,1 1 0,-1-1 0,0 1 0,0-1 0,1 1 0,-1-1 0,0 1 0,0-1 0,0 1 1,1-1-1,-1 1 0,0-2 0,3-68-6464,-3 32-1262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01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0 142 12118,'0'0'2619,"42"-23"-1845,-42 23-774,182-94 659,-173 90-630,0 0 0,0 0 0,0 1-1,0 1 1,0 0 0,1 0 0,-1 1 0,1 0-1,10 0 1,-5 1 8,1 1 0,-1 0 0,0 1 0,16 3 0,-24-3-6,-1 0 0,0 1 0,0-1 0,0 1 0,0 0 0,0 1 0,0-1 0,-1 1 1,1 0-1,-1 1 0,7 8 0,-3-2 74,0 1 0,-1 0 0,0 0 0,-1 1 0,-1 0 1,0 0-1,-1 0 0,0 1 0,-1 0 0,4 24 0,-2 8 240,-2 0-1,-3 49 1,-1-38-71,-2 0 0,-3 0 1,-17 80-1,-2-57-185,-2 0 0,-5-2 1,-2-2-1,-4-1 1,-70 107-1,86-150-78,-2 0-1,-30 33 1,52-63-28,-1 0 0,0-1 0,1 1 1,-1 0-1,0 0 0,0-1 0,0 1 0,0-1 1,-1 0-1,1 0 0,0 1 0,0-1 0,-1-1 1,1 1-1,-1 0 0,1-1 0,-1 1 0,1-1 1,-4 1-1,5-1-6,1 0 1,0 0 0,-1 0-1,1 0 1,0 0-1,-1 0 1,1 0-1,-1 0 1,1 0 0,0 0-1,-1 0 1,1 0-1,0-1 1,-1 1 0,1 0-1,0 0 1,-1 0-1,1 0 1,0-1 0,0 1-1,-1 0 1,1 0-1,0-1 1,-1 1-1,1 0 1,0 0 0,0-1-1,0 1 1,-1 0-1,1-1 1,0 1 0,0 0-1,0-1 1,0 1-1,0 0 1,-1-1 0,1 1-1,0 0 1,0-1-1,-1-15-636,-1 0-1,3-25 1,0 10-281,-2 18 118,2-1 0,0 1 1,3-16-1,-1 17-543,2 0-1,-1 0 1,10-16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01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13366,'0'0'4850,"19"0"-4484,61 6-14,-77-6-321,-1 1 1,1-1-1,-1 1 1,1 0-1,-1 0 1,0 0-1,1 0 1,-1 0-1,0 0 1,0 1-1,0-1 0,0 1 1,0 0-1,0-1 1,0 1-1,-1 0 1,1 0-1,0 0 1,-1 0-1,0 1 1,2 3-1,0 0 64,-2 0 0,1 0-1,-1 0 1,0 0 0,0 1 0,0 6-1,-1-8-32,2 10 32,-2 1 1,0-1 0,0 0 0,-2 1 0,0-1 0,-1 0-1,0 0 1,-1 0 0,-1 0 0,-9 20 0,-34 60-10,25-52-74,2 1-1,-16 46 1,35-83-13,0 0 0,0 0 0,1 0-1,0 0 1,0 13 0,1-19 2,0 0 0,0-1 0,0 1 0,0-1 0,0 1 0,0 0 0,0-1 0,0 1 0,1-1 0,-1 1 0,0-1 0,0 1 0,1 0 0,-1-1 0,0 1 0,1-1 0,-1 0 0,0 1 0,1-1 0,-1 1 0,1-1 0,-1 0 0,1 1 0,-1-1 0,1 0 0,-1 1 0,1-1 0,-1 0 0,2 1 0,19 1 13,-12-2 3,284 3 249,-146-6-1570,-147 3 1170,1 0 0,-1 0 0,1 0 0,-1-1 0,1 1 0,-1 0 0,1 0 0,-1 0 0,1-1 0,-1 1-1,1 0 1,-1-1 0,0 1 0,1-1 0,-1 1 0,0 0 0,1-1 0,-1 1 0,0-1 0,1 1 0,-1-1 0,0 1 0,0-1 0,0 1 0,1-1 0,-1 1 0,0-1 0,0 1 0,0-1 0,0 1 0,0-1 0,0 1 0,0-1 0,0 1 0,0-1 0,0 1 0,0-1 0,0 1 0,-1-1 0,1 1 0,0-1 0,-1 0 0,1-7-1532,0-10-3103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02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38 174 6067,'0'0'6093,"4"-4"-5247,12-8-174,-12 9 838,-3 7-1184,6 77 747,-4 95 0,-3-123-711,0 643 2418,-1-695-2776,1 0 0,0-1 1,0 1-1,0-1 0,0 1 1,-1 0-1,1-1 0,0 1 1,0 0-1,1-1 0,-1 1 1,0 0-1,0-1 0,0 1 1,0-1-1,0 1 0,1 0 1,-1-1-1,0 1 1,1-1-1,-1 1 0,0-1 1,1 1-1,-1-1 0,0 1 1,1 0-1,3-5-111,-2 2 39,0-1 0,0 0 1,0 0-1,0 0 0,-1 0 0,0 0 0,1 0 0,-1-1 0,0 1 0,-1 0 0,1-1 0,0-5 1,1-4-182,6-39-2159,-3-1 0,-2 1 1,-6-87-1,-1 100 1541,-3 1 1,0 1-1,-26-72 1,17 58 1173,-12-60 0,21 69 378,1-1 0,3 0 0,1 1 0,7-70 1,-4 105-575,1 0 0,0 1 0,0-1 0,0 0 0,1 0 0,0 1 0,0 0 0,0-1 0,1 1 1,0 1-1,1-1 0,-1 0 0,1 1 0,0 0 0,0 0 0,1 1 0,-1-1 0,1 1 0,0 0 1,0 1-1,0-1 0,13-4 0,-4 3 63,0 0 0,1 1 1,-1 0-1,1 1 0,-1 1 0,1 1 1,0 0-1,0 1 0,21 2 1,-26 0-50,-1 0 1,0 1 0,0 0 0,-1 1 0,1 0 0,0 0 0,-1 1 0,0 0 0,0 1 0,-1 0 0,14 12 0,-4-1 145,0 1 0,-2 1 0,27 38 0,-32-39-111,-1 0-1,0 1 0,-1 0 1,-1 1-1,-1 0 0,-1 0 1,-1 0-1,3 23 0,-2 0 126,-3 1 0,-4 83 0,-2-89-152,-2 0 0,-2 0-1,-1-1 1,-2 0-1,-19 46 1,3-21 10,-3-1 0,-43 65 0,71-124-144,-13 22 24,-2 0 0,0-1 0,-23 23 0,33-40-28,0-1 0,0 0 0,-1 0 0,1 0-1,-1 0 1,-11 4 0,14-7-14,-1 0 0,1-1 0,-1 0 0,1 0 0,-1 0 0,1 0 0,-1-1 0,0 1 0,1-1 0,-1 0 0,1-1 0,-8 0 0,10 0-63,0 0-1,0 0 1,0 0 0,0-1 0,0 1 0,0 0 0,0-1-1,1 1 1,-1-1 0,0 0 0,1 0 0,-1 1-1,1-1 1,0 0 0,0 0 0,0 0 0,-1 0-1,2 0 1,-1-1 0,0 1 0,0 0 0,1 0-1,-1-5 1,0 6 6,-4-22-2697,-4-44-1,8 33-2705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02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 9668,'0'0'5203,"0"210"-3250,0-106 0,-7-4-657,-4-15-784,1-22-319,6-26-113,1-21-48,3-10-32,-7-6-2225,-4-9-1585,-10-19-2897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03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10341,'0'0'3473,"241"13"-2304,-95-13-17,15 0-751,-4 0-401,-7 0-593,-25 0-1424,-27 0-3889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03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9092,'0'0'9477,"220"34"-8709,-126-24-464,-3-4-240,-7-3-32,-11-3-32,-17 0-224,-18 3-688,-17 3-417,-14 1-1008,-7 5-1201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04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 7267,'0'0'2561,"-14"185"-1392,10-78 672,4 9-240,-7 3-625,4-3-352,-4-9-464,7-29-160,0-24-32,0-29-992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04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11861,'0'0'2143,"8"5"-1706,-4-4-424,0 1-1,-1 0 1,1 0-1,-1 0 0,0 1 1,0-1-1,0 1 1,0-1-1,0 1 0,0 0 1,-1 0-1,1 1 1,-1-1-1,0 0 0,0 1 1,0 0-1,-1-1 1,1 1-1,-1 0 1,0 0-1,0-1 0,1 6 1,6 61 826,-3-1 0,-5 104 0,-2-67-315,-21 461 2005,19-429-1819,5-286-3259,-9-243-2217,-1 283 2284,9-186 1,2 279 2476,0 0 0,1 0-1,0 0 1,2 0 0,-1 1-1,2 0 1,0 0-1,0 0 1,2 1 0,-1 0-1,2 0 1,9-12 0,-11 17 152,0 1 1,0-1-1,1 1 1,0 0 0,0 1-1,1 0 1,-1 0-1,1 1 1,1 0 0,-1 1-1,1 0 1,-1 0-1,1 1 1,0 0 0,1 1-1,-1 0 1,0 1-1,14-1 1,-16 2-40,-1 0 63,0 0 0,0 0 0,0 1 1,13 2-1,-17-1-108,0-1-1,0 0 1,0 1 0,0 0-1,0-1 1,0 1 0,0 0 0,-1 1-1,1-1 1,-1 0 0,0 1 0,4 4-1,6 11 221,0 0 0,-1 1-1,-1 0 1,0 1-1,-2 0 1,0 1 0,-2 0-1,0 0 1,-1 0 0,2 30-1,-2 6 349,-2 0 1,-10 103-1,2-112-356,-3-1 0,-2 0 0,-2 0 0,-29 74 0,10-49-26,-3 0 1,-46 69-1,7-33 15,62-94-227,0-1 1,-2 0-1,1-1 1,-1-1-1,-17 12 1,27-21-43,0 0 1,0 0-1,0 0 0,0-1 1,0 1-1,-1-1 1,1 0-1,0 0 1,-1 0-1,1 0 1,-1-1-1,-6 1 1,9-1-32,0-1 0,-1 1 0,1 0 0,0-1 0,-1 1 0,1-1 0,0 1 0,0-1 0,-1 0 0,1 1 0,0-1 0,0 0 0,0 0 0,0 0 0,0 0 0,0 0 0,0 0 0,0 0 0,0 0 0,1 0 0,-1-1 0,0 1 0,1 0 0,-1 0 0,1-1 0,-1 1 0,1 0 1,-1-1-1,1 1 0,0 0 0,0-1 0,0-1 0,-2-26-2902,3-50 1,5 22-3981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05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78 13014,'0'0'2967,"31"-13"-2180,97-37-358,-121 47-366,-1 1 1,1-1-1,0 2 0,0-1 0,0 1 0,0 0 1,1 0-1,-1 1 0,0 0 0,0 0 0,12 2 1,-13-1 18,-4-1-33,0 1 1,1 0 0,-1 0-1,0 0 1,0 0 0,0 0-1,0 0 1,0 0 0,0 0 0,0 1-1,0-1 1,0 1 0,-1 0-1,1-1 1,0 1 0,-1 0-1,0 0 1,1 0 0,-1 0 0,0 0-1,0 0 1,0 1 0,0-1-1,-1 0 1,1 0 0,-1 1-1,1-1 1,-1 4 0,1 1 84,0 1 0,-1-1 0,0 0 1,0 1-1,-1-1 0,0 1 0,0-1 1,-5 12-1,-2-1 1,0-1-1,-2-1 1,0 1 0,-23 27 0,14-19-62,-14 20 26,1 0 1,3 2-1,-23 51 0,48-89-84,1 0-1,-1 1 0,2-1 1,-1 1-1,1-1 0,1 1 1,-1 18-1,2-26-14,0-1 0,0 0-1,0 0 1,0 1 0,0-1-1,1 0 1,-1 1 0,0-1 0,1 0-1,-1 0 1,1 0 0,-1 1 0,1-1-1,0 0 1,-1 0 0,1 0 0,0 0-1,0 0 1,0 0 0,0 0 0,0 0-1,0 0 1,0-1 0,0 1 0,0 0-1,0-1 1,0 1 0,0-1-1,1 1 1,1 0 0,3 0 0,0 0 1,0 0-1,0-1 1,0 0-1,9 0 0,-1-1 6,-2 1-7,24 1-49,0-1 0,0-2 0,0-2 0,68-16 0,-52 5-379,38-12-1692,-32 6-2473,-31 9-1217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05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4386,'0'0'10223,"0"2"-9897,0 20 489,8 42 1,1 0-233,6 620 3055,-16-462-3093,1-159-46,2-87-878,1-1-1,0 1 0,9-28 0,5-27-1878,-11 42 472,-2-1 0,-1 1 0,-2-1 1,-1 1-1,-8-47 0,2 57-827,-14-40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05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0 255 6451,'0'0'2449,"3"-29"-400,1-10-1243,11-46-1,-14 80-712,1 0 0,-1 0 0,1 1 0,0-1 0,1 0-1,-1 1 1,1-1 0,0 1 0,0 0 0,0 0 0,1 0 0,-1 1-1,1-1 1,0 1 0,0 0 0,0 0 0,1 0 0,-1 0-1,0 1 1,1 0 0,0 0 0,0 0 0,-1 0 0,8 0-1,5-2 21,0 0-1,0 2 1,0 0-1,1 1 1,19 1-1,-29 0-80,2 0 18,1 1 0,0 0 0,0 0 0,-1 1 0,1 1 0,0 0 0,-1 0 0,0 1 0,10 5 0,-4 0 29,-1 0 0,0 2 0,-1 0-1,22 20 1,-15-10 66,0 1 0,-2 0 0,-1 1-1,19 31 1,-27-37 1,-1 0 1,0 1-1,-2 0 0,0 0 1,-1 1-1,-1-1 0,5 31 0,-7-21-25,-1 0 0,0 1 0,-2-1 0,-2 1-1,0-1 1,-2 0 0,-1 0 0,-2 0-1,0-1 1,-14 32 0,-1-10-13,-3-1-1,-1-2 1,-3 0-1,-2-2 1,-1-1 0,-2-2-1,-2-1 1,-45 37-1,66-64-84,-1 0 0,-1-1 0,0-1 0,-29 14 0,42-23-65,0-1 0,-1 1 0,1-1 0,-1 0 0,0 0 0,1-1 0,-1 1-1,-6-1 1,10 0-34,1 0 0,-1-1 0,0 1 0,1 0-1,-1-1 1,0 1 0,1 0 0,-1-1 0,1 1 0,-1-1-1,1 1 1,-1-1 0,1 1 0,-1-1 0,1 0-1,-1 1 1,1-1 0,0 1 0,-1-1 0,1 0-1,0 1 1,-1-1 0,1 0 0,0 0 0,0 1 0,0-1-1,0 0 1,0 0 0,0 1 0,0-1 0,0-1-1,0-31-1910,1 23 981,-2 6 292,1 0 0,1 0 0,-1 0 0,0 0 0,1 0 0,2-6 1,-1 6-783,0-1 1,0 1 0,1 1-1,0-1 1,5-5-1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06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 10197,'0'0'8580,"45"216"-7700,-45-100 144,-7 10-191,-14-10-257,1-28-336,9-29-112,8-33-128,3-33-1136,0-62-1489,3-19-1473,4-12-9332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06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12374,'0'0'4706,"251"66"-4322,-122-57 176,11-9-560,-1 0-112,-13 0-3009,-28 0-6948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06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9668,'0'0'10613,"265"0"-10309,-167 10-79,-1 2-129,-6 1-80,-14-4-16,-15 1-144,-20-7-513,-10 0-431,-22-3-689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07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13574,'0'0'1681,"0"289"-865,0-141-63,0-7-33,0-19-688,0-18-32,0-23-2913,0-27-7732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08.7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1 4274,'0'0'9202,"-3"2"-8333,3-2-856,0 0 0,-1 1 0,1-1 0,0 1 0,-1-1 1,1 0-1,0 1 0,0-1 0,-1 1 0,1-1 0,0 1 0,0-1 0,0 1 0,0-1 0,-1 1 0,1-1 0,0 1 0,0-1 0,0 1 0,0-1 0,0 1 0,0-1 0,0 1 0,1-1 1,-1 1-1,0-1 0,0 1 0,0-1 0,0 1 0,1-1 0,-1 0 0,0 1 0,0-1 0,1 1 0,-1-1 0,1 1 0,42 51 465,-7-7-197,-3 1 0,-2 2 0,-2 1 1,-2 1-1,39 102 0,-44-85-210,-2 2 1,-3 0-1,-3 1 0,7 96 0,-15 110-41,-21 26-38,-2-196-74,-5-1 1,-44 131 0,17-98-987,-75 147 0,11-80-1869,8-57-1577,104-146 4465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09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5683,'0'0'2153,"2"34"-777,5 74-109,11 226 1898,-17 188-615,-10-300-2259,7-160-500,2-54-795,0-35-486,0-10-796,0-3-758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09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 6051,'0'0'3535,"37"-8"-1969,123-23-486,-150 29-976,0 0 1,0 1-1,1 1 0,-1 0 0,1 0 1,-1 0-1,0 2 0,1-1 0,-1 1 0,0 1 1,10 3-1,-8 0-1,0 1 1,-1 0 0,0 0-1,0 1 1,17 17 0,-23-21-83,16 16 200,0 0 0,-1 2 0,-1 1-1,-1 0 1,-1 1 0,-2 1 0,0 0 0,14 34-1,-17-27 46,0 0-1,-2 2 0,-2-1 1,-1 1-1,-1 0 1,2 59-1,-7-38 203,-9 80 1,4-105-338,-1 1 0,-2-1 0,-1-1 0,-14 35 1,2-18-39,-1-1 1,-3-1-1,-56 81 1,63-103-85,-1 0 0,-1-2 0,-1 0 0,-1-1 0,0-1 0,-2 0 1,0-2-1,-39 21 0,56-34 14,-4 1-651,10-4 556,-1-1 0,1 1-1,0 0 1,-1-1 0,1 1 0,0 0-1,-1-1 1,1 1 0,0-1-1,0 1 1,-1-1 0,1 1 0,0-1-1,0 1 1,0-1 0,0 1 0,-1-1-1,1 1 1,0-1 0,0 1 0,0-1-1,0 1 1,0-1 0,0 1 0,0-1-1,1 0 1,-1-41-2639,0-16-2646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10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53 5507,'0'0'6448,"-2"-3"-5739,2 3-666,-1-1-1,1 1 1,-1-1-1,1 1 1,-1-1-1,1 1 1,0-1-1,-1 1 0,1-1 1,0 0-1,0 1 1,-1-1-1,1 1 1,0-1-1,0 0 1,0 1-1,0-1 1,0 0-1,0 1 0,0-1 1,0 0-1,0 1 1,0-1-1,0 0 1,0 1-1,0-1 1,0 0-1,1 1 0,-1-1 1,0 1-1,0-1 1,1 1-1,-1-1 1,1 0-1,-1 1 1,0-1-1,1 1 0,0-1 1,2-2 128,1 1 0,0-1 0,-1 1 0,1 0 0,0 0 0,5-2-1,-3 2 47,-1 1 0,1-1 0,0 1-1,0 0 1,9 0 0,-13 0-166,0 1 0,0 0 0,0 0 0,0 0 0,0 1 0,0-1 0,1 0 0,-1 1 0,0-1 0,0 1 0,0 0 0,0 0 0,0-1 0,0 1 0,-1 1 0,1-1 0,0 0 0,0 0 0,1 3 0,1 4 68,0 0 0,-1 0 0,-1 0-1,1 1 1,-2 0 0,1-1 0,-1 1-1,0 0 1,-1 11 0,2 39 272,-3-1 1,-3 1-1,-11 58 1,13-106-485,1-5 132,0 0 0,0 0 0,0 0 0,1 8 0,0-13-80,0 0 1,0-1-1,0 1 0,0 0 1,0 0-1,1 0 0,-1 0 0,0-1 1,0 1-1,1 0 0,-1 0 1,1-1-1,-1 1 0,0 0 1,1 0-1,-1-1 0,1 1 1,0 0-1,-1-1 0,1 1 0,-1-1 1,1 1-1,0-1 0,0 1 1,-1-1-1,1 0 0,0 1 1,0-1-1,-1 0 0,1 1 1,0-1-1,0 0 0,0 0 1,0 0-1,-1 0 0,3 0 0,51-1-1618,-17 0 1120,70 5 0,-104-3 551,0-1 0,0 1 0,0 0 0,0 0 0,-1 0 0,1 0 0,0 0 0,0 1 0,-1-1-1,1 1 1,-1 0 0,1 0 0,-1 0 0,0 0 0,4 4 0,-3-2 53,0 1 0,-1-1 0,1 1 0,-1-1 0,0 1 0,-1 0 0,1 0 0,1 8 0,0 7 347,-2-1 1,0 0-1,-3 38 0,0-43-302,-1 0 0,0 0 0,0 0 0,-2 0 0,1-1-1,-2 0 1,0 0 0,0 0 0,-2-1 0,1 0 0,-1 0 0,-1-1-1,0 0 1,-1 0 0,-12 11 0,11-12-97,-1-1-1,0 0 0,0 0 1,0-1-1,-1-1 1,-1 0-1,1-1 1,-1 0-1,0-1 1,0-1-1,0 0 1,-1-1-1,1 0 1,-26 0-1,39-3-20,-5 1-78,1-1-1,0-1 0,-1 1 1,1-1-1,-7-2 0,10 3-14,0-1 0,0 0 1,0 0-1,0 0 0,0-1 0,0 1 0,0 0 0,1-1 0,-1 1 0,0-1 0,1 0 0,0 1 0,-1-1 0,1 0 0,0 0 0,-2-3 1,0-3-491,0 0 0,0 0 0,0-1 0,1 1 0,-1-10 0,-2-55-5348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10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1 12838,'0'0'4679,"-11"7"-4556,0 0-86,0 0-1,0 2 0,1-1 1,0 1-1,1 0 1,0 1-1,0 0 1,-9 15-1,-10 24 208,3 0 0,1 2-1,3 0 1,2 2-1,2 0 1,-12 71 0,9-9 449,-7 228 0,26-311-619,-1 20 68,1-1-1,4 1 1,8 50 0,-8-86-102,1 0 0,0 0 1,2-1-1,0 0 0,12 23 1,-12-28-25,-1-1 1,2-1-1,-1 1 1,1-1 0,1 0-1,-1-1 1,1 0 0,1 0-1,13 8 1,-12-9-25,0-1-1,1-1 1,0 1 0,0-2 0,0 0 0,0 0-1,0-1 1,14 1 0,-8-1-115,1-2 0,-1 0 0,1-1 0,28-5 0,-37 3-295,1 1-1,0-2 0,-1 0 0,0 0 0,0 0 0,0-1 0,0-1 1,-1 1-1,0-1 0,0-1 0,14-14 0,16-29-5634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11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1 230 7267,'0'0'5157,"0"41"-4356,0 289 1701,-1-210-1334,4 183 1119,7-170-1494,-7-117-683,0 0 0,1-1-1,1 1 1,0-1 0,1 0-1,8 15 1,-12-27-99,-1 0 1,0 0-1,1 0 1,0 0-1,0 0 0,0-1 1,0 1-1,0-1 1,0 0-1,1 1 0,-1-1 1,1 0-1,-1 0 1,1-1-1,0 1 1,0 0-1,0-1 0,0 0 1,0 0-1,0 0 1,0 0-1,1 0 0,-1 0 1,6-1-1,-7 0-21,-1 0 0,1 0 0,-1 0 0,1-1 0,-1 1 0,0-1 0,1 1 0,-1-1 0,0 1 0,1-1 0,-1 0 0,0 0 0,0 0 0,1 1 1,-1-1-1,0 0 0,0-1 0,0 1 0,0 0 0,0 0 0,-1 0 0,1-1 0,0 1 0,0 0 0,0-3 0,2-3-102,-1 0 0,0 0 0,2-14 0,-4 18 70,6-46-1167,-2 0 1,-2 0-1,-8-85 0,-1 93 824,-1 0-1,-3 1 0,-20-53 0,1 4-136,14 33 320,1-1 0,4 0 0,-9-115 0,19 154 201,-1-12 78,2 1 0,0-1-1,2 0 1,9-43 0,-9 66-4,0-1 0,1 1 0,0-1 0,0 1 0,1 0 0,0 0 0,0 1 0,0-1 0,8-8-1,-8 11 22,1 0 0,0 0 0,-1 0 0,1 1-1,0 0 1,1 0 0,-1 0 0,0 1-1,1-1 1,0 1 0,0 0 0,-1 1-1,12-2 1,-10 2 5,1 0-1,0 0 1,-1 1 0,1 0-1,-1 1 1,1 0-1,-1 0 1,1 0 0,-1 1-1,0 0 1,1 1-1,-1-1 1,0 1 0,7 5-1,-1 0 15,-1 2 0,-1-1-1,0 1 1,0 1 0,-1 0-1,13 17 1,6 11 295,-1 1 0,35 67-1,-49-78-152,-1 0 0,-2 1 0,-1 0-1,13 63 1,-17-54-178,-2 0 0,-2 0 0,-1 1 1,-2-1-1,-2 1 0,-1-1 0,-3 0 0,-1 0 0,-1-1 1,-2 0-1,-27 58 0,17-52-44,-2-1 0,-36 49-1,48-76-34,0-2 0,-1 1-1,-1-2 1,0 1 0,-1-2-1,-1 0 1,0-1 0,-29 17-1,37-24-76,1-1-1,-2-1 1,1 1 0,0-1-1,-1 0 1,1-1 0,-1 0-1,1 0 1,-1 0-1,1-1 1,-10-1 0,14 1-59,0-1 0,0 1 0,0-1 1,-1 0-1,1 0 0,0 0 0,0 0 0,0-1 1,1 1-1,-1-1 0,0 0 0,1 0 1,-1 0-1,1 0 0,-1 0 0,1 0 0,0-1 1,0 1-1,0-1 0,0 0 0,0 1 1,1-1-1,-1 0 0,1 0 0,0 0 1,0 0-1,-1-3 0,-3-38-2706,4-2-1942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11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32 17080,'0'0'2062,"25"-6"-1806,80-17-168,-100 22-63,-1 1-1,1-1 0,-1 1 1,1-1-1,-1 1 0,1 1 1,-1-1-1,1 1 1,-1-1-1,9 4 0,-11-3-4,0 0 1,0 0-1,0 0 0,0 0 0,0 0 0,0 1 0,-1-1 1,1 1-1,0 0 0,-1-1 0,1 1 0,-1 0 0,0 0 0,1 0 1,0 3-1,1 3 53,-1 0 0,0 0 0,0 0-1,-1 0 1,0 1 0,-1-1 0,0 0 0,-1 12 0,1-10 4,-2 7 29,0-1 0,0 1 0,-2-1 0,0 0 0,-1 0 0,0 0 0,-13 23 1,-64 102 193,47-85-198,9-15-62,17-28-24,-1 1-1,2 0 1,0 1 0,0 0-1,2 1 1,0-1 0,-7 26-1,13-40-18,0 0 0,-1 0 1,1 0-1,0 0 0,0 0 0,0 0 0,0 0 0,0 0 0,0 0 1,0 0-1,0 0 0,0-1 0,0 1 0,0 0 0,1 0 0,-1 0 0,0 0 1,1 0-1,-1 0 0,1 0 0,-1-1 0,1 1 0,-1 0 0,1 0 1,-1-1-1,1 1 0,0 0 0,-1-1 0,1 1 0,1 0 0,1 0-10,0 0-1,-1-1 0,1 0 0,0 1 0,0-1 1,0 0-1,-1 0 0,5-1 0,2 0-2,12-2-52,0 0 1,0-2 0,0-1 0,36-14-1,9-4-75,-24 13 50,0 2 0,70-8 0,-13 11-1855,-1 4-4109,-84 2 556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12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14647,'0'0'2881,"304"126"-1712,-151-104-337,8-13-832,-12-6-944,-26-3-2898,-29 0-6227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12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5635,'0'0'5653,"-2"36"-4279,-3 447 2604,5 284-902,-1-762-3070,1 0 0,0 0 0,1 0 1,-1 0-1,1 0 0,0 0 0,3 7 1,-4-11-35,1 0-1,0 0 1,0 0 0,-1 0 0,1 0 0,0 0 0,0 0 0,0 0 0,0-1 0,0 1-1,0 0 1,0-1 0,0 1 0,0-1 0,0 1 0,0-1 0,1 0 0,-1 1 0,0-1-1,0 0 1,0 0 0,1 0 0,-1 0 0,0 0 0,0 0 0,0 0 0,1 0-1,-1 0 1,0-1 0,0 1 0,0 0 0,2-1 0,-1 0-133,0 0-1,1 0 1,-1 1-1,0-2 1,0 1 0,0 0-1,0 0 1,0 0-1,0-1 1,0 1-1,-1-1 1,1 0 0,-1 1-1,1-1 1,2-3-1,-1-1-690,0 0 0,0 0 0,-1 0 0,3-9 0,8-46-8886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13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10117,'0'0'1107,"38"2"-427,17 1 96,56 11 1,-98-11-592,-1 1 1,1-1 0,-1 2-1,0 0 1,0 0-1,0 1 1,12 9-1,-6-1 40,0 0-1,21 23 1,-32-30-198,11 12 84,0 0 0,-2 1 0,0 1-1,14 24 1,-21-30-1,-1 0 1,-1 1-1,-1 0 0,0 1 0,-1-1 0,0 1 0,2 20 0,-3-5 83,-2-1 0,0 1 1,-2-1-1,-2 1 0,-1 0 0,-1-1 0,-2 0 0,-1 0 1,-22 59-1,-3-20-46,-3-2 1,-3-1 0,-3-2-1,-3-2 1,-75 84-1,119-147-147,-16 19 2,-1 0 1,-1-2-1,-1 0 0,-24 17 0,43-34-18,0 0-1,0 0 1,0 1-1,0-1 1,0 0-1,0 0 1,0 0 0,-1 0-1,1 1 1,0-1-1,0 0 1,0 0-1,0 0 1,-1 0 0,1 0-1,0 0 1,0 0-1,0 0 1,-1 0-1,1 1 1,0-1-1,0 0 1,0 0 0,-1 0-1,1 0 1,0 0-1,0 0 1,0 0-1,-1 0 1,1 0 0,0 0-1,0-1 1,0 1-1,-1 0 1,1 0-1,0 0 1,0 0-1,0 0 1,-1 0 0,1 0-1,0 0 1,0-1-1,0 1 1,0 0-1,0 0 1,-1 0-1,1 0 1,0 0 0,0-1-1,0 1 1,0 0-1,0 0 1,0 0-1,0-1 1,0 1 0,0 0-1,0 0 1,-1 0-1,1-1 1,0 1-1,0 0 1,0 0-1,0 0 1,0-1 0,0 1-1,1 0 1,3-18-1039,5 2-336,1 1-1,0 1 1,1-1-1,21-20 1,14-16-6087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13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11077,'0'0'5234,"32"175"-4193,-32-65-193,0 10-31,0-4-97,0-19-400,0-31-320,0-35 0,7-31-400,10 0-1809,1-44-1185,-5-25-3713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14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9316,'0'0'7780,"154"10"-7540,-70-10 368,3 0-192,0 0-207,-7 3-161,-10 16-32,-18-4-16,-10-5-129,-14-4-479,-18-6-400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14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7796,'0'0'5506,"0"245"-4129,14-113 928,0 6-897,0 3-735,-10-3-305,-4-16-208,3-24-160,1-29 0,3-32-880,0-27-961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14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8980,'0'0'6022,"5"0"-5556,14 0 1,-19 0-436,1 0 0,-1 1-1,1-1 1,-1 0 0,1 1 0,-1-1-1,1 0 1,-1 1 0,1-1 0,-1 1-1,0-1 1,1 1 0,-1-1-1,0 1 1,1-1 0,-1 1 0,0 0-1,0-1 1,0 1 0,1-1-1,-1 1 1,0-1 0,0 1 0,0 0-1,0-1 1,0 1 0,0 0 0,0-1-1,0 1 1,-1 1 0,2 1 86,6 262 1406,-7-175-989,0 687 2652,-1-776-3187,1 0 0,0 0 1,0 0-1,0 0 1,0 0-1,0-1 1,0 1-1,0 0 1,0 0-1,1 0 1,-1 0-1,0 0 1,0 0-1,1 0 1,-1 0-1,1-1 1,-1 1-1,1 0 0,-1 0 1,1-1-1,-1 1 1,1 0-1,0-1 1,-1 1-1,1 0 1,0-1-1,-1 1 1,1-1-1,0 1 1,1 0-1,-1-1-32,0-1-1,0 1 1,0 0 0,0-1-1,0 1 1,1-1 0,-1 1-1,0-1 1,0 1 0,-1-1-1,1 1 1,0-1 0,0 0-1,0 0 1,0 0 0,0 1-1,-1-1 1,1 0 0,0 0-1,-1 0 1,1 0 0,-1 0-1,1 0 1,-1 0 0,1-2-1,5-15-1316,-1 1 1,-1-1-1,-1 0 0,2-37 0,-3-25-7198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15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 5170,'0'0'5051,"38"-7"-3515,121-25-380,-144 30-1028,0 0 1,0 1-1,0 0 1,17 2-1,-25 0-49,-1 0-1,1 0 1,0 0-1,-1 1 1,0 0 0,1 1-1,-1-1 1,6 5-1,-5-3-13,-1 1-1,-1 0 0,1 0 0,-1 1 0,0 0 1,0-1-1,0 2 0,-1-1 0,0 0 1,0 1-1,0 0 0,-1 0 0,0 0 0,3 13 1,2 9 234,-1 1 0,-1 0 0,-2 1 0,2 44 0,-11 128 1034,1-150-1037,-4 0 1,-1 0-1,-3-1 1,-34 94-1,2-39 238,-65 118 0,101-210-498,-44 75 168,52-89-219,-1 0 0,1-1 0,0 1 0,-1 0 0,1 0 0,-1 0-1,1-1 1,-1 1 0,0 0 0,1-1 0,-1 1 0,0 0 0,1-1 0,-1 1 0,0-1 0,0 1-1,1-1 1,-1 1 0,0-1 0,0 0 0,0 1 0,0-1 0,0 0 0,0 0 0,0 0 0,1 0-1,-1 1 1,0-1 0,-1-1 0,1 1-73,0-1 0,0 0 0,0 0-1,0 0 1,0-1 0,0 1 0,0 0 0,0 0-1,1 0 1,-1-1 0,0 1 0,1 0-1,-1 0 1,1-1 0,0 1 0,-1-1 0,1 1-1,0-3 1,-3-19-2309,1-46 0,2 56 1287,0-49-5346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15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15559,'0'0'5189,"23"0"-5042,73 0-22,-90 0-64,0 0 0,0 0 1,0 0-1,0 1 0,0-1 0,0 1 0,0 1 0,0-1 0,7 4 0,-11-3-33,-1-1 0,1 1-1,0-1 1,-1 1 0,1 0 0,-1 0-1,0 0 1,1 0 0,-1 0 0,0 0-1,0 0 1,0 0 0,-1 0 0,1 1-1,0-1 1,-1 0 0,1 1 0,-1-1-1,0 3 1,2 16 42,-1 0-1,-1 1 1,-1-1 0,-1 0-1,-1 0 1,0 0-1,-2-1 1,0 1-1,-2-1 1,0 0 0,-12 24-1,8-21-29,0 1-1,2 0 1,1 0 0,2 1-1,-8 46 1,14-70-40,-1 1-6,1 0 1,0 1-1,0-1 1,0 1-1,0-1 1,0 0-1,1 1 1,0 2 0,-1-4-2,1 0 1,-1 0 0,1 0 0,0 0-1,-1-1 1,1 1 0,0 0 0,0-1 0,0 1-1,-1-1 1,1 1 0,0 0 0,0-1-1,0 0 1,0 1 0,0-1 0,0 0 0,0 1-1,0-1 1,0 0 0,0 0 0,2 0 0,7 1-68,1 0 0,-1-1 0,0-1 1,1 1-1,-1-2 0,0 1 1,0-1-1,18-7 0,3-3-240,42-24 0,19-7-1119,-80 38 920,1 1 1,-1 0 0,1 1 0,0 1 0,22-2 0,1 3-2881,-4 1-2223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15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4866,'0'0'8855,"6"4"-8450,-3-3-356,0 1-1,-1 0 0,1 0 1,0 0-1,-1 1 0,1-1 0,-1 1 1,0-1-1,0 1 0,0 0 1,0 0-1,0 0 0,-1 0 0,1 0 1,-1 0-1,0 0 0,0 0 1,1 6-1,1 9 255,0 1-1,0 28 1,-2-27-133,4 530 3583,-6-329-2947,1-4-456,1-170-267,-1-46-86,0 0 0,0 0 0,0-1 0,1 1 0,-1 0 0,0 0 0,0 0 1,1 0-1,-1 0 0,1 0 0,-1-1 0,0 1 0,1 0 0,0 0 0,-1 0 1,1-1-1,-1 1 0,1 0 0,0-1 0,0 1 0,-1-1 0,1 1 0,0-1 0,0 1 1,0-1-1,-1 0 0,1 1 0,0-1 0,0 0 0,0 1 0,1-1 0,0 0-43,-1 0-1,1 0 1,-1 0-1,0-1 1,1 1-1,-1 0 1,0-1-1,1 1 0,-1 0 1,0-1-1,1 0 1,-1 1-1,0-1 1,0 0-1,0 0 1,1 0-1,-1 1 0,0-1 1,0 0-1,1-2 1,4-8-651,-1 0 0,0-1 0,-1 1 0,0-1-1,-1 0 1,4-20 0,1-34-4238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16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92 12598,'0'0'974,"37"-16"-382,122-47 251,-151 60-799,-1 1 0,1 0 1,0 0-1,0 1 0,0 0 0,0 0 1,0 1-1,0 0 0,0 0 1,0 1-1,9 1 0,-9 1 3,0 1 1,1-1-1,-1 1 0,0 0 1,-1 1-1,13 9 0,-11-7 6,17 12 184,0 2 0,-2 1 0,0 1 0,-1 2 1,-2 0-1,0 1 0,-2 0 0,-1 2 0,-1 0 0,-2 2 0,21 52 0,-26-54-42,-1 1-1,-1 1 0,-2-1 0,-1 1 1,-1 0-1,-2 1 0,0-1 1,-3 0-1,0 1 0,-2-1 0,-1 0 1,-2 0-1,-9 31 0,2-26-39,-1-1-1,-1 0 1,-36 56-1,21-44 20,-69 79 0,81-105-195,-1-1 1,-1 0 0,-1-2-1,0 0 1,-28 16-1,45-30-91,-1 0 0,0-1 0,0 0-1,0 1 1,0-2 0,0 1 0,0-1-1,0 0 1,-1 0 0,1 0 0,-1-1-1,1 1 1,0-1 0,-9-1 0,13 0 8,-1 1-1,1-1 1,0 1 0,-1-1 0,1 1 0,0-1 0,-1 0-1,1 0 1,0 0 0,0 1 0,0-1 0,0 0-1,-1-1 1,1 1 0,1 0 0,-1 0 0,0 0 0,0 0-1,0-1 1,1 1 0,-2-2 0,-4-31-1727,5 30 1608,0-49-3648,1 1-2044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16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11573,'0'0'6067,"126"245"-5042,-123-129 335,-3 3-399,0 0-129,0-9-256,-14-28-320,7-32-192,4-28-64,3-32-1712,0-49-1186,0-17-2384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16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14967,'0'0'2721,"213"37"-1808,-87-34 143,6-3-1056,-3 0-224,-14 0-1425,-17 0-1760,-32 0-4659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17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607 1 16776,'0'0'1296,"94"197"-303,-13-55 960,2 37-1089,-6 31-384,-25 22-48,-52 19 33,-24 6-289,-98 4-176,-46-4-96,-16-21-721,-5-45-1328,25-56-1680,21-63-7797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18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47 10037,'0'0'10757,"261"-28"-9957,-177 15-512,-11 7-288,-10 6 0,-11 0-16,-17 0-64,-14 0-352,-10 0-417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18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63 12982,'0'0'9428,"268"-3"-8867,-173-16-353,-15 3-208,-17 1-32,-11 5-641,-24 10-687,-14 0-1970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45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63 3298,'-7'-4'11761,"7"3"-11640,0-5 16,1-1 0,-1 1 0,1 0 1,0 0-1,1 0 0,0 0 0,2-8 0,-1 13-89,-2 1-14,1 0-15,-1 0-62,3 18-87,25 118 663,15 171 1,-17 142 410,-26-384-815,5 61 228,-5-123-349,-1-2-6,-1 0 0,1 0 1,0 0-1,0 0 0,0 0 1,1 0-1,-1 0 0,0 0 1,0 0-1,0 0 1,1 0-1,-1 0 0,1 0 1,-1 0-1,1 0 0,-1-1 1,1 1-1,-1 0 0,1 0 1,-1 0-1,1-1 1,0 1-1,0 0 0,1 0 1,-2-1-33,0 0 0,0 0 0,1 0 0,-1 0 0,0 0 0,0-1 0,1 1 0,-1 0 0,0 0 0,0 0 0,0 0 0,1 0 0,-1-1 0,0 1 0,0 0 0,0 0 1,0 0-1,0-1 0,1 1 0,-1 0 0,0 0 0,0 0 0,0-1 0,0 1 0,0 0 0,0 0 0,0-1 0,0 1 0,0 0 0,0 0 0,0-1 0,0 1 0,0 0 0,0 0 0,0-1 1,0 1-1,0 0 0,0 0 0,0-1 0,0-5-434,3-114-9189,-3 78 2215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45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0 180 6835,'0'0'3580,"15"-28"-2849,5-10-550,25-36-1,-42 71-160,-1 0 1,0 0 0,0 0 0,1 1 0,0-1 0,-1 1-1,1-1 1,0 1 0,0 0 0,0 0 0,0 0 0,1 1 0,-1-1-1,0 1 1,1 0 0,-1 0 0,1 0 0,0 0 0,-1 1-1,1-1 1,0 1 0,-1 0 0,1 0 0,5 1 0,6-1 125,5-1 190,0 1 0,-1 1 0,23 3 0,-34-2-219,0 0 0,0 0 1,-1 1-1,1 0 1,-1 0-1,0 1 1,1 0-1,-1 0 1,-1 1-1,9 6 0,1 5 120,0 0 0,-2 1 0,0 0 0,-1 1 0,0 1 0,-2 0 0,0 0 0,-1 1 0,-1 0 0,-1 1 0,-1 0 0,5 25 0,-1 10 155,-2 0-1,-2 0 1,-2 91 0,-5-103-297,-2 1 1,-2 0-1,-2-1 0,-2 0 1,-1 0-1,-3-1 1,-21 54-1,14-53-69,-46 80-1,55-108-21,0-1-1,-1 0 1,0-1-1,-2 0 1,1-1-1,-2 0 1,1-1-1,-19 12 1,29-22-50,1-1 0,-1 1 1,0-1-1,1 1 1,-1-1-1,0 0 0,0 0 1,0 0-1,0 0 1,-5 0-1,7-5-674,1-23-456,-1 5-587,1 0 1,1-1-1,1 1 1,8-36-1,9 7-5616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46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52 3778,'0'0'6336,"-3"5"-4247,2-7-2006,1 1-1,0-1 1,0 0-1,0 0 1,0 1 0,0-1-1,0 0 1,0 0 0,0 1-1,1-1 1,-1 0-1,1 1 1,-1-1 0,1 1-1,0-1 1,0 0 0,0 1-1,0-1 1,0 1 0,0 0-1,0-1 1,0 1-1,0 0 1,1 0 0,-1 0-1,0 0 1,1 0 0,-1 0-1,1 0 1,-1 0-1,1 0 1,0 1 0,-1-1-1,1 1 1,2-1 0,8-2 299,1 1 0,-1 0 1,1 1-1,0 1 1,19 1-1,-30-1-340,-1 1 0,0-1 0,0 0 0,0 1 0,1-1 0,-1 1 0,0 0 0,0-1 0,0 1 0,0 0 0,0-1 0,0 1 0,0 0 0,0 0 0,0 0 0,-1 0 0,1 0 0,0 0 0,0 0 0,-1 0 0,1 0 0,-1 1 0,1-1 0,-1 0 0,1 0 0,-1 0 0,0 1 0,0-1 0,1 3 0,0 6 183,0 0 0,-2 20 0,1-15 22,1 8-77,-2 0-1,0 0 1,-2 0-1,0 0 0,-2 0 1,0-1-1,-12 32 1,-3-12-81,12-28-137,1 1 0,1 0-1,-9 30 1,15-44-34,0-1 1,0 1 0,0-1 0,0 0-1,0 1 1,0-1 0,0 1 0,0-1 0,0 0-1,0 1 1,0-1 0,0 1 0,0-1-1,0 0 1,0 1 0,0-1 0,0 0-1,1 1 1,-1-1 0,0 1 0,0-1 0,0 0-1,1 1 1,-1-1 0,0 0 0,0 0-1,1 1 1,-1-1 0,0 0 0,1 1 0,-1-1-1,0 0 1,1 0 0,-1 0 0,0 1-1,1-1 1,-1 0 0,1 0 0,17 0-575,-9-1 70,16 1 406,0 1 1,1 1 0,-1 1 0,33 8 0,-51-9 292,0 0 0,-1 0 0,1 0-1,-1 1 1,1 0 0,-1 1 0,0-1 0,0 1 0,0 0 0,-1 1-1,1-1 1,-1 1 0,0 0 0,-1 0 0,1 1 0,-1 0 0,0-1 0,0 1-1,-1 1 1,0-1 0,3 7 0,-2 3 106,0 0 0,-1 0 0,-1 0 0,0 0 0,-1 0 0,-1 0 0,0 1 0,-1-1-1,-1 0 1,-1 0 0,0 0 0,-1 0 0,-1-1 0,-7 18 0,3-17-143,0-1-1,0 0 1,-2-1-1,0 0 1,0-1-1,-24 21 1,27-27-87,0 0 0,0-1 0,-1 0 0,0 0 0,0-1 0,-1 0 0,0-1 0,0 0 1,0 0-1,0-1 0,0 0 0,-15 1 0,21-3-28,2-1-10,0 1 0,-1-1 1,1 0-1,0 1 0,-1-1 0,1 0 0,-1 0 1,1-1-1,0 1 0,-1 0 0,1-1 1,0 0-1,0 1 0,-1-1 0,1 0 0,0 0 1,0 0-1,0 0 0,0-1 0,0 1 1,0 0-1,0-1 0,1 1 0,-1-1 0,-1-2 1,-2-8-674,1-1 0,0 1 1,1-1-1,1 1 0,0-1 1,1 0-1,0-16 0,0-48-5163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46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378 0 11797,'0'0'6483,"-10"5"-5741,-9 5-567,0 1 0,1 1-1,0 1 1,1 1 0,-27 27 0,20-14-66,1 0 0,1 1 0,1 2 0,2 0 0,1 1 1,1 1-1,2 0 0,1 1 0,2 1 0,1 0 0,1 1 1,-8 66-1,10 0 288,8 174 1,8-170-90,4 0 1,5-1-1,5 0 1,68 194-1,-17-124-87,-58-143-211,2-2 0,1 0 0,28 35 0,-36-53-28,0 0 0,0-1-1,1 0 1,0-1-1,0 0 1,1 0 0,0-1-1,19 8 1,-21-12-60,0 0 1,1 0-1,-1-1 0,1-1 1,0 0-1,0 0 1,0-1-1,0-1 0,0 1 1,22-4-1,-28 2-26,0 1 0,0-1-1,0-1 1,-1 1 0,1-1-1,0 0 1,-1 0 0,1 0-1,-1-1 1,0 1-1,1-1 1,-1 0 0,-1 0-1,1-1 1,0 1 0,-1-1-1,5-6 1,-4 3-558,0 0 0,0 0 0,0-1 0,-1 0 1,-1 1-1,1-1 0,-1 0 0,0-1 0,1-11 0,-1-41-10212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57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47 9492,'0'0'9781,"-3"-3"-9250,2 2-543,-13-19 536,13 20-502,1-1 1,0 0-1,0 1 1,0-1-1,-1 0 0,1 1 1,0-1-1,0 0 0,0 1 1,0-1-1,0 0 0,0 1 1,0-1-1,0 0 1,1 1-1,-1-1 0,0 0 1,0 1-1,0-1 0,1 0 1,-1 1-1,0-1 1,1 0-1,-1 1 0,1-1 1,-1 1-1,0-1 0,1 1 1,-1-1-1,1 1 0,0-1 1,-1 1-1,1 0 1,-1-1-1,1 1 0,3-2 1774,-29 7-1793,19-2 2,0 1 1,0 0 0,0 0 0,0 1-1,1 0 1,0 0 0,-9 10-1,13-14-4,1-1-1,0 0 1,0 1-1,0-1 1,0 0-1,0 0 1,0 1 0,0-1-1,-1 0 1,1 0-1,0 1 1,0-1-1,0 0 1,0 1-1,0-1 1,0 0-1,0 1 1,1-1 0,-1 0-1,0 0 1,0 1-1,0-1 1,0 0-1,0 0 1,0 1-1,0-1 1,1 0-1,-1 0 1,0 1 0,0-1-1,0 0 1,1 0-1,-1 1 1,0-1-1,0 0 1,0 0-1,1 0 1,-1 0-1,0 0 1,1 1 0,-1-1-1,0 0 1,1 0-1,22 9 5,1-1-1,0 0 0,1-2 1,-1-1-1,45 3 1,134-5 13,-123-4-15,252-2-496,-331 4 273,-1-1 1,1 1-1,-1 0 1,0 0-1,1 0 1,-1 0-1,0 0 1,1 0-1,-1 0 1,0-1-1,0 1 1,0 0-1,0 0 1,0 0-1,0 0 1,0 0-1,0 0 1,0 0-1,0 0 1,-1 0-1,0 1 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58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18 137 8548,'0'0'5861,"0"-15"-5474,0-106 1857,0 214-2093,-11 646 2875,4-415-2631,8-291-390,-1-32-33,0 0-1,0-1 0,1 1 0,-1-1 0,0 1 0,0-1 0,0 1 0,1-1 1,-1 1-1,0-1 0,1 1 0,-1-1 0,1 1 0,-1-1 0,0 1 0,1-1 0,-1 0 1,1 1-1,-1-1 0,1 0 0,-1 1 0,1-1 0,-1 0 0,1 0 0,-1 0 1,1 1-1,0-1 0,-1 0 0,1 0 0,-1 0 0,1 0 0,0 0 0,-1 0 1,1 0-1,-1 0 0,1 0 0,0 0 0,-1 0 0,1-1 0,-1 1 0,1 0 0,-1 0 1,1-1-1,-1 1 0,1 0 0,-1-1 0,1 1 0,-1 0 0,1-1 0,-1 1 1,1 0-1,-1-1 0,0 1 0,1-1 0,-1 1 0,0-1 0,1 1 0,-1-1 1,0 1-1,0-1 0,0 0 0,1 0 0,2-14-1348,0-1-1,-1 1 1,0-28 0,-1-12-3972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58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0 167 9941,'0'0'2870,"33"-26"-2427,-33 26-443,141-108 339,-135 104-322,-1 0 0,1 1-1,0 0 1,0 0 0,1 0 0,-1 1 0,0 0 0,1 0-1,0 0 1,-1 1 0,1 0 0,8 0 0,6 0 100,0 1 1,1 0-1,27 5 1,-41-3-52,1 0 0,-1 0-1,0 1 1,-1 0 0,1 1 0,0-1-1,-1 2 1,0-1 0,0 1-1,0 0 1,9 9 0,-2 0 150,0 1-1,-1 1 1,-1 0 0,-1 1-1,0 0 1,-1 1 0,-1 0-1,-1 1 1,0-1 0,-1 2-1,5 27 1,-2 4 314,-3-1 0,-2 2 1,-1 70-1,-4-91-348,-2-1 0,-1 1 0,-1 0 0,-1-1 1,-2 1-1,-20 53 0,2-21 46,-3-1 0,-3-2 0,-46 68 0,53-94-138,-1 0-1,-2-2 1,-1-1 0,-2-1-1,-1-1 1,-47 33-1,74-60-114,-2 4-29,0-2-1,-1 1 1,0-1 0,0 0-1,-1 0 1,1 0-1,-1-1 1,1-1 0,-1 1-1,0-1 1,-15 2 0,23-4 25,0 0 0,0 0 0,0 0 0,-1 0 1,1 0-1,0 0 0,0 0 0,0 0 0,0 0 1,0-1-1,-1 1 0,1 0 0,0 0 0,0 0 1,0 0-1,0 0 0,0 0 0,0 0 0,-1 0 1,1-1-1,0 1 0,0 0 0,0 0 0,0 0 1,0 0-1,0 0 0,0-1 0,0 1 0,0 0 1,0 0-1,0 0 0,0 0 0,0-1 0,0 1 1,0 0-1,0 0 0,0 0 0,0 0 0,0 0 1,0-1-1,0 1 0,0 0 0,0 0 0,-1-9-835,1 0-1,-1 1 0,2-1 0,-1 0 1,1 1-1,3-10 0,-1 9-543,1 1 0,0 1 0,8-13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58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45 11333,'0'0'5248,"32"-7"-4381,99-23-296,-121 28-460,1 0-1,-1 0 1,1 1-1,18 1 1,-17 0 126,-11 0-201,0 0 1,0 1 0,0-1 0,0 0 0,-1 1 0,1-1 0,0 1 0,0-1-1,0 1 1,-1-1 0,1 1 0,0-1 0,0 1 0,-1 0 0,1-1-1,-1 1 1,1 0 0,-1 0 0,1-1 0,-1 1 0,1 0 0,-1 0 0,1 0-1,-1 0 1,0-1 0,0 1 0,1 0 0,-1 0 0,0 0 0,0 0-1,0 0 1,0 0 0,0 0 0,0 0 0,-1 1 0,-3 40 901,1-32-860,-1-1 1,0 1 0,0-1-1,-1 0 1,0 0 0,0-1-1,-1 1 1,0-1 0,-1 0-1,-12 11 1,14-14-29,-111 114 511,-31 36-437,138-145-103,-15 19-2,23-28-11,0 1 0,0-1 0,1 0 0,-1 1 0,0-1 0,1 1 0,-1-1 0,0 1 0,1-1 0,0 1 0,-1 0 0,1-1 0,0 1 0,0 0 0,0-1 0,0 1 0,0 1 0,1-3-6,-1 1 0,0-1-1,0 0 1,0 1-1,1-1 1,-1 0 0,0 0-1,1 1 1,-1-1-1,0 0 1,1 0 0,-1 0-1,0 1 1,1-1-1,-1 0 1,0 0 0,1 0-1,-1 0 1,0 0-1,1 0 1,-1 0 0,1 0-1,-1 0 1,0 0 0,1 0-1,-1 0 1,0 0-1,1 0 1,0 0-1,83 1 92,1-4-1,158-26 1,-190 23-254,-38 6-356,-1-2-1,0 0 1,0 0-1,0-2 1,20-6-1,-17-2-2688,-5-3-2061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59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 9316,'0'0'7929,"7"0"-7048,290 22 1078,-46 0-776,-223-20-1257,-20-1-92,0 0-1,0-1 0,13-1 0,-23-9-2466,-1 4 2077,0 1 0,-1-1 1,1 1-1,-1-1 1,0 1-1,-1 0 0,-7-6 1,-18-14-4426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8:59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 7091,'0'0'6723,"-7"216"-5634,7-103 496,0 19-33,0 3-47,0-12-465,-7-32-543,4-38-257,3-25-144,0-21-80,0-33-1649,3-30-1136,4-13-5715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9:0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888 307 8436,'0'0'7566,"-7"-29"-7126,-25-90-274,31 113-156,-1 0 1,-1 1-1,1-1 1,-1 1 0,0 0-1,-6-9 1,7 12-3,-1-1 1,1 1-1,-1 0 1,1 0-1,-1 0 1,-6-3-1,-3-2 24,-2-2 72,-1 1 1,0 0-1,0 1 0,-1 1 1,0 1-1,0 0 0,-29-5 0,10 6 120,-1 1-1,-58 3 1,83 1-198,0 1 1,0 0 0,1 1 0,-1 0 0,0 1-1,1 0 1,0 0 0,0 1 0,0 1-1,1 0 1,-1 0 0,-8 9 0,-6 4 59,2 2-1,1 0 1,-24 31 0,16-15 65,2 1 1,2 1-1,1 1 1,-23 55-1,33-61-83,2 0 1,2 1-1,1 0 0,1 0 0,2 1 1,-1 40-1,7 151 679,2-202-602,0 0-1,2 0 1,1 0 0,1-1 0,1 1-1,1-2 1,1 1 0,1-1 0,1 0-1,26 38 1,-28-47-50,2-1 1,0 0-1,0 0 0,1-1 0,1 0 1,0-1-1,1-1 0,0 0 1,0-1-1,1 0 0,0-1 1,1-1-1,-1-1 0,1 0 0,1 0 1,33 5-1,-17-7 1,0-1-1,0-2 1,0-1-1,53-7 1,-64 4-111,0-1-1,-1-2 1,1 0-1,-1-1 1,0-1 0,-1-1-1,34-21 1,-31 15-177,0-2 0,-1-1 1,-1-1-1,-1 0 0,0-2 0,-2 0 1,0-1-1,-2-1 0,20-35 1,-19 26-93,-2 0 1,-2-1 0,-1-1 0,-1 0-1,-2 0 1,-1-1 0,3-39 0,-5-122-331,-6 160 545,0 3 53,-3 0 0,0-1 0,-2 1 0,-1 0 0,-2 1 0,-1 0 0,-2 0 0,-1 1 0,-1 0 0,-2 1 0,-1 0 0,-1 2 0,-29-37 0,39 56 111,-1 0 0,1 1 0,-2 0 0,1 0 1,-1 1-1,-1 0 0,1 0 0,-1 1 0,0 0 1,-1 1-1,1 0 0,-1 1 0,0 0 0,0 1 1,0 0-1,-1 1 0,1 0 0,-22-1 0,17 3-87,12-1-84,0 1-1,0 0 0,0-1 0,0 2 0,1-1 1,-1 0-1,0 1 0,0-1 0,0 1 0,0 0 1,1 1-1,-1-1 0,1 1 0,-1-1 0,1 1 0,-1 0 1,1 0-1,-6 5 0,-14 23-2786,4 7-2438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9:00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7091,'0'0'5139,"-4"226"-3427,4-104-303,0 26 16,0 5-145,0 1-335,0-25-289,0-29-512,0-37-128,0-32-16,4-21-48,6-10-944,1 0-849,-4-35-272,-7-12-2962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9:01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8212,'0'0'1440,"33"1"-263,-9-1-934,-11-2-121,1 2 0,-1 0 0,0 0 0,0 1 0,0 1 0,0 0 0,0 1 0,0 1 0,0 0 0,-1 0 0,1 1 0,-1 1 0,-1 0 0,22 15 0,-10-3 127,-2 2 0,0 0 0,-2 2 0,0 0 0,-1 1 0,-2 1 0,0 0 0,-2 1 0,0 1 0,-2 0 0,-1 1 0,-1 0 0,-1 1 0,-1 0 0,-2 0 0,-1 1 0,2 42 0,-6-37-68,-1-1 0,-2 1 0,-1-1-1,-2 1 1,-1-1 0,-2 0 0,-1-1 0,-1 0 0,-20 41 0,-55 93 519,74-148-646,-1 0 0,0-1 1,-2 0-1,0-1 0,0 0 1,-28 21-1,39-34-118,-1 0-1,1-1 1,-1 1 0,1-1-1,-1 0 1,0 0-1,0-1 1,0 1-1,0-1 1,0 1 0,0-1-1,0-1 1,0 1-1,-1-1 1,1 1-1,0-1 1,0 0 0,-1-1-1,-6 0 1,11 1 17,-1-1 0,0 1 0,1 0 0,0-1 0,-1 1 0,1 0 0,-1-1 0,1 1 0,-1 0 0,1-1 0,0 1 0,-1-1 0,1 1 0,0-1 0,-1 1 0,1-1 0,0 1 0,0-1 0,0 1 0,-1-1 0,1 1 0,0-1 0,0 1 0,0-1 0,0 0 0,0 1 0,0-1 0,-1-79-4864,1 33-484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9:01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10629,'0'0'7891,"0"198"-6722,0-79-193,0 3-15,0-12-257,0-22-336,0-28-224,0-29-80,3-15-64,4-16-400,0 0-784,0-41-1794,0-16-1312,-7-5-7779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9:01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11669,'0'0'3218,"202"229"-1505,-111-103-177,7 18 305,-1 13-592,-23 15-497,-39 20-288,-35 12-208,-11 6-240,-55 4 0,-14-23 0,-1-37-16,1-47-80,17-54-768,11-47-801,10-6-2128,11-41-3651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9:02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11 6979,'0'0'9741,"-13"1"-8506,8-1-938,-29 3 136,25-1 204,20-2 899,396-12-477,-335 10-1059,-41 0-60,0 1-1,0 2 1,0 1-1,-1 1 0,40 10 1,-61-9 177,-2-1-1251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9:02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7347,'0'0'5187,"-3"266"-3138,3-118-112,0 18-593,0 13-351,0 0-177,0-19-608,0-25-208,0-44-1361,0-44-2656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9:03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5 7363,'0'0'6177,"0"-4"-5988,0 100 385,0-50-219,-24 732 4561,16-696-4570,-13 222 1381,21-303-1906,0-126-10497,0 80 1885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9:03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 6675,'0'0'4482,"38"-7"-3746,129-20-181,-154 25-508,1 0-1,-1 1 1,0 1-1,0 0 1,17 3-1,-21-1-15,-1 0 1,0 1-1,0 0 0,0 0 0,10 7 0,-10-6 2,10 6 131,0 0 1,-1 1-1,-1 1 0,1 1 0,14 14 0,-23-18-14,1 0 1,-2 1-1,1 0 1,-1 0-1,-1 1 1,1 0-1,-2 0 1,0 0-1,7 21 0,-7-5 179,0 0-1,-2 1 0,0 0 0,-4 54 0,-2-35-69,-3 0 1,-1 0-1,-3-1 0,-21 65 0,-80 176 1069,92-241-1081,-199 428 1738,209-455-1845,6-13-92,0 0-1,0-1 1,0 1 0,-1-1 0,0 0 0,-6 7 0,10-11-50,0-1 1,0 0 0,-1 0-1,1 0 1,0 0-1,0 0 1,0 0 0,0 1-1,0-1 1,0 0 0,0 0-1,-1 0 1,1 0 0,0 0-1,0 0 1,0 0 0,0 0-1,0 0 1,-1 0-1,1 0 1,0 1 0,0-1-1,0 0 1,0 0 0,-1 0-1,1 0 1,0 0 0,0 0-1,0 0 1,0 0 0,0-1-1,-1 1 1,1 0 0,0 0-1,0 0 1,0 0-1,0 0 1,0 0 0,-1 0-1,1 0 1,0 0 0,0 0-1,0 0 1,0-1 0,0 1-1,0 0 1,-1 0 0,1 0-1,0 0 1,0 0-1,0 0 1,0-1 0,0 1-1,0 0 1,0 0 0,0 0-1,0 0 1,0 0 0,0-1-1,0 1 1,0 0 0,0 0-1,0 0 1,0-1 0,-2-16-811,1-1-1,1 0 1,0 1 0,2-1 0,0 0 0,1 1 0,7-27 0,13-31-4126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9:04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35 8580,'0'0'5421,"5"-3"-5095,-3 2-306,8-4 492,-1 1 0,1-1-1,0 2 1,0-1-1,0 1 1,0 1 0,15-2 594,-25 12-948,1 0-1,-2 0 1,1 0-1,-1 0 0,-1 0 1,1 0-1,-1 0 1,-1 0-1,1-1 0,-1 1 1,-1-1-1,0 1 1,1-1-1,-2 0 0,1-1 1,-1 1-1,0-1 1,-1 0-1,-10 9 0,16-19-1146,0-1 843,1 0 0,0 1 1,0-1-1,0 0 0,0 1 1,1-1-1,0 1 0,0-1 1,0 1-1,0 0 0,1 0 1,0 0-1,6-7 0,-7 9 205,0 0 0,0 0 0,0 0 0,0 0-1,0 1 1,0-1 0,0 0 0,1 1 0,-1 0 0,1 0-1,-1 0 1,1 0 0,-1 0 0,1 0 0,0 1-1,0-1 1,-1 1 0,1 0 0,0 0 0,-1 0 0,1 0-1,0 0 1,0 0 0,-1 1 0,1-1 0,0 1 0,-1 0-1,3 1 1,-2-1-27,0 0-1,0 0 0,1 0 0,-1-1 1,0 1-1,0-1 0,0 0 1,4 0-1,-5 0-9,0 0 0,1 0 0,-1 0 0,0 0 0,0 0 0,0 1 1,1-1-1,-1 1 0,0-1 0,0 1 0,0 0 0,0 0 0,0 0 0,0 0 0,0 0 1,0 1-1,-1-1 0,4 3 0,2 4 61,-1-1 1,0 1-1,0 1 0,0-1 1,-1 1-1,-1 0 0,0 0 1,0 0-1,0 0 1,-1 1-1,2 15 0,0 6 213,-2-1 1,-2 47-1,-1-65-292,-2 1 0,0-1 1,0 1-1,-1-1 0,0 0 0,-1 0 1,-1-1-1,0 1 0,0-1 0,-12 17 1,-8 9 52,-47 53 0,71-88-56,-12 13 39,2-1 14,0-1 1,-1 0-1,0-1 0,-1-1 1,-22 17-1,34-28-54,1 1 0,-1-1 0,1 0 0,-1 1 0,0-1 0,1 1 0,-1-1 0,0 0 0,0 0 0,1 1 0,-1-1 0,0 0 0,0 0 0,1 0 0,-1 0 0,0 0 0,0 0 0,1 0 0,-1 0 0,-1 0 0,2-1-17,-1 0 0,1 0 0,0 0 1,-1 0-1,1 0 0,0 0 0,0 0 0,0 0 0,0 0 0,0 0 1,0 0-1,0 0 0,0 0 0,0 0 0,0 0 0,0 0 1,1 0-1,0-2 0,2-8-159,1 0-1,0 0 1,1 0 0,0 1-1,0-1 1,1 1 0,1 1 0,0-1-1,0 1 1,1 0 0,11-10-1,-11 11 31,1 0-1,0 0 0,1 1 0,0 0 1,0 1-1,0 0 0,1 1 0,0 0 1,0 0-1,0 1 0,20-4 0,-20 7 99,-1-1 1,1 2-1,0-1 0,0 2 0,19 2 0,-24-2 49,-2 0 0,1 1-1,0 0 1,0-1 0,0 2 0,-1-1 0,1 0 0,-1 1 0,0 0-1,0 0 1,0 0 0,0 1 0,0-1 0,3 5 0,-2-1 70,1 1 1,-1 0-1,-1 0 1,1 1-1,-1-1 1,-1 1-1,0 0 1,0 0-1,3 15 1,-3 1 177,0 0 0,-2 34 0,-1-46-140,0 1 0,-1 0 0,-1 0 0,0-1 0,-1 1 0,0-1 0,-1 0 0,-1 1 0,0-2 0,-1 1 0,0-1 0,-1 0 0,0 0 0,-1-1 0,-15 19 0,12-18-81,-1 0-1,0-1 1,-1 0 0,0-1-1,0 0 1,-1-1-1,-1-1 1,1 0-1,-1-1 1,-1-1-1,1 0 1,-1-1-1,0 0 1,0-1-1,-1-1 1,1-1-1,-1-1 1,1 0-1,-1-1 1,1 0-1,-26-5 1,35 4-157,0-1-1,1 0 1,-1 0 0,1 0-1,-1-1 1,1 0-1,0 0 1,0-1 0,0 0-1,0 0 1,1 0 0,-1-1-1,1 0 1,0 0-1,1 0 1,-1 0 0,1-1-1,-5-8 1,3 3-682,1 0 1,0-1 0,1 0-1,1 1 1,-1-2-1,2 1 1,0 0 0,0 0-1,1-19 1,0-50-9355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9:05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1 7876,'0'0'8035,"-17"1"-7474,4-1-488,7-1-58,1 1 0,0 0 0,-1 0 0,1 1 0,-1-1 0,1 1 0,-1 1 0,1-1 0,0 1 0,0-1 0,0 1 0,0 1 0,0-1 0,0 1 0,0 0 0,1 0 0,0 0 0,-1 1 0,-4 5 0,-4 8 87,2 0 0,0 0-1,0 1 1,2 1 0,0 0 0,1 0 0,-9 37-1,-23 152 793,38-192-836,-28 347 1124,29 1-339,2-283-653,3-1-1,4-1 0,32 139 1,-30-181-99,26 59-1,-30-83-69,0 0 0,1-1 0,1 0 0,0 0 0,1-1 0,0 0 0,14 13 0,-16-18-9,0-1-1,1 0 1,0 0-1,0 0 1,0-1-1,1 0 0,-1-1 1,1 0-1,0 0 1,0 0-1,0-2 1,0 1-1,0-1 1,1 0-1,-1-1 1,10-1-1,-12 2-59,1-1-1,-1-1 1,1 1 0,-1-1 0,0-1-1,0 1 1,1-1 0,-1-1 0,0 1-1,-1-1 1,1 0 0,0-1-1,-1 1 1,0-1 0,1-1 0,-2 1-1,1-1 1,-1 0 0,1 0 0,7-11-1,0-1-905,-1 0 0,16-32 0,16-43-4510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9:06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16 9476,'0'0'4477,"-2"-3"-4069,2 3-400,-4-7 159,3 26 56,14 397 3338,-12 223-685,-1-339-1995,0-300-886,0 0 1,0-1-1,0 1 0,0 0 1,0 0-1,1 0 0,-1 0 1,0-1-1,0 1 1,0 0-1,0 0 0,1 0 1,-1 0-1,0 0 0,0 0 1,0-1-1,1 1 1,-1 0-1,0 0 0,0 0 1,1 0-1,-1 0 0,0 0 1,0 0-1,0 0 1,1 0-1,-1 0 0,0 0 1,0 0-1,1 0 0,-1 0 1,0 0-1,0 1 1,0-1-1,1 0 0,-1 0 1,0 0-1,0 0 0,0 0 1,1 0-1,-1 1 1,0-1-1,0 0 0,0 0 1,0 0-1,1 0 0,-1 1 1,0-1-1,0 0 1,0 0-1,0 0 0,0 1 1,0-1-1,0 0 0,0 0 1,0 1-1,0-1 1,0 0-1,0 1 0,3-13-201,0 0 1,-2 0-1,1 0 0,-2-1 0,1 1 0,-3-12 1,2-4-420,-1-80-2561,-18-140-1,3 141 1812,-7-47-308,-5-208 0,27 318 1709,4-68 759,-3 107-647,0 0 1,1 0 0,0 0-1,0 0 1,1 0-1,-1 0 1,1 1-1,0-1 1,0 1-1,1-1 1,-1 1-1,1 0 1,0-1-1,0 1 1,1 1-1,-1-1 1,1 0-1,-1 1 1,1 0-1,0 0 1,1 0-1,-1 0 1,0 1-1,1 0 1,0 0-1,6-2 1,8-1 254,0 1 1,0 0 0,0 2-1,0 0 1,30 2-1,-40 0-328,1 1 0,-1 0 0,1 0 0,-1 1-1,0 0 1,1 1 0,-1 0 0,0 0 0,0 1-1,8 5 1,-4-1 6,1 1 0,-1 1 0,-1 0 0,0 1 1,14 16-1,-9-7 62,0 2 1,-1 0-1,-1 1 0,-1 0 1,-1 1-1,-2 0 1,0 1-1,-1 1 1,7 32-1,-6-7 128,-1 1-1,-4 0 1,1 99 0,-7-112-117,-2 0 0,-1 0 0,-2-1 0,-2 0 0,-2 0 0,-13 39 0,1-21-8,-3 0-1,-44 76 0,49-101-76,-1-1 0,-1-1 0,-2-1 1,0-1-1,-40 34 0,55-53-51,0-1 0,0-1 0,-1 0 0,0 0 1,0-1-1,0 0 0,-1 0 0,0-1 0,0 0 0,0-1 1,0 0-1,0-1 0,-16 2 0,25-4-41,-1 0 0,1 0 0,0 0 0,-1 0 0,1 0 0,0 0-1,-1-1 1,1 1 0,0-1 0,-1 1 0,1 0 0,0-1 0,0 0 0,-1 1 0,1-1-1,0 0 1,0 0 0,0 0 0,0 1 0,0-1 0,-1-2 0,1 1-67,-1 0 0,1-1 1,0 1-1,0-1 0,0 1 0,0-1 1,0 1-1,0-1 0,1 1 1,-1-5-1,1-6-715,0-1 0,0 1 0,5-21 0,-5 28 450,2-5-858,1 0 1,0 0-1,6-17 1,20-29-5352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9:06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30 8788,'0'0'7545,"27"-7"-6633,3-1-506,53-6-1,-81 14-364,1-1 0,0 1 0,0 1-1,0-1 1,0 0 0,0 1 0,0-1-1,0 1 1,-1 0 0,1 0 0,0 0-1,-1 0 1,1 1 0,0-1 0,-1 1-1,0-1 1,4 4 0,-3-2 66,0 1-1,0 0 1,0 0 0,0 0 0,-1 1-1,4 8 1,-2-6 48,0 3-24,0 1 1,-1 0-1,0-1 0,0 1 1,-1 0-1,-1 0 1,0 0-1,0 1 0,-1-1 1,-1 0-1,0 0 1,0 0-1,-3 12 1,-1-6-59,0 1 1,-1-1 0,0 0 0,-2-1 0,0 1-1,0-1 1,-14 17 0,-176 202 388,190-227-455,7-7-6,0-1 0,0 1 0,0 0 0,1 0 0,-1 0 0,0 0 0,0 0 0,0 0 0,1 0 0,-1 0 0,0 0 0,1 0 0,-1 0 0,1 1 0,0-1 0,-1 3 0,5-3 20,2-1-25,30 0 55,1-1 0,-1-1 0,54-12 0,100-23-655,-60 28-3530,-84 9-1036,-4 0-4678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9:07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16 6355,'0'0'8116,"-6"0"-6964,-12 0 122,12 0 281,19 0-662,470-12 366,-381 10-917,-23 0-4176,-123 2-1739,20 0 405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9:07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0 7732,'0'0'6173,"-2"42"-5116,0-7-822,-5 248 1522,11 178 1706,-3-438-3398,0 1 0,7 40 0,0-45 6,-8-19-98,0 0 0,0 1 0,0-1-1,1 0 1,-1 1 0,0-1-1,0 0 1,1 0 0,-1 1-1,0-1 1,1 0 0,-1 0-1,0 0 1,1 1 0,-1-1-1,0 0 1,1 0 0,-1 0 0,0 0-1,1 0 1,-1 0 0,1 1-1,-1-1 1,1 0 0,0-1-112,0 0 0,0 0-1,0 0 1,0 0 0,0 0 0,0 0 0,-1 0 0,1 0 0,0 0 0,-1 0 0,1 0 0,-1-1 0,1 1 0,-1 0 0,1 0 0,-1-1 0,0 1 0,0 0 0,0-1 0,0 1-1,0 0 1,0-3 0,3-49-5028,-2-11-3859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9:08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1085 227 2177,'0'0'9778,"-6"-15"-8706,-22-50-442,26 62-581,1 0 1,0 1 0,-1-1-1,1 1 1,-1 0-1,0-1 1,0 1 0,0 0-1,0 0 1,0 0-1,0 0 1,0 1-1,-4-3 1,-4-3 166,-5-5 30,-1 1 1,-1 0-1,0 2 1,0-1 0,-1 2-1,0 0 1,-23-5-1,14 6-35,0 1-1,-1 1 1,0 2 0,-42 0-1,44 3-67,-5 0 72,-44 4 1,64-2-192,0 0 1,0 1-1,1 0 0,-1 0 0,1 1 1,-1 1-1,-15 9 0,0 4 67,0 1 0,1 2 0,1 0-1,1 2 1,1 0 0,1 2 0,1 0-1,1 1 1,-16 31 0,2 3 192,3 1-1,3 2 1,-25 82 0,37-93-82,3 0 1,1 1-1,3 0 0,2 0 1,2 63-1,4-85-92,2 65 223,0-84-284,0 1 0,0-1 0,1 0 0,0-1 0,11 23 0,-3-13 14,1-1 1,1-1 0,0 0 0,2-1 0,0 0-1,1-1 1,1-1 0,0-1 0,1 0-1,38 23 1,-22-18 82,1-2 0,2-1 0,-1-2 0,2-1 0,59 13 0,-59-19-94,-1-3-1,1-1 0,0-1 0,0-3 1,48-4-1,-74 3-46,0-1 1,0-1-1,-1 0 1,1-1-1,-1 0 1,0 0-1,0-1 1,13-8 0,-9 3-42,0-1 0,-1 0 0,0-1 1,22-25-1,-9 4-158,-2-1 0,-1-1 0,36-74 0,-25 38-110,43-132 0,-64 158 214,-3-1-1,-2 0 1,-1 0-1,1-63 0,-10-102 191,0 192-94,-2 1-1,0 0 1,-2 0-1,0 0 1,0 1-1,-2-1 1,0 1-1,-1 1 1,-1 0-1,0 0 1,-2 0-1,1 1 1,-2 1-1,0 0 1,-16-15-1,20 23-2,0 0 1,0 0-1,0 0 0,-1 1 0,0 0 0,0 1 0,0 0 0,-1 0 0,1 1 1,-1 0-1,0 1 0,-11-1 0,-13-1 1,-1 2 1,-41 3-1,21 1-33,54-2-58,-21-2 150,12-2-1936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9:09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5410,'0'0'8703,"0"-5"-7892,0-4-399,0 18-146,0 40 262,14 583 3695,-7-429-3641,-7-188-562,1 18 11,1 1-1,9 51 1,-10-84-50,10 34 120,-10-34-148,-1 0-1,1 0 0,0 0 1,-1 0-1,1 0 0,0 0 0,0 0 1,0 0-1,0 0 0,0-1 1,0 1-1,0 0 0,0-1 1,0 1-1,0 0 0,1-1 1,-1 0-1,0 1 0,0-1 1,0 0-1,1 1 0,-1-1 1,0 0-1,2 0 0,-3 0-55,1 0-1,0 0 1,0 0-1,-1 0 1,1-1-1,0 1 1,0 0-1,-1 0 1,1-1 0,0 1-1,-1 0 1,1-1-1,0 1 1,-1 0-1,1-1 1,-1 1-1,1-1 1,-1 1-1,1-1 1,-1 0-1,1 1 1,-1-1 0,1 1-1,-1-1 1,0 0-1,1 0 1,5-22-1163,-5 15 486,7-41-3641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9:09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74 11013,'0'0'1337,"38"-13"-345,128-37 11,-153 47-929,0 0 1,0 1-1,0 1 0,0 0 0,0 0 1,0 2-1,1 0 0,-1 0 0,0 1 0,17 5 1,-10 0-23,0 1 1,-1 1 0,1 1 0,23 17 0,-17-11 54,0 2 0,-1 1 0,-1 1 0,-1 1 1,25 30-1,-38-39 13,1 2 1,-2 0 0,0 0 0,-1 0-1,0 1 1,-1 0 0,-1 1-1,0-1 1,-1 1 0,-1 1 0,3 24-1,-3-8 29,-2 1-1,-1-1 1,-1 1-1,-3-1 1,0 0-1,-2 0 1,-2 0-1,-15 47 1,-3-15 106,-46 83 0,-47 57 123,117-202-374,-87 136 134,67-110-119,-2 0 1,-36 36-1,53-58-44,4-5-2,0 0 0,0 0 0,0 0 0,0 0 0,0 0 0,0 0 0,0-1 0,0 1 0,-1-1 0,1 1-1,-1-1 1,1 0 0,-1 0 0,1 0 0,-1-1 0,-4 2 0,4-3-573,3-7-337,2-37-2347,6-24-2468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9:10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0 267 7171,'0'0'11470,"3"-14"-10353,2-10-1309,0 0 0,2 0 0,15-33 0,-14 38-84,42-80-1321,-45 93 1414,-3 7 89,-1 32 211,-1 766 3253,0-799-3371,1 10-53,0-9-267,2-8-565,6-34-2041,-2-27-2566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9:10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0 9732,'0'0'6660,"182"60"-5604,-92 28-16,12 25-367,-5 28 303,-6 32 193,-35 21-369,-39 23-400,-17 15-16,-80 10-159,-32 9-225,-24-6-144,-14-13-2114,-10-25-2208,-11-34-8660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9:12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12534,'0'0'5450,"35"0"-4887,226 2-192,-165 0-288,143 4-142,-210-2-468,-28-3 289,0-1 1,-1 0 0,1 1 0,0-1 0,-1 1 0,1 0 0,-1-1 0,1 1 0,-1-1 0,1 1 0,-1 0 0,1 0 0,-1-1-1,0 1 1,1 0 0,-1-1 0,0 1 0,0 0 0,0 0 0,1 0 0,-1-1 0,0 1 0,0 0 0,0 0 0,0 0 0,-1 0-1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19:13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12438,'0'0'5362,"223"-3"-4417,-133 3-561,1-6-336,-7-4-48,-11-2-897,-14-4-3537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0:53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5010,'0'0'13318,"97"47"-12677,1-47-273,10 0-80,4 0-288,-4 0-80,-11 0-832,-17 0-513,-17 0-1376,-21 0-1393,-21 0-1345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0:53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10661,'0'0'1393,"10"213"31,1-62 449,-1 12 336,-6 13-432,-4-3-945,0-26-608,3-28-224,11-43-224,10-42-2561,4-34-3154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0:54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0 130 4210,'0'0'6080,"0"-23"-5288,0-83 1367,22 603 1076,-5-216-1777,-15-221-1269,-1-5-103,3 0 0,1 0 0,15 54 0,-19-103-84,1 1 0,0-1 0,0 0 1,1 1-1,0-1 0,4 6 0,-6-10-100,0 0 0,1-1 1,-1 1-1,0-1 0,1 1 0,-1-1 0,1 0 0,0 0 1,-1 0-1,1 0 0,0 0 0,0 0 0,0 0 1,0 0-1,0-1 0,-1 1 0,1-1 0,0 1 1,0-1-1,0 0 0,3 0 0,-4 0-36,-1 0-1,1 1 0,-1-1 1,1 0-1,-1 0 0,1 0 1,0 0-1,-1-1 1,1 1-1,-1 0 0,1 0 1,-1 0-1,1 0 0,-1 0 1,1-1-1,-1 1 1,1 0-1,-1-1 0,1 1 1,-1 0-1,1-1 0,-1 1 1,1 0-1,-1-1 1,1 0-1,4-25-5460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0:54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8516,'0'0'920,"34"12"-261,-14-5-521,2 0 45,-1 0 0,0 2-1,0 0 1,-1 2-1,0 0 1,0 1-1,-1 1 1,-1 1-1,29 28 1,-18-11 179,-2 2 0,-1 1 0,-2 1 0,35 68 0,-44-73-187,-2 2 1,-2-1-1,-1 2 1,-1-1-1,-2 1 1,6 55 0,-9-37 125,-2 0 1,-3 0-1,-1 0 0,-3-1 1,-2 1-1,-2-1 1,-3 0-1,-1-1 1,-26 62-1,-4-18 185,-56 92-1,66-131-243,-3-2 0,-78 88 0,107-133-234,5-3-9,-1-1 1,0 1 0,0-1-1,-1 0 1,1 0-1,0-1 1,-1 1 0,0-1-1,0 1 1,0-1 0,0 0-1,0-1 1,-5 3 0,8-4-8,1 0 1,0 0 0,-1 0-1,1 0 1,0 0 0,0 0-1,-1 0 1,1 1-1,0-1 1,-1 0 0,1 0-1,0-1 1,-1 1 0,1 0-1,0 0 1,-1 0 0,1 0-1,0 0 1,0 0-1,-1 0 1,1 0 0,0-1-1,-1 1 1,1 0 0,0 0-1,0 0 1,-1 0 0,1-1-1,0 1 1,0 0-1,0 0 1,-1-1 0,1 1-1,0 0 1,0-1 0,0 1-1,0 0 1,0 0-1,-1-1 1,1 1 0,0 0-1,0-1 1,0 1 0,0 0-1,0-1 1,-2-14-649,1 0 1,1 0-1,0 0 1,1 0-1,0 0 1,4-15-1,2 5-1960,15-39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0:55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55 4034,'0'0'5656,"0"-5"-4509,0-16-128,1 20-873,0 0 0,-1 1 0,1-1 0,0 0 0,0 0 0,0 1 0,0-1-1,0 0 1,0 1 0,0-1 0,0 1 0,0-1 0,0 1 0,0-1 0,0 1 0,3 0 0,-2-1 105,9-3 185,0 1 0,0 0 0,0 0 0,1 1 0,-1 1-1,1 0 1,-1 0 0,20 3 0,-3-2 248,-27 0-651,0 0 0,0 0-1,0 0 1,0 1 0,0-1 0,1 0-1,-1 0 1,0 1 0,0-1-1,0 1 1,0-1 0,0 1-1,0-1 1,0 1 0,0 0-1,-1-1 1,1 1 0,0 0-1,0 0 1,0 0 0,-1 0-1,1-1 1,0 1 0,-1 0-1,1 0 1,-1 0 0,1 0-1,-1 1 1,0-1 0,1 0-1,-1 1 1,1 5 52,0-1 0,0 1-1,-1 0 1,0 8 0,0-5 12,0 12 64,-1-1 1,0 0 0,-2 0 0,0 0 0,-1 0 0,-12 31 0,11-37-128,-1 0 0,2 1 0,-6 28 0,10-40-88,-1 0-1,1 0 1,0 0-1,0-1 1,0 1-1,0 0 1,1 0 0,0 0-1,0 0 1,0-1-1,0 1 1,0 0-1,1-1 1,-1 1 0,1-1-1,0 1 1,0-1-1,1 0 1,-1 0-1,0 0 1,6 4 0,6 4-245,1-2 1,0 0 0,22 9 0,-18-9 247,0 1 0,20 14 1,-34-20 127,1 0 0,-1 1 1,1 0-1,-1 0 1,-1 0-1,1 1 0,-1-1 1,0 1-1,0 0 1,4 10-1,-4-6 116,-1 0 1,0 0-1,0 0 0,-1 0 1,0 0-1,-1 1 0,0-1 0,-1 1 1,0-1-1,-1 1 0,0-1 1,0 1-1,-4 11 0,0-6-75,0-1 0,-1 0 0,0 0 0,-1-1 0,-1 1 0,0-2 0,-19 24 0,24-33-116,0-1 1,-1 1-1,0-1 1,1 0-1,-1 0 1,0 0-1,-5 2 1,8-4-48,0 0-1,0-1 1,0 1 0,0-1 0,0 1-1,0-1 1,0 0 0,-1 1 0,1-1-1,0 0 1,0 0 0,0 0 0,0 0-1,0 0 1,-1 0 0,1 0 0,0 0-1,0 0 1,0 0 0,0-1 0,0 1-1,0 0 1,-1-1 0,1 1 0,0-1-1,0 1 1,0-1 0,0 0 0,1 1-1,-1-1 1,0 0 0,0 0 0,0 0-1,0 1 1,1-1 0,-2-2 0,-3-9-631,1 0 1,0-1 0,1 0-1,1 1 1,-2-23 0,1 17-209,-7-59-3865,-1 1-3708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0:55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13830,'0'0'2129,"251"220"-1568,-115-63 1279,-3 31-367,-4 26-561,-14 18-159,-35 13-113,-49 6-432,-31 6-192,-62-3-16,-40-18-16,-9-39-1312,3-43-641,0-60-1393,3-37-4273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0:47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0 178 7299,'0'0'6603,"0"-22"-5925,0-122 453,0 132 144,0 33-973,16 171-227,-4-81 77,14 463 1385,-16-260-1127,-10-313-409,0 24 15,2 0-1,0-1 1,2 1 0,8 32 0,-11-54-15,0 0-1,0 0 0,1 0 0,-1 0 1,1 0-1,0 0 0,0 0 1,2 3-1,-3-5-19,0 0-1,0 0 1,0-1-1,0 1 1,0 0-1,0-1 1,1 1-1,-1 0 1,0-1-1,0 0 1,0 1-1,1-1 1,-1 0-1,0 1 1,1-1-1,-1 0 1,0 0-1,0 0 1,1 0-1,-1 0 1,0-1-1,2 1 1,-2 0-47,-1-1-1,1 1 1,0 0 0,0 0 0,-1-1-1,1 1 1,0 0 0,-1-1 0,1 1-1,0-1 1,-1 1 0,1-1 0,0 1-1,-1-1 1,1 1 0,-1-1 0,1 1 0,-1-1-1,0 0 1,1 1 0,-1-1 0,1-1-1,2-9-1023,0-1-1,0 0 0,-1 0 0,-1 0 1,1-22-1,-2-20-5120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0:47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79 10293,'0'0'272,"34"-13"-141,-5 1-110,-6 2 22,0 1-1,1 1 0,0 1 0,0 1 1,0 1-1,1 1 0,46-1 1,-50 5-41,1 1 0,-1 1 0,1 1 0,-1 0 0,0 2 0,0 0 0,-1 1 0,1 2 0,-2 0 0,1 1 0,-1 1 0,0 0 0,-1 2 0,0 0 0,-1 1 0,31 30 0,-37-30 128,-1-1 0,0 2 0,-1 0 0,0 0 0,-1 0-1,-1 1 1,0 0 0,-1 1 0,-1-1 0,7 31-1,-6-5 460,-1 0 0,-3-1 0,-2 53-1,-3-48-158,-2 1 0,-3-1-1,-1 0 1,-2-1-1,-2 0 1,-36 81-1,0-26 272,-105 161-1,123-212-615,-2 0 1,-3-2-1,-64 65 0,96-107-94,1-1-1,0 1 1,-1-1 0,0 0-1,0-1 1,0 1-1,0 0 1,0-1 0,0 0-1,-1 0 1,1 0-1,-1-1 1,1 0 0,-1 0-1,0 0 1,1 0-1,-1 0 1,-6-1 0,9 0-60,1 0 0,-1 0 0,1-1 0,-1 1 0,1 0 0,0-1 0,-1 1 0,1-1 0,0 1 0,-1-1 0,1 0 0,0 0 0,0 1 0,0-1 0,0 0 0,-1 0 0,1 0 0,0 0 0,1 0 0,-1-1 0,0 1 0,0 0 0,0 0 0,1 0 0,-1-1 0,0 1 0,1 0 1,0-1-1,-1 1 0,1-1 0,-1-1 0,0-7-833,0 1 0,0 0 1,1-18-1,0 15-341,0-29-3525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0:48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 9364,'0'0'4069,"33"0"-3170,106 6-494,-135-6-376,-1 0-1,1 0 1,0 1-1,0 0 1,0 0-1,-1 0 0,1 0 1,0 0-1,-1 1 1,1 0-1,4 2 1,-7-3 10,0 0 1,0 0-1,-1 1 1,1-1-1,0 0 1,0 0-1,-1 1 1,1-1-1,0 0 0,-1 1 1,0-1-1,1 0 1,-1 1-1,0-1 1,1 3-1,-1 2 120,1 0-46,0 1 1,-1-1 0,0 1-1,0-1 1,0 1-1,-1-1 1,0 1 0,-1-1-1,1 0 1,-1 1 0,-1-1-1,1 0 1,-1 0 0,-4 7-1,-6 7 182,0-2 0,-29 32 0,19-24-67,-20 23 84,-3 3-74,-42 63-1,82-107-190,1 1 0,-1 1 0,1-1 0,-5 17 0,9-25-38,1 0 0,-1 1 0,1-1 1,-1 1-1,1 0 0,-1-1 1,1 1-1,0-1 0,0 1 0,0 0 1,0-1-1,0 1 0,0-1 0,1 1 1,-1-1-1,0 1 0,1-1 1,-1 1-1,1-1 0,0 1 0,-1-1 1,1 1-1,0-1 0,0 0 0,0 1 1,0-1-1,0 0 0,0 0 1,0 0-1,0 0 0,1 0 0,-1 0 1,0 0-1,1 0 0,-1 0 0,1-1 1,-1 1-1,0 0 0,3 0 1,17 3 31,0-1 0,1-1 1,-1 0-1,1-2 1,29-2-1,-5 0-25,7-2-77,-1-2 0,66-16 0,-22 4-1152,-93 17 1116,9 0-725,0-1-1,0-1 0,0 0 1,-1-1-1,1 0 0,15-8 0,6-14-6073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0:48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13702,'0'0'4370,"237"-10"-4290,-157-2-64,-10 6-16,-7 2-48,-14 4-48,-14 0-320,-14 0-64,-11 0-160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0:48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 7251,'0'0'6547,"-11"204"-5042,4-94-176,0 3-337,0 0-47,-3-19-145,3-22-368,7-28-384,0-25-32,0-16-16,0-38-3121,10-27-3698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0:49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798 132 8100,'0'0'3732,"-30"-21"-3446,-97-63 218,120 79-402,0 1 1,-1 0-1,0 1 1,-16-6-1,21 8-42,0 1 1,0 0-1,-1-1 1,1 1-1,0 0 1,0 1-1,-5 0 1,-9 0 197,-31-2 400,14 0-63,-40 4 1,63-1-518,0-1 0,0 1 1,0 1-1,0 0 0,0 1 1,1 0-1,-16 9 0,7-1-14,1 0-1,0 2 0,1 1 0,0 0 0,1 1 0,1 0 0,0 1 0,2 1 0,0 0 0,1 1 0,0 1 1,-10 25-1,8-11 123,1 1 1,1 1-1,2 0 1,2 1 0,1 0-1,-3 62 1,9 93 828,4-161-817,0 0 0,2 0 1,2-1-1,11 37 0,-8-40 2,2 1 0,0-2 0,2 0 0,1 0-1,1-1 1,1-1 0,20 22 0,-23-31-103,-1-1 0,2-1 0,0 0 0,0-1-1,1-1 1,1 0 0,0-1 0,0-1 0,1 0 0,0-2-1,30 9 1,-23-10-73,1-1 0,0-1 0,0-1 0,0-1 0,0-1 0,0-2-1,0-1 1,0 0 0,0-2 0,0-1 0,-1-2 0,0 0 0,0-1 0,-1-2-1,0 0 1,0-2 0,-1 0 0,26-20 0,-24 12-209,-1 0-1,-1-2 1,-1 0 0,-1-2 0,-1 0 0,-1-1-1,-2-1 1,0-1 0,-2 0 0,0-2 0,-2 1-1,-2-1 1,0-1 0,-2 0 0,-2-1 0,0 0-1,-2 0 1,2-42 0,-5 17-66,-5-58 1,1 91 237,-2 1-1,0-1 1,-1 1-1,-1-1 1,-11-25-1,2 11 34,-2 2 0,-2-1 0,-36-50-1,48 75 36,-2 0-1,0 1 0,0-1 0,-1 2 0,0 0 0,-1 0 0,0 1 1,0 0-1,-1 0 0,0 2 0,0-1 0,0 2 0,-1-1 0,-14-2 0,-83-10 333,33 6-1142,31 9-5549,28 3-374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0:49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2321,'0'0'0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0:49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 1553,'0'0'13507,"8"-6"-13205,-7 5-294,0 0 0,0 0 0,0 0-1,0 0 1,0 0 0,1 0 0,-1 0 0,0 0 0,1 1 0,-1-1 0,0 1 0,1-1 0,-1 1 0,1-1 0,-1 1 0,0 0 0,1-1 0,-1 1 0,1 0 0,-1 0 0,1 0-1,-1 0 1,1 1 0,2-1 0,-2 3 8,0 0 0,0-1 0,0 1-1,0 0 1,0 0 0,0 0 0,-1 1-1,1-1 1,-1 0 0,0 0 0,0 1-1,0-1 1,-1 1 0,1 5 0,16 86 1294,6 143 0,-17 98 982,-2-32-1351,-3-263-918,2-1-1,2 1 1,18 75 0,-21-107-35,1-1 0,1 1 0,6 12 0,-9-19-22,0 0-1,1 0 1,-1-1 0,1 1 0,-1 0-1,1 0 1,0-1 0,-1 1 0,1-1-1,0 1 1,0-1 0,0 0 0,1 0-1,-1 0 1,0 0 0,0 0 0,3 0-1,-4 0-33,1-1 0,-1 0-1,0 0 1,0 1 0,1-1-1,-1 0 1,0 0 0,0 0-1,1-1 1,-1 1-1,0 0 1,0 0 0,0-1-1,1 1 1,-1-1 0,0 1-1,0-1 1,0 1 0,0-1-1,0 0 1,0 1 0,0-1-1,0 0 1,0 0 0,0 0-1,0 0 1,0-1 0,2-3-287,0 0 0,-1 0 1,1-1-1,-1 1 1,1-6-1,-3 10 325,5-14-1778,-1 0 0,3-25 0,-5-42-8172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0:50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4226,'0'0'6523,"40"-1"-4423,1-1-1845,3-1 38,1 3-1,-1 1 1,0 2-1,49 9 1,-45-1-235,-1 1 1,-1 3 0,0 2-1,-1 1 1,73 43 0,-103-52-83,0 1 0,-1 0 0,-1 1 0,1 1 0,-2 0 0,21 26 0,-25-27 12,-1 0 0,0 0 0,-1 1 0,-1 0 0,0 0 0,0 0 0,-1 0 0,-1 1 0,4 25 0,-3-7 137,-1 1 0,-2 0 1,-1-1-1,-2 1 1,-1 0-1,-1-1 0,-2 1 1,-1-1-1,-2-1 1,-1 0-1,-19 43 0,-17 15 465,-4-3 0,-4-2-1,-3-2 1,-3-3-1,-76 75 1,115-130-563,-2 0-1,0-1 1,-40 28 0,61-48-70,-1-1 0,1 1 1,-1-1-1,0 1 0,1-1 1,-1 0-1,0 0 0,0 0 1,0 0-1,0 0 0,0-1 1,-4 1-1,6-1-68,0-1 1,0 1-1,0-1 0,0 1 0,0-1 1,0 0-1,0 1 0,0-1 1,0 0-1,0 0 0,1 1 1,-1-1-1,0 0 0,0 0 1,1 0-1,-1 0 0,1 0 1,-1 0-1,1 0 0,-1 0 1,1 0-1,0-1 0,-1 1 1,1 0-1,0 0 0,0 0 1,0 0-1,0 0 0,0-1 1,0-1-1,-1-44-4286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0:50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15559,'0'0'2529,"-4"223"-1344,4-95 672,0-5-801,0-20-864,18-27-192,10-29-432,-1-32-2449,-2-15-4259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0:50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565 0 9941,'0'0'3212,"-39"10"-2289,-125 38 43,153-45-868,0 2 1,-1 0-1,1 0 1,1 1-1,-1 0 1,1 1-1,0 0 1,1 0 0,0 1-1,0 1 1,0 0-1,1 0 1,-8 12-1,5-8-21,-9 13 55,1 1 0,2 1 0,0 1 0,2 0 0,-14 36 0,13-18 161,1 0 1,-14 90 0,14-4 658,3 211-1,11-304-781,18 398 1332,-7-355-1217,3 0 1,3-1-1,32 93 1,-36-139-208,2 0-1,1-1 1,2-1 0,38 58 0,-46-79-74,0-1 1,2 0 0,-1 0-1,2-1 1,-1-1 0,1 0-1,1 0 1,0-1-1,0-1 1,1 0 0,0-1-1,0-1 1,30 10-1,-24-11-81,1 0 0,-1-2 0,1 0 0,0-2-1,0 0 1,0-1 0,40-6 0,-50 4-224,-1 0 0,0-1 0,0-1 0,0 1 0,-1-2 0,1 1 1,13-10-1,-17 10-246,0-1 0,0 0 0,0 0 1,-1-1-1,0 0 0,0 1 0,0-2 1,-1 1-1,0-1 0,0 1 0,3-9 1,-3 4-1839,0-1 1,-1 1 0,-1-1-1,2-11 1,-4 23 2343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0:51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0 230 64,'0'0'9162,"6"-28"-8239,16-89-150,-7 55 39,-9 40 1564,-4 30-1842,28 137 240,36 362 1903,-39 6-856,-26-461-1706,13 179 39,-13-226-154,8 39-1,-8-42-2,0 0-1,-1-1 1,1 1 0,0 0 0,0-1 0,0 1 0,0-1 0,0 1-1,0-1 1,0 0 0,1 1 0,-1-1 0,0 0 0,1 0-1,-1 0 1,1 0 0,-1 0 0,4 1 0,-5-2-21,1 1 1,0-1 0,0 0-1,0 0 1,-1 0-1,1 1 1,0-1-1,0 0 1,0 0-1,0 0 1,-1 0-1,1-1 1,0 1 0,0 0-1,0 0 1,0 0-1,-1-1 1,1 1-1,0 0 1,0-1-1,-1 1 1,1 0 0,0-1-1,0 1 1,-1-1-1,1 0 1,-1 1-1,1-1 1,0 1-1,-1-1 1,1 0 0,0-1-1,1-2-277,0-1 0,0 1 0,0-1 0,2-9 1,1-3-718,-2-1 1,2-19-1,-3-48-3882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0:52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 9604,'0'0'779,"39"-2"-114,10-2-411,13-1 379,1 3 0,67 6 0,-105-2-476,-1 2 1,1 1-1,-1 1 1,0 1-1,-1 1 1,1 1-1,-2 1 1,1 1-1,23 16 1,-31-18-74,-1 1 1,0 1 0,-1 1 0,0-1 0,-1 2-1,-1 0 1,1 0 0,-2 1 0,0 1-1,-1 0 1,0 0 0,-1 0 0,-1 1 0,6 18-1,-6-8 88,-2 0-1,0 0 0,-1 1 1,-2 0-1,-1 49 1,-4-38 43,-2 0 0,-1-1 0,-17 57 1,-5-16 145,-3-1 0,-3-2 1,-46 76-1,-152 201 581,162-253-766,69-107-895,1-10-125,1 4-426,1-1 0,5-19 0,23-49-6830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0:52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7059,'0'0'7212,"8"-5"-6447,-3 2-661,-1 0-15,0 0 1,0 1-1,0-1 0,1 1 0,-1 0 1,1 0-1,-1 1 0,1 0 1,-1-1-1,1 1 0,0 1 1,6-1-1,7 0 526,-11 0-134,-1 1 0,0 0 0,1 0 0,11 3 0,-17-3-445,-1 0 0,1 0 1,-1 0-1,1 1 0,-1-1 0,1 0 1,-1 0-1,0 1 0,1-1 0,-1 0 1,1 1-1,-1-1 0,0 0 1,1 1-1,-1-1 0,0 1 0,1-1 1,-1 0-1,0 1 0,0-1 0,1 1 1,-1-1-1,0 1 0,0-1 0,0 1 1,1 0-1,0 11 216,0 0 0,0-1 0,-2 16 0,0-1 45,0-3-46,-1 0 1,-2-1-1,0 1 0,-8 24 1,-4 15-74,16-60-178,-2 8-3,0 0 0,0 0 0,1 0 0,1 14 0,0-22-32,0 1 0,0-1 0,1 1 0,-1-1 0,1 1 0,0-1 0,-1 1 1,1-1-1,0 0 0,1 1 0,-1-1 0,0 0 0,1 0 0,-1 0 0,1 0 0,-1 0 0,1 0 0,0-1 0,0 1 0,0 0 0,0-1 0,0 1 0,3 0 0,13 6-194,1-1-1,0-1 1,29 5-1,-24-6 172,0 2 1,33 12-1,-45-14 97,0 1 0,-1 0-1,0 1 1,0 0 0,0 1 0,9 9 0,-15-13 1,0 1 0,-1 1 0,1-1 0,-1 0 0,-1 1 0,1 0 0,-1 0 0,0 0 0,0 1 0,-1-1 0,0 1 0,0-1 0,2 10 0,-2-2 94,-1 1 0,0 0 0,-1-1 0,0 1 0,-1 0 0,-1-1 0,0 1 0,-1-1 0,0 0 0,-1 0 0,-7 14 0,8-21-112,0-1 1,0 0 0,-1 0-1,0 0 1,0 0 0,-1-1-1,1 1 1,-1-1 0,-1 0-1,1-1 1,0 1 0,-1-1-1,0 0 1,0-1 0,0 1 0,-1-1-1,1 0 1,-1-1 0,0 0-1,1 0 1,-1 0 0,0-1-1,0 0 1,-13 1 0,14-2-51,-1 0 0,1 0 0,0 0 0,0-1 0,0 0 1,0 0-1,0-1 0,0 0 0,0 1 0,0-2 0,1 1 0,-7-4 1,6 1-142,1 1 1,-1-1-1,0-1 1,1 1-1,0-1 1,1 0 0,-1 0-1,1 0 1,-5-11-1,-62-134-6354,64 135 5611,-31-74-5464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0:52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13686,'0'0'5123,"188"22"-3843,-24 3-864,21-3-416,3-13-32,-24-3-1584,-35 1-3731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0:56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16504,'0'0'832,"25"-53"-10228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0:57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11477,'0'0'1905,"182"0"-1713,-109 0 32,0 0-192,-13 0-32,-19 0-16,-13 0-96,-17 0-352,-53 0-4770,-10 9 3793,-8 1-1312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0:57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54 1185,'-27'-53'7427,"27"59"-6672,-2 316 3773,-17 167-2069,-13 450 46,42-650-2086,-5-248-373,2 1 0,1-2 0,23 65 0,-22-82-35,0-1 0,2 0-1,0 0 1,25 35 0,-26-44 6,1-1 0,0-1 0,0 1-1,1-2 1,0 1 0,1-2 0,0 0 0,15 8 0,-2-5 75,0 0 1,1-2-1,0-1 1,1-1-1,0-1 1,50 5 0,173-3-1306,-190-10 225,63 1-4118,-19 0-5150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0:58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 13238,'0'0'2436,"35"0"-2233,113 0-171,-12 0-526,-134 0 480,-1 0 1,1 0-1,-1 0 1,0 1-1,1-1 0,-1 0 1,1 1-1,-1-1 1,0 1-1,0 0 0,1-1 1,-1 1-1,0 0 0,0 0 1,0 0-1,0-1 1,0 1-1,0 0 0,0 1 1,0-1-1,0 0 1,0 0-1,-1 0 0,1 0 1,0 1-1,0 1 1,1 4-3,1 0 0,-1 0 0,-1 0 0,1 8 0,0-3 18,36 301 1256,-26-174-900,1-20-50,46 570 724,-53-64-787,-7-602-170,-1 1-1,-1-1 1,0 0-1,-2 0 1,-1 0 0,-11 28-1,13-42-14,-1 0 0,1 0 0,-2-1 0,1 1 0,-1-1 0,0-1 0,0 1 0,-1-1 0,0 0 0,-1 0 0,0-1 0,1 0 0,-2-1 0,1 0 0,-1 0 0,-17 7 0,7-6-177,-1-1 1,0 0-1,-1-2 0,1 0 1,0-1-1,-1-1 0,0-1 1,1-1-1,-1-1 0,-23-5 1,29 3-472,1-1-1,0-1 1,1 0 0,-1-1-1,1 0 1,0-1 0,1-1 0,0 0-1,-16-15 1,-24-32-5092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0:58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1 107 20842,'0'0'3649,"14"-100"-4385,0 93-881,-14 51-15143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0:5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 14279,'0'0'6290,"206"-9"-5889,-91 9-193,4 0-128,-11 0-80,-11 0-96,-20 0 16,-21 0-465,-21 0-1135,-18-16-1122,-17-3-239,0 0-2257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1:00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15703,'0'0'1377,"283"31"-1281,-119-15 16,-4-16-112,-10 0-64,-10 0-2321,-22 0-5699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1:19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679 239 7411,'0'0'6374,"2"-28"-5688,5-83 50,-6 106-578,-1 0 0,0-1-1,0 1 1,0 0 0,-1 0 0,0-1-1,-1-5 1,1 10-114,1 0-1,-1 0 1,0 0-1,1 0 1,-1 0 0,0 0-1,1 0 1,-1 0-1,0 0 1,0 1-1,0-1 1,0 0-1,0 1 1,0-1 0,0 0-1,-2 0 1,-5-3 103,1-1-40,-1 1 0,0 0 0,0 1 0,-1 0 0,1 0 0,-1 1 0,1 0 0,-14-2 0,-8 2-41,-34 1 1,39 1-72,14 1 3,0 0-1,1 1 0,-1 0 0,0 0 0,1 1 0,-1 1 0,1 0 0,0 0 0,1 1 0,-1 0 0,-9 7 0,-8 7 5,1 1 0,-34 35 0,41-36-8,1 1 0,1 0 0,2 1 0,0 1 0,1 1 0,1 0 0,1 1 1,-15 42-1,13-24 69,3 1 0,2 0 0,1 0 0,-3 71 0,7-17 383,3 0 1,13 101-1,-7-161-263,1 0-1,1 0 1,3 0-1,1-1 1,1-1 0,2 0-1,2 0 1,27 43-1,-33-63-118,1 0 1,0-2-1,1 1 0,0-1 0,1-1 0,1 0 0,0-1 0,0-1 0,1 0 1,1-1-1,-1 0 0,2-1 0,-1-1 0,1-1 0,0 0 0,0-1 0,0-1 1,1-1-1,0 0 0,-1-1 0,1-1 0,0-1 0,0-1 0,0 0 0,0-1 1,-1-1-1,25-7 0,-28 5-66,1 0 1,-1-1-1,-1-1 1,1-1-1,-1 0 1,-1 0-1,20-17 1,-23 17-470,1-1 1,-1-1-1,0 1 1,-1-1-1,0-1 1,-1 0-1,0 0 1,-1 0-1,6-13 1,-3-11-4700,-8 11-3456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1:20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82 10165,'0'0'5031,"35"-14"-4526,114-40-124,-140 51-308,0 0 0,1 1 0,-1 0 0,1 0 0,-1 1 0,1 0 0,0 1 0,18 2 0,-23-1 17,0 0-1,0 1 1,0 0 0,0 0 0,0 0 0,0 1-1,0-1 1,-1 1 0,1 0 0,-1 1-1,5 4 1,-5-4 22,0 0 0,-1 1-1,1-1 1,-1 1 0,0 0 0,0-1-1,-1 1 1,1 1 0,-1-1 0,0 0-1,-1 1 1,1-1 0,-1 0 0,0 1-1,0 6 1,-1-2 7,1 0-1,-2 1 1,1-1 0,-2 0-1,1 0 1,-1 0 0,-6 17-1,-6 2 25,-1 0-1,-2-1 1,0-1-1,-23 27 1,27-35-95,-110 134 182,-9 14-185,117-139-74,15-27 25,0-1 1,0 1-1,0 0 0,-1-1 1,1 1-1,0 0 0,0-1 1,0 1-1,0-1 0,0 1 1,0 0-1,0-1 1,0 1-1,0 0 0,0-1 1,1 1-1,-1 0 0,0-1 1,0 1-1,0-1 0,1 1 1,-1-1-1,0 1 0,1 0 1,-1-1-1,1 1 0,-1-1 1,1 1-1,-1-1 0,0 0 1,1 1-1,0-1 1,-1 0-1,1 1 0,-1-1 1,1 0-1,-1 1 0,1-1 1,0 0-1,-1 0 0,1 0 1,0 0-1,-1 1 0,1-1 1,-1 0-1,2 0 0,29 2-10,0-2 0,0 0 0,35-6-1,94-22 177,59-6-701,-90 31-1732,-92 4 948,26 2-2631,-54-1 2311,0 0 1,1 1-1,10 5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1:23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79 4338,'0'0'4074,"0"-11"-3236,0-27-318,0 8 3423,-8 33-3890,5 5-49,1-1 0,0 0-1,0 1 1,1-1 0,0 1 0,0 0-1,1-1 1,0 1 0,2 11-1,-2 6 91,7 645 3491,0-2-1938,-7-596-1639,0-188-7940,0 57-376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1:23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1 117 8100,'0'0'565,"34"-18"-525,118-54-21,-142 67-11,1 0 0,0 1 1,0 1-1,1 0 0,-1 1 0,1 0 0,-1 0 1,1 1-1,22 1 0,-10 1 22,7-1 12,34 5 0,-52-3 71,-1 0-1,0 1 1,0 0 0,-1 1 0,20 9-1,-16-6 143,0 1 0,-1 1 0,0 0 0,0 1 0,-1 0 1,0 1-1,-1 1 0,-1 0 0,1 1 0,-2 0 0,0 0 0,-1 1 0,0 0 0,-1 1 0,0 0 0,7 21 0,-5-2 166,-1 0 0,-2 1 1,5 60-1,-7 113 971,-5-202-1359,0 60 309,-4-1 0,-2 0 0,-3 0 0,-3-1 0,-39 123 0,29-130-95,-56 107 0,64-140-197,-1-1 1,-1 0-1,-1-1 0,-1 0 0,0-2 1,-35 29-1,45-42-53,0-1 0,-1-1 0,1 0 0,-2 0 1,1 0-1,0-1 0,-1 0 0,1-1 0,-1 0 0,0-1 0,0 0 1,-1-1-1,1 1 0,-20-2 0,24 0-16,1 0-1,-1 0 1,1-1 0,-1 0 0,1 0-1,-1 0 1,1-1 0,0 1-1,-1-1 1,1-1 0,-7-3-1,8 3-78,1 0-1,-1 0 0,1 0 0,0 0 1,1 0-1,-1-1 0,0 1 0,1-1 1,0 1-1,0-1 0,0 0 1,0 0-1,0 0 0,1 0 0,-2-7 1,0-2-514,1-1 0,0 0 0,1 0 0,1-27 1,1 32 124,-1 1 0,2-1 0,-1 1 1,1 0-1,1 0 0,-1 0 1,1 0-1,1 0 0,7-13 0,-1 8-1160,1 1 0,21-21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1:23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8 9444,'0'0'5976,"9"-1"-5533,-2-1-396,0 1 5,0-1 0,0 1 0,0 1-1,9-1 1,-14 1-29,1 1-1,-1-1 1,0 0 0,0 1-1,1-1 1,-1 1-1,0 0 1,0 0-1,0 0 1,0 0 0,0 0-1,0 0 1,0 0-1,0 1 1,0-1 0,0 1-1,-1-1 1,1 1-1,2 3 1,-1 0 42,-1 0 0,0 0-1,1 0 1,-1 1 0,-1-1 0,1 1 0,-1-1 0,0 1 0,0-1-1,-1 1 1,0 0 0,0-1 0,0 1 0,-1 6 0,-1-2 20,0 0 0,0 1 0,-1-1 0,0 0 0,-1 0 1,0-1-1,-7 12 0,-3 2 26,-2 0 1,-1-2-1,-28 30 1,-68 55 24,92-87-94,20-18-32,-7 8 24,8-9-34,0 0 1,0 0 0,0 0 0,0 0 0,0 1-1,0-1 1,0 0 0,0 0 0,0 0 0,0 1-1,0-1 1,0 0 0,0 0 0,0 0-1,0 1 1,0-1 0,0 0 0,0 0 0,0 0-1,0 1 1,0-1 0,0 0 0,0 0 0,1 0-1,-1 0 1,0 0 0,0 1 0,0-1 0,0 0-1,0 0 1,0 0 0,1 0 0,-1 0-1,0 0 1,0 1 0,0-1 0,1 0 0,-1 0-1,0 0 1,0 0 0,0 0 0,0 0 0,1 0-1,-1 0 1,0 0 0,0 0 0,0 0 0,1 0-1,-1 0 1,0 0 0,0 0 0,0 0 0,1 0-1,-1 0 1,0 0 0,0 0 0,0-1-1,0 1 1,1 0 0,39-3 94,0-1 1,0-2-1,42-13 1,73-11 40,142 14-2863,-268 15-1683,-1-2-4247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1:24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9316,'0'0'5037,"32"-2"-3978,367-7 603,-59 27-664,-293-16-4205,-75-11-34,-9-16-1916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1:24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6883,'0'0'4277,"3"27"-3082,21 322 2884,-19-17-2155,-5-324-1923,0-5-13,0 1 0,0-1 0,0 0 0,0 0 0,0 0 0,1 1 0,0-1 0,-1 0 0,1 0 0,1 0 0,-1 0 0,3 5 0,-4-8-45,0 0 0,1 1-227,-1-1 227,0 0 0,0 0 1,0 0-1,0 0 0,0 0 0,1 0 0,-1 0 0,0 0 1,0 0-1,0 0 0,1 0 0,-1 0 0,0 0 0,0 0 1,0 0-1,0 0 0,1 0 0,-1 0 0,0 0 0,0 0 1,0 0-1,0 0 0,1 0 0,-1 0 0,0 0 0,0 0 1,0 0-1,0 0 0,1 0 0,-1-1 0,0 1-227,0 0 227,0-1 0,1 1 0,-1 0 1,3-10-2860,1-13-2337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1:26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1364 333 6067,'0'0'5544,"3"-14"-4549,0 3-774,0 1 53,0-1 0,-1 1 0,-1-1 1,1 0-1,-2 1 0,1-1 0,-2-12 0,0 20-233,-1-1-1,1 1 1,0 0 0,-1-1-1,0 1 1,0 0-1,0 0 1,0 0-1,0 0 1,-1 1 0,1-1-1,-1 1 1,1-1-1,-4-1 1,-47-31 387,44 30-414,-31-18-12,-84-34 0,101 49 0,-1 0 1,0 2-1,0 0 1,-1 2-1,-35-2 1,-139 6 429,183 0-384,0 2 0,1 1 0,-1 0 0,1 0 0,-1 2 0,1 0 0,0 0 0,1 2-1,0 0 1,-20 13 0,-5 6 93,1 2 0,-43 40 0,30-20-13,1 2-1,-57 76 1,79-87 73,1 2 1,1 0-1,3 2 1,-24 58-1,39-78-88,1 0-1,1 0 1,1 1-1,-2 26 1,1 97 386,6-128-430,2 0 0,0-1 0,1 1 0,0-1 1,2 1-1,0-1 0,1 0 0,1-1 0,1 1 1,0-2-1,1 1 0,1-1 0,15 20 0,-5-11 46,1 0-1,1-1 1,2-1-1,0-1 1,1-1-1,1-2 1,0 0 0,2-2-1,39 19 1,-31-20-15,1-2 0,1-1 0,0-2 1,0-1-1,1-2 0,0-2 1,50 1-1,-69-6-71,64 3 134,108-10 0,-177 4-149,0-1 1,0 0-1,0-1 1,0 0 0,0-2-1,-1 1 1,0-2 0,19-11-1,-15 6-26,0-1-1,-1-1 1,0-1 0,-1 0-1,17-22 1,-1-5-115,-2-2 1,-1-2-1,-3 0 0,22-54 0,-21 37 68,-3-1 0,-3-1 0,-2-1 0,-4-1 0,-2 0 0,-4-1 0,2-132 0,-10 163-1,0 26 20,0-1-1,-1 1 1,0-1-1,-1 1 1,0-1 0,-1 1-1,-1 0 1,1 0-1,-9-20 1,2 16 22,0 0 0,-1 1 1,-1 0-1,0 1 0,-1 0 0,0 1 1,-16-12-1,-103-71-56,119 86 74,0 1 0,-1 0 1,0 1-1,0 0 0,-1 1 0,0 1 0,0 0 1,0 1-1,0 1 0,-1 0 0,-24-2 0,-24 5-162,63 0 150,0 0 0,0 0 0,-1 0 0,1 0 0,0 0 0,0 0 0,0 0 0,0 0 0,-1 0 1,1 0-1,0 0 0,0 0 0,0 0 0,0 0 0,-1 0 0,1 1 0,0-1 0,0 0 0,0 0 0,0 0 0,0 0 1,0 0-1,-1 0 0,1 0 0,0 0 0,0 1 0,0-1 0,0 0 0,0 0 0,0 0 0,0 0 0,0 0 0,0 1 0,-1-1 1,1 0-1,0 0 0,0 0 0,0 0 0,0 1 0,0-1 0,0 0 0,0 0 0,0 0 0,0 0 0,0 1 0,0-1 0,0 7-783,-1-1-1,1 1 0,0-1 0,1 1 1,-1-1-1,4 13 0,-1-13-171,0 0 0,0 0 0,0 0 1,5 5-1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1:26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5699,'0'0'8998,"1"7"-8424,5 43 353,-2 0 1,-4 57-1,0-51-371,0 522 2904,-1-544-3396,0-9-30,4 39-1,-2-59-36,0 1-1,0 0 1,0 0 0,1-1-1,0 1 1,0 0-1,0-1 1,1 0 0,0 0-1,0 1 1,6 6-1,-8-10-71,0-1 0,0 0-1,0 1 1,0-1-1,1 0 1,-1 0-1,0 0 1,1 0-1,-1 0 1,1 0-1,-1 0 1,1-1-1,-1 1 1,1 0-1,0-1 1,-1 1-1,1-1 1,0 0-1,-1 0 1,1 1-1,0-1 1,0 0-1,-1 0 1,1-1-1,0 1 1,-1 0 0,1 0-1,0-1 1,-1 1-1,1-1 1,0 0-1,-1 1 1,1-1-1,-1 0 1,1 0-1,-1 0 1,0 0-1,1 0 1,-1 0-1,0-1 1,0 1-1,0 0 1,0-1-1,0 1 1,0 0-1,0-1 1,1-2-1,9-39-3066,-4-7-2311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1:26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 11733,'0'0'1270,"39"-2"-773,134-6 348,-150 8-511,0 1-1,0 0 1,0 2 0,0 1-1,34 9 1,-23 0-18,0 1 1,32 18-1,-52-25-284,10 5 77,0 2 0,-1 0 0,-1 1 0,34 30 0,-48-38-40,0 1-1,-1 1 0,1 0 1,-2 0-1,1 0 0,-1 1 1,-1 0-1,0 0 0,0 0 1,-1 1-1,0-1 0,-1 1 1,3 19-1,-2-5 45,-2-1 1,-1 1-1,-1-1 0,-1 0 0,-1 1 1,-1-1-1,-1 0 0,-2 0 0,0 0 1,-1-1-1,-1 0 0,-14 26 1,-16 22-43,-4-2-1,-2-2 1,-3-2 0,-3-3 0,-2-1 0,-69 60 0,110-110-253,-22 18 414,31-27-409,-1 0 0,1-1 1,0 0-1,-1 1 0,1-1 0,-1 0 0,1 0 0,-1 0 0,1 0 0,-1-1 1,0 1-1,-3-1 0,6-16-4369,0-5-414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1:27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0 180 12005,'0'0'4098,"70"-173"-3153,-63 167-433,0 6-32,-4 34-112,-3 57 945,0 47 304,-3 16-401,-22 16-591,4-7-433,7-19-192,14-21-64,0-32-881,0-35-1200,0-21-3169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1:40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45 13382,'0'0'4178,"-77"-41"-4178,77 38-240,0 31-8436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1:40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1 11701,'0'0'2017,"91"188"-2017,-91-144-16,-35 3 32,-21-3-32,-6-3-1264,-1-10-1618,14-22-2464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1:41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709 113 6147,'0'0'9103,"-33"-19"-8639,-104-54-275,131 70-175,0 0 1,0 0-1,0 1 0,0 0 0,0 0 0,0 0 0,0 1 0,-1 0 0,1 0 1,-1 1-1,1-1 0,-12 2 0,-3 1 66,12-2-27,0-1 11,0 1 0,0 0-1,-1 0 1,1 1 0,0 0-1,0 1 1,0 0 0,0 0-1,1 1 1,-1 0-1,0 1 1,-12 7 0,0 3 28,0 0 0,1 1 1,0 2-1,1 0 0,1 0 1,1 2-1,1 0 1,0 2-1,2-1 0,0 2 1,1-1-1,1 2 0,2 0 1,0 0-1,1 1 0,1 0 1,-6 39-1,4 11 533,4 1 0,6 135 0,3-160-324,2 0-1,2 0 0,3 0 0,1-1 0,19 49 0,-21-72-217,2-1-1,0-1 1,2 0 0,0 0 0,2-1-1,0-1 1,2-1 0,0 0 0,1-1-1,2-1 1,22 18 0,-27-26-52,0-1-1,1-1 1,0-1 0,0 0 0,1-1 0,0 0-1,33 7 1,-25-10 8,0 0 0,1-1-1,0-2 1,46-3 0,-59 1-18,0-1 0,-1 0-1,1-1 1,0-1 0,-1 0 0,1 0 0,-1-1-1,-1-1 1,1 0 0,-1-1 0,19-14 0,-23 16-154,-1-1 0,0 0 0,0-1-1,0 1 1,0-1 0,-1 0 0,-1-1 0,1 1 0,-1-1 0,0 0 0,-1 0 0,0 0 0,0 0 0,0 0 0,-1-1 0,-1 1 0,0-1 0,1-14 0,-2 19-383,0-1 0,0 0 1,0 1-1,0-1 1,-1 0-1,0 1 1,0-1-1,0 1 0,-1 0 1,1-1-1,-4-6 1,-14-12-5667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1:45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0 597 13238,'0'0'1481,"14"-36"-998,50-121-86,-45 117-323,2 2-1,31-44 1,-34 56-519,-1-1 1,21-46 0,-33 62 236,-1 0 1,0-1 0,-1 1 0,0-1 0,-1 0-1,0 0 1,0 0 0,-1-12 0,-1 24 335,-1 1-92,1 0 0,-1 1 0,1 0 1,0-1-1,-1 1 0,1-1 0,0 1 1,0-1-1,0 1 0,1 2 0,-1 11 97,-10 662 4365,12-567-3994,-2-79-394,0 29 39,2 0-1,20 118 0,-21-176-155,10 39 34,-11-40-36,0 1 0,1-1 1,-1 0-1,1 0 1,-1 1-1,1-1 0,0 0 1,-1 0-1,1 0 1,0 0-1,0 0 0,-1 0 1,1 0-1,0 0 1,0 0-1,0 0 0,0 0 1,1 0-1,-1-1 1,0 1-1,0 0 0,0-1 1,2 1-1,-2-1-99,0-1-1,-1 0 0,1 1 1,0-1-1,-1 0 0,1 1 1,-1-1-1,1 0 1,-1 0-1,1 0 0,-1 1 1,0-1-1,1 0 1,-1 0-1,0 0 0,0 0 1,0 0-1,0 0 0,0 0 1,0 0-1,0 0 1,0 1-1,0-1 0,0 0 1,0-2-1,0-2-487,0-45-3510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1:45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12 8404,'0'0'8380,"-11"-2"-6982,-29-8 437,52 12-1629,1 0-1,-1 1 0,0 1 1,19 8-1,-14-6 38,32 9 0,4-8-84,1-2-1,104-4 1,-77-2-160,-11 1 20,-37 0-2925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1:46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 10053,'0'0'5642,"-2"14"-4759,0-6-734,1-3-79,0-1 1,0 1-1,1 0 1,0 1-1,-1-1 1,2 6 0,-1-8-25,1-1 1,-1 0-1,1 0 0,0 0 1,0 0-1,0 0 1,0 0-1,0 0 1,0 0-1,0 0 1,0 0-1,1-1 1,-1 1-1,1 0 1,0-1-1,-1 1 1,1-1-1,0 0 1,0 0-1,0 1 1,3 0-1,19 9 414,1-2 0,0 0 0,1-2 0,0-1 1,33 4-1,4-3-232,70-3 0,-111-5-545,1-1 0,-1-1 0,1-1 0,-1-2 0,0 0 0,28-12 0,-3 3-3514,-13 7-1398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2:50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60 305 3602,'0'0'3169,"-3"-11"-3156,-15-55 73,18 66-29,-1-1 0,1 0 0,0 0 0,0 1 0,-1-1 0,1 0 0,-1 1 0,1-1 1,0 0-1,-1 1 0,1-1 0,-1 1 0,1-1 0,-1 1 0,0-1 0,1 1 0,-1-1 0,0 1 0,1-1 0,-1 1 1,0 0-1,1-1 0,-1 1 0,-1 0 0,1-1-39,0 1 0,1 0 0,-1-1 0,0 1 0,0 0 0,0-1 1,1 1-1,-1-1 0,0 0 0,0 1 0,1-1 0,-1 1 0,0-1 0,1 0 0,-1 0 0,1 1 1,-2-3-1,0-7 483,-1 0 1,1 0 0,1 0 0,0 0-1,0 0 1,1-1 0,0 1 0,2-11 0,-1-16 5,-1-26 3138,3 124-3225,15 84 0,-1-17 151,5 600 1951,-22-611-2379,-1-102-86,1-11-22,0 1-1,0-1 0,0 0 1,0 1-1,0-1 0,1 0 1,0 0-1,0 0 0,0 0 1,2 5-1,-2-8 25,2-1-86,4-98-11122,-7 58 6227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2:51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12 177 4690,'0'0'9767,"-3"-15"-9161,1 6-560,0 3-38,1 0 0,-1-1 0,2 1 0,-1 0 0,1-9 0,0 13-7,0-1 0,0 1 0,1 0 0,-1-1 0,1 1 0,0-1 0,0 1 0,0 0 0,0 0 0,0 0 0,0-1 0,1 1 0,-1 0 0,1 0 0,-1 1 0,1-1 0,0 0 0,0 0 0,0 1 0,3-3 0,9-4 37,0 0 0,1 1 0,0 0 0,1 1 0,0 1 0,0 1 0,0 0 1,20-2-1,6 2-13,0 2 0,46 4 0,-66 0 17,0 1-1,0 1 0,0 0 0,0 2 0,-1 1 0,1 0 0,-2 2 0,1 0 0,-1 1 0,-1 1 0,25 18 0,-29-17 29,-1-1 0,1 2 0,-2 0 0,0 1 0,-1 0 0,0 1 0,-1 0 0,-1 1 0,0 0 0,-1 1 0,-1 0 0,0 0 0,9 36 0,-9-10 206,-2 2-1,-2-1 1,-4 77-1,-1-95-106,-2 0 0,-1 0 1,-2 0-1,0-1 0,-1 0 0,-2 0 1,0 0-1,-26 44 0,-10 7 216,-72 90 1,112-159-375,-145 179 347,116-149-314,-2-2 1,-70 53-1,100-83-94,0-1 1,0 0 0,0 0-1,0 0 1,-1-1-1,0 0 1,0 0-1,0 0 1,0-1-1,0 0 1,0-1-1,-13 2 1,20-3 9,0 0 1,-1 0-1,1 0 0,-1 0 1,1 0-1,-1 0 0,1-1 1,0 1-1,-1 0 0,1 0 1,-1 0-1,1 0 0,0-1 0,-1 1 1,1 0-1,-1 0 0,1-1 1,0 1-1,-1 0 0,1 0 1,0-1-1,0 1 0,-1 0 1,1-1-1,0 1 0,0-1 1,-1 1-1,1 0 0,0-1 1,0 1-1,0-1 0,-1-18-830,1 11 275,2-43-2937,3-4-3146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2:51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1 276 11557,'6'-31'-515,"22"-98"246,-23 111 165,0 0 1,0 0 0,2 0-1,8-16 1,-10 24 185,-5 10-39,0 1 0,0-1 0,0 0 0,0 0 0,0 0 0,0 0 0,0 1 0,0-1-1,0 0 1,0 0 0,0 0 0,0 0 0,0 1 0,1-1 0,-1 0 0,0 0 0,0 0 0,0 0 0,0 0 0,0 0 0,0 1 0,1-1 0,-1 0-1,0 0 1,0 0 0,0 0 0,0 0 0,1 0 0,-1 0 0,0 0 0,0 0 0,0 0 0,0 0 0,1 0 0,-1 0 0,0 0 0,0 0-1,0 0 1,0 0 0,1 0 0,-1 0 0,0 0 0,0 0 0,0 0 0,1 0 0,-1 0 0,0 0 0,0 0 0,0 0 0,0 0 0,0-1 0,1 1-1,-1 0 1,0 0 0,0 0 0,0 0 0,0 0 0,0 0 0,0-1 0,0 1 0,1 0 0,-1 0 0,0 0 0,0-1 0,5 15 687,-1 1 1,5 29 0,-3-8-151,70 576 3434,-65-490-4003,13 58-1526,-17-150-2041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2:57.9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9748,'0'0'2711,"9"13"-2025,3 1-565,2 4 19,-1 1 0,16 30 0,-13-15 89,-1 1 0,-2 0 0,-2 1 0,-1 0 0,8 55 0,10 190 475,-28-269-666,30 545 854,24 303-463,-25-491-361,30 275 29,-52-586-89,3 0 0,2-1 0,39 109 0,-50-161-5,1-1 0,0 1 0,0-1 1,0 0-1,1 0 0,-1 0 0,1 0 0,0-1 1,0 1-1,0-1 0,1 1 0,-1-1 0,1 0 0,0 0 1,0-1-1,0 1 0,0-1 0,0 0 0,1 0 1,-1 0-1,0-1 0,1 1 0,0-1 0,-1 0 0,6 0 1,74 8 116,1-3 0,97-7 0,-66 0-62,163-13 20,190-1-56,-352 15-15,304 29 39,-81-3 12,313-18 94,-648-8-152,465 25 22,-121-3-20,99-18 104,-306-5 7,174-6-28,-1-1-61,14 9-25,621-7-22,-242 3-25,-375 4 54,1339-1-412,-1235 29 324,-1-1-191,-84-21-265,359 28 1082,167-21 1371,-877-14-1894,-1 0-1,1 0 0,-1 0 0,1 0 0,-1 0 0,1 0 1,-1 0-1,1 0 0,-1-1 0,1 1 0,-1 0 1,0 0-1,1-1 0,-1 1 0,1 0 0,-1 0 0,0-1 1,1 1-1,-1 0 0,0-1 0,1 1 0,-1-1 1,0 1-1,1-1 0,-1 1 0,0 0 0,0-1 0,0 1 1,0-1-1,1 1 0,-1-1 0,0 1 0,0-1 1,0-23 60,0 6-155,17-287-956,-13 263 998,2 0 0,2 1 0,24-75 0,57-114-15,12-35 41,-17-79-386,7-28-49,-50 235-135,33-195 0,-68 291 457,12-67 19,7-180-1,-25 265 106,0-7-232,0 0-1,-2 0 1,-10-51-1,7 45 289,5 31-48,0 0-1,-1 0 0,0 0 0,0 0 0,0 0 0,0 0 1,-3-5-1,3 8-10,-1 0-1,1 0 1,0 0 0,-1 1 0,1-1 0,-1 1 0,0-1 0,0 1 0,1 0 0,-1-1 0,0 1-1,0 0 1,0 0 0,0 1 0,0-1 0,0 0 0,0 1 0,-1-1 0,1 1 0,0-1-1,-3 1 1,-10-2 13,-1-2 0,1 1 0,0-2 0,0 0 0,0-1 0,-19-10-1,24 11 45,0 1-1,0 0 1,0 1-1,0 0 0,-1 1 1,-13-2-1,-67 0 311,76 4-392,-30 1 5,-49-1-5,-1-3 0,-97-16-1,-79-14 14,23 3 15,177 22 4,-101 2-1,-42-5 10,150 6 3,-101 5 1,24 1-1,-48-13-22,-58-1 26,124 14 2,-222-8-46,-153-5 64,216 11-26,-37-17-6,-70-1 8,383 19-19,-223-6 26,106 0-38,-39-4-12,42-2-20,-226-18 25,7 24 37,-58-3-13,47 3-52,-110-9-22,149-1 104,167 12-29,-76-12-31,-88-2 35,219 18 2,-234 9-28,-185 1 12,475-11 2,-532-45-16,186 11 17,-2 26 28,181 6-19,-377 3 32,390 18-44,78-5 2,-135 13 17,-185 14-32,302-36 13,-54 4-17,-27 2 51,208-10-24,-1-1-1,1 1 1,-1-1 0,1 1-1,0-1 1,-1 1-1,1-1 1,0 0 0,-1 1-1,1-1 1,0 1-1,0-1 1,0 0 0,-1 1-1,1-1 1,0 0-1,0 1 1,0-1 0,0 0-1,0 1 1,0-1-1,1 0 1,-1-7-598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3:02.3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415 1 6275,'0'0'2249,"0"11"-1809,0 684 4273,0 953-2239,17-1321-2282,0-165-156,33 220 6,-48-373-34,-1-1 0,2 0 0,-1 0 0,1 0 0,0 0 0,0 0 0,1 0 0,0-1 0,1 0 0,-1 0 0,1 0 0,1 0 0,-1-1 0,1 0 0,0 0 0,9 6 0,15 12 165,-20-15-142,0-1 0,17 10 0,-23-15-45,1-1 0,0 0 0,-1 0 0,1-1 0,0 1 0,0-1 0,0 0 0,0 0 0,0-1 0,6 1 0,5-2 75,0 0 1,1-1-1,-1 0 0,0-1 1,0-1-1,19-8 0,-14 6-55,1 2 0,-1 0-1,1 1 1,0 1 0,28 0-1,-17 2 18,50-9 1,-6 0 56,-1 3 0,104 6 0,-86 1-80,46-2 42,445 17 142,-215-8 102,-229-9-241,68 1-19,413-5 60,-111 2-44,-271 4-6,869-1 161,-874-14-136,-153 7-74,262-12-9,48-3 87,-134 15 120,-186 7-157,-52 1 16,0 1 1,33 8-1,-34-6 93,1 0 0,33 1 0,123-5 984,-161-1-1097,0-1 0,0 0 0,0-1 0,20-6 0,60-24 74,-78 27-79,-7 2 97,0 1 0,-1-1-1,0-1 1,0 0-1,12-8 1,2-4 433,-18 14-462,0 0-1,0 0 1,0-1-1,-1 0 1,1 0-1,-1 0 1,0 0-1,0-1 1,4-7-1,-1-2 2,-5 11-83,0-1 0,0 0 1,0 0-1,-1 0 0,1 0 0,-1 0 0,0 0 0,0 0 0,-1 0 0,1-1 0,-1-3 0,7-335 51,-8-110-1144,-2 385 642,-25-134 0,-34-67 213,-5-22 213,-19-229-1073,73 414 854,8 61 208,3 12-55,3-43 0,0 27-118,-1 45 122,0 0 0,1 0 0,0 0 0,0-1 0,0 1 0,0 0-1,1 1 1,-1-1 0,1 0 0,4-6 0,29-35-479,-20 27 491,-5 7 66,-1-1 0,8-16 0,-14 23-10,-1 1-1,0-1 1,0 0 0,0 0 0,-1-1-1,1 1 1,-1 0 0,-1 0-1,1-10 1,1-15-65,-2 18 80,1 1 0,-1-1 0,-3-22 1,2 33-7,1 0 1,-1 1 0,1-1-1,-1 0 1,1 0 0,-1 1 0,0-1-1,1 0 1,-1 1 0,0-1-1,0 1 1,0-1 0,1 1-1,-1-1 1,0 1 0,0-1 0,0 1-1,0 0 1,0 0 0,-1-1-1,-25-4 19,16 3-18,-4-2 56,5 1-38,-1 0 0,0 1 1,0 0-1,-16 0 0,-9 2-20,-169 5 44,19-1-8,56-4-65,-761 7 32,610-7 14,-31 6-11,105 0 0,-154 14 16,-13 1 0,-687-2-112,484-16 99,415-3-60,-271 6-404,60-12 275,210 2 151,-166-26 83,275 25-55,-90 5 1,63 1-3,-57 0-1,-207-5-6,327 3 28,-1-1 0,0 0 0,1-2 0,-19-5 0,26 5-4,0-1 0,0 1 0,1-2 1,0 0-1,0 0 0,1 0 0,-15-14 0,15 12-7,6 5 0,0-1 1,0 1-1,-1 0 1,0 0-1,1 0 1,-1 0-1,0 1 1,-1-1 0,1 1-1,0 0 1,-1 0-1,1 1 1,-1-1-1,1 1 1,-1 0-1,-6 0 1,3 1-20,-1 0 1,1 0 0,0 1-1,0 1 1,0-1-1,0 1 1,0 1 0,0-1-1,-9 5 1,6 0-1001,0-1 0,-19 16-1,1 3-4020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4:23:03.7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90 8292,'0'0'6670,"10"-16"-6073,33-47 49,-33 52-79,-5 12-315,-3 14-77,-2-10-27,6 184 2189,-4-57-1294,-2-120-945,1 0 1,0-1 0,1 1-1,0-1 1,7 22 0,-7-29-75,-1-1 0,1 1 1,0-1-1,0 1 1,1-1-1,-1 0 0,1 0 1,-1 0-1,1 0 1,0 0-1,0-1 0,0 1 1,0-1-1,1 0 1,-1 0-1,1 0 0,-1 0 1,1-1-1,0 0 1,0 1-1,5 0 0,7 0 9,1 0-1,-1-2 1,0 1-1,1-2 1,-1 0-1,0-1 1,0-1-1,0-1 1,0 0-1,21-9 1,-1-2-193,-1-1 0,58-38-1,64-56-2223,12-25-2573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EE75F-F101-C13F-4FD7-8748557E44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3A87A5-233A-AA53-F123-756654AD0A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B9D48-361F-5DBD-171F-26D62AB30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AB585-7153-4268-AE1A-672AAC384F29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7376A-F840-6CEA-7653-E779499BB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DF45C-9971-7659-3763-3592625BD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662D-9372-42FC-A027-C9235F555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590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4B996-8120-A375-23A1-12C97D8EB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5A1A7-6E7B-6366-D2F2-BB46ABB81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C39FF-7DBB-6B98-174C-DCD7CEDB5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AB585-7153-4268-AE1A-672AAC384F29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E696A-8207-A0E3-27C9-21EBF612F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444C4-E02D-518D-A328-4718075F3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662D-9372-42FC-A027-C9235F555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885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1A9CC-4BA4-0F00-CE08-EAE51CE54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93E12-1208-A7F8-63F0-314BDE528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9477A-40DE-6990-7C9C-C4B77A353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AB585-7153-4268-AE1A-672AAC384F29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A1B6A-89F0-5B5A-87A8-FD978AD8E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E78B9-F660-4362-6DB1-A25C59732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662D-9372-42FC-A027-C9235F555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55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BCBE2-B80A-96CA-DD03-EFD4565AA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8C63B-CE48-129A-FEB0-8D3E965601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049FD5-FC9A-E1FE-4421-6CAD12EF0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D47D23-6FC9-CE37-74AB-95997C40A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AB585-7153-4268-AE1A-672AAC384F29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F6FB70-03A5-121C-7B2A-59BE53A4A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D66CBF-8F1D-7DDE-BACE-735946255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662D-9372-42FC-A027-C9235F555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517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B9654-C167-8AF4-23C6-278DB9996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BD0D0-B565-BABA-3612-ED606D1CD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0CC89-A0AA-C6D4-74EF-38B989B26A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2444A7-60CB-3978-161B-2DB00413C2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85247B-7D1A-13C8-C72A-0BF3B97D75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4CBF38-07B7-57B4-C89E-4DC593FB7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AB585-7153-4268-AE1A-672AAC384F29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B816C9-F75D-8989-8FE9-F105DB968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A86937-76E3-6B2D-8FE1-0119ADD8A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662D-9372-42FC-A027-C9235F555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658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19C19-E47B-5A6B-9BF5-11E04188B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0AA1D-26E6-BE31-07EC-B5F03E335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AB585-7153-4268-AE1A-672AAC384F29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2A8DB6-E94D-4DEF-7EDD-1174F78EB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C4811-B9E7-F942-B115-846DE3BE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662D-9372-42FC-A027-C9235F555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802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60EF4F-778C-D1F6-38B2-FBAD188B5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AB585-7153-4268-AE1A-672AAC384F29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4FE080-FE49-060F-5C8E-A06CE13BF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23FA9-6401-0ADB-D901-B7B222051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662D-9372-42FC-A027-C9235F555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422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17C16-BADF-D217-CE97-2EACC4C14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7FB5F-891A-60F8-FDC6-A46DAD568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93B6F4-DF90-3322-0C76-A3FF4F62B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C4ED96-A3AA-6B68-F684-AF1CAD11A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AB585-7153-4268-AE1A-672AAC384F29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3B5AE-6748-B85D-AF04-1D096A3B1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82655-E6CA-4B23-9AD5-13B3E96E6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662D-9372-42FC-A027-C9235F555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079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FD256-A1B2-6C31-9E67-670876BAD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48CDBC-1151-BAC1-9AB8-B6076298FB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8368F1-0922-EF77-3EA3-FD469D623F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4A386-8C6C-3DEF-BB1B-4E9C8035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AB585-7153-4268-AE1A-672AAC384F29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68510E-237B-0169-9FFD-571E67B54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B6CBC5-DE47-F7DF-C8CA-C6C2909D5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662D-9372-42FC-A027-C9235F555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553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7108-9899-82E4-F3CD-ADF666E7B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B67583-F97A-AC8E-009E-BD8D2B0A64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0696D-E744-4627-E5CF-FEB481EE4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AB585-7153-4268-AE1A-672AAC384F29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FE726-8A02-90E1-B6C2-A86EA7CC5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3E9E2-EA05-018C-E236-5C132EB92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662D-9372-42FC-A027-C9235F555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72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B8E3C-DBDF-A5A8-29CF-DC2F71B55F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8B6DAD-FCFD-0B08-381A-4BC763B71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3AAA0-0593-B190-04F1-5100C46A8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AB585-7153-4268-AE1A-672AAC384F29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FCA9C-F745-F69D-065B-D91695B3B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8D531-FE26-4E01-927C-3A660EF2D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662D-9372-42FC-A027-C9235F555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494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FD06C7-6F3B-DFE3-5AB8-5F5952BBD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1BD15-EA94-5583-739C-9A59E8356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D3848-2354-B498-8075-CD75B052BF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FAB585-7153-4268-AE1A-672AAC384F29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E247A-3FC2-828E-765B-866A6A3108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719C4-CF2F-AFB1-441F-CE3FBABF39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C662D-9372-42FC-A027-C9235F555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97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63" Type="http://schemas.openxmlformats.org/officeDocument/2006/relationships/customXml" Target="../ink/ink31.xml"/><Relationship Id="rId159" Type="http://schemas.openxmlformats.org/officeDocument/2006/relationships/customXml" Target="../ink/ink79.xml"/><Relationship Id="rId170" Type="http://schemas.openxmlformats.org/officeDocument/2006/relationships/image" Target="../media/image85.png"/><Relationship Id="rId226" Type="http://schemas.openxmlformats.org/officeDocument/2006/relationships/image" Target="../media/image113.png"/><Relationship Id="rId268" Type="http://schemas.openxmlformats.org/officeDocument/2006/relationships/customXml" Target="../ink/ink134.xml"/><Relationship Id="rId32" Type="http://schemas.openxmlformats.org/officeDocument/2006/relationships/image" Target="../media/image16.png"/><Relationship Id="rId74" Type="http://schemas.openxmlformats.org/officeDocument/2006/relationships/image" Target="../media/image37.png"/><Relationship Id="rId128" Type="http://schemas.openxmlformats.org/officeDocument/2006/relationships/image" Target="../media/image64.png"/><Relationship Id="rId5" Type="http://schemas.openxmlformats.org/officeDocument/2006/relationships/customXml" Target="../ink/ink2.xml"/><Relationship Id="rId181" Type="http://schemas.openxmlformats.org/officeDocument/2006/relationships/customXml" Target="../ink/ink90.xml"/><Relationship Id="rId237" Type="http://schemas.openxmlformats.org/officeDocument/2006/relationships/customXml" Target="../ink/ink118.xml"/><Relationship Id="rId279" Type="http://schemas.openxmlformats.org/officeDocument/2006/relationships/image" Target="../media/image139.png"/><Relationship Id="rId43" Type="http://schemas.openxmlformats.org/officeDocument/2006/relationships/customXml" Target="../ink/ink21.xml"/><Relationship Id="rId139" Type="http://schemas.openxmlformats.org/officeDocument/2006/relationships/customXml" Target="../ink/ink69.xml"/><Relationship Id="rId85" Type="http://schemas.openxmlformats.org/officeDocument/2006/relationships/customXml" Target="../ink/ink42.xml"/><Relationship Id="rId150" Type="http://schemas.openxmlformats.org/officeDocument/2006/relationships/image" Target="../media/image75.png"/><Relationship Id="rId171" Type="http://schemas.openxmlformats.org/officeDocument/2006/relationships/customXml" Target="../ink/ink85.xml"/><Relationship Id="rId192" Type="http://schemas.openxmlformats.org/officeDocument/2006/relationships/image" Target="../media/image96.png"/><Relationship Id="rId206" Type="http://schemas.openxmlformats.org/officeDocument/2006/relationships/image" Target="../media/image103.png"/><Relationship Id="rId227" Type="http://schemas.openxmlformats.org/officeDocument/2006/relationships/customXml" Target="../ink/ink113.xml"/><Relationship Id="rId248" Type="http://schemas.openxmlformats.org/officeDocument/2006/relationships/image" Target="../media/image124.png"/><Relationship Id="rId269" Type="http://schemas.openxmlformats.org/officeDocument/2006/relationships/image" Target="../media/image134.png"/><Relationship Id="rId12" Type="http://schemas.openxmlformats.org/officeDocument/2006/relationships/image" Target="../media/image6.png"/><Relationship Id="rId33" Type="http://schemas.openxmlformats.org/officeDocument/2006/relationships/customXml" Target="../ink/ink16.xml"/><Relationship Id="rId108" Type="http://schemas.openxmlformats.org/officeDocument/2006/relationships/image" Target="../media/image54.png"/><Relationship Id="rId129" Type="http://schemas.openxmlformats.org/officeDocument/2006/relationships/customXml" Target="../ink/ink64.xml"/><Relationship Id="rId280" Type="http://schemas.openxmlformats.org/officeDocument/2006/relationships/customXml" Target="../ink/ink140.xml"/><Relationship Id="rId54" Type="http://schemas.openxmlformats.org/officeDocument/2006/relationships/image" Target="../media/image27.png"/><Relationship Id="rId75" Type="http://schemas.openxmlformats.org/officeDocument/2006/relationships/customXml" Target="../ink/ink37.xml"/><Relationship Id="rId96" Type="http://schemas.openxmlformats.org/officeDocument/2006/relationships/image" Target="../media/image48.png"/><Relationship Id="rId140" Type="http://schemas.openxmlformats.org/officeDocument/2006/relationships/image" Target="../media/image70.png"/><Relationship Id="rId161" Type="http://schemas.openxmlformats.org/officeDocument/2006/relationships/customXml" Target="../ink/ink80.xml"/><Relationship Id="rId182" Type="http://schemas.openxmlformats.org/officeDocument/2006/relationships/image" Target="../media/image91.png"/><Relationship Id="rId217" Type="http://schemas.openxmlformats.org/officeDocument/2006/relationships/customXml" Target="../ink/ink108.xml"/><Relationship Id="rId6" Type="http://schemas.openxmlformats.org/officeDocument/2006/relationships/image" Target="../media/image3.png"/><Relationship Id="rId238" Type="http://schemas.openxmlformats.org/officeDocument/2006/relationships/image" Target="../media/image119.png"/><Relationship Id="rId259" Type="http://schemas.openxmlformats.org/officeDocument/2006/relationships/customXml" Target="../ink/ink129.xml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270" Type="http://schemas.openxmlformats.org/officeDocument/2006/relationships/customXml" Target="../ink/ink135.xml"/><Relationship Id="rId44" Type="http://schemas.openxmlformats.org/officeDocument/2006/relationships/image" Target="../media/image22.png"/><Relationship Id="rId65" Type="http://schemas.openxmlformats.org/officeDocument/2006/relationships/customXml" Target="../ink/ink32.xml"/><Relationship Id="rId86" Type="http://schemas.openxmlformats.org/officeDocument/2006/relationships/image" Target="../media/image43.png"/><Relationship Id="rId130" Type="http://schemas.openxmlformats.org/officeDocument/2006/relationships/image" Target="../media/image65.png"/><Relationship Id="rId151" Type="http://schemas.openxmlformats.org/officeDocument/2006/relationships/customXml" Target="../ink/ink75.xml"/><Relationship Id="rId172" Type="http://schemas.openxmlformats.org/officeDocument/2006/relationships/image" Target="../media/image86.png"/><Relationship Id="rId193" Type="http://schemas.openxmlformats.org/officeDocument/2006/relationships/customXml" Target="../ink/ink96.xml"/><Relationship Id="rId207" Type="http://schemas.openxmlformats.org/officeDocument/2006/relationships/customXml" Target="../ink/ink103.xml"/><Relationship Id="rId228" Type="http://schemas.openxmlformats.org/officeDocument/2006/relationships/image" Target="../media/image114.png"/><Relationship Id="rId249" Type="http://schemas.openxmlformats.org/officeDocument/2006/relationships/customXml" Target="../ink/ink124.xml"/><Relationship Id="rId13" Type="http://schemas.openxmlformats.org/officeDocument/2006/relationships/customXml" Target="../ink/ink6.xml"/><Relationship Id="rId109" Type="http://schemas.openxmlformats.org/officeDocument/2006/relationships/customXml" Target="../ink/ink54.xml"/><Relationship Id="rId260" Type="http://schemas.openxmlformats.org/officeDocument/2006/relationships/image" Target="../media/image130.png"/><Relationship Id="rId281" Type="http://schemas.openxmlformats.org/officeDocument/2006/relationships/image" Target="../media/image140.png"/><Relationship Id="rId34" Type="http://schemas.openxmlformats.org/officeDocument/2006/relationships/image" Target="../media/image17.png"/><Relationship Id="rId55" Type="http://schemas.openxmlformats.org/officeDocument/2006/relationships/customXml" Target="../ink/ink27.xml"/><Relationship Id="rId76" Type="http://schemas.openxmlformats.org/officeDocument/2006/relationships/image" Target="../media/image38.png"/><Relationship Id="rId97" Type="http://schemas.openxmlformats.org/officeDocument/2006/relationships/customXml" Target="../ink/ink48.xml"/><Relationship Id="rId120" Type="http://schemas.openxmlformats.org/officeDocument/2006/relationships/image" Target="../media/image60.png"/><Relationship Id="rId141" Type="http://schemas.openxmlformats.org/officeDocument/2006/relationships/customXml" Target="../ink/ink70.xml"/><Relationship Id="rId7" Type="http://schemas.openxmlformats.org/officeDocument/2006/relationships/customXml" Target="../ink/ink3.xml"/><Relationship Id="rId162" Type="http://schemas.openxmlformats.org/officeDocument/2006/relationships/image" Target="../media/image81.png"/><Relationship Id="rId183" Type="http://schemas.openxmlformats.org/officeDocument/2006/relationships/customXml" Target="../ink/ink91.xml"/><Relationship Id="rId218" Type="http://schemas.openxmlformats.org/officeDocument/2006/relationships/image" Target="../media/image109.png"/><Relationship Id="rId239" Type="http://schemas.openxmlformats.org/officeDocument/2006/relationships/customXml" Target="../ink/ink119.xml"/><Relationship Id="rId250" Type="http://schemas.openxmlformats.org/officeDocument/2006/relationships/image" Target="../media/image125.png"/><Relationship Id="rId271" Type="http://schemas.openxmlformats.org/officeDocument/2006/relationships/image" Target="../media/image135.png"/><Relationship Id="rId24" Type="http://schemas.openxmlformats.org/officeDocument/2006/relationships/image" Target="../media/image12.png"/><Relationship Id="rId45" Type="http://schemas.openxmlformats.org/officeDocument/2006/relationships/customXml" Target="../ink/ink22.xml"/><Relationship Id="rId66" Type="http://schemas.openxmlformats.org/officeDocument/2006/relationships/image" Target="../media/image33.png"/><Relationship Id="rId87" Type="http://schemas.openxmlformats.org/officeDocument/2006/relationships/customXml" Target="../ink/ink43.xml"/><Relationship Id="rId110" Type="http://schemas.openxmlformats.org/officeDocument/2006/relationships/image" Target="../media/image55.png"/><Relationship Id="rId131" Type="http://schemas.openxmlformats.org/officeDocument/2006/relationships/customXml" Target="../ink/ink65.xml"/><Relationship Id="rId152" Type="http://schemas.openxmlformats.org/officeDocument/2006/relationships/image" Target="../media/image76.png"/><Relationship Id="rId173" Type="http://schemas.openxmlformats.org/officeDocument/2006/relationships/customXml" Target="../ink/ink86.xml"/><Relationship Id="rId194" Type="http://schemas.openxmlformats.org/officeDocument/2006/relationships/image" Target="../media/image97.png"/><Relationship Id="rId208" Type="http://schemas.openxmlformats.org/officeDocument/2006/relationships/image" Target="../media/image104.png"/><Relationship Id="rId229" Type="http://schemas.openxmlformats.org/officeDocument/2006/relationships/customXml" Target="../ink/ink114.xml"/><Relationship Id="rId240" Type="http://schemas.openxmlformats.org/officeDocument/2006/relationships/image" Target="../media/image120.png"/><Relationship Id="rId261" Type="http://schemas.openxmlformats.org/officeDocument/2006/relationships/customXml" Target="../ink/ink130.xml"/><Relationship Id="rId14" Type="http://schemas.openxmlformats.org/officeDocument/2006/relationships/image" Target="../media/image7.png"/><Relationship Id="rId35" Type="http://schemas.openxmlformats.org/officeDocument/2006/relationships/customXml" Target="../ink/ink17.xml"/><Relationship Id="rId56" Type="http://schemas.openxmlformats.org/officeDocument/2006/relationships/image" Target="../media/image28.png"/><Relationship Id="rId77" Type="http://schemas.openxmlformats.org/officeDocument/2006/relationships/customXml" Target="../ink/ink38.xml"/><Relationship Id="rId100" Type="http://schemas.openxmlformats.org/officeDocument/2006/relationships/image" Target="../media/image50.png"/><Relationship Id="rId282" Type="http://schemas.openxmlformats.org/officeDocument/2006/relationships/customXml" Target="../ink/ink141.xml"/><Relationship Id="rId8" Type="http://schemas.openxmlformats.org/officeDocument/2006/relationships/image" Target="../media/image4.png"/><Relationship Id="rId98" Type="http://schemas.openxmlformats.org/officeDocument/2006/relationships/image" Target="../media/image49.png"/><Relationship Id="rId121" Type="http://schemas.openxmlformats.org/officeDocument/2006/relationships/customXml" Target="../ink/ink60.xml"/><Relationship Id="rId142" Type="http://schemas.openxmlformats.org/officeDocument/2006/relationships/image" Target="../media/image71.png"/><Relationship Id="rId163" Type="http://schemas.openxmlformats.org/officeDocument/2006/relationships/customXml" Target="../ink/ink81.xml"/><Relationship Id="rId184" Type="http://schemas.openxmlformats.org/officeDocument/2006/relationships/image" Target="../media/image92.png"/><Relationship Id="rId219" Type="http://schemas.openxmlformats.org/officeDocument/2006/relationships/customXml" Target="../ink/ink109.xml"/><Relationship Id="rId230" Type="http://schemas.openxmlformats.org/officeDocument/2006/relationships/image" Target="../media/image115.png"/><Relationship Id="rId251" Type="http://schemas.openxmlformats.org/officeDocument/2006/relationships/customXml" Target="../ink/ink125.xml"/><Relationship Id="rId25" Type="http://schemas.openxmlformats.org/officeDocument/2006/relationships/customXml" Target="../ink/ink12.xml"/><Relationship Id="rId46" Type="http://schemas.openxmlformats.org/officeDocument/2006/relationships/image" Target="../media/image23.png"/><Relationship Id="rId67" Type="http://schemas.openxmlformats.org/officeDocument/2006/relationships/customXml" Target="../ink/ink33.xml"/><Relationship Id="rId272" Type="http://schemas.openxmlformats.org/officeDocument/2006/relationships/customXml" Target="../ink/ink136.xml"/><Relationship Id="rId88" Type="http://schemas.openxmlformats.org/officeDocument/2006/relationships/image" Target="../media/image44.png"/><Relationship Id="rId111" Type="http://schemas.openxmlformats.org/officeDocument/2006/relationships/customXml" Target="../ink/ink55.xml"/><Relationship Id="rId132" Type="http://schemas.openxmlformats.org/officeDocument/2006/relationships/image" Target="../media/image66.png"/><Relationship Id="rId153" Type="http://schemas.openxmlformats.org/officeDocument/2006/relationships/customXml" Target="../ink/ink76.xml"/><Relationship Id="rId174" Type="http://schemas.openxmlformats.org/officeDocument/2006/relationships/image" Target="../media/image87.png"/><Relationship Id="rId195" Type="http://schemas.openxmlformats.org/officeDocument/2006/relationships/customXml" Target="../ink/ink97.xml"/><Relationship Id="rId209" Type="http://schemas.openxmlformats.org/officeDocument/2006/relationships/customXml" Target="../ink/ink104.xml"/><Relationship Id="rId220" Type="http://schemas.openxmlformats.org/officeDocument/2006/relationships/image" Target="../media/image110.png"/><Relationship Id="rId241" Type="http://schemas.openxmlformats.org/officeDocument/2006/relationships/customXml" Target="../ink/ink120.xml"/><Relationship Id="rId15" Type="http://schemas.openxmlformats.org/officeDocument/2006/relationships/customXml" Target="../ink/ink7.xml"/><Relationship Id="rId36" Type="http://schemas.openxmlformats.org/officeDocument/2006/relationships/image" Target="../media/image18.png"/><Relationship Id="rId57" Type="http://schemas.openxmlformats.org/officeDocument/2006/relationships/customXml" Target="../ink/ink28.xml"/><Relationship Id="rId262" Type="http://schemas.openxmlformats.org/officeDocument/2006/relationships/image" Target="../media/image131.png"/><Relationship Id="rId283" Type="http://schemas.openxmlformats.org/officeDocument/2006/relationships/image" Target="../media/image141.png"/><Relationship Id="rId78" Type="http://schemas.openxmlformats.org/officeDocument/2006/relationships/image" Target="../media/image39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1.png"/><Relationship Id="rId143" Type="http://schemas.openxmlformats.org/officeDocument/2006/relationships/customXml" Target="../ink/ink71.xml"/><Relationship Id="rId164" Type="http://schemas.openxmlformats.org/officeDocument/2006/relationships/image" Target="../media/image82.png"/><Relationship Id="rId185" Type="http://schemas.openxmlformats.org/officeDocument/2006/relationships/customXml" Target="../ink/ink92.xml"/><Relationship Id="rId9" Type="http://schemas.openxmlformats.org/officeDocument/2006/relationships/customXml" Target="../ink/ink4.xml"/><Relationship Id="rId210" Type="http://schemas.openxmlformats.org/officeDocument/2006/relationships/image" Target="../media/image105.png"/><Relationship Id="rId26" Type="http://schemas.openxmlformats.org/officeDocument/2006/relationships/image" Target="../media/image13.png"/><Relationship Id="rId231" Type="http://schemas.openxmlformats.org/officeDocument/2006/relationships/customXml" Target="../ink/ink115.xml"/><Relationship Id="rId252" Type="http://schemas.openxmlformats.org/officeDocument/2006/relationships/image" Target="../media/image126.png"/><Relationship Id="rId273" Type="http://schemas.openxmlformats.org/officeDocument/2006/relationships/image" Target="../media/image136.png"/><Relationship Id="rId47" Type="http://schemas.openxmlformats.org/officeDocument/2006/relationships/customXml" Target="../ink/ink23.xml"/><Relationship Id="rId68" Type="http://schemas.openxmlformats.org/officeDocument/2006/relationships/image" Target="../media/image34.png"/><Relationship Id="rId89" Type="http://schemas.openxmlformats.org/officeDocument/2006/relationships/customXml" Target="../ink/ink44.xml"/><Relationship Id="rId112" Type="http://schemas.openxmlformats.org/officeDocument/2006/relationships/image" Target="../media/image56.png"/><Relationship Id="rId133" Type="http://schemas.openxmlformats.org/officeDocument/2006/relationships/customXml" Target="../ink/ink66.xml"/><Relationship Id="rId154" Type="http://schemas.openxmlformats.org/officeDocument/2006/relationships/image" Target="../media/image77.png"/><Relationship Id="rId175" Type="http://schemas.openxmlformats.org/officeDocument/2006/relationships/customXml" Target="../ink/ink87.xml"/><Relationship Id="rId196" Type="http://schemas.openxmlformats.org/officeDocument/2006/relationships/image" Target="../media/image98.png"/><Relationship Id="rId200" Type="http://schemas.openxmlformats.org/officeDocument/2006/relationships/image" Target="../media/image100.png"/><Relationship Id="rId16" Type="http://schemas.openxmlformats.org/officeDocument/2006/relationships/image" Target="../media/image8.png"/><Relationship Id="rId221" Type="http://schemas.openxmlformats.org/officeDocument/2006/relationships/customXml" Target="../ink/ink110.xml"/><Relationship Id="rId242" Type="http://schemas.openxmlformats.org/officeDocument/2006/relationships/image" Target="../media/image121.png"/><Relationship Id="rId263" Type="http://schemas.openxmlformats.org/officeDocument/2006/relationships/customXml" Target="../ink/ink131.xml"/><Relationship Id="rId284" Type="http://schemas.openxmlformats.org/officeDocument/2006/relationships/customXml" Target="../ink/ink142.xml"/><Relationship Id="rId37" Type="http://schemas.openxmlformats.org/officeDocument/2006/relationships/customXml" Target="../ink/ink18.xml"/><Relationship Id="rId58" Type="http://schemas.openxmlformats.org/officeDocument/2006/relationships/image" Target="../media/image29.png"/><Relationship Id="rId79" Type="http://schemas.openxmlformats.org/officeDocument/2006/relationships/customXml" Target="../ink/ink39.xml"/><Relationship Id="rId102" Type="http://schemas.openxmlformats.org/officeDocument/2006/relationships/image" Target="../media/image51.png"/><Relationship Id="rId123" Type="http://schemas.openxmlformats.org/officeDocument/2006/relationships/customXml" Target="../ink/ink61.xml"/><Relationship Id="rId144" Type="http://schemas.openxmlformats.org/officeDocument/2006/relationships/image" Target="../media/image72.png"/><Relationship Id="rId90" Type="http://schemas.openxmlformats.org/officeDocument/2006/relationships/image" Target="../media/image45.png"/><Relationship Id="rId165" Type="http://schemas.openxmlformats.org/officeDocument/2006/relationships/customXml" Target="../ink/ink82.xml"/><Relationship Id="rId186" Type="http://schemas.openxmlformats.org/officeDocument/2006/relationships/image" Target="../media/image93.png"/><Relationship Id="rId211" Type="http://schemas.openxmlformats.org/officeDocument/2006/relationships/customXml" Target="../ink/ink105.xml"/><Relationship Id="rId232" Type="http://schemas.openxmlformats.org/officeDocument/2006/relationships/image" Target="../media/image116.png"/><Relationship Id="rId253" Type="http://schemas.openxmlformats.org/officeDocument/2006/relationships/customXml" Target="../ink/ink126.xml"/><Relationship Id="rId274" Type="http://schemas.openxmlformats.org/officeDocument/2006/relationships/customXml" Target="../ink/ink137.xml"/><Relationship Id="rId27" Type="http://schemas.openxmlformats.org/officeDocument/2006/relationships/customXml" Target="../ink/ink13.xml"/><Relationship Id="rId48" Type="http://schemas.openxmlformats.org/officeDocument/2006/relationships/image" Target="../media/image24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67.png"/><Relationship Id="rId80" Type="http://schemas.openxmlformats.org/officeDocument/2006/relationships/image" Target="../media/image40.png"/><Relationship Id="rId155" Type="http://schemas.openxmlformats.org/officeDocument/2006/relationships/customXml" Target="../ink/ink77.xml"/><Relationship Id="rId176" Type="http://schemas.openxmlformats.org/officeDocument/2006/relationships/image" Target="../media/image88.png"/><Relationship Id="rId197" Type="http://schemas.openxmlformats.org/officeDocument/2006/relationships/customXml" Target="../ink/ink98.xml"/><Relationship Id="rId201" Type="http://schemas.openxmlformats.org/officeDocument/2006/relationships/customXml" Target="../ink/ink100.xml"/><Relationship Id="rId222" Type="http://schemas.openxmlformats.org/officeDocument/2006/relationships/image" Target="../media/image111.png"/><Relationship Id="rId243" Type="http://schemas.openxmlformats.org/officeDocument/2006/relationships/customXml" Target="../ink/ink121.xml"/><Relationship Id="rId264" Type="http://schemas.openxmlformats.org/officeDocument/2006/relationships/image" Target="../media/image132.png"/><Relationship Id="rId285" Type="http://schemas.openxmlformats.org/officeDocument/2006/relationships/image" Target="../media/image142.png"/><Relationship Id="rId17" Type="http://schemas.openxmlformats.org/officeDocument/2006/relationships/customXml" Target="../ink/ink8.xml"/><Relationship Id="rId38" Type="http://schemas.openxmlformats.org/officeDocument/2006/relationships/image" Target="../media/image19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24" Type="http://schemas.openxmlformats.org/officeDocument/2006/relationships/image" Target="../media/image62.png"/><Relationship Id="rId70" Type="http://schemas.openxmlformats.org/officeDocument/2006/relationships/image" Target="../media/image35.png"/><Relationship Id="rId91" Type="http://schemas.openxmlformats.org/officeDocument/2006/relationships/customXml" Target="../ink/ink45.xml"/><Relationship Id="rId145" Type="http://schemas.openxmlformats.org/officeDocument/2006/relationships/customXml" Target="../ink/ink72.xml"/><Relationship Id="rId166" Type="http://schemas.openxmlformats.org/officeDocument/2006/relationships/image" Target="../media/image83.png"/><Relationship Id="rId187" Type="http://schemas.openxmlformats.org/officeDocument/2006/relationships/customXml" Target="../ink/ink93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06.png"/><Relationship Id="rId233" Type="http://schemas.openxmlformats.org/officeDocument/2006/relationships/customXml" Target="../ink/ink116.xml"/><Relationship Id="rId254" Type="http://schemas.openxmlformats.org/officeDocument/2006/relationships/image" Target="../media/image127.png"/><Relationship Id="rId28" Type="http://schemas.openxmlformats.org/officeDocument/2006/relationships/image" Target="../media/image14.png"/><Relationship Id="rId49" Type="http://schemas.openxmlformats.org/officeDocument/2006/relationships/customXml" Target="../ink/ink24.xml"/><Relationship Id="rId114" Type="http://schemas.openxmlformats.org/officeDocument/2006/relationships/image" Target="../media/image57.png"/><Relationship Id="rId275" Type="http://schemas.openxmlformats.org/officeDocument/2006/relationships/image" Target="../media/image137.png"/><Relationship Id="rId60" Type="http://schemas.openxmlformats.org/officeDocument/2006/relationships/image" Target="../media/image30.png"/><Relationship Id="rId81" Type="http://schemas.openxmlformats.org/officeDocument/2006/relationships/customXml" Target="../ink/ink40.xml"/><Relationship Id="rId135" Type="http://schemas.openxmlformats.org/officeDocument/2006/relationships/customXml" Target="../ink/ink67.xml"/><Relationship Id="rId156" Type="http://schemas.openxmlformats.org/officeDocument/2006/relationships/image" Target="../media/image78.png"/><Relationship Id="rId177" Type="http://schemas.openxmlformats.org/officeDocument/2006/relationships/customXml" Target="../ink/ink88.xml"/><Relationship Id="rId198" Type="http://schemas.openxmlformats.org/officeDocument/2006/relationships/image" Target="../media/image99.png"/><Relationship Id="rId202" Type="http://schemas.openxmlformats.org/officeDocument/2006/relationships/image" Target="../media/image101.png"/><Relationship Id="rId223" Type="http://schemas.openxmlformats.org/officeDocument/2006/relationships/customXml" Target="../ink/ink111.xml"/><Relationship Id="rId244" Type="http://schemas.openxmlformats.org/officeDocument/2006/relationships/image" Target="../media/image122.png"/><Relationship Id="rId18" Type="http://schemas.openxmlformats.org/officeDocument/2006/relationships/image" Target="../media/image9.png"/><Relationship Id="rId39" Type="http://schemas.openxmlformats.org/officeDocument/2006/relationships/customXml" Target="../ink/ink19.xml"/><Relationship Id="rId265" Type="http://schemas.openxmlformats.org/officeDocument/2006/relationships/customXml" Target="../ink/ink132.xml"/><Relationship Id="rId50" Type="http://schemas.openxmlformats.org/officeDocument/2006/relationships/image" Target="../media/image25.png"/><Relationship Id="rId104" Type="http://schemas.openxmlformats.org/officeDocument/2006/relationships/image" Target="../media/image52.png"/><Relationship Id="rId125" Type="http://schemas.openxmlformats.org/officeDocument/2006/relationships/customXml" Target="../ink/ink62.xml"/><Relationship Id="rId146" Type="http://schemas.openxmlformats.org/officeDocument/2006/relationships/image" Target="../media/image73.png"/><Relationship Id="rId167" Type="http://schemas.openxmlformats.org/officeDocument/2006/relationships/customXml" Target="../ink/ink83.xml"/><Relationship Id="rId188" Type="http://schemas.openxmlformats.org/officeDocument/2006/relationships/image" Target="../media/image94.png"/><Relationship Id="rId71" Type="http://schemas.openxmlformats.org/officeDocument/2006/relationships/customXml" Target="../ink/ink35.xml"/><Relationship Id="rId92" Type="http://schemas.openxmlformats.org/officeDocument/2006/relationships/image" Target="../media/image46.png"/><Relationship Id="rId213" Type="http://schemas.openxmlformats.org/officeDocument/2006/relationships/customXml" Target="../ink/ink106.xml"/><Relationship Id="rId234" Type="http://schemas.openxmlformats.org/officeDocument/2006/relationships/image" Target="../media/image117.png"/><Relationship Id="rId2" Type="http://schemas.openxmlformats.org/officeDocument/2006/relationships/image" Target="../media/image1.png"/><Relationship Id="rId29" Type="http://schemas.openxmlformats.org/officeDocument/2006/relationships/customXml" Target="../ink/ink14.xml"/><Relationship Id="rId255" Type="http://schemas.openxmlformats.org/officeDocument/2006/relationships/customXml" Target="../ink/ink127.xml"/><Relationship Id="rId276" Type="http://schemas.openxmlformats.org/officeDocument/2006/relationships/customXml" Target="../ink/ink138.xml"/><Relationship Id="rId40" Type="http://schemas.openxmlformats.org/officeDocument/2006/relationships/image" Target="../media/image20.png"/><Relationship Id="rId115" Type="http://schemas.openxmlformats.org/officeDocument/2006/relationships/customXml" Target="../ink/ink57.xml"/><Relationship Id="rId136" Type="http://schemas.openxmlformats.org/officeDocument/2006/relationships/image" Target="../media/image68.png"/><Relationship Id="rId157" Type="http://schemas.openxmlformats.org/officeDocument/2006/relationships/customXml" Target="../ink/ink78.xml"/><Relationship Id="rId178" Type="http://schemas.openxmlformats.org/officeDocument/2006/relationships/image" Target="../media/image89.png"/><Relationship Id="rId61" Type="http://schemas.openxmlformats.org/officeDocument/2006/relationships/customXml" Target="../ink/ink30.xml"/><Relationship Id="rId82" Type="http://schemas.openxmlformats.org/officeDocument/2006/relationships/image" Target="../media/image41.png"/><Relationship Id="rId199" Type="http://schemas.openxmlformats.org/officeDocument/2006/relationships/customXml" Target="../ink/ink99.xml"/><Relationship Id="rId203" Type="http://schemas.openxmlformats.org/officeDocument/2006/relationships/customXml" Target="../ink/ink101.xml"/><Relationship Id="rId19" Type="http://schemas.openxmlformats.org/officeDocument/2006/relationships/customXml" Target="../ink/ink9.xml"/><Relationship Id="rId224" Type="http://schemas.openxmlformats.org/officeDocument/2006/relationships/image" Target="../media/image112.png"/><Relationship Id="rId245" Type="http://schemas.openxmlformats.org/officeDocument/2006/relationships/customXml" Target="../ink/ink122.xml"/><Relationship Id="rId266" Type="http://schemas.openxmlformats.org/officeDocument/2006/relationships/customXml" Target="../ink/ink133.xml"/><Relationship Id="rId30" Type="http://schemas.openxmlformats.org/officeDocument/2006/relationships/image" Target="../media/image15.png"/><Relationship Id="rId105" Type="http://schemas.openxmlformats.org/officeDocument/2006/relationships/customXml" Target="../ink/ink52.xml"/><Relationship Id="rId126" Type="http://schemas.openxmlformats.org/officeDocument/2006/relationships/image" Target="../media/image63.png"/><Relationship Id="rId147" Type="http://schemas.openxmlformats.org/officeDocument/2006/relationships/customXml" Target="../ink/ink73.xml"/><Relationship Id="rId168" Type="http://schemas.openxmlformats.org/officeDocument/2006/relationships/image" Target="../media/image84.png"/><Relationship Id="rId51" Type="http://schemas.openxmlformats.org/officeDocument/2006/relationships/customXml" Target="../ink/ink25.xml"/><Relationship Id="rId72" Type="http://schemas.openxmlformats.org/officeDocument/2006/relationships/image" Target="../media/image36.png"/><Relationship Id="rId93" Type="http://schemas.openxmlformats.org/officeDocument/2006/relationships/customXml" Target="../ink/ink46.xml"/><Relationship Id="rId189" Type="http://schemas.openxmlformats.org/officeDocument/2006/relationships/customXml" Target="../ink/ink94.xml"/><Relationship Id="rId3" Type="http://schemas.openxmlformats.org/officeDocument/2006/relationships/customXml" Target="../ink/ink1.xml"/><Relationship Id="rId214" Type="http://schemas.openxmlformats.org/officeDocument/2006/relationships/image" Target="../media/image107.png"/><Relationship Id="rId235" Type="http://schemas.openxmlformats.org/officeDocument/2006/relationships/customXml" Target="../ink/ink117.xml"/><Relationship Id="rId256" Type="http://schemas.openxmlformats.org/officeDocument/2006/relationships/image" Target="../media/image128.png"/><Relationship Id="rId277" Type="http://schemas.openxmlformats.org/officeDocument/2006/relationships/image" Target="../media/image138.png"/><Relationship Id="rId116" Type="http://schemas.openxmlformats.org/officeDocument/2006/relationships/image" Target="../media/image58.png"/><Relationship Id="rId137" Type="http://schemas.openxmlformats.org/officeDocument/2006/relationships/customXml" Target="../ink/ink68.xml"/><Relationship Id="rId158" Type="http://schemas.openxmlformats.org/officeDocument/2006/relationships/image" Target="../media/image79.png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62" Type="http://schemas.openxmlformats.org/officeDocument/2006/relationships/image" Target="../media/image31.png"/><Relationship Id="rId83" Type="http://schemas.openxmlformats.org/officeDocument/2006/relationships/customXml" Target="../ink/ink41.xml"/><Relationship Id="rId179" Type="http://schemas.openxmlformats.org/officeDocument/2006/relationships/customXml" Target="../ink/ink89.xml"/><Relationship Id="rId190" Type="http://schemas.openxmlformats.org/officeDocument/2006/relationships/image" Target="../media/image95.png"/><Relationship Id="rId204" Type="http://schemas.openxmlformats.org/officeDocument/2006/relationships/image" Target="../media/image102.png"/><Relationship Id="rId225" Type="http://schemas.openxmlformats.org/officeDocument/2006/relationships/customXml" Target="../ink/ink112.xml"/><Relationship Id="rId246" Type="http://schemas.openxmlformats.org/officeDocument/2006/relationships/image" Target="../media/image123.png"/><Relationship Id="rId267" Type="http://schemas.openxmlformats.org/officeDocument/2006/relationships/image" Target="../media/image133.png"/><Relationship Id="rId106" Type="http://schemas.openxmlformats.org/officeDocument/2006/relationships/image" Target="../media/image53.png"/><Relationship Id="rId127" Type="http://schemas.openxmlformats.org/officeDocument/2006/relationships/customXml" Target="../ink/ink63.xml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52" Type="http://schemas.openxmlformats.org/officeDocument/2006/relationships/image" Target="../media/image26.png"/><Relationship Id="rId73" Type="http://schemas.openxmlformats.org/officeDocument/2006/relationships/customXml" Target="../ink/ink36.xml"/><Relationship Id="rId94" Type="http://schemas.openxmlformats.org/officeDocument/2006/relationships/image" Target="../media/image47.png"/><Relationship Id="rId148" Type="http://schemas.openxmlformats.org/officeDocument/2006/relationships/image" Target="../media/image74.png"/><Relationship Id="rId169" Type="http://schemas.openxmlformats.org/officeDocument/2006/relationships/customXml" Target="../ink/ink84.xml"/><Relationship Id="rId4" Type="http://schemas.openxmlformats.org/officeDocument/2006/relationships/image" Target="../media/image2.png"/><Relationship Id="rId180" Type="http://schemas.openxmlformats.org/officeDocument/2006/relationships/image" Target="../media/image90.png"/><Relationship Id="rId215" Type="http://schemas.openxmlformats.org/officeDocument/2006/relationships/customXml" Target="../ink/ink107.xml"/><Relationship Id="rId236" Type="http://schemas.openxmlformats.org/officeDocument/2006/relationships/image" Target="../media/image118.png"/><Relationship Id="rId257" Type="http://schemas.openxmlformats.org/officeDocument/2006/relationships/customXml" Target="../ink/ink128.xml"/><Relationship Id="rId278" Type="http://schemas.openxmlformats.org/officeDocument/2006/relationships/customXml" Target="../ink/ink139.xml"/><Relationship Id="rId42" Type="http://schemas.openxmlformats.org/officeDocument/2006/relationships/image" Target="../media/image21.png"/><Relationship Id="rId84" Type="http://schemas.openxmlformats.org/officeDocument/2006/relationships/image" Target="../media/image42.png"/><Relationship Id="rId138" Type="http://schemas.openxmlformats.org/officeDocument/2006/relationships/image" Target="../media/image69.png"/><Relationship Id="rId191" Type="http://schemas.openxmlformats.org/officeDocument/2006/relationships/customXml" Target="../ink/ink95.xml"/><Relationship Id="rId205" Type="http://schemas.openxmlformats.org/officeDocument/2006/relationships/customXml" Target="../ink/ink102.xml"/><Relationship Id="rId247" Type="http://schemas.openxmlformats.org/officeDocument/2006/relationships/customXml" Target="../ink/ink123.xml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53" Type="http://schemas.openxmlformats.org/officeDocument/2006/relationships/customXml" Target="../ink/ink26.xml"/><Relationship Id="rId149" Type="http://schemas.openxmlformats.org/officeDocument/2006/relationships/customXml" Target="../ink/ink74.xml"/><Relationship Id="rId95" Type="http://schemas.openxmlformats.org/officeDocument/2006/relationships/customXml" Target="../ink/ink47.xml"/><Relationship Id="rId160" Type="http://schemas.openxmlformats.org/officeDocument/2006/relationships/image" Target="../media/image80.png"/><Relationship Id="rId216" Type="http://schemas.openxmlformats.org/officeDocument/2006/relationships/image" Target="../media/image108.png"/><Relationship Id="rId258" Type="http://schemas.openxmlformats.org/officeDocument/2006/relationships/image" Target="../media/image129.png"/><Relationship Id="rId22" Type="http://schemas.openxmlformats.org/officeDocument/2006/relationships/image" Target="../media/image11.png"/><Relationship Id="rId64" Type="http://schemas.openxmlformats.org/officeDocument/2006/relationships/image" Target="../media/image32.png"/><Relationship Id="rId118" Type="http://schemas.openxmlformats.org/officeDocument/2006/relationships/image" Target="../media/image59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00.xml"/><Relationship Id="rId21" Type="http://schemas.openxmlformats.org/officeDocument/2006/relationships/customXml" Target="../ink/ink152.xml"/><Relationship Id="rId42" Type="http://schemas.openxmlformats.org/officeDocument/2006/relationships/image" Target="../media/image163.png"/><Relationship Id="rId63" Type="http://schemas.openxmlformats.org/officeDocument/2006/relationships/customXml" Target="../ink/ink173.xml"/><Relationship Id="rId84" Type="http://schemas.openxmlformats.org/officeDocument/2006/relationships/image" Target="../media/image184.png"/><Relationship Id="rId138" Type="http://schemas.openxmlformats.org/officeDocument/2006/relationships/image" Target="../media/image211.png"/><Relationship Id="rId159" Type="http://schemas.openxmlformats.org/officeDocument/2006/relationships/customXml" Target="../ink/ink221.xml"/><Relationship Id="rId170" Type="http://schemas.openxmlformats.org/officeDocument/2006/relationships/image" Target="../media/image227.png"/><Relationship Id="rId191" Type="http://schemas.openxmlformats.org/officeDocument/2006/relationships/customXml" Target="../ink/ink237.xml"/><Relationship Id="rId205" Type="http://schemas.openxmlformats.org/officeDocument/2006/relationships/customXml" Target="../ink/ink244.xml"/><Relationship Id="rId226" Type="http://schemas.openxmlformats.org/officeDocument/2006/relationships/image" Target="../media/image255.png"/><Relationship Id="rId107" Type="http://schemas.openxmlformats.org/officeDocument/2006/relationships/customXml" Target="../ink/ink195.xml"/><Relationship Id="rId11" Type="http://schemas.openxmlformats.org/officeDocument/2006/relationships/customXml" Target="../ink/ink147.xml"/><Relationship Id="rId32" Type="http://schemas.openxmlformats.org/officeDocument/2006/relationships/image" Target="../media/image158.png"/><Relationship Id="rId53" Type="http://schemas.openxmlformats.org/officeDocument/2006/relationships/customXml" Target="../ink/ink168.xml"/><Relationship Id="rId74" Type="http://schemas.openxmlformats.org/officeDocument/2006/relationships/image" Target="../media/image179.png"/><Relationship Id="rId128" Type="http://schemas.openxmlformats.org/officeDocument/2006/relationships/image" Target="../media/image206.png"/><Relationship Id="rId149" Type="http://schemas.openxmlformats.org/officeDocument/2006/relationships/customXml" Target="../ink/ink216.xml"/><Relationship Id="rId5" Type="http://schemas.openxmlformats.org/officeDocument/2006/relationships/customXml" Target="../ink/ink144.xml"/><Relationship Id="rId95" Type="http://schemas.openxmlformats.org/officeDocument/2006/relationships/customXml" Target="../ink/ink189.xml"/><Relationship Id="rId160" Type="http://schemas.openxmlformats.org/officeDocument/2006/relationships/image" Target="../media/image222.png"/><Relationship Id="rId181" Type="http://schemas.openxmlformats.org/officeDocument/2006/relationships/customXml" Target="../ink/ink232.xml"/><Relationship Id="rId216" Type="http://schemas.openxmlformats.org/officeDocument/2006/relationships/image" Target="../media/image250.png"/><Relationship Id="rId22" Type="http://schemas.openxmlformats.org/officeDocument/2006/relationships/image" Target="../media/image153.png"/><Relationship Id="rId43" Type="http://schemas.openxmlformats.org/officeDocument/2006/relationships/customXml" Target="../ink/ink163.xml"/><Relationship Id="rId64" Type="http://schemas.openxmlformats.org/officeDocument/2006/relationships/image" Target="../media/image174.png"/><Relationship Id="rId118" Type="http://schemas.openxmlformats.org/officeDocument/2006/relationships/image" Target="../media/image201.png"/><Relationship Id="rId139" Type="http://schemas.openxmlformats.org/officeDocument/2006/relationships/customXml" Target="../ink/ink211.xml"/><Relationship Id="rId85" Type="http://schemas.openxmlformats.org/officeDocument/2006/relationships/customXml" Target="../ink/ink184.xml"/><Relationship Id="rId150" Type="http://schemas.openxmlformats.org/officeDocument/2006/relationships/image" Target="../media/image217.png"/><Relationship Id="rId171" Type="http://schemas.openxmlformats.org/officeDocument/2006/relationships/customXml" Target="../ink/ink227.xml"/><Relationship Id="rId192" Type="http://schemas.openxmlformats.org/officeDocument/2006/relationships/image" Target="../media/image238.png"/><Relationship Id="rId206" Type="http://schemas.openxmlformats.org/officeDocument/2006/relationships/image" Target="../media/image245.png"/><Relationship Id="rId227" Type="http://schemas.openxmlformats.org/officeDocument/2006/relationships/customXml" Target="../ink/ink255.xml"/><Relationship Id="rId12" Type="http://schemas.openxmlformats.org/officeDocument/2006/relationships/image" Target="../media/image148.png"/><Relationship Id="rId33" Type="http://schemas.openxmlformats.org/officeDocument/2006/relationships/customXml" Target="../ink/ink158.xml"/><Relationship Id="rId108" Type="http://schemas.openxmlformats.org/officeDocument/2006/relationships/image" Target="../media/image196.png"/><Relationship Id="rId129" Type="http://schemas.openxmlformats.org/officeDocument/2006/relationships/customXml" Target="../ink/ink206.xml"/><Relationship Id="rId54" Type="http://schemas.openxmlformats.org/officeDocument/2006/relationships/image" Target="../media/image169.png"/><Relationship Id="rId75" Type="http://schemas.openxmlformats.org/officeDocument/2006/relationships/customXml" Target="../ink/ink179.xml"/><Relationship Id="rId96" Type="http://schemas.openxmlformats.org/officeDocument/2006/relationships/image" Target="../media/image190.png"/><Relationship Id="rId140" Type="http://schemas.openxmlformats.org/officeDocument/2006/relationships/image" Target="../media/image212.png"/><Relationship Id="rId161" Type="http://schemas.openxmlformats.org/officeDocument/2006/relationships/customXml" Target="../ink/ink222.xml"/><Relationship Id="rId182" Type="http://schemas.openxmlformats.org/officeDocument/2006/relationships/image" Target="../media/image233.png"/><Relationship Id="rId217" Type="http://schemas.openxmlformats.org/officeDocument/2006/relationships/customXml" Target="../ink/ink250.xml"/><Relationship Id="rId6" Type="http://schemas.openxmlformats.org/officeDocument/2006/relationships/image" Target="../media/image145.png"/><Relationship Id="rId23" Type="http://schemas.openxmlformats.org/officeDocument/2006/relationships/customXml" Target="../ink/ink153.xml"/><Relationship Id="rId119" Type="http://schemas.openxmlformats.org/officeDocument/2006/relationships/customXml" Target="../ink/ink201.xml"/><Relationship Id="rId44" Type="http://schemas.openxmlformats.org/officeDocument/2006/relationships/image" Target="../media/image164.png"/><Relationship Id="rId65" Type="http://schemas.openxmlformats.org/officeDocument/2006/relationships/customXml" Target="../ink/ink174.xml"/><Relationship Id="rId86" Type="http://schemas.openxmlformats.org/officeDocument/2006/relationships/image" Target="../media/image185.png"/><Relationship Id="rId130" Type="http://schemas.openxmlformats.org/officeDocument/2006/relationships/image" Target="../media/image207.png"/><Relationship Id="rId151" Type="http://schemas.openxmlformats.org/officeDocument/2006/relationships/customXml" Target="../ink/ink217.xml"/><Relationship Id="rId172" Type="http://schemas.openxmlformats.org/officeDocument/2006/relationships/image" Target="../media/image228.png"/><Relationship Id="rId193" Type="http://schemas.openxmlformats.org/officeDocument/2006/relationships/customXml" Target="../ink/ink238.xml"/><Relationship Id="rId207" Type="http://schemas.openxmlformats.org/officeDocument/2006/relationships/customXml" Target="../ink/ink245.xml"/><Relationship Id="rId228" Type="http://schemas.openxmlformats.org/officeDocument/2006/relationships/image" Target="../media/image256.png"/><Relationship Id="rId13" Type="http://schemas.openxmlformats.org/officeDocument/2006/relationships/customXml" Target="../ink/ink148.xml"/><Relationship Id="rId109" Type="http://schemas.openxmlformats.org/officeDocument/2006/relationships/customXml" Target="../ink/ink196.xml"/><Relationship Id="rId34" Type="http://schemas.openxmlformats.org/officeDocument/2006/relationships/image" Target="../media/image159.png"/><Relationship Id="rId55" Type="http://schemas.openxmlformats.org/officeDocument/2006/relationships/customXml" Target="../ink/ink169.xml"/><Relationship Id="rId76" Type="http://schemas.openxmlformats.org/officeDocument/2006/relationships/image" Target="../media/image180.png"/><Relationship Id="rId97" Type="http://schemas.openxmlformats.org/officeDocument/2006/relationships/customXml" Target="../ink/ink190.xml"/><Relationship Id="rId120" Type="http://schemas.openxmlformats.org/officeDocument/2006/relationships/image" Target="../media/image202.png"/><Relationship Id="rId141" Type="http://schemas.openxmlformats.org/officeDocument/2006/relationships/customXml" Target="../ink/ink212.xml"/><Relationship Id="rId7" Type="http://schemas.openxmlformats.org/officeDocument/2006/relationships/customXml" Target="../ink/ink145.xml"/><Relationship Id="rId162" Type="http://schemas.openxmlformats.org/officeDocument/2006/relationships/image" Target="../media/image223.png"/><Relationship Id="rId183" Type="http://schemas.openxmlformats.org/officeDocument/2006/relationships/customXml" Target="../ink/ink233.xml"/><Relationship Id="rId218" Type="http://schemas.openxmlformats.org/officeDocument/2006/relationships/image" Target="../media/image251.png"/><Relationship Id="rId24" Type="http://schemas.openxmlformats.org/officeDocument/2006/relationships/image" Target="../media/image154.png"/><Relationship Id="rId45" Type="http://schemas.openxmlformats.org/officeDocument/2006/relationships/customXml" Target="../ink/ink164.xml"/><Relationship Id="rId66" Type="http://schemas.openxmlformats.org/officeDocument/2006/relationships/image" Target="../media/image175.png"/><Relationship Id="rId87" Type="http://schemas.openxmlformats.org/officeDocument/2006/relationships/customXml" Target="../ink/ink185.xml"/><Relationship Id="rId110" Type="http://schemas.openxmlformats.org/officeDocument/2006/relationships/image" Target="../media/image197.png"/><Relationship Id="rId131" Type="http://schemas.openxmlformats.org/officeDocument/2006/relationships/customXml" Target="../ink/ink207.xml"/><Relationship Id="rId152" Type="http://schemas.openxmlformats.org/officeDocument/2006/relationships/image" Target="../media/image218.png"/><Relationship Id="rId173" Type="http://schemas.openxmlformats.org/officeDocument/2006/relationships/customXml" Target="../ink/ink228.xml"/><Relationship Id="rId194" Type="http://schemas.openxmlformats.org/officeDocument/2006/relationships/image" Target="../media/image239.png"/><Relationship Id="rId208" Type="http://schemas.openxmlformats.org/officeDocument/2006/relationships/image" Target="../media/image246.png"/><Relationship Id="rId229" Type="http://schemas.openxmlformats.org/officeDocument/2006/relationships/customXml" Target="../ink/ink256.xml"/><Relationship Id="rId14" Type="http://schemas.openxmlformats.org/officeDocument/2006/relationships/image" Target="../media/image149.png"/><Relationship Id="rId35" Type="http://schemas.openxmlformats.org/officeDocument/2006/relationships/customXml" Target="../ink/ink159.xml"/><Relationship Id="rId56" Type="http://schemas.openxmlformats.org/officeDocument/2006/relationships/image" Target="../media/image170.png"/><Relationship Id="rId77" Type="http://schemas.openxmlformats.org/officeDocument/2006/relationships/customXml" Target="../ink/ink180.xml"/><Relationship Id="rId100" Type="http://schemas.openxmlformats.org/officeDocument/2006/relationships/image" Target="../media/image192.png"/><Relationship Id="rId8" Type="http://schemas.openxmlformats.org/officeDocument/2006/relationships/image" Target="../media/image146.png"/><Relationship Id="rId98" Type="http://schemas.openxmlformats.org/officeDocument/2006/relationships/image" Target="../media/image191.png"/><Relationship Id="rId121" Type="http://schemas.openxmlformats.org/officeDocument/2006/relationships/customXml" Target="../ink/ink202.xml"/><Relationship Id="rId142" Type="http://schemas.openxmlformats.org/officeDocument/2006/relationships/image" Target="../media/image213.png"/><Relationship Id="rId163" Type="http://schemas.openxmlformats.org/officeDocument/2006/relationships/customXml" Target="../ink/ink223.xml"/><Relationship Id="rId184" Type="http://schemas.openxmlformats.org/officeDocument/2006/relationships/image" Target="../media/image234.png"/><Relationship Id="rId219" Type="http://schemas.openxmlformats.org/officeDocument/2006/relationships/customXml" Target="../ink/ink251.xml"/><Relationship Id="rId230" Type="http://schemas.openxmlformats.org/officeDocument/2006/relationships/image" Target="../media/image257.png"/><Relationship Id="rId25" Type="http://schemas.openxmlformats.org/officeDocument/2006/relationships/customXml" Target="../ink/ink154.xml"/><Relationship Id="rId46" Type="http://schemas.openxmlformats.org/officeDocument/2006/relationships/image" Target="../media/image165.png"/><Relationship Id="rId67" Type="http://schemas.openxmlformats.org/officeDocument/2006/relationships/customXml" Target="../ink/ink175.xml"/><Relationship Id="rId20" Type="http://schemas.openxmlformats.org/officeDocument/2006/relationships/image" Target="../media/image152.png"/><Relationship Id="rId41" Type="http://schemas.openxmlformats.org/officeDocument/2006/relationships/customXml" Target="../ink/ink162.xml"/><Relationship Id="rId62" Type="http://schemas.openxmlformats.org/officeDocument/2006/relationships/image" Target="../media/image173.png"/><Relationship Id="rId83" Type="http://schemas.openxmlformats.org/officeDocument/2006/relationships/customXml" Target="../ink/ink183.xml"/><Relationship Id="rId88" Type="http://schemas.openxmlformats.org/officeDocument/2006/relationships/image" Target="../media/image186.png"/><Relationship Id="rId111" Type="http://schemas.openxmlformats.org/officeDocument/2006/relationships/customXml" Target="../ink/ink197.xml"/><Relationship Id="rId132" Type="http://schemas.openxmlformats.org/officeDocument/2006/relationships/image" Target="../media/image208.png"/><Relationship Id="rId153" Type="http://schemas.openxmlformats.org/officeDocument/2006/relationships/customXml" Target="../ink/ink218.xml"/><Relationship Id="rId174" Type="http://schemas.openxmlformats.org/officeDocument/2006/relationships/image" Target="../media/image229.png"/><Relationship Id="rId179" Type="http://schemas.openxmlformats.org/officeDocument/2006/relationships/customXml" Target="../ink/ink231.xml"/><Relationship Id="rId195" Type="http://schemas.openxmlformats.org/officeDocument/2006/relationships/customXml" Target="../ink/ink239.xml"/><Relationship Id="rId209" Type="http://schemas.openxmlformats.org/officeDocument/2006/relationships/customXml" Target="../ink/ink246.xml"/><Relationship Id="rId190" Type="http://schemas.openxmlformats.org/officeDocument/2006/relationships/image" Target="../media/image237.png"/><Relationship Id="rId204" Type="http://schemas.openxmlformats.org/officeDocument/2006/relationships/image" Target="../media/image244.png"/><Relationship Id="rId220" Type="http://schemas.openxmlformats.org/officeDocument/2006/relationships/image" Target="../media/image252.png"/><Relationship Id="rId225" Type="http://schemas.openxmlformats.org/officeDocument/2006/relationships/customXml" Target="../ink/ink254.xml"/><Relationship Id="rId15" Type="http://schemas.openxmlformats.org/officeDocument/2006/relationships/customXml" Target="../ink/ink149.xml"/><Relationship Id="rId36" Type="http://schemas.openxmlformats.org/officeDocument/2006/relationships/image" Target="../media/image160.png"/><Relationship Id="rId57" Type="http://schemas.openxmlformats.org/officeDocument/2006/relationships/customXml" Target="../ink/ink170.xml"/><Relationship Id="rId106" Type="http://schemas.openxmlformats.org/officeDocument/2006/relationships/image" Target="../media/image195.png"/><Relationship Id="rId127" Type="http://schemas.openxmlformats.org/officeDocument/2006/relationships/customXml" Target="../ink/ink205.xml"/><Relationship Id="rId10" Type="http://schemas.openxmlformats.org/officeDocument/2006/relationships/image" Target="../media/image147.png"/><Relationship Id="rId31" Type="http://schemas.openxmlformats.org/officeDocument/2006/relationships/customXml" Target="../ink/ink157.xml"/><Relationship Id="rId52" Type="http://schemas.openxmlformats.org/officeDocument/2006/relationships/image" Target="../media/image168.png"/><Relationship Id="rId73" Type="http://schemas.openxmlformats.org/officeDocument/2006/relationships/customXml" Target="../ink/ink178.xml"/><Relationship Id="rId78" Type="http://schemas.openxmlformats.org/officeDocument/2006/relationships/image" Target="../media/image181.png"/><Relationship Id="rId94" Type="http://schemas.openxmlformats.org/officeDocument/2006/relationships/image" Target="../media/image189.png"/><Relationship Id="rId99" Type="http://schemas.openxmlformats.org/officeDocument/2006/relationships/customXml" Target="../ink/ink191.xml"/><Relationship Id="rId101" Type="http://schemas.openxmlformats.org/officeDocument/2006/relationships/customXml" Target="../ink/ink192.xml"/><Relationship Id="rId122" Type="http://schemas.openxmlformats.org/officeDocument/2006/relationships/image" Target="../media/image203.png"/><Relationship Id="rId143" Type="http://schemas.openxmlformats.org/officeDocument/2006/relationships/customXml" Target="../ink/ink213.xml"/><Relationship Id="rId148" Type="http://schemas.openxmlformats.org/officeDocument/2006/relationships/image" Target="../media/image216.png"/><Relationship Id="rId164" Type="http://schemas.openxmlformats.org/officeDocument/2006/relationships/image" Target="../media/image224.png"/><Relationship Id="rId169" Type="http://schemas.openxmlformats.org/officeDocument/2006/relationships/customXml" Target="../ink/ink226.xml"/><Relationship Id="rId185" Type="http://schemas.openxmlformats.org/officeDocument/2006/relationships/customXml" Target="../ink/ink234.xml"/><Relationship Id="rId4" Type="http://schemas.openxmlformats.org/officeDocument/2006/relationships/image" Target="../media/image144.png"/><Relationship Id="rId9" Type="http://schemas.openxmlformats.org/officeDocument/2006/relationships/customXml" Target="../ink/ink146.xml"/><Relationship Id="rId180" Type="http://schemas.openxmlformats.org/officeDocument/2006/relationships/image" Target="../media/image232.png"/><Relationship Id="rId210" Type="http://schemas.openxmlformats.org/officeDocument/2006/relationships/image" Target="../media/image247.png"/><Relationship Id="rId215" Type="http://schemas.openxmlformats.org/officeDocument/2006/relationships/customXml" Target="../ink/ink249.xml"/><Relationship Id="rId26" Type="http://schemas.openxmlformats.org/officeDocument/2006/relationships/image" Target="../media/image155.png"/><Relationship Id="rId231" Type="http://schemas.openxmlformats.org/officeDocument/2006/relationships/customXml" Target="../ink/ink257.xml"/><Relationship Id="rId47" Type="http://schemas.openxmlformats.org/officeDocument/2006/relationships/customXml" Target="../ink/ink165.xml"/><Relationship Id="rId68" Type="http://schemas.openxmlformats.org/officeDocument/2006/relationships/image" Target="../media/image176.png"/><Relationship Id="rId89" Type="http://schemas.openxmlformats.org/officeDocument/2006/relationships/customXml" Target="../ink/ink186.xml"/><Relationship Id="rId112" Type="http://schemas.openxmlformats.org/officeDocument/2006/relationships/image" Target="../media/image198.png"/><Relationship Id="rId133" Type="http://schemas.openxmlformats.org/officeDocument/2006/relationships/customXml" Target="../ink/ink208.xml"/><Relationship Id="rId154" Type="http://schemas.openxmlformats.org/officeDocument/2006/relationships/image" Target="../media/image219.png"/><Relationship Id="rId175" Type="http://schemas.openxmlformats.org/officeDocument/2006/relationships/customXml" Target="../ink/ink229.xml"/><Relationship Id="rId196" Type="http://schemas.openxmlformats.org/officeDocument/2006/relationships/image" Target="../media/image240.png"/><Relationship Id="rId200" Type="http://schemas.openxmlformats.org/officeDocument/2006/relationships/image" Target="../media/image242.png"/><Relationship Id="rId16" Type="http://schemas.openxmlformats.org/officeDocument/2006/relationships/image" Target="../media/image150.png"/><Relationship Id="rId221" Type="http://schemas.openxmlformats.org/officeDocument/2006/relationships/customXml" Target="../ink/ink252.xml"/><Relationship Id="rId37" Type="http://schemas.openxmlformats.org/officeDocument/2006/relationships/customXml" Target="../ink/ink160.xml"/><Relationship Id="rId58" Type="http://schemas.openxmlformats.org/officeDocument/2006/relationships/image" Target="../media/image171.png"/><Relationship Id="rId79" Type="http://schemas.openxmlformats.org/officeDocument/2006/relationships/customXml" Target="../ink/ink181.xml"/><Relationship Id="rId102" Type="http://schemas.openxmlformats.org/officeDocument/2006/relationships/image" Target="../media/image193.png"/><Relationship Id="rId123" Type="http://schemas.openxmlformats.org/officeDocument/2006/relationships/customXml" Target="../ink/ink203.xml"/><Relationship Id="rId144" Type="http://schemas.openxmlformats.org/officeDocument/2006/relationships/image" Target="../media/image214.png"/><Relationship Id="rId90" Type="http://schemas.openxmlformats.org/officeDocument/2006/relationships/image" Target="../media/image187.png"/><Relationship Id="rId165" Type="http://schemas.openxmlformats.org/officeDocument/2006/relationships/customXml" Target="../ink/ink224.xml"/><Relationship Id="rId186" Type="http://schemas.openxmlformats.org/officeDocument/2006/relationships/image" Target="../media/image235.png"/><Relationship Id="rId211" Type="http://schemas.openxmlformats.org/officeDocument/2006/relationships/customXml" Target="../ink/ink247.xml"/><Relationship Id="rId232" Type="http://schemas.openxmlformats.org/officeDocument/2006/relationships/image" Target="../media/image258.png"/><Relationship Id="rId27" Type="http://schemas.openxmlformats.org/officeDocument/2006/relationships/customXml" Target="../ink/ink155.xml"/><Relationship Id="rId48" Type="http://schemas.openxmlformats.org/officeDocument/2006/relationships/image" Target="../media/image166.png"/><Relationship Id="rId69" Type="http://schemas.openxmlformats.org/officeDocument/2006/relationships/customXml" Target="../ink/ink176.xml"/><Relationship Id="rId113" Type="http://schemas.openxmlformats.org/officeDocument/2006/relationships/customXml" Target="../ink/ink198.xml"/><Relationship Id="rId134" Type="http://schemas.openxmlformats.org/officeDocument/2006/relationships/image" Target="../media/image209.png"/><Relationship Id="rId80" Type="http://schemas.openxmlformats.org/officeDocument/2006/relationships/image" Target="../media/image182.png"/><Relationship Id="rId155" Type="http://schemas.openxmlformats.org/officeDocument/2006/relationships/customXml" Target="../ink/ink219.xml"/><Relationship Id="rId176" Type="http://schemas.openxmlformats.org/officeDocument/2006/relationships/image" Target="../media/image230.png"/><Relationship Id="rId197" Type="http://schemas.openxmlformats.org/officeDocument/2006/relationships/customXml" Target="../ink/ink240.xml"/><Relationship Id="rId201" Type="http://schemas.openxmlformats.org/officeDocument/2006/relationships/customXml" Target="../ink/ink242.xml"/><Relationship Id="rId222" Type="http://schemas.openxmlformats.org/officeDocument/2006/relationships/image" Target="../media/image253.png"/><Relationship Id="rId17" Type="http://schemas.openxmlformats.org/officeDocument/2006/relationships/customXml" Target="../ink/ink150.xml"/><Relationship Id="rId38" Type="http://schemas.openxmlformats.org/officeDocument/2006/relationships/image" Target="../media/image161.png"/><Relationship Id="rId59" Type="http://schemas.openxmlformats.org/officeDocument/2006/relationships/customXml" Target="../ink/ink171.xml"/><Relationship Id="rId103" Type="http://schemas.openxmlformats.org/officeDocument/2006/relationships/customXml" Target="../ink/ink193.xml"/><Relationship Id="rId124" Type="http://schemas.openxmlformats.org/officeDocument/2006/relationships/image" Target="../media/image204.png"/><Relationship Id="rId70" Type="http://schemas.openxmlformats.org/officeDocument/2006/relationships/image" Target="../media/image177.png"/><Relationship Id="rId91" Type="http://schemas.openxmlformats.org/officeDocument/2006/relationships/customXml" Target="../ink/ink187.xml"/><Relationship Id="rId145" Type="http://schemas.openxmlformats.org/officeDocument/2006/relationships/customXml" Target="../ink/ink214.xml"/><Relationship Id="rId166" Type="http://schemas.openxmlformats.org/officeDocument/2006/relationships/image" Target="../media/image225.png"/><Relationship Id="rId187" Type="http://schemas.openxmlformats.org/officeDocument/2006/relationships/customXml" Target="../ink/ink235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248.png"/><Relationship Id="rId233" Type="http://schemas.openxmlformats.org/officeDocument/2006/relationships/customXml" Target="../ink/ink258.xml"/><Relationship Id="rId28" Type="http://schemas.openxmlformats.org/officeDocument/2006/relationships/image" Target="../media/image156.png"/><Relationship Id="rId49" Type="http://schemas.openxmlformats.org/officeDocument/2006/relationships/customXml" Target="../ink/ink166.xml"/><Relationship Id="rId114" Type="http://schemas.openxmlformats.org/officeDocument/2006/relationships/image" Target="../media/image199.png"/><Relationship Id="rId60" Type="http://schemas.openxmlformats.org/officeDocument/2006/relationships/image" Target="../media/image172.png"/><Relationship Id="rId81" Type="http://schemas.openxmlformats.org/officeDocument/2006/relationships/customXml" Target="../ink/ink182.xml"/><Relationship Id="rId135" Type="http://schemas.openxmlformats.org/officeDocument/2006/relationships/customXml" Target="../ink/ink209.xml"/><Relationship Id="rId156" Type="http://schemas.openxmlformats.org/officeDocument/2006/relationships/image" Target="../media/image220.png"/><Relationship Id="rId177" Type="http://schemas.openxmlformats.org/officeDocument/2006/relationships/customXml" Target="../ink/ink230.xml"/><Relationship Id="rId198" Type="http://schemas.openxmlformats.org/officeDocument/2006/relationships/image" Target="../media/image241.png"/><Relationship Id="rId202" Type="http://schemas.openxmlformats.org/officeDocument/2006/relationships/image" Target="../media/image243.png"/><Relationship Id="rId223" Type="http://schemas.openxmlformats.org/officeDocument/2006/relationships/customXml" Target="../ink/ink253.xml"/><Relationship Id="rId18" Type="http://schemas.openxmlformats.org/officeDocument/2006/relationships/image" Target="../media/image151.png"/><Relationship Id="rId39" Type="http://schemas.openxmlformats.org/officeDocument/2006/relationships/customXml" Target="../ink/ink161.xml"/><Relationship Id="rId50" Type="http://schemas.openxmlformats.org/officeDocument/2006/relationships/image" Target="../media/image167.png"/><Relationship Id="rId104" Type="http://schemas.openxmlformats.org/officeDocument/2006/relationships/image" Target="../media/image194.png"/><Relationship Id="rId125" Type="http://schemas.openxmlformats.org/officeDocument/2006/relationships/customXml" Target="../ink/ink204.xml"/><Relationship Id="rId146" Type="http://schemas.openxmlformats.org/officeDocument/2006/relationships/image" Target="../media/image215.png"/><Relationship Id="rId167" Type="http://schemas.openxmlformats.org/officeDocument/2006/relationships/customXml" Target="../ink/ink225.xml"/><Relationship Id="rId188" Type="http://schemas.openxmlformats.org/officeDocument/2006/relationships/image" Target="../media/image236.png"/><Relationship Id="rId71" Type="http://schemas.openxmlformats.org/officeDocument/2006/relationships/customXml" Target="../ink/ink177.xml"/><Relationship Id="rId92" Type="http://schemas.openxmlformats.org/officeDocument/2006/relationships/image" Target="../media/image188.png"/><Relationship Id="rId213" Type="http://schemas.openxmlformats.org/officeDocument/2006/relationships/customXml" Target="../ink/ink248.xml"/><Relationship Id="rId234" Type="http://schemas.openxmlformats.org/officeDocument/2006/relationships/image" Target="../media/image259.png"/><Relationship Id="rId2" Type="http://schemas.openxmlformats.org/officeDocument/2006/relationships/image" Target="../media/image143.png"/><Relationship Id="rId29" Type="http://schemas.openxmlformats.org/officeDocument/2006/relationships/customXml" Target="../ink/ink156.xml"/><Relationship Id="rId40" Type="http://schemas.openxmlformats.org/officeDocument/2006/relationships/image" Target="../media/image162.png"/><Relationship Id="rId115" Type="http://schemas.openxmlformats.org/officeDocument/2006/relationships/customXml" Target="../ink/ink199.xml"/><Relationship Id="rId136" Type="http://schemas.openxmlformats.org/officeDocument/2006/relationships/image" Target="../media/image210.png"/><Relationship Id="rId157" Type="http://schemas.openxmlformats.org/officeDocument/2006/relationships/customXml" Target="../ink/ink220.xml"/><Relationship Id="rId178" Type="http://schemas.openxmlformats.org/officeDocument/2006/relationships/image" Target="../media/image231.png"/><Relationship Id="rId61" Type="http://schemas.openxmlformats.org/officeDocument/2006/relationships/customXml" Target="../ink/ink172.xml"/><Relationship Id="rId82" Type="http://schemas.openxmlformats.org/officeDocument/2006/relationships/image" Target="../media/image183.png"/><Relationship Id="rId199" Type="http://schemas.openxmlformats.org/officeDocument/2006/relationships/customXml" Target="../ink/ink241.xml"/><Relationship Id="rId203" Type="http://schemas.openxmlformats.org/officeDocument/2006/relationships/customXml" Target="../ink/ink243.xml"/><Relationship Id="rId19" Type="http://schemas.openxmlformats.org/officeDocument/2006/relationships/customXml" Target="../ink/ink151.xml"/><Relationship Id="rId224" Type="http://schemas.openxmlformats.org/officeDocument/2006/relationships/image" Target="../media/image254.png"/><Relationship Id="rId30" Type="http://schemas.openxmlformats.org/officeDocument/2006/relationships/image" Target="../media/image157.png"/><Relationship Id="rId105" Type="http://schemas.openxmlformats.org/officeDocument/2006/relationships/customXml" Target="../ink/ink194.xml"/><Relationship Id="rId126" Type="http://schemas.openxmlformats.org/officeDocument/2006/relationships/image" Target="../media/image205.png"/><Relationship Id="rId147" Type="http://schemas.openxmlformats.org/officeDocument/2006/relationships/customXml" Target="../ink/ink215.xml"/><Relationship Id="rId168" Type="http://schemas.openxmlformats.org/officeDocument/2006/relationships/image" Target="../media/image226.png"/><Relationship Id="rId51" Type="http://schemas.openxmlformats.org/officeDocument/2006/relationships/customXml" Target="../ink/ink167.xml"/><Relationship Id="rId72" Type="http://schemas.openxmlformats.org/officeDocument/2006/relationships/image" Target="../media/image178.png"/><Relationship Id="rId93" Type="http://schemas.openxmlformats.org/officeDocument/2006/relationships/customXml" Target="../ink/ink188.xml"/><Relationship Id="rId189" Type="http://schemas.openxmlformats.org/officeDocument/2006/relationships/customXml" Target="../ink/ink236.xml"/><Relationship Id="rId3" Type="http://schemas.openxmlformats.org/officeDocument/2006/relationships/customXml" Target="../ink/ink143.xml"/><Relationship Id="rId214" Type="http://schemas.openxmlformats.org/officeDocument/2006/relationships/image" Target="../media/image249.png"/><Relationship Id="rId116" Type="http://schemas.openxmlformats.org/officeDocument/2006/relationships/image" Target="../media/image200.png"/><Relationship Id="rId137" Type="http://schemas.openxmlformats.org/officeDocument/2006/relationships/customXml" Target="../ink/ink210.xml"/><Relationship Id="rId158" Type="http://schemas.openxmlformats.org/officeDocument/2006/relationships/image" Target="../media/image221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16.xml"/><Relationship Id="rId299" Type="http://schemas.openxmlformats.org/officeDocument/2006/relationships/image" Target="../media/image405.png"/><Relationship Id="rId21" Type="http://schemas.openxmlformats.org/officeDocument/2006/relationships/customXml" Target="../ink/ink268.xml"/><Relationship Id="rId63" Type="http://schemas.openxmlformats.org/officeDocument/2006/relationships/customXml" Target="../ink/ink289.xml"/><Relationship Id="rId159" Type="http://schemas.openxmlformats.org/officeDocument/2006/relationships/customXml" Target="../ink/ink337.xml"/><Relationship Id="rId324" Type="http://schemas.openxmlformats.org/officeDocument/2006/relationships/customXml" Target="../ink/ink422.xml"/><Relationship Id="rId366" Type="http://schemas.openxmlformats.org/officeDocument/2006/relationships/customXml" Target="../ink/ink443.xml"/><Relationship Id="rId170" Type="http://schemas.openxmlformats.org/officeDocument/2006/relationships/customXml" Target="../ink/ink343.xml"/><Relationship Id="rId226" Type="http://schemas.openxmlformats.org/officeDocument/2006/relationships/image" Target="../media/image370.png"/><Relationship Id="rId268" Type="http://schemas.openxmlformats.org/officeDocument/2006/relationships/image" Target="../media/image390.png"/><Relationship Id="rId32" Type="http://schemas.openxmlformats.org/officeDocument/2006/relationships/image" Target="../media/image275.png"/><Relationship Id="rId74" Type="http://schemas.openxmlformats.org/officeDocument/2006/relationships/image" Target="../media/image296.png"/><Relationship Id="rId128" Type="http://schemas.openxmlformats.org/officeDocument/2006/relationships/image" Target="../media/image323.png"/><Relationship Id="rId335" Type="http://schemas.openxmlformats.org/officeDocument/2006/relationships/image" Target="../media/image423.png"/><Relationship Id="rId377" Type="http://schemas.openxmlformats.org/officeDocument/2006/relationships/image" Target="../media/image444.png"/><Relationship Id="rId5" Type="http://schemas.openxmlformats.org/officeDocument/2006/relationships/customXml" Target="../ink/ink260.xml"/><Relationship Id="rId181" Type="http://schemas.openxmlformats.org/officeDocument/2006/relationships/customXml" Target="../ink/ink349.xml"/><Relationship Id="rId237" Type="http://schemas.openxmlformats.org/officeDocument/2006/relationships/image" Target="../media/image375.png"/><Relationship Id="rId402" Type="http://schemas.openxmlformats.org/officeDocument/2006/relationships/customXml" Target="../ink/ink461.xml"/><Relationship Id="rId279" Type="http://schemas.openxmlformats.org/officeDocument/2006/relationships/customXml" Target="../ink/ink399.xml"/><Relationship Id="rId43" Type="http://schemas.openxmlformats.org/officeDocument/2006/relationships/customXml" Target="../ink/ink279.xml"/><Relationship Id="rId139" Type="http://schemas.openxmlformats.org/officeDocument/2006/relationships/customXml" Target="../ink/ink327.xml"/><Relationship Id="rId290" Type="http://schemas.openxmlformats.org/officeDocument/2006/relationships/customXml" Target="../ink/ink405.xml"/><Relationship Id="rId304" Type="http://schemas.openxmlformats.org/officeDocument/2006/relationships/customXml" Target="../ink/ink412.xml"/><Relationship Id="rId346" Type="http://schemas.openxmlformats.org/officeDocument/2006/relationships/customXml" Target="../ink/ink433.xml"/><Relationship Id="rId388" Type="http://schemas.openxmlformats.org/officeDocument/2006/relationships/customXml" Target="../ink/ink454.xml"/><Relationship Id="rId85" Type="http://schemas.openxmlformats.org/officeDocument/2006/relationships/customXml" Target="../ink/ink300.xml"/><Relationship Id="rId150" Type="http://schemas.openxmlformats.org/officeDocument/2006/relationships/image" Target="../media/image333.png"/><Relationship Id="rId192" Type="http://schemas.openxmlformats.org/officeDocument/2006/relationships/image" Target="../media/image353.png"/><Relationship Id="rId206" Type="http://schemas.openxmlformats.org/officeDocument/2006/relationships/image" Target="../media/image360.png"/><Relationship Id="rId413" Type="http://schemas.openxmlformats.org/officeDocument/2006/relationships/image" Target="../media/image462.png"/><Relationship Id="rId248" Type="http://schemas.openxmlformats.org/officeDocument/2006/relationships/customXml" Target="../ink/ink383.xml"/><Relationship Id="rId12" Type="http://schemas.openxmlformats.org/officeDocument/2006/relationships/image" Target="../media/image265.png"/><Relationship Id="rId108" Type="http://schemas.openxmlformats.org/officeDocument/2006/relationships/image" Target="../media/image313.png"/><Relationship Id="rId315" Type="http://schemas.openxmlformats.org/officeDocument/2006/relationships/image" Target="../media/image413.png"/><Relationship Id="rId357" Type="http://schemas.openxmlformats.org/officeDocument/2006/relationships/image" Target="../media/image434.png"/><Relationship Id="rId54" Type="http://schemas.openxmlformats.org/officeDocument/2006/relationships/image" Target="../media/image286.png"/><Relationship Id="rId96" Type="http://schemas.openxmlformats.org/officeDocument/2006/relationships/image" Target="../media/image307.png"/><Relationship Id="rId161" Type="http://schemas.openxmlformats.org/officeDocument/2006/relationships/customXml" Target="../ink/ink338.xml"/><Relationship Id="rId217" Type="http://schemas.openxmlformats.org/officeDocument/2006/relationships/customXml" Target="../ink/ink367.xml"/><Relationship Id="rId399" Type="http://schemas.openxmlformats.org/officeDocument/2006/relationships/image" Target="../media/image455.png"/><Relationship Id="rId259" Type="http://schemas.openxmlformats.org/officeDocument/2006/relationships/image" Target="../media/image386.png"/><Relationship Id="rId23" Type="http://schemas.openxmlformats.org/officeDocument/2006/relationships/customXml" Target="../ink/ink269.xml"/><Relationship Id="rId119" Type="http://schemas.openxmlformats.org/officeDocument/2006/relationships/customXml" Target="../ink/ink317.xml"/><Relationship Id="rId270" Type="http://schemas.openxmlformats.org/officeDocument/2006/relationships/image" Target="../media/image391.png"/><Relationship Id="rId326" Type="http://schemas.openxmlformats.org/officeDocument/2006/relationships/customXml" Target="../ink/ink423.xml"/><Relationship Id="rId65" Type="http://schemas.openxmlformats.org/officeDocument/2006/relationships/customXml" Target="../ink/ink290.xml"/><Relationship Id="rId130" Type="http://schemas.openxmlformats.org/officeDocument/2006/relationships/image" Target="../media/image324.png"/><Relationship Id="rId368" Type="http://schemas.openxmlformats.org/officeDocument/2006/relationships/customXml" Target="../ink/ink444.xml"/><Relationship Id="rId172" Type="http://schemas.openxmlformats.org/officeDocument/2006/relationships/image" Target="../media/image343.png"/><Relationship Id="rId228" Type="http://schemas.openxmlformats.org/officeDocument/2006/relationships/image" Target="../media/image371.png"/><Relationship Id="rId281" Type="http://schemas.openxmlformats.org/officeDocument/2006/relationships/customXml" Target="../ink/ink400.xml"/><Relationship Id="rId337" Type="http://schemas.openxmlformats.org/officeDocument/2006/relationships/image" Target="../media/image424.png"/><Relationship Id="rId34" Type="http://schemas.openxmlformats.org/officeDocument/2006/relationships/image" Target="../media/image276.png"/><Relationship Id="rId76" Type="http://schemas.openxmlformats.org/officeDocument/2006/relationships/image" Target="../media/image297.png"/><Relationship Id="rId141" Type="http://schemas.openxmlformats.org/officeDocument/2006/relationships/customXml" Target="../ink/ink328.xml"/><Relationship Id="rId379" Type="http://schemas.openxmlformats.org/officeDocument/2006/relationships/image" Target="../media/image445.png"/><Relationship Id="rId7" Type="http://schemas.openxmlformats.org/officeDocument/2006/relationships/customXml" Target="../ink/ink261.xml"/><Relationship Id="rId183" Type="http://schemas.openxmlformats.org/officeDocument/2006/relationships/customXml" Target="../ink/ink350.xml"/><Relationship Id="rId239" Type="http://schemas.openxmlformats.org/officeDocument/2006/relationships/image" Target="../media/image376.png"/><Relationship Id="rId390" Type="http://schemas.openxmlformats.org/officeDocument/2006/relationships/customXml" Target="../ink/ink455.xml"/><Relationship Id="rId404" Type="http://schemas.openxmlformats.org/officeDocument/2006/relationships/customXml" Target="../ink/ink462.xml"/><Relationship Id="rId250" Type="http://schemas.openxmlformats.org/officeDocument/2006/relationships/customXml" Target="../ink/ink384.xml"/><Relationship Id="rId292" Type="http://schemas.openxmlformats.org/officeDocument/2006/relationships/customXml" Target="../ink/ink406.xml"/><Relationship Id="rId306" Type="http://schemas.openxmlformats.org/officeDocument/2006/relationships/customXml" Target="../ink/ink413.xml"/><Relationship Id="rId45" Type="http://schemas.openxmlformats.org/officeDocument/2006/relationships/customXml" Target="../ink/ink280.xml"/><Relationship Id="rId87" Type="http://schemas.openxmlformats.org/officeDocument/2006/relationships/customXml" Target="../ink/ink301.xml"/><Relationship Id="rId110" Type="http://schemas.openxmlformats.org/officeDocument/2006/relationships/image" Target="../media/image314.png"/><Relationship Id="rId348" Type="http://schemas.openxmlformats.org/officeDocument/2006/relationships/customXml" Target="../ink/ink434.xml"/><Relationship Id="rId152" Type="http://schemas.openxmlformats.org/officeDocument/2006/relationships/image" Target="../media/image334.png"/><Relationship Id="rId194" Type="http://schemas.openxmlformats.org/officeDocument/2006/relationships/image" Target="../media/image354.png"/><Relationship Id="rId208" Type="http://schemas.openxmlformats.org/officeDocument/2006/relationships/image" Target="../media/image361.png"/><Relationship Id="rId415" Type="http://schemas.openxmlformats.org/officeDocument/2006/relationships/image" Target="../media/image463.png"/><Relationship Id="rId261" Type="http://schemas.openxmlformats.org/officeDocument/2006/relationships/customXml" Target="../ink/ink390.xml"/><Relationship Id="rId14" Type="http://schemas.openxmlformats.org/officeDocument/2006/relationships/image" Target="../media/image266.png"/><Relationship Id="rId56" Type="http://schemas.openxmlformats.org/officeDocument/2006/relationships/image" Target="../media/image287.png"/><Relationship Id="rId317" Type="http://schemas.openxmlformats.org/officeDocument/2006/relationships/image" Target="../media/image414.png"/><Relationship Id="rId359" Type="http://schemas.openxmlformats.org/officeDocument/2006/relationships/image" Target="../media/image435.png"/><Relationship Id="rId98" Type="http://schemas.openxmlformats.org/officeDocument/2006/relationships/image" Target="../media/image308.png"/><Relationship Id="rId121" Type="http://schemas.openxmlformats.org/officeDocument/2006/relationships/customXml" Target="../ink/ink318.xml"/><Relationship Id="rId163" Type="http://schemas.openxmlformats.org/officeDocument/2006/relationships/customXml" Target="../ink/ink339.xml"/><Relationship Id="rId219" Type="http://schemas.openxmlformats.org/officeDocument/2006/relationships/customXml" Target="../ink/ink368.xml"/><Relationship Id="rId370" Type="http://schemas.openxmlformats.org/officeDocument/2006/relationships/customXml" Target="../ink/ink445.xml"/><Relationship Id="rId230" Type="http://schemas.openxmlformats.org/officeDocument/2006/relationships/image" Target="../media/image372.png"/><Relationship Id="rId25" Type="http://schemas.openxmlformats.org/officeDocument/2006/relationships/customXml" Target="../ink/ink270.xml"/><Relationship Id="rId67" Type="http://schemas.openxmlformats.org/officeDocument/2006/relationships/customXml" Target="../ink/ink291.xml"/><Relationship Id="rId272" Type="http://schemas.openxmlformats.org/officeDocument/2006/relationships/image" Target="../media/image392.png"/><Relationship Id="rId328" Type="http://schemas.openxmlformats.org/officeDocument/2006/relationships/customXml" Target="../ink/ink424.xml"/><Relationship Id="rId132" Type="http://schemas.openxmlformats.org/officeDocument/2006/relationships/image" Target="../media/image325.png"/><Relationship Id="rId174" Type="http://schemas.openxmlformats.org/officeDocument/2006/relationships/image" Target="../media/image344.png"/><Relationship Id="rId381" Type="http://schemas.openxmlformats.org/officeDocument/2006/relationships/image" Target="../media/image446.png"/><Relationship Id="rId241" Type="http://schemas.openxmlformats.org/officeDocument/2006/relationships/image" Target="../media/image377.png"/><Relationship Id="rId36" Type="http://schemas.openxmlformats.org/officeDocument/2006/relationships/image" Target="../media/image277.png"/><Relationship Id="rId283" Type="http://schemas.openxmlformats.org/officeDocument/2006/relationships/customXml" Target="../ink/ink401.xml"/><Relationship Id="rId339" Type="http://schemas.openxmlformats.org/officeDocument/2006/relationships/image" Target="../media/image425.png"/><Relationship Id="rId78" Type="http://schemas.openxmlformats.org/officeDocument/2006/relationships/image" Target="../media/image298.png"/><Relationship Id="rId101" Type="http://schemas.openxmlformats.org/officeDocument/2006/relationships/customXml" Target="../ink/ink308.xml"/><Relationship Id="rId143" Type="http://schemas.openxmlformats.org/officeDocument/2006/relationships/customXml" Target="../ink/ink329.xml"/><Relationship Id="rId185" Type="http://schemas.openxmlformats.org/officeDocument/2006/relationships/customXml" Target="../ink/ink351.xml"/><Relationship Id="rId350" Type="http://schemas.openxmlformats.org/officeDocument/2006/relationships/customXml" Target="../ink/ink435.xml"/><Relationship Id="rId406" Type="http://schemas.openxmlformats.org/officeDocument/2006/relationships/customXml" Target="../ink/ink463.xml"/><Relationship Id="rId9" Type="http://schemas.openxmlformats.org/officeDocument/2006/relationships/customXml" Target="../ink/ink262.xml"/><Relationship Id="rId210" Type="http://schemas.openxmlformats.org/officeDocument/2006/relationships/image" Target="../media/image362.png"/><Relationship Id="rId392" Type="http://schemas.openxmlformats.org/officeDocument/2006/relationships/customXml" Target="../ink/ink456.xml"/><Relationship Id="rId252" Type="http://schemas.openxmlformats.org/officeDocument/2006/relationships/customXml" Target="../ink/ink385.xml"/><Relationship Id="rId294" Type="http://schemas.openxmlformats.org/officeDocument/2006/relationships/customXml" Target="../ink/ink407.xml"/><Relationship Id="rId308" Type="http://schemas.openxmlformats.org/officeDocument/2006/relationships/customXml" Target="../ink/ink414.xml"/><Relationship Id="rId47" Type="http://schemas.openxmlformats.org/officeDocument/2006/relationships/customXml" Target="../ink/ink281.xml"/><Relationship Id="rId89" Type="http://schemas.openxmlformats.org/officeDocument/2006/relationships/customXml" Target="../ink/ink302.xml"/><Relationship Id="rId112" Type="http://schemas.openxmlformats.org/officeDocument/2006/relationships/image" Target="../media/image315.png"/><Relationship Id="rId154" Type="http://schemas.openxmlformats.org/officeDocument/2006/relationships/image" Target="../media/image335.png"/><Relationship Id="rId361" Type="http://schemas.openxmlformats.org/officeDocument/2006/relationships/image" Target="../media/image436.png"/><Relationship Id="rId196" Type="http://schemas.openxmlformats.org/officeDocument/2006/relationships/image" Target="../media/image355.png"/><Relationship Id="rId417" Type="http://schemas.openxmlformats.org/officeDocument/2006/relationships/image" Target="../media/image464.png"/><Relationship Id="rId16" Type="http://schemas.openxmlformats.org/officeDocument/2006/relationships/image" Target="../media/image267.png"/><Relationship Id="rId221" Type="http://schemas.openxmlformats.org/officeDocument/2006/relationships/customXml" Target="../ink/ink369.xml"/><Relationship Id="rId263" Type="http://schemas.openxmlformats.org/officeDocument/2006/relationships/customXml" Target="../ink/ink391.xml"/><Relationship Id="rId319" Type="http://schemas.openxmlformats.org/officeDocument/2006/relationships/image" Target="../media/image415.png"/><Relationship Id="rId58" Type="http://schemas.openxmlformats.org/officeDocument/2006/relationships/image" Target="../media/image288.png"/><Relationship Id="rId123" Type="http://schemas.openxmlformats.org/officeDocument/2006/relationships/customXml" Target="../ink/ink319.xml"/><Relationship Id="rId330" Type="http://schemas.openxmlformats.org/officeDocument/2006/relationships/customXml" Target="../ink/ink425.xml"/><Relationship Id="rId165" Type="http://schemas.openxmlformats.org/officeDocument/2006/relationships/customXml" Target="../ink/ink340.xml"/><Relationship Id="rId372" Type="http://schemas.openxmlformats.org/officeDocument/2006/relationships/customXml" Target="../ink/ink446.xml"/><Relationship Id="rId232" Type="http://schemas.openxmlformats.org/officeDocument/2006/relationships/image" Target="../media/image373.png"/><Relationship Id="rId274" Type="http://schemas.openxmlformats.org/officeDocument/2006/relationships/image" Target="../media/image393.png"/><Relationship Id="rId27" Type="http://schemas.openxmlformats.org/officeDocument/2006/relationships/customXml" Target="../ink/ink271.xml"/><Relationship Id="rId69" Type="http://schemas.openxmlformats.org/officeDocument/2006/relationships/customXml" Target="../ink/ink292.xml"/><Relationship Id="rId134" Type="http://schemas.openxmlformats.org/officeDocument/2006/relationships/image" Target="../media/image118.png"/><Relationship Id="rId80" Type="http://schemas.openxmlformats.org/officeDocument/2006/relationships/image" Target="../media/image299.png"/><Relationship Id="rId176" Type="http://schemas.openxmlformats.org/officeDocument/2006/relationships/image" Target="../media/image345.png"/><Relationship Id="rId341" Type="http://schemas.openxmlformats.org/officeDocument/2006/relationships/image" Target="../media/image426.png"/><Relationship Id="rId383" Type="http://schemas.openxmlformats.org/officeDocument/2006/relationships/image" Target="../media/image447.png"/><Relationship Id="rId201" Type="http://schemas.openxmlformats.org/officeDocument/2006/relationships/customXml" Target="../ink/ink359.xml"/><Relationship Id="rId222" Type="http://schemas.openxmlformats.org/officeDocument/2006/relationships/image" Target="../media/image368.png"/><Relationship Id="rId243" Type="http://schemas.openxmlformats.org/officeDocument/2006/relationships/image" Target="../media/image378.png"/><Relationship Id="rId264" Type="http://schemas.openxmlformats.org/officeDocument/2006/relationships/image" Target="../media/image388.png"/><Relationship Id="rId285" Type="http://schemas.openxmlformats.org/officeDocument/2006/relationships/customXml" Target="../ink/ink402.xml"/><Relationship Id="rId17" Type="http://schemas.openxmlformats.org/officeDocument/2006/relationships/customXml" Target="../ink/ink266.xml"/><Relationship Id="rId38" Type="http://schemas.openxmlformats.org/officeDocument/2006/relationships/image" Target="../media/image278.png"/><Relationship Id="rId59" Type="http://schemas.openxmlformats.org/officeDocument/2006/relationships/customXml" Target="../ink/ink287.xml"/><Relationship Id="rId103" Type="http://schemas.openxmlformats.org/officeDocument/2006/relationships/customXml" Target="../ink/ink309.xml"/><Relationship Id="rId124" Type="http://schemas.openxmlformats.org/officeDocument/2006/relationships/image" Target="../media/image321.png"/><Relationship Id="rId310" Type="http://schemas.openxmlformats.org/officeDocument/2006/relationships/customXml" Target="../ink/ink415.xml"/><Relationship Id="rId70" Type="http://schemas.openxmlformats.org/officeDocument/2006/relationships/image" Target="../media/image294.png"/><Relationship Id="rId91" Type="http://schemas.openxmlformats.org/officeDocument/2006/relationships/customXml" Target="../ink/ink303.xml"/><Relationship Id="rId145" Type="http://schemas.openxmlformats.org/officeDocument/2006/relationships/customXml" Target="../ink/ink330.xml"/><Relationship Id="rId166" Type="http://schemas.openxmlformats.org/officeDocument/2006/relationships/customXml" Target="../ink/ink341.xml"/><Relationship Id="rId187" Type="http://schemas.openxmlformats.org/officeDocument/2006/relationships/customXml" Target="../ink/ink352.xml"/><Relationship Id="rId331" Type="http://schemas.openxmlformats.org/officeDocument/2006/relationships/image" Target="../media/image421.png"/><Relationship Id="rId352" Type="http://schemas.openxmlformats.org/officeDocument/2006/relationships/customXml" Target="../ink/ink436.xml"/><Relationship Id="rId373" Type="http://schemas.openxmlformats.org/officeDocument/2006/relationships/image" Target="../media/image442.png"/><Relationship Id="rId394" Type="http://schemas.openxmlformats.org/officeDocument/2006/relationships/customXml" Target="../ink/ink457.xml"/><Relationship Id="rId408" Type="http://schemas.openxmlformats.org/officeDocument/2006/relationships/customXml" Target="../ink/ink464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363.png"/><Relationship Id="rId233" Type="http://schemas.openxmlformats.org/officeDocument/2006/relationships/customXml" Target="../ink/ink375.xml"/><Relationship Id="rId254" Type="http://schemas.openxmlformats.org/officeDocument/2006/relationships/customXml" Target="../ink/ink386.xml"/><Relationship Id="rId28" Type="http://schemas.openxmlformats.org/officeDocument/2006/relationships/image" Target="../media/image273.png"/><Relationship Id="rId49" Type="http://schemas.openxmlformats.org/officeDocument/2006/relationships/customXml" Target="../ink/ink282.xml"/><Relationship Id="rId114" Type="http://schemas.openxmlformats.org/officeDocument/2006/relationships/image" Target="../media/image316.png"/><Relationship Id="rId275" Type="http://schemas.openxmlformats.org/officeDocument/2006/relationships/customXml" Target="../ink/ink397.xml"/><Relationship Id="rId296" Type="http://schemas.openxmlformats.org/officeDocument/2006/relationships/customXml" Target="../ink/ink408.xml"/><Relationship Id="rId300" Type="http://schemas.openxmlformats.org/officeDocument/2006/relationships/customXml" Target="../ink/ink410.xml"/><Relationship Id="rId60" Type="http://schemas.openxmlformats.org/officeDocument/2006/relationships/image" Target="../media/image289.png"/><Relationship Id="rId81" Type="http://schemas.openxmlformats.org/officeDocument/2006/relationships/customXml" Target="../ink/ink298.xml"/><Relationship Id="rId135" Type="http://schemas.openxmlformats.org/officeDocument/2006/relationships/customXml" Target="../ink/ink325.xml"/><Relationship Id="rId156" Type="http://schemas.openxmlformats.org/officeDocument/2006/relationships/image" Target="../media/image336.png"/><Relationship Id="rId177" Type="http://schemas.openxmlformats.org/officeDocument/2006/relationships/customXml" Target="../ink/ink347.xml"/><Relationship Id="rId198" Type="http://schemas.openxmlformats.org/officeDocument/2006/relationships/image" Target="../media/image356.png"/><Relationship Id="rId321" Type="http://schemas.openxmlformats.org/officeDocument/2006/relationships/image" Target="../media/image416.png"/><Relationship Id="rId342" Type="http://schemas.openxmlformats.org/officeDocument/2006/relationships/customXml" Target="../ink/ink431.xml"/><Relationship Id="rId363" Type="http://schemas.openxmlformats.org/officeDocument/2006/relationships/image" Target="../media/image437.png"/><Relationship Id="rId384" Type="http://schemas.openxmlformats.org/officeDocument/2006/relationships/customXml" Target="../ink/ink452.xml"/><Relationship Id="rId202" Type="http://schemas.openxmlformats.org/officeDocument/2006/relationships/image" Target="../media/image358.png"/><Relationship Id="rId223" Type="http://schemas.openxmlformats.org/officeDocument/2006/relationships/customXml" Target="../ink/ink370.xml"/><Relationship Id="rId244" Type="http://schemas.openxmlformats.org/officeDocument/2006/relationships/customXml" Target="../ink/ink381.xml"/><Relationship Id="rId18" Type="http://schemas.openxmlformats.org/officeDocument/2006/relationships/image" Target="../media/image268.png"/><Relationship Id="rId39" Type="http://schemas.openxmlformats.org/officeDocument/2006/relationships/customXml" Target="../ink/ink277.xml"/><Relationship Id="rId265" Type="http://schemas.openxmlformats.org/officeDocument/2006/relationships/customXml" Target="../ink/ink392.xml"/><Relationship Id="rId286" Type="http://schemas.openxmlformats.org/officeDocument/2006/relationships/image" Target="../media/image399.png"/><Relationship Id="rId50" Type="http://schemas.openxmlformats.org/officeDocument/2006/relationships/image" Target="../media/image284.png"/><Relationship Id="rId104" Type="http://schemas.openxmlformats.org/officeDocument/2006/relationships/image" Target="../media/image311.png"/><Relationship Id="rId125" Type="http://schemas.openxmlformats.org/officeDocument/2006/relationships/customXml" Target="../ink/ink320.xml"/><Relationship Id="rId146" Type="http://schemas.openxmlformats.org/officeDocument/2006/relationships/image" Target="../media/image331.png"/><Relationship Id="rId167" Type="http://schemas.openxmlformats.org/officeDocument/2006/relationships/image" Target="../media/image341.png"/><Relationship Id="rId188" Type="http://schemas.openxmlformats.org/officeDocument/2006/relationships/image" Target="../media/image351.png"/><Relationship Id="rId311" Type="http://schemas.openxmlformats.org/officeDocument/2006/relationships/image" Target="../media/image411.png"/><Relationship Id="rId332" Type="http://schemas.openxmlformats.org/officeDocument/2006/relationships/customXml" Target="../ink/ink426.xml"/><Relationship Id="rId353" Type="http://schemas.openxmlformats.org/officeDocument/2006/relationships/image" Target="../media/image432.png"/><Relationship Id="rId374" Type="http://schemas.openxmlformats.org/officeDocument/2006/relationships/customXml" Target="../ink/ink447.xml"/><Relationship Id="rId395" Type="http://schemas.openxmlformats.org/officeDocument/2006/relationships/image" Target="../media/image453.png"/><Relationship Id="rId409" Type="http://schemas.openxmlformats.org/officeDocument/2006/relationships/image" Target="../media/image460.png"/><Relationship Id="rId71" Type="http://schemas.openxmlformats.org/officeDocument/2006/relationships/customXml" Target="../ink/ink293.xml"/><Relationship Id="rId92" Type="http://schemas.openxmlformats.org/officeDocument/2006/relationships/image" Target="../media/image305.png"/><Relationship Id="rId213" Type="http://schemas.openxmlformats.org/officeDocument/2006/relationships/customXml" Target="../ink/ink365.xml"/><Relationship Id="rId234" Type="http://schemas.openxmlformats.org/officeDocument/2006/relationships/image" Target="../media/image374.png"/><Relationship Id="rId2" Type="http://schemas.openxmlformats.org/officeDocument/2006/relationships/image" Target="../media/image260.png"/><Relationship Id="rId29" Type="http://schemas.openxmlformats.org/officeDocument/2006/relationships/customXml" Target="../ink/ink272.xml"/><Relationship Id="rId255" Type="http://schemas.openxmlformats.org/officeDocument/2006/relationships/image" Target="../media/image384.png"/><Relationship Id="rId276" Type="http://schemas.openxmlformats.org/officeDocument/2006/relationships/image" Target="../media/image394.png"/><Relationship Id="rId297" Type="http://schemas.openxmlformats.org/officeDocument/2006/relationships/image" Target="../media/image404.png"/><Relationship Id="rId40" Type="http://schemas.openxmlformats.org/officeDocument/2006/relationships/image" Target="../media/image279.png"/><Relationship Id="rId115" Type="http://schemas.openxmlformats.org/officeDocument/2006/relationships/customXml" Target="../ink/ink315.xml"/><Relationship Id="rId136" Type="http://schemas.openxmlformats.org/officeDocument/2006/relationships/image" Target="../media/image326.png"/><Relationship Id="rId157" Type="http://schemas.openxmlformats.org/officeDocument/2006/relationships/customXml" Target="../ink/ink336.xml"/><Relationship Id="rId178" Type="http://schemas.openxmlformats.org/officeDocument/2006/relationships/image" Target="../media/image346.png"/><Relationship Id="rId301" Type="http://schemas.openxmlformats.org/officeDocument/2006/relationships/image" Target="../media/image406.png"/><Relationship Id="rId322" Type="http://schemas.openxmlformats.org/officeDocument/2006/relationships/customXml" Target="../ink/ink421.xml"/><Relationship Id="rId343" Type="http://schemas.openxmlformats.org/officeDocument/2006/relationships/image" Target="../media/image427.png"/><Relationship Id="rId364" Type="http://schemas.openxmlformats.org/officeDocument/2006/relationships/customXml" Target="../ink/ink442.xml"/><Relationship Id="rId61" Type="http://schemas.openxmlformats.org/officeDocument/2006/relationships/customXml" Target="../ink/ink288.xml"/><Relationship Id="rId82" Type="http://schemas.openxmlformats.org/officeDocument/2006/relationships/image" Target="../media/image300.png"/><Relationship Id="rId199" Type="http://schemas.openxmlformats.org/officeDocument/2006/relationships/customXml" Target="../ink/ink358.xml"/><Relationship Id="rId203" Type="http://schemas.openxmlformats.org/officeDocument/2006/relationships/customXml" Target="../ink/ink360.xml"/><Relationship Id="rId385" Type="http://schemas.openxmlformats.org/officeDocument/2006/relationships/image" Target="../media/image448.png"/><Relationship Id="rId19" Type="http://schemas.openxmlformats.org/officeDocument/2006/relationships/customXml" Target="../ink/ink267.xml"/><Relationship Id="rId224" Type="http://schemas.openxmlformats.org/officeDocument/2006/relationships/image" Target="../media/image369.png"/><Relationship Id="rId245" Type="http://schemas.openxmlformats.org/officeDocument/2006/relationships/image" Target="../media/image379.png"/><Relationship Id="rId266" Type="http://schemas.openxmlformats.org/officeDocument/2006/relationships/image" Target="../media/image389.png"/><Relationship Id="rId287" Type="http://schemas.openxmlformats.org/officeDocument/2006/relationships/customXml" Target="../ink/ink403.xml"/><Relationship Id="rId410" Type="http://schemas.openxmlformats.org/officeDocument/2006/relationships/customXml" Target="../ink/ink465.xml"/><Relationship Id="rId30" Type="http://schemas.openxmlformats.org/officeDocument/2006/relationships/image" Target="../media/image274.png"/><Relationship Id="rId105" Type="http://schemas.openxmlformats.org/officeDocument/2006/relationships/customXml" Target="../ink/ink310.xml"/><Relationship Id="rId126" Type="http://schemas.openxmlformats.org/officeDocument/2006/relationships/image" Target="../media/image322.png"/><Relationship Id="rId147" Type="http://schemas.openxmlformats.org/officeDocument/2006/relationships/customXml" Target="../ink/ink331.xml"/><Relationship Id="rId168" Type="http://schemas.openxmlformats.org/officeDocument/2006/relationships/customXml" Target="../ink/ink342.xml"/><Relationship Id="rId312" Type="http://schemas.openxmlformats.org/officeDocument/2006/relationships/customXml" Target="../ink/ink416.xml"/><Relationship Id="rId333" Type="http://schemas.openxmlformats.org/officeDocument/2006/relationships/image" Target="../media/image422.png"/><Relationship Id="rId354" Type="http://schemas.openxmlformats.org/officeDocument/2006/relationships/customXml" Target="../ink/ink437.xml"/><Relationship Id="rId51" Type="http://schemas.openxmlformats.org/officeDocument/2006/relationships/customXml" Target="../ink/ink283.xml"/><Relationship Id="rId72" Type="http://schemas.openxmlformats.org/officeDocument/2006/relationships/image" Target="../media/image295.png"/><Relationship Id="rId93" Type="http://schemas.openxmlformats.org/officeDocument/2006/relationships/customXml" Target="../ink/ink304.xml"/><Relationship Id="rId189" Type="http://schemas.openxmlformats.org/officeDocument/2006/relationships/customXml" Target="../ink/ink353.xml"/><Relationship Id="rId375" Type="http://schemas.openxmlformats.org/officeDocument/2006/relationships/image" Target="../media/image443.png"/><Relationship Id="rId396" Type="http://schemas.openxmlformats.org/officeDocument/2006/relationships/customXml" Target="../ink/ink458.xml"/><Relationship Id="rId3" Type="http://schemas.openxmlformats.org/officeDocument/2006/relationships/customXml" Target="../ink/ink259.xml"/><Relationship Id="rId214" Type="http://schemas.openxmlformats.org/officeDocument/2006/relationships/image" Target="../media/image364.png"/><Relationship Id="rId235" Type="http://schemas.openxmlformats.org/officeDocument/2006/relationships/customXml" Target="../ink/ink376.xml"/><Relationship Id="rId256" Type="http://schemas.openxmlformats.org/officeDocument/2006/relationships/customXml" Target="../ink/ink387.xml"/><Relationship Id="rId277" Type="http://schemas.openxmlformats.org/officeDocument/2006/relationships/customXml" Target="../ink/ink398.xml"/><Relationship Id="rId298" Type="http://schemas.openxmlformats.org/officeDocument/2006/relationships/customXml" Target="../ink/ink409.xml"/><Relationship Id="rId400" Type="http://schemas.openxmlformats.org/officeDocument/2006/relationships/customXml" Target="../ink/ink460.xml"/><Relationship Id="rId116" Type="http://schemas.openxmlformats.org/officeDocument/2006/relationships/image" Target="../media/image317.png"/><Relationship Id="rId137" Type="http://schemas.openxmlformats.org/officeDocument/2006/relationships/customXml" Target="../ink/ink326.xml"/><Relationship Id="rId158" Type="http://schemas.openxmlformats.org/officeDocument/2006/relationships/image" Target="../media/image337.png"/><Relationship Id="rId302" Type="http://schemas.openxmlformats.org/officeDocument/2006/relationships/customXml" Target="../ink/ink411.xml"/><Relationship Id="rId323" Type="http://schemas.openxmlformats.org/officeDocument/2006/relationships/image" Target="../media/image417.png"/><Relationship Id="rId344" Type="http://schemas.openxmlformats.org/officeDocument/2006/relationships/customXml" Target="../ink/ink432.xml"/><Relationship Id="rId20" Type="http://schemas.openxmlformats.org/officeDocument/2006/relationships/image" Target="../media/image269.png"/><Relationship Id="rId41" Type="http://schemas.openxmlformats.org/officeDocument/2006/relationships/customXml" Target="../ink/ink278.xml"/><Relationship Id="rId62" Type="http://schemas.openxmlformats.org/officeDocument/2006/relationships/image" Target="../media/image290.png"/><Relationship Id="rId83" Type="http://schemas.openxmlformats.org/officeDocument/2006/relationships/customXml" Target="../ink/ink299.xml"/><Relationship Id="rId179" Type="http://schemas.openxmlformats.org/officeDocument/2006/relationships/customXml" Target="../ink/ink348.xml"/><Relationship Id="rId365" Type="http://schemas.openxmlformats.org/officeDocument/2006/relationships/image" Target="../media/image438.png"/><Relationship Id="rId386" Type="http://schemas.openxmlformats.org/officeDocument/2006/relationships/customXml" Target="../ink/ink453.xml"/><Relationship Id="rId190" Type="http://schemas.openxmlformats.org/officeDocument/2006/relationships/image" Target="../media/image352.png"/><Relationship Id="rId204" Type="http://schemas.openxmlformats.org/officeDocument/2006/relationships/image" Target="../media/image359.png"/><Relationship Id="rId225" Type="http://schemas.openxmlformats.org/officeDocument/2006/relationships/customXml" Target="../ink/ink371.xml"/><Relationship Id="rId246" Type="http://schemas.openxmlformats.org/officeDocument/2006/relationships/customXml" Target="../ink/ink382.xml"/><Relationship Id="rId267" Type="http://schemas.openxmlformats.org/officeDocument/2006/relationships/customXml" Target="../ink/ink393.xml"/><Relationship Id="rId288" Type="http://schemas.openxmlformats.org/officeDocument/2006/relationships/customXml" Target="../ink/ink404.xml"/><Relationship Id="rId411" Type="http://schemas.openxmlformats.org/officeDocument/2006/relationships/image" Target="../media/image461.png"/><Relationship Id="rId106" Type="http://schemas.openxmlformats.org/officeDocument/2006/relationships/image" Target="../media/image312.png"/><Relationship Id="rId127" Type="http://schemas.openxmlformats.org/officeDocument/2006/relationships/customXml" Target="../ink/ink321.xml"/><Relationship Id="rId313" Type="http://schemas.openxmlformats.org/officeDocument/2006/relationships/image" Target="../media/image412.png"/><Relationship Id="rId10" Type="http://schemas.openxmlformats.org/officeDocument/2006/relationships/image" Target="../media/image264.png"/><Relationship Id="rId31" Type="http://schemas.openxmlformats.org/officeDocument/2006/relationships/customXml" Target="../ink/ink273.xml"/><Relationship Id="rId52" Type="http://schemas.openxmlformats.org/officeDocument/2006/relationships/image" Target="../media/image285.png"/><Relationship Id="rId73" Type="http://schemas.openxmlformats.org/officeDocument/2006/relationships/customXml" Target="../ink/ink294.xml"/><Relationship Id="rId94" Type="http://schemas.openxmlformats.org/officeDocument/2006/relationships/image" Target="../media/image306.png"/><Relationship Id="rId148" Type="http://schemas.openxmlformats.org/officeDocument/2006/relationships/image" Target="../media/image332.png"/><Relationship Id="rId169" Type="http://schemas.openxmlformats.org/officeDocument/2006/relationships/image" Target="../media/image342.png"/><Relationship Id="rId334" Type="http://schemas.openxmlformats.org/officeDocument/2006/relationships/customXml" Target="../ink/ink427.xml"/><Relationship Id="rId355" Type="http://schemas.openxmlformats.org/officeDocument/2006/relationships/image" Target="../media/image433.png"/><Relationship Id="rId376" Type="http://schemas.openxmlformats.org/officeDocument/2006/relationships/customXml" Target="../ink/ink448.xml"/><Relationship Id="rId397" Type="http://schemas.openxmlformats.org/officeDocument/2006/relationships/image" Target="../media/image454.png"/><Relationship Id="rId4" Type="http://schemas.openxmlformats.org/officeDocument/2006/relationships/image" Target="../media/image261.png"/><Relationship Id="rId180" Type="http://schemas.openxmlformats.org/officeDocument/2006/relationships/image" Target="../media/image347.png"/><Relationship Id="rId215" Type="http://schemas.openxmlformats.org/officeDocument/2006/relationships/customXml" Target="../ink/ink366.xml"/><Relationship Id="rId236" Type="http://schemas.openxmlformats.org/officeDocument/2006/relationships/customXml" Target="../ink/ink377.xml"/><Relationship Id="rId257" Type="http://schemas.openxmlformats.org/officeDocument/2006/relationships/image" Target="../media/image385.png"/><Relationship Id="rId278" Type="http://schemas.openxmlformats.org/officeDocument/2006/relationships/image" Target="../media/image395.png"/><Relationship Id="rId401" Type="http://schemas.openxmlformats.org/officeDocument/2006/relationships/image" Target="../media/image456.png"/><Relationship Id="rId303" Type="http://schemas.openxmlformats.org/officeDocument/2006/relationships/image" Target="../media/image407.png"/><Relationship Id="rId42" Type="http://schemas.openxmlformats.org/officeDocument/2006/relationships/image" Target="../media/image280.png"/><Relationship Id="rId84" Type="http://schemas.openxmlformats.org/officeDocument/2006/relationships/image" Target="../media/image301.png"/><Relationship Id="rId138" Type="http://schemas.openxmlformats.org/officeDocument/2006/relationships/image" Target="../media/image327.png"/><Relationship Id="rId345" Type="http://schemas.openxmlformats.org/officeDocument/2006/relationships/image" Target="../media/image428.png"/><Relationship Id="rId387" Type="http://schemas.openxmlformats.org/officeDocument/2006/relationships/image" Target="../media/image449.png"/><Relationship Id="rId191" Type="http://schemas.openxmlformats.org/officeDocument/2006/relationships/customXml" Target="../ink/ink354.xml"/><Relationship Id="rId205" Type="http://schemas.openxmlformats.org/officeDocument/2006/relationships/customXml" Target="../ink/ink361.xml"/><Relationship Id="rId247" Type="http://schemas.openxmlformats.org/officeDocument/2006/relationships/image" Target="../media/image380.png"/><Relationship Id="rId412" Type="http://schemas.openxmlformats.org/officeDocument/2006/relationships/customXml" Target="../ink/ink466.xml"/><Relationship Id="rId107" Type="http://schemas.openxmlformats.org/officeDocument/2006/relationships/customXml" Target="../ink/ink311.xml"/><Relationship Id="rId289" Type="http://schemas.openxmlformats.org/officeDocument/2006/relationships/image" Target="../media/image400.png"/><Relationship Id="rId11" Type="http://schemas.openxmlformats.org/officeDocument/2006/relationships/customXml" Target="../ink/ink263.xml"/><Relationship Id="rId53" Type="http://schemas.openxmlformats.org/officeDocument/2006/relationships/customXml" Target="../ink/ink284.xml"/><Relationship Id="rId149" Type="http://schemas.openxmlformats.org/officeDocument/2006/relationships/customXml" Target="../ink/ink332.xml"/><Relationship Id="rId314" Type="http://schemas.openxmlformats.org/officeDocument/2006/relationships/customXml" Target="../ink/ink417.xml"/><Relationship Id="rId356" Type="http://schemas.openxmlformats.org/officeDocument/2006/relationships/customXml" Target="../ink/ink438.xml"/><Relationship Id="rId398" Type="http://schemas.openxmlformats.org/officeDocument/2006/relationships/customXml" Target="../ink/ink459.xml"/><Relationship Id="rId95" Type="http://schemas.openxmlformats.org/officeDocument/2006/relationships/customXml" Target="../ink/ink305.xml"/><Relationship Id="rId160" Type="http://schemas.openxmlformats.org/officeDocument/2006/relationships/image" Target="../media/image338.png"/><Relationship Id="rId216" Type="http://schemas.openxmlformats.org/officeDocument/2006/relationships/image" Target="../media/image365.png"/><Relationship Id="rId258" Type="http://schemas.openxmlformats.org/officeDocument/2006/relationships/customXml" Target="../ink/ink388.xml"/><Relationship Id="rId22" Type="http://schemas.openxmlformats.org/officeDocument/2006/relationships/image" Target="../media/image270.png"/><Relationship Id="rId64" Type="http://schemas.openxmlformats.org/officeDocument/2006/relationships/image" Target="../media/image291.png"/><Relationship Id="rId118" Type="http://schemas.openxmlformats.org/officeDocument/2006/relationships/image" Target="../media/image318.png"/><Relationship Id="rId325" Type="http://schemas.openxmlformats.org/officeDocument/2006/relationships/image" Target="../media/image418.png"/><Relationship Id="rId367" Type="http://schemas.openxmlformats.org/officeDocument/2006/relationships/image" Target="../media/image439.png"/><Relationship Id="rId171" Type="http://schemas.openxmlformats.org/officeDocument/2006/relationships/customXml" Target="../ink/ink344.xml"/><Relationship Id="rId227" Type="http://schemas.openxmlformats.org/officeDocument/2006/relationships/customXml" Target="../ink/ink372.xml"/><Relationship Id="rId269" Type="http://schemas.openxmlformats.org/officeDocument/2006/relationships/customXml" Target="../ink/ink394.xml"/><Relationship Id="rId33" Type="http://schemas.openxmlformats.org/officeDocument/2006/relationships/customXml" Target="../ink/ink274.xml"/><Relationship Id="rId129" Type="http://schemas.openxmlformats.org/officeDocument/2006/relationships/customXml" Target="../ink/ink322.xml"/><Relationship Id="rId280" Type="http://schemas.openxmlformats.org/officeDocument/2006/relationships/image" Target="../media/image396.png"/><Relationship Id="rId336" Type="http://schemas.openxmlformats.org/officeDocument/2006/relationships/customXml" Target="../ink/ink428.xml"/><Relationship Id="rId75" Type="http://schemas.openxmlformats.org/officeDocument/2006/relationships/customXml" Target="../ink/ink295.xml"/><Relationship Id="rId140" Type="http://schemas.openxmlformats.org/officeDocument/2006/relationships/image" Target="../media/image328.png"/><Relationship Id="rId182" Type="http://schemas.openxmlformats.org/officeDocument/2006/relationships/image" Target="../media/image348.png"/><Relationship Id="rId378" Type="http://schemas.openxmlformats.org/officeDocument/2006/relationships/customXml" Target="../ink/ink449.xml"/><Relationship Id="rId403" Type="http://schemas.openxmlformats.org/officeDocument/2006/relationships/image" Target="../media/image457.png"/><Relationship Id="rId6" Type="http://schemas.openxmlformats.org/officeDocument/2006/relationships/image" Target="../media/image262.png"/><Relationship Id="rId238" Type="http://schemas.openxmlformats.org/officeDocument/2006/relationships/customXml" Target="../ink/ink378.xml"/><Relationship Id="rId291" Type="http://schemas.openxmlformats.org/officeDocument/2006/relationships/image" Target="../media/image401.png"/><Relationship Id="rId305" Type="http://schemas.openxmlformats.org/officeDocument/2006/relationships/image" Target="../media/image408.png"/><Relationship Id="rId347" Type="http://schemas.openxmlformats.org/officeDocument/2006/relationships/image" Target="../media/image429.png"/><Relationship Id="rId44" Type="http://schemas.openxmlformats.org/officeDocument/2006/relationships/image" Target="../media/image281.png"/><Relationship Id="rId86" Type="http://schemas.openxmlformats.org/officeDocument/2006/relationships/image" Target="../media/image302.png"/><Relationship Id="rId151" Type="http://schemas.openxmlformats.org/officeDocument/2006/relationships/customXml" Target="../ink/ink333.xml"/><Relationship Id="rId389" Type="http://schemas.openxmlformats.org/officeDocument/2006/relationships/image" Target="../media/image450.png"/><Relationship Id="rId193" Type="http://schemas.openxmlformats.org/officeDocument/2006/relationships/customXml" Target="../ink/ink355.xml"/><Relationship Id="rId207" Type="http://schemas.openxmlformats.org/officeDocument/2006/relationships/customXml" Target="../ink/ink362.xml"/><Relationship Id="rId249" Type="http://schemas.openxmlformats.org/officeDocument/2006/relationships/image" Target="../media/image381.png"/><Relationship Id="rId414" Type="http://schemas.openxmlformats.org/officeDocument/2006/relationships/customXml" Target="../ink/ink467.xml"/><Relationship Id="rId13" Type="http://schemas.openxmlformats.org/officeDocument/2006/relationships/customXml" Target="../ink/ink264.xml"/><Relationship Id="rId109" Type="http://schemas.openxmlformats.org/officeDocument/2006/relationships/customXml" Target="../ink/ink312.xml"/><Relationship Id="rId260" Type="http://schemas.openxmlformats.org/officeDocument/2006/relationships/customXml" Target="../ink/ink389.xml"/><Relationship Id="rId316" Type="http://schemas.openxmlformats.org/officeDocument/2006/relationships/customXml" Target="../ink/ink418.xml"/><Relationship Id="rId55" Type="http://schemas.openxmlformats.org/officeDocument/2006/relationships/customXml" Target="../ink/ink285.xml"/><Relationship Id="rId97" Type="http://schemas.openxmlformats.org/officeDocument/2006/relationships/customXml" Target="../ink/ink306.xml"/><Relationship Id="rId120" Type="http://schemas.openxmlformats.org/officeDocument/2006/relationships/image" Target="../media/image319.png"/><Relationship Id="rId358" Type="http://schemas.openxmlformats.org/officeDocument/2006/relationships/customXml" Target="../ink/ink439.xml"/><Relationship Id="rId162" Type="http://schemas.openxmlformats.org/officeDocument/2006/relationships/image" Target="../media/image339.png"/><Relationship Id="rId218" Type="http://schemas.openxmlformats.org/officeDocument/2006/relationships/image" Target="../media/image366.png"/><Relationship Id="rId271" Type="http://schemas.openxmlformats.org/officeDocument/2006/relationships/customXml" Target="../ink/ink395.xml"/><Relationship Id="rId24" Type="http://schemas.openxmlformats.org/officeDocument/2006/relationships/image" Target="../media/image271.png"/><Relationship Id="rId66" Type="http://schemas.openxmlformats.org/officeDocument/2006/relationships/image" Target="../media/image292.png"/><Relationship Id="rId131" Type="http://schemas.openxmlformats.org/officeDocument/2006/relationships/customXml" Target="../ink/ink323.xml"/><Relationship Id="rId327" Type="http://schemas.openxmlformats.org/officeDocument/2006/relationships/image" Target="../media/image419.png"/><Relationship Id="rId369" Type="http://schemas.openxmlformats.org/officeDocument/2006/relationships/image" Target="../media/image440.png"/><Relationship Id="rId173" Type="http://schemas.openxmlformats.org/officeDocument/2006/relationships/customXml" Target="../ink/ink345.xml"/><Relationship Id="rId229" Type="http://schemas.openxmlformats.org/officeDocument/2006/relationships/customXml" Target="../ink/ink373.xml"/><Relationship Id="rId380" Type="http://schemas.openxmlformats.org/officeDocument/2006/relationships/customXml" Target="../ink/ink450.xml"/><Relationship Id="rId240" Type="http://schemas.openxmlformats.org/officeDocument/2006/relationships/customXml" Target="../ink/ink379.xml"/><Relationship Id="rId35" Type="http://schemas.openxmlformats.org/officeDocument/2006/relationships/customXml" Target="../ink/ink275.xml"/><Relationship Id="rId77" Type="http://schemas.openxmlformats.org/officeDocument/2006/relationships/customXml" Target="../ink/ink296.xml"/><Relationship Id="rId100" Type="http://schemas.openxmlformats.org/officeDocument/2006/relationships/image" Target="../media/image309.png"/><Relationship Id="rId282" Type="http://schemas.openxmlformats.org/officeDocument/2006/relationships/image" Target="../media/image397.png"/><Relationship Id="rId338" Type="http://schemas.openxmlformats.org/officeDocument/2006/relationships/customXml" Target="../ink/ink429.xml"/><Relationship Id="rId8" Type="http://schemas.openxmlformats.org/officeDocument/2006/relationships/image" Target="../media/image263.png"/><Relationship Id="rId142" Type="http://schemas.openxmlformats.org/officeDocument/2006/relationships/image" Target="../media/image329.png"/><Relationship Id="rId184" Type="http://schemas.openxmlformats.org/officeDocument/2006/relationships/image" Target="../media/image349.png"/><Relationship Id="rId391" Type="http://schemas.openxmlformats.org/officeDocument/2006/relationships/image" Target="../media/image451.png"/><Relationship Id="rId405" Type="http://schemas.openxmlformats.org/officeDocument/2006/relationships/image" Target="../media/image458.png"/><Relationship Id="rId251" Type="http://schemas.openxmlformats.org/officeDocument/2006/relationships/image" Target="../media/image382.png"/><Relationship Id="rId46" Type="http://schemas.openxmlformats.org/officeDocument/2006/relationships/image" Target="../media/image282.png"/><Relationship Id="rId293" Type="http://schemas.openxmlformats.org/officeDocument/2006/relationships/image" Target="../media/image402.png"/><Relationship Id="rId307" Type="http://schemas.openxmlformats.org/officeDocument/2006/relationships/image" Target="../media/image409.png"/><Relationship Id="rId349" Type="http://schemas.openxmlformats.org/officeDocument/2006/relationships/image" Target="../media/image430.png"/><Relationship Id="rId88" Type="http://schemas.openxmlformats.org/officeDocument/2006/relationships/image" Target="../media/image303.png"/><Relationship Id="rId111" Type="http://schemas.openxmlformats.org/officeDocument/2006/relationships/customXml" Target="../ink/ink313.xml"/><Relationship Id="rId153" Type="http://schemas.openxmlformats.org/officeDocument/2006/relationships/customXml" Target="../ink/ink334.xml"/><Relationship Id="rId195" Type="http://schemas.openxmlformats.org/officeDocument/2006/relationships/customXml" Target="../ink/ink356.xml"/><Relationship Id="rId209" Type="http://schemas.openxmlformats.org/officeDocument/2006/relationships/customXml" Target="../ink/ink363.xml"/><Relationship Id="rId360" Type="http://schemas.openxmlformats.org/officeDocument/2006/relationships/customXml" Target="../ink/ink440.xml"/><Relationship Id="rId416" Type="http://schemas.openxmlformats.org/officeDocument/2006/relationships/customXml" Target="../ink/ink468.xml"/><Relationship Id="rId220" Type="http://schemas.openxmlformats.org/officeDocument/2006/relationships/image" Target="../media/image367.png"/><Relationship Id="rId15" Type="http://schemas.openxmlformats.org/officeDocument/2006/relationships/customXml" Target="../ink/ink265.xml"/><Relationship Id="rId57" Type="http://schemas.openxmlformats.org/officeDocument/2006/relationships/customXml" Target="../ink/ink286.xml"/><Relationship Id="rId262" Type="http://schemas.openxmlformats.org/officeDocument/2006/relationships/image" Target="../media/image387.png"/><Relationship Id="rId318" Type="http://schemas.openxmlformats.org/officeDocument/2006/relationships/customXml" Target="../ink/ink419.xml"/><Relationship Id="rId99" Type="http://schemas.openxmlformats.org/officeDocument/2006/relationships/customXml" Target="../ink/ink307.xml"/><Relationship Id="rId122" Type="http://schemas.openxmlformats.org/officeDocument/2006/relationships/image" Target="../media/image320.png"/><Relationship Id="rId164" Type="http://schemas.openxmlformats.org/officeDocument/2006/relationships/image" Target="../media/image340.png"/><Relationship Id="rId371" Type="http://schemas.openxmlformats.org/officeDocument/2006/relationships/image" Target="../media/image441.png"/><Relationship Id="rId26" Type="http://schemas.openxmlformats.org/officeDocument/2006/relationships/image" Target="../media/image272.png"/><Relationship Id="rId231" Type="http://schemas.openxmlformats.org/officeDocument/2006/relationships/customXml" Target="../ink/ink374.xml"/><Relationship Id="rId273" Type="http://schemas.openxmlformats.org/officeDocument/2006/relationships/customXml" Target="../ink/ink396.xml"/><Relationship Id="rId329" Type="http://schemas.openxmlformats.org/officeDocument/2006/relationships/image" Target="../media/image420.png"/><Relationship Id="rId68" Type="http://schemas.openxmlformats.org/officeDocument/2006/relationships/image" Target="../media/image293.png"/><Relationship Id="rId133" Type="http://schemas.openxmlformats.org/officeDocument/2006/relationships/customXml" Target="../ink/ink324.xml"/><Relationship Id="rId175" Type="http://schemas.openxmlformats.org/officeDocument/2006/relationships/customXml" Target="../ink/ink346.xml"/><Relationship Id="rId340" Type="http://schemas.openxmlformats.org/officeDocument/2006/relationships/customXml" Target="../ink/ink430.xml"/><Relationship Id="rId200" Type="http://schemas.openxmlformats.org/officeDocument/2006/relationships/image" Target="../media/image357.png"/><Relationship Id="rId382" Type="http://schemas.openxmlformats.org/officeDocument/2006/relationships/customXml" Target="../ink/ink451.xml"/><Relationship Id="rId242" Type="http://schemas.openxmlformats.org/officeDocument/2006/relationships/customXml" Target="../ink/ink380.xml"/><Relationship Id="rId284" Type="http://schemas.openxmlformats.org/officeDocument/2006/relationships/image" Target="../media/image398.png"/><Relationship Id="rId37" Type="http://schemas.openxmlformats.org/officeDocument/2006/relationships/customXml" Target="../ink/ink276.xml"/><Relationship Id="rId79" Type="http://schemas.openxmlformats.org/officeDocument/2006/relationships/customXml" Target="../ink/ink297.xml"/><Relationship Id="rId102" Type="http://schemas.openxmlformats.org/officeDocument/2006/relationships/image" Target="../media/image310.png"/><Relationship Id="rId144" Type="http://schemas.openxmlformats.org/officeDocument/2006/relationships/image" Target="../media/image330.png"/><Relationship Id="rId90" Type="http://schemas.openxmlformats.org/officeDocument/2006/relationships/image" Target="../media/image304.png"/><Relationship Id="rId186" Type="http://schemas.openxmlformats.org/officeDocument/2006/relationships/image" Target="../media/image350.png"/><Relationship Id="rId351" Type="http://schemas.openxmlformats.org/officeDocument/2006/relationships/image" Target="../media/image431.png"/><Relationship Id="rId393" Type="http://schemas.openxmlformats.org/officeDocument/2006/relationships/image" Target="../media/image452.png"/><Relationship Id="rId407" Type="http://schemas.openxmlformats.org/officeDocument/2006/relationships/image" Target="../media/image459.png"/><Relationship Id="rId211" Type="http://schemas.openxmlformats.org/officeDocument/2006/relationships/customXml" Target="../ink/ink364.xml"/><Relationship Id="rId253" Type="http://schemas.openxmlformats.org/officeDocument/2006/relationships/image" Target="../media/image383.png"/><Relationship Id="rId295" Type="http://schemas.openxmlformats.org/officeDocument/2006/relationships/image" Target="../media/image403.png"/><Relationship Id="rId309" Type="http://schemas.openxmlformats.org/officeDocument/2006/relationships/image" Target="../media/image410.png"/><Relationship Id="rId48" Type="http://schemas.openxmlformats.org/officeDocument/2006/relationships/image" Target="../media/image283.png"/><Relationship Id="rId113" Type="http://schemas.openxmlformats.org/officeDocument/2006/relationships/customXml" Target="../ink/ink314.xml"/><Relationship Id="rId320" Type="http://schemas.openxmlformats.org/officeDocument/2006/relationships/customXml" Target="../ink/ink420.xml"/><Relationship Id="rId155" Type="http://schemas.openxmlformats.org/officeDocument/2006/relationships/customXml" Target="../ink/ink335.xml"/><Relationship Id="rId197" Type="http://schemas.openxmlformats.org/officeDocument/2006/relationships/customXml" Target="../ink/ink357.xml"/><Relationship Id="rId362" Type="http://schemas.openxmlformats.org/officeDocument/2006/relationships/customXml" Target="../ink/ink441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22.png"/><Relationship Id="rId299" Type="http://schemas.openxmlformats.org/officeDocument/2006/relationships/image" Target="../media/image612.png"/><Relationship Id="rId21" Type="http://schemas.openxmlformats.org/officeDocument/2006/relationships/image" Target="../media/image474.png"/><Relationship Id="rId63" Type="http://schemas.openxmlformats.org/officeDocument/2006/relationships/image" Target="../media/image495.png"/><Relationship Id="rId159" Type="http://schemas.openxmlformats.org/officeDocument/2006/relationships/image" Target="../media/image542.png"/><Relationship Id="rId324" Type="http://schemas.openxmlformats.org/officeDocument/2006/relationships/customXml" Target="../ink/ink630.xml"/><Relationship Id="rId170" Type="http://schemas.openxmlformats.org/officeDocument/2006/relationships/customXml" Target="../ink/ink553.xml"/><Relationship Id="rId226" Type="http://schemas.openxmlformats.org/officeDocument/2006/relationships/customXml" Target="../ink/ink581.xml"/><Relationship Id="rId268" Type="http://schemas.openxmlformats.org/officeDocument/2006/relationships/customXml" Target="../ink/ink602.xml"/><Relationship Id="rId32" Type="http://schemas.openxmlformats.org/officeDocument/2006/relationships/customXml" Target="../ink/ink484.xml"/><Relationship Id="rId74" Type="http://schemas.openxmlformats.org/officeDocument/2006/relationships/customXml" Target="../ink/ink505.xml"/><Relationship Id="rId128" Type="http://schemas.openxmlformats.org/officeDocument/2006/relationships/customXml" Target="../ink/ink532.xml"/><Relationship Id="rId335" Type="http://schemas.openxmlformats.org/officeDocument/2006/relationships/image" Target="../media/image630.png"/><Relationship Id="rId5" Type="http://schemas.openxmlformats.org/officeDocument/2006/relationships/image" Target="../media/image466.png"/><Relationship Id="rId181" Type="http://schemas.openxmlformats.org/officeDocument/2006/relationships/image" Target="../media/image553.png"/><Relationship Id="rId237" Type="http://schemas.openxmlformats.org/officeDocument/2006/relationships/image" Target="../media/image581.png"/><Relationship Id="rId279" Type="http://schemas.openxmlformats.org/officeDocument/2006/relationships/image" Target="../media/image602.png"/><Relationship Id="rId43" Type="http://schemas.openxmlformats.org/officeDocument/2006/relationships/image" Target="../media/image485.png"/><Relationship Id="rId139" Type="http://schemas.openxmlformats.org/officeDocument/2006/relationships/image" Target="../media/image533.png"/><Relationship Id="rId290" Type="http://schemas.openxmlformats.org/officeDocument/2006/relationships/customXml" Target="../ink/ink613.xml"/><Relationship Id="rId304" Type="http://schemas.openxmlformats.org/officeDocument/2006/relationships/customXml" Target="../ink/ink620.xml"/><Relationship Id="rId346" Type="http://schemas.openxmlformats.org/officeDocument/2006/relationships/customXml" Target="../ink/ink641.xml"/><Relationship Id="rId85" Type="http://schemas.openxmlformats.org/officeDocument/2006/relationships/image" Target="../media/image506.png"/><Relationship Id="rId150" Type="http://schemas.openxmlformats.org/officeDocument/2006/relationships/customXml" Target="../ink/ink543.xml"/><Relationship Id="rId192" Type="http://schemas.openxmlformats.org/officeDocument/2006/relationships/customXml" Target="../ink/ink564.xml"/><Relationship Id="rId206" Type="http://schemas.openxmlformats.org/officeDocument/2006/relationships/customXml" Target="../ink/ink571.xml"/><Relationship Id="rId248" Type="http://schemas.openxmlformats.org/officeDocument/2006/relationships/customXml" Target="../ink/ink592.xml"/><Relationship Id="rId12" Type="http://schemas.openxmlformats.org/officeDocument/2006/relationships/customXml" Target="../ink/ink474.xml"/><Relationship Id="rId108" Type="http://schemas.openxmlformats.org/officeDocument/2006/relationships/customXml" Target="../ink/ink522.xml"/><Relationship Id="rId315" Type="http://schemas.openxmlformats.org/officeDocument/2006/relationships/image" Target="../media/image620.png"/><Relationship Id="rId357" Type="http://schemas.openxmlformats.org/officeDocument/2006/relationships/image" Target="../media/image641.png"/><Relationship Id="rId54" Type="http://schemas.openxmlformats.org/officeDocument/2006/relationships/customXml" Target="../ink/ink495.xml"/><Relationship Id="rId96" Type="http://schemas.openxmlformats.org/officeDocument/2006/relationships/customXml" Target="../ink/ink516.xml"/><Relationship Id="rId161" Type="http://schemas.openxmlformats.org/officeDocument/2006/relationships/image" Target="../media/image543.png"/><Relationship Id="rId217" Type="http://schemas.openxmlformats.org/officeDocument/2006/relationships/image" Target="../media/image571.png"/><Relationship Id="rId259" Type="http://schemas.openxmlformats.org/officeDocument/2006/relationships/image" Target="../media/image592.png"/><Relationship Id="rId23" Type="http://schemas.openxmlformats.org/officeDocument/2006/relationships/image" Target="../media/image475.png"/><Relationship Id="rId119" Type="http://schemas.openxmlformats.org/officeDocument/2006/relationships/image" Target="../media/image523.png"/><Relationship Id="rId270" Type="http://schemas.openxmlformats.org/officeDocument/2006/relationships/customXml" Target="../ink/ink603.xml"/><Relationship Id="rId326" Type="http://schemas.openxmlformats.org/officeDocument/2006/relationships/customXml" Target="../ink/ink631.xml"/><Relationship Id="rId65" Type="http://schemas.openxmlformats.org/officeDocument/2006/relationships/image" Target="../media/image496.png"/><Relationship Id="rId130" Type="http://schemas.openxmlformats.org/officeDocument/2006/relationships/customXml" Target="../ink/ink533.xml"/><Relationship Id="rId172" Type="http://schemas.openxmlformats.org/officeDocument/2006/relationships/customXml" Target="../ink/ink554.xml"/><Relationship Id="rId228" Type="http://schemas.openxmlformats.org/officeDocument/2006/relationships/customXml" Target="../ink/ink582.xml"/><Relationship Id="rId281" Type="http://schemas.openxmlformats.org/officeDocument/2006/relationships/image" Target="../media/image603.png"/><Relationship Id="rId337" Type="http://schemas.openxmlformats.org/officeDocument/2006/relationships/image" Target="../media/image631.png"/><Relationship Id="rId34" Type="http://schemas.openxmlformats.org/officeDocument/2006/relationships/customXml" Target="../ink/ink485.xml"/><Relationship Id="rId76" Type="http://schemas.openxmlformats.org/officeDocument/2006/relationships/customXml" Target="../ink/ink506.xml"/><Relationship Id="rId141" Type="http://schemas.openxmlformats.org/officeDocument/2006/relationships/image" Target="../media/image534.png"/><Relationship Id="rId7" Type="http://schemas.openxmlformats.org/officeDocument/2006/relationships/image" Target="../media/image467.png"/><Relationship Id="rId183" Type="http://schemas.openxmlformats.org/officeDocument/2006/relationships/image" Target="../media/image554.png"/><Relationship Id="rId239" Type="http://schemas.openxmlformats.org/officeDocument/2006/relationships/image" Target="../media/image582.png"/><Relationship Id="rId250" Type="http://schemas.openxmlformats.org/officeDocument/2006/relationships/customXml" Target="../ink/ink593.xml"/><Relationship Id="rId292" Type="http://schemas.openxmlformats.org/officeDocument/2006/relationships/customXml" Target="../ink/ink614.xml"/><Relationship Id="rId306" Type="http://schemas.openxmlformats.org/officeDocument/2006/relationships/customXml" Target="../ink/ink621.xml"/><Relationship Id="rId45" Type="http://schemas.openxmlformats.org/officeDocument/2006/relationships/image" Target="../media/image486.png"/><Relationship Id="rId87" Type="http://schemas.openxmlformats.org/officeDocument/2006/relationships/image" Target="../media/image507.png"/><Relationship Id="rId110" Type="http://schemas.openxmlformats.org/officeDocument/2006/relationships/customXml" Target="../ink/ink523.xml"/><Relationship Id="rId348" Type="http://schemas.openxmlformats.org/officeDocument/2006/relationships/customXml" Target="../ink/ink642.xml"/><Relationship Id="rId152" Type="http://schemas.openxmlformats.org/officeDocument/2006/relationships/customXml" Target="../ink/ink544.xml"/><Relationship Id="rId194" Type="http://schemas.openxmlformats.org/officeDocument/2006/relationships/customXml" Target="../ink/ink565.xml"/><Relationship Id="rId208" Type="http://schemas.openxmlformats.org/officeDocument/2006/relationships/customXml" Target="../ink/ink572.xml"/><Relationship Id="rId261" Type="http://schemas.openxmlformats.org/officeDocument/2006/relationships/image" Target="../media/image593.png"/><Relationship Id="rId14" Type="http://schemas.openxmlformats.org/officeDocument/2006/relationships/customXml" Target="../ink/ink475.xml"/><Relationship Id="rId56" Type="http://schemas.openxmlformats.org/officeDocument/2006/relationships/customXml" Target="../ink/ink496.xml"/><Relationship Id="rId317" Type="http://schemas.openxmlformats.org/officeDocument/2006/relationships/image" Target="../media/image621.png"/><Relationship Id="rId359" Type="http://schemas.openxmlformats.org/officeDocument/2006/relationships/image" Target="../media/image642.png"/><Relationship Id="rId98" Type="http://schemas.openxmlformats.org/officeDocument/2006/relationships/customXml" Target="../ink/ink517.xml"/><Relationship Id="rId121" Type="http://schemas.openxmlformats.org/officeDocument/2006/relationships/image" Target="../media/image524.png"/><Relationship Id="rId163" Type="http://schemas.openxmlformats.org/officeDocument/2006/relationships/image" Target="../media/image544.png"/><Relationship Id="rId219" Type="http://schemas.openxmlformats.org/officeDocument/2006/relationships/image" Target="../media/image572.png"/><Relationship Id="rId230" Type="http://schemas.openxmlformats.org/officeDocument/2006/relationships/customXml" Target="../ink/ink583.xml"/><Relationship Id="rId25" Type="http://schemas.openxmlformats.org/officeDocument/2006/relationships/image" Target="../media/image476.png"/><Relationship Id="rId67" Type="http://schemas.openxmlformats.org/officeDocument/2006/relationships/image" Target="../media/image497.png"/><Relationship Id="rId272" Type="http://schemas.openxmlformats.org/officeDocument/2006/relationships/customXml" Target="../ink/ink604.xml"/><Relationship Id="rId328" Type="http://schemas.openxmlformats.org/officeDocument/2006/relationships/customXml" Target="../ink/ink632.xml"/><Relationship Id="rId132" Type="http://schemas.openxmlformats.org/officeDocument/2006/relationships/customXml" Target="../ink/ink534.xml"/><Relationship Id="rId174" Type="http://schemas.openxmlformats.org/officeDocument/2006/relationships/customXml" Target="../ink/ink555.xml"/><Relationship Id="rId220" Type="http://schemas.openxmlformats.org/officeDocument/2006/relationships/customXml" Target="../ink/ink578.xml"/><Relationship Id="rId241" Type="http://schemas.openxmlformats.org/officeDocument/2006/relationships/image" Target="../media/image583.png"/><Relationship Id="rId15" Type="http://schemas.openxmlformats.org/officeDocument/2006/relationships/image" Target="../media/image471.png"/><Relationship Id="rId36" Type="http://schemas.openxmlformats.org/officeDocument/2006/relationships/customXml" Target="../ink/ink486.xml"/><Relationship Id="rId57" Type="http://schemas.openxmlformats.org/officeDocument/2006/relationships/image" Target="../media/image492.png"/><Relationship Id="rId262" Type="http://schemas.openxmlformats.org/officeDocument/2006/relationships/customXml" Target="../ink/ink599.xml"/><Relationship Id="rId283" Type="http://schemas.openxmlformats.org/officeDocument/2006/relationships/image" Target="../media/image604.png"/><Relationship Id="rId318" Type="http://schemas.openxmlformats.org/officeDocument/2006/relationships/customXml" Target="../ink/ink627.xml"/><Relationship Id="rId339" Type="http://schemas.openxmlformats.org/officeDocument/2006/relationships/image" Target="../media/image632.png"/><Relationship Id="rId78" Type="http://schemas.openxmlformats.org/officeDocument/2006/relationships/customXml" Target="../ink/ink507.xml"/><Relationship Id="rId99" Type="http://schemas.openxmlformats.org/officeDocument/2006/relationships/image" Target="../media/image513.png"/><Relationship Id="rId101" Type="http://schemas.openxmlformats.org/officeDocument/2006/relationships/image" Target="../media/image514.png"/><Relationship Id="rId122" Type="http://schemas.openxmlformats.org/officeDocument/2006/relationships/customXml" Target="../ink/ink529.xml"/><Relationship Id="rId143" Type="http://schemas.openxmlformats.org/officeDocument/2006/relationships/image" Target="../media/image535.png"/><Relationship Id="rId164" Type="http://schemas.openxmlformats.org/officeDocument/2006/relationships/customXml" Target="../ink/ink550.xml"/><Relationship Id="rId185" Type="http://schemas.openxmlformats.org/officeDocument/2006/relationships/image" Target="../media/image555.png"/><Relationship Id="rId350" Type="http://schemas.openxmlformats.org/officeDocument/2006/relationships/customXml" Target="../ink/ink643.xml"/><Relationship Id="rId9" Type="http://schemas.openxmlformats.org/officeDocument/2006/relationships/image" Target="../media/image468.png"/><Relationship Id="rId210" Type="http://schemas.openxmlformats.org/officeDocument/2006/relationships/customXml" Target="../ink/ink573.xml"/><Relationship Id="rId26" Type="http://schemas.openxmlformats.org/officeDocument/2006/relationships/customXml" Target="../ink/ink481.xml"/><Relationship Id="rId231" Type="http://schemas.openxmlformats.org/officeDocument/2006/relationships/image" Target="../media/image578.png"/><Relationship Id="rId252" Type="http://schemas.openxmlformats.org/officeDocument/2006/relationships/customXml" Target="../ink/ink594.xml"/><Relationship Id="rId273" Type="http://schemas.openxmlformats.org/officeDocument/2006/relationships/image" Target="../media/image599.png"/><Relationship Id="rId294" Type="http://schemas.openxmlformats.org/officeDocument/2006/relationships/customXml" Target="../ink/ink615.xml"/><Relationship Id="rId308" Type="http://schemas.openxmlformats.org/officeDocument/2006/relationships/customXml" Target="../ink/ink622.xml"/><Relationship Id="rId329" Type="http://schemas.openxmlformats.org/officeDocument/2006/relationships/image" Target="../media/image627.png"/><Relationship Id="rId47" Type="http://schemas.openxmlformats.org/officeDocument/2006/relationships/image" Target="../media/image487.png"/><Relationship Id="rId68" Type="http://schemas.openxmlformats.org/officeDocument/2006/relationships/customXml" Target="../ink/ink502.xml"/><Relationship Id="rId89" Type="http://schemas.openxmlformats.org/officeDocument/2006/relationships/image" Target="../media/image508.png"/><Relationship Id="rId112" Type="http://schemas.openxmlformats.org/officeDocument/2006/relationships/customXml" Target="../ink/ink524.xml"/><Relationship Id="rId133" Type="http://schemas.openxmlformats.org/officeDocument/2006/relationships/image" Target="../media/image530.png"/><Relationship Id="rId154" Type="http://schemas.openxmlformats.org/officeDocument/2006/relationships/customXml" Target="../ink/ink545.xml"/><Relationship Id="rId175" Type="http://schemas.openxmlformats.org/officeDocument/2006/relationships/image" Target="../media/image550.png"/><Relationship Id="rId340" Type="http://schemas.openxmlformats.org/officeDocument/2006/relationships/customXml" Target="../ink/ink638.xml"/><Relationship Id="rId361" Type="http://schemas.openxmlformats.org/officeDocument/2006/relationships/image" Target="../media/image643.png"/><Relationship Id="rId196" Type="http://schemas.openxmlformats.org/officeDocument/2006/relationships/customXml" Target="../ink/ink566.xml"/><Relationship Id="rId200" Type="http://schemas.openxmlformats.org/officeDocument/2006/relationships/customXml" Target="../ink/ink568.xml"/><Relationship Id="rId16" Type="http://schemas.openxmlformats.org/officeDocument/2006/relationships/customXml" Target="../ink/ink476.xml"/><Relationship Id="rId221" Type="http://schemas.openxmlformats.org/officeDocument/2006/relationships/image" Target="../media/image573.png"/><Relationship Id="rId242" Type="http://schemas.openxmlformats.org/officeDocument/2006/relationships/customXml" Target="../ink/ink589.xml"/><Relationship Id="rId263" Type="http://schemas.openxmlformats.org/officeDocument/2006/relationships/image" Target="../media/image594.png"/><Relationship Id="rId284" Type="http://schemas.openxmlformats.org/officeDocument/2006/relationships/customXml" Target="../ink/ink610.xml"/><Relationship Id="rId319" Type="http://schemas.openxmlformats.org/officeDocument/2006/relationships/image" Target="../media/image622.png"/><Relationship Id="rId37" Type="http://schemas.openxmlformats.org/officeDocument/2006/relationships/image" Target="../media/image482.png"/><Relationship Id="rId58" Type="http://schemas.openxmlformats.org/officeDocument/2006/relationships/customXml" Target="../ink/ink497.xml"/><Relationship Id="rId79" Type="http://schemas.openxmlformats.org/officeDocument/2006/relationships/image" Target="../media/image503.png"/><Relationship Id="rId102" Type="http://schemas.openxmlformats.org/officeDocument/2006/relationships/customXml" Target="../ink/ink519.xml"/><Relationship Id="rId123" Type="http://schemas.openxmlformats.org/officeDocument/2006/relationships/image" Target="../media/image525.png"/><Relationship Id="rId144" Type="http://schemas.openxmlformats.org/officeDocument/2006/relationships/customXml" Target="../ink/ink540.xml"/><Relationship Id="rId330" Type="http://schemas.openxmlformats.org/officeDocument/2006/relationships/customXml" Target="../ink/ink633.xml"/><Relationship Id="rId90" Type="http://schemas.openxmlformats.org/officeDocument/2006/relationships/customXml" Target="../ink/ink513.xml"/><Relationship Id="rId165" Type="http://schemas.openxmlformats.org/officeDocument/2006/relationships/image" Target="../media/image545.png"/><Relationship Id="rId186" Type="http://schemas.openxmlformats.org/officeDocument/2006/relationships/customXml" Target="../ink/ink561.xml"/><Relationship Id="rId351" Type="http://schemas.openxmlformats.org/officeDocument/2006/relationships/image" Target="../media/image638.png"/><Relationship Id="rId211" Type="http://schemas.openxmlformats.org/officeDocument/2006/relationships/image" Target="../media/image568.png"/><Relationship Id="rId232" Type="http://schemas.openxmlformats.org/officeDocument/2006/relationships/customXml" Target="../ink/ink584.xml"/><Relationship Id="rId253" Type="http://schemas.openxmlformats.org/officeDocument/2006/relationships/image" Target="../media/image589.png"/><Relationship Id="rId274" Type="http://schemas.openxmlformats.org/officeDocument/2006/relationships/customXml" Target="../ink/ink605.xml"/><Relationship Id="rId295" Type="http://schemas.openxmlformats.org/officeDocument/2006/relationships/image" Target="../media/image610.png"/><Relationship Id="rId309" Type="http://schemas.openxmlformats.org/officeDocument/2006/relationships/image" Target="../media/image617.png"/><Relationship Id="rId27" Type="http://schemas.openxmlformats.org/officeDocument/2006/relationships/image" Target="../media/image477.png"/><Relationship Id="rId48" Type="http://schemas.openxmlformats.org/officeDocument/2006/relationships/customXml" Target="../ink/ink492.xml"/><Relationship Id="rId69" Type="http://schemas.openxmlformats.org/officeDocument/2006/relationships/image" Target="../media/image498.png"/><Relationship Id="rId113" Type="http://schemas.openxmlformats.org/officeDocument/2006/relationships/image" Target="../media/image520.png"/><Relationship Id="rId134" Type="http://schemas.openxmlformats.org/officeDocument/2006/relationships/customXml" Target="../ink/ink535.xml"/><Relationship Id="rId320" Type="http://schemas.openxmlformats.org/officeDocument/2006/relationships/customXml" Target="../ink/ink628.xml"/><Relationship Id="rId80" Type="http://schemas.openxmlformats.org/officeDocument/2006/relationships/customXml" Target="../ink/ink508.xml"/><Relationship Id="rId155" Type="http://schemas.openxmlformats.org/officeDocument/2006/relationships/image" Target="../media/image540.png"/><Relationship Id="rId176" Type="http://schemas.openxmlformats.org/officeDocument/2006/relationships/customXml" Target="../ink/ink556.xml"/><Relationship Id="rId197" Type="http://schemas.openxmlformats.org/officeDocument/2006/relationships/image" Target="../media/image561.png"/><Relationship Id="rId341" Type="http://schemas.openxmlformats.org/officeDocument/2006/relationships/image" Target="../media/image633.png"/><Relationship Id="rId362" Type="http://schemas.openxmlformats.org/officeDocument/2006/relationships/customXml" Target="../ink/ink649.xml"/><Relationship Id="rId201" Type="http://schemas.openxmlformats.org/officeDocument/2006/relationships/image" Target="../media/image563.png"/><Relationship Id="rId222" Type="http://schemas.openxmlformats.org/officeDocument/2006/relationships/customXml" Target="../ink/ink579.xml"/><Relationship Id="rId243" Type="http://schemas.openxmlformats.org/officeDocument/2006/relationships/image" Target="../media/image584.png"/><Relationship Id="rId264" Type="http://schemas.openxmlformats.org/officeDocument/2006/relationships/customXml" Target="../ink/ink600.xml"/><Relationship Id="rId285" Type="http://schemas.openxmlformats.org/officeDocument/2006/relationships/image" Target="../media/image605.png"/><Relationship Id="rId17" Type="http://schemas.openxmlformats.org/officeDocument/2006/relationships/image" Target="../media/image472.png"/><Relationship Id="rId38" Type="http://schemas.openxmlformats.org/officeDocument/2006/relationships/customXml" Target="../ink/ink487.xml"/><Relationship Id="rId59" Type="http://schemas.openxmlformats.org/officeDocument/2006/relationships/image" Target="../media/image493.png"/><Relationship Id="rId103" Type="http://schemas.openxmlformats.org/officeDocument/2006/relationships/image" Target="../media/image515.png"/><Relationship Id="rId124" Type="http://schemas.openxmlformats.org/officeDocument/2006/relationships/customXml" Target="../ink/ink530.xml"/><Relationship Id="rId310" Type="http://schemas.openxmlformats.org/officeDocument/2006/relationships/customXml" Target="../ink/ink623.xml"/><Relationship Id="rId70" Type="http://schemas.openxmlformats.org/officeDocument/2006/relationships/customXml" Target="../ink/ink503.xml"/><Relationship Id="rId91" Type="http://schemas.openxmlformats.org/officeDocument/2006/relationships/image" Target="../media/image509.png"/><Relationship Id="rId145" Type="http://schemas.openxmlformats.org/officeDocument/2006/relationships/image" Target="../media/image536.png"/><Relationship Id="rId166" Type="http://schemas.openxmlformats.org/officeDocument/2006/relationships/customXml" Target="../ink/ink551.xml"/><Relationship Id="rId187" Type="http://schemas.openxmlformats.org/officeDocument/2006/relationships/image" Target="../media/image556.png"/><Relationship Id="rId331" Type="http://schemas.openxmlformats.org/officeDocument/2006/relationships/image" Target="../media/image628.png"/><Relationship Id="rId352" Type="http://schemas.openxmlformats.org/officeDocument/2006/relationships/customXml" Target="../ink/ink644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574.xml"/><Relationship Id="rId233" Type="http://schemas.openxmlformats.org/officeDocument/2006/relationships/image" Target="../media/image579.png"/><Relationship Id="rId254" Type="http://schemas.openxmlformats.org/officeDocument/2006/relationships/customXml" Target="../ink/ink595.xml"/><Relationship Id="rId28" Type="http://schemas.openxmlformats.org/officeDocument/2006/relationships/customXml" Target="../ink/ink482.xml"/><Relationship Id="rId49" Type="http://schemas.openxmlformats.org/officeDocument/2006/relationships/image" Target="../media/image488.png"/><Relationship Id="rId114" Type="http://schemas.openxmlformats.org/officeDocument/2006/relationships/customXml" Target="../ink/ink525.xml"/><Relationship Id="rId275" Type="http://schemas.openxmlformats.org/officeDocument/2006/relationships/image" Target="../media/image600.png"/><Relationship Id="rId296" Type="http://schemas.openxmlformats.org/officeDocument/2006/relationships/customXml" Target="../ink/ink616.xml"/><Relationship Id="rId300" Type="http://schemas.openxmlformats.org/officeDocument/2006/relationships/customXml" Target="../ink/ink618.xml"/><Relationship Id="rId60" Type="http://schemas.openxmlformats.org/officeDocument/2006/relationships/customXml" Target="../ink/ink498.xml"/><Relationship Id="rId81" Type="http://schemas.openxmlformats.org/officeDocument/2006/relationships/image" Target="../media/image504.png"/><Relationship Id="rId135" Type="http://schemas.openxmlformats.org/officeDocument/2006/relationships/image" Target="../media/image531.png"/><Relationship Id="rId156" Type="http://schemas.openxmlformats.org/officeDocument/2006/relationships/customXml" Target="../ink/ink546.xml"/><Relationship Id="rId177" Type="http://schemas.openxmlformats.org/officeDocument/2006/relationships/image" Target="../media/image551.png"/><Relationship Id="rId198" Type="http://schemas.openxmlformats.org/officeDocument/2006/relationships/customXml" Target="../ink/ink567.xml"/><Relationship Id="rId321" Type="http://schemas.openxmlformats.org/officeDocument/2006/relationships/image" Target="../media/image623.png"/><Relationship Id="rId342" Type="http://schemas.openxmlformats.org/officeDocument/2006/relationships/customXml" Target="../ink/ink639.xml"/><Relationship Id="rId363" Type="http://schemas.openxmlformats.org/officeDocument/2006/relationships/image" Target="../media/image644.png"/><Relationship Id="rId202" Type="http://schemas.openxmlformats.org/officeDocument/2006/relationships/customXml" Target="../ink/ink569.xml"/><Relationship Id="rId223" Type="http://schemas.openxmlformats.org/officeDocument/2006/relationships/image" Target="../media/image574.png"/><Relationship Id="rId244" Type="http://schemas.openxmlformats.org/officeDocument/2006/relationships/customXml" Target="../ink/ink590.xml"/><Relationship Id="rId18" Type="http://schemas.openxmlformats.org/officeDocument/2006/relationships/customXml" Target="../ink/ink477.xml"/><Relationship Id="rId39" Type="http://schemas.openxmlformats.org/officeDocument/2006/relationships/image" Target="../media/image483.png"/><Relationship Id="rId265" Type="http://schemas.openxmlformats.org/officeDocument/2006/relationships/image" Target="../media/image595.png"/><Relationship Id="rId286" Type="http://schemas.openxmlformats.org/officeDocument/2006/relationships/customXml" Target="../ink/ink611.xml"/><Relationship Id="rId50" Type="http://schemas.openxmlformats.org/officeDocument/2006/relationships/customXml" Target="../ink/ink493.xml"/><Relationship Id="rId104" Type="http://schemas.openxmlformats.org/officeDocument/2006/relationships/customXml" Target="../ink/ink520.xml"/><Relationship Id="rId125" Type="http://schemas.openxmlformats.org/officeDocument/2006/relationships/image" Target="../media/image526.png"/><Relationship Id="rId146" Type="http://schemas.openxmlformats.org/officeDocument/2006/relationships/customXml" Target="../ink/ink541.xml"/><Relationship Id="rId167" Type="http://schemas.openxmlformats.org/officeDocument/2006/relationships/image" Target="../media/image546.png"/><Relationship Id="rId188" Type="http://schemas.openxmlformats.org/officeDocument/2006/relationships/customXml" Target="../ink/ink562.xml"/><Relationship Id="rId311" Type="http://schemas.openxmlformats.org/officeDocument/2006/relationships/image" Target="../media/image618.png"/><Relationship Id="rId332" Type="http://schemas.openxmlformats.org/officeDocument/2006/relationships/customXml" Target="../ink/ink634.xml"/><Relationship Id="rId353" Type="http://schemas.openxmlformats.org/officeDocument/2006/relationships/image" Target="../media/image639.png"/><Relationship Id="rId71" Type="http://schemas.openxmlformats.org/officeDocument/2006/relationships/image" Target="../media/image499.png"/><Relationship Id="rId92" Type="http://schemas.openxmlformats.org/officeDocument/2006/relationships/customXml" Target="../ink/ink514.xml"/><Relationship Id="rId213" Type="http://schemas.openxmlformats.org/officeDocument/2006/relationships/image" Target="../media/image569.png"/><Relationship Id="rId234" Type="http://schemas.openxmlformats.org/officeDocument/2006/relationships/customXml" Target="../ink/ink585.xml"/><Relationship Id="rId2" Type="http://schemas.openxmlformats.org/officeDocument/2006/relationships/customXml" Target="../ink/ink469.xml"/><Relationship Id="rId29" Type="http://schemas.openxmlformats.org/officeDocument/2006/relationships/image" Target="../media/image478.png"/><Relationship Id="rId255" Type="http://schemas.openxmlformats.org/officeDocument/2006/relationships/image" Target="../media/image590.png"/><Relationship Id="rId276" Type="http://schemas.openxmlformats.org/officeDocument/2006/relationships/customXml" Target="../ink/ink606.xml"/><Relationship Id="rId297" Type="http://schemas.openxmlformats.org/officeDocument/2006/relationships/image" Target="../media/image611.png"/><Relationship Id="rId40" Type="http://schemas.openxmlformats.org/officeDocument/2006/relationships/customXml" Target="../ink/ink488.xml"/><Relationship Id="rId115" Type="http://schemas.openxmlformats.org/officeDocument/2006/relationships/image" Target="../media/image521.png"/><Relationship Id="rId136" Type="http://schemas.openxmlformats.org/officeDocument/2006/relationships/customXml" Target="../ink/ink536.xml"/><Relationship Id="rId157" Type="http://schemas.openxmlformats.org/officeDocument/2006/relationships/image" Target="../media/image541.png"/><Relationship Id="rId178" Type="http://schemas.openxmlformats.org/officeDocument/2006/relationships/customXml" Target="../ink/ink557.xml"/><Relationship Id="rId301" Type="http://schemas.openxmlformats.org/officeDocument/2006/relationships/image" Target="../media/image613.png"/><Relationship Id="rId322" Type="http://schemas.openxmlformats.org/officeDocument/2006/relationships/customXml" Target="../ink/ink629.xml"/><Relationship Id="rId343" Type="http://schemas.openxmlformats.org/officeDocument/2006/relationships/image" Target="../media/image634.png"/><Relationship Id="rId364" Type="http://schemas.openxmlformats.org/officeDocument/2006/relationships/customXml" Target="../ink/ink650.xml"/><Relationship Id="rId61" Type="http://schemas.openxmlformats.org/officeDocument/2006/relationships/image" Target="../media/image494.png"/><Relationship Id="rId82" Type="http://schemas.openxmlformats.org/officeDocument/2006/relationships/customXml" Target="../ink/ink509.xml"/><Relationship Id="rId199" Type="http://schemas.openxmlformats.org/officeDocument/2006/relationships/image" Target="../media/image562.png"/><Relationship Id="rId203" Type="http://schemas.openxmlformats.org/officeDocument/2006/relationships/image" Target="../media/image564.png"/><Relationship Id="rId19" Type="http://schemas.openxmlformats.org/officeDocument/2006/relationships/image" Target="../media/image473.png"/><Relationship Id="rId224" Type="http://schemas.openxmlformats.org/officeDocument/2006/relationships/customXml" Target="../ink/ink580.xml"/><Relationship Id="rId245" Type="http://schemas.openxmlformats.org/officeDocument/2006/relationships/image" Target="../media/image585.png"/><Relationship Id="rId266" Type="http://schemas.openxmlformats.org/officeDocument/2006/relationships/customXml" Target="../ink/ink601.xml"/><Relationship Id="rId287" Type="http://schemas.openxmlformats.org/officeDocument/2006/relationships/image" Target="../media/image606.png"/><Relationship Id="rId30" Type="http://schemas.openxmlformats.org/officeDocument/2006/relationships/customXml" Target="../ink/ink483.xml"/><Relationship Id="rId105" Type="http://schemas.openxmlformats.org/officeDocument/2006/relationships/image" Target="../media/image516.png"/><Relationship Id="rId126" Type="http://schemas.openxmlformats.org/officeDocument/2006/relationships/customXml" Target="../ink/ink531.xml"/><Relationship Id="rId147" Type="http://schemas.openxmlformats.org/officeDocument/2006/relationships/image" Target="../media/image537.png"/><Relationship Id="rId168" Type="http://schemas.openxmlformats.org/officeDocument/2006/relationships/customXml" Target="../ink/ink552.xml"/><Relationship Id="rId312" Type="http://schemas.openxmlformats.org/officeDocument/2006/relationships/customXml" Target="../ink/ink624.xml"/><Relationship Id="rId333" Type="http://schemas.openxmlformats.org/officeDocument/2006/relationships/image" Target="../media/image629.png"/><Relationship Id="rId354" Type="http://schemas.openxmlformats.org/officeDocument/2006/relationships/customXml" Target="../ink/ink645.xml"/><Relationship Id="rId51" Type="http://schemas.openxmlformats.org/officeDocument/2006/relationships/image" Target="../media/image489.png"/><Relationship Id="rId72" Type="http://schemas.openxmlformats.org/officeDocument/2006/relationships/customXml" Target="../ink/ink504.xml"/><Relationship Id="rId93" Type="http://schemas.openxmlformats.org/officeDocument/2006/relationships/image" Target="../media/image510.png"/><Relationship Id="rId189" Type="http://schemas.openxmlformats.org/officeDocument/2006/relationships/image" Target="../media/image557.png"/><Relationship Id="rId3" Type="http://schemas.openxmlformats.org/officeDocument/2006/relationships/image" Target="../media/image465.png"/><Relationship Id="rId214" Type="http://schemas.openxmlformats.org/officeDocument/2006/relationships/customXml" Target="../ink/ink575.xml"/><Relationship Id="rId235" Type="http://schemas.openxmlformats.org/officeDocument/2006/relationships/image" Target="../media/image580.png"/><Relationship Id="rId256" Type="http://schemas.openxmlformats.org/officeDocument/2006/relationships/customXml" Target="../ink/ink596.xml"/><Relationship Id="rId277" Type="http://schemas.openxmlformats.org/officeDocument/2006/relationships/image" Target="../media/image601.png"/><Relationship Id="rId298" Type="http://schemas.openxmlformats.org/officeDocument/2006/relationships/customXml" Target="../ink/ink617.xml"/><Relationship Id="rId116" Type="http://schemas.openxmlformats.org/officeDocument/2006/relationships/customXml" Target="../ink/ink526.xml"/><Relationship Id="rId137" Type="http://schemas.openxmlformats.org/officeDocument/2006/relationships/image" Target="../media/image532.png"/><Relationship Id="rId158" Type="http://schemas.openxmlformats.org/officeDocument/2006/relationships/customXml" Target="../ink/ink547.xml"/><Relationship Id="rId302" Type="http://schemas.openxmlformats.org/officeDocument/2006/relationships/customXml" Target="../ink/ink619.xml"/><Relationship Id="rId323" Type="http://schemas.openxmlformats.org/officeDocument/2006/relationships/image" Target="../media/image624.png"/><Relationship Id="rId344" Type="http://schemas.openxmlformats.org/officeDocument/2006/relationships/customXml" Target="../ink/ink640.xml"/><Relationship Id="rId20" Type="http://schemas.openxmlformats.org/officeDocument/2006/relationships/customXml" Target="../ink/ink478.xml"/><Relationship Id="rId41" Type="http://schemas.openxmlformats.org/officeDocument/2006/relationships/image" Target="../media/image484.png"/><Relationship Id="rId62" Type="http://schemas.openxmlformats.org/officeDocument/2006/relationships/customXml" Target="../ink/ink499.xml"/><Relationship Id="rId83" Type="http://schemas.openxmlformats.org/officeDocument/2006/relationships/image" Target="../media/image505.png"/><Relationship Id="rId179" Type="http://schemas.openxmlformats.org/officeDocument/2006/relationships/image" Target="../media/image552.png"/><Relationship Id="rId365" Type="http://schemas.openxmlformats.org/officeDocument/2006/relationships/image" Target="../media/image645.png"/><Relationship Id="rId190" Type="http://schemas.openxmlformats.org/officeDocument/2006/relationships/customXml" Target="../ink/ink563.xml"/><Relationship Id="rId204" Type="http://schemas.openxmlformats.org/officeDocument/2006/relationships/customXml" Target="../ink/ink570.xml"/><Relationship Id="rId225" Type="http://schemas.openxmlformats.org/officeDocument/2006/relationships/image" Target="../media/image575.png"/><Relationship Id="rId246" Type="http://schemas.openxmlformats.org/officeDocument/2006/relationships/customXml" Target="../ink/ink591.xml"/><Relationship Id="rId267" Type="http://schemas.openxmlformats.org/officeDocument/2006/relationships/image" Target="../media/image596.png"/><Relationship Id="rId288" Type="http://schemas.openxmlformats.org/officeDocument/2006/relationships/customXml" Target="../ink/ink612.xml"/><Relationship Id="rId106" Type="http://schemas.openxmlformats.org/officeDocument/2006/relationships/customXml" Target="../ink/ink521.xml"/><Relationship Id="rId127" Type="http://schemas.openxmlformats.org/officeDocument/2006/relationships/image" Target="../media/image527.png"/><Relationship Id="rId313" Type="http://schemas.openxmlformats.org/officeDocument/2006/relationships/image" Target="../media/image619.png"/><Relationship Id="rId10" Type="http://schemas.openxmlformats.org/officeDocument/2006/relationships/customXml" Target="../ink/ink473.xml"/><Relationship Id="rId31" Type="http://schemas.openxmlformats.org/officeDocument/2006/relationships/image" Target="../media/image479.png"/><Relationship Id="rId52" Type="http://schemas.openxmlformats.org/officeDocument/2006/relationships/customXml" Target="../ink/ink494.xml"/><Relationship Id="rId73" Type="http://schemas.openxmlformats.org/officeDocument/2006/relationships/image" Target="../media/image500.png"/><Relationship Id="rId94" Type="http://schemas.openxmlformats.org/officeDocument/2006/relationships/customXml" Target="../ink/ink515.xml"/><Relationship Id="rId148" Type="http://schemas.openxmlformats.org/officeDocument/2006/relationships/customXml" Target="../ink/ink542.xml"/><Relationship Id="rId169" Type="http://schemas.openxmlformats.org/officeDocument/2006/relationships/image" Target="../media/image547.png"/><Relationship Id="rId334" Type="http://schemas.openxmlformats.org/officeDocument/2006/relationships/customXml" Target="../ink/ink635.xml"/><Relationship Id="rId355" Type="http://schemas.openxmlformats.org/officeDocument/2006/relationships/image" Target="../media/image640.png"/><Relationship Id="rId4" Type="http://schemas.openxmlformats.org/officeDocument/2006/relationships/customXml" Target="../ink/ink470.xml"/><Relationship Id="rId180" Type="http://schemas.openxmlformats.org/officeDocument/2006/relationships/customXml" Target="../ink/ink558.xml"/><Relationship Id="rId215" Type="http://schemas.openxmlformats.org/officeDocument/2006/relationships/image" Target="../media/image570.png"/><Relationship Id="rId236" Type="http://schemas.openxmlformats.org/officeDocument/2006/relationships/customXml" Target="../ink/ink586.xml"/><Relationship Id="rId257" Type="http://schemas.openxmlformats.org/officeDocument/2006/relationships/image" Target="../media/image591.png"/><Relationship Id="rId278" Type="http://schemas.openxmlformats.org/officeDocument/2006/relationships/customXml" Target="../ink/ink607.xml"/><Relationship Id="rId303" Type="http://schemas.openxmlformats.org/officeDocument/2006/relationships/image" Target="../media/image614.png"/><Relationship Id="rId42" Type="http://schemas.openxmlformats.org/officeDocument/2006/relationships/customXml" Target="../ink/ink489.xml"/><Relationship Id="rId84" Type="http://schemas.openxmlformats.org/officeDocument/2006/relationships/customXml" Target="../ink/ink510.xml"/><Relationship Id="rId138" Type="http://schemas.openxmlformats.org/officeDocument/2006/relationships/customXml" Target="../ink/ink537.xml"/><Relationship Id="rId345" Type="http://schemas.openxmlformats.org/officeDocument/2006/relationships/image" Target="../media/image635.png"/><Relationship Id="rId191" Type="http://schemas.openxmlformats.org/officeDocument/2006/relationships/image" Target="../media/image558.png"/><Relationship Id="rId205" Type="http://schemas.openxmlformats.org/officeDocument/2006/relationships/image" Target="../media/image565.png"/><Relationship Id="rId247" Type="http://schemas.openxmlformats.org/officeDocument/2006/relationships/image" Target="../media/image586.png"/><Relationship Id="rId107" Type="http://schemas.openxmlformats.org/officeDocument/2006/relationships/image" Target="../media/image517.png"/><Relationship Id="rId289" Type="http://schemas.openxmlformats.org/officeDocument/2006/relationships/image" Target="../media/image607.png"/><Relationship Id="rId11" Type="http://schemas.openxmlformats.org/officeDocument/2006/relationships/image" Target="../media/image469.png"/><Relationship Id="rId53" Type="http://schemas.openxmlformats.org/officeDocument/2006/relationships/image" Target="../media/image490.png"/><Relationship Id="rId149" Type="http://schemas.openxmlformats.org/officeDocument/2006/relationships/image" Target="../media/image538.png"/><Relationship Id="rId314" Type="http://schemas.openxmlformats.org/officeDocument/2006/relationships/customXml" Target="../ink/ink625.xml"/><Relationship Id="rId356" Type="http://schemas.openxmlformats.org/officeDocument/2006/relationships/customXml" Target="../ink/ink646.xml"/><Relationship Id="rId95" Type="http://schemas.openxmlformats.org/officeDocument/2006/relationships/image" Target="../media/image511.png"/><Relationship Id="rId160" Type="http://schemas.openxmlformats.org/officeDocument/2006/relationships/customXml" Target="../ink/ink548.xml"/><Relationship Id="rId216" Type="http://schemas.openxmlformats.org/officeDocument/2006/relationships/customXml" Target="../ink/ink576.xml"/><Relationship Id="rId258" Type="http://schemas.openxmlformats.org/officeDocument/2006/relationships/customXml" Target="../ink/ink597.xml"/><Relationship Id="rId22" Type="http://schemas.openxmlformats.org/officeDocument/2006/relationships/customXml" Target="../ink/ink479.xml"/><Relationship Id="rId64" Type="http://schemas.openxmlformats.org/officeDocument/2006/relationships/customXml" Target="../ink/ink500.xml"/><Relationship Id="rId118" Type="http://schemas.openxmlformats.org/officeDocument/2006/relationships/customXml" Target="../ink/ink527.xml"/><Relationship Id="rId325" Type="http://schemas.openxmlformats.org/officeDocument/2006/relationships/image" Target="../media/image625.png"/><Relationship Id="rId171" Type="http://schemas.openxmlformats.org/officeDocument/2006/relationships/image" Target="../media/image548.png"/><Relationship Id="rId227" Type="http://schemas.openxmlformats.org/officeDocument/2006/relationships/image" Target="../media/image576.png"/><Relationship Id="rId269" Type="http://schemas.openxmlformats.org/officeDocument/2006/relationships/image" Target="../media/image597.png"/><Relationship Id="rId33" Type="http://schemas.openxmlformats.org/officeDocument/2006/relationships/image" Target="../media/image480.png"/><Relationship Id="rId129" Type="http://schemas.openxmlformats.org/officeDocument/2006/relationships/image" Target="../media/image528.png"/><Relationship Id="rId280" Type="http://schemas.openxmlformats.org/officeDocument/2006/relationships/customXml" Target="../ink/ink608.xml"/><Relationship Id="rId336" Type="http://schemas.openxmlformats.org/officeDocument/2006/relationships/customXml" Target="../ink/ink636.xml"/><Relationship Id="rId75" Type="http://schemas.openxmlformats.org/officeDocument/2006/relationships/image" Target="../media/image501.png"/><Relationship Id="rId140" Type="http://schemas.openxmlformats.org/officeDocument/2006/relationships/customXml" Target="../ink/ink538.xml"/><Relationship Id="rId182" Type="http://schemas.openxmlformats.org/officeDocument/2006/relationships/customXml" Target="../ink/ink559.xml"/><Relationship Id="rId6" Type="http://schemas.openxmlformats.org/officeDocument/2006/relationships/customXml" Target="../ink/ink471.xml"/><Relationship Id="rId238" Type="http://schemas.openxmlformats.org/officeDocument/2006/relationships/customXml" Target="../ink/ink587.xml"/><Relationship Id="rId291" Type="http://schemas.openxmlformats.org/officeDocument/2006/relationships/image" Target="../media/image608.png"/><Relationship Id="rId305" Type="http://schemas.openxmlformats.org/officeDocument/2006/relationships/image" Target="../media/image615.png"/><Relationship Id="rId347" Type="http://schemas.openxmlformats.org/officeDocument/2006/relationships/image" Target="../media/image636.png"/><Relationship Id="rId44" Type="http://schemas.openxmlformats.org/officeDocument/2006/relationships/customXml" Target="../ink/ink490.xml"/><Relationship Id="rId86" Type="http://schemas.openxmlformats.org/officeDocument/2006/relationships/customXml" Target="../ink/ink511.xml"/><Relationship Id="rId151" Type="http://schemas.openxmlformats.org/officeDocument/2006/relationships/image" Target="../media/image118.png"/><Relationship Id="rId193" Type="http://schemas.openxmlformats.org/officeDocument/2006/relationships/image" Target="../media/image559.png"/><Relationship Id="rId207" Type="http://schemas.openxmlformats.org/officeDocument/2006/relationships/image" Target="../media/image566.png"/><Relationship Id="rId249" Type="http://schemas.openxmlformats.org/officeDocument/2006/relationships/image" Target="../media/image587.png"/><Relationship Id="rId13" Type="http://schemas.openxmlformats.org/officeDocument/2006/relationships/image" Target="../media/image470.png"/><Relationship Id="rId109" Type="http://schemas.openxmlformats.org/officeDocument/2006/relationships/image" Target="../media/image518.png"/><Relationship Id="rId260" Type="http://schemas.openxmlformats.org/officeDocument/2006/relationships/customXml" Target="../ink/ink598.xml"/><Relationship Id="rId316" Type="http://schemas.openxmlformats.org/officeDocument/2006/relationships/customXml" Target="../ink/ink626.xml"/><Relationship Id="rId55" Type="http://schemas.openxmlformats.org/officeDocument/2006/relationships/image" Target="../media/image491.png"/><Relationship Id="rId97" Type="http://schemas.openxmlformats.org/officeDocument/2006/relationships/image" Target="../media/image512.png"/><Relationship Id="rId120" Type="http://schemas.openxmlformats.org/officeDocument/2006/relationships/customXml" Target="../ink/ink528.xml"/><Relationship Id="rId358" Type="http://schemas.openxmlformats.org/officeDocument/2006/relationships/customXml" Target="../ink/ink647.xml"/><Relationship Id="rId162" Type="http://schemas.openxmlformats.org/officeDocument/2006/relationships/customXml" Target="../ink/ink549.xml"/><Relationship Id="rId218" Type="http://schemas.openxmlformats.org/officeDocument/2006/relationships/customXml" Target="../ink/ink577.xml"/><Relationship Id="rId271" Type="http://schemas.openxmlformats.org/officeDocument/2006/relationships/image" Target="../media/image598.png"/><Relationship Id="rId24" Type="http://schemas.openxmlformats.org/officeDocument/2006/relationships/customXml" Target="../ink/ink480.xml"/><Relationship Id="rId66" Type="http://schemas.openxmlformats.org/officeDocument/2006/relationships/customXml" Target="../ink/ink501.xml"/><Relationship Id="rId131" Type="http://schemas.openxmlformats.org/officeDocument/2006/relationships/image" Target="../media/image529.png"/><Relationship Id="rId327" Type="http://schemas.openxmlformats.org/officeDocument/2006/relationships/image" Target="../media/image626.png"/><Relationship Id="rId173" Type="http://schemas.openxmlformats.org/officeDocument/2006/relationships/image" Target="../media/image549.png"/><Relationship Id="rId229" Type="http://schemas.openxmlformats.org/officeDocument/2006/relationships/image" Target="../media/image577.png"/><Relationship Id="rId240" Type="http://schemas.openxmlformats.org/officeDocument/2006/relationships/customXml" Target="../ink/ink588.xml"/><Relationship Id="rId35" Type="http://schemas.openxmlformats.org/officeDocument/2006/relationships/image" Target="../media/image481.png"/><Relationship Id="rId77" Type="http://schemas.openxmlformats.org/officeDocument/2006/relationships/image" Target="../media/image502.png"/><Relationship Id="rId100" Type="http://schemas.openxmlformats.org/officeDocument/2006/relationships/customXml" Target="../ink/ink518.xml"/><Relationship Id="rId282" Type="http://schemas.openxmlformats.org/officeDocument/2006/relationships/customXml" Target="../ink/ink609.xml"/><Relationship Id="rId338" Type="http://schemas.openxmlformats.org/officeDocument/2006/relationships/customXml" Target="../ink/ink637.xml"/><Relationship Id="rId8" Type="http://schemas.openxmlformats.org/officeDocument/2006/relationships/customXml" Target="../ink/ink472.xml"/><Relationship Id="rId142" Type="http://schemas.openxmlformats.org/officeDocument/2006/relationships/customXml" Target="../ink/ink539.xml"/><Relationship Id="rId184" Type="http://schemas.openxmlformats.org/officeDocument/2006/relationships/customXml" Target="../ink/ink560.xml"/><Relationship Id="rId251" Type="http://schemas.openxmlformats.org/officeDocument/2006/relationships/image" Target="../media/image588.png"/><Relationship Id="rId46" Type="http://schemas.openxmlformats.org/officeDocument/2006/relationships/customXml" Target="../ink/ink491.xml"/><Relationship Id="rId293" Type="http://schemas.openxmlformats.org/officeDocument/2006/relationships/image" Target="../media/image609.png"/><Relationship Id="rId307" Type="http://schemas.openxmlformats.org/officeDocument/2006/relationships/image" Target="../media/image616.png"/><Relationship Id="rId349" Type="http://schemas.openxmlformats.org/officeDocument/2006/relationships/image" Target="../media/image637.png"/><Relationship Id="rId88" Type="http://schemas.openxmlformats.org/officeDocument/2006/relationships/customXml" Target="../ink/ink512.xml"/><Relationship Id="rId111" Type="http://schemas.openxmlformats.org/officeDocument/2006/relationships/image" Target="../media/image519.png"/><Relationship Id="rId153" Type="http://schemas.openxmlformats.org/officeDocument/2006/relationships/image" Target="../media/image539.png"/><Relationship Id="rId195" Type="http://schemas.openxmlformats.org/officeDocument/2006/relationships/image" Target="../media/image560.png"/><Relationship Id="rId209" Type="http://schemas.openxmlformats.org/officeDocument/2006/relationships/image" Target="../media/image567.png"/><Relationship Id="rId360" Type="http://schemas.openxmlformats.org/officeDocument/2006/relationships/customXml" Target="../ink/ink648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03.png"/><Relationship Id="rId299" Type="http://schemas.openxmlformats.org/officeDocument/2006/relationships/image" Target="../media/image793.png"/><Relationship Id="rId21" Type="http://schemas.openxmlformats.org/officeDocument/2006/relationships/image" Target="../media/image655.png"/><Relationship Id="rId63" Type="http://schemas.openxmlformats.org/officeDocument/2006/relationships/image" Target="../media/image676.png"/><Relationship Id="rId159" Type="http://schemas.openxmlformats.org/officeDocument/2006/relationships/image" Target="../media/image724.png"/><Relationship Id="rId324" Type="http://schemas.openxmlformats.org/officeDocument/2006/relationships/customXml" Target="../ink/ink812.xml"/><Relationship Id="rId170" Type="http://schemas.openxmlformats.org/officeDocument/2006/relationships/customXml" Target="../ink/ink735.xml"/><Relationship Id="rId226" Type="http://schemas.openxmlformats.org/officeDocument/2006/relationships/customXml" Target="../ink/ink763.xml"/><Relationship Id="rId268" Type="http://schemas.openxmlformats.org/officeDocument/2006/relationships/customXml" Target="../ink/ink784.xml"/><Relationship Id="rId32" Type="http://schemas.openxmlformats.org/officeDocument/2006/relationships/customXml" Target="../ink/ink666.xml"/><Relationship Id="rId74" Type="http://schemas.openxmlformats.org/officeDocument/2006/relationships/customXml" Target="../ink/ink687.xml"/><Relationship Id="rId128" Type="http://schemas.openxmlformats.org/officeDocument/2006/relationships/customXml" Target="../ink/ink714.xml"/><Relationship Id="rId335" Type="http://schemas.openxmlformats.org/officeDocument/2006/relationships/image" Target="../media/image811.png"/><Relationship Id="rId5" Type="http://schemas.openxmlformats.org/officeDocument/2006/relationships/image" Target="../media/image647.png"/><Relationship Id="rId181" Type="http://schemas.openxmlformats.org/officeDocument/2006/relationships/image" Target="../media/image735.png"/><Relationship Id="rId237" Type="http://schemas.openxmlformats.org/officeDocument/2006/relationships/image" Target="../media/image763.png"/><Relationship Id="rId279" Type="http://schemas.openxmlformats.org/officeDocument/2006/relationships/image" Target="../media/image784.png"/><Relationship Id="rId43" Type="http://schemas.openxmlformats.org/officeDocument/2006/relationships/image" Target="../media/image666.png"/><Relationship Id="rId139" Type="http://schemas.openxmlformats.org/officeDocument/2006/relationships/image" Target="../media/image714.png"/><Relationship Id="rId290" Type="http://schemas.openxmlformats.org/officeDocument/2006/relationships/customXml" Target="../ink/ink795.xml"/><Relationship Id="rId304" Type="http://schemas.openxmlformats.org/officeDocument/2006/relationships/customXml" Target="../ink/ink802.xml"/><Relationship Id="rId346" Type="http://schemas.openxmlformats.org/officeDocument/2006/relationships/customXml" Target="../ink/ink823.xml"/><Relationship Id="rId85" Type="http://schemas.openxmlformats.org/officeDocument/2006/relationships/image" Target="../media/image687.png"/><Relationship Id="rId150" Type="http://schemas.openxmlformats.org/officeDocument/2006/relationships/customXml" Target="../ink/ink725.xml"/><Relationship Id="rId192" Type="http://schemas.openxmlformats.org/officeDocument/2006/relationships/customXml" Target="../ink/ink746.xml"/><Relationship Id="rId206" Type="http://schemas.openxmlformats.org/officeDocument/2006/relationships/customXml" Target="../ink/ink753.xml"/><Relationship Id="rId248" Type="http://schemas.openxmlformats.org/officeDocument/2006/relationships/customXml" Target="../ink/ink774.xml"/><Relationship Id="rId12" Type="http://schemas.openxmlformats.org/officeDocument/2006/relationships/customXml" Target="../ink/ink656.xml"/><Relationship Id="rId108" Type="http://schemas.openxmlformats.org/officeDocument/2006/relationships/customXml" Target="../ink/ink704.xml"/><Relationship Id="rId315" Type="http://schemas.openxmlformats.org/officeDocument/2006/relationships/image" Target="../media/image801.png"/><Relationship Id="rId357" Type="http://schemas.openxmlformats.org/officeDocument/2006/relationships/image" Target="../media/image822.png"/><Relationship Id="rId54" Type="http://schemas.openxmlformats.org/officeDocument/2006/relationships/customXml" Target="../ink/ink677.xml"/><Relationship Id="rId96" Type="http://schemas.openxmlformats.org/officeDocument/2006/relationships/customXml" Target="../ink/ink698.xml"/><Relationship Id="rId161" Type="http://schemas.openxmlformats.org/officeDocument/2006/relationships/image" Target="../media/image725.png"/><Relationship Id="rId217" Type="http://schemas.openxmlformats.org/officeDocument/2006/relationships/image" Target="../media/image753.png"/><Relationship Id="rId259" Type="http://schemas.openxmlformats.org/officeDocument/2006/relationships/image" Target="../media/image774.png"/><Relationship Id="rId23" Type="http://schemas.openxmlformats.org/officeDocument/2006/relationships/image" Target="../media/image656.png"/><Relationship Id="rId119" Type="http://schemas.openxmlformats.org/officeDocument/2006/relationships/image" Target="../media/image704.png"/><Relationship Id="rId270" Type="http://schemas.openxmlformats.org/officeDocument/2006/relationships/customXml" Target="../ink/ink785.xml"/><Relationship Id="rId326" Type="http://schemas.openxmlformats.org/officeDocument/2006/relationships/customXml" Target="../ink/ink813.xml"/><Relationship Id="rId65" Type="http://schemas.openxmlformats.org/officeDocument/2006/relationships/image" Target="../media/image677.png"/><Relationship Id="rId130" Type="http://schemas.openxmlformats.org/officeDocument/2006/relationships/customXml" Target="../ink/ink715.xml"/><Relationship Id="rId172" Type="http://schemas.openxmlformats.org/officeDocument/2006/relationships/customXml" Target="../ink/ink736.xml"/><Relationship Id="rId228" Type="http://schemas.openxmlformats.org/officeDocument/2006/relationships/customXml" Target="../ink/ink764.xml"/><Relationship Id="rId281" Type="http://schemas.openxmlformats.org/officeDocument/2006/relationships/image" Target="../media/image785.png"/><Relationship Id="rId337" Type="http://schemas.openxmlformats.org/officeDocument/2006/relationships/image" Target="../media/image812.png"/><Relationship Id="rId34" Type="http://schemas.openxmlformats.org/officeDocument/2006/relationships/customXml" Target="../ink/ink667.xml"/><Relationship Id="rId76" Type="http://schemas.openxmlformats.org/officeDocument/2006/relationships/customXml" Target="../ink/ink688.xml"/><Relationship Id="rId141" Type="http://schemas.openxmlformats.org/officeDocument/2006/relationships/image" Target="../media/image715.png"/><Relationship Id="rId7" Type="http://schemas.openxmlformats.org/officeDocument/2006/relationships/image" Target="../media/image648.png"/><Relationship Id="rId183" Type="http://schemas.openxmlformats.org/officeDocument/2006/relationships/image" Target="../media/image736.png"/><Relationship Id="rId239" Type="http://schemas.openxmlformats.org/officeDocument/2006/relationships/image" Target="../media/image764.png"/><Relationship Id="rId250" Type="http://schemas.openxmlformats.org/officeDocument/2006/relationships/customXml" Target="../ink/ink775.xml"/><Relationship Id="rId292" Type="http://schemas.openxmlformats.org/officeDocument/2006/relationships/customXml" Target="../ink/ink796.xml"/><Relationship Id="rId306" Type="http://schemas.openxmlformats.org/officeDocument/2006/relationships/customXml" Target="../ink/ink803.xml"/><Relationship Id="rId45" Type="http://schemas.openxmlformats.org/officeDocument/2006/relationships/image" Target="../media/image667.png"/><Relationship Id="rId87" Type="http://schemas.openxmlformats.org/officeDocument/2006/relationships/image" Target="../media/image688.png"/><Relationship Id="rId110" Type="http://schemas.openxmlformats.org/officeDocument/2006/relationships/customXml" Target="../ink/ink705.xml"/><Relationship Id="rId348" Type="http://schemas.openxmlformats.org/officeDocument/2006/relationships/customXml" Target="../ink/ink824.xml"/><Relationship Id="rId152" Type="http://schemas.openxmlformats.org/officeDocument/2006/relationships/customXml" Target="../ink/ink726.xml"/><Relationship Id="rId194" Type="http://schemas.openxmlformats.org/officeDocument/2006/relationships/customXml" Target="../ink/ink747.xml"/><Relationship Id="rId208" Type="http://schemas.openxmlformats.org/officeDocument/2006/relationships/customXml" Target="../ink/ink754.xml"/><Relationship Id="rId261" Type="http://schemas.openxmlformats.org/officeDocument/2006/relationships/image" Target="../media/image775.png"/><Relationship Id="rId14" Type="http://schemas.openxmlformats.org/officeDocument/2006/relationships/customXml" Target="../ink/ink657.xml"/><Relationship Id="rId56" Type="http://schemas.openxmlformats.org/officeDocument/2006/relationships/customXml" Target="../ink/ink678.xml"/><Relationship Id="rId317" Type="http://schemas.openxmlformats.org/officeDocument/2006/relationships/image" Target="../media/image802.png"/><Relationship Id="rId359" Type="http://schemas.openxmlformats.org/officeDocument/2006/relationships/image" Target="../media/image823.png"/><Relationship Id="rId98" Type="http://schemas.openxmlformats.org/officeDocument/2006/relationships/customXml" Target="../ink/ink699.xml"/><Relationship Id="rId121" Type="http://schemas.openxmlformats.org/officeDocument/2006/relationships/image" Target="../media/image705.png"/><Relationship Id="rId163" Type="http://schemas.openxmlformats.org/officeDocument/2006/relationships/image" Target="../media/image726.png"/><Relationship Id="rId219" Type="http://schemas.openxmlformats.org/officeDocument/2006/relationships/image" Target="../media/image754.png"/><Relationship Id="rId230" Type="http://schemas.openxmlformats.org/officeDocument/2006/relationships/customXml" Target="../ink/ink765.xml"/><Relationship Id="rId25" Type="http://schemas.openxmlformats.org/officeDocument/2006/relationships/image" Target="../media/image657.png"/><Relationship Id="rId67" Type="http://schemas.openxmlformats.org/officeDocument/2006/relationships/image" Target="../media/image678.png"/><Relationship Id="rId272" Type="http://schemas.openxmlformats.org/officeDocument/2006/relationships/customXml" Target="../ink/ink786.xml"/><Relationship Id="rId328" Type="http://schemas.openxmlformats.org/officeDocument/2006/relationships/customXml" Target="../ink/ink814.xml"/><Relationship Id="rId88" Type="http://schemas.openxmlformats.org/officeDocument/2006/relationships/customXml" Target="../ink/ink694.xml"/><Relationship Id="rId111" Type="http://schemas.openxmlformats.org/officeDocument/2006/relationships/image" Target="../media/image700.png"/><Relationship Id="rId132" Type="http://schemas.openxmlformats.org/officeDocument/2006/relationships/customXml" Target="../ink/ink716.xml"/><Relationship Id="rId153" Type="http://schemas.openxmlformats.org/officeDocument/2006/relationships/image" Target="../media/image721.png"/><Relationship Id="rId174" Type="http://schemas.openxmlformats.org/officeDocument/2006/relationships/customXml" Target="../ink/ink737.xml"/><Relationship Id="rId195" Type="http://schemas.openxmlformats.org/officeDocument/2006/relationships/image" Target="../media/image742.png"/><Relationship Id="rId209" Type="http://schemas.openxmlformats.org/officeDocument/2006/relationships/image" Target="../media/image749.png"/><Relationship Id="rId360" Type="http://schemas.openxmlformats.org/officeDocument/2006/relationships/customXml" Target="../ink/ink830.xml"/><Relationship Id="rId220" Type="http://schemas.openxmlformats.org/officeDocument/2006/relationships/customXml" Target="../ink/ink760.xml"/><Relationship Id="rId241" Type="http://schemas.openxmlformats.org/officeDocument/2006/relationships/image" Target="../media/image765.png"/><Relationship Id="rId15" Type="http://schemas.openxmlformats.org/officeDocument/2006/relationships/image" Target="../media/image652.png"/><Relationship Id="rId36" Type="http://schemas.openxmlformats.org/officeDocument/2006/relationships/customXml" Target="../ink/ink668.xml"/><Relationship Id="rId57" Type="http://schemas.openxmlformats.org/officeDocument/2006/relationships/image" Target="../media/image673.png"/><Relationship Id="rId262" Type="http://schemas.openxmlformats.org/officeDocument/2006/relationships/customXml" Target="../ink/ink781.xml"/><Relationship Id="rId283" Type="http://schemas.openxmlformats.org/officeDocument/2006/relationships/image" Target="../media/image786.png"/><Relationship Id="rId318" Type="http://schemas.openxmlformats.org/officeDocument/2006/relationships/customXml" Target="../ink/ink809.xml"/><Relationship Id="rId339" Type="http://schemas.openxmlformats.org/officeDocument/2006/relationships/image" Target="../media/image813.png"/><Relationship Id="rId78" Type="http://schemas.openxmlformats.org/officeDocument/2006/relationships/customXml" Target="../ink/ink689.xml"/><Relationship Id="rId99" Type="http://schemas.openxmlformats.org/officeDocument/2006/relationships/image" Target="../media/image694.png"/><Relationship Id="rId101" Type="http://schemas.openxmlformats.org/officeDocument/2006/relationships/image" Target="../media/image695.png"/><Relationship Id="rId122" Type="http://schemas.openxmlformats.org/officeDocument/2006/relationships/customXml" Target="../ink/ink711.xml"/><Relationship Id="rId143" Type="http://schemas.openxmlformats.org/officeDocument/2006/relationships/image" Target="../media/image716.png"/><Relationship Id="rId164" Type="http://schemas.openxmlformats.org/officeDocument/2006/relationships/customXml" Target="../ink/ink732.xml"/><Relationship Id="rId185" Type="http://schemas.openxmlformats.org/officeDocument/2006/relationships/image" Target="../media/image737.png"/><Relationship Id="rId350" Type="http://schemas.openxmlformats.org/officeDocument/2006/relationships/customXml" Target="../ink/ink825.xml"/><Relationship Id="rId9" Type="http://schemas.openxmlformats.org/officeDocument/2006/relationships/image" Target="../media/image649.png"/><Relationship Id="rId210" Type="http://schemas.openxmlformats.org/officeDocument/2006/relationships/customXml" Target="../ink/ink755.xml"/><Relationship Id="rId26" Type="http://schemas.openxmlformats.org/officeDocument/2006/relationships/customXml" Target="../ink/ink663.xml"/><Relationship Id="rId231" Type="http://schemas.openxmlformats.org/officeDocument/2006/relationships/image" Target="../media/image760.png"/><Relationship Id="rId252" Type="http://schemas.openxmlformats.org/officeDocument/2006/relationships/customXml" Target="../ink/ink776.xml"/><Relationship Id="rId273" Type="http://schemas.openxmlformats.org/officeDocument/2006/relationships/image" Target="../media/image781.png"/><Relationship Id="rId294" Type="http://schemas.openxmlformats.org/officeDocument/2006/relationships/customXml" Target="../ink/ink797.xml"/><Relationship Id="rId308" Type="http://schemas.openxmlformats.org/officeDocument/2006/relationships/customXml" Target="../ink/ink804.xml"/><Relationship Id="rId329" Type="http://schemas.openxmlformats.org/officeDocument/2006/relationships/image" Target="../media/image808.png"/><Relationship Id="rId47" Type="http://schemas.openxmlformats.org/officeDocument/2006/relationships/image" Target="../media/image668.png"/><Relationship Id="rId68" Type="http://schemas.openxmlformats.org/officeDocument/2006/relationships/customXml" Target="../ink/ink684.xml"/><Relationship Id="rId89" Type="http://schemas.openxmlformats.org/officeDocument/2006/relationships/image" Target="../media/image689.png"/><Relationship Id="rId112" Type="http://schemas.openxmlformats.org/officeDocument/2006/relationships/customXml" Target="../ink/ink706.xml"/><Relationship Id="rId133" Type="http://schemas.openxmlformats.org/officeDocument/2006/relationships/image" Target="../media/image711.png"/><Relationship Id="rId154" Type="http://schemas.openxmlformats.org/officeDocument/2006/relationships/customXml" Target="../ink/ink727.xml"/><Relationship Id="rId175" Type="http://schemas.openxmlformats.org/officeDocument/2006/relationships/image" Target="../media/image732.png"/><Relationship Id="rId340" Type="http://schemas.openxmlformats.org/officeDocument/2006/relationships/customXml" Target="../ink/ink820.xml"/><Relationship Id="rId361" Type="http://schemas.openxmlformats.org/officeDocument/2006/relationships/image" Target="../media/image824.png"/><Relationship Id="rId196" Type="http://schemas.openxmlformats.org/officeDocument/2006/relationships/customXml" Target="../ink/ink748.xml"/><Relationship Id="rId200" Type="http://schemas.openxmlformats.org/officeDocument/2006/relationships/customXml" Target="../ink/ink750.xml"/><Relationship Id="rId16" Type="http://schemas.openxmlformats.org/officeDocument/2006/relationships/customXml" Target="../ink/ink658.xml"/><Relationship Id="rId221" Type="http://schemas.openxmlformats.org/officeDocument/2006/relationships/image" Target="../media/image755.png"/><Relationship Id="rId242" Type="http://schemas.openxmlformats.org/officeDocument/2006/relationships/customXml" Target="../ink/ink771.xml"/><Relationship Id="rId263" Type="http://schemas.openxmlformats.org/officeDocument/2006/relationships/image" Target="../media/image776.png"/><Relationship Id="rId284" Type="http://schemas.openxmlformats.org/officeDocument/2006/relationships/customXml" Target="../ink/ink792.xml"/><Relationship Id="rId319" Type="http://schemas.openxmlformats.org/officeDocument/2006/relationships/image" Target="../media/image803.png"/><Relationship Id="rId37" Type="http://schemas.openxmlformats.org/officeDocument/2006/relationships/image" Target="../media/image663.png"/><Relationship Id="rId58" Type="http://schemas.openxmlformats.org/officeDocument/2006/relationships/customXml" Target="../ink/ink679.xml"/><Relationship Id="rId79" Type="http://schemas.openxmlformats.org/officeDocument/2006/relationships/image" Target="../media/image684.png"/><Relationship Id="rId102" Type="http://schemas.openxmlformats.org/officeDocument/2006/relationships/customXml" Target="../ink/ink701.xml"/><Relationship Id="rId123" Type="http://schemas.openxmlformats.org/officeDocument/2006/relationships/image" Target="../media/image706.png"/><Relationship Id="rId144" Type="http://schemas.openxmlformats.org/officeDocument/2006/relationships/customXml" Target="../ink/ink722.xml"/><Relationship Id="rId330" Type="http://schemas.openxmlformats.org/officeDocument/2006/relationships/customXml" Target="../ink/ink815.xml"/><Relationship Id="rId90" Type="http://schemas.openxmlformats.org/officeDocument/2006/relationships/customXml" Target="../ink/ink695.xml"/><Relationship Id="rId165" Type="http://schemas.openxmlformats.org/officeDocument/2006/relationships/image" Target="../media/image727.png"/><Relationship Id="rId186" Type="http://schemas.openxmlformats.org/officeDocument/2006/relationships/customXml" Target="../ink/ink743.xml"/><Relationship Id="rId351" Type="http://schemas.openxmlformats.org/officeDocument/2006/relationships/image" Target="../media/image819.png"/><Relationship Id="rId211" Type="http://schemas.openxmlformats.org/officeDocument/2006/relationships/image" Target="../media/image750.png"/><Relationship Id="rId232" Type="http://schemas.openxmlformats.org/officeDocument/2006/relationships/customXml" Target="../ink/ink766.xml"/><Relationship Id="rId253" Type="http://schemas.openxmlformats.org/officeDocument/2006/relationships/image" Target="../media/image771.png"/><Relationship Id="rId274" Type="http://schemas.openxmlformats.org/officeDocument/2006/relationships/customXml" Target="../ink/ink787.xml"/><Relationship Id="rId295" Type="http://schemas.openxmlformats.org/officeDocument/2006/relationships/image" Target="../media/image791.png"/><Relationship Id="rId309" Type="http://schemas.openxmlformats.org/officeDocument/2006/relationships/image" Target="../media/image798.png"/><Relationship Id="rId27" Type="http://schemas.openxmlformats.org/officeDocument/2006/relationships/image" Target="../media/image658.png"/><Relationship Id="rId48" Type="http://schemas.openxmlformats.org/officeDocument/2006/relationships/customXml" Target="../ink/ink674.xml"/><Relationship Id="rId69" Type="http://schemas.openxmlformats.org/officeDocument/2006/relationships/image" Target="../media/image679.png"/><Relationship Id="rId113" Type="http://schemas.openxmlformats.org/officeDocument/2006/relationships/image" Target="../media/image701.png"/><Relationship Id="rId134" Type="http://schemas.openxmlformats.org/officeDocument/2006/relationships/customXml" Target="../ink/ink717.xml"/><Relationship Id="rId320" Type="http://schemas.openxmlformats.org/officeDocument/2006/relationships/customXml" Target="../ink/ink810.xml"/><Relationship Id="rId80" Type="http://schemas.openxmlformats.org/officeDocument/2006/relationships/customXml" Target="../ink/ink690.xml"/><Relationship Id="rId155" Type="http://schemas.openxmlformats.org/officeDocument/2006/relationships/image" Target="../media/image722.png"/><Relationship Id="rId176" Type="http://schemas.openxmlformats.org/officeDocument/2006/relationships/customXml" Target="../ink/ink738.xml"/><Relationship Id="rId197" Type="http://schemas.openxmlformats.org/officeDocument/2006/relationships/image" Target="../media/image743.png"/><Relationship Id="rId341" Type="http://schemas.openxmlformats.org/officeDocument/2006/relationships/image" Target="../media/image814.png"/><Relationship Id="rId362" Type="http://schemas.openxmlformats.org/officeDocument/2006/relationships/customXml" Target="../ink/ink831.xml"/><Relationship Id="rId201" Type="http://schemas.openxmlformats.org/officeDocument/2006/relationships/image" Target="../media/image745.png"/><Relationship Id="rId222" Type="http://schemas.openxmlformats.org/officeDocument/2006/relationships/customXml" Target="../ink/ink761.xml"/><Relationship Id="rId243" Type="http://schemas.openxmlformats.org/officeDocument/2006/relationships/image" Target="../media/image766.png"/><Relationship Id="rId264" Type="http://schemas.openxmlformats.org/officeDocument/2006/relationships/customXml" Target="../ink/ink782.xml"/><Relationship Id="rId285" Type="http://schemas.openxmlformats.org/officeDocument/2006/relationships/image" Target="../media/image787.png"/><Relationship Id="rId17" Type="http://schemas.openxmlformats.org/officeDocument/2006/relationships/image" Target="../media/image653.png"/><Relationship Id="rId38" Type="http://schemas.openxmlformats.org/officeDocument/2006/relationships/customXml" Target="../ink/ink669.xml"/><Relationship Id="rId59" Type="http://schemas.openxmlformats.org/officeDocument/2006/relationships/image" Target="../media/image674.png"/><Relationship Id="rId103" Type="http://schemas.openxmlformats.org/officeDocument/2006/relationships/image" Target="../media/image696.png"/><Relationship Id="rId124" Type="http://schemas.openxmlformats.org/officeDocument/2006/relationships/customXml" Target="../ink/ink712.xml"/><Relationship Id="rId310" Type="http://schemas.openxmlformats.org/officeDocument/2006/relationships/customXml" Target="../ink/ink805.xml"/><Relationship Id="rId70" Type="http://schemas.openxmlformats.org/officeDocument/2006/relationships/customXml" Target="../ink/ink685.xml"/><Relationship Id="rId91" Type="http://schemas.openxmlformats.org/officeDocument/2006/relationships/image" Target="../media/image690.png"/><Relationship Id="rId145" Type="http://schemas.openxmlformats.org/officeDocument/2006/relationships/image" Target="../media/image717.png"/><Relationship Id="rId166" Type="http://schemas.openxmlformats.org/officeDocument/2006/relationships/customXml" Target="../ink/ink733.xml"/><Relationship Id="rId187" Type="http://schemas.openxmlformats.org/officeDocument/2006/relationships/image" Target="../media/image738.png"/><Relationship Id="rId331" Type="http://schemas.openxmlformats.org/officeDocument/2006/relationships/image" Target="../media/image809.png"/><Relationship Id="rId352" Type="http://schemas.openxmlformats.org/officeDocument/2006/relationships/customXml" Target="../ink/ink826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756.xml"/><Relationship Id="rId233" Type="http://schemas.openxmlformats.org/officeDocument/2006/relationships/image" Target="../media/image761.png"/><Relationship Id="rId254" Type="http://schemas.openxmlformats.org/officeDocument/2006/relationships/customXml" Target="../ink/ink777.xml"/><Relationship Id="rId28" Type="http://schemas.openxmlformats.org/officeDocument/2006/relationships/customXml" Target="../ink/ink664.xml"/><Relationship Id="rId49" Type="http://schemas.openxmlformats.org/officeDocument/2006/relationships/image" Target="../media/image669.png"/><Relationship Id="rId114" Type="http://schemas.openxmlformats.org/officeDocument/2006/relationships/customXml" Target="../ink/ink707.xml"/><Relationship Id="rId275" Type="http://schemas.openxmlformats.org/officeDocument/2006/relationships/image" Target="../media/image782.png"/><Relationship Id="rId296" Type="http://schemas.openxmlformats.org/officeDocument/2006/relationships/customXml" Target="../ink/ink798.xml"/><Relationship Id="rId300" Type="http://schemas.openxmlformats.org/officeDocument/2006/relationships/customXml" Target="../ink/ink800.xml"/><Relationship Id="rId60" Type="http://schemas.openxmlformats.org/officeDocument/2006/relationships/customXml" Target="../ink/ink680.xml"/><Relationship Id="rId81" Type="http://schemas.openxmlformats.org/officeDocument/2006/relationships/image" Target="../media/image685.png"/><Relationship Id="rId135" Type="http://schemas.openxmlformats.org/officeDocument/2006/relationships/image" Target="../media/image712.png"/><Relationship Id="rId156" Type="http://schemas.openxmlformats.org/officeDocument/2006/relationships/customXml" Target="../ink/ink728.xml"/><Relationship Id="rId177" Type="http://schemas.openxmlformats.org/officeDocument/2006/relationships/image" Target="../media/image733.png"/><Relationship Id="rId198" Type="http://schemas.openxmlformats.org/officeDocument/2006/relationships/customXml" Target="../ink/ink749.xml"/><Relationship Id="rId321" Type="http://schemas.openxmlformats.org/officeDocument/2006/relationships/image" Target="../media/image804.png"/><Relationship Id="rId342" Type="http://schemas.openxmlformats.org/officeDocument/2006/relationships/customXml" Target="../ink/ink821.xml"/><Relationship Id="rId363" Type="http://schemas.openxmlformats.org/officeDocument/2006/relationships/image" Target="../media/image825.png"/><Relationship Id="rId202" Type="http://schemas.openxmlformats.org/officeDocument/2006/relationships/customXml" Target="../ink/ink751.xml"/><Relationship Id="rId223" Type="http://schemas.openxmlformats.org/officeDocument/2006/relationships/image" Target="../media/image756.png"/><Relationship Id="rId244" Type="http://schemas.openxmlformats.org/officeDocument/2006/relationships/customXml" Target="../ink/ink772.xml"/><Relationship Id="rId18" Type="http://schemas.openxmlformats.org/officeDocument/2006/relationships/customXml" Target="../ink/ink659.xml"/><Relationship Id="rId39" Type="http://schemas.openxmlformats.org/officeDocument/2006/relationships/image" Target="../media/image664.png"/><Relationship Id="rId265" Type="http://schemas.openxmlformats.org/officeDocument/2006/relationships/image" Target="../media/image777.png"/><Relationship Id="rId286" Type="http://schemas.openxmlformats.org/officeDocument/2006/relationships/customXml" Target="../ink/ink793.xml"/><Relationship Id="rId50" Type="http://schemas.openxmlformats.org/officeDocument/2006/relationships/customXml" Target="../ink/ink675.xml"/><Relationship Id="rId104" Type="http://schemas.openxmlformats.org/officeDocument/2006/relationships/customXml" Target="../ink/ink702.xml"/><Relationship Id="rId125" Type="http://schemas.openxmlformats.org/officeDocument/2006/relationships/image" Target="../media/image707.png"/><Relationship Id="rId146" Type="http://schemas.openxmlformats.org/officeDocument/2006/relationships/customXml" Target="../ink/ink723.xml"/><Relationship Id="rId167" Type="http://schemas.openxmlformats.org/officeDocument/2006/relationships/image" Target="../media/image728.png"/><Relationship Id="rId188" Type="http://schemas.openxmlformats.org/officeDocument/2006/relationships/customXml" Target="../ink/ink744.xml"/><Relationship Id="rId311" Type="http://schemas.openxmlformats.org/officeDocument/2006/relationships/image" Target="../media/image799.png"/><Relationship Id="rId332" Type="http://schemas.openxmlformats.org/officeDocument/2006/relationships/customXml" Target="../ink/ink816.xml"/><Relationship Id="rId353" Type="http://schemas.openxmlformats.org/officeDocument/2006/relationships/image" Target="../media/image820.png"/><Relationship Id="rId71" Type="http://schemas.openxmlformats.org/officeDocument/2006/relationships/image" Target="../media/image680.png"/><Relationship Id="rId92" Type="http://schemas.openxmlformats.org/officeDocument/2006/relationships/customXml" Target="../ink/ink696.xml"/><Relationship Id="rId213" Type="http://schemas.openxmlformats.org/officeDocument/2006/relationships/image" Target="../media/image751.png"/><Relationship Id="rId234" Type="http://schemas.openxmlformats.org/officeDocument/2006/relationships/customXml" Target="../ink/ink767.xml"/><Relationship Id="rId2" Type="http://schemas.openxmlformats.org/officeDocument/2006/relationships/customXml" Target="../ink/ink651.xml"/><Relationship Id="rId29" Type="http://schemas.openxmlformats.org/officeDocument/2006/relationships/image" Target="../media/image659.png"/><Relationship Id="rId255" Type="http://schemas.openxmlformats.org/officeDocument/2006/relationships/image" Target="../media/image772.png"/><Relationship Id="rId276" Type="http://schemas.openxmlformats.org/officeDocument/2006/relationships/customXml" Target="../ink/ink788.xml"/><Relationship Id="rId297" Type="http://schemas.openxmlformats.org/officeDocument/2006/relationships/image" Target="../media/image792.png"/><Relationship Id="rId40" Type="http://schemas.openxmlformats.org/officeDocument/2006/relationships/customXml" Target="../ink/ink670.xml"/><Relationship Id="rId115" Type="http://schemas.openxmlformats.org/officeDocument/2006/relationships/image" Target="../media/image702.png"/><Relationship Id="rId136" Type="http://schemas.openxmlformats.org/officeDocument/2006/relationships/customXml" Target="../ink/ink718.xml"/><Relationship Id="rId157" Type="http://schemas.openxmlformats.org/officeDocument/2006/relationships/image" Target="../media/image723.png"/><Relationship Id="rId178" Type="http://schemas.openxmlformats.org/officeDocument/2006/relationships/customXml" Target="../ink/ink739.xml"/><Relationship Id="rId301" Type="http://schemas.openxmlformats.org/officeDocument/2006/relationships/image" Target="../media/image794.png"/><Relationship Id="rId322" Type="http://schemas.openxmlformats.org/officeDocument/2006/relationships/customXml" Target="../ink/ink811.xml"/><Relationship Id="rId343" Type="http://schemas.openxmlformats.org/officeDocument/2006/relationships/image" Target="../media/image815.png"/><Relationship Id="rId61" Type="http://schemas.openxmlformats.org/officeDocument/2006/relationships/image" Target="../media/image675.png"/><Relationship Id="rId82" Type="http://schemas.openxmlformats.org/officeDocument/2006/relationships/customXml" Target="../ink/ink691.xml"/><Relationship Id="rId199" Type="http://schemas.openxmlformats.org/officeDocument/2006/relationships/image" Target="../media/image744.png"/><Relationship Id="rId203" Type="http://schemas.openxmlformats.org/officeDocument/2006/relationships/image" Target="../media/image746.png"/><Relationship Id="rId19" Type="http://schemas.openxmlformats.org/officeDocument/2006/relationships/image" Target="../media/image654.png"/><Relationship Id="rId224" Type="http://schemas.openxmlformats.org/officeDocument/2006/relationships/customXml" Target="../ink/ink762.xml"/><Relationship Id="rId245" Type="http://schemas.openxmlformats.org/officeDocument/2006/relationships/image" Target="../media/image767.png"/><Relationship Id="rId266" Type="http://schemas.openxmlformats.org/officeDocument/2006/relationships/customXml" Target="../ink/ink783.xml"/><Relationship Id="rId287" Type="http://schemas.openxmlformats.org/officeDocument/2006/relationships/image" Target="../media/image118.png"/><Relationship Id="rId30" Type="http://schemas.openxmlformats.org/officeDocument/2006/relationships/customXml" Target="../ink/ink665.xml"/><Relationship Id="rId105" Type="http://schemas.openxmlformats.org/officeDocument/2006/relationships/image" Target="../media/image697.png"/><Relationship Id="rId126" Type="http://schemas.openxmlformats.org/officeDocument/2006/relationships/customXml" Target="../ink/ink713.xml"/><Relationship Id="rId147" Type="http://schemas.openxmlformats.org/officeDocument/2006/relationships/image" Target="../media/image718.png"/><Relationship Id="rId168" Type="http://schemas.openxmlformats.org/officeDocument/2006/relationships/customXml" Target="../ink/ink734.xml"/><Relationship Id="rId312" Type="http://schemas.openxmlformats.org/officeDocument/2006/relationships/customXml" Target="../ink/ink806.xml"/><Relationship Id="rId333" Type="http://schemas.openxmlformats.org/officeDocument/2006/relationships/image" Target="../media/image810.png"/><Relationship Id="rId354" Type="http://schemas.openxmlformats.org/officeDocument/2006/relationships/customXml" Target="../ink/ink827.xml"/><Relationship Id="rId51" Type="http://schemas.openxmlformats.org/officeDocument/2006/relationships/image" Target="../media/image670.png"/><Relationship Id="rId72" Type="http://schemas.openxmlformats.org/officeDocument/2006/relationships/customXml" Target="../ink/ink686.xml"/><Relationship Id="rId93" Type="http://schemas.openxmlformats.org/officeDocument/2006/relationships/image" Target="../media/image691.png"/><Relationship Id="rId189" Type="http://schemas.openxmlformats.org/officeDocument/2006/relationships/image" Target="../media/image739.png"/><Relationship Id="rId3" Type="http://schemas.openxmlformats.org/officeDocument/2006/relationships/image" Target="../media/image646.png"/><Relationship Id="rId214" Type="http://schemas.openxmlformats.org/officeDocument/2006/relationships/customXml" Target="../ink/ink757.xml"/><Relationship Id="rId235" Type="http://schemas.openxmlformats.org/officeDocument/2006/relationships/image" Target="../media/image762.png"/><Relationship Id="rId256" Type="http://schemas.openxmlformats.org/officeDocument/2006/relationships/customXml" Target="../ink/ink778.xml"/><Relationship Id="rId277" Type="http://schemas.openxmlformats.org/officeDocument/2006/relationships/image" Target="../media/image783.png"/><Relationship Id="rId298" Type="http://schemas.openxmlformats.org/officeDocument/2006/relationships/customXml" Target="../ink/ink799.xml"/><Relationship Id="rId116" Type="http://schemas.openxmlformats.org/officeDocument/2006/relationships/customXml" Target="../ink/ink708.xml"/><Relationship Id="rId137" Type="http://schemas.openxmlformats.org/officeDocument/2006/relationships/image" Target="../media/image713.png"/><Relationship Id="rId158" Type="http://schemas.openxmlformats.org/officeDocument/2006/relationships/customXml" Target="../ink/ink729.xml"/><Relationship Id="rId302" Type="http://schemas.openxmlformats.org/officeDocument/2006/relationships/customXml" Target="../ink/ink801.xml"/><Relationship Id="rId323" Type="http://schemas.openxmlformats.org/officeDocument/2006/relationships/image" Target="../media/image805.png"/><Relationship Id="rId344" Type="http://schemas.openxmlformats.org/officeDocument/2006/relationships/customXml" Target="../ink/ink822.xml"/><Relationship Id="rId20" Type="http://schemas.openxmlformats.org/officeDocument/2006/relationships/customXml" Target="../ink/ink660.xml"/><Relationship Id="rId41" Type="http://schemas.openxmlformats.org/officeDocument/2006/relationships/image" Target="../media/image665.png"/><Relationship Id="rId62" Type="http://schemas.openxmlformats.org/officeDocument/2006/relationships/customXml" Target="../ink/ink681.xml"/><Relationship Id="rId83" Type="http://schemas.openxmlformats.org/officeDocument/2006/relationships/image" Target="../media/image686.png"/><Relationship Id="rId179" Type="http://schemas.openxmlformats.org/officeDocument/2006/relationships/image" Target="../media/image734.png"/><Relationship Id="rId190" Type="http://schemas.openxmlformats.org/officeDocument/2006/relationships/customXml" Target="../ink/ink745.xml"/><Relationship Id="rId204" Type="http://schemas.openxmlformats.org/officeDocument/2006/relationships/customXml" Target="../ink/ink752.xml"/><Relationship Id="rId225" Type="http://schemas.openxmlformats.org/officeDocument/2006/relationships/image" Target="../media/image757.png"/><Relationship Id="rId246" Type="http://schemas.openxmlformats.org/officeDocument/2006/relationships/customXml" Target="../ink/ink773.xml"/><Relationship Id="rId267" Type="http://schemas.openxmlformats.org/officeDocument/2006/relationships/image" Target="../media/image778.png"/><Relationship Id="rId288" Type="http://schemas.openxmlformats.org/officeDocument/2006/relationships/customXml" Target="../ink/ink794.xml"/><Relationship Id="rId106" Type="http://schemas.openxmlformats.org/officeDocument/2006/relationships/customXml" Target="../ink/ink703.xml"/><Relationship Id="rId127" Type="http://schemas.openxmlformats.org/officeDocument/2006/relationships/image" Target="../media/image708.png"/><Relationship Id="rId313" Type="http://schemas.openxmlformats.org/officeDocument/2006/relationships/image" Target="../media/image800.png"/><Relationship Id="rId10" Type="http://schemas.openxmlformats.org/officeDocument/2006/relationships/customXml" Target="../ink/ink655.xml"/><Relationship Id="rId31" Type="http://schemas.openxmlformats.org/officeDocument/2006/relationships/image" Target="../media/image660.png"/><Relationship Id="rId52" Type="http://schemas.openxmlformats.org/officeDocument/2006/relationships/customXml" Target="../ink/ink676.xml"/><Relationship Id="rId73" Type="http://schemas.openxmlformats.org/officeDocument/2006/relationships/image" Target="../media/image681.png"/><Relationship Id="rId94" Type="http://schemas.openxmlformats.org/officeDocument/2006/relationships/customXml" Target="../ink/ink697.xml"/><Relationship Id="rId148" Type="http://schemas.openxmlformats.org/officeDocument/2006/relationships/customXml" Target="../ink/ink724.xml"/><Relationship Id="rId169" Type="http://schemas.openxmlformats.org/officeDocument/2006/relationships/image" Target="../media/image729.png"/><Relationship Id="rId334" Type="http://schemas.openxmlformats.org/officeDocument/2006/relationships/customXml" Target="../ink/ink817.xml"/><Relationship Id="rId355" Type="http://schemas.openxmlformats.org/officeDocument/2006/relationships/image" Target="../media/image821.png"/><Relationship Id="rId4" Type="http://schemas.openxmlformats.org/officeDocument/2006/relationships/customXml" Target="../ink/ink652.xml"/><Relationship Id="rId180" Type="http://schemas.openxmlformats.org/officeDocument/2006/relationships/customXml" Target="../ink/ink740.xml"/><Relationship Id="rId215" Type="http://schemas.openxmlformats.org/officeDocument/2006/relationships/image" Target="../media/image752.png"/><Relationship Id="rId236" Type="http://schemas.openxmlformats.org/officeDocument/2006/relationships/customXml" Target="../ink/ink768.xml"/><Relationship Id="rId257" Type="http://schemas.openxmlformats.org/officeDocument/2006/relationships/image" Target="../media/image773.png"/><Relationship Id="rId278" Type="http://schemas.openxmlformats.org/officeDocument/2006/relationships/customXml" Target="../ink/ink789.xml"/><Relationship Id="rId303" Type="http://schemas.openxmlformats.org/officeDocument/2006/relationships/image" Target="../media/image795.png"/><Relationship Id="rId42" Type="http://schemas.openxmlformats.org/officeDocument/2006/relationships/customXml" Target="../ink/ink671.xml"/><Relationship Id="rId84" Type="http://schemas.openxmlformats.org/officeDocument/2006/relationships/customXml" Target="../ink/ink692.xml"/><Relationship Id="rId138" Type="http://schemas.openxmlformats.org/officeDocument/2006/relationships/customXml" Target="../ink/ink719.xml"/><Relationship Id="rId345" Type="http://schemas.openxmlformats.org/officeDocument/2006/relationships/image" Target="../media/image816.png"/><Relationship Id="rId191" Type="http://schemas.openxmlformats.org/officeDocument/2006/relationships/image" Target="../media/image740.png"/><Relationship Id="rId205" Type="http://schemas.openxmlformats.org/officeDocument/2006/relationships/image" Target="../media/image747.png"/><Relationship Id="rId247" Type="http://schemas.openxmlformats.org/officeDocument/2006/relationships/image" Target="../media/image768.png"/><Relationship Id="rId107" Type="http://schemas.openxmlformats.org/officeDocument/2006/relationships/image" Target="../media/image698.png"/><Relationship Id="rId289" Type="http://schemas.openxmlformats.org/officeDocument/2006/relationships/image" Target="../media/image788.png"/><Relationship Id="rId11" Type="http://schemas.openxmlformats.org/officeDocument/2006/relationships/image" Target="../media/image650.png"/><Relationship Id="rId53" Type="http://schemas.openxmlformats.org/officeDocument/2006/relationships/image" Target="../media/image671.png"/><Relationship Id="rId149" Type="http://schemas.openxmlformats.org/officeDocument/2006/relationships/image" Target="../media/image719.png"/><Relationship Id="rId314" Type="http://schemas.openxmlformats.org/officeDocument/2006/relationships/customXml" Target="../ink/ink807.xml"/><Relationship Id="rId356" Type="http://schemas.openxmlformats.org/officeDocument/2006/relationships/customXml" Target="../ink/ink828.xml"/><Relationship Id="rId95" Type="http://schemas.openxmlformats.org/officeDocument/2006/relationships/image" Target="../media/image692.png"/><Relationship Id="rId160" Type="http://schemas.openxmlformats.org/officeDocument/2006/relationships/customXml" Target="../ink/ink730.xml"/><Relationship Id="rId216" Type="http://schemas.openxmlformats.org/officeDocument/2006/relationships/customXml" Target="../ink/ink758.xml"/><Relationship Id="rId258" Type="http://schemas.openxmlformats.org/officeDocument/2006/relationships/customXml" Target="../ink/ink779.xml"/><Relationship Id="rId22" Type="http://schemas.openxmlformats.org/officeDocument/2006/relationships/customXml" Target="../ink/ink661.xml"/><Relationship Id="rId64" Type="http://schemas.openxmlformats.org/officeDocument/2006/relationships/customXml" Target="../ink/ink682.xml"/><Relationship Id="rId118" Type="http://schemas.openxmlformats.org/officeDocument/2006/relationships/customXml" Target="../ink/ink709.xml"/><Relationship Id="rId325" Type="http://schemas.openxmlformats.org/officeDocument/2006/relationships/image" Target="../media/image806.png"/><Relationship Id="rId171" Type="http://schemas.openxmlformats.org/officeDocument/2006/relationships/image" Target="../media/image730.png"/><Relationship Id="rId227" Type="http://schemas.openxmlformats.org/officeDocument/2006/relationships/image" Target="../media/image758.png"/><Relationship Id="rId269" Type="http://schemas.openxmlformats.org/officeDocument/2006/relationships/image" Target="../media/image779.png"/><Relationship Id="rId33" Type="http://schemas.openxmlformats.org/officeDocument/2006/relationships/image" Target="../media/image661.png"/><Relationship Id="rId129" Type="http://schemas.openxmlformats.org/officeDocument/2006/relationships/image" Target="../media/image709.png"/><Relationship Id="rId280" Type="http://schemas.openxmlformats.org/officeDocument/2006/relationships/customXml" Target="../ink/ink790.xml"/><Relationship Id="rId336" Type="http://schemas.openxmlformats.org/officeDocument/2006/relationships/customXml" Target="../ink/ink818.xml"/><Relationship Id="rId75" Type="http://schemas.openxmlformats.org/officeDocument/2006/relationships/image" Target="../media/image682.png"/><Relationship Id="rId140" Type="http://schemas.openxmlformats.org/officeDocument/2006/relationships/customXml" Target="../ink/ink720.xml"/><Relationship Id="rId182" Type="http://schemas.openxmlformats.org/officeDocument/2006/relationships/customXml" Target="../ink/ink741.xml"/><Relationship Id="rId6" Type="http://schemas.openxmlformats.org/officeDocument/2006/relationships/customXml" Target="../ink/ink653.xml"/><Relationship Id="rId238" Type="http://schemas.openxmlformats.org/officeDocument/2006/relationships/customXml" Target="../ink/ink769.xml"/><Relationship Id="rId291" Type="http://schemas.openxmlformats.org/officeDocument/2006/relationships/image" Target="../media/image789.png"/><Relationship Id="rId305" Type="http://schemas.openxmlformats.org/officeDocument/2006/relationships/image" Target="../media/image796.png"/><Relationship Id="rId347" Type="http://schemas.openxmlformats.org/officeDocument/2006/relationships/image" Target="../media/image817.png"/><Relationship Id="rId44" Type="http://schemas.openxmlformats.org/officeDocument/2006/relationships/customXml" Target="../ink/ink672.xml"/><Relationship Id="rId86" Type="http://schemas.openxmlformats.org/officeDocument/2006/relationships/customXml" Target="../ink/ink693.xml"/><Relationship Id="rId151" Type="http://schemas.openxmlformats.org/officeDocument/2006/relationships/image" Target="../media/image720.png"/><Relationship Id="rId193" Type="http://schemas.openxmlformats.org/officeDocument/2006/relationships/image" Target="../media/image741.png"/><Relationship Id="rId207" Type="http://schemas.openxmlformats.org/officeDocument/2006/relationships/image" Target="../media/image748.png"/><Relationship Id="rId249" Type="http://schemas.openxmlformats.org/officeDocument/2006/relationships/image" Target="../media/image769.png"/><Relationship Id="rId13" Type="http://schemas.openxmlformats.org/officeDocument/2006/relationships/image" Target="../media/image651.png"/><Relationship Id="rId109" Type="http://schemas.openxmlformats.org/officeDocument/2006/relationships/image" Target="../media/image699.png"/><Relationship Id="rId260" Type="http://schemas.openxmlformats.org/officeDocument/2006/relationships/customXml" Target="../ink/ink780.xml"/><Relationship Id="rId316" Type="http://schemas.openxmlformats.org/officeDocument/2006/relationships/customXml" Target="../ink/ink808.xml"/><Relationship Id="rId55" Type="http://schemas.openxmlformats.org/officeDocument/2006/relationships/image" Target="../media/image672.png"/><Relationship Id="rId97" Type="http://schemas.openxmlformats.org/officeDocument/2006/relationships/image" Target="../media/image693.png"/><Relationship Id="rId120" Type="http://schemas.openxmlformats.org/officeDocument/2006/relationships/customXml" Target="../ink/ink710.xml"/><Relationship Id="rId358" Type="http://schemas.openxmlformats.org/officeDocument/2006/relationships/customXml" Target="../ink/ink829.xml"/><Relationship Id="rId162" Type="http://schemas.openxmlformats.org/officeDocument/2006/relationships/customXml" Target="../ink/ink731.xml"/><Relationship Id="rId218" Type="http://schemas.openxmlformats.org/officeDocument/2006/relationships/customXml" Target="../ink/ink759.xml"/><Relationship Id="rId271" Type="http://schemas.openxmlformats.org/officeDocument/2006/relationships/image" Target="../media/image780.png"/><Relationship Id="rId24" Type="http://schemas.openxmlformats.org/officeDocument/2006/relationships/customXml" Target="../ink/ink662.xml"/><Relationship Id="rId66" Type="http://schemas.openxmlformats.org/officeDocument/2006/relationships/customXml" Target="../ink/ink683.xml"/><Relationship Id="rId131" Type="http://schemas.openxmlformats.org/officeDocument/2006/relationships/image" Target="../media/image710.png"/><Relationship Id="rId327" Type="http://schemas.openxmlformats.org/officeDocument/2006/relationships/image" Target="../media/image807.png"/><Relationship Id="rId173" Type="http://schemas.openxmlformats.org/officeDocument/2006/relationships/image" Target="../media/image731.png"/><Relationship Id="rId229" Type="http://schemas.openxmlformats.org/officeDocument/2006/relationships/image" Target="../media/image759.png"/><Relationship Id="rId240" Type="http://schemas.openxmlformats.org/officeDocument/2006/relationships/customXml" Target="../ink/ink770.xml"/><Relationship Id="rId35" Type="http://schemas.openxmlformats.org/officeDocument/2006/relationships/image" Target="../media/image662.png"/><Relationship Id="rId77" Type="http://schemas.openxmlformats.org/officeDocument/2006/relationships/image" Target="../media/image683.png"/><Relationship Id="rId100" Type="http://schemas.openxmlformats.org/officeDocument/2006/relationships/customXml" Target="../ink/ink700.xml"/><Relationship Id="rId282" Type="http://schemas.openxmlformats.org/officeDocument/2006/relationships/customXml" Target="../ink/ink791.xml"/><Relationship Id="rId338" Type="http://schemas.openxmlformats.org/officeDocument/2006/relationships/customXml" Target="../ink/ink819.xml"/><Relationship Id="rId8" Type="http://schemas.openxmlformats.org/officeDocument/2006/relationships/customXml" Target="../ink/ink654.xml"/><Relationship Id="rId142" Type="http://schemas.openxmlformats.org/officeDocument/2006/relationships/customXml" Target="../ink/ink721.xml"/><Relationship Id="rId184" Type="http://schemas.openxmlformats.org/officeDocument/2006/relationships/customXml" Target="../ink/ink742.xml"/><Relationship Id="rId251" Type="http://schemas.openxmlformats.org/officeDocument/2006/relationships/image" Target="../media/image770.png"/><Relationship Id="rId46" Type="http://schemas.openxmlformats.org/officeDocument/2006/relationships/customXml" Target="../ink/ink673.xml"/><Relationship Id="rId293" Type="http://schemas.openxmlformats.org/officeDocument/2006/relationships/image" Target="../media/image790.png"/><Relationship Id="rId307" Type="http://schemas.openxmlformats.org/officeDocument/2006/relationships/image" Target="../media/image797.png"/><Relationship Id="rId349" Type="http://schemas.openxmlformats.org/officeDocument/2006/relationships/image" Target="../media/image8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72DA99-5997-F9AA-4331-43833605F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63" y="0"/>
            <a:ext cx="9743637" cy="677368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EDF75E3-92D1-E591-337F-A43AD34E6CFF}"/>
                  </a:ext>
                </a:extLst>
              </p14:cNvPr>
              <p14:cNvContentPartPr/>
              <p14:nvPr/>
            </p14:nvContentPartPr>
            <p14:xfrm>
              <a:off x="807308" y="3748430"/>
              <a:ext cx="3960" cy="1620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EDF75E3-92D1-E591-337F-A43AD34E6CF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9668" y="3730430"/>
                <a:ext cx="39600" cy="19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B28DC121-D3A3-E425-79C5-A5D7419CCE92}"/>
              </a:ext>
            </a:extLst>
          </p:cNvPr>
          <p:cNvGrpSpPr/>
          <p:nvPr/>
        </p:nvGrpSpPr>
        <p:grpSpPr>
          <a:xfrm>
            <a:off x="495908" y="4496150"/>
            <a:ext cx="414720" cy="282960"/>
            <a:chOff x="495908" y="4496150"/>
            <a:chExt cx="414720" cy="28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5154020-3D73-E451-E972-76F77B78A9FA}"/>
                    </a:ext>
                  </a:extLst>
                </p14:cNvPr>
                <p14:cNvContentPartPr/>
                <p14:nvPr/>
              </p14:nvContentPartPr>
              <p14:xfrm>
                <a:off x="495908" y="4623950"/>
                <a:ext cx="114480" cy="155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5154020-3D73-E451-E972-76F77B78A9F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78268" y="4605950"/>
                  <a:ext cx="1501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E0662FA-5F11-82FA-D44E-B0FDA9D0CCC5}"/>
                    </a:ext>
                  </a:extLst>
                </p14:cNvPr>
                <p14:cNvContentPartPr/>
                <p14:nvPr/>
              </p14:nvContentPartPr>
              <p14:xfrm>
                <a:off x="624068" y="4641950"/>
                <a:ext cx="87120" cy="117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E0662FA-5F11-82FA-D44E-B0FDA9D0CCC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6068" y="4623950"/>
                  <a:ext cx="1227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627A711-AAD4-2F6E-FC43-EEF3D9C6E488}"/>
                    </a:ext>
                  </a:extLst>
                </p14:cNvPr>
                <p14:cNvContentPartPr/>
                <p14:nvPr/>
              </p14:nvContentPartPr>
              <p14:xfrm>
                <a:off x="711188" y="4649870"/>
                <a:ext cx="121680" cy="122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627A711-AAD4-2F6E-FC43-EEF3D9C6E48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3548" y="4631870"/>
                  <a:ext cx="1573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CA9CF17-B7EC-B69F-CDE6-3B5E206B5C03}"/>
                    </a:ext>
                  </a:extLst>
                </p14:cNvPr>
                <p14:cNvContentPartPr/>
                <p14:nvPr/>
              </p14:nvContentPartPr>
              <p14:xfrm>
                <a:off x="809828" y="4649870"/>
                <a:ext cx="100800" cy="97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CA9CF17-B7EC-B69F-CDE6-3B5E206B5C0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92188" y="4631870"/>
                  <a:ext cx="1364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5DC24A2-8516-32E4-C09C-0694B0447EFD}"/>
                    </a:ext>
                  </a:extLst>
                </p14:cNvPr>
                <p14:cNvContentPartPr/>
                <p14:nvPr/>
              </p14:nvContentPartPr>
              <p14:xfrm>
                <a:off x="748268" y="4499750"/>
                <a:ext cx="7560" cy="10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5DC24A2-8516-32E4-C09C-0694B0447EF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30628" y="4482110"/>
                  <a:ext cx="432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B676B4D-1BCE-7082-A653-57620B640573}"/>
                    </a:ext>
                  </a:extLst>
                </p14:cNvPr>
                <p14:cNvContentPartPr/>
                <p14:nvPr/>
              </p14:nvContentPartPr>
              <p14:xfrm>
                <a:off x="748268" y="4496150"/>
                <a:ext cx="15480" cy="160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B676B4D-1BCE-7082-A653-57620B64057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30628" y="4478510"/>
                  <a:ext cx="51120" cy="19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C4155F4-3309-49B2-F82A-E86A796ECA2C}"/>
                  </a:ext>
                </a:extLst>
              </p14:cNvPr>
              <p14:cNvContentPartPr/>
              <p14:nvPr/>
            </p14:nvContentPartPr>
            <p14:xfrm>
              <a:off x="1458908" y="3196910"/>
              <a:ext cx="60480" cy="309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C4155F4-3309-49B2-F82A-E86A796ECA2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440908" y="3179270"/>
                <a:ext cx="9612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66FBE6E-2978-F512-4C54-566B23D5FB73}"/>
                  </a:ext>
                </a:extLst>
              </p14:cNvPr>
              <p14:cNvContentPartPr/>
              <p14:nvPr/>
            </p14:nvContentPartPr>
            <p14:xfrm>
              <a:off x="1454948" y="2830790"/>
              <a:ext cx="70560" cy="36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66FBE6E-2978-F512-4C54-566B23D5FB7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437308" y="2813150"/>
                <a:ext cx="10620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47899EB4-B247-9FAC-253D-114F04F0EA59}"/>
              </a:ext>
            </a:extLst>
          </p:cNvPr>
          <p:cNvGrpSpPr/>
          <p:nvPr/>
        </p:nvGrpSpPr>
        <p:grpSpPr>
          <a:xfrm>
            <a:off x="3929588" y="3108710"/>
            <a:ext cx="290520" cy="271440"/>
            <a:chOff x="3929588" y="3108710"/>
            <a:chExt cx="290520" cy="27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0E69382-1150-5306-0CE4-B0ACAB3E873E}"/>
                    </a:ext>
                  </a:extLst>
                </p14:cNvPr>
                <p14:cNvContentPartPr/>
                <p14:nvPr/>
              </p14:nvContentPartPr>
              <p14:xfrm>
                <a:off x="3929588" y="3145790"/>
                <a:ext cx="290520" cy="198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0E69382-1150-5306-0CE4-B0ACAB3E873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911588" y="3128150"/>
                  <a:ext cx="3261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2879E82-C2C8-728F-3D8D-B04BE0459A69}"/>
                    </a:ext>
                  </a:extLst>
                </p14:cNvPr>
                <p14:cNvContentPartPr/>
                <p14:nvPr/>
              </p14:nvContentPartPr>
              <p14:xfrm>
                <a:off x="3959468" y="3108710"/>
                <a:ext cx="162360" cy="271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2879E82-C2C8-728F-3D8D-B04BE0459A6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941828" y="3091070"/>
                  <a:ext cx="198000" cy="30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C85E137-3273-6CB7-36AC-85C7E33DFE58}"/>
              </a:ext>
            </a:extLst>
          </p:cNvPr>
          <p:cNvGrpSpPr/>
          <p:nvPr/>
        </p:nvGrpSpPr>
        <p:grpSpPr>
          <a:xfrm>
            <a:off x="1638845" y="2624150"/>
            <a:ext cx="150840" cy="325800"/>
            <a:chOff x="1638845" y="2624150"/>
            <a:chExt cx="150840" cy="32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4A1B4EE-5CD2-9253-4E01-9FA6561A6801}"/>
                    </a:ext>
                  </a:extLst>
                </p14:cNvPr>
                <p14:cNvContentPartPr/>
                <p14:nvPr/>
              </p14:nvContentPartPr>
              <p14:xfrm>
                <a:off x="1638845" y="2624150"/>
                <a:ext cx="5400" cy="244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4A1B4EE-5CD2-9253-4E01-9FA6561A680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621205" y="2606150"/>
                  <a:ext cx="410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D53C139-85A2-9457-8CD0-E62913C9BFEE}"/>
                    </a:ext>
                  </a:extLst>
                </p14:cNvPr>
                <p14:cNvContentPartPr/>
                <p14:nvPr/>
              </p14:nvContentPartPr>
              <p14:xfrm>
                <a:off x="1717325" y="2842310"/>
                <a:ext cx="72360" cy="107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D53C139-85A2-9457-8CD0-E62913C9BFE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699685" y="2824310"/>
                  <a:ext cx="10800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72B1B8B-C3E5-B464-79CD-DD6DD3C5722F}"/>
              </a:ext>
            </a:extLst>
          </p:cNvPr>
          <p:cNvGrpSpPr/>
          <p:nvPr/>
        </p:nvGrpSpPr>
        <p:grpSpPr>
          <a:xfrm>
            <a:off x="1625165" y="3098270"/>
            <a:ext cx="114840" cy="354960"/>
            <a:chOff x="1625165" y="3098270"/>
            <a:chExt cx="114840" cy="35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3BBDA2B-21E5-F938-B0E1-3841727BB880}"/>
                    </a:ext>
                  </a:extLst>
                </p14:cNvPr>
                <p14:cNvContentPartPr/>
                <p14:nvPr/>
              </p14:nvContentPartPr>
              <p14:xfrm>
                <a:off x="1625165" y="3098270"/>
                <a:ext cx="7920" cy="232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3BBDA2B-21E5-F938-B0E1-3841727BB88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607165" y="3080630"/>
                  <a:ext cx="435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9137159-1C54-6ABD-4BFB-1E5C6354AEC9}"/>
                    </a:ext>
                  </a:extLst>
                </p14:cNvPr>
                <p14:cNvContentPartPr/>
                <p14:nvPr/>
              </p14:nvContentPartPr>
              <p14:xfrm>
                <a:off x="1697885" y="3301670"/>
                <a:ext cx="42120" cy="151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9137159-1C54-6ABD-4BFB-1E5C6354AEC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680245" y="3283670"/>
                  <a:ext cx="77760" cy="18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A969EC5-DA54-5F3B-7492-F4CF74E082A2}"/>
              </a:ext>
            </a:extLst>
          </p:cNvPr>
          <p:cNvGrpSpPr/>
          <p:nvPr/>
        </p:nvGrpSpPr>
        <p:grpSpPr>
          <a:xfrm>
            <a:off x="1437668" y="3731150"/>
            <a:ext cx="350937" cy="531720"/>
            <a:chOff x="1437668" y="3731150"/>
            <a:chExt cx="350937" cy="53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40F7263-9F5F-7A61-E6AA-FEA0C6D4EB6A}"/>
                    </a:ext>
                  </a:extLst>
                </p14:cNvPr>
                <p14:cNvContentPartPr/>
                <p14:nvPr/>
              </p14:nvContentPartPr>
              <p14:xfrm>
                <a:off x="1437668" y="4137950"/>
                <a:ext cx="65520" cy="21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40F7263-9F5F-7A61-E6AA-FEA0C6D4EB6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419668" y="4120310"/>
                  <a:ext cx="1011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DF7C441-1D41-B4BE-7E31-A03D10152101}"/>
                    </a:ext>
                  </a:extLst>
                </p14:cNvPr>
                <p14:cNvContentPartPr/>
                <p14:nvPr/>
              </p14:nvContentPartPr>
              <p14:xfrm>
                <a:off x="1445228" y="3922310"/>
                <a:ext cx="57960" cy="27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DF7C441-1D41-B4BE-7E31-A03D1015210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427228" y="3904310"/>
                  <a:ext cx="936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BBE3628-03AE-6B97-C0A3-E7292AD0EC0D}"/>
                    </a:ext>
                  </a:extLst>
                </p14:cNvPr>
                <p14:cNvContentPartPr/>
                <p14:nvPr/>
              </p14:nvContentPartPr>
              <p14:xfrm>
                <a:off x="1616525" y="3731150"/>
                <a:ext cx="1440" cy="214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BBE3628-03AE-6B97-C0A3-E7292AD0EC0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598525" y="3713510"/>
                  <a:ext cx="370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7411A0B-B4C5-7DB5-077F-713067237287}"/>
                    </a:ext>
                  </a:extLst>
                </p14:cNvPr>
                <p14:cNvContentPartPr/>
                <p14:nvPr/>
              </p14:nvContentPartPr>
              <p14:xfrm>
                <a:off x="1696085" y="3880190"/>
                <a:ext cx="92520" cy="117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7411A0B-B4C5-7DB5-077F-71306723728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678445" y="3862550"/>
                  <a:ext cx="1281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DDB8190-63E8-E52B-7C7B-F1E97BE91E91}"/>
                    </a:ext>
                  </a:extLst>
                </p14:cNvPr>
                <p14:cNvContentPartPr/>
                <p14:nvPr/>
              </p14:nvContentPartPr>
              <p14:xfrm>
                <a:off x="1610045" y="4063430"/>
                <a:ext cx="5400" cy="151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DDB8190-63E8-E52B-7C7B-F1E97BE91E9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592405" y="4045790"/>
                  <a:ext cx="410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02DBBBA-C941-3067-1E3F-EE459DD4690B}"/>
                    </a:ext>
                  </a:extLst>
                </p14:cNvPr>
                <p14:cNvContentPartPr/>
                <p14:nvPr/>
              </p14:nvContentPartPr>
              <p14:xfrm>
                <a:off x="1685285" y="4139750"/>
                <a:ext cx="66960" cy="123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02DBBBA-C941-3067-1E3F-EE459DD4690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667645" y="4122110"/>
                  <a:ext cx="102600" cy="15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537E512-EA40-5F34-0B20-05E3FBE191E1}"/>
              </a:ext>
            </a:extLst>
          </p:cNvPr>
          <p:cNvGrpSpPr/>
          <p:nvPr/>
        </p:nvGrpSpPr>
        <p:grpSpPr>
          <a:xfrm>
            <a:off x="1778165" y="2535230"/>
            <a:ext cx="317880" cy="258840"/>
            <a:chOff x="1778165" y="2535230"/>
            <a:chExt cx="317880" cy="25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838C3C9-E846-5F15-9125-4663C9AAD88F}"/>
                    </a:ext>
                  </a:extLst>
                </p14:cNvPr>
                <p14:cNvContentPartPr/>
                <p14:nvPr/>
              </p14:nvContentPartPr>
              <p14:xfrm>
                <a:off x="1778165" y="2673110"/>
                <a:ext cx="115200" cy="46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838C3C9-E846-5F15-9125-4663C9AAD88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760525" y="2655470"/>
                  <a:ext cx="1508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67CEFA3-76D0-7286-140B-CD4BAD2C0E98}"/>
                    </a:ext>
                  </a:extLst>
                </p14:cNvPr>
                <p14:cNvContentPartPr/>
                <p14:nvPr/>
              </p14:nvContentPartPr>
              <p14:xfrm>
                <a:off x="1803365" y="2769590"/>
                <a:ext cx="111960" cy="244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67CEFA3-76D0-7286-140B-CD4BAD2C0E9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785725" y="2751950"/>
                  <a:ext cx="1476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AFA4ACA-425E-7C15-1AA8-11E842F56DF8}"/>
                    </a:ext>
                  </a:extLst>
                </p14:cNvPr>
                <p14:cNvContentPartPr/>
                <p14:nvPr/>
              </p14:nvContentPartPr>
              <p14:xfrm>
                <a:off x="2045645" y="2535230"/>
                <a:ext cx="50400" cy="1749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AFA4ACA-425E-7C15-1AA8-11E842F56DF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028005" y="2517230"/>
                  <a:ext cx="86040" cy="21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31604F8-BD73-0782-83FF-46A0F37D0AF7}"/>
              </a:ext>
            </a:extLst>
          </p:cNvPr>
          <p:cNvGrpSpPr/>
          <p:nvPr/>
        </p:nvGrpSpPr>
        <p:grpSpPr>
          <a:xfrm>
            <a:off x="567485" y="2198270"/>
            <a:ext cx="611280" cy="406800"/>
            <a:chOff x="567485" y="2198270"/>
            <a:chExt cx="611280" cy="40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A9829B3-2C7C-9F99-343A-79FE44CC768C}"/>
                    </a:ext>
                  </a:extLst>
                </p14:cNvPr>
                <p14:cNvContentPartPr/>
                <p14:nvPr/>
              </p14:nvContentPartPr>
              <p14:xfrm>
                <a:off x="567485" y="2492750"/>
                <a:ext cx="137880" cy="59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A9829B3-2C7C-9F99-343A-79FE44CC768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49845" y="2474750"/>
                  <a:ext cx="1735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90FEB53-405B-E684-C7BD-D975A0233348}"/>
                    </a:ext>
                  </a:extLst>
                </p14:cNvPr>
                <p14:cNvContentPartPr/>
                <p14:nvPr/>
              </p14:nvContentPartPr>
              <p14:xfrm>
                <a:off x="591605" y="2562950"/>
                <a:ext cx="118080" cy="42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90FEB53-405B-E684-C7BD-D975A023334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73965" y="2545310"/>
                  <a:ext cx="1537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B57E49D-B115-BDE8-58B7-2C18CC528281}"/>
                    </a:ext>
                  </a:extLst>
                </p14:cNvPr>
                <p14:cNvContentPartPr/>
                <p14:nvPr/>
              </p14:nvContentPartPr>
              <p14:xfrm>
                <a:off x="748925" y="2198270"/>
                <a:ext cx="158400" cy="280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B57E49D-B115-BDE8-58B7-2C18CC52828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30925" y="2180630"/>
                  <a:ext cx="19404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8E33067-5BEA-93F2-3A64-8DDA3C269464}"/>
                    </a:ext>
                  </a:extLst>
                </p14:cNvPr>
                <p14:cNvContentPartPr/>
                <p14:nvPr/>
              </p14:nvContentPartPr>
              <p14:xfrm>
                <a:off x="976085" y="2290070"/>
                <a:ext cx="80640" cy="114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8E33067-5BEA-93F2-3A64-8DDA3C26946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58085" y="2272430"/>
                  <a:ext cx="1162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50A68E8-17DE-97FD-BB74-2C2FACC5788C}"/>
                    </a:ext>
                  </a:extLst>
                </p14:cNvPr>
                <p14:cNvContentPartPr/>
                <p14:nvPr/>
              </p14:nvContentPartPr>
              <p14:xfrm>
                <a:off x="1094885" y="2230670"/>
                <a:ext cx="83880" cy="1195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50A68E8-17DE-97FD-BB74-2C2FACC5788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76885" y="2213030"/>
                  <a:ext cx="11952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5FB181A-D11E-EF24-1212-3DF8C5C7628B}"/>
              </a:ext>
            </a:extLst>
          </p:cNvPr>
          <p:cNvGrpSpPr/>
          <p:nvPr/>
        </p:nvGrpSpPr>
        <p:grpSpPr>
          <a:xfrm>
            <a:off x="1788245" y="2850230"/>
            <a:ext cx="270360" cy="282600"/>
            <a:chOff x="1788245" y="2850230"/>
            <a:chExt cx="270360" cy="28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FDC1364-07BB-4B1A-0934-60F579185DAE}"/>
                    </a:ext>
                  </a:extLst>
                </p14:cNvPr>
                <p14:cNvContentPartPr/>
                <p14:nvPr/>
              </p14:nvContentPartPr>
              <p14:xfrm>
                <a:off x="1788245" y="2997110"/>
                <a:ext cx="132120" cy="114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FDC1364-07BB-4B1A-0934-60F579185DA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770605" y="2979110"/>
                  <a:ext cx="1677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0A07D9F-975F-AD31-3A42-35C9254C1A2C}"/>
                    </a:ext>
                  </a:extLst>
                </p14:cNvPr>
                <p14:cNvContentPartPr/>
                <p14:nvPr/>
              </p14:nvContentPartPr>
              <p14:xfrm>
                <a:off x="1848365" y="3049670"/>
                <a:ext cx="93960" cy="83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0A07D9F-975F-AD31-3A42-35C9254C1A2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830365" y="3032030"/>
                  <a:ext cx="1296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6F16858-0F4E-C801-C788-87456F1544B7}"/>
                    </a:ext>
                  </a:extLst>
                </p14:cNvPr>
                <p14:cNvContentPartPr/>
                <p14:nvPr/>
              </p14:nvContentPartPr>
              <p14:xfrm>
                <a:off x="2026925" y="2850230"/>
                <a:ext cx="31680" cy="140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6F16858-0F4E-C801-C788-87456F1544B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008925" y="2832230"/>
                  <a:ext cx="6732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BB09824-6269-A1C8-D695-39C393B7834F}"/>
              </a:ext>
            </a:extLst>
          </p:cNvPr>
          <p:cNvGrpSpPr/>
          <p:nvPr/>
        </p:nvGrpSpPr>
        <p:grpSpPr>
          <a:xfrm>
            <a:off x="1838645" y="3712070"/>
            <a:ext cx="409680" cy="210600"/>
            <a:chOff x="1838645" y="3712070"/>
            <a:chExt cx="409680" cy="21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0C0734B-7A02-6012-0D03-043F3424DFFB}"/>
                    </a:ext>
                  </a:extLst>
                </p14:cNvPr>
                <p14:cNvContentPartPr/>
                <p14:nvPr/>
              </p14:nvContentPartPr>
              <p14:xfrm>
                <a:off x="1838645" y="3815030"/>
                <a:ext cx="133560" cy="43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0C0734B-7A02-6012-0D03-043F3424DFF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820645" y="3797030"/>
                  <a:ext cx="1692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33341E3-E77B-59A0-D712-E7B2BC69D696}"/>
                    </a:ext>
                  </a:extLst>
                </p14:cNvPr>
                <p14:cNvContentPartPr/>
                <p14:nvPr/>
              </p14:nvContentPartPr>
              <p14:xfrm>
                <a:off x="1859885" y="3891710"/>
                <a:ext cx="138240" cy="30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33341E3-E77B-59A0-D712-E7B2BC69D69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842245" y="3874070"/>
                  <a:ext cx="1738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6B476F7-08CF-3CEB-42BB-C8589C31B1CD}"/>
                    </a:ext>
                  </a:extLst>
                </p14:cNvPr>
                <p14:cNvContentPartPr/>
                <p14:nvPr/>
              </p14:nvContentPartPr>
              <p14:xfrm>
                <a:off x="2120165" y="3712070"/>
                <a:ext cx="128160" cy="203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6B476F7-08CF-3CEB-42BB-C8589C31B1C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102525" y="3694430"/>
                  <a:ext cx="163800" cy="23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007A2A7-1EC5-9045-92C9-DB03A4DBE148}"/>
              </a:ext>
            </a:extLst>
          </p:cNvPr>
          <p:cNvGrpSpPr/>
          <p:nvPr/>
        </p:nvGrpSpPr>
        <p:grpSpPr>
          <a:xfrm>
            <a:off x="1850885" y="4033910"/>
            <a:ext cx="380880" cy="174600"/>
            <a:chOff x="1850885" y="4033910"/>
            <a:chExt cx="380880" cy="17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456BBCE-3746-EC9D-64F1-66AEB79B22D8}"/>
                    </a:ext>
                  </a:extLst>
                </p14:cNvPr>
                <p14:cNvContentPartPr/>
                <p14:nvPr/>
              </p14:nvContentPartPr>
              <p14:xfrm>
                <a:off x="1850885" y="4141190"/>
                <a:ext cx="116280" cy="54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456BBCE-3746-EC9D-64F1-66AEB79B22D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832885" y="4123550"/>
                  <a:ext cx="1519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14B016C-2520-56C6-BBD6-98ED2619872B}"/>
                    </a:ext>
                  </a:extLst>
                </p14:cNvPr>
                <p14:cNvContentPartPr/>
                <p14:nvPr/>
              </p14:nvContentPartPr>
              <p14:xfrm>
                <a:off x="1860605" y="4202390"/>
                <a:ext cx="117720" cy="6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14B016C-2520-56C6-BBD6-98ED2619872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842605" y="4184750"/>
                  <a:ext cx="1533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00287C1-EDA3-914A-1562-4DCCC20CBF97}"/>
                    </a:ext>
                  </a:extLst>
                </p14:cNvPr>
                <p14:cNvContentPartPr/>
                <p14:nvPr/>
              </p14:nvContentPartPr>
              <p14:xfrm>
                <a:off x="2084525" y="4033910"/>
                <a:ext cx="147240" cy="1699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00287C1-EDA3-914A-1562-4DCCC20CBF9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066885" y="4016270"/>
                  <a:ext cx="182880" cy="20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6872BCF-DD21-1C3A-33C5-3EFA7A51FF94}"/>
              </a:ext>
            </a:extLst>
          </p:cNvPr>
          <p:cNvGrpSpPr/>
          <p:nvPr/>
        </p:nvGrpSpPr>
        <p:grpSpPr>
          <a:xfrm>
            <a:off x="2157245" y="4454750"/>
            <a:ext cx="202320" cy="220320"/>
            <a:chOff x="2157245" y="4454750"/>
            <a:chExt cx="202320" cy="22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D8A21BF-A154-0A87-6018-FFCC0FB43BF7}"/>
                    </a:ext>
                  </a:extLst>
                </p14:cNvPr>
                <p14:cNvContentPartPr/>
                <p14:nvPr/>
              </p14:nvContentPartPr>
              <p14:xfrm>
                <a:off x="2157245" y="4573910"/>
                <a:ext cx="83880" cy="49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D8A21BF-A154-0A87-6018-FFCC0FB43BF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139245" y="4555910"/>
                  <a:ext cx="1195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D69C292-A264-C76B-3C42-A094DFDFC670}"/>
                    </a:ext>
                  </a:extLst>
                </p14:cNvPr>
                <p14:cNvContentPartPr/>
                <p14:nvPr/>
              </p14:nvContentPartPr>
              <p14:xfrm>
                <a:off x="2168045" y="4612430"/>
                <a:ext cx="106560" cy="626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D69C292-A264-C76B-3C42-A094DFDFC67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150405" y="4594790"/>
                  <a:ext cx="1422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25EBA0E-0EE0-6F5D-299D-2427648E61CE}"/>
                    </a:ext>
                  </a:extLst>
                </p14:cNvPr>
                <p14:cNvContentPartPr/>
                <p14:nvPr/>
              </p14:nvContentPartPr>
              <p14:xfrm>
                <a:off x="2354525" y="4454750"/>
                <a:ext cx="5040" cy="1580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25EBA0E-0EE0-6F5D-299D-2427648E61C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336885" y="4437110"/>
                  <a:ext cx="40680" cy="19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0F8B724-1CA0-D51C-1E5E-FAF0D4B85392}"/>
              </a:ext>
            </a:extLst>
          </p:cNvPr>
          <p:cNvGrpSpPr/>
          <p:nvPr/>
        </p:nvGrpSpPr>
        <p:grpSpPr>
          <a:xfrm>
            <a:off x="3034205" y="4407950"/>
            <a:ext cx="332640" cy="278280"/>
            <a:chOff x="3034205" y="4407950"/>
            <a:chExt cx="332640" cy="27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D3EE1F3-8B93-996A-6341-24B4391C306D}"/>
                    </a:ext>
                  </a:extLst>
                </p14:cNvPr>
                <p14:cNvContentPartPr/>
                <p14:nvPr/>
              </p14:nvContentPartPr>
              <p14:xfrm>
                <a:off x="3034205" y="4540070"/>
                <a:ext cx="123120" cy="864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D3EE1F3-8B93-996A-6341-24B4391C306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016205" y="4522070"/>
                  <a:ext cx="1587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146FF71-49B6-4524-0DEA-89D19622301E}"/>
                    </a:ext>
                  </a:extLst>
                </p14:cNvPr>
                <p14:cNvContentPartPr/>
                <p14:nvPr/>
              </p14:nvContentPartPr>
              <p14:xfrm>
                <a:off x="3051125" y="4594070"/>
                <a:ext cx="111960" cy="92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146FF71-49B6-4524-0DEA-89D19622301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033485" y="4576430"/>
                  <a:ext cx="1476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CF0286E-D521-1AC0-7E02-B216D8467257}"/>
                    </a:ext>
                  </a:extLst>
                </p14:cNvPr>
                <p14:cNvContentPartPr/>
                <p14:nvPr/>
              </p14:nvContentPartPr>
              <p14:xfrm>
                <a:off x="3259205" y="4407950"/>
                <a:ext cx="107640" cy="1508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CF0286E-D521-1AC0-7E02-B216D846725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241565" y="4390310"/>
                  <a:ext cx="143280" cy="18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7722DDC-AC89-43E1-414E-391355E7C4C5}"/>
              </a:ext>
            </a:extLst>
          </p:cNvPr>
          <p:cNvGrpSpPr/>
          <p:nvPr/>
        </p:nvGrpSpPr>
        <p:grpSpPr>
          <a:xfrm>
            <a:off x="9146285" y="1542350"/>
            <a:ext cx="287640" cy="471960"/>
            <a:chOff x="9146285" y="1542350"/>
            <a:chExt cx="287640" cy="47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C1BF890-84D5-3347-F448-2CC6E28104BC}"/>
                    </a:ext>
                  </a:extLst>
                </p14:cNvPr>
                <p14:cNvContentPartPr/>
                <p14:nvPr/>
              </p14:nvContentPartPr>
              <p14:xfrm>
                <a:off x="9146285" y="1542350"/>
                <a:ext cx="182520" cy="372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C1BF890-84D5-3347-F448-2CC6E28104B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128285" y="1524350"/>
                  <a:ext cx="21816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D6BC18B-E004-1903-F6E1-66121AA58559}"/>
                    </a:ext>
                  </a:extLst>
                </p14:cNvPr>
                <p14:cNvContentPartPr/>
                <p14:nvPr/>
              </p14:nvContentPartPr>
              <p14:xfrm>
                <a:off x="9414485" y="1885070"/>
                <a:ext cx="19440" cy="1292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D6BC18B-E004-1903-F6E1-66121AA58559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396845" y="1867430"/>
                  <a:ext cx="55080" cy="16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FB18985C-9239-CA00-2337-A160B18E2D91}"/>
                  </a:ext>
                </a:extLst>
              </p14:cNvPr>
              <p14:cNvContentPartPr/>
              <p14:nvPr/>
            </p14:nvContentPartPr>
            <p14:xfrm>
              <a:off x="9285245" y="2651150"/>
              <a:ext cx="171000" cy="23040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FB18985C-9239-CA00-2337-A160B18E2D91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9267245" y="2633150"/>
                <a:ext cx="206640" cy="26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D8CF9E11-D1AC-D162-31F8-3D9C8CD21055}"/>
              </a:ext>
            </a:extLst>
          </p:cNvPr>
          <p:cNvGrpSpPr/>
          <p:nvPr/>
        </p:nvGrpSpPr>
        <p:grpSpPr>
          <a:xfrm>
            <a:off x="9994805" y="1458110"/>
            <a:ext cx="279360" cy="448560"/>
            <a:chOff x="9994805" y="1458110"/>
            <a:chExt cx="279360" cy="44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9BDB995-AD47-5B5A-DC60-6583D7A7E8EE}"/>
                    </a:ext>
                  </a:extLst>
                </p14:cNvPr>
                <p14:cNvContentPartPr/>
                <p14:nvPr/>
              </p14:nvContentPartPr>
              <p14:xfrm>
                <a:off x="9994805" y="1458110"/>
                <a:ext cx="158400" cy="3337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9BDB995-AD47-5B5A-DC60-6583D7A7E8E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977165" y="1440470"/>
                  <a:ext cx="19404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86BCA1-E1CB-B1C5-E723-B57C68945F9A}"/>
                    </a:ext>
                  </a:extLst>
                </p14:cNvPr>
                <p14:cNvContentPartPr/>
                <p14:nvPr/>
              </p14:nvContentPartPr>
              <p14:xfrm>
                <a:off x="10181285" y="1773470"/>
                <a:ext cx="92880" cy="1332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86BCA1-E1CB-B1C5-E723-B57C68945F9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163285" y="1755470"/>
                  <a:ext cx="128520" cy="16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A1D4AB90-0BAE-B33A-6216-B3FC87480F43}"/>
                  </a:ext>
                </a:extLst>
              </p14:cNvPr>
              <p14:cNvContentPartPr/>
              <p14:nvPr/>
            </p14:nvContentPartPr>
            <p14:xfrm>
              <a:off x="10175525" y="2600390"/>
              <a:ext cx="51840" cy="22644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A1D4AB90-0BAE-B33A-6216-B3FC87480F43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0157885" y="2582390"/>
                <a:ext cx="8748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7E9FA15D-48CA-7BE0-CFE3-04541E874C84}"/>
                  </a:ext>
                </a:extLst>
              </p14:cNvPr>
              <p14:cNvContentPartPr/>
              <p14:nvPr/>
            </p14:nvContentPartPr>
            <p14:xfrm>
              <a:off x="9261845" y="2127350"/>
              <a:ext cx="192600" cy="23148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7E9FA15D-48CA-7BE0-CFE3-04541E874C84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9243845" y="2109710"/>
                <a:ext cx="22824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D79CEA78-56E6-C5F2-F2DE-C73F645CEA63}"/>
                  </a:ext>
                </a:extLst>
              </p14:cNvPr>
              <p14:cNvContentPartPr/>
              <p14:nvPr/>
            </p14:nvContentPartPr>
            <p14:xfrm>
              <a:off x="10110005" y="2070110"/>
              <a:ext cx="169920" cy="2235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D79CEA78-56E6-C5F2-F2DE-C73F645CEA63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10092005" y="2052110"/>
                <a:ext cx="20556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8EEF501C-714E-1880-2CE3-53D017AA0A4B}"/>
                  </a:ext>
                </a:extLst>
              </p14:cNvPr>
              <p14:cNvContentPartPr/>
              <p14:nvPr/>
            </p14:nvContentPartPr>
            <p14:xfrm>
              <a:off x="9314405" y="3156950"/>
              <a:ext cx="54000" cy="2505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8EEF501C-714E-1880-2CE3-53D017AA0A4B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9296405" y="3138950"/>
                <a:ext cx="8964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3F49DA39-C383-8FF3-8355-C2AE9E3F5974}"/>
                  </a:ext>
                </a:extLst>
              </p14:cNvPr>
              <p14:cNvContentPartPr/>
              <p14:nvPr/>
            </p14:nvContentPartPr>
            <p14:xfrm>
              <a:off x="10183085" y="3146870"/>
              <a:ext cx="153720" cy="20412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3F49DA39-C383-8FF3-8355-C2AE9E3F5974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0165445" y="3129230"/>
                <a:ext cx="18936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E9FAD6FE-EE93-6088-CD7C-27FA0C37E733}"/>
                  </a:ext>
                </a:extLst>
              </p14:cNvPr>
              <p14:cNvContentPartPr/>
              <p14:nvPr/>
            </p14:nvContentPartPr>
            <p14:xfrm>
              <a:off x="9367685" y="3644390"/>
              <a:ext cx="34920" cy="27828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E9FAD6FE-EE93-6088-CD7C-27FA0C37E733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9349685" y="3626750"/>
                <a:ext cx="7056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70025A77-8F99-823B-E754-4BBC056FFB5A}"/>
                  </a:ext>
                </a:extLst>
              </p14:cNvPr>
              <p14:cNvContentPartPr/>
              <p14:nvPr/>
            </p14:nvContentPartPr>
            <p14:xfrm>
              <a:off x="10227005" y="3631790"/>
              <a:ext cx="50040" cy="26280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70025A77-8F99-823B-E754-4BBC056FFB5A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10209365" y="3614150"/>
                <a:ext cx="85680" cy="29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3641666F-8B5B-65B2-D0DC-DCAB40393D4A}"/>
              </a:ext>
            </a:extLst>
          </p:cNvPr>
          <p:cNvGrpSpPr/>
          <p:nvPr/>
        </p:nvGrpSpPr>
        <p:grpSpPr>
          <a:xfrm>
            <a:off x="10953845" y="1432190"/>
            <a:ext cx="346320" cy="1409400"/>
            <a:chOff x="10953845" y="1432190"/>
            <a:chExt cx="346320" cy="140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D4F13FD-D2C4-1553-6132-BB77DE86B835}"/>
                    </a:ext>
                  </a:extLst>
                </p14:cNvPr>
                <p14:cNvContentPartPr/>
                <p14:nvPr/>
              </p14:nvContentPartPr>
              <p14:xfrm>
                <a:off x="10953845" y="1496630"/>
                <a:ext cx="317880" cy="2530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D4F13FD-D2C4-1553-6132-BB77DE86B83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936205" y="1478990"/>
                  <a:ext cx="3535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785BA88-D86E-546E-0CA4-5E71B8C918DD}"/>
                    </a:ext>
                  </a:extLst>
                </p14:cNvPr>
                <p14:cNvContentPartPr/>
                <p14:nvPr/>
              </p14:nvContentPartPr>
              <p14:xfrm>
                <a:off x="11021885" y="1432190"/>
                <a:ext cx="247680" cy="425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785BA88-D86E-546E-0CA4-5E71B8C918D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1003885" y="1414190"/>
                  <a:ext cx="28332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5F7ADEA-5B9C-BC4C-6047-208AE20CDF3D}"/>
                    </a:ext>
                  </a:extLst>
                </p14:cNvPr>
                <p14:cNvContentPartPr/>
                <p14:nvPr/>
              </p14:nvContentPartPr>
              <p14:xfrm>
                <a:off x="11133485" y="2456750"/>
                <a:ext cx="15480" cy="3510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5F7ADEA-5B9C-BC4C-6047-208AE20CDF3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1115485" y="2438750"/>
                  <a:ext cx="5112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EEC2E41-D2CF-7F4D-10E1-B6AD991FBC2C}"/>
                    </a:ext>
                  </a:extLst>
                </p14:cNvPr>
                <p14:cNvContentPartPr/>
                <p14:nvPr/>
              </p14:nvContentPartPr>
              <p14:xfrm>
                <a:off x="11120885" y="2810630"/>
                <a:ext cx="54360" cy="309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EEC2E41-D2CF-7F4D-10E1-B6AD991FBC2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103245" y="2792630"/>
                  <a:ext cx="900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F6DF15C-990A-D001-EE50-44EA507FC916}"/>
                    </a:ext>
                  </a:extLst>
                </p14:cNvPr>
                <p14:cNvContentPartPr/>
                <p14:nvPr/>
              </p14:nvContentPartPr>
              <p14:xfrm>
                <a:off x="11088125" y="2450270"/>
                <a:ext cx="95760" cy="72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F6DF15C-990A-D001-EE50-44EA507FC916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070125" y="2432270"/>
                  <a:ext cx="131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668EC4E-13E1-A201-FE68-66B5C9E579D3}"/>
                    </a:ext>
                  </a:extLst>
                </p14:cNvPr>
                <p14:cNvContentPartPr/>
                <p14:nvPr/>
              </p14:nvContentPartPr>
              <p14:xfrm>
                <a:off x="11066885" y="1971830"/>
                <a:ext cx="21600" cy="3319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668EC4E-13E1-A201-FE68-66B5C9E579D3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049245" y="1954190"/>
                  <a:ext cx="572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E7EAD71-7244-798A-FBA3-0047EE7887D2}"/>
                    </a:ext>
                  </a:extLst>
                </p14:cNvPr>
                <p14:cNvContentPartPr/>
                <p14:nvPr/>
              </p14:nvContentPartPr>
              <p14:xfrm>
                <a:off x="11186045" y="2199350"/>
                <a:ext cx="114120" cy="1425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E7EAD71-7244-798A-FBA3-0047EE7887D2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168405" y="2181350"/>
                  <a:ext cx="149760" cy="17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630F53AE-7C3B-970E-293A-430D74B5BC1D}"/>
                  </a:ext>
                </a:extLst>
              </p14:cNvPr>
              <p14:cNvContentPartPr/>
              <p14:nvPr/>
            </p14:nvContentPartPr>
            <p14:xfrm>
              <a:off x="11244005" y="2714510"/>
              <a:ext cx="49320" cy="10980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630F53AE-7C3B-970E-293A-430D74B5BC1D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11226005" y="2696510"/>
                <a:ext cx="84960" cy="14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5A58959-164D-6C40-A243-993D6FAB4F00}"/>
              </a:ext>
            </a:extLst>
          </p:cNvPr>
          <p:cNvGrpSpPr/>
          <p:nvPr/>
        </p:nvGrpSpPr>
        <p:grpSpPr>
          <a:xfrm>
            <a:off x="11173085" y="3090710"/>
            <a:ext cx="252720" cy="276120"/>
            <a:chOff x="11173085" y="3090710"/>
            <a:chExt cx="252720" cy="27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3FD25FC-5241-CCC7-ACC5-AB2A1C8E63E5}"/>
                    </a:ext>
                  </a:extLst>
                </p14:cNvPr>
                <p14:cNvContentPartPr/>
                <p14:nvPr/>
              </p14:nvContentPartPr>
              <p14:xfrm>
                <a:off x="11173085" y="3090710"/>
                <a:ext cx="13320" cy="2329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3FD25FC-5241-CCC7-ACC5-AB2A1C8E63E5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155445" y="3072710"/>
                  <a:ext cx="489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3DB8FC2-4CB8-8105-EFDA-086D1A80B121}"/>
                    </a:ext>
                  </a:extLst>
                </p14:cNvPr>
                <p14:cNvContentPartPr/>
                <p14:nvPr/>
              </p14:nvContentPartPr>
              <p14:xfrm>
                <a:off x="11292965" y="3261350"/>
                <a:ext cx="132840" cy="1054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3DB8FC2-4CB8-8105-EFDA-086D1A80B12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274965" y="3243350"/>
                  <a:ext cx="16848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55548FF0-83C3-C3EA-EC7B-0E64193F0D5C}"/>
                  </a:ext>
                </a:extLst>
              </p14:cNvPr>
              <p14:cNvContentPartPr/>
              <p14:nvPr/>
            </p14:nvContentPartPr>
            <p14:xfrm>
              <a:off x="9181565" y="3938150"/>
              <a:ext cx="2435760" cy="6588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55548FF0-83C3-C3EA-EC7B-0E64193F0D5C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9172565" y="3929150"/>
                <a:ext cx="2453400" cy="8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85DDC2E-57A3-6DB0-06AE-4F810B0D8568}"/>
              </a:ext>
            </a:extLst>
          </p:cNvPr>
          <p:cNvGrpSpPr/>
          <p:nvPr/>
        </p:nvGrpSpPr>
        <p:grpSpPr>
          <a:xfrm>
            <a:off x="11188925" y="3512270"/>
            <a:ext cx="209520" cy="298440"/>
            <a:chOff x="11188925" y="3512270"/>
            <a:chExt cx="209520" cy="29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8795FD1-1BAD-20BB-79DA-BEC3FA29B5CF}"/>
                    </a:ext>
                  </a:extLst>
                </p14:cNvPr>
                <p14:cNvContentPartPr/>
                <p14:nvPr/>
              </p14:nvContentPartPr>
              <p14:xfrm>
                <a:off x="11188925" y="3512270"/>
                <a:ext cx="18720" cy="2379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8795FD1-1BAD-20BB-79DA-BEC3FA29B5C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1171285" y="3494270"/>
                  <a:ext cx="543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A12471D-3352-76A1-22BD-86E651A0C58E}"/>
                    </a:ext>
                  </a:extLst>
                </p14:cNvPr>
                <p14:cNvContentPartPr/>
                <p14:nvPr/>
              </p14:nvContentPartPr>
              <p14:xfrm>
                <a:off x="11247605" y="3658790"/>
                <a:ext cx="150840" cy="1519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A12471D-3352-76A1-22BD-86E651A0C58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1229965" y="3641150"/>
                  <a:ext cx="18648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C546380-28FF-761A-47C9-D27103B5D879}"/>
              </a:ext>
            </a:extLst>
          </p:cNvPr>
          <p:cNvGrpSpPr/>
          <p:nvPr/>
        </p:nvGrpSpPr>
        <p:grpSpPr>
          <a:xfrm>
            <a:off x="4209965" y="2944190"/>
            <a:ext cx="424800" cy="426240"/>
            <a:chOff x="4209965" y="2944190"/>
            <a:chExt cx="424800" cy="42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64D6B3F-398E-A861-535C-AAD0F717040F}"/>
                    </a:ext>
                  </a:extLst>
                </p14:cNvPr>
                <p14:cNvContentPartPr/>
                <p14:nvPr/>
              </p14:nvContentPartPr>
              <p14:xfrm>
                <a:off x="4209965" y="3108710"/>
                <a:ext cx="118440" cy="500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64D6B3F-398E-A861-535C-AAD0F717040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192325" y="3091070"/>
                  <a:ext cx="1540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BF07219-25C6-3919-8256-DBACE064315C}"/>
                    </a:ext>
                  </a:extLst>
                </p14:cNvPr>
                <p14:cNvContentPartPr/>
                <p14:nvPr/>
              </p14:nvContentPartPr>
              <p14:xfrm>
                <a:off x="4237685" y="3186470"/>
                <a:ext cx="104400" cy="41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BF07219-25C6-3919-8256-DBACE064315C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219685" y="3168830"/>
                  <a:ext cx="1400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2E8D5BD-F693-2F3D-2C3C-0D614081A3FA}"/>
                    </a:ext>
                  </a:extLst>
                </p14:cNvPr>
                <p14:cNvContentPartPr/>
                <p14:nvPr/>
              </p14:nvContentPartPr>
              <p14:xfrm>
                <a:off x="4415885" y="2944190"/>
                <a:ext cx="35640" cy="3355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2E8D5BD-F693-2F3D-2C3C-0D614081A3F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397885" y="2926550"/>
                  <a:ext cx="7128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6A8A5A7-6E6E-FE38-BF8B-8E548069A581}"/>
                    </a:ext>
                  </a:extLst>
                </p14:cNvPr>
                <p14:cNvContentPartPr/>
                <p14:nvPr/>
              </p14:nvContentPartPr>
              <p14:xfrm>
                <a:off x="4490045" y="3187190"/>
                <a:ext cx="144720" cy="1832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6A8A5A7-6E6E-FE38-BF8B-8E548069A581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472045" y="3169190"/>
                  <a:ext cx="18036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AEBFF08-BEAA-256C-0833-1436013590AD}"/>
              </a:ext>
            </a:extLst>
          </p:cNvPr>
          <p:cNvGrpSpPr/>
          <p:nvPr/>
        </p:nvGrpSpPr>
        <p:grpSpPr>
          <a:xfrm>
            <a:off x="4574645" y="2832590"/>
            <a:ext cx="302400" cy="270720"/>
            <a:chOff x="4574645" y="2832590"/>
            <a:chExt cx="302400" cy="27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001F241-E089-0811-FDCB-B7E379811600}"/>
                    </a:ext>
                  </a:extLst>
                </p14:cNvPr>
                <p14:cNvContentPartPr/>
                <p14:nvPr/>
              </p14:nvContentPartPr>
              <p14:xfrm>
                <a:off x="4574645" y="3017270"/>
                <a:ext cx="89280" cy="255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001F241-E089-0811-FDCB-B7E37981160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556645" y="2999630"/>
                  <a:ext cx="1249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77680DA-43CA-6C07-0D7D-1DDC9A3BD656}"/>
                    </a:ext>
                  </a:extLst>
                </p14:cNvPr>
                <p14:cNvContentPartPr/>
                <p14:nvPr/>
              </p14:nvContentPartPr>
              <p14:xfrm>
                <a:off x="4604165" y="3074870"/>
                <a:ext cx="72000" cy="284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77680DA-43CA-6C07-0D7D-1DDC9A3BD65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586525" y="3057230"/>
                  <a:ext cx="1076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4A48EBA-3C84-C436-BC67-B9B04EC98F1D}"/>
                    </a:ext>
                  </a:extLst>
                </p14:cNvPr>
                <p14:cNvContentPartPr/>
                <p14:nvPr/>
              </p14:nvContentPartPr>
              <p14:xfrm>
                <a:off x="4764725" y="2832590"/>
                <a:ext cx="112320" cy="2102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4A48EBA-3C84-C436-BC67-B9B04EC98F1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747085" y="2814950"/>
                  <a:ext cx="147960" cy="24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455D8C3F-E949-C0C5-D7EF-C081FCB337A7}"/>
                  </a:ext>
                </a:extLst>
              </p14:cNvPr>
              <p14:cNvContentPartPr/>
              <p14:nvPr/>
            </p14:nvContentPartPr>
            <p14:xfrm>
              <a:off x="9198845" y="4497230"/>
              <a:ext cx="223920" cy="31392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455D8C3F-E949-C0C5-D7EF-C081FCB337A7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9181205" y="4479230"/>
                <a:ext cx="259560" cy="34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D2BF0924-B77F-471E-2B4B-135D2C7D4B62}"/>
              </a:ext>
            </a:extLst>
          </p:cNvPr>
          <p:cNvGrpSpPr/>
          <p:nvPr/>
        </p:nvGrpSpPr>
        <p:grpSpPr>
          <a:xfrm>
            <a:off x="8487125" y="2339390"/>
            <a:ext cx="395640" cy="679320"/>
            <a:chOff x="8487125" y="2339390"/>
            <a:chExt cx="395640" cy="67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97B5A83-245C-3481-39F7-9790EC6A926C}"/>
                    </a:ext>
                  </a:extLst>
                </p14:cNvPr>
                <p14:cNvContentPartPr/>
                <p14:nvPr/>
              </p14:nvContentPartPr>
              <p14:xfrm>
                <a:off x="8503325" y="2780390"/>
                <a:ext cx="73080" cy="2383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97B5A83-245C-3481-39F7-9790EC6A926C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485685" y="2762750"/>
                  <a:ext cx="1087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A8F1321-631A-F655-CA28-9BD809BB27BE}"/>
                    </a:ext>
                  </a:extLst>
                </p14:cNvPr>
                <p14:cNvContentPartPr/>
                <p14:nvPr/>
              </p14:nvContentPartPr>
              <p14:xfrm>
                <a:off x="8487125" y="2651150"/>
                <a:ext cx="196200" cy="2466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A8F1321-631A-F655-CA28-9BD809BB27B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469125" y="2633510"/>
                  <a:ext cx="2318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7257F6A-7735-8F2B-9286-65ABF912CA10}"/>
                    </a:ext>
                  </a:extLst>
                </p14:cNvPr>
                <p14:cNvContentPartPr/>
                <p14:nvPr/>
              </p14:nvContentPartPr>
              <p14:xfrm>
                <a:off x="8644085" y="2466110"/>
                <a:ext cx="121680" cy="2592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7257F6A-7735-8F2B-9286-65ABF912CA10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626085" y="2448470"/>
                  <a:ext cx="15732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3A663D2-FF4A-CF07-5D6A-4BBD0E63C7FA}"/>
                    </a:ext>
                  </a:extLst>
                </p14:cNvPr>
                <p14:cNvContentPartPr/>
                <p14:nvPr/>
              </p14:nvContentPartPr>
              <p14:xfrm>
                <a:off x="8774765" y="2430830"/>
                <a:ext cx="108000" cy="658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3A663D2-FF4A-CF07-5D6A-4BBD0E63C7F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756765" y="2413190"/>
                  <a:ext cx="1436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2ED1565-14B8-847A-F3B5-665DA63D3F9E}"/>
                    </a:ext>
                  </a:extLst>
                </p14:cNvPr>
                <p14:cNvContentPartPr/>
                <p14:nvPr/>
              </p14:nvContentPartPr>
              <p14:xfrm>
                <a:off x="8830925" y="2339390"/>
                <a:ext cx="3960" cy="2862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2ED1565-14B8-847A-F3B5-665DA63D3F9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813285" y="2321750"/>
                  <a:ext cx="39600" cy="32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E769A712-B7D7-C413-38EE-819776F70E55}"/>
                  </a:ext>
                </a:extLst>
              </p14:cNvPr>
              <p14:cNvContentPartPr/>
              <p14:nvPr/>
            </p14:nvContentPartPr>
            <p14:xfrm>
              <a:off x="9485045" y="4724750"/>
              <a:ext cx="360" cy="15120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E769A712-B7D7-C413-38EE-819776F70E55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9467405" y="4706750"/>
                <a:ext cx="36000" cy="18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191FE3DB-FCDB-C173-31B5-C832670D61E1}"/>
              </a:ext>
            </a:extLst>
          </p:cNvPr>
          <p:cNvGrpSpPr/>
          <p:nvPr/>
        </p:nvGrpSpPr>
        <p:grpSpPr>
          <a:xfrm>
            <a:off x="10130525" y="4439270"/>
            <a:ext cx="245520" cy="359280"/>
            <a:chOff x="10130525" y="4439270"/>
            <a:chExt cx="245520" cy="35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2763000-6A73-9138-DE5A-345FF7037F93}"/>
                    </a:ext>
                  </a:extLst>
                </p14:cNvPr>
                <p14:cNvContentPartPr/>
                <p14:nvPr/>
              </p14:nvContentPartPr>
              <p14:xfrm>
                <a:off x="10130525" y="4439270"/>
                <a:ext cx="178560" cy="3366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2763000-6A73-9138-DE5A-345FF7037F93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0112525" y="4421270"/>
                  <a:ext cx="21420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4C5C06E-9BD1-0045-0AD3-8580C31ED920}"/>
                    </a:ext>
                  </a:extLst>
                </p14:cNvPr>
                <p14:cNvContentPartPr/>
                <p14:nvPr/>
              </p14:nvContentPartPr>
              <p14:xfrm>
                <a:off x="10338605" y="4738790"/>
                <a:ext cx="37440" cy="597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4C5C06E-9BD1-0045-0AD3-8580C31ED920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320965" y="4721150"/>
                  <a:ext cx="73080" cy="9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A64E79CB-86CC-A99E-FCA5-3969B35E31AC}"/>
                  </a:ext>
                </a:extLst>
              </p14:cNvPr>
              <p14:cNvContentPartPr/>
              <p14:nvPr/>
            </p14:nvContentPartPr>
            <p14:xfrm>
              <a:off x="9342845" y="5118950"/>
              <a:ext cx="135000" cy="23220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A64E79CB-86CC-A99E-FCA5-3969B35E31AC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9324845" y="5100950"/>
                <a:ext cx="17064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D2661A29-A5DD-080C-1402-E58C3F9D9930}"/>
                  </a:ext>
                </a:extLst>
              </p14:cNvPr>
              <p14:cNvContentPartPr/>
              <p14:nvPr/>
            </p14:nvContentPartPr>
            <p14:xfrm>
              <a:off x="10203245" y="5069990"/>
              <a:ext cx="166680" cy="23184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D2661A29-A5DD-080C-1402-E58C3F9D9930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10185245" y="5052350"/>
                <a:ext cx="20232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1CE74727-0ADD-3E04-B980-B49D6ECC765A}"/>
                  </a:ext>
                </a:extLst>
              </p14:cNvPr>
              <p14:cNvContentPartPr/>
              <p14:nvPr/>
            </p14:nvContentPartPr>
            <p14:xfrm>
              <a:off x="9374525" y="5536910"/>
              <a:ext cx="168840" cy="27468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1CE74727-0ADD-3E04-B980-B49D6ECC765A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9356525" y="5518910"/>
                <a:ext cx="20448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3E725DEA-5788-30BE-D858-358A16F91A30}"/>
                  </a:ext>
                </a:extLst>
              </p14:cNvPr>
              <p14:cNvContentPartPr/>
              <p14:nvPr/>
            </p14:nvContentPartPr>
            <p14:xfrm>
              <a:off x="10204325" y="5558510"/>
              <a:ext cx="42480" cy="24264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3E725DEA-5788-30BE-D858-358A16F91A30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10186685" y="5540870"/>
                <a:ext cx="7812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29219E91-C385-D9FB-A78B-B0E202574AD8}"/>
                  </a:ext>
                </a:extLst>
              </p14:cNvPr>
              <p14:cNvContentPartPr/>
              <p14:nvPr/>
            </p14:nvContentPartPr>
            <p14:xfrm>
              <a:off x="9420965" y="5967470"/>
              <a:ext cx="35640" cy="18900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29219E91-C385-D9FB-A78B-B0E202574AD8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9403325" y="5949830"/>
                <a:ext cx="7128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9FE1CDBA-CE77-114F-FC21-CA67292A0061}"/>
                  </a:ext>
                </a:extLst>
              </p14:cNvPr>
              <p14:cNvContentPartPr/>
              <p14:nvPr/>
            </p14:nvContentPartPr>
            <p14:xfrm>
              <a:off x="10184165" y="5923190"/>
              <a:ext cx="156600" cy="22644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9FE1CDBA-CE77-114F-FC21-CA67292A0061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10166525" y="5905190"/>
                <a:ext cx="19224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4DBE557A-6DE4-C004-6D53-E016DC42073A}"/>
                  </a:ext>
                </a:extLst>
              </p14:cNvPr>
              <p14:cNvContentPartPr/>
              <p14:nvPr/>
            </p14:nvContentPartPr>
            <p14:xfrm>
              <a:off x="9437525" y="6356990"/>
              <a:ext cx="57600" cy="26928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4DBE557A-6DE4-C004-6D53-E016DC42073A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9419525" y="6338990"/>
                <a:ext cx="9324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C3D07558-341F-6B12-CC9F-8730AF6A5B35}"/>
                  </a:ext>
                </a:extLst>
              </p14:cNvPr>
              <p14:cNvContentPartPr/>
              <p14:nvPr/>
            </p14:nvContentPartPr>
            <p14:xfrm>
              <a:off x="10262285" y="6362750"/>
              <a:ext cx="62280" cy="21132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C3D07558-341F-6B12-CC9F-8730AF6A5B35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10244285" y="6345110"/>
                <a:ext cx="97920" cy="24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2C1F630-6902-E0C8-F54A-FD75C63787D9}"/>
              </a:ext>
            </a:extLst>
          </p:cNvPr>
          <p:cNvGrpSpPr/>
          <p:nvPr/>
        </p:nvGrpSpPr>
        <p:grpSpPr>
          <a:xfrm>
            <a:off x="8920205" y="1378910"/>
            <a:ext cx="2910960" cy="2594880"/>
            <a:chOff x="8920205" y="1378910"/>
            <a:chExt cx="2910960" cy="259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FB60B29-3CEF-1947-1486-53685D03D7AD}"/>
                    </a:ext>
                  </a:extLst>
                </p14:cNvPr>
                <p14:cNvContentPartPr/>
                <p14:nvPr/>
              </p14:nvContentPartPr>
              <p14:xfrm>
                <a:off x="9008045" y="1927910"/>
                <a:ext cx="2619360" cy="702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FB60B29-3CEF-1947-1486-53685D03D7AD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999405" y="1919270"/>
                  <a:ext cx="26370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3AE29AB-2DE5-B64B-136D-805F13D0BBD5}"/>
                    </a:ext>
                  </a:extLst>
                </p14:cNvPr>
                <p14:cNvContentPartPr/>
                <p14:nvPr/>
              </p14:nvContentPartPr>
              <p14:xfrm>
                <a:off x="8920205" y="2504630"/>
                <a:ext cx="2910960" cy="230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3AE29AB-2DE5-B64B-136D-805F13D0BBD5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911565" y="2495990"/>
                  <a:ext cx="29286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CEB0D7C-25F8-2D06-72CA-EBF8F8A43202}"/>
                    </a:ext>
                  </a:extLst>
                </p14:cNvPr>
                <p14:cNvContentPartPr/>
                <p14:nvPr/>
              </p14:nvContentPartPr>
              <p14:xfrm>
                <a:off x="8979245" y="2976590"/>
                <a:ext cx="2750040" cy="172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CEB0D7C-25F8-2D06-72CA-EBF8F8A4320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970245" y="2967590"/>
                  <a:ext cx="27676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54B5C8A-95BB-4544-FA02-08690113EE14}"/>
                    </a:ext>
                  </a:extLst>
                </p14:cNvPr>
                <p14:cNvContentPartPr/>
                <p14:nvPr/>
              </p14:nvContentPartPr>
              <p14:xfrm>
                <a:off x="9104885" y="3417590"/>
                <a:ext cx="2517120" cy="496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54B5C8A-95BB-4544-FA02-08690113EE14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096245" y="3408950"/>
                  <a:ext cx="25347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CC6796B-8A16-D740-FD57-EC0A369C866E}"/>
                    </a:ext>
                  </a:extLst>
                </p14:cNvPr>
                <p14:cNvContentPartPr/>
                <p14:nvPr/>
              </p14:nvContentPartPr>
              <p14:xfrm>
                <a:off x="10567205" y="1378910"/>
                <a:ext cx="81360" cy="25948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CC6796B-8A16-D740-FD57-EC0A369C866E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558565" y="1370270"/>
                  <a:ext cx="99000" cy="261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F508FD59-114B-B3BC-2AB7-6E2A7339C174}"/>
              </a:ext>
            </a:extLst>
          </p:cNvPr>
          <p:cNvGrpSpPr/>
          <p:nvPr/>
        </p:nvGrpSpPr>
        <p:grpSpPr>
          <a:xfrm>
            <a:off x="9124685" y="4395710"/>
            <a:ext cx="2903040" cy="2326680"/>
            <a:chOff x="9124685" y="4395710"/>
            <a:chExt cx="2903040" cy="232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47E4998-0122-7392-84C5-8F995AB8DBB6}"/>
                    </a:ext>
                  </a:extLst>
                </p14:cNvPr>
                <p14:cNvContentPartPr/>
                <p14:nvPr/>
              </p14:nvContentPartPr>
              <p14:xfrm>
                <a:off x="9124685" y="4865510"/>
                <a:ext cx="2903040" cy="979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47E4998-0122-7392-84C5-8F995AB8DBB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116045" y="4856870"/>
                  <a:ext cx="29206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63AA9BE-8309-2C4B-BEDD-46AF03986C96}"/>
                    </a:ext>
                  </a:extLst>
                </p14:cNvPr>
                <p14:cNvContentPartPr/>
                <p14:nvPr/>
              </p14:nvContentPartPr>
              <p14:xfrm>
                <a:off x="9310805" y="6653990"/>
                <a:ext cx="2600640" cy="399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63AA9BE-8309-2C4B-BEDD-46AF03986C96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301805" y="6645350"/>
                  <a:ext cx="26182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7635DD2-B6C8-EBD5-A6F6-56CE242412EB}"/>
                    </a:ext>
                  </a:extLst>
                </p14:cNvPr>
                <p14:cNvContentPartPr/>
                <p14:nvPr/>
              </p14:nvContentPartPr>
              <p14:xfrm>
                <a:off x="10668365" y="4395710"/>
                <a:ext cx="52560" cy="23266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7635DD2-B6C8-EBD5-A6F6-56CE242412EB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659725" y="4386710"/>
                  <a:ext cx="70200" cy="234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F79D64B5-D2ED-1953-2B42-231A9D5260C1}"/>
              </a:ext>
            </a:extLst>
          </p:cNvPr>
          <p:cNvGrpSpPr/>
          <p:nvPr/>
        </p:nvGrpSpPr>
        <p:grpSpPr>
          <a:xfrm>
            <a:off x="10896245" y="6360590"/>
            <a:ext cx="979920" cy="301680"/>
            <a:chOff x="10896245" y="6360590"/>
            <a:chExt cx="979920" cy="30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A7F0904-094E-A143-1016-C9AC81F52FD7}"/>
                    </a:ext>
                  </a:extLst>
                </p14:cNvPr>
                <p14:cNvContentPartPr/>
                <p14:nvPr/>
              </p14:nvContentPartPr>
              <p14:xfrm>
                <a:off x="10896245" y="6360590"/>
                <a:ext cx="257760" cy="878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A7F0904-094E-A143-1016-C9AC81F52FD7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878245" y="6342590"/>
                  <a:ext cx="2934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A137BAC-6D8C-586A-17DC-9659BBDBD5C2}"/>
                    </a:ext>
                  </a:extLst>
                </p14:cNvPr>
                <p14:cNvContentPartPr/>
                <p14:nvPr/>
              </p14:nvContentPartPr>
              <p14:xfrm>
                <a:off x="11034485" y="6453830"/>
                <a:ext cx="9360" cy="1692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A137BAC-6D8C-586A-17DC-9659BBDBD5C2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1016845" y="6436190"/>
                  <a:ext cx="450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BEF22F2-D50D-807F-DFEF-57BD3F7767D8}"/>
                    </a:ext>
                  </a:extLst>
                </p14:cNvPr>
                <p14:cNvContentPartPr/>
                <p14:nvPr/>
              </p14:nvContentPartPr>
              <p14:xfrm>
                <a:off x="11103245" y="6482270"/>
                <a:ext cx="113040" cy="1335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BEF22F2-D50D-807F-DFEF-57BD3F7767D8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1085605" y="6464630"/>
                  <a:ext cx="1486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0F49F32-C008-10BC-1358-6B4468554874}"/>
                    </a:ext>
                  </a:extLst>
                </p14:cNvPr>
                <p14:cNvContentPartPr/>
                <p14:nvPr/>
              </p14:nvContentPartPr>
              <p14:xfrm>
                <a:off x="11431565" y="6459950"/>
                <a:ext cx="83880" cy="3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0F49F32-C008-10BC-1358-6B4468554874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1413565" y="6441950"/>
                  <a:ext cx="119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7695BDE-7EE5-EE8B-8C73-BE13AC122AC3}"/>
                    </a:ext>
                  </a:extLst>
                </p14:cNvPr>
                <p14:cNvContentPartPr/>
                <p14:nvPr/>
              </p14:nvContentPartPr>
              <p14:xfrm>
                <a:off x="11425805" y="6524390"/>
                <a:ext cx="81000" cy="136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7695BDE-7EE5-EE8B-8C73-BE13AC122AC3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408165" y="6506750"/>
                  <a:ext cx="1166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3E83641-169A-4D88-0AC5-68EECF67FBDD}"/>
                    </a:ext>
                  </a:extLst>
                </p14:cNvPr>
                <p14:cNvContentPartPr/>
                <p14:nvPr/>
              </p14:nvContentPartPr>
              <p14:xfrm>
                <a:off x="11668085" y="6440150"/>
                <a:ext cx="208080" cy="1612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3E83641-169A-4D88-0AC5-68EECF67FBDD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650445" y="6422150"/>
                  <a:ext cx="2437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BAEF278-692A-853C-94F8-5FAEBCC95824}"/>
                    </a:ext>
                  </a:extLst>
                </p14:cNvPr>
                <p14:cNvContentPartPr/>
                <p14:nvPr/>
              </p14:nvContentPartPr>
              <p14:xfrm>
                <a:off x="11678165" y="6414590"/>
                <a:ext cx="167400" cy="2476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BAEF278-692A-853C-94F8-5FAEBCC95824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1660525" y="6396950"/>
                  <a:ext cx="203040" cy="28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ED32BB22-09B0-B1AE-0825-35FADCB814EB}"/>
              </a:ext>
            </a:extLst>
          </p:cNvPr>
          <p:cNvGrpSpPr/>
          <p:nvPr/>
        </p:nvGrpSpPr>
        <p:grpSpPr>
          <a:xfrm>
            <a:off x="10883645" y="4964870"/>
            <a:ext cx="1059840" cy="389160"/>
            <a:chOff x="10883645" y="4964870"/>
            <a:chExt cx="1059840" cy="38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3293CF7-5F7A-7095-15DA-8F7AE07F59D4}"/>
                    </a:ext>
                  </a:extLst>
                </p14:cNvPr>
                <p14:cNvContentPartPr/>
                <p14:nvPr/>
              </p14:nvContentPartPr>
              <p14:xfrm>
                <a:off x="10883645" y="4964870"/>
                <a:ext cx="264600" cy="1335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3293CF7-5F7A-7095-15DA-8F7AE07F59D4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865645" y="4946870"/>
                  <a:ext cx="3002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A29EE835-1ACA-54E7-179D-F24EE528AEC9}"/>
                    </a:ext>
                  </a:extLst>
                </p14:cNvPr>
                <p14:cNvContentPartPr/>
                <p14:nvPr/>
              </p14:nvContentPartPr>
              <p14:xfrm>
                <a:off x="11019365" y="5083670"/>
                <a:ext cx="10800" cy="2185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A29EE835-1ACA-54E7-179D-F24EE528AEC9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1001365" y="5066030"/>
                  <a:ext cx="464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10C25A8-E9DB-16AB-EE24-06DE8F449E07}"/>
                    </a:ext>
                  </a:extLst>
                </p14:cNvPr>
                <p14:cNvContentPartPr/>
                <p14:nvPr/>
              </p14:nvContentPartPr>
              <p14:xfrm>
                <a:off x="11460725" y="5178350"/>
                <a:ext cx="84960" cy="97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10C25A8-E9DB-16AB-EE24-06DE8F449E07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1443085" y="5160710"/>
                  <a:ext cx="1206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70AA675-4BA7-CADD-D60E-C1D4292C5771}"/>
                    </a:ext>
                  </a:extLst>
                </p14:cNvPr>
                <p14:cNvContentPartPr/>
                <p14:nvPr/>
              </p14:nvContentPartPr>
              <p14:xfrm>
                <a:off x="11473685" y="5239190"/>
                <a:ext cx="85680" cy="118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70AA675-4BA7-CADD-D60E-C1D4292C5771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1455685" y="5221550"/>
                  <a:ext cx="1213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C4530DB-30C9-7A75-C99B-3A3C4C7B7106}"/>
                    </a:ext>
                  </a:extLst>
                </p14:cNvPr>
                <p14:cNvContentPartPr/>
                <p14:nvPr/>
              </p14:nvContentPartPr>
              <p14:xfrm>
                <a:off x="11723525" y="5084390"/>
                <a:ext cx="219960" cy="1684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C4530DB-30C9-7A75-C99B-3A3C4C7B7106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1705885" y="5066390"/>
                  <a:ext cx="2556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E53DFF1-29E9-E706-838C-FFEE99004D27}"/>
                    </a:ext>
                  </a:extLst>
                </p14:cNvPr>
                <p14:cNvContentPartPr/>
                <p14:nvPr/>
              </p14:nvContentPartPr>
              <p14:xfrm>
                <a:off x="11726045" y="5062070"/>
                <a:ext cx="163440" cy="2919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E53DFF1-29E9-E706-838C-FFEE99004D2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1708045" y="5044430"/>
                  <a:ext cx="1990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8F198B8-79FD-D00B-12D3-4D8F365F8F73}"/>
                    </a:ext>
                  </a:extLst>
                </p14:cNvPr>
                <p14:cNvContentPartPr/>
                <p14:nvPr/>
              </p14:nvContentPartPr>
              <p14:xfrm>
                <a:off x="11127005" y="5222630"/>
                <a:ext cx="97560" cy="975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8F198B8-79FD-D00B-12D3-4D8F365F8F73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1109365" y="5204630"/>
                  <a:ext cx="133200" cy="13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39140401-9B6C-ACF1-57FE-DA49E7B2FA26}"/>
              </a:ext>
            </a:extLst>
          </p:cNvPr>
          <p:cNvGrpSpPr/>
          <p:nvPr/>
        </p:nvGrpSpPr>
        <p:grpSpPr>
          <a:xfrm>
            <a:off x="10926485" y="5472470"/>
            <a:ext cx="1030680" cy="295200"/>
            <a:chOff x="10926485" y="5472470"/>
            <a:chExt cx="1030680" cy="29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6023E51-24AA-D1B8-AE93-C2F5013661A4}"/>
                    </a:ext>
                  </a:extLst>
                </p14:cNvPr>
                <p14:cNvContentPartPr/>
                <p14:nvPr/>
              </p14:nvContentPartPr>
              <p14:xfrm>
                <a:off x="11508965" y="5627270"/>
                <a:ext cx="100800" cy="3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6023E51-24AA-D1B8-AE93-C2F5013661A4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1490965" y="5609270"/>
                  <a:ext cx="136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C7503FA-13CE-1696-68E6-583894C027E7}"/>
                    </a:ext>
                  </a:extLst>
                </p14:cNvPr>
                <p14:cNvContentPartPr/>
                <p14:nvPr/>
              </p14:nvContentPartPr>
              <p14:xfrm>
                <a:off x="11508965" y="5627270"/>
                <a:ext cx="360" cy="3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C7503FA-13CE-1696-68E6-583894C027E7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1490965" y="56092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C1BACE1-F552-DF2A-FA01-9DE6A345E879}"/>
                    </a:ext>
                  </a:extLst>
                </p14:cNvPr>
                <p14:cNvContentPartPr/>
                <p14:nvPr/>
              </p14:nvContentPartPr>
              <p14:xfrm>
                <a:off x="11482685" y="5627270"/>
                <a:ext cx="131040" cy="680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C1BACE1-F552-DF2A-FA01-9DE6A345E879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1464685" y="5609270"/>
                  <a:ext cx="1666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1ABA76A6-A3B4-5FD1-08BB-42B42BFEAF0B}"/>
                    </a:ext>
                  </a:extLst>
                </p14:cNvPr>
                <p14:cNvContentPartPr/>
                <p14:nvPr/>
              </p14:nvContentPartPr>
              <p14:xfrm>
                <a:off x="11762405" y="5515310"/>
                <a:ext cx="194760" cy="1911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1ABA76A6-A3B4-5FD1-08BB-42B42BFEAF0B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1744405" y="5497670"/>
                  <a:ext cx="2304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E9ECAF5-9786-14F7-4E62-DA0DE8376C32}"/>
                    </a:ext>
                  </a:extLst>
                </p14:cNvPr>
                <p14:cNvContentPartPr/>
                <p14:nvPr/>
              </p14:nvContentPartPr>
              <p14:xfrm>
                <a:off x="11776085" y="5500550"/>
                <a:ext cx="167400" cy="2635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E9ECAF5-9786-14F7-4E62-DA0DE8376C32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1758445" y="5482910"/>
                  <a:ext cx="2030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C105060-938A-7B2E-A10B-E2B2EB315D7E}"/>
                    </a:ext>
                  </a:extLst>
                </p14:cNvPr>
                <p14:cNvContentPartPr/>
                <p14:nvPr/>
              </p14:nvContentPartPr>
              <p14:xfrm>
                <a:off x="10926485" y="5472470"/>
                <a:ext cx="246600" cy="810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C105060-938A-7B2E-A10B-E2B2EB315D7E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908485" y="5454470"/>
                  <a:ext cx="2822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5AE7C22-754C-54FB-1C77-14AAFAC3C53C}"/>
                    </a:ext>
                  </a:extLst>
                </p14:cNvPr>
                <p14:cNvContentPartPr/>
                <p14:nvPr/>
              </p14:nvContentPartPr>
              <p14:xfrm>
                <a:off x="11007845" y="5562830"/>
                <a:ext cx="28080" cy="2048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5AE7C22-754C-54FB-1C77-14AAFAC3C53C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990205" y="5544830"/>
                  <a:ext cx="637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615A849-20E4-A89E-4436-8A8CB9E00A4C}"/>
                    </a:ext>
                  </a:extLst>
                </p14:cNvPr>
                <p14:cNvContentPartPr/>
                <p14:nvPr/>
              </p14:nvContentPartPr>
              <p14:xfrm>
                <a:off x="11157245" y="5639510"/>
                <a:ext cx="10440" cy="1234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615A849-20E4-A89E-4436-8A8CB9E00A4C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1139245" y="5621870"/>
                  <a:ext cx="46080" cy="15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75479DDF-D183-5133-266A-599DCEF1ACE4}"/>
              </a:ext>
            </a:extLst>
          </p:cNvPr>
          <p:cNvGrpSpPr/>
          <p:nvPr/>
        </p:nvGrpSpPr>
        <p:grpSpPr>
          <a:xfrm>
            <a:off x="10858445" y="5881790"/>
            <a:ext cx="1180440" cy="325800"/>
            <a:chOff x="10858445" y="5881790"/>
            <a:chExt cx="1180440" cy="32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13CB3E00-429C-A947-5358-752FEFE939A4}"/>
                    </a:ext>
                  </a:extLst>
                </p14:cNvPr>
                <p14:cNvContentPartPr/>
                <p14:nvPr/>
              </p14:nvContentPartPr>
              <p14:xfrm>
                <a:off x="10858445" y="5931110"/>
                <a:ext cx="6480" cy="36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13CB3E00-429C-A947-5358-752FEFE939A4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840805" y="5913110"/>
                  <a:ext cx="421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D2F89208-523D-B143-07D2-6FEE4546B4B5}"/>
                    </a:ext>
                  </a:extLst>
                </p14:cNvPr>
                <p14:cNvContentPartPr/>
                <p14:nvPr/>
              </p14:nvContentPartPr>
              <p14:xfrm>
                <a:off x="11515085" y="6088430"/>
                <a:ext cx="116640" cy="68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D2F89208-523D-B143-07D2-6FEE4546B4B5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1497445" y="6070790"/>
                  <a:ext cx="1522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51FE969-45A7-5810-22EC-B5E3DCA83CF8}"/>
                    </a:ext>
                  </a:extLst>
                </p14:cNvPr>
                <p14:cNvContentPartPr/>
                <p14:nvPr/>
              </p14:nvContentPartPr>
              <p14:xfrm>
                <a:off x="11533445" y="6137750"/>
                <a:ext cx="116640" cy="162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51FE969-45A7-5810-22EC-B5E3DCA83CF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1515445" y="6120110"/>
                  <a:ext cx="1522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704FD880-D2E3-3C14-9C61-69E76FD97A24}"/>
                    </a:ext>
                  </a:extLst>
                </p14:cNvPr>
                <p14:cNvContentPartPr/>
                <p14:nvPr/>
              </p14:nvContentPartPr>
              <p14:xfrm>
                <a:off x="11804525" y="5983670"/>
                <a:ext cx="234360" cy="1879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704FD880-D2E3-3C14-9C61-69E76FD97A24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1786885" y="5965670"/>
                  <a:ext cx="2700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D19245B-5E8C-0019-D373-728B17D91F2E}"/>
                    </a:ext>
                  </a:extLst>
                </p14:cNvPr>
                <p14:cNvContentPartPr/>
                <p14:nvPr/>
              </p14:nvContentPartPr>
              <p14:xfrm>
                <a:off x="11876525" y="5947670"/>
                <a:ext cx="137160" cy="2433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D19245B-5E8C-0019-D373-728B17D91F2E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1858885" y="5930030"/>
                  <a:ext cx="1728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B12BD0D-EAFA-4E50-D3D6-6A2D00681018}"/>
                    </a:ext>
                  </a:extLst>
                </p14:cNvPr>
                <p14:cNvContentPartPr/>
                <p14:nvPr/>
              </p14:nvContentPartPr>
              <p14:xfrm>
                <a:off x="10860245" y="5881790"/>
                <a:ext cx="229680" cy="1267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B12BD0D-EAFA-4E50-D3D6-6A2D00681018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0842245" y="5863790"/>
                  <a:ext cx="265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D48FA89-28D4-CBE8-FC76-201DEE1D9132}"/>
                    </a:ext>
                  </a:extLst>
                </p14:cNvPr>
                <p14:cNvContentPartPr/>
                <p14:nvPr/>
              </p14:nvContentPartPr>
              <p14:xfrm>
                <a:off x="10971485" y="5982230"/>
                <a:ext cx="12960" cy="1659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D48FA89-28D4-CBE8-FC76-201DEE1D9132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0953845" y="5964590"/>
                  <a:ext cx="486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A920D06-055B-302C-B516-DC65D9328940}"/>
                    </a:ext>
                  </a:extLst>
                </p14:cNvPr>
                <p14:cNvContentPartPr/>
                <p14:nvPr/>
              </p14:nvContentPartPr>
              <p14:xfrm>
                <a:off x="11092085" y="6075470"/>
                <a:ext cx="174960" cy="1321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A920D06-055B-302C-B516-DC65D9328940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1074085" y="6057830"/>
                  <a:ext cx="210600" cy="16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3EB0CC0-E2FC-BA72-67BB-068CA5498246}"/>
              </a:ext>
            </a:extLst>
          </p:cNvPr>
          <p:cNvGrpSpPr/>
          <p:nvPr/>
        </p:nvGrpSpPr>
        <p:grpSpPr>
          <a:xfrm>
            <a:off x="11014325" y="4436030"/>
            <a:ext cx="601560" cy="302400"/>
            <a:chOff x="11014325" y="4436030"/>
            <a:chExt cx="601560" cy="30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9308975-3655-2F18-69F6-7EA52313763B}"/>
                    </a:ext>
                  </a:extLst>
                </p14:cNvPr>
                <p14:cNvContentPartPr/>
                <p14:nvPr/>
              </p14:nvContentPartPr>
              <p14:xfrm>
                <a:off x="11014325" y="4585430"/>
                <a:ext cx="360" cy="3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9308975-3655-2F18-69F6-7EA52313763B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996325" y="45677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87459BD-3FF0-2B25-0174-1B6D105E3195}"/>
                    </a:ext>
                  </a:extLst>
                </p14:cNvPr>
                <p14:cNvContentPartPr/>
                <p14:nvPr/>
              </p14:nvContentPartPr>
              <p14:xfrm>
                <a:off x="11061485" y="4436030"/>
                <a:ext cx="114840" cy="2667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87459BD-3FF0-2B25-0174-1B6D105E319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043845" y="4418390"/>
                  <a:ext cx="15048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7A34957-2EA6-61A2-B409-9903055A0895}"/>
                    </a:ext>
                  </a:extLst>
                </p14:cNvPr>
                <p14:cNvContentPartPr/>
                <p14:nvPr/>
              </p14:nvContentPartPr>
              <p14:xfrm>
                <a:off x="11277485" y="4566350"/>
                <a:ext cx="104760" cy="1720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7A34957-2EA6-61A2-B409-9903055A089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259485" y="4548350"/>
                  <a:ext cx="1404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618AF4D-D348-C3AC-E0CA-DD52185D828E}"/>
                    </a:ext>
                  </a:extLst>
                </p14:cNvPr>
                <p14:cNvContentPartPr/>
                <p14:nvPr/>
              </p14:nvContentPartPr>
              <p14:xfrm>
                <a:off x="11473685" y="4439630"/>
                <a:ext cx="10440" cy="2602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618AF4D-D348-C3AC-E0CA-DD52185D828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1455685" y="4421630"/>
                  <a:ext cx="460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7274151-6D61-D566-D6A3-724A1E997405}"/>
                    </a:ext>
                  </a:extLst>
                </p14:cNvPr>
                <p14:cNvContentPartPr/>
                <p14:nvPr/>
              </p14:nvContentPartPr>
              <p14:xfrm>
                <a:off x="11390885" y="4544750"/>
                <a:ext cx="225000" cy="421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7274151-6D61-D566-D6A3-724A1E99740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372885" y="4527110"/>
                  <a:ext cx="260640" cy="7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94E57D1F-4C99-5033-68D8-DD42E6690900}"/>
                  </a:ext>
                </a:extLst>
              </p14:cNvPr>
              <p14:cNvContentPartPr/>
              <p14:nvPr/>
            </p14:nvContentPartPr>
            <p14:xfrm>
              <a:off x="4796045" y="3416150"/>
              <a:ext cx="94680" cy="113040"/>
            </p14:xfrm>
          </p:contentPart>
        </mc:Choice>
        <mc:Fallback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94E57D1F-4C99-5033-68D8-DD42E6690900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4778045" y="3398150"/>
                <a:ext cx="13032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C4D1E026-F593-D2C7-96D7-6781F4FBEAF3}"/>
                  </a:ext>
                </a:extLst>
              </p14:cNvPr>
              <p14:cNvContentPartPr/>
              <p14:nvPr/>
            </p14:nvContentPartPr>
            <p14:xfrm>
              <a:off x="11708405" y="4963790"/>
              <a:ext cx="210240" cy="432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C4D1E026-F593-D2C7-96D7-6781F4FBEAF3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11690765" y="4946150"/>
                <a:ext cx="24588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2E3237D8-AB64-6198-151C-FE7F955983F3}"/>
                  </a:ext>
                </a:extLst>
              </p14:cNvPr>
              <p14:cNvContentPartPr/>
              <p14:nvPr/>
            </p14:nvContentPartPr>
            <p14:xfrm>
              <a:off x="11770325" y="5451590"/>
              <a:ext cx="184320" cy="396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2E3237D8-AB64-6198-151C-FE7F955983F3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11752685" y="5433950"/>
                <a:ext cx="21996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2E4A043E-C70F-3B3C-D601-6F686EA00098}"/>
                  </a:ext>
                </a:extLst>
              </p14:cNvPr>
              <p14:cNvContentPartPr/>
              <p14:nvPr/>
            </p14:nvContentPartPr>
            <p14:xfrm>
              <a:off x="11819645" y="5851190"/>
              <a:ext cx="201600" cy="1476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2E4A043E-C70F-3B3C-D601-6F686EA00098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11802005" y="5833190"/>
                <a:ext cx="23724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C554436D-F7DC-8FD5-1460-576955ED0371}"/>
                  </a:ext>
                </a:extLst>
              </p14:cNvPr>
              <p14:cNvContentPartPr/>
              <p14:nvPr/>
            </p14:nvContentPartPr>
            <p14:xfrm>
              <a:off x="11662685" y="6354830"/>
              <a:ext cx="212760" cy="1512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C554436D-F7DC-8FD5-1460-576955ED0371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11644685" y="6336830"/>
                <a:ext cx="24840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D4337A16-AD8D-4364-2C36-AEB6EA4BCDF9}"/>
                  </a:ext>
                </a:extLst>
              </p14:cNvPr>
              <p14:cNvContentPartPr/>
              <p14:nvPr/>
            </p14:nvContentPartPr>
            <p14:xfrm>
              <a:off x="11026925" y="4906550"/>
              <a:ext cx="1440" cy="3240"/>
            </p14:xfrm>
          </p:contentPart>
        </mc:Choice>
        <mc:Fallback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D4337A16-AD8D-4364-2C36-AEB6EA4BCDF9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11008925" y="4888910"/>
                <a:ext cx="37080" cy="3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5085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E6D27A-F99D-D55A-8EC3-B6A6F4E07C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5773"/>
          <a:stretch/>
        </p:blipFill>
        <p:spPr>
          <a:xfrm>
            <a:off x="312407" y="186398"/>
            <a:ext cx="11393461" cy="1254775"/>
          </a:xfrm>
          <a:prstGeom prst="rect">
            <a:avLst/>
          </a:prstGeom>
        </p:spPr>
      </p:pic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CF7DBE6-1292-5587-D975-B0451D3535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39360"/>
              </p:ext>
            </p:extLst>
          </p:nvPr>
        </p:nvGraphicFramePr>
        <p:xfrm>
          <a:off x="1356140" y="2064395"/>
          <a:ext cx="3245675" cy="2729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135">
                  <a:extLst>
                    <a:ext uri="{9D8B030D-6E8A-4147-A177-3AD203B41FA5}">
                      <a16:colId xmlns:a16="http://schemas.microsoft.com/office/drawing/2014/main" val="1149914607"/>
                    </a:ext>
                  </a:extLst>
                </a:gridCol>
                <a:gridCol w="649135">
                  <a:extLst>
                    <a:ext uri="{9D8B030D-6E8A-4147-A177-3AD203B41FA5}">
                      <a16:colId xmlns:a16="http://schemas.microsoft.com/office/drawing/2014/main" val="1446747160"/>
                    </a:ext>
                  </a:extLst>
                </a:gridCol>
                <a:gridCol w="649135">
                  <a:extLst>
                    <a:ext uri="{9D8B030D-6E8A-4147-A177-3AD203B41FA5}">
                      <a16:colId xmlns:a16="http://schemas.microsoft.com/office/drawing/2014/main" val="1248113240"/>
                    </a:ext>
                  </a:extLst>
                </a:gridCol>
                <a:gridCol w="649135">
                  <a:extLst>
                    <a:ext uri="{9D8B030D-6E8A-4147-A177-3AD203B41FA5}">
                      <a16:colId xmlns:a16="http://schemas.microsoft.com/office/drawing/2014/main" val="3126501009"/>
                    </a:ext>
                  </a:extLst>
                </a:gridCol>
                <a:gridCol w="649135">
                  <a:extLst>
                    <a:ext uri="{9D8B030D-6E8A-4147-A177-3AD203B41FA5}">
                      <a16:colId xmlns:a16="http://schemas.microsoft.com/office/drawing/2014/main" val="511896734"/>
                    </a:ext>
                  </a:extLst>
                </a:gridCol>
              </a:tblGrid>
              <a:tr h="5458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43002"/>
                  </a:ext>
                </a:extLst>
              </a:tr>
              <a:tr h="5458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189625"/>
                  </a:ext>
                </a:extLst>
              </a:tr>
              <a:tr h="5458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673388"/>
                  </a:ext>
                </a:extLst>
              </a:tr>
              <a:tr h="5458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442252"/>
                  </a:ext>
                </a:extLst>
              </a:tr>
              <a:tr h="5458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0000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EB375EB-F9DA-6037-7862-64AC79C2F076}"/>
                  </a:ext>
                </a:extLst>
              </p14:cNvPr>
              <p14:cNvContentPartPr/>
              <p14:nvPr/>
            </p14:nvContentPartPr>
            <p14:xfrm>
              <a:off x="2835485" y="2549630"/>
              <a:ext cx="5400" cy="10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EB375EB-F9DA-6037-7862-64AC79C2F0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17485" y="2531630"/>
                <a:ext cx="410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A634519-01B1-D23C-5C98-6FC820B21856}"/>
                  </a:ext>
                </a:extLst>
              </p14:cNvPr>
              <p14:cNvContentPartPr/>
              <p14:nvPr/>
            </p14:nvContentPartPr>
            <p14:xfrm>
              <a:off x="2639645" y="2120150"/>
              <a:ext cx="90360" cy="2646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A634519-01B1-D23C-5C98-6FC820B2185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21645" y="2102510"/>
                <a:ext cx="126000" cy="268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94E59ED-EE94-090E-CF32-40A1E6B6512D}"/>
                  </a:ext>
                </a:extLst>
              </p14:cNvPr>
              <p14:cNvContentPartPr/>
              <p14:nvPr/>
            </p14:nvContentPartPr>
            <p14:xfrm>
              <a:off x="1369205" y="2560790"/>
              <a:ext cx="3200400" cy="986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94E59ED-EE94-090E-CF32-40A1E6B6512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51205" y="2543150"/>
                <a:ext cx="323604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35FBD59-51CD-1568-0850-777A5821A0C8}"/>
                  </a:ext>
                </a:extLst>
              </p14:cNvPr>
              <p14:cNvContentPartPr/>
              <p14:nvPr/>
            </p14:nvContentPartPr>
            <p14:xfrm>
              <a:off x="2650805" y="2058230"/>
              <a:ext cx="5400" cy="51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35FBD59-51CD-1568-0850-777A5821A0C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33165" y="2040230"/>
                <a:ext cx="4104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8ED7917-426D-FC19-496B-9BC3872B050B}"/>
                  </a:ext>
                </a:extLst>
              </p14:cNvPr>
              <p14:cNvContentPartPr/>
              <p14:nvPr/>
            </p14:nvContentPartPr>
            <p14:xfrm>
              <a:off x="2616965" y="2068310"/>
              <a:ext cx="60480" cy="272340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8ED7917-426D-FC19-496B-9BC3872B050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99325" y="2050310"/>
                <a:ext cx="96120" cy="27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5CE02AE-9715-382F-F627-2A88C07F9907}"/>
                  </a:ext>
                </a:extLst>
              </p14:cNvPr>
              <p14:cNvContentPartPr/>
              <p14:nvPr/>
            </p14:nvContentPartPr>
            <p14:xfrm>
              <a:off x="1631285" y="2198270"/>
              <a:ext cx="203760" cy="318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5CE02AE-9715-382F-F627-2A88C07F990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13645" y="2180270"/>
                <a:ext cx="23940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381E30-99D8-0D16-1146-F49492B2E62D}"/>
                  </a:ext>
                </a:extLst>
              </p14:cNvPr>
              <p14:cNvContentPartPr/>
              <p14:nvPr/>
            </p14:nvContentPartPr>
            <p14:xfrm>
              <a:off x="1671605" y="2357390"/>
              <a:ext cx="142200" cy="252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381E30-99D8-0D16-1146-F49492B2E62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653965" y="2339750"/>
                <a:ext cx="17784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65CC43E-926C-5E12-DBD8-F5A11F5F4939}"/>
                  </a:ext>
                </a:extLst>
              </p14:cNvPr>
              <p14:cNvContentPartPr/>
              <p14:nvPr/>
            </p14:nvContentPartPr>
            <p14:xfrm>
              <a:off x="2212685" y="2202230"/>
              <a:ext cx="171720" cy="2721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65CC43E-926C-5E12-DBD8-F5A11F5F493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194685" y="2184590"/>
                <a:ext cx="20736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2AA2039-56BB-BF50-7943-1728943FBDAE}"/>
                  </a:ext>
                </a:extLst>
              </p14:cNvPr>
              <p14:cNvContentPartPr/>
              <p14:nvPr/>
            </p14:nvContentPartPr>
            <p14:xfrm>
              <a:off x="1355885" y="2585630"/>
              <a:ext cx="3250080" cy="414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2AA2039-56BB-BF50-7943-1728943FBDA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337885" y="2567990"/>
                <a:ext cx="3285720" cy="7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88033D1E-E7FF-A774-EABA-841BE512D1AB}"/>
              </a:ext>
            </a:extLst>
          </p:cNvPr>
          <p:cNvGrpSpPr/>
          <p:nvPr/>
        </p:nvGrpSpPr>
        <p:grpSpPr>
          <a:xfrm>
            <a:off x="2856725" y="2176670"/>
            <a:ext cx="1565640" cy="376200"/>
            <a:chOff x="2856725" y="2176670"/>
            <a:chExt cx="1565640" cy="37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B11750B-708D-ACC6-65E4-38A2BF9213A4}"/>
                    </a:ext>
                  </a:extLst>
                </p14:cNvPr>
                <p14:cNvContentPartPr/>
                <p14:nvPr/>
              </p14:nvContentPartPr>
              <p14:xfrm>
                <a:off x="3562325" y="2222030"/>
                <a:ext cx="3960" cy="2646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B11750B-708D-ACC6-65E4-38A2BF9213A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544325" y="2204030"/>
                  <a:ext cx="3960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D5A3C9B-299B-C024-716E-36148BCC6480}"/>
                    </a:ext>
                  </a:extLst>
                </p14:cNvPr>
                <p14:cNvContentPartPr/>
                <p14:nvPr/>
              </p14:nvContentPartPr>
              <p14:xfrm>
                <a:off x="3563405" y="2225270"/>
                <a:ext cx="166320" cy="24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D5A3C9B-299B-C024-716E-36148BCC648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545405" y="2207630"/>
                  <a:ext cx="2019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2316EDB-6C58-04BF-4AF5-7A29F2DE5190}"/>
                    </a:ext>
                  </a:extLst>
                </p14:cNvPr>
                <p14:cNvContentPartPr/>
                <p14:nvPr/>
              </p14:nvContentPartPr>
              <p14:xfrm>
                <a:off x="3552245" y="2332550"/>
                <a:ext cx="128520" cy="24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2316EDB-6C58-04BF-4AF5-7A29F2DE519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534245" y="2314910"/>
                  <a:ext cx="1641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FDAA2ED-47D4-3997-E9BD-C7603C1A2B2B}"/>
                    </a:ext>
                  </a:extLst>
                </p14:cNvPr>
                <p14:cNvContentPartPr/>
                <p14:nvPr/>
              </p14:nvContentPartPr>
              <p14:xfrm>
                <a:off x="4197365" y="2206190"/>
                <a:ext cx="5400" cy="241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FDAA2ED-47D4-3997-E9BD-C7603C1A2B2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179725" y="2188190"/>
                  <a:ext cx="410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14CEAF0-A254-E908-6F02-1A7A703D0E1B}"/>
                    </a:ext>
                  </a:extLst>
                </p14:cNvPr>
                <p14:cNvContentPartPr/>
                <p14:nvPr/>
              </p14:nvContentPartPr>
              <p14:xfrm>
                <a:off x="4171085" y="2230310"/>
                <a:ext cx="164880" cy="15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14CEAF0-A254-E908-6F02-1A7A703D0E1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153085" y="2212310"/>
                  <a:ext cx="2005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51FA35D-5772-20B9-089D-50CDC0B5A461}"/>
                    </a:ext>
                  </a:extLst>
                </p14:cNvPr>
                <p14:cNvContentPartPr/>
                <p14:nvPr/>
              </p14:nvContentPartPr>
              <p14:xfrm>
                <a:off x="4177205" y="2321390"/>
                <a:ext cx="159840" cy="5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51FA35D-5772-20B9-089D-50CDC0B5A46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159565" y="2303390"/>
                  <a:ext cx="1954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3986C6C-BD82-559B-AA35-8AC729DB604E}"/>
                    </a:ext>
                  </a:extLst>
                </p14:cNvPr>
                <p14:cNvContentPartPr/>
                <p14:nvPr/>
              </p14:nvContentPartPr>
              <p14:xfrm>
                <a:off x="2856725" y="2195030"/>
                <a:ext cx="36720" cy="234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3986C6C-BD82-559B-AA35-8AC729DB604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838725" y="2177030"/>
                  <a:ext cx="723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11A6C92-7831-AC8B-EA99-4DA9A9D753BF}"/>
                    </a:ext>
                  </a:extLst>
                </p14:cNvPr>
                <p14:cNvContentPartPr/>
                <p14:nvPr/>
              </p14:nvContentPartPr>
              <p14:xfrm>
                <a:off x="2884085" y="2176670"/>
                <a:ext cx="144720" cy="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11A6C92-7831-AC8B-EA99-4DA9A9D753B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866445" y="2159030"/>
                  <a:ext cx="1803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86B5FC5-AF22-A343-9FCB-7F48FE6BEEA1}"/>
                    </a:ext>
                  </a:extLst>
                </p14:cNvPr>
                <p14:cNvContentPartPr/>
                <p14:nvPr/>
              </p14:nvContentPartPr>
              <p14:xfrm>
                <a:off x="2859245" y="2262710"/>
                <a:ext cx="150840" cy="19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86B5FC5-AF22-A343-9FCB-7F48FE6BEEA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841245" y="2244710"/>
                  <a:ext cx="1864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CE6AE96-6D07-5856-653F-CB70C01F48DD}"/>
                    </a:ext>
                  </a:extLst>
                </p14:cNvPr>
                <p14:cNvContentPartPr/>
                <p14:nvPr/>
              </p14:nvContentPartPr>
              <p14:xfrm>
                <a:off x="3033845" y="2322110"/>
                <a:ext cx="128880" cy="198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CE6AE96-6D07-5856-653F-CB70C01F48D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015845" y="2304110"/>
                  <a:ext cx="1645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C46927F-ED98-B3E6-98FD-577C8230BC02}"/>
                    </a:ext>
                  </a:extLst>
                </p14:cNvPr>
                <p14:cNvContentPartPr/>
                <p14:nvPr/>
              </p14:nvContentPartPr>
              <p14:xfrm>
                <a:off x="3708125" y="2385110"/>
                <a:ext cx="128160" cy="122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C46927F-ED98-B3E6-98FD-577C8230BC0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690125" y="2367470"/>
                  <a:ext cx="1638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9B1F273-A0A4-B2A0-9699-38AE69E97F54}"/>
                    </a:ext>
                  </a:extLst>
                </p14:cNvPr>
                <p14:cNvContentPartPr/>
                <p14:nvPr/>
              </p14:nvContentPartPr>
              <p14:xfrm>
                <a:off x="4405805" y="2400950"/>
                <a:ext cx="16560" cy="151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9B1F273-A0A4-B2A0-9699-38AE69E97F5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387805" y="2382950"/>
                  <a:ext cx="52200" cy="18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27218742-04B3-62D7-A1C2-CEDBCADB776C}"/>
                  </a:ext>
                </a:extLst>
              </p14:cNvPr>
              <p14:cNvContentPartPr/>
              <p14:nvPr/>
            </p14:nvContentPartPr>
            <p14:xfrm>
              <a:off x="1616525" y="2817110"/>
              <a:ext cx="159480" cy="2264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27218742-04B3-62D7-A1C2-CEDBCADB776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598885" y="2799470"/>
                <a:ext cx="19512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9DF94D5B-E5CB-995A-25DF-FEA04426E208}"/>
                  </a:ext>
                </a:extLst>
              </p14:cNvPr>
              <p14:cNvContentPartPr/>
              <p14:nvPr/>
            </p14:nvContentPartPr>
            <p14:xfrm>
              <a:off x="2202605" y="2805230"/>
              <a:ext cx="172080" cy="2854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9DF94D5B-E5CB-995A-25DF-FEA04426E208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184965" y="2787230"/>
                <a:ext cx="20772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70AB940-508B-0FE5-3735-A5961443C50B}"/>
                  </a:ext>
                </a:extLst>
              </p14:cNvPr>
              <p14:cNvContentPartPr/>
              <p14:nvPr/>
            </p14:nvContentPartPr>
            <p14:xfrm>
              <a:off x="1615805" y="3348470"/>
              <a:ext cx="166680" cy="24444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870AB940-508B-0FE5-3735-A5961443C50B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597805" y="3330470"/>
                <a:ext cx="20232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41D0B88-0D66-2DC8-51D3-3CDFBEBEB18C}"/>
                  </a:ext>
                </a:extLst>
              </p14:cNvPr>
              <p14:cNvContentPartPr/>
              <p14:nvPr/>
            </p14:nvContentPartPr>
            <p14:xfrm>
              <a:off x="2213765" y="3350630"/>
              <a:ext cx="108360" cy="29628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41D0B88-0D66-2DC8-51D3-3CDFBEBEB18C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196125" y="3332630"/>
                <a:ext cx="14400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96C8910A-9076-AFAA-101E-838664A872C0}"/>
                  </a:ext>
                </a:extLst>
              </p14:cNvPr>
              <p14:cNvContentPartPr/>
              <p14:nvPr/>
            </p14:nvContentPartPr>
            <p14:xfrm>
              <a:off x="1589165" y="3871910"/>
              <a:ext cx="88200" cy="20628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96C8910A-9076-AFAA-101E-838664A872C0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571165" y="3854270"/>
                <a:ext cx="12384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052E101-E724-804A-8912-544F3B6F0D93}"/>
                  </a:ext>
                </a:extLst>
              </p14:cNvPr>
              <p14:cNvContentPartPr/>
              <p14:nvPr/>
            </p14:nvContentPartPr>
            <p14:xfrm>
              <a:off x="2201525" y="3844550"/>
              <a:ext cx="193680" cy="2656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052E101-E724-804A-8912-544F3B6F0D93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183525" y="3826910"/>
                <a:ext cx="22932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07F187D-8B5B-2964-3C73-8E544B7A7290}"/>
                  </a:ext>
                </a:extLst>
              </p14:cNvPr>
              <p14:cNvContentPartPr/>
              <p14:nvPr/>
            </p14:nvContentPartPr>
            <p14:xfrm>
              <a:off x="1664045" y="4302830"/>
              <a:ext cx="29160" cy="26100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07F187D-8B5B-2964-3C73-8E544B7A7290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646045" y="4284830"/>
                <a:ext cx="6480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5B1A2BA1-7B70-DA0E-E87D-9901AB56AA53}"/>
                  </a:ext>
                </a:extLst>
              </p14:cNvPr>
              <p14:cNvContentPartPr/>
              <p14:nvPr/>
            </p14:nvContentPartPr>
            <p14:xfrm>
              <a:off x="2183885" y="4394270"/>
              <a:ext cx="83880" cy="2253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5B1A2BA1-7B70-DA0E-E87D-9901AB56AA53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2165885" y="4376630"/>
                <a:ext cx="119520" cy="26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C075AC8C-630D-00AE-0422-FF615E9A3697}"/>
              </a:ext>
            </a:extLst>
          </p:cNvPr>
          <p:cNvGrpSpPr/>
          <p:nvPr/>
        </p:nvGrpSpPr>
        <p:grpSpPr>
          <a:xfrm>
            <a:off x="2768165" y="1676990"/>
            <a:ext cx="391320" cy="189360"/>
            <a:chOff x="2768165" y="1676990"/>
            <a:chExt cx="391320" cy="18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1640B84-DA45-D45E-50E1-DD133B3C9450}"/>
                    </a:ext>
                  </a:extLst>
                </p14:cNvPr>
                <p14:cNvContentPartPr/>
                <p14:nvPr/>
              </p14:nvContentPartPr>
              <p14:xfrm>
                <a:off x="2768165" y="1684190"/>
                <a:ext cx="76320" cy="170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1640B84-DA45-D45E-50E1-DD133B3C945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750525" y="1666550"/>
                  <a:ext cx="1119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EE4FAD8-AD8F-164B-213A-7DA2C3E43C54}"/>
                    </a:ext>
                  </a:extLst>
                </p14:cNvPr>
                <p14:cNvContentPartPr/>
                <p14:nvPr/>
              </p14:nvContentPartPr>
              <p14:xfrm>
                <a:off x="2821445" y="1676990"/>
                <a:ext cx="45720" cy="1868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EE4FAD8-AD8F-164B-213A-7DA2C3E43C5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803805" y="1658990"/>
                  <a:ext cx="813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74B613B-FEA1-5771-C0D4-F6D3B96BB53C}"/>
                    </a:ext>
                  </a:extLst>
                </p14:cNvPr>
                <p14:cNvContentPartPr/>
                <p14:nvPr/>
              </p14:nvContentPartPr>
              <p14:xfrm>
                <a:off x="2784005" y="1784630"/>
                <a:ext cx="52920" cy="3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74B613B-FEA1-5771-C0D4-F6D3B96BB53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766005" y="1766990"/>
                  <a:ext cx="885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A755994-5DE4-A092-0BAF-3BBF85FCAE1B}"/>
                    </a:ext>
                  </a:extLst>
                </p14:cNvPr>
                <p14:cNvContentPartPr/>
                <p14:nvPr/>
              </p14:nvContentPartPr>
              <p14:xfrm>
                <a:off x="2950325" y="1685270"/>
                <a:ext cx="51120" cy="181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A755994-5DE4-A092-0BAF-3BBF85FCAE1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932325" y="1667270"/>
                  <a:ext cx="867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DC9538E-5BA6-91AB-0FDB-F162944BFE34}"/>
                    </a:ext>
                  </a:extLst>
                </p14:cNvPr>
                <p14:cNvContentPartPr/>
                <p14:nvPr/>
              </p14:nvContentPartPr>
              <p14:xfrm>
                <a:off x="3068765" y="1686350"/>
                <a:ext cx="90720" cy="167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DC9538E-5BA6-91AB-0FDB-F162944BFE3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051125" y="1668710"/>
                  <a:ext cx="126360" cy="2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9C9F6C6-8B44-FFDB-AC50-C9B043D9D3FF}"/>
              </a:ext>
            </a:extLst>
          </p:cNvPr>
          <p:cNvGrpSpPr/>
          <p:nvPr/>
        </p:nvGrpSpPr>
        <p:grpSpPr>
          <a:xfrm>
            <a:off x="3522005" y="1621910"/>
            <a:ext cx="377640" cy="255600"/>
            <a:chOff x="3522005" y="1621910"/>
            <a:chExt cx="377640" cy="25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80608CB-3D90-817F-87FA-FCAE0CC294C1}"/>
                    </a:ext>
                  </a:extLst>
                </p14:cNvPr>
                <p14:cNvContentPartPr/>
                <p14:nvPr/>
              </p14:nvContentPartPr>
              <p14:xfrm>
                <a:off x="3532085" y="1662590"/>
                <a:ext cx="66960" cy="214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80608CB-3D90-817F-87FA-FCAE0CC294C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514445" y="1644950"/>
                  <a:ext cx="1026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65CF449-A58C-E641-DFBC-8AADED9323FA}"/>
                    </a:ext>
                  </a:extLst>
                </p14:cNvPr>
                <p14:cNvContentPartPr/>
                <p14:nvPr/>
              </p14:nvContentPartPr>
              <p14:xfrm>
                <a:off x="3597245" y="1648910"/>
                <a:ext cx="45360" cy="219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65CF449-A58C-E641-DFBC-8AADED9323F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579605" y="1631270"/>
                  <a:ext cx="810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2BDE7DC-6FA8-A155-7B19-68155843DF09}"/>
                    </a:ext>
                  </a:extLst>
                </p14:cNvPr>
                <p14:cNvContentPartPr/>
                <p14:nvPr/>
              </p14:nvContentPartPr>
              <p14:xfrm>
                <a:off x="3522005" y="1780310"/>
                <a:ext cx="87120" cy="11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2BDE7DC-6FA8-A155-7B19-68155843DF0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504365" y="1762310"/>
                  <a:ext cx="1227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70BFF6F-DCFA-3615-5D52-B80B06BB091D}"/>
                    </a:ext>
                  </a:extLst>
                </p14:cNvPr>
                <p14:cNvContentPartPr/>
                <p14:nvPr/>
              </p14:nvContentPartPr>
              <p14:xfrm>
                <a:off x="3668885" y="1733870"/>
                <a:ext cx="61560" cy="61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70BFF6F-DCFA-3615-5D52-B80B06BB091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651245" y="1715870"/>
                  <a:ext cx="972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013C576-A5FA-E3DD-8C54-7FC2D4C18276}"/>
                    </a:ext>
                  </a:extLst>
                </p14:cNvPr>
                <p14:cNvContentPartPr/>
                <p14:nvPr/>
              </p14:nvContentPartPr>
              <p14:xfrm>
                <a:off x="3684005" y="1770950"/>
                <a:ext cx="41400" cy="2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013C576-A5FA-E3DD-8C54-7FC2D4C1827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666005" y="1753310"/>
                  <a:ext cx="770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7BC3CDC-906F-6AB0-5AE0-8702B5BD8911}"/>
                    </a:ext>
                  </a:extLst>
                </p14:cNvPr>
                <p14:cNvContentPartPr/>
                <p14:nvPr/>
              </p14:nvContentPartPr>
              <p14:xfrm>
                <a:off x="3808205" y="1621910"/>
                <a:ext cx="91440" cy="187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7BC3CDC-906F-6AB0-5AE0-8702B5BD891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790565" y="1604270"/>
                  <a:ext cx="127080" cy="22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4DF4DCA-EB4A-9B99-06A2-24E2148F45D1}"/>
              </a:ext>
            </a:extLst>
          </p:cNvPr>
          <p:cNvGrpSpPr/>
          <p:nvPr/>
        </p:nvGrpSpPr>
        <p:grpSpPr>
          <a:xfrm>
            <a:off x="4183685" y="1646750"/>
            <a:ext cx="409680" cy="261360"/>
            <a:chOff x="4183685" y="1646750"/>
            <a:chExt cx="409680" cy="26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F5C980A-74D9-C850-50C1-E329A7824CAF}"/>
                    </a:ext>
                  </a:extLst>
                </p14:cNvPr>
                <p14:cNvContentPartPr/>
                <p14:nvPr/>
              </p14:nvContentPartPr>
              <p14:xfrm>
                <a:off x="4195925" y="1646750"/>
                <a:ext cx="57240" cy="2584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F5C980A-74D9-C850-50C1-E329A7824CA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177925" y="1629110"/>
                  <a:ext cx="928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D98958C-06FB-84DE-ED91-3DABFC726CF0}"/>
                    </a:ext>
                  </a:extLst>
                </p14:cNvPr>
                <p14:cNvContentPartPr/>
                <p14:nvPr/>
              </p14:nvContentPartPr>
              <p14:xfrm>
                <a:off x="4220045" y="1675550"/>
                <a:ext cx="97200" cy="2325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D98958C-06FB-84DE-ED91-3DABFC726CF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202045" y="1657910"/>
                  <a:ext cx="1328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6AEFB4A-B7F5-DAAD-7A24-AB1BB8DD833F}"/>
                    </a:ext>
                  </a:extLst>
                </p14:cNvPr>
                <p14:cNvContentPartPr/>
                <p14:nvPr/>
              </p14:nvContentPartPr>
              <p14:xfrm>
                <a:off x="4183685" y="1814150"/>
                <a:ext cx="87120" cy="23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6AEFB4A-B7F5-DAAD-7A24-AB1BB8DD833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165685" y="1796150"/>
                  <a:ext cx="1227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CC30789-B9C8-58C5-C14A-AFF0E0CC0A19}"/>
                    </a:ext>
                  </a:extLst>
                </p14:cNvPr>
                <p14:cNvContentPartPr/>
                <p14:nvPr/>
              </p14:nvContentPartPr>
              <p14:xfrm>
                <a:off x="4355765" y="1674110"/>
                <a:ext cx="85320" cy="1699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CC30789-B9C8-58C5-C14A-AFF0E0CC0A1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338125" y="1656110"/>
                  <a:ext cx="1209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FB8D939-ACB5-F014-0971-9C5C41F59D9C}"/>
                    </a:ext>
                  </a:extLst>
                </p14:cNvPr>
                <p14:cNvContentPartPr/>
                <p14:nvPr/>
              </p14:nvContentPartPr>
              <p14:xfrm>
                <a:off x="4473485" y="1679510"/>
                <a:ext cx="119880" cy="215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FB8D939-ACB5-F014-0971-9C5C41F59D9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455845" y="1661510"/>
                  <a:ext cx="155520" cy="25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D179A846-28C1-FFD9-A467-631C541F7F18}"/>
                  </a:ext>
                </a:extLst>
              </p14:cNvPr>
              <p14:cNvContentPartPr/>
              <p14:nvPr/>
            </p14:nvContentPartPr>
            <p14:xfrm>
              <a:off x="2939525" y="2772110"/>
              <a:ext cx="148680" cy="24876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D179A846-28C1-FFD9-A467-631C541F7F18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2921885" y="2754470"/>
                <a:ext cx="18432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08C8FB80-5881-CEC9-A741-FC0A094E567F}"/>
                  </a:ext>
                </a:extLst>
              </p14:cNvPr>
              <p14:cNvContentPartPr/>
              <p14:nvPr/>
            </p14:nvContentPartPr>
            <p14:xfrm>
              <a:off x="2948165" y="4377710"/>
              <a:ext cx="117720" cy="19548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08C8FB80-5881-CEC9-A741-FC0A094E567F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2930525" y="4360070"/>
                <a:ext cx="15336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6C94C8CC-41AF-4977-C9DA-9F3682CE589C}"/>
                  </a:ext>
                </a:extLst>
              </p14:cNvPr>
              <p14:cNvContentPartPr/>
              <p14:nvPr/>
            </p14:nvContentPartPr>
            <p14:xfrm>
              <a:off x="2905685" y="3341630"/>
              <a:ext cx="131040" cy="17316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6C94C8CC-41AF-4977-C9DA-9F3682CE589C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2887685" y="3323630"/>
                <a:ext cx="16668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775DFE36-9428-E18A-722A-E5B2DCE90810}"/>
                  </a:ext>
                </a:extLst>
              </p14:cNvPr>
              <p14:cNvContentPartPr/>
              <p14:nvPr/>
            </p14:nvContentPartPr>
            <p14:xfrm>
              <a:off x="2874365" y="3854990"/>
              <a:ext cx="82080" cy="25092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775DFE36-9428-E18A-722A-E5B2DCE90810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2856365" y="3836990"/>
                <a:ext cx="11772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B0B03D28-4836-ADD2-3CC7-3F99C46C86B7}"/>
                  </a:ext>
                </a:extLst>
              </p14:cNvPr>
              <p14:cNvContentPartPr/>
              <p14:nvPr/>
            </p14:nvContentPartPr>
            <p14:xfrm>
              <a:off x="3615245" y="2763110"/>
              <a:ext cx="74160" cy="29736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B0B03D28-4836-ADD2-3CC7-3F99C46C86B7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3597245" y="2745470"/>
                <a:ext cx="10980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49B68153-1262-2CA2-9FEA-19E27D182590}"/>
                  </a:ext>
                </a:extLst>
              </p14:cNvPr>
              <p14:cNvContentPartPr/>
              <p14:nvPr/>
            </p14:nvContentPartPr>
            <p14:xfrm>
              <a:off x="3528845" y="3368990"/>
              <a:ext cx="178920" cy="21744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49B68153-1262-2CA2-9FEA-19E27D182590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3511205" y="3351350"/>
                <a:ext cx="21456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A5B7B7FC-4B1A-B5BC-F34E-D72840C6D922}"/>
                  </a:ext>
                </a:extLst>
              </p14:cNvPr>
              <p14:cNvContentPartPr/>
              <p14:nvPr/>
            </p14:nvContentPartPr>
            <p14:xfrm>
              <a:off x="3543245" y="3870110"/>
              <a:ext cx="174600" cy="23040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A5B7B7FC-4B1A-B5BC-F34E-D72840C6D922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3525605" y="3852110"/>
                <a:ext cx="21024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B18993D6-843F-7D51-F8C9-4D4B201C09E8}"/>
                  </a:ext>
                </a:extLst>
              </p14:cNvPr>
              <p14:cNvContentPartPr/>
              <p14:nvPr/>
            </p14:nvContentPartPr>
            <p14:xfrm>
              <a:off x="3583205" y="4378790"/>
              <a:ext cx="45000" cy="26820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B18993D6-843F-7D51-F8C9-4D4B201C09E8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3565205" y="4360790"/>
                <a:ext cx="8064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52FAD9D1-2B1E-0AE4-0769-7DA004457AEF}"/>
                  </a:ext>
                </a:extLst>
              </p14:cNvPr>
              <p14:cNvContentPartPr/>
              <p14:nvPr/>
            </p14:nvContentPartPr>
            <p14:xfrm>
              <a:off x="4170005" y="2772110"/>
              <a:ext cx="164880" cy="25020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52FAD9D1-2B1E-0AE4-0769-7DA004457AEF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4152005" y="2754110"/>
                <a:ext cx="20052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617CD026-9097-82F7-02E6-53C450BA3762}"/>
                  </a:ext>
                </a:extLst>
              </p14:cNvPr>
              <p14:cNvContentPartPr/>
              <p14:nvPr/>
            </p14:nvContentPartPr>
            <p14:xfrm>
              <a:off x="4196285" y="3344870"/>
              <a:ext cx="85320" cy="18684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617CD026-9097-82F7-02E6-53C450BA3762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4178285" y="3326870"/>
                <a:ext cx="12096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5D5E002D-481D-0DEB-9BC8-11BF2E00DF9E}"/>
                  </a:ext>
                </a:extLst>
              </p14:cNvPr>
              <p14:cNvContentPartPr/>
              <p14:nvPr/>
            </p14:nvContentPartPr>
            <p14:xfrm>
              <a:off x="4161725" y="3838790"/>
              <a:ext cx="167760" cy="22788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5D5E002D-481D-0DEB-9BC8-11BF2E00DF9E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4144085" y="3820790"/>
                <a:ext cx="20340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5833D08B-AF4F-AC21-68F5-BD2B574DE1B0}"/>
                  </a:ext>
                </a:extLst>
              </p14:cNvPr>
              <p14:cNvContentPartPr/>
              <p14:nvPr/>
            </p14:nvContentPartPr>
            <p14:xfrm>
              <a:off x="4158485" y="4366910"/>
              <a:ext cx="207720" cy="2599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5833D08B-AF4F-AC21-68F5-BD2B574DE1B0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4140845" y="4349270"/>
                <a:ext cx="243360" cy="29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A9AFC8E1-9C64-3263-E265-51FBC5887916}"/>
              </a:ext>
            </a:extLst>
          </p:cNvPr>
          <p:cNvGrpSpPr/>
          <p:nvPr/>
        </p:nvGrpSpPr>
        <p:grpSpPr>
          <a:xfrm>
            <a:off x="5040845" y="1893710"/>
            <a:ext cx="345960" cy="655200"/>
            <a:chOff x="5040845" y="1893710"/>
            <a:chExt cx="345960" cy="65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671C954-2E09-B9C7-792A-C9382FC63253}"/>
                    </a:ext>
                  </a:extLst>
                </p14:cNvPr>
                <p14:cNvContentPartPr/>
                <p14:nvPr/>
              </p14:nvContentPartPr>
              <p14:xfrm>
                <a:off x="5071085" y="1893710"/>
                <a:ext cx="11520" cy="4683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671C954-2E09-B9C7-792A-C9382FC6325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062445" y="1885070"/>
                  <a:ext cx="2916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006CDCF-A3DD-216C-A523-69D6A8A80916}"/>
                    </a:ext>
                  </a:extLst>
                </p14:cNvPr>
                <p14:cNvContentPartPr/>
                <p14:nvPr/>
              </p14:nvContentPartPr>
              <p14:xfrm>
                <a:off x="5040845" y="1896590"/>
                <a:ext cx="289080" cy="172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006CDCF-A3DD-216C-A523-69D6A8A8091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031845" y="1887590"/>
                  <a:ext cx="3067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9208D4B-206A-B6C2-1D86-429238890764}"/>
                    </a:ext>
                  </a:extLst>
                </p14:cNvPr>
                <p14:cNvContentPartPr/>
                <p14:nvPr/>
              </p14:nvContentPartPr>
              <p14:xfrm>
                <a:off x="5047325" y="2057510"/>
                <a:ext cx="205200" cy="190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9208D4B-206A-B6C2-1D86-42923889076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038685" y="2048870"/>
                  <a:ext cx="2228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A0F2674-AFA3-459E-5255-83A283DB4D9E}"/>
                    </a:ext>
                  </a:extLst>
                </p14:cNvPr>
                <p14:cNvContentPartPr/>
                <p14:nvPr/>
              </p14:nvContentPartPr>
              <p14:xfrm>
                <a:off x="5194565" y="2224910"/>
                <a:ext cx="192240" cy="324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A0F2674-AFA3-459E-5255-83A283DB4D9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185565" y="2215910"/>
                  <a:ext cx="209880" cy="34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F996E943-D832-53BA-5AB7-F2A5FD45E316}"/>
              </a:ext>
            </a:extLst>
          </p:cNvPr>
          <p:cNvGrpSpPr/>
          <p:nvPr/>
        </p:nvGrpSpPr>
        <p:grpSpPr>
          <a:xfrm>
            <a:off x="5705045" y="2103230"/>
            <a:ext cx="181080" cy="83880"/>
            <a:chOff x="5705045" y="2103230"/>
            <a:chExt cx="181080" cy="8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6A1D394-5845-014D-B767-71DD73CF709D}"/>
                    </a:ext>
                  </a:extLst>
                </p14:cNvPr>
                <p14:cNvContentPartPr/>
                <p14:nvPr/>
              </p14:nvContentPartPr>
              <p14:xfrm>
                <a:off x="5705045" y="2182070"/>
                <a:ext cx="181080" cy="50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6A1D394-5845-014D-B767-71DD73CF709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696405" y="2173430"/>
                  <a:ext cx="1987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54BA7D0-A061-0748-A7C0-7F18B528C6DE}"/>
                    </a:ext>
                  </a:extLst>
                </p14:cNvPr>
                <p14:cNvContentPartPr/>
                <p14:nvPr/>
              </p14:nvContentPartPr>
              <p14:xfrm>
                <a:off x="5716205" y="2103230"/>
                <a:ext cx="167400" cy="64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54BA7D0-A061-0748-A7C0-7F18B528C6D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707565" y="2094590"/>
                  <a:ext cx="18504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EAA8613C-E755-48CD-4557-65D2E2B9E7D5}"/>
              </a:ext>
            </a:extLst>
          </p:cNvPr>
          <p:cNvGrpSpPr/>
          <p:nvPr/>
        </p:nvGrpSpPr>
        <p:grpSpPr>
          <a:xfrm>
            <a:off x="6158285" y="1842230"/>
            <a:ext cx="883080" cy="507960"/>
            <a:chOff x="6158285" y="1842230"/>
            <a:chExt cx="883080" cy="50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B6DB710-EA51-E38A-519C-4FC49C3401ED}"/>
                    </a:ext>
                  </a:extLst>
                </p14:cNvPr>
                <p14:cNvContentPartPr/>
                <p14:nvPr/>
              </p14:nvContentPartPr>
              <p14:xfrm>
                <a:off x="6158285" y="1877150"/>
                <a:ext cx="206280" cy="4690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B6DB710-EA51-E38A-519C-4FC49C3401E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149645" y="1868510"/>
                  <a:ext cx="22392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CEB8B2C-7B92-7877-F89A-D56DEA70FFA8}"/>
                    </a:ext>
                  </a:extLst>
                </p14:cNvPr>
                <p14:cNvContentPartPr/>
                <p14:nvPr/>
              </p14:nvContentPartPr>
              <p14:xfrm>
                <a:off x="6326405" y="1842230"/>
                <a:ext cx="130320" cy="4834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CEB8B2C-7B92-7877-F89A-D56DEA70FFA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317765" y="1833590"/>
                  <a:ext cx="14796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D81F584-6FAB-68EF-E138-604215E0F226}"/>
                    </a:ext>
                  </a:extLst>
                </p14:cNvPr>
                <p14:cNvContentPartPr/>
                <p14:nvPr/>
              </p14:nvContentPartPr>
              <p14:xfrm>
                <a:off x="6163325" y="2149670"/>
                <a:ext cx="289080" cy="129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D81F584-6FAB-68EF-E138-604215E0F226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154685" y="2140670"/>
                  <a:ext cx="3067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D6B27E0-D93A-B052-F90A-C595426FA2BA}"/>
                    </a:ext>
                  </a:extLst>
                </p14:cNvPr>
                <p14:cNvContentPartPr/>
                <p14:nvPr/>
              </p14:nvContentPartPr>
              <p14:xfrm>
                <a:off x="6630245" y="2264870"/>
                <a:ext cx="21600" cy="500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D6B27E0-D93A-B052-F90A-C595426FA2BA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621605" y="2255870"/>
                  <a:ext cx="392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4CFC89E-F171-3D70-BF82-02A71A495981}"/>
                    </a:ext>
                  </a:extLst>
                </p14:cNvPr>
                <p14:cNvContentPartPr/>
                <p14:nvPr/>
              </p14:nvContentPartPr>
              <p14:xfrm>
                <a:off x="6828605" y="1895150"/>
                <a:ext cx="35640" cy="4550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4CFC89E-F171-3D70-BF82-02A71A49598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819605" y="1886510"/>
                  <a:ext cx="5328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50A45A8-0FB8-32A7-89CA-B3263E45E440}"/>
                    </a:ext>
                  </a:extLst>
                </p14:cNvPr>
                <p14:cNvContentPartPr/>
                <p14:nvPr/>
              </p14:nvContentPartPr>
              <p14:xfrm>
                <a:off x="6831125" y="1886150"/>
                <a:ext cx="210240" cy="4316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50A45A8-0FB8-32A7-89CA-B3263E45E44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822485" y="1877150"/>
                  <a:ext cx="227880" cy="44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38BD0FDA-2105-C28D-C59A-6EF9F3A4E482}"/>
                  </a:ext>
                </a:extLst>
              </p14:cNvPr>
              <p14:cNvContentPartPr/>
              <p14:nvPr/>
            </p14:nvContentPartPr>
            <p14:xfrm>
              <a:off x="6761645" y="1687430"/>
              <a:ext cx="287280" cy="3528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38BD0FDA-2105-C28D-C59A-6EF9F3A4E482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6752645" y="1678790"/>
                <a:ext cx="304920" cy="5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7E461A1B-7132-974E-C4F8-A5A57196AF15}"/>
              </a:ext>
            </a:extLst>
          </p:cNvPr>
          <p:cNvGrpSpPr/>
          <p:nvPr/>
        </p:nvGrpSpPr>
        <p:grpSpPr>
          <a:xfrm>
            <a:off x="4987205" y="3114470"/>
            <a:ext cx="447480" cy="539280"/>
            <a:chOff x="4987205" y="3114470"/>
            <a:chExt cx="447480" cy="53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24F1082-9CD7-1FD0-FE7D-5F7DDE3FBC7A}"/>
                    </a:ext>
                  </a:extLst>
                </p14:cNvPr>
                <p14:cNvContentPartPr/>
                <p14:nvPr/>
              </p14:nvContentPartPr>
              <p14:xfrm>
                <a:off x="5044805" y="3116630"/>
                <a:ext cx="43200" cy="4345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24F1082-9CD7-1FD0-FE7D-5F7DDE3FBC7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036165" y="3107990"/>
                  <a:ext cx="6084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608FE21-ECF1-1440-CDD9-050D02402D6F}"/>
                    </a:ext>
                  </a:extLst>
                </p14:cNvPr>
                <p14:cNvContentPartPr/>
                <p14:nvPr/>
              </p14:nvContentPartPr>
              <p14:xfrm>
                <a:off x="5019605" y="3114470"/>
                <a:ext cx="270720" cy="129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608FE21-ECF1-1440-CDD9-050D02402D6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010965" y="3105470"/>
                  <a:ext cx="2883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F624C8B-9101-FCE8-FAE4-3652D9C3DB62}"/>
                    </a:ext>
                  </a:extLst>
                </p14:cNvPr>
                <p14:cNvContentPartPr/>
                <p14:nvPr/>
              </p14:nvContentPartPr>
              <p14:xfrm>
                <a:off x="4987205" y="3254510"/>
                <a:ext cx="266400" cy="241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F624C8B-9101-FCE8-FAE4-3652D9C3DB6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978205" y="3245870"/>
                  <a:ext cx="284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2C8FA72-FF64-1B36-7416-74AC8981C80F}"/>
                    </a:ext>
                  </a:extLst>
                </p14:cNvPr>
                <p14:cNvContentPartPr/>
                <p14:nvPr/>
              </p14:nvContentPartPr>
              <p14:xfrm>
                <a:off x="5233085" y="3415070"/>
                <a:ext cx="201600" cy="2386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2C8FA72-FF64-1B36-7416-74AC8981C80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224085" y="3406070"/>
                  <a:ext cx="219240" cy="25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2E66899-B5D6-0397-A2A9-66BE50BA9608}"/>
              </a:ext>
            </a:extLst>
          </p:cNvPr>
          <p:cNvGrpSpPr/>
          <p:nvPr/>
        </p:nvGrpSpPr>
        <p:grpSpPr>
          <a:xfrm>
            <a:off x="5730245" y="3278270"/>
            <a:ext cx="190080" cy="113400"/>
            <a:chOff x="5730245" y="3278270"/>
            <a:chExt cx="190080" cy="11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2C83978-45DA-CEC3-7E2C-9E2E22BA8EF2}"/>
                    </a:ext>
                  </a:extLst>
                </p14:cNvPr>
                <p14:cNvContentPartPr/>
                <p14:nvPr/>
              </p14:nvContentPartPr>
              <p14:xfrm>
                <a:off x="5750405" y="3371870"/>
                <a:ext cx="169920" cy="198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2C83978-45DA-CEC3-7E2C-9E2E22BA8EF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741405" y="3363230"/>
                  <a:ext cx="1875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ABC66AF-4081-9958-14BD-89318222AD96}"/>
                    </a:ext>
                  </a:extLst>
                </p14:cNvPr>
                <p14:cNvContentPartPr/>
                <p14:nvPr/>
              </p14:nvContentPartPr>
              <p14:xfrm>
                <a:off x="5730245" y="3278270"/>
                <a:ext cx="158400" cy="36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ABC66AF-4081-9958-14BD-89318222AD9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721605" y="3269270"/>
                  <a:ext cx="17604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03CBD581-220C-2063-B01A-38B8ACF3C4F0}"/>
              </a:ext>
            </a:extLst>
          </p:cNvPr>
          <p:cNvGrpSpPr/>
          <p:nvPr/>
        </p:nvGrpSpPr>
        <p:grpSpPr>
          <a:xfrm>
            <a:off x="6321365" y="2975510"/>
            <a:ext cx="627120" cy="480600"/>
            <a:chOff x="6321365" y="2975510"/>
            <a:chExt cx="627120" cy="48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5ECE8D1-C125-125D-FFB4-6888D97E2EA2}"/>
                    </a:ext>
                  </a:extLst>
                </p14:cNvPr>
                <p14:cNvContentPartPr/>
                <p14:nvPr/>
              </p14:nvContentPartPr>
              <p14:xfrm>
                <a:off x="6339005" y="3083510"/>
                <a:ext cx="98280" cy="3520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5ECE8D1-C125-125D-FFB4-6888D97E2EA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330005" y="3074510"/>
                  <a:ext cx="11592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471B6C7-22DF-733D-9200-26CE0A53CA8A}"/>
                    </a:ext>
                  </a:extLst>
                </p14:cNvPr>
                <p14:cNvContentPartPr/>
                <p14:nvPr/>
              </p14:nvContentPartPr>
              <p14:xfrm>
                <a:off x="6433325" y="3047870"/>
                <a:ext cx="128880" cy="4082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471B6C7-22DF-733D-9200-26CE0A53CA8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424325" y="3038870"/>
                  <a:ext cx="14652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96E6525-24FF-404E-CB55-5127EB914A79}"/>
                    </a:ext>
                  </a:extLst>
                </p14:cNvPr>
                <p14:cNvContentPartPr/>
                <p14:nvPr/>
              </p14:nvContentPartPr>
              <p14:xfrm>
                <a:off x="6342965" y="3245510"/>
                <a:ext cx="193680" cy="363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96E6525-24FF-404E-CB55-5127EB914A7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333965" y="3236510"/>
                  <a:ext cx="2113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D9CA2C8-C58D-285C-F28C-D4A17E45171E}"/>
                    </a:ext>
                  </a:extLst>
                </p14:cNvPr>
                <p14:cNvContentPartPr/>
                <p14:nvPr/>
              </p14:nvContentPartPr>
              <p14:xfrm>
                <a:off x="6321365" y="3017270"/>
                <a:ext cx="270360" cy="205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D9CA2C8-C58D-285C-F28C-D4A17E45171E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312725" y="3008630"/>
                  <a:ext cx="288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2F70A0D-E764-10A9-09F0-D0F7F7B50ECA}"/>
                    </a:ext>
                  </a:extLst>
                </p14:cNvPr>
                <p14:cNvContentPartPr/>
                <p14:nvPr/>
              </p14:nvContentPartPr>
              <p14:xfrm>
                <a:off x="6721325" y="3092870"/>
                <a:ext cx="222120" cy="3344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2F70A0D-E764-10A9-09F0-D0F7F7B50EC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712685" y="3084230"/>
                  <a:ext cx="23976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5D48837-0367-1B18-404D-FA18ADF6125F}"/>
                    </a:ext>
                  </a:extLst>
                </p14:cNvPr>
                <p14:cNvContentPartPr/>
                <p14:nvPr/>
              </p14:nvContentPartPr>
              <p14:xfrm>
                <a:off x="6719525" y="2975510"/>
                <a:ext cx="228960" cy="3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5D48837-0367-1B18-404D-FA18ADF6125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710525" y="2966510"/>
                  <a:ext cx="2466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0F4AD15-4D0F-2998-2288-BFB77C78EFA7}"/>
              </a:ext>
            </a:extLst>
          </p:cNvPr>
          <p:cNvGrpSpPr/>
          <p:nvPr/>
        </p:nvGrpSpPr>
        <p:grpSpPr>
          <a:xfrm>
            <a:off x="7300925" y="3121310"/>
            <a:ext cx="220680" cy="350640"/>
            <a:chOff x="7300925" y="3121310"/>
            <a:chExt cx="220680" cy="35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3D6C6D4-9412-3A89-B76C-96D6DCF2C98C}"/>
                    </a:ext>
                  </a:extLst>
                </p14:cNvPr>
                <p14:cNvContentPartPr/>
                <p14:nvPr/>
              </p14:nvContentPartPr>
              <p14:xfrm>
                <a:off x="7300925" y="3236510"/>
                <a:ext cx="220680" cy="72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3D6C6D4-9412-3A89-B76C-96D6DCF2C98C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291925" y="3227510"/>
                  <a:ext cx="2383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456B41D-B1C1-3DDB-4623-17B889B28A3B}"/>
                    </a:ext>
                  </a:extLst>
                </p14:cNvPr>
                <p14:cNvContentPartPr/>
                <p14:nvPr/>
              </p14:nvContentPartPr>
              <p14:xfrm>
                <a:off x="7418645" y="3121310"/>
                <a:ext cx="48240" cy="3506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456B41D-B1C1-3DDB-4623-17B889B28A3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410005" y="3112310"/>
                  <a:ext cx="65880" cy="36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2B958FE5-3C4A-9929-3395-DAD1C10C7EAA}"/>
              </a:ext>
            </a:extLst>
          </p:cNvPr>
          <p:cNvGrpSpPr/>
          <p:nvPr/>
        </p:nvGrpSpPr>
        <p:grpSpPr>
          <a:xfrm>
            <a:off x="7746245" y="3029870"/>
            <a:ext cx="738720" cy="426960"/>
            <a:chOff x="7746245" y="3029870"/>
            <a:chExt cx="738720" cy="42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B14841F-452B-9A44-E033-A324EA548EE5}"/>
                    </a:ext>
                  </a:extLst>
                </p14:cNvPr>
                <p14:cNvContentPartPr/>
                <p14:nvPr/>
              </p14:nvContentPartPr>
              <p14:xfrm>
                <a:off x="7746245" y="3084950"/>
                <a:ext cx="138240" cy="3045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B14841F-452B-9A44-E033-A324EA548EE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737605" y="3075950"/>
                  <a:ext cx="15588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DF46F93-90A6-1D07-8AA2-933BA321B5A2}"/>
                    </a:ext>
                  </a:extLst>
                </p14:cNvPr>
                <p14:cNvContentPartPr/>
                <p14:nvPr/>
              </p14:nvContentPartPr>
              <p14:xfrm>
                <a:off x="7895645" y="3029870"/>
                <a:ext cx="110880" cy="4140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DF46F93-90A6-1D07-8AA2-933BA321B5A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887005" y="3020870"/>
                  <a:ext cx="12852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58D9814-6171-2874-F5F0-2E934224CA0D}"/>
                    </a:ext>
                  </a:extLst>
                </p14:cNvPr>
                <p14:cNvContentPartPr/>
                <p14:nvPr/>
              </p14:nvContentPartPr>
              <p14:xfrm>
                <a:off x="7746245" y="3232910"/>
                <a:ext cx="219960" cy="309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58D9814-6171-2874-F5F0-2E934224CA0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737605" y="3224270"/>
                  <a:ext cx="2376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85B2572-48EF-9BB9-B91F-E2D159D1C80F}"/>
                    </a:ext>
                  </a:extLst>
                </p14:cNvPr>
                <p14:cNvContentPartPr/>
                <p14:nvPr/>
              </p14:nvContentPartPr>
              <p14:xfrm>
                <a:off x="8136845" y="3373310"/>
                <a:ext cx="10440" cy="320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85B2572-48EF-9BB9-B91F-E2D159D1C80F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128205" y="3364310"/>
                  <a:ext cx="280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10A8D4B-B96A-9401-893A-C66B89D1881F}"/>
                    </a:ext>
                  </a:extLst>
                </p14:cNvPr>
                <p14:cNvContentPartPr/>
                <p14:nvPr/>
              </p14:nvContentPartPr>
              <p14:xfrm>
                <a:off x="8231525" y="3078110"/>
                <a:ext cx="253440" cy="3787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10A8D4B-B96A-9401-893A-C66B89D1881F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222525" y="3069470"/>
                  <a:ext cx="271080" cy="39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3CB91105-878F-C3A9-23E3-51D76D66AD00}"/>
              </a:ext>
            </a:extLst>
          </p:cNvPr>
          <p:cNvGrpSpPr/>
          <p:nvPr/>
        </p:nvGrpSpPr>
        <p:grpSpPr>
          <a:xfrm>
            <a:off x="5058485" y="4124630"/>
            <a:ext cx="380880" cy="597960"/>
            <a:chOff x="5058485" y="4124630"/>
            <a:chExt cx="380880" cy="59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C3A29ED-04E3-8BC7-9711-DBEBF85024F1}"/>
                    </a:ext>
                  </a:extLst>
                </p14:cNvPr>
                <p14:cNvContentPartPr/>
                <p14:nvPr/>
              </p14:nvContentPartPr>
              <p14:xfrm>
                <a:off x="5104925" y="4140830"/>
                <a:ext cx="9000" cy="3772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C3A29ED-04E3-8BC7-9711-DBEBF85024F1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095925" y="4132190"/>
                  <a:ext cx="2664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D742359-2A53-CBA8-E3E3-03DD7425DB95}"/>
                    </a:ext>
                  </a:extLst>
                </p14:cNvPr>
                <p14:cNvContentPartPr/>
                <p14:nvPr/>
              </p14:nvContentPartPr>
              <p14:xfrm>
                <a:off x="5064965" y="4124630"/>
                <a:ext cx="311760" cy="154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D742359-2A53-CBA8-E3E3-03DD7425DB9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055965" y="4115630"/>
                  <a:ext cx="3294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D62DD5E-0649-8803-A9F3-487926097609}"/>
                    </a:ext>
                  </a:extLst>
                </p14:cNvPr>
                <p14:cNvContentPartPr/>
                <p14:nvPr/>
              </p14:nvContentPartPr>
              <p14:xfrm>
                <a:off x="5058485" y="4267910"/>
                <a:ext cx="240120" cy="205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D62DD5E-0649-8803-A9F3-48792609760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049845" y="4259270"/>
                  <a:ext cx="2577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43200BB-7548-4CBA-6B51-F989A8D1A4C2}"/>
                    </a:ext>
                  </a:extLst>
                </p14:cNvPr>
                <p14:cNvContentPartPr/>
                <p14:nvPr/>
              </p14:nvContentPartPr>
              <p14:xfrm>
                <a:off x="5379965" y="4419470"/>
                <a:ext cx="59400" cy="3031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43200BB-7548-4CBA-6B51-F989A8D1A4C2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371325" y="4410830"/>
                  <a:ext cx="77040" cy="32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711596BD-2F8F-ED77-F0DC-6F9D31D18A40}"/>
              </a:ext>
            </a:extLst>
          </p:cNvPr>
          <p:cNvGrpSpPr/>
          <p:nvPr/>
        </p:nvGrpSpPr>
        <p:grpSpPr>
          <a:xfrm>
            <a:off x="5849405" y="4213910"/>
            <a:ext cx="207720" cy="131760"/>
            <a:chOff x="5849405" y="4213910"/>
            <a:chExt cx="207720" cy="13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FCEA684-5885-4CBE-22A3-863A6A4F680B}"/>
                    </a:ext>
                  </a:extLst>
                </p14:cNvPr>
                <p14:cNvContentPartPr/>
                <p14:nvPr/>
              </p14:nvContentPartPr>
              <p14:xfrm>
                <a:off x="5864525" y="4328030"/>
                <a:ext cx="192600" cy="176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FCEA684-5885-4CBE-22A3-863A6A4F680B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855885" y="4319390"/>
                  <a:ext cx="2102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DE2FA53-E3EB-936E-B20A-FAFCDAA8F7FE}"/>
                    </a:ext>
                  </a:extLst>
                </p14:cNvPr>
                <p14:cNvContentPartPr/>
                <p14:nvPr/>
              </p14:nvContentPartPr>
              <p14:xfrm>
                <a:off x="5849405" y="4213910"/>
                <a:ext cx="181080" cy="50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DE2FA53-E3EB-936E-B20A-FAFCDAA8F7FE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840765" y="4204910"/>
                  <a:ext cx="19872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67B690AB-AB59-E9C9-B39C-7DCE7892A876}"/>
              </a:ext>
            </a:extLst>
          </p:cNvPr>
          <p:cNvGrpSpPr/>
          <p:nvPr/>
        </p:nvGrpSpPr>
        <p:grpSpPr>
          <a:xfrm>
            <a:off x="6539885" y="4051190"/>
            <a:ext cx="884880" cy="511560"/>
            <a:chOff x="6539885" y="4051190"/>
            <a:chExt cx="884880" cy="51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A30BE57-B104-CC4D-5003-56D70AB32ADC}"/>
                    </a:ext>
                  </a:extLst>
                </p14:cNvPr>
                <p14:cNvContentPartPr/>
                <p14:nvPr/>
              </p14:nvContentPartPr>
              <p14:xfrm>
                <a:off x="6548885" y="4177550"/>
                <a:ext cx="139680" cy="3693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A30BE57-B104-CC4D-5003-56D70AB32ADC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539885" y="4168910"/>
                  <a:ext cx="15732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C2E7F18-073E-A6DB-71F6-F2C14B486D81}"/>
                    </a:ext>
                  </a:extLst>
                </p14:cNvPr>
                <p14:cNvContentPartPr/>
                <p14:nvPr/>
              </p14:nvContentPartPr>
              <p14:xfrm>
                <a:off x="6750845" y="4116710"/>
                <a:ext cx="101880" cy="4460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C2E7F18-073E-A6DB-71F6-F2C14B486D8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742205" y="4107710"/>
                  <a:ext cx="11952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EB9679D-2BA6-C5E8-53EF-4CC6099B98AB}"/>
                    </a:ext>
                  </a:extLst>
                </p14:cNvPr>
                <p14:cNvContentPartPr/>
                <p14:nvPr/>
              </p14:nvContentPartPr>
              <p14:xfrm>
                <a:off x="6551405" y="4395710"/>
                <a:ext cx="284040" cy="72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EB9679D-2BA6-C5E8-53EF-4CC6099B98AB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542405" y="4386710"/>
                  <a:ext cx="3016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FAF273D-66F8-A0F0-26A4-1F30B148735B}"/>
                    </a:ext>
                  </a:extLst>
                </p14:cNvPr>
                <p14:cNvContentPartPr/>
                <p14:nvPr/>
              </p14:nvContentPartPr>
              <p14:xfrm>
                <a:off x="6539885" y="4051190"/>
                <a:ext cx="384120" cy="180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FAF273D-66F8-A0F0-26A4-1F30B148735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531245" y="4042190"/>
                  <a:ext cx="4017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C5451EC-6E29-C404-16CC-F0838671412E}"/>
                    </a:ext>
                  </a:extLst>
                </p14:cNvPr>
                <p14:cNvContentPartPr/>
                <p14:nvPr/>
              </p14:nvContentPartPr>
              <p14:xfrm>
                <a:off x="7002125" y="4448630"/>
                <a:ext cx="360" cy="183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C5451EC-6E29-C404-16CC-F0838671412E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993125" y="4439990"/>
                  <a:ext cx="18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549A7B5-8F14-0313-B4D5-7BC7D993AAF8}"/>
                    </a:ext>
                  </a:extLst>
                </p14:cNvPr>
                <p14:cNvContentPartPr/>
                <p14:nvPr/>
              </p14:nvContentPartPr>
              <p14:xfrm>
                <a:off x="7151885" y="4136870"/>
                <a:ext cx="272880" cy="3916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549A7B5-8F14-0313-B4D5-7BC7D993AAF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143245" y="4128230"/>
                  <a:ext cx="29052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FB0B3C9-D414-8F37-5F2D-FC87F42A2F5E}"/>
                    </a:ext>
                  </a:extLst>
                </p14:cNvPr>
                <p14:cNvContentPartPr/>
                <p14:nvPr/>
              </p14:nvContentPartPr>
              <p14:xfrm>
                <a:off x="6642845" y="4132550"/>
                <a:ext cx="77040" cy="1494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FB0B3C9-D414-8F37-5F2D-FC87F42A2F5E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634205" y="4123550"/>
                  <a:ext cx="9468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9E90979E-AD1B-BCC0-BF9C-FDCCB13FE6CC}"/>
              </a:ext>
            </a:extLst>
          </p:cNvPr>
          <p:cNvGrpSpPr/>
          <p:nvPr/>
        </p:nvGrpSpPr>
        <p:grpSpPr>
          <a:xfrm>
            <a:off x="8870165" y="3230390"/>
            <a:ext cx="241560" cy="139680"/>
            <a:chOff x="8870165" y="3230390"/>
            <a:chExt cx="241560" cy="13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FDB79C4-D3A1-22DE-7E17-4AEC6D5E009E}"/>
                    </a:ext>
                  </a:extLst>
                </p14:cNvPr>
                <p14:cNvContentPartPr/>
                <p14:nvPr/>
              </p14:nvContentPartPr>
              <p14:xfrm>
                <a:off x="8870165" y="3230390"/>
                <a:ext cx="241560" cy="410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FDB79C4-D3A1-22DE-7E17-4AEC6D5E009E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861165" y="3221750"/>
                  <a:ext cx="2592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9DD54281-F359-5549-353C-BC3E5481AB20}"/>
                    </a:ext>
                  </a:extLst>
                </p14:cNvPr>
                <p14:cNvContentPartPr/>
                <p14:nvPr/>
              </p14:nvContentPartPr>
              <p14:xfrm>
                <a:off x="8897525" y="3325790"/>
                <a:ext cx="180000" cy="442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9DD54281-F359-5549-353C-BC3E5481AB20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888525" y="3316790"/>
                  <a:ext cx="19764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879E990C-0A52-4D88-E2BD-B4B21C7E2663}"/>
              </a:ext>
            </a:extLst>
          </p:cNvPr>
          <p:cNvGrpSpPr/>
          <p:nvPr/>
        </p:nvGrpSpPr>
        <p:grpSpPr>
          <a:xfrm>
            <a:off x="9369485" y="2920790"/>
            <a:ext cx="1085040" cy="448920"/>
            <a:chOff x="9369485" y="2920790"/>
            <a:chExt cx="1085040" cy="44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0997A5D-9DFF-6C2E-9362-D93DAF3B0144}"/>
                    </a:ext>
                  </a:extLst>
                </p14:cNvPr>
                <p14:cNvContentPartPr/>
                <p14:nvPr/>
              </p14:nvContentPartPr>
              <p14:xfrm>
                <a:off x="9369485" y="3036710"/>
                <a:ext cx="158040" cy="3189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0997A5D-9DFF-6C2E-9362-D93DAF3B0144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360845" y="3027710"/>
                  <a:ext cx="17568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2250582-CBD4-6D1C-39E4-F74C124856F9}"/>
                    </a:ext>
                  </a:extLst>
                </p14:cNvPr>
                <p14:cNvContentPartPr/>
                <p14:nvPr/>
              </p14:nvContentPartPr>
              <p14:xfrm>
                <a:off x="9532925" y="3032750"/>
                <a:ext cx="90360" cy="3171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2250582-CBD4-6D1C-39E4-F74C124856F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523925" y="3023750"/>
                  <a:ext cx="10800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3D82C55-51DF-9832-A33D-B59E86DBC2E4}"/>
                    </a:ext>
                  </a:extLst>
                </p14:cNvPr>
                <p14:cNvContentPartPr/>
                <p14:nvPr/>
              </p14:nvContentPartPr>
              <p14:xfrm>
                <a:off x="9381005" y="3191150"/>
                <a:ext cx="180000" cy="93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3D82C55-51DF-9832-A33D-B59E86DBC2E4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372005" y="3182510"/>
                  <a:ext cx="1976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B42352A-4540-3029-B698-8C59A85C5997}"/>
                    </a:ext>
                  </a:extLst>
                </p14:cNvPr>
                <p14:cNvContentPartPr/>
                <p14:nvPr/>
              </p14:nvContentPartPr>
              <p14:xfrm>
                <a:off x="9753605" y="3150470"/>
                <a:ext cx="245520" cy="284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B42352A-4540-3029-B698-8C59A85C5997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744965" y="3141830"/>
                  <a:ext cx="2631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B189882-94B8-E470-A8CA-ADEAE4663F18}"/>
                    </a:ext>
                  </a:extLst>
                </p14:cNvPr>
                <p14:cNvContentPartPr/>
                <p14:nvPr/>
              </p14:nvContentPartPr>
              <p14:xfrm>
                <a:off x="9870605" y="3027350"/>
                <a:ext cx="16560" cy="2703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B189882-94B8-E470-A8CA-ADEAE4663F18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861605" y="3018710"/>
                  <a:ext cx="342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BF3E9BF-3AA6-2E58-EF58-5E067CD4B31C}"/>
                    </a:ext>
                  </a:extLst>
                </p14:cNvPr>
                <p14:cNvContentPartPr/>
                <p14:nvPr/>
              </p14:nvContentPartPr>
              <p14:xfrm>
                <a:off x="9728765" y="2920790"/>
                <a:ext cx="368640" cy="4226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BF3E9BF-3AA6-2E58-EF58-5E067CD4B31C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719765" y="2911790"/>
                  <a:ext cx="38628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0BFBAF9-6A12-0E62-C284-E81EF371CF6E}"/>
                    </a:ext>
                  </a:extLst>
                </p14:cNvPr>
                <p14:cNvContentPartPr/>
                <p14:nvPr/>
              </p14:nvContentPartPr>
              <p14:xfrm>
                <a:off x="10229525" y="3065870"/>
                <a:ext cx="225000" cy="3038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0BFBAF9-6A12-0E62-C284-E81EF371CF6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220885" y="3056870"/>
                  <a:ext cx="242640" cy="32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4CF62F7A-665B-2292-2A68-3F9797E26308}"/>
                  </a:ext>
                </a:extLst>
              </p14:cNvPr>
              <p14:cNvContentPartPr/>
              <p14:nvPr/>
            </p14:nvContentPartPr>
            <p14:xfrm>
              <a:off x="9406205" y="2687510"/>
              <a:ext cx="997920" cy="4068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4CF62F7A-665B-2292-2A68-3F9797E26308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9397205" y="2678510"/>
                <a:ext cx="101556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7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5051232B-CD8F-1E4E-AD8C-C1F2788F5B28}"/>
                  </a:ext>
                </a:extLst>
              </p14:cNvPr>
              <p14:cNvContentPartPr/>
              <p14:nvPr/>
            </p14:nvContentPartPr>
            <p14:xfrm>
              <a:off x="10150685" y="1999910"/>
              <a:ext cx="1742760" cy="234288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5051232B-CD8F-1E4E-AD8C-C1F2788F5B28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10133045" y="1981910"/>
                <a:ext cx="1778400" cy="237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6CC99274-A0AE-3C9F-2337-426724334E3D}"/>
              </a:ext>
            </a:extLst>
          </p:cNvPr>
          <p:cNvGrpSpPr/>
          <p:nvPr/>
        </p:nvGrpSpPr>
        <p:grpSpPr>
          <a:xfrm>
            <a:off x="10407725" y="4657070"/>
            <a:ext cx="1393920" cy="703440"/>
            <a:chOff x="10407725" y="4657070"/>
            <a:chExt cx="1393920" cy="70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6DE02EB-F45A-C62A-4835-937E81FD6DFF}"/>
                    </a:ext>
                  </a:extLst>
                </p14:cNvPr>
                <p14:cNvContentPartPr/>
                <p14:nvPr/>
              </p14:nvContentPartPr>
              <p14:xfrm>
                <a:off x="10407725" y="4657070"/>
                <a:ext cx="936360" cy="7034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6DE02EB-F45A-C62A-4835-937E81FD6DF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390085" y="4639430"/>
                  <a:ext cx="972000" cy="73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A5D20DA-2F95-46F6-4220-4DF212027BDB}"/>
                    </a:ext>
                  </a:extLst>
                </p14:cNvPr>
                <p14:cNvContentPartPr/>
                <p14:nvPr/>
              </p14:nvContentPartPr>
              <p14:xfrm>
                <a:off x="11722085" y="5010230"/>
                <a:ext cx="79560" cy="72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A5D20DA-2F95-46F6-4220-4DF212027BDB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1704445" y="4992590"/>
                  <a:ext cx="115200" cy="4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39329E84-D8A0-2A79-36A0-D4AD18B329CC}"/>
                  </a:ext>
                </a:extLst>
              </p14:cNvPr>
              <p14:cNvContentPartPr/>
              <p14:nvPr/>
            </p14:nvContentPartPr>
            <p14:xfrm>
              <a:off x="11021885" y="5640590"/>
              <a:ext cx="422280" cy="18576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39329E84-D8A0-2A79-36A0-D4AD18B329CC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11003885" y="5622950"/>
                <a:ext cx="457920" cy="22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9722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EEAA52-7F95-4964-A20E-0F3114912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78" y="147181"/>
            <a:ext cx="11863844" cy="1176630"/>
          </a:xfrm>
          <a:prstGeom prst="rect">
            <a:avLst/>
          </a:prstGeom>
        </p:spPr>
      </p:pic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351B423F-CA76-B4F4-B853-9D5A54EF3D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105380"/>
              </p:ext>
            </p:extLst>
          </p:nvPr>
        </p:nvGraphicFramePr>
        <p:xfrm>
          <a:off x="650461" y="1274232"/>
          <a:ext cx="4388676" cy="4848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46">
                  <a:extLst>
                    <a:ext uri="{9D8B030D-6E8A-4147-A177-3AD203B41FA5}">
                      <a16:colId xmlns:a16="http://schemas.microsoft.com/office/drawing/2014/main" val="3712403407"/>
                    </a:ext>
                  </a:extLst>
                </a:gridCol>
                <a:gridCol w="731446">
                  <a:extLst>
                    <a:ext uri="{9D8B030D-6E8A-4147-A177-3AD203B41FA5}">
                      <a16:colId xmlns:a16="http://schemas.microsoft.com/office/drawing/2014/main" val="358816953"/>
                    </a:ext>
                  </a:extLst>
                </a:gridCol>
                <a:gridCol w="731446">
                  <a:extLst>
                    <a:ext uri="{9D8B030D-6E8A-4147-A177-3AD203B41FA5}">
                      <a16:colId xmlns:a16="http://schemas.microsoft.com/office/drawing/2014/main" val="2883606307"/>
                    </a:ext>
                  </a:extLst>
                </a:gridCol>
                <a:gridCol w="731446">
                  <a:extLst>
                    <a:ext uri="{9D8B030D-6E8A-4147-A177-3AD203B41FA5}">
                      <a16:colId xmlns:a16="http://schemas.microsoft.com/office/drawing/2014/main" val="3096031630"/>
                    </a:ext>
                  </a:extLst>
                </a:gridCol>
                <a:gridCol w="731446">
                  <a:extLst>
                    <a:ext uri="{9D8B030D-6E8A-4147-A177-3AD203B41FA5}">
                      <a16:colId xmlns:a16="http://schemas.microsoft.com/office/drawing/2014/main" val="3854518701"/>
                    </a:ext>
                  </a:extLst>
                </a:gridCol>
                <a:gridCol w="731446">
                  <a:extLst>
                    <a:ext uri="{9D8B030D-6E8A-4147-A177-3AD203B41FA5}">
                      <a16:colId xmlns:a16="http://schemas.microsoft.com/office/drawing/2014/main" val="680228185"/>
                    </a:ext>
                  </a:extLst>
                </a:gridCol>
              </a:tblGrid>
              <a:tr h="53869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997936"/>
                  </a:ext>
                </a:extLst>
              </a:tr>
              <a:tr h="53869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3120266"/>
                  </a:ext>
                </a:extLst>
              </a:tr>
              <a:tr h="53869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176540"/>
                  </a:ext>
                </a:extLst>
              </a:tr>
              <a:tr h="53869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55445"/>
                  </a:ext>
                </a:extLst>
              </a:tr>
              <a:tr h="53869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759755"/>
                  </a:ext>
                </a:extLst>
              </a:tr>
              <a:tr h="53869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355786"/>
                  </a:ext>
                </a:extLst>
              </a:tr>
              <a:tr h="53869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017721"/>
                  </a:ext>
                </a:extLst>
              </a:tr>
              <a:tr h="5386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39370"/>
                  </a:ext>
                </a:extLst>
              </a:tr>
              <a:tr h="5386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522238"/>
                  </a:ext>
                </a:extLst>
              </a:tr>
            </a:tbl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FFC082C3-8903-AE3B-4634-074DBA2A6A59}"/>
              </a:ext>
            </a:extLst>
          </p:cNvPr>
          <p:cNvGrpSpPr/>
          <p:nvPr/>
        </p:nvGrpSpPr>
        <p:grpSpPr>
          <a:xfrm>
            <a:off x="814085" y="1361990"/>
            <a:ext cx="362520" cy="352440"/>
            <a:chOff x="814085" y="1361990"/>
            <a:chExt cx="362520" cy="35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538EE6D-E5BB-64E3-2D77-4CBE1CB71134}"/>
                    </a:ext>
                  </a:extLst>
                </p14:cNvPr>
                <p14:cNvContentPartPr/>
                <p14:nvPr/>
              </p14:nvContentPartPr>
              <p14:xfrm>
                <a:off x="838205" y="1370990"/>
                <a:ext cx="13680" cy="260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538EE6D-E5BB-64E3-2D77-4CBE1CB7113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29205" y="1362350"/>
                  <a:ext cx="3132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401A57C-6F08-FECB-748E-BFFD79B91F08}"/>
                    </a:ext>
                  </a:extLst>
                </p14:cNvPr>
                <p14:cNvContentPartPr/>
                <p14:nvPr/>
              </p14:nvContentPartPr>
              <p14:xfrm>
                <a:off x="814085" y="1361990"/>
                <a:ext cx="180000" cy="291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401A57C-6F08-FECB-748E-BFFD79B91F0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05445" y="1352990"/>
                  <a:ext cx="1976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5DBE1D5-193D-F90B-F523-6A98CFB4C66D}"/>
                    </a:ext>
                  </a:extLst>
                </p14:cNvPr>
                <p14:cNvContentPartPr/>
                <p14:nvPr/>
              </p14:nvContentPartPr>
              <p14:xfrm>
                <a:off x="1045925" y="1530470"/>
                <a:ext cx="130680" cy="183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5DBE1D5-193D-F90B-F523-6A98CFB4C66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36925" y="1521470"/>
                  <a:ext cx="148320" cy="20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4B64D94-761B-0EED-8AAA-AC0901DEF140}"/>
              </a:ext>
            </a:extLst>
          </p:cNvPr>
          <p:cNvGrpSpPr/>
          <p:nvPr/>
        </p:nvGrpSpPr>
        <p:grpSpPr>
          <a:xfrm>
            <a:off x="1568645" y="1420670"/>
            <a:ext cx="366840" cy="325440"/>
            <a:chOff x="1568645" y="1420670"/>
            <a:chExt cx="366840" cy="32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E612B6B-BB8C-37D4-C1AB-D802CEA97312}"/>
                    </a:ext>
                  </a:extLst>
                </p14:cNvPr>
                <p14:cNvContentPartPr/>
                <p14:nvPr/>
              </p14:nvContentPartPr>
              <p14:xfrm>
                <a:off x="1568645" y="1445870"/>
                <a:ext cx="46800" cy="259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E612B6B-BB8C-37D4-C1AB-D802CEA9731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560005" y="1436870"/>
                  <a:ext cx="644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B08F849-AAB5-5EB0-8319-4E8362950753}"/>
                    </a:ext>
                  </a:extLst>
                </p14:cNvPr>
                <p14:cNvContentPartPr/>
                <p14:nvPr/>
              </p14:nvContentPartPr>
              <p14:xfrm>
                <a:off x="1568645" y="1420670"/>
                <a:ext cx="168120" cy="325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B08F849-AAB5-5EB0-8319-4E836295075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60005" y="1412030"/>
                  <a:ext cx="18576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5C91E03-99CE-7F90-965D-83B8892FE7CB}"/>
                    </a:ext>
                  </a:extLst>
                </p14:cNvPr>
                <p14:cNvContentPartPr/>
                <p14:nvPr/>
              </p14:nvContentPartPr>
              <p14:xfrm>
                <a:off x="1792205" y="1610030"/>
                <a:ext cx="143280" cy="125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5C91E03-99CE-7F90-965D-83B8892FE7C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783205" y="1601390"/>
                  <a:ext cx="16092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09328C3-A2E9-6868-7122-2AEA994097AE}"/>
              </a:ext>
            </a:extLst>
          </p:cNvPr>
          <p:cNvGrpSpPr/>
          <p:nvPr/>
        </p:nvGrpSpPr>
        <p:grpSpPr>
          <a:xfrm>
            <a:off x="2315285" y="1397990"/>
            <a:ext cx="232920" cy="360000"/>
            <a:chOff x="2315285" y="1397990"/>
            <a:chExt cx="232920" cy="36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E42E66B-7E92-058D-7B1F-BC1FA0BFE181}"/>
                    </a:ext>
                  </a:extLst>
                </p14:cNvPr>
                <p14:cNvContentPartPr/>
                <p14:nvPr/>
              </p14:nvContentPartPr>
              <p14:xfrm>
                <a:off x="2346605" y="1423910"/>
                <a:ext cx="29520" cy="231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E42E66B-7E92-058D-7B1F-BC1FA0BFE18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337965" y="1415270"/>
                  <a:ext cx="471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02C957B-1A4F-F46A-36C9-1A8428A6FE8D}"/>
                    </a:ext>
                  </a:extLst>
                </p14:cNvPr>
                <p14:cNvContentPartPr/>
                <p14:nvPr/>
              </p14:nvContentPartPr>
              <p14:xfrm>
                <a:off x="2315285" y="1397990"/>
                <a:ext cx="178920" cy="251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02C957B-1A4F-F46A-36C9-1A8428A6FE8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06645" y="1389350"/>
                  <a:ext cx="1965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1623982-71AD-226A-C484-B6E8ADB97DCC}"/>
                    </a:ext>
                  </a:extLst>
                </p14:cNvPr>
                <p14:cNvContentPartPr/>
                <p14:nvPr/>
              </p14:nvContentPartPr>
              <p14:xfrm>
                <a:off x="2525165" y="1615430"/>
                <a:ext cx="23040" cy="142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1623982-71AD-226A-C484-B6E8ADB97DC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516525" y="1606430"/>
                  <a:ext cx="40680" cy="16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5795B2B-23D6-AE3A-E674-ACE06A1DF189}"/>
              </a:ext>
            </a:extLst>
          </p:cNvPr>
          <p:cNvGrpSpPr/>
          <p:nvPr/>
        </p:nvGrpSpPr>
        <p:grpSpPr>
          <a:xfrm>
            <a:off x="3065165" y="1363070"/>
            <a:ext cx="369360" cy="298800"/>
            <a:chOff x="3065165" y="1363070"/>
            <a:chExt cx="369360" cy="29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B4AB94B-FBE7-F3C3-5D38-AAB2E093DA9C}"/>
                    </a:ext>
                  </a:extLst>
                </p14:cNvPr>
                <p14:cNvContentPartPr/>
                <p14:nvPr/>
              </p14:nvContentPartPr>
              <p14:xfrm>
                <a:off x="3065165" y="1363070"/>
                <a:ext cx="198720" cy="280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B4AB94B-FBE7-F3C3-5D38-AAB2E093DA9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056165" y="1354070"/>
                  <a:ext cx="21636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7EDA4BD-F90F-4AEF-D0C7-29A6A4EA9BF5}"/>
                    </a:ext>
                  </a:extLst>
                </p14:cNvPr>
                <p14:cNvContentPartPr/>
                <p14:nvPr/>
              </p14:nvContentPartPr>
              <p14:xfrm>
                <a:off x="3335165" y="1537310"/>
                <a:ext cx="17640" cy="6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7EDA4BD-F90F-4AEF-D0C7-29A6A4EA9BF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326525" y="1528310"/>
                  <a:ext cx="352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55F67AA-1A06-A1DE-3F8F-68F7FEE3390B}"/>
                    </a:ext>
                  </a:extLst>
                </p14:cNvPr>
                <p14:cNvContentPartPr/>
                <p14:nvPr/>
              </p14:nvContentPartPr>
              <p14:xfrm>
                <a:off x="3321845" y="1491950"/>
                <a:ext cx="112680" cy="169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55F67AA-1A06-A1DE-3F8F-68F7FEE3390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313205" y="1483310"/>
                  <a:ext cx="13032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5C92EBC-136B-1826-E4AE-ED39E0820349}"/>
              </a:ext>
            </a:extLst>
          </p:cNvPr>
          <p:cNvGrpSpPr/>
          <p:nvPr/>
        </p:nvGrpSpPr>
        <p:grpSpPr>
          <a:xfrm>
            <a:off x="3766805" y="1396910"/>
            <a:ext cx="304920" cy="308880"/>
            <a:chOff x="3766805" y="1396910"/>
            <a:chExt cx="304920" cy="30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AC9876B-E860-E4AD-B193-FE6C2667FB9F}"/>
                    </a:ext>
                  </a:extLst>
                </p14:cNvPr>
                <p14:cNvContentPartPr/>
                <p14:nvPr/>
              </p14:nvContentPartPr>
              <p14:xfrm>
                <a:off x="3766805" y="1396910"/>
                <a:ext cx="145080" cy="2646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AC9876B-E860-E4AD-B193-FE6C2667FB9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757805" y="1387910"/>
                  <a:ext cx="1627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B3013DC-ADAE-F043-1538-57E92CE77236}"/>
                    </a:ext>
                  </a:extLst>
                </p14:cNvPr>
                <p14:cNvContentPartPr/>
                <p14:nvPr/>
              </p14:nvContentPartPr>
              <p14:xfrm>
                <a:off x="3932765" y="1585910"/>
                <a:ext cx="138960" cy="119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B3013DC-ADAE-F043-1538-57E92CE7723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924125" y="1577270"/>
                  <a:ext cx="15660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DEFEC47-EB19-94BF-BB45-B8238B5EBD97}"/>
              </a:ext>
            </a:extLst>
          </p:cNvPr>
          <p:cNvGrpSpPr/>
          <p:nvPr/>
        </p:nvGrpSpPr>
        <p:grpSpPr>
          <a:xfrm>
            <a:off x="4532525" y="1357670"/>
            <a:ext cx="272160" cy="403560"/>
            <a:chOff x="4532525" y="1357670"/>
            <a:chExt cx="272160" cy="40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B06CB5B-CC39-E066-CFF3-6022E10D6182}"/>
                    </a:ext>
                  </a:extLst>
                </p14:cNvPr>
                <p14:cNvContentPartPr/>
                <p14:nvPr/>
              </p14:nvContentPartPr>
              <p14:xfrm>
                <a:off x="4532525" y="1357670"/>
                <a:ext cx="170640" cy="277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B06CB5B-CC39-E066-CFF3-6022E10D618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523885" y="1348670"/>
                  <a:ext cx="18828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6BBC53D-FA90-70C7-024D-409F9EEC0C26}"/>
                    </a:ext>
                  </a:extLst>
                </p14:cNvPr>
                <p14:cNvContentPartPr/>
                <p14:nvPr/>
              </p14:nvContentPartPr>
              <p14:xfrm>
                <a:off x="4771205" y="1550630"/>
                <a:ext cx="33480" cy="210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6BBC53D-FA90-70C7-024D-409F9EEC0C2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762205" y="1541990"/>
                  <a:ext cx="51120" cy="22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95709C25-7697-CC31-C5BC-323245927CFD}"/>
                  </a:ext>
                </a:extLst>
              </p14:cNvPr>
              <p14:cNvContentPartPr/>
              <p14:nvPr/>
            </p14:nvContentPartPr>
            <p14:xfrm>
              <a:off x="2824685" y="1286030"/>
              <a:ext cx="83160" cy="48088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95709C25-7697-CC31-C5BC-323245927CFD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806685" y="1268030"/>
                <a:ext cx="118800" cy="484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0F6FFCAE-C28F-E54C-0A40-AB6D21CB0661}"/>
              </a:ext>
            </a:extLst>
          </p:cNvPr>
          <p:cNvGrpSpPr/>
          <p:nvPr/>
        </p:nvGrpSpPr>
        <p:grpSpPr>
          <a:xfrm>
            <a:off x="809045" y="1375670"/>
            <a:ext cx="347040" cy="351720"/>
            <a:chOff x="809045" y="1375670"/>
            <a:chExt cx="347040" cy="35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58B7D91-778E-1DC1-3C6E-74D272832A43}"/>
                    </a:ext>
                  </a:extLst>
                </p14:cNvPr>
                <p14:cNvContentPartPr/>
                <p14:nvPr/>
              </p14:nvContentPartPr>
              <p14:xfrm>
                <a:off x="814085" y="1375670"/>
                <a:ext cx="18000" cy="271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58B7D91-778E-1DC1-3C6E-74D272832A4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96445" y="1357670"/>
                  <a:ext cx="536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09C831A-F459-783C-9027-0FDF68D102AE}"/>
                    </a:ext>
                  </a:extLst>
                </p14:cNvPr>
                <p14:cNvContentPartPr/>
                <p14:nvPr/>
              </p14:nvContentPartPr>
              <p14:xfrm>
                <a:off x="809045" y="1377110"/>
                <a:ext cx="138240" cy="271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09C831A-F459-783C-9027-0FDF68D102A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91405" y="1359470"/>
                  <a:ext cx="1738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58962F8-4596-F7D1-AC25-1AC616444002}"/>
                    </a:ext>
                  </a:extLst>
                </p14:cNvPr>
                <p14:cNvContentPartPr/>
                <p14:nvPr/>
              </p14:nvContentPartPr>
              <p14:xfrm>
                <a:off x="1052765" y="1519310"/>
                <a:ext cx="103320" cy="208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58962F8-4596-F7D1-AC25-1AC61644400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34765" y="1501670"/>
                  <a:ext cx="138960" cy="24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EF8C121-E6F3-C48F-31A3-9A6EAD537E9E}"/>
              </a:ext>
            </a:extLst>
          </p:cNvPr>
          <p:cNvGrpSpPr/>
          <p:nvPr/>
        </p:nvGrpSpPr>
        <p:grpSpPr>
          <a:xfrm>
            <a:off x="1562525" y="1419950"/>
            <a:ext cx="354240" cy="331560"/>
            <a:chOff x="1562525" y="1419950"/>
            <a:chExt cx="354240" cy="33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215963A-CD98-5F6B-032C-8FE1537FF3BF}"/>
                    </a:ext>
                  </a:extLst>
                </p14:cNvPr>
                <p14:cNvContentPartPr/>
                <p14:nvPr/>
              </p14:nvContentPartPr>
              <p14:xfrm>
                <a:off x="1562525" y="1437950"/>
                <a:ext cx="82080" cy="260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215963A-CD98-5F6B-032C-8FE1537FF3B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544525" y="1420310"/>
                  <a:ext cx="1177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E9E66A2-32A4-2A6B-0D77-0205D9A7E746}"/>
                    </a:ext>
                  </a:extLst>
                </p14:cNvPr>
                <p14:cNvContentPartPr/>
                <p14:nvPr/>
              </p14:nvContentPartPr>
              <p14:xfrm>
                <a:off x="1570085" y="1419950"/>
                <a:ext cx="172080" cy="2768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E9E66A2-32A4-2A6B-0D77-0205D9A7E74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552085" y="1402310"/>
                  <a:ext cx="2077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518E2F8-4239-970A-A7B0-DAE55996B29A}"/>
                    </a:ext>
                  </a:extLst>
                </p14:cNvPr>
                <p14:cNvContentPartPr/>
                <p14:nvPr/>
              </p14:nvContentPartPr>
              <p14:xfrm>
                <a:off x="1804805" y="1619390"/>
                <a:ext cx="111960" cy="132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518E2F8-4239-970A-A7B0-DAE55996B29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786805" y="1601390"/>
                  <a:ext cx="147600" cy="16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8DB68F8-2D3D-DDCD-FD38-FCBBCE4D45FA}"/>
              </a:ext>
            </a:extLst>
          </p:cNvPr>
          <p:cNvGrpSpPr/>
          <p:nvPr/>
        </p:nvGrpSpPr>
        <p:grpSpPr>
          <a:xfrm>
            <a:off x="2290445" y="1377830"/>
            <a:ext cx="271800" cy="407880"/>
            <a:chOff x="2290445" y="1377830"/>
            <a:chExt cx="271800" cy="40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14EB14A-3299-26D5-0CE9-E6F0DDB18AE1}"/>
                    </a:ext>
                  </a:extLst>
                </p14:cNvPr>
                <p14:cNvContentPartPr/>
                <p14:nvPr/>
              </p14:nvContentPartPr>
              <p14:xfrm>
                <a:off x="2290445" y="1377830"/>
                <a:ext cx="65520" cy="254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14EB14A-3299-26D5-0CE9-E6F0DDB18AE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272805" y="1360190"/>
                  <a:ext cx="1011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C104285-A451-BE75-BFEB-273B82BEE059}"/>
                    </a:ext>
                  </a:extLst>
                </p14:cNvPr>
                <p14:cNvContentPartPr/>
                <p14:nvPr/>
              </p14:nvContentPartPr>
              <p14:xfrm>
                <a:off x="2290445" y="1381790"/>
                <a:ext cx="187560" cy="263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C104285-A451-BE75-BFEB-273B82BEE05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272805" y="1364150"/>
                  <a:ext cx="22320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4CEAB85-DE3C-DE95-BF2F-85403B9B72F0}"/>
                    </a:ext>
                  </a:extLst>
                </p14:cNvPr>
                <p14:cNvContentPartPr/>
                <p14:nvPr/>
              </p14:nvContentPartPr>
              <p14:xfrm>
                <a:off x="2502845" y="1611830"/>
                <a:ext cx="59400" cy="1738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4CEAB85-DE3C-DE95-BF2F-85403B9B72F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484845" y="1593830"/>
                  <a:ext cx="95040" cy="20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A8B4235-0CE8-CCB6-C642-1A8D18D5E5EA}"/>
              </a:ext>
            </a:extLst>
          </p:cNvPr>
          <p:cNvGrpSpPr/>
          <p:nvPr/>
        </p:nvGrpSpPr>
        <p:grpSpPr>
          <a:xfrm>
            <a:off x="3048605" y="1366670"/>
            <a:ext cx="399960" cy="312120"/>
            <a:chOff x="3048605" y="1366670"/>
            <a:chExt cx="399960" cy="31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ED1D286-EEC7-BF48-71B4-1350CB29F23D}"/>
                    </a:ext>
                  </a:extLst>
                </p14:cNvPr>
                <p14:cNvContentPartPr/>
                <p14:nvPr/>
              </p14:nvContentPartPr>
              <p14:xfrm>
                <a:off x="3048605" y="1366670"/>
                <a:ext cx="176400" cy="257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ED1D286-EEC7-BF48-71B4-1350CB29F23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030965" y="1348670"/>
                  <a:ext cx="2120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01E992A-DD97-6F56-DBB9-4CBDCF842833}"/>
                    </a:ext>
                  </a:extLst>
                </p14:cNvPr>
                <p14:cNvContentPartPr/>
                <p14:nvPr/>
              </p14:nvContentPartPr>
              <p14:xfrm>
                <a:off x="3333725" y="1485110"/>
                <a:ext cx="114840" cy="193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01E992A-DD97-6F56-DBB9-4CBDCF84283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315725" y="1467470"/>
                  <a:ext cx="150480" cy="22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8CAA54E-8833-B060-8E78-574B40805E42}"/>
              </a:ext>
            </a:extLst>
          </p:cNvPr>
          <p:cNvGrpSpPr/>
          <p:nvPr/>
        </p:nvGrpSpPr>
        <p:grpSpPr>
          <a:xfrm>
            <a:off x="4508765" y="1391150"/>
            <a:ext cx="290520" cy="326880"/>
            <a:chOff x="4508765" y="1391150"/>
            <a:chExt cx="290520" cy="32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AE26346-2D51-ED40-C8B3-D5021C759EF4}"/>
                    </a:ext>
                  </a:extLst>
                </p14:cNvPr>
                <p14:cNvContentPartPr/>
                <p14:nvPr/>
              </p14:nvContentPartPr>
              <p14:xfrm>
                <a:off x="4508765" y="1391150"/>
                <a:ext cx="154080" cy="223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AE26346-2D51-ED40-C8B3-D5021C759EF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490765" y="1373510"/>
                  <a:ext cx="18972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720BFB7-64DA-E11D-03EE-DC0C93E8766D}"/>
                    </a:ext>
                  </a:extLst>
                </p14:cNvPr>
                <p14:cNvContentPartPr/>
                <p14:nvPr/>
              </p14:nvContentPartPr>
              <p14:xfrm>
                <a:off x="4746005" y="1534790"/>
                <a:ext cx="53280" cy="183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720BFB7-64DA-E11D-03EE-DC0C93E8766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728365" y="1517150"/>
                  <a:ext cx="8892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E0808C0-6F0C-73BA-9528-2A1F4288AE89}"/>
              </a:ext>
            </a:extLst>
          </p:cNvPr>
          <p:cNvGrpSpPr/>
          <p:nvPr/>
        </p:nvGrpSpPr>
        <p:grpSpPr>
          <a:xfrm>
            <a:off x="3770405" y="1397630"/>
            <a:ext cx="321840" cy="316440"/>
            <a:chOff x="3770405" y="1397630"/>
            <a:chExt cx="321840" cy="31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BDA1A3A-A48E-EA8D-3567-B2F6F3E5B0A2}"/>
                    </a:ext>
                  </a:extLst>
                </p14:cNvPr>
                <p14:cNvContentPartPr/>
                <p14:nvPr/>
              </p14:nvContentPartPr>
              <p14:xfrm>
                <a:off x="3970205" y="1579070"/>
                <a:ext cx="122040" cy="1350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BDA1A3A-A48E-EA8D-3567-B2F6F3E5B0A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952565" y="1561070"/>
                  <a:ext cx="1576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8ED601E-4600-37F7-A91C-FDAA653214FA}"/>
                    </a:ext>
                  </a:extLst>
                </p14:cNvPr>
                <p14:cNvContentPartPr/>
                <p14:nvPr/>
              </p14:nvContentPartPr>
              <p14:xfrm>
                <a:off x="3770405" y="1397630"/>
                <a:ext cx="155160" cy="286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8ED601E-4600-37F7-A91C-FDAA653214F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752765" y="1379630"/>
                  <a:ext cx="190800" cy="32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EF126D1E-6D8B-E798-E986-BFA750C6CC27}"/>
                  </a:ext>
                </a:extLst>
              </p14:cNvPr>
              <p14:cNvContentPartPr/>
              <p14:nvPr/>
            </p14:nvContentPartPr>
            <p14:xfrm>
              <a:off x="860525" y="1978670"/>
              <a:ext cx="214560" cy="2962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EF126D1E-6D8B-E798-E986-BFA750C6CC27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842525" y="1961030"/>
                <a:ext cx="25020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03D6A4A4-441D-074A-2407-933B87574801}"/>
                  </a:ext>
                </a:extLst>
              </p14:cNvPr>
              <p14:cNvContentPartPr/>
              <p14:nvPr/>
            </p14:nvContentPartPr>
            <p14:xfrm>
              <a:off x="1575485" y="1976870"/>
              <a:ext cx="203400" cy="2883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03D6A4A4-441D-074A-2407-933B87574801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557485" y="1959230"/>
                <a:ext cx="23904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2F0D03C8-B8EC-22A9-B1E2-7D51362C44E3}"/>
                  </a:ext>
                </a:extLst>
              </p14:cNvPr>
              <p14:cNvContentPartPr/>
              <p14:nvPr/>
            </p14:nvContentPartPr>
            <p14:xfrm>
              <a:off x="2361005" y="1962110"/>
              <a:ext cx="147240" cy="29340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2F0D03C8-B8EC-22A9-B1E2-7D51362C44E3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343365" y="1944110"/>
                <a:ext cx="182880" cy="32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4968154D-4689-383F-5844-8FC4D23C3AFA}"/>
              </a:ext>
            </a:extLst>
          </p:cNvPr>
          <p:cNvGrpSpPr/>
          <p:nvPr/>
        </p:nvGrpSpPr>
        <p:grpSpPr>
          <a:xfrm>
            <a:off x="2390885" y="2506430"/>
            <a:ext cx="192960" cy="786240"/>
            <a:chOff x="2390885" y="2506430"/>
            <a:chExt cx="192960" cy="78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389315E-3CAC-BB11-E5DD-88321E152259}"/>
                    </a:ext>
                  </a:extLst>
                </p14:cNvPr>
                <p14:cNvContentPartPr/>
                <p14:nvPr/>
              </p14:nvContentPartPr>
              <p14:xfrm>
                <a:off x="2458565" y="2506430"/>
                <a:ext cx="1440" cy="306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389315E-3CAC-BB11-E5DD-88321E15225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440925" y="2488790"/>
                  <a:ext cx="3708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2B887C0-10C1-ECDD-17B5-984D1DF2E345}"/>
                    </a:ext>
                  </a:extLst>
                </p14:cNvPr>
                <p14:cNvContentPartPr/>
                <p14:nvPr/>
              </p14:nvContentPartPr>
              <p14:xfrm>
                <a:off x="2390885" y="2998190"/>
                <a:ext cx="192960" cy="294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2B887C0-10C1-ECDD-17B5-984D1DF2E34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373245" y="2980190"/>
                  <a:ext cx="228600" cy="33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1A40FC42-C5BE-967E-69BB-A976590BD6E4}"/>
                  </a:ext>
                </a:extLst>
              </p14:cNvPr>
              <p14:cNvContentPartPr/>
              <p14:nvPr/>
            </p14:nvContentPartPr>
            <p14:xfrm>
              <a:off x="2427245" y="3509750"/>
              <a:ext cx="14040" cy="27612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1A40FC42-C5BE-967E-69BB-A976590BD6E4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409605" y="3492110"/>
                <a:ext cx="4968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6DA0907B-5364-6FE5-903E-8A0B92A0843A}"/>
                  </a:ext>
                </a:extLst>
              </p14:cNvPr>
              <p14:cNvContentPartPr/>
              <p14:nvPr/>
            </p14:nvContentPartPr>
            <p14:xfrm>
              <a:off x="2370365" y="4115270"/>
              <a:ext cx="155160" cy="27144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6DA0907B-5364-6FE5-903E-8A0B92A0843A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2352365" y="4097630"/>
                <a:ext cx="190800" cy="30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87F6FB93-65AD-7023-CA62-D0438E264E9D}"/>
              </a:ext>
            </a:extLst>
          </p:cNvPr>
          <p:cNvGrpSpPr/>
          <p:nvPr/>
        </p:nvGrpSpPr>
        <p:grpSpPr>
          <a:xfrm>
            <a:off x="2350565" y="4672550"/>
            <a:ext cx="128520" cy="763920"/>
            <a:chOff x="2350565" y="4672550"/>
            <a:chExt cx="128520" cy="76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87C260C-420E-087A-F31E-4BEF6B470CF0}"/>
                    </a:ext>
                  </a:extLst>
                </p14:cNvPr>
                <p14:cNvContentPartPr/>
                <p14:nvPr/>
              </p14:nvContentPartPr>
              <p14:xfrm>
                <a:off x="2426165" y="4672550"/>
                <a:ext cx="20520" cy="289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87C260C-420E-087A-F31E-4BEF6B470CF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408165" y="4654550"/>
                  <a:ext cx="5616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27317F3-BA32-3F8A-01F6-4BCAB4772685}"/>
                    </a:ext>
                  </a:extLst>
                </p14:cNvPr>
                <p14:cNvContentPartPr/>
                <p14:nvPr/>
              </p14:nvContentPartPr>
              <p14:xfrm>
                <a:off x="2350565" y="5135510"/>
                <a:ext cx="128520" cy="300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27317F3-BA32-3F8A-01F6-4BCAB477268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332925" y="5117510"/>
                  <a:ext cx="164160" cy="33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BBA5E662-FFCA-20D2-A9D0-9A22D9DFBBC8}"/>
                  </a:ext>
                </a:extLst>
              </p14:cNvPr>
              <p14:cNvContentPartPr/>
              <p14:nvPr/>
            </p14:nvContentPartPr>
            <p14:xfrm>
              <a:off x="2431205" y="5631590"/>
              <a:ext cx="2880" cy="2376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BBA5E662-FFCA-20D2-A9D0-9A22D9DFBBC8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413205" y="5613950"/>
                <a:ext cx="38520" cy="27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C148DD15-3455-F5C6-CA31-501439BB405C}"/>
              </a:ext>
            </a:extLst>
          </p:cNvPr>
          <p:cNvGrpSpPr/>
          <p:nvPr/>
        </p:nvGrpSpPr>
        <p:grpSpPr>
          <a:xfrm>
            <a:off x="1624445" y="2547110"/>
            <a:ext cx="209160" cy="732600"/>
            <a:chOff x="1624445" y="2547110"/>
            <a:chExt cx="209160" cy="73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354F10F-5643-2399-371D-2C862B795B0F}"/>
                    </a:ext>
                  </a:extLst>
                </p14:cNvPr>
                <p14:cNvContentPartPr/>
                <p14:nvPr/>
              </p14:nvContentPartPr>
              <p14:xfrm>
                <a:off x="1624445" y="2547110"/>
                <a:ext cx="209160" cy="309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354F10F-5643-2399-371D-2C862B795B0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606805" y="2529470"/>
                  <a:ext cx="24480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02920DF-3EBD-0ADA-4770-D210848BF0D9}"/>
                    </a:ext>
                  </a:extLst>
                </p14:cNvPr>
                <p14:cNvContentPartPr/>
                <p14:nvPr/>
              </p14:nvContentPartPr>
              <p14:xfrm>
                <a:off x="1696805" y="2999270"/>
                <a:ext cx="7920" cy="2804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02920DF-3EBD-0ADA-4770-D210848BF0D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678805" y="2981270"/>
                  <a:ext cx="4356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DB29AFB6-8FB6-3919-D176-0453F1CA0AD6}"/>
                  </a:ext>
                </a:extLst>
              </p14:cNvPr>
              <p14:cNvContentPartPr/>
              <p14:nvPr/>
            </p14:nvContentPartPr>
            <p14:xfrm>
              <a:off x="1689245" y="3505430"/>
              <a:ext cx="16560" cy="27144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DB29AFB6-8FB6-3919-D176-0453F1CA0AD6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671245" y="3487430"/>
                <a:ext cx="5220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CB042D3A-3220-B518-8B0D-21C70D37FFE4}"/>
                  </a:ext>
                </a:extLst>
              </p14:cNvPr>
              <p14:cNvContentPartPr/>
              <p14:nvPr/>
            </p14:nvContentPartPr>
            <p14:xfrm>
              <a:off x="1608605" y="4067030"/>
              <a:ext cx="153720" cy="28296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CB042D3A-3220-B518-8B0D-21C70D37FFE4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590965" y="4049030"/>
                <a:ext cx="18936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2E448D26-CD40-4B51-765D-93BF01E44C75}"/>
                  </a:ext>
                </a:extLst>
              </p14:cNvPr>
              <p14:cNvContentPartPr/>
              <p14:nvPr/>
            </p14:nvContentPartPr>
            <p14:xfrm>
              <a:off x="1669445" y="4654190"/>
              <a:ext cx="162000" cy="29268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2E448D26-CD40-4B51-765D-93BF01E44C75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651805" y="4636550"/>
                <a:ext cx="19764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334A8F3A-AFE9-AD5E-461F-7336C1A3BD5B}"/>
                  </a:ext>
                </a:extLst>
              </p14:cNvPr>
              <p14:cNvContentPartPr/>
              <p14:nvPr/>
            </p14:nvContentPartPr>
            <p14:xfrm>
              <a:off x="1749365" y="5187710"/>
              <a:ext cx="360" cy="22284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334A8F3A-AFE9-AD5E-461F-7336C1A3BD5B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731725" y="5169710"/>
                <a:ext cx="3600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C5F3B9A3-F537-16DA-CA31-30CCC930E974}"/>
                  </a:ext>
                </a:extLst>
              </p14:cNvPr>
              <p14:cNvContentPartPr/>
              <p14:nvPr/>
            </p14:nvContentPartPr>
            <p14:xfrm>
              <a:off x="1726685" y="5712950"/>
              <a:ext cx="360" cy="19368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C5F3B9A3-F537-16DA-CA31-30CCC930E974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709045" y="5695310"/>
                <a:ext cx="3600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4C500D1E-C9E3-2B13-FD14-A8935AD4809F}"/>
                  </a:ext>
                </a:extLst>
              </p14:cNvPr>
              <p14:cNvContentPartPr/>
              <p14:nvPr/>
            </p14:nvContentPartPr>
            <p14:xfrm>
              <a:off x="901925" y="2485910"/>
              <a:ext cx="165960" cy="31536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4C500D1E-C9E3-2B13-FD14-A8935AD4809F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884285" y="2467910"/>
                <a:ext cx="20160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6A99C855-8E2A-541D-8532-6651A4517752}"/>
                  </a:ext>
                </a:extLst>
              </p14:cNvPr>
              <p14:cNvContentPartPr/>
              <p14:nvPr/>
            </p14:nvContentPartPr>
            <p14:xfrm>
              <a:off x="891845" y="3045710"/>
              <a:ext cx="174600" cy="29160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6A99C855-8E2A-541D-8532-6651A4517752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874205" y="3027710"/>
                <a:ext cx="21024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9E63B739-7B10-C877-C40F-9C8A5C804DBE}"/>
                  </a:ext>
                </a:extLst>
              </p14:cNvPr>
              <p14:cNvContentPartPr/>
              <p14:nvPr/>
            </p14:nvContentPartPr>
            <p14:xfrm>
              <a:off x="882485" y="3596870"/>
              <a:ext cx="189360" cy="26136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9E63B739-7B10-C877-C40F-9C8A5C804DBE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864485" y="3578870"/>
                <a:ext cx="22500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D291D915-C20A-77AC-008B-6DE9FD265E37}"/>
                  </a:ext>
                </a:extLst>
              </p14:cNvPr>
              <p14:cNvContentPartPr/>
              <p14:nvPr/>
            </p14:nvContentPartPr>
            <p14:xfrm>
              <a:off x="944765" y="4143710"/>
              <a:ext cx="3960" cy="21960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D291D915-C20A-77AC-008B-6DE9FD265E37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926765" y="4125710"/>
                <a:ext cx="3960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8E60BC85-9CA9-50EA-603B-3824740AAA14}"/>
                  </a:ext>
                </a:extLst>
              </p14:cNvPr>
              <p14:cNvContentPartPr/>
              <p14:nvPr/>
            </p14:nvContentPartPr>
            <p14:xfrm>
              <a:off x="905885" y="4608110"/>
              <a:ext cx="16560" cy="30204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8E60BC85-9CA9-50EA-603B-3824740AAA14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887885" y="4590110"/>
                <a:ext cx="5220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6DF17698-E274-CCF7-6CE4-D75615EA185E}"/>
                  </a:ext>
                </a:extLst>
              </p14:cNvPr>
              <p14:cNvContentPartPr/>
              <p14:nvPr/>
            </p14:nvContentPartPr>
            <p14:xfrm>
              <a:off x="936125" y="5184110"/>
              <a:ext cx="1440" cy="21852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6DF17698-E274-CCF7-6CE4-D75615EA185E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918125" y="5166470"/>
                <a:ext cx="3708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C5993707-E0A5-7D79-7331-00E9889409BC}"/>
                  </a:ext>
                </a:extLst>
              </p14:cNvPr>
              <p14:cNvContentPartPr/>
              <p14:nvPr/>
            </p14:nvContentPartPr>
            <p14:xfrm>
              <a:off x="931085" y="5728790"/>
              <a:ext cx="7920" cy="30528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C5993707-E0A5-7D79-7331-00E9889409BC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913085" y="5711150"/>
                <a:ext cx="43560" cy="34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72352869-6BD9-9104-78E0-8DCF5F1A4048}"/>
              </a:ext>
            </a:extLst>
          </p:cNvPr>
          <p:cNvGrpSpPr/>
          <p:nvPr/>
        </p:nvGrpSpPr>
        <p:grpSpPr>
          <a:xfrm>
            <a:off x="5721605" y="1647110"/>
            <a:ext cx="1135080" cy="593280"/>
            <a:chOff x="5721605" y="1647110"/>
            <a:chExt cx="1135080" cy="59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E842397-6F61-0FFC-357C-1FDBAB2C12D7}"/>
                    </a:ext>
                  </a:extLst>
                </p14:cNvPr>
                <p14:cNvContentPartPr/>
                <p14:nvPr/>
              </p14:nvContentPartPr>
              <p14:xfrm>
                <a:off x="5763005" y="1647110"/>
                <a:ext cx="73080" cy="4104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E842397-6F61-0FFC-357C-1FDBAB2C12D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745005" y="1629470"/>
                  <a:ext cx="10872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730A8D7-34A5-9AB2-012D-115CA0EC87CB}"/>
                    </a:ext>
                  </a:extLst>
                </p14:cNvPr>
                <p14:cNvContentPartPr/>
                <p14:nvPr/>
              </p14:nvContentPartPr>
              <p14:xfrm>
                <a:off x="5721605" y="1648190"/>
                <a:ext cx="207720" cy="3931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730A8D7-34A5-9AB2-012D-115CA0EC87C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703605" y="1630550"/>
                  <a:ext cx="24336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2B5245F-A58F-76E2-0FCA-DA1BE91354C1}"/>
                    </a:ext>
                  </a:extLst>
                </p14:cNvPr>
                <p14:cNvContentPartPr/>
                <p14:nvPr/>
              </p14:nvContentPartPr>
              <p14:xfrm>
                <a:off x="6025085" y="1820630"/>
                <a:ext cx="189000" cy="252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2B5245F-A58F-76E2-0FCA-DA1BE91354C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007085" y="1802630"/>
                  <a:ext cx="2246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5877FCB-0CD4-5C87-8F68-A9D82CEA7D4C}"/>
                    </a:ext>
                  </a:extLst>
                </p14:cNvPr>
                <p14:cNvContentPartPr/>
                <p14:nvPr/>
              </p14:nvContentPartPr>
              <p14:xfrm>
                <a:off x="6255125" y="1843310"/>
                <a:ext cx="145440" cy="3970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5877FCB-0CD4-5C87-8F68-A9D82CEA7D4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237125" y="1825670"/>
                  <a:ext cx="18108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28F9284-B148-E68A-1C57-9CF958D45305}"/>
                    </a:ext>
                  </a:extLst>
                </p14:cNvPr>
                <p14:cNvContentPartPr/>
                <p14:nvPr/>
              </p14:nvContentPartPr>
              <p14:xfrm>
                <a:off x="6474005" y="1838990"/>
                <a:ext cx="154080" cy="2311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28F9284-B148-E68A-1C57-9CF958D4530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456365" y="1820990"/>
                  <a:ext cx="1897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D35709C-6ED8-EC1F-3076-A02E1361FBD9}"/>
                    </a:ext>
                  </a:extLst>
                </p14:cNvPr>
                <p14:cNvContentPartPr/>
                <p14:nvPr/>
              </p14:nvContentPartPr>
              <p14:xfrm>
                <a:off x="6665525" y="1836110"/>
                <a:ext cx="191160" cy="2199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D35709C-6ED8-EC1F-3076-A02E1361FBD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647885" y="1818110"/>
                  <a:ext cx="226800" cy="25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2E28745A-C731-BB3F-4578-8BC0B91EBEE7}"/>
              </a:ext>
            </a:extLst>
          </p:cNvPr>
          <p:cNvGrpSpPr/>
          <p:nvPr/>
        </p:nvGrpSpPr>
        <p:grpSpPr>
          <a:xfrm>
            <a:off x="7199405" y="1499870"/>
            <a:ext cx="890280" cy="641520"/>
            <a:chOff x="7199405" y="1499870"/>
            <a:chExt cx="890280" cy="64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58EE0A6-FEC6-C4B0-C097-BD8E1CB912A3}"/>
                    </a:ext>
                  </a:extLst>
                </p14:cNvPr>
                <p14:cNvContentPartPr/>
                <p14:nvPr/>
              </p14:nvContentPartPr>
              <p14:xfrm>
                <a:off x="7199405" y="1751870"/>
                <a:ext cx="189360" cy="2674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58EE0A6-FEC6-C4B0-C097-BD8E1CB912A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181765" y="1733870"/>
                  <a:ext cx="22500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FF16174-3683-CC4C-F7A8-A59E86AF8985}"/>
                    </a:ext>
                  </a:extLst>
                </p14:cNvPr>
                <p14:cNvContentPartPr/>
                <p14:nvPr/>
              </p14:nvContentPartPr>
              <p14:xfrm>
                <a:off x="7335845" y="1499870"/>
                <a:ext cx="72000" cy="504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FF16174-3683-CC4C-F7A8-A59E86AF898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318205" y="1482230"/>
                  <a:ext cx="10764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7409D7A-DE02-2433-3062-29B56D6FAA61}"/>
                    </a:ext>
                  </a:extLst>
                </p14:cNvPr>
                <p14:cNvContentPartPr/>
                <p14:nvPr/>
              </p14:nvContentPartPr>
              <p14:xfrm>
                <a:off x="7472645" y="1784630"/>
                <a:ext cx="28080" cy="1663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7409D7A-DE02-2433-3062-29B56D6FAA6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455005" y="1766990"/>
                  <a:ext cx="637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A7EF0B8-8246-7BFE-C75A-0AE0A58A5C26}"/>
                    </a:ext>
                  </a:extLst>
                </p14:cNvPr>
                <p14:cNvContentPartPr/>
                <p14:nvPr/>
              </p14:nvContentPartPr>
              <p14:xfrm>
                <a:off x="7477685" y="1591310"/>
                <a:ext cx="360" cy="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A7EF0B8-8246-7BFE-C75A-0AE0A58A5C26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460045" y="15736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8C47FC2-EE9F-BAF4-126D-DBA3854F214F}"/>
                    </a:ext>
                  </a:extLst>
                </p14:cNvPr>
                <p14:cNvContentPartPr/>
                <p14:nvPr/>
              </p14:nvContentPartPr>
              <p14:xfrm>
                <a:off x="7519085" y="1737110"/>
                <a:ext cx="156240" cy="4042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8C47FC2-EE9F-BAF4-126D-DBA3854F214F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501445" y="1719470"/>
                  <a:ext cx="19188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F8F3062-33C0-9AE8-5563-D2A53B0ED6DC}"/>
                    </a:ext>
                  </a:extLst>
                </p14:cNvPr>
                <p14:cNvContentPartPr/>
                <p14:nvPr/>
              </p14:nvContentPartPr>
              <p14:xfrm>
                <a:off x="7598285" y="1631990"/>
                <a:ext cx="59400" cy="442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F8F3062-33C0-9AE8-5563-D2A53B0ED6D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580645" y="1614350"/>
                  <a:ext cx="950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8B60DD0-179E-20E2-4EA0-3A0447FF593C}"/>
                    </a:ext>
                  </a:extLst>
                </p14:cNvPr>
                <p14:cNvContentPartPr/>
                <p14:nvPr/>
              </p14:nvContentPartPr>
              <p14:xfrm>
                <a:off x="7763885" y="1631990"/>
                <a:ext cx="41760" cy="3157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8B60DD0-179E-20E2-4EA0-3A0447FF593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746245" y="1614350"/>
                  <a:ext cx="7740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4705846-307B-8346-4F2F-9146CC400484}"/>
                    </a:ext>
                  </a:extLst>
                </p14:cNvPr>
                <p14:cNvContentPartPr/>
                <p14:nvPr/>
              </p14:nvContentPartPr>
              <p14:xfrm>
                <a:off x="7929845" y="1592750"/>
                <a:ext cx="159840" cy="3934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4705846-307B-8346-4F2F-9146CC40048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911845" y="1574750"/>
                  <a:ext cx="195480" cy="42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37A747B7-3508-D228-159F-4A663E90AB62}"/>
              </a:ext>
            </a:extLst>
          </p:cNvPr>
          <p:cNvGrpSpPr/>
          <p:nvPr/>
        </p:nvGrpSpPr>
        <p:grpSpPr>
          <a:xfrm>
            <a:off x="8409365" y="1728110"/>
            <a:ext cx="405720" cy="591480"/>
            <a:chOff x="8409365" y="1728110"/>
            <a:chExt cx="405720" cy="59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1AA50C7-940E-48C3-F216-02FF3CA15AB6}"/>
                    </a:ext>
                  </a:extLst>
                </p14:cNvPr>
                <p14:cNvContentPartPr/>
                <p14:nvPr/>
              </p14:nvContentPartPr>
              <p14:xfrm>
                <a:off x="8409365" y="1728110"/>
                <a:ext cx="187560" cy="5914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1AA50C7-940E-48C3-F216-02FF3CA15AB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391365" y="1710110"/>
                  <a:ext cx="223200" cy="62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6A81D66-F36E-0329-1D05-8B1FFC260808}"/>
                    </a:ext>
                  </a:extLst>
                </p14:cNvPr>
                <p14:cNvContentPartPr/>
                <p14:nvPr/>
              </p14:nvContentPartPr>
              <p14:xfrm>
                <a:off x="8675405" y="1782470"/>
                <a:ext cx="139680" cy="3844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6A81D66-F36E-0329-1D05-8B1FFC26080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657765" y="1764830"/>
                  <a:ext cx="175320" cy="42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9FD86C33-C9E4-5EE6-BF34-1D0E9E9C45C9}"/>
              </a:ext>
            </a:extLst>
          </p:cNvPr>
          <p:cNvGrpSpPr/>
          <p:nvPr/>
        </p:nvGrpSpPr>
        <p:grpSpPr>
          <a:xfrm>
            <a:off x="9137285" y="1433270"/>
            <a:ext cx="1271160" cy="550800"/>
            <a:chOff x="9137285" y="1433270"/>
            <a:chExt cx="1271160" cy="55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9EACFC9-2DE7-E4D9-F126-7D65D51809C9}"/>
                    </a:ext>
                  </a:extLst>
                </p14:cNvPr>
                <p14:cNvContentPartPr/>
                <p14:nvPr/>
              </p14:nvContentPartPr>
              <p14:xfrm>
                <a:off x="9137285" y="1433270"/>
                <a:ext cx="201240" cy="4546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9EACFC9-2DE7-E4D9-F126-7D65D51809C9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119645" y="1415630"/>
                  <a:ext cx="23688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DEA6664-03A7-84E6-A30C-CFA9B7F66F6E}"/>
                    </a:ext>
                  </a:extLst>
                </p14:cNvPr>
                <p14:cNvContentPartPr/>
                <p14:nvPr/>
              </p14:nvContentPartPr>
              <p14:xfrm>
                <a:off x="9409805" y="1670870"/>
                <a:ext cx="153360" cy="2433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DEA6664-03A7-84E6-A30C-CFA9B7F66F6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392165" y="1652870"/>
                  <a:ext cx="1890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CCF31AF-AFA6-6D6D-20A8-8931CD431C60}"/>
                    </a:ext>
                  </a:extLst>
                </p14:cNvPr>
                <p14:cNvContentPartPr/>
                <p14:nvPr/>
              </p14:nvContentPartPr>
              <p14:xfrm>
                <a:off x="9560285" y="1704350"/>
                <a:ext cx="88200" cy="2149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CCF31AF-AFA6-6D6D-20A8-8931CD431C60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542645" y="1686710"/>
                  <a:ext cx="1238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CC4E59D-21E5-6ED9-F19E-042E50FE3942}"/>
                    </a:ext>
                  </a:extLst>
                </p14:cNvPr>
                <p14:cNvContentPartPr/>
                <p14:nvPr/>
              </p14:nvContentPartPr>
              <p14:xfrm>
                <a:off x="9718685" y="1720190"/>
                <a:ext cx="142920" cy="2545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CC4E59D-21E5-6ED9-F19E-042E50FE394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700685" y="1702550"/>
                  <a:ext cx="1785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62A53C7-96C6-7972-BAC9-DE28E905BE21}"/>
                    </a:ext>
                  </a:extLst>
                </p14:cNvPr>
                <p14:cNvContentPartPr/>
                <p14:nvPr/>
              </p14:nvContentPartPr>
              <p14:xfrm>
                <a:off x="9929645" y="1774550"/>
                <a:ext cx="24120" cy="2048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62A53C7-96C6-7972-BAC9-DE28E905BE21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911645" y="1756550"/>
                  <a:ext cx="597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98526AC-EC37-C86C-6285-B91BBADE9010}"/>
                    </a:ext>
                  </a:extLst>
                </p14:cNvPr>
                <p14:cNvContentPartPr/>
                <p14:nvPr/>
              </p14:nvContentPartPr>
              <p14:xfrm>
                <a:off x="9899405" y="1581230"/>
                <a:ext cx="1440" cy="262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98526AC-EC37-C86C-6285-B91BBADE9010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881765" y="1563590"/>
                  <a:ext cx="370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446B353-0DD4-CD48-C655-3D9FF79206D5}"/>
                    </a:ext>
                  </a:extLst>
                </p14:cNvPr>
                <p14:cNvContentPartPr/>
                <p14:nvPr/>
              </p14:nvContentPartPr>
              <p14:xfrm>
                <a:off x="10008485" y="1509950"/>
                <a:ext cx="69480" cy="4500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446B353-0DD4-CD48-C655-3D9FF79206D5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990845" y="1492310"/>
                  <a:ext cx="10512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8E1C148-2FB1-AFF1-1C0C-96AA6454D8C0}"/>
                    </a:ext>
                  </a:extLst>
                </p14:cNvPr>
                <p14:cNvContentPartPr/>
                <p14:nvPr/>
              </p14:nvContentPartPr>
              <p14:xfrm>
                <a:off x="10153565" y="1681310"/>
                <a:ext cx="181800" cy="3027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8E1C148-2FB1-AFF1-1C0C-96AA6454D8C0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135925" y="1663310"/>
                  <a:ext cx="21744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CD5BE9B-5892-49DE-6642-C6315CAA9313}"/>
                    </a:ext>
                  </a:extLst>
                </p14:cNvPr>
                <p14:cNvContentPartPr/>
                <p14:nvPr/>
              </p14:nvContentPartPr>
              <p14:xfrm>
                <a:off x="10382885" y="1706870"/>
                <a:ext cx="25560" cy="2185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CD5BE9B-5892-49DE-6642-C6315CAA931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0364885" y="1688870"/>
                  <a:ext cx="6120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9F9A6D1-4A3C-EE93-3D1E-3A7D2CF77D3C}"/>
                    </a:ext>
                  </a:extLst>
                </p14:cNvPr>
                <p14:cNvContentPartPr/>
                <p14:nvPr/>
              </p14:nvContentPartPr>
              <p14:xfrm>
                <a:off x="10373885" y="1500950"/>
                <a:ext cx="360" cy="3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9F9A6D1-4A3C-EE93-3D1E-3A7D2CF77D3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356245" y="148331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A4B143F-0219-CD15-E2F3-0DC77F8069D8}"/>
              </a:ext>
            </a:extLst>
          </p:cNvPr>
          <p:cNvGrpSpPr/>
          <p:nvPr/>
        </p:nvGrpSpPr>
        <p:grpSpPr>
          <a:xfrm>
            <a:off x="10645325" y="1219790"/>
            <a:ext cx="1592640" cy="709200"/>
            <a:chOff x="10645325" y="1219790"/>
            <a:chExt cx="1592640" cy="70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868A9BE-6D2C-867D-4950-B0FD63258D3E}"/>
                    </a:ext>
                  </a:extLst>
                </p14:cNvPr>
                <p14:cNvContentPartPr/>
                <p14:nvPr/>
              </p14:nvContentPartPr>
              <p14:xfrm>
                <a:off x="10837205" y="1482950"/>
                <a:ext cx="92160" cy="4161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868A9BE-6D2C-867D-4950-B0FD63258D3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819205" y="1465310"/>
                  <a:ext cx="12780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9DAAA1A-3256-65B9-505F-ABF216AA689D}"/>
                    </a:ext>
                  </a:extLst>
                </p14:cNvPr>
                <p14:cNvContentPartPr/>
                <p14:nvPr/>
              </p14:nvContentPartPr>
              <p14:xfrm>
                <a:off x="10645325" y="1219790"/>
                <a:ext cx="55440" cy="1101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9DAAA1A-3256-65B9-505F-ABF216AA689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627685" y="1201790"/>
                  <a:ext cx="910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84D55F3-FDED-2FF8-8575-23F01B985FAD}"/>
                    </a:ext>
                  </a:extLst>
                </p14:cNvPr>
                <p14:cNvContentPartPr/>
                <p14:nvPr/>
              </p14:nvContentPartPr>
              <p14:xfrm>
                <a:off x="10700405" y="1219790"/>
                <a:ext cx="360" cy="3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84D55F3-FDED-2FF8-8575-23F01B985FA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682405" y="12017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83CB35E-EADA-9A29-C471-4E263D1C5E82}"/>
                    </a:ext>
                  </a:extLst>
                </p14:cNvPr>
                <p14:cNvContentPartPr/>
                <p14:nvPr/>
              </p14:nvContentPartPr>
              <p14:xfrm>
                <a:off x="10700405" y="1219790"/>
                <a:ext cx="45720" cy="1134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83CB35E-EADA-9A29-C471-4E263D1C5E82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682405" y="1201790"/>
                  <a:ext cx="813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F6DE9FE-CFBB-B11A-01EF-BA522EE78777}"/>
                    </a:ext>
                  </a:extLst>
                </p14:cNvPr>
                <p14:cNvContentPartPr/>
                <p14:nvPr/>
              </p14:nvContentPartPr>
              <p14:xfrm>
                <a:off x="11008925" y="1221950"/>
                <a:ext cx="32040" cy="968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F6DE9FE-CFBB-B11A-01EF-BA522EE7877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991285" y="1204310"/>
                  <a:ext cx="676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8ABF2BF-0E3E-25A8-ACC6-6AD2F78D85E6}"/>
                    </a:ext>
                  </a:extLst>
                </p14:cNvPr>
                <p14:cNvContentPartPr/>
                <p14:nvPr/>
              </p14:nvContentPartPr>
              <p14:xfrm>
                <a:off x="11070845" y="1266230"/>
                <a:ext cx="19080" cy="1440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8ABF2BF-0E3E-25A8-ACC6-6AD2F78D85E6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1052845" y="1248230"/>
                  <a:ext cx="547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A513E96-BAB6-2FC7-55E0-D0D2697B1FE3}"/>
                    </a:ext>
                  </a:extLst>
                </p14:cNvPr>
                <p14:cNvContentPartPr/>
                <p14:nvPr/>
              </p14:nvContentPartPr>
              <p14:xfrm>
                <a:off x="11246525" y="1442270"/>
                <a:ext cx="15480" cy="4438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A513E96-BAB6-2FC7-55E0-D0D2697B1FE3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1228525" y="1424270"/>
                  <a:ext cx="5112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DE553B8-0167-0C2E-1C9C-224064019C14}"/>
                    </a:ext>
                  </a:extLst>
                </p14:cNvPr>
                <p14:cNvContentPartPr/>
                <p14:nvPr/>
              </p14:nvContentPartPr>
              <p14:xfrm>
                <a:off x="11171285" y="1698950"/>
                <a:ext cx="153360" cy="61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DE553B8-0167-0C2E-1C9C-224064019C14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1153285" y="1680950"/>
                  <a:ext cx="1890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2AEF3D0-F2C0-E89B-F9DD-3D2C503E8EC0}"/>
                    </a:ext>
                  </a:extLst>
                </p14:cNvPr>
                <p14:cNvContentPartPr/>
                <p14:nvPr/>
              </p14:nvContentPartPr>
              <p14:xfrm>
                <a:off x="11388365" y="1678430"/>
                <a:ext cx="115920" cy="2008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2AEF3D0-F2C0-E89B-F9DD-3D2C503E8EC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1370365" y="1660790"/>
                  <a:ext cx="1515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E57BB06-9AAD-2525-ED0F-34A4CC24B1DE}"/>
                    </a:ext>
                  </a:extLst>
                </p14:cNvPr>
                <p14:cNvContentPartPr/>
                <p14:nvPr/>
              </p14:nvContentPartPr>
              <p14:xfrm>
                <a:off x="11498885" y="1691030"/>
                <a:ext cx="146160" cy="2239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E57BB06-9AAD-2525-ED0F-34A4CC24B1D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1480885" y="1673030"/>
                  <a:ext cx="1818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A56E513-3B87-F6DF-2798-2348EEC77A05}"/>
                    </a:ext>
                  </a:extLst>
                </p14:cNvPr>
                <p14:cNvContentPartPr/>
                <p14:nvPr/>
              </p14:nvContentPartPr>
              <p14:xfrm>
                <a:off x="11641805" y="1691750"/>
                <a:ext cx="141120" cy="2059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A56E513-3B87-F6DF-2798-2348EEC77A05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1624165" y="1674110"/>
                  <a:ext cx="1767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823ED4E-A000-1042-8168-D91DD09FC5FF}"/>
                    </a:ext>
                  </a:extLst>
                </p14:cNvPr>
                <p14:cNvContentPartPr/>
                <p14:nvPr/>
              </p14:nvContentPartPr>
              <p14:xfrm>
                <a:off x="11808845" y="1535150"/>
                <a:ext cx="14040" cy="3369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823ED4E-A000-1042-8168-D91DD09FC5F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1791205" y="1517150"/>
                  <a:ext cx="4968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4A57C9C-62D7-E354-01CC-FE751AE6E763}"/>
                    </a:ext>
                  </a:extLst>
                </p14:cNvPr>
                <p14:cNvContentPartPr/>
                <p14:nvPr/>
              </p14:nvContentPartPr>
              <p14:xfrm>
                <a:off x="11811005" y="1695350"/>
                <a:ext cx="95040" cy="1252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4A57C9C-62D7-E354-01CC-FE751AE6E763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1793005" y="1677710"/>
                  <a:ext cx="1306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7076BA0-5716-9E01-A69F-EEF50C803CFE}"/>
                    </a:ext>
                  </a:extLst>
                </p14:cNvPr>
                <p14:cNvContentPartPr/>
                <p14:nvPr/>
              </p14:nvContentPartPr>
              <p14:xfrm>
                <a:off x="11952845" y="1484030"/>
                <a:ext cx="76320" cy="3834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7076BA0-5716-9E01-A69F-EEF50C803CFE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1935205" y="1466390"/>
                  <a:ext cx="11196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475B7D9-36AE-768E-6B42-128E37F2E573}"/>
                    </a:ext>
                  </a:extLst>
                </p14:cNvPr>
                <p14:cNvContentPartPr/>
                <p14:nvPr/>
              </p14:nvContentPartPr>
              <p14:xfrm>
                <a:off x="12056165" y="1696430"/>
                <a:ext cx="9000" cy="1958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475B7D9-36AE-768E-6B42-128E37F2E573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2038525" y="1678790"/>
                  <a:ext cx="446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61BEC06-C905-8FBB-6144-5F406EADBDB3}"/>
                    </a:ext>
                  </a:extLst>
                </p14:cNvPr>
                <p14:cNvContentPartPr/>
                <p14:nvPr/>
              </p14:nvContentPartPr>
              <p14:xfrm>
                <a:off x="12058685" y="1576910"/>
                <a:ext cx="15480" cy="151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61BEC06-C905-8FBB-6144-5F406EADBDB3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2040685" y="1558910"/>
                  <a:ext cx="511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E0F1196-B43A-CF94-BC7D-B0C9C5DFDB0D}"/>
                    </a:ext>
                  </a:extLst>
                </p14:cNvPr>
                <p14:cNvContentPartPr/>
                <p14:nvPr/>
              </p14:nvContentPartPr>
              <p14:xfrm>
                <a:off x="12124925" y="1741790"/>
                <a:ext cx="113040" cy="1872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E0F1196-B43A-CF94-BC7D-B0C9C5DFDB0D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2107285" y="1723790"/>
                  <a:ext cx="148680" cy="22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DC2283AA-3750-81DB-3D6F-8293BBAFB45A}"/>
              </a:ext>
            </a:extLst>
          </p:cNvPr>
          <p:cNvGrpSpPr/>
          <p:nvPr/>
        </p:nvGrpSpPr>
        <p:grpSpPr>
          <a:xfrm>
            <a:off x="5742845" y="2274590"/>
            <a:ext cx="2280240" cy="585720"/>
            <a:chOff x="5742845" y="2274590"/>
            <a:chExt cx="2280240" cy="58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AADEED2-635C-6C8B-BED6-8AB5D109FDEF}"/>
                    </a:ext>
                  </a:extLst>
                </p14:cNvPr>
                <p14:cNvContentPartPr/>
                <p14:nvPr/>
              </p14:nvContentPartPr>
              <p14:xfrm>
                <a:off x="5742845" y="2485190"/>
                <a:ext cx="195120" cy="2952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AADEED2-635C-6C8B-BED6-8AB5D109FDEF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724845" y="2467190"/>
                  <a:ext cx="23076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A68BBF7-BDC8-38C7-389E-DF8278EFAB9C}"/>
                    </a:ext>
                  </a:extLst>
                </p14:cNvPr>
                <p14:cNvContentPartPr/>
                <p14:nvPr/>
              </p14:nvContentPartPr>
              <p14:xfrm>
                <a:off x="5902325" y="2296550"/>
                <a:ext cx="81000" cy="5518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A68BBF7-BDC8-38C7-389E-DF8278EFAB9C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884325" y="2278550"/>
                  <a:ext cx="116640" cy="58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27F0EBE-F4EE-931D-B2E3-A65B64D8D8B8}"/>
                    </a:ext>
                  </a:extLst>
                </p14:cNvPr>
                <p14:cNvContentPartPr/>
                <p14:nvPr/>
              </p14:nvContentPartPr>
              <p14:xfrm>
                <a:off x="6047765" y="2407070"/>
                <a:ext cx="46800" cy="3337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27F0EBE-F4EE-931D-B2E3-A65B64D8D8B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030125" y="2389430"/>
                  <a:ext cx="8244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C7C55E8-66DD-45C7-B99A-C5889B2D7D45}"/>
                    </a:ext>
                  </a:extLst>
                </p14:cNvPr>
                <p14:cNvContentPartPr/>
                <p14:nvPr/>
              </p14:nvContentPartPr>
              <p14:xfrm>
                <a:off x="6242525" y="2557550"/>
                <a:ext cx="35640" cy="2556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C7C55E8-66DD-45C7-B99A-C5889B2D7D45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224525" y="2539550"/>
                  <a:ext cx="712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50F451D-2D8B-3F34-2ABD-1CCF944708BE}"/>
                    </a:ext>
                  </a:extLst>
                </p14:cNvPr>
                <p14:cNvContentPartPr/>
                <p14:nvPr/>
              </p14:nvContentPartPr>
              <p14:xfrm>
                <a:off x="6197165" y="2431910"/>
                <a:ext cx="68040" cy="93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50F451D-2D8B-3F34-2ABD-1CCF944708BE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179525" y="2414270"/>
                  <a:ext cx="1036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D85F6FB-E31A-FB41-3634-A1850E0F3C5D}"/>
                    </a:ext>
                  </a:extLst>
                </p14:cNvPr>
                <p14:cNvContentPartPr/>
                <p14:nvPr/>
              </p14:nvContentPartPr>
              <p14:xfrm>
                <a:off x="6376805" y="2566910"/>
                <a:ext cx="143640" cy="2167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D85F6FB-E31A-FB41-3634-A1850E0F3C5D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6358805" y="2548910"/>
                  <a:ext cx="1792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1707821-215E-B86B-02B0-E10600E7B006}"/>
                    </a:ext>
                  </a:extLst>
                </p14:cNvPr>
                <p14:cNvContentPartPr/>
                <p14:nvPr/>
              </p14:nvContentPartPr>
              <p14:xfrm>
                <a:off x="6598925" y="2526950"/>
                <a:ext cx="139680" cy="2451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1707821-215E-B86B-02B0-E10600E7B006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581285" y="2508950"/>
                  <a:ext cx="17532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6BBAD21-CB13-2290-D69D-D095FF7BFCE9}"/>
                    </a:ext>
                  </a:extLst>
                </p14:cNvPr>
                <p14:cNvContentPartPr/>
                <p14:nvPr/>
              </p14:nvContentPartPr>
              <p14:xfrm>
                <a:off x="6806285" y="2572310"/>
                <a:ext cx="162360" cy="2487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6BBAD21-CB13-2290-D69D-D095FF7BFCE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788285" y="2554310"/>
                  <a:ext cx="1980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E79FFD5-11FC-3367-309D-931DB59C9C52}"/>
                    </a:ext>
                  </a:extLst>
                </p14:cNvPr>
                <p14:cNvContentPartPr/>
                <p14:nvPr/>
              </p14:nvContentPartPr>
              <p14:xfrm>
                <a:off x="6960725" y="2591390"/>
                <a:ext cx="157320" cy="2689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E79FFD5-11FC-3367-309D-931DB59C9C52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942725" y="2573390"/>
                  <a:ext cx="1929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E8F5A73-571D-2273-4539-1F32610E575A}"/>
                    </a:ext>
                  </a:extLst>
                </p14:cNvPr>
                <p14:cNvContentPartPr/>
                <p14:nvPr/>
              </p14:nvContentPartPr>
              <p14:xfrm>
                <a:off x="7093565" y="2609390"/>
                <a:ext cx="107280" cy="1918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E8F5A73-571D-2273-4539-1F32610E575A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075925" y="2591750"/>
                  <a:ext cx="1429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3E0C3F0-0407-8CEF-084B-3D43E9CC1977}"/>
                    </a:ext>
                  </a:extLst>
                </p14:cNvPr>
                <p14:cNvContentPartPr/>
                <p14:nvPr/>
              </p14:nvContentPartPr>
              <p14:xfrm>
                <a:off x="7160165" y="2574470"/>
                <a:ext cx="68040" cy="194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3E0C3F0-0407-8CEF-084B-3D43E9CC1977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142165" y="2556470"/>
                  <a:ext cx="1036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C831680-84E6-4B57-6745-F6F616E925DD}"/>
                    </a:ext>
                  </a:extLst>
                </p14:cNvPr>
                <p14:cNvContentPartPr/>
                <p14:nvPr/>
              </p14:nvContentPartPr>
              <p14:xfrm>
                <a:off x="7377245" y="2274590"/>
                <a:ext cx="230040" cy="5119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C831680-84E6-4B57-6745-F6F616E925DD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359605" y="2256590"/>
                  <a:ext cx="265680" cy="5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20FB803-85A0-A2A8-B227-13456095B5C0}"/>
                    </a:ext>
                  </a:extLst>
                </p14:cNvPr>
                <p14:cNvContentPartPr/>
                <p14:nvPr/>
              </p14:nvContentPartPr>
              <p14:xfrm>
                <a:off x="7627085" y="2575190"/>
                <a:ext cx="185040" cy="2455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20FB803-85A0-A2A8-B227-13456095B5C0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7609085" y="2557550"/>
                  <a:ext cx="2206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7C30D7D-D3B7-EF16-D6E2-7B229541D20F}"/>
                    </a:ext>
                  </a:extLst>
                </p14:cNvPr>
                <p14:cNvContentPartPr/>
                <p14:nvPr/>
              </p14:nvContentPartPr>
              <p14:xfrm>
                <a:off x="7833005" y="2617310"/>
                <a:ext cx="190080" cy="2149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7C30D7D-D3B7-EF16-D6E2-7B229541D20F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815365" y="2599670"/>
                  <a:ext cx="225720" cy="25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7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985B6B50-1963-D8D0-9AAE-7D579F71EB88}"/>
                  </a:ext>
                </a:extLst>
              </p14:cNvPr>
              <p14:cNvContentPartPr/>
              <p14:nvPr/>
            </p14:nvContentPartPr>
            <p14:xfrm>
              <a:off x="8233685" y="2852390"/>
              <a:ext cx="30600" cy="7164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985B6B50-1963-D8D0-9AAE-7D579F71EB88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8215685" y="2834390"/>
                <a:ext cx="66240" cy="10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CFA8D5EB-B00E-C22D-14B4-146B2C645400}"/>
              </a:ext>
            </a:extLst>
          </p:cNvPr>
          <p:cNvGrpSpPr/>
          <p:nvPr/>
        </p:nvGrpSpPr>
        <p:grpSpPr>
          <a:xfrm>
            <a:off x="8674325" y="2338310"/>
            <a:ext cx="301320" cy="475920"/>
            <a:chOff x="8674325" y="2338310"/>
            <a:chExt cx="301320" cy="47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D7CF83C-61D7-F4AD-3278-4A4C66DA4189}"/>
                    </a:ext>
                  </a:extLst>
                </p14:cNvPr>
                <p14:cNvContentPartPr/>
                <p14:nvPr/>
              </p14:nvContentPartPr>
              <p14:xfrm>
                <a:off x="8674325" y="2547110"/>
                <a:ext cx="164520" cy="2458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D7CF83C-61D7-F4AD-3278-4A4C66DA4189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656685" y="2529470"/>
                  <a:ext cx="2001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51CF575-14D7-A89A-B7DE-F93D8D0A9F87}"/>
                    </a:ext>
                  </a:extLst>
                </p14:cNvPr>
                <p14:cNvContentPartPr/>
                <p14:nvPr/>
              </p14:nvContentPartPr>
              <p14:xfrm>
                <a:off x="8814725" y="2338310"/>
                <a:ext cx="45720" cy="4759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51CF575-14D7-A89A-B7DE-F93D8D0A9F87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796725" y="2320310"/>
                  <a:ext cx="8136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2C05FFB-54AD-458D-7293-508E5B7BB52A}"/>
                    </a:ext>
                  </a:extLst>
                </p14:cNvPr>
                <p14:cNvContentPartPr/>
                <p14:nvPr/>
              </p14:nvContentPartPr>
              <p14:xfrm>
                <a:off x="8926325" y="2596790"/>
                <a:ext cx="49320" cy="1976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2C05FFB-54AD-458D-7293-508E5B7BB52A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8908685" y="2578790"/>
                  <a:ext cx="849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82D7E1A-E69C-4A4D-A95D-76A85F815162}"/>
                    </a:ext>
                  </a:extLst>
                </p14:cNvPr>
                <p14:cNvContentPartPr/>
                <p14:nvPr/>
              </p14:nvContentPartPr>
              <p14:xfrm>
                <a:off x="8970605" y="2439830"/>
                <a:ext cx="360" cy="3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82D7E1A-E69C-4A4D-A95D-76A85F81516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952605" y="24221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5ED9510B-DC03-337C-ED2A-50C4A10E20A5}"/>
              </a:ext>
            </a:extLst>
          </p:cNvPr>
          <p:cNvGrpSpPr/>
          <p:nvPr/>
        </p:nvGrpSpPr>
        <p:grpSpPr>
          <a:xfrm>
            <a:off x="9309005" y="2326790"/>
            <a:ext cx="1666800" cy="768600"/>
            <a:chOff x="9309005" y="2326790"/>
            <a:chExt cx="1666800" cy="76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01CBB2E-6B96-D56C-C0AF-D0E259FA84F4}"/>
                    </a:ext>
                  </a:extLst>
                </p14:cNvPr>
                <p14:cNvContentPartPr/>
                <p14:nvPr/>
              </p14:nvContentPartPr>
              <p14:xfrm>
                <a:off x="9309005" y="2340470"/>
                <a:ext cx="156600" cy="4608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01CBB2E-6B96-D56C-C0AF-D0E259FA84F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291005" y="2322830"/>
                  <a:ext cx="19224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F1DF5B6-01B4-033D-0B4B-E753474BB990}"/>
                    </a:ext>
                  </a:extLst>
                </p14:cNvPr>
                <p14:cNvContentPartPr/>
                <p14:nvPr/>
              </p14:nvContentPartPr>
              <p14:xfrm>
                <a:off x="9505205" y="2552510"/>
                <a:ext cx="174960" cy="2206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F1DF5B6-01B4-033D-0B4B-E753474BB99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487565" y="2534510"/>
                  <a:ext cx="2106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74A580B-D10A-7B4B-2E35-081410ADA0A3}"/>
                    </a:ext>
                  </a:extLst>
                </p14:cNvPr>
                <p14:cNvContentPartPr/>
                <p14:nvPr/>
              </p14:nvContentPartPr>
              <p14:xfrm>
                <a:off x="9674765" y="2326790"/>
                <a:ext cx="46800" cy="4705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74A580B-D10A-7B4B-2E35-081410ADA0A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656765" y="2309150"/>
                  <a:ext cx="8244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094206B-7337-0948-88AD-839C5FDC2BCE}"/>
                    </a:ext>
                  </a:extLst>
                </p14:cNvPr>
                <p14:cNvContentPartPr/>
                <p14:nvPr/>
              </p14:nvContentPartPr>
              <p14:xfrm>
                <a:off x="9821285" y="2549630"/>
                <a:ext cx="152640" cy="2476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094206B-7337-0948-88AD-839C5FDC2BC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803285" y="2531990"/>
                  <a:ext cx="1882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D39D58C-D335-7069-29C9-A79186C60898}"/>
                    </a:ext>
                  </a:extLst>
                </p14:cNvPr>
                <p14:cNvContentPartPr/>
                <p14:nvPr/>
              </p14:nvContentPartPr>
              <p14:xfrm>
                <a:off x="10073285" y="2353070"/>
                <a:ext cx="28800" cy="4273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D39D58C-D335-7069-29C9-A79186C6089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055645" y="2335070"/>
                  <a:ext cx="6444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9EC7D7D-BD66-5F40-D758-541C3213C5C7}"/>
                    </a:ext>
                  </a:extLst>
                </p14:cNvPr>
                <p14:cNvContentPartPr/>
                <p14:nvPr/>
              </p14:nvContentPartPr>
              <p14:xfrm>
                <a:off x="10062845" y="2551790"/>
                <a:ext cx="123120" cy="2286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9EC7D7D-BD66-5F40-D758-541C3213C5C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045205" y="2534150"/>
                  <a:ext cx="1587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56BC189-2CE3-3E60-763E-02392164ED8A}"/>
                    </a:ext>
                  </a:extLst>
                </p14:cNvPr>
                <p14:cNvContentPartPr/>
                <p14:nvPr/>
              </p14:nvContentPartPr>
              <p14:xfrm>
                <a:off x="10218005" y="2550350"/>
                <a:ext cx="255240" cy="2574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56BC189-2CE3-3E60-763E-02392164ED8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200365" y="2532710"/>
                  <a:ext cx="2908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D9CDEB4-7AB1-9412-E24A-F92BD6F71E8A}"/>
                    </a:ext>
                  </a:extLst>
                </p14:cNvPr>
                <p14:cNvContentPartPr/>
                <p14:nvPr/>
              </p14:nvContentPartPr>
              <p14:xfrm>
                <a:off x="10466765" y="2546030"/>
                <a:ext cx="149760" cy="2559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D9CDEB4-7AB1-9412-E24A-F92BD6F71E8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449125" y="2528390"/>
                  <a:ext cx="1854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C46DB9E-D984-87D1-AA44-3FAE9B834DC2}"/>
                    </a:ext>
                  </a:extLst>
                </p14:cNvPr>
                <p14:cNvContentPartPr/>
                <p14:nvPr/>
              </p14:nvContentPartPr>
              <p14:xfrm>
                <a:off x="10726685" y="2579870"/>
                <a:ext cx="249120" cy="5155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C46DB9E-D984-87D1-AA44-3FAE9B834DC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708685" y="2562230"/>
                  <a:ext cx="284760" cy="55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8520794E-EB92-FDD9-6256-869B79EDCE92}"/>
              </a:ext>
            </a:extLst>
          </p:cNvPr>
          <p:cNvGrpSpPr/>
          <p:nvPr/>
        </p:nvGrpSpPr>
        <p:grpSpPr>
          <a:xfrm>
            <a:off x="11196125" y="2367830"/>
            <a:ext cx="722520" cy="576360"/>
            <a:chOff x="11196125" y="2367830"/>
            <a:chExt cx="722520" cy="57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A3DEC2F-00BB-972C-FF70-98301FD4149B}"/>
                    </a:ext>
                  </a:extLst>
                </p14:cNvPr>
                <p14:cNvContentPartPr/>
                <p14:nvPr/>
              </p14:nvContentPartPr>
              <p14:xfrm>
                <a:off x="11196125" y="2367830"/>
                <a:ext cx="249120" cy="3841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A3DEC2F-00BB-972C-FF70-98301FD4149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178485" y="2350190"/>
                  <a:ext cx="28476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107CB07-BD13-3F74-0FD4-2A432FEBE1A1}"/>
                    </a:ext>
                  </a:extLst>
                </p14:cNvPr>
                <p14:cNvContentPartPr/>
                <p14:nvPr/>
              </p14:nvContentPartPr>
              <p14:xfrm>
                <a:off x="11422205" y="2420750"/>
                <a:ext cx="23040" cy="205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107CB07-BD13-3F74-0FD4-2A432FEBE1A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404205" y="2402750"/>
                  <a:ext cx="586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A349C1F-5944-2A41-1B76-1E5E1BE9C07A}"/>
                    </a:ext>
                  </a:extLst>
                </p14:cNvPr>
                <p14:cNvContentPartPr/>
                <p14:nvPr/>
              </p14:nvContentPartPr>
              <p14:xfrm>
                <a:off x="11488805" y="2566550"/>
                <a:ext cx="112320" cy="3776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A349C1F-5944-2A41-1B76-1E5E1BE9C07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470805" y="2548550"/>
                  <a:ext cx="14796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1A396F6-D32A-14AF-C30C-A4CDE75FA95E}"/>
                    </a:ext>
                  </a:extLst>
                </p14:cNvPr>
                <p14:cNvContentPartPr/>
                <p14:nvPr/>
              </p14:nvContentPartPr>
              <p14:xfrm>
                <a:off x="11594285" y="2387990"/>
                <a:ext cx="360" cy="3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1A396F6-D32A-14AF-C30C-A4CDE75FA95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576285" y="23699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9754E61-CE63-F9D4-5D28-D1AB01EC0342}"/>
                    </a:ext>
                  </a:extLst>
                </p14:cNvPr>
                <p14:cNvContentPartPr/>
                <p14:nvPr/>
              </p14:nvContentPartPr>
              <p14:xfrm>
                <a:off x="11678165" y="2383310"/>
                <a:ext cx="65520" cy="3430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9754E61-CE63-F9D4-5D28-D1AB01EC0342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1660525" y="2365670"/>
                  <a:ext cx="10116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41EBA40-2FD7-38BE-B629-E3DFF16C5969}"/>
                    </a:ext>
                  </a:extLst>
                </p14:cNvPr>
                <p14:cNvContentPartPr/>
                <p14:nvPr/>
              </p14:nvContentPartPr>
              <p14:xfrm>
                <a:off x="11723525" y="2390150"/>
                <a:ext cx="195120" cy="3956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41EBA40-2FD7-38BE-B629-E3DFF16C5969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1705525" y="2372510"/>
                  <a:ext cx="230760" cy="43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04FC16D-BD6E-200E-5035-278A4762A759}"/>
              </a:ext>
            </a:extLst>
          </p:cNvPr>
          <p:cNvGrpSpPr/>
          <p:nvPr/>
        </p:nvGrpSpPr>
        <p:grpSpPr>
          <a:xfrm>
            <a:off x="5779205" y="3124550"/>
            <a:ext cx="118080" cy="140040"/>
            <a:chOff x="5779205" y="3124550"/>
            <a:chExt cx="118080" cy="14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D2273E5-140B-63F7-27AA-1E83278F5BBF}"/>
                    </a:ext>
                  </a:extLst>
                </p14:cNvPr>
                <p14:cNvContentPartPr/>
                <p14:nvPr/>
              </p14:nvContentPartPr>
              <p14:xfrm>
                <a:off x="5779205" y="3124550"/>
                <a:ext cx="41760" cy="1004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D2273E5-140B-63F7-27AA-1E83278F5BBF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761565" y="3106910"/>
                  <a:ext cx="774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E7DAD1C-F20B-7DFC-3FDF-524AB7E3D862}"/>
                    </a:ext>
                  </a:extLst>
                </p14:cNvPr>
                <p14:cNvContentPartPr/>
                <p14:nvPr/>
              </p14:nvContentPartPr>
              <p14:xfrm>
                <a:off x="5862005" y="3137870"/>
                <a:ext cx="35280" cy="1267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E7DAD1C-F20B-7DFC-3FDF-524AB7E3D862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844365" y="3120230"/>
                  <a:ext cx="7092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892241D9-54E8-64B1-B2D3-2E95C74DEB5C}"/>
              </a:ext>
            </a:extLst>
          </p:cNvPr>
          <p:cNvGrpSpPr/>
          <p:nvPr/>
        </p:nvGrpSpPr>
        <p:grpSpPr>
          <a:xfrm>
            <a:off x="5347565" y="3051110"/>
            <a:ext cx="236520" cy="617400"/>
            <a:chOff x="5347565" y="3051110"/>
            <a:chExt cx="236520" cy="61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CF9DF92-8F17-20CF-3FE6-86FAE64E926C}"/>
                    </a:ext>
                  </a:extLst>
                </p14:cNvPr>
                <p14:cNvContentPartPr/>
                <p14:nvPr/>
              </p14:nvContentPartPr>
              <p14:xfrm>
                <a:off x="5501645" y="3274310"/>
                <a:ext cx="82440" cy="3942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CF9DF92-8F17-20CF-3FE6-86FAE64E926C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5484005" y="3256670"/>
                  <a:ext cx="11808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D35D07C-7862-1E29-D7B9-168C7F9995E1}"/>
                    </a:ext>
                  </a:extLst>
                </p14:cNvPr>
                <p14:cNvContentPartPr/>
                <p14:nvPr/>
              </p14:nvContentPartPr>
              <p14:xfrm>
                <a:off x="5347565" y="3051110"/>
                <a:ext cx="26640" cy="1198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D35D07C-7862-1E29-D7B9-168C7F9995E1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5329565" y="3033470"/>
                  <a:ext cx="622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67A7875F-D93B-A70C-4C5D-C51AB4248409}"/>
                    </a:ext>
                  </a:extLst>
                </p14:cNvPr>
                <p14:cNvContentPartPr/>
                <p14:nvPr/>
              </p14:nvContentPartPr>
              <p14:xfrm>
                <a:off x="5411285" y="3090710"/>
                <a:ext cx="18000" cy="1346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67A7875F-D93B-A70C-4C5D-C51AB4248409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5393645" y="3073070"/>
                  <a:ext cx="5364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278BAD67-BD7A-8887-2C97-E3C7838AD410}"/>
              </a:ext>
            </a:extLst>
          </p:cNvPr>
          <p:cNvGrpSpPr/>
          <p:nvPr/>
        </p:nvGrpSpPr>
        <p:grpSpPr>
          <a:xfrm>
            <a:off x="6003845" y="3178910"/>
            <a:ext cx="462960" cy="476280"/>
            <a:chOff x="6003845" y="3178910"/>
            <a:chExt cx="462960" cy="47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EB8678D-9B11-76AE-6AF8-FF8158F2D1C5}"/>
                    </a:ext>
                  </a:extLst>
                </p14:cNvPr>
                <p14:cNvContentPartPr/>
                <p14:nvPr/>
              </p14:nvContentPartPr>
              <p14:xfrm>
                <a:off x="6065405" y="3178910"/>
                <a:ext cx="30240" cy="4762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EB8678D-9B11-76AE-6AF8-FF8158F2D1C5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047765" y="3160910"/>
                  <a:ext cx="6588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2DB95AB-C00A-70AB-672B-930F73CA1A64}"/>
                    </a:ext>
                  </a:extLst>
                </p14:cNvPr>
                <p14:cNvContentPartPr/>
                <p14:nvPr/>
              </p14:nvContentPartPr>
              <p14:xfrm>
                <a:off x="6003845" y="3404630"/>
                <a:ext cx="144720" cy="104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2DB95AB-C00A-70AB-672B-930F73CA1A64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5986205" y="3386990"/>
                  <a:ext cx="1803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C080601-130F-BD93-9563-9C7445C6B648}"/>
                    </a:ext>
                  </a:extLst>
                </p14:cNvPr>
                <p14:cNvContentPartPr/>
                <p14:nvPr/>
              </p14:nvContentPartPr>
              <p14:xfrm>
                <a:off x="6149645" y="3374390"/>
                <a:ext cx="146160" cy="2293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C080601-130F-BD93-9563-9C7445C6B648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131645" y="3356390"/>
                  <a:ext cx="1818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5D07B26-D961-C63A-C8E3-7FEE3276FC1D}"/>
                    </a:ext>
                  </a:extLst>
                </p14:cNvPr>
                <p14:cNvContentPartPr/>
                <p14:nvPr/>
              </p14:nvContentPartPr>
              <p14:xfrm>
                <a:off x="6309125" y="3187910"/>
                <a:ext cx="157680" cy="4604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5D07B26-D961-C63A-C8E3-7FEE3276FC1D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291125" y="3169910"/>
                  <a:ext cx="193320" cy="49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762BF8AD-1025-89D9-1AAB-201D57944BE8}"/>
              </a:ext>
            </a:extLst>
          </p:cNvPr>
          <p:cNvGrpSpPr/>
          <p:nvPr/>
        </p:nvGrpSpPr>
        <p:grpSpPr>
          <a:xfrm>
            <a:off x="6838685" y="3168830"/>
            <a:ext cx="1003680" cy="509760"/>
            <a:chOff x="6838685" y="3168830"/>
            <a:chExt cx="1003680" cy="50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9D5C8FB-0D8D-CC98-65B2-8825A326A442}"/>
                    </a:ext>
                  </a:extLst>
                </p14:cNvPr>
                <p14:cNvContentPartPr/>
                <p14:nvPr/>
              </p14:nvContentPartPr>
              <p14:xfrm>
                <a:off x="6838685" y="3188990"/>
                <a:ext cx="198000" cy="4896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9D5C8FB-0D8D-CC98-65B2-8825A326A442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6821045" y="3171350"/>
                  <a:ext cx="23364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75FDBDA-9E0B-A9A7-2EB3-9284B2AC93A5}"/>
                    </a:ext>
                  </a:extLst>
                </p14:cNvPr>
                <p14:cNvContentPartPr/>
                <p14:nvPr/>
              </p14:nvContentPartPr>
              <p14:xfrm>
                <a:off x="6964325" y="3434150"/>
                <a:ext cx="182520" cy="1908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75FDBDA-9E0B-A9A7-2EB3-9284B2AC93A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6946325" y="3416510"/>
                  <a:ext cx="2181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B0800F9-7347-CD20-0946-138E3141BFDE}"/>
                    </a:ext>
                  </a:extLst>
                </p14:cNvPr>
                <p14:cNvContentPartPr/>
                <p14:nvPr/>
              </p14:nvContentPartPr>
              <p14:xfrm>
                <a:off x="7162685" y="3333710"/>
                <a:ext cx="360" cy="3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B0800F9-7347-CD20-0946-138E3141BFD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144685" y="331571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CAEF055-CD2D-CF62-F123-1A1450E9BDF1}"/>
                    </a:ext>
                  </a:extLst>
                </p14:cNvPr>
                <p14:cNvContentPartPr/>
                <p14:nvPr/>
              </p14:nvContentPartPr>
              <p14:xfrm>
                <a:off x="7211285" y="3200510"/>
                <a:ext cx="179280" cy="4647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CAEF055-CD2D-CF62-F123-1A1450E9BDF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193645" y="3182510"/>
                  <a:ext cx="21492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A0DD181-701A-F413-A1F2-9539E505264E}"/>
                    </a:ext>
                  </a:extLst>
                </p14:cNvPr>
                <p14:cNvContentPartPr/>
                <p14:nvPr/>
              </p14:nvContentPartPr>
              <p14:xfrm>
                <a:off x="7449965" y="3390950"/>
                <a:ext cx="195120" cy="2343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A0DD181-701A-F413-A1F2-9539E505264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431965" y="3372950"/>
                  <a:ext cx="2307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F2A09465-EC37-C579-B9F2-DF6D696EB71D}"/>
                    </a:ext>
                  </a:extLst>
                </p14:cNvPr>
                <p14:cNvContentPartPr/>
                <p14:nvPr/>
              </p14:nvContentPartPr>
              <p14:xfrm>
                <a:off x="7721405" y="3168830"/>
                <a:ext cx="48240" cy="4442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F2A09465-EC37-C579-B9F2-DF6D696EB71D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703405" y="3150830"/>
                  <a:ext cx="8388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4997E68-7E79-75EA-D9F1-AF461308FB59}"/>
                    </a:ext>
                  </a:extLst>
                </p14:cNvPr>
                <p14:cNvContentPartPr/>
                <p14:nvPr/>
              </p14:nvContentPartPr>
              <p14:xfrm>
                <a:off x="7694765" y="3373670"/>
                <a:ext cx="147600" cy="1566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4997E68-7E79-75EA-D9F1-AF461308FB5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676765" y="3356030"/>
                  <a:ext cx="183240" cy="19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BC32A68E-0F41-797E-6E2A-535EE20363BB}"/>
              </a:ext>
            </a:extLst>
          </p:cNvPr>
          <p:cNvGrpSpPr/>
          <p:nvPr/>
        </p:nvGrpSpPr>
        <p:grpSpPr>
          <a:xfrm>
            <a:off x="8097605" y="3149390"/>
            <a:ext cx="1506960" cy="470160"/>
            <a:chOff x="8097605" y="3149390"/>
            <a:chExt cx="1506960" cy="47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C95EC990-B3D1-9F01-8B72-8A35E22599C6}"/>
                    </a:ext>
                  </a:extLst>
                </p14:cNvPr>
                <p14:cNvContentPartPr/>
                <p14:nvPr/>
              </p14:nvContentPartPr>
              <p14:xfrm>
                <a:off x="8097605" y="3179990"/>
                <a:ext cx="164160" cy="4363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C95EC990-B3D1-9F01-8B72-8A35E22599C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079965" y="3161990"/>
                  <a:ext cx="19980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A2B40AD6-D2D0-E7F6-F2E1-2CC2200C39C6}"/>
                    </a:ext>
                  </a:extLst>
                </p14:cNvPr>
                <p14:cNvContentPartPr/>
                <p14:nvPr/>
              </p14:nvContentPartPr>
              <p14:xfrm>
                <a:off x="8303885" y="3357470"/>
                <a:ext cx="181080" cy="2296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A2B40AD6-D2D0-E7F6-F2E1-2CC2200C39C6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285885" y="3339470"/>
                  <a:ext cx="2167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DCB4E49-19BA-EBDE-97CC-DB72EB8EDC85}"/>
                    </a:ext>
                  </a:extLst>
                </p14:cNvPr>
                <p14:cNvContentPartPr/>
                <p14:nvPr/>
              </p14:nvContentPartPr>
              <p14:xfrm>
                <a:off x="8490725" y="3392390"/>
                <a:ext cx="163440" cy="2167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DCB4E49-19BA-EBDE-97CC-DB72EB8EDC8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473085" y="3374390"/>
                  <a:ext cx="1990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75510B7-1B55-EB21-B036-3452DFB756C5}"/>
                    </a:ext>
                  </a:extLst>
                </p14:cNvPr>
                <p14:cNvContentPartPr/>
                <p14:nvPr/>
              </p14:nvContentPartPr>
              <p14:xfrm>
                <a:off x="8688005" y="3382310"/>
                <a:ext cx="158760" cy="2372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75510B7-1B55-EB21-B036-3452DFB756C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670005" y="3364310"/>
                  <a:ext cx="1944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FC1856F-8931-BB1C-3542-597D8DAFDAE4}"/>
                    </a:ext>
                  </a:extLst>
                </p14:cNvPr>
                <p14:cNvContentPartPr/>
                <p14:nvPr/>
              </p14:nvContentPartPr>
              <p14:xfrm>
                <a:off x="8941445" y="3183230"/>
                <a:ext cx="192960" cy="4298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FC1856F-8931-BB1C-3542-597D8DAFDAE4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923805" y="3165590"/>
                  <a:ext cx="22860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EF5EDE7-C45F-9E6D-CD35-3570F1F18A01}"/>
                    </a:ext>
                  </a:extLst>
                </p14:cNvPr>
                <p14:cNvContentPartPr/>
                <p14:nvPr/>
              </p14:nvContentPartPr>
              <p14:xfrm>
                <a:off x="9194165" y="3400310"/>
                <a:ext cx="207000" cy="2178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EF5EDE7-C45F-9E6D-CD35-3570F1F18A01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176525" y="3382310"/>
                  <a:ext cx="2426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B4D38F76-3546-A6C5-42E5-D818A5B8336A}"/>
                    </a:ext>
                  </a:extLst>
                </p14:cNvPr>
                <p14:cNvContentPartPr/>
                <p14:nvPr/>
              </p14:nvContentPartPr>
              <p14:xfrm>
                <a:off x="9438605" y="3149390"/>
                <a:ext cx="165960" cy="4590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B4D38F76-3546-A6C5-42E5-D818A5B8336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420965" y="3131750"/>
                  <a:ext cx="201600" cy="49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393452DE-DD9E-C486-35FD-B95655A8AA04}"/>
                  </a:ext>
                </a:extLst>
              </p14:cNvPr>
              <p14:cNvContentPartPr/>
              <p14:nvPr/>
            </p14:nvContentPartPr>
            <p14:xfrm>
              <a:off x="9819125" y="3635390"/>
              <a:ext cx="49320" cy="36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393452DE-DD9E-C486-35FD-B95655A8AA04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9801125" y="3617390"/>
                <a:ext cx="849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3FBB257C-07D7-5324-96F5-391580220012}"/>
                  </a:ext>
                </a:extLst>
              </p14:cNvPr>
              <p14:cNvContentPartPr/>
              <p14:nvPr/>
            </p14:nvContentPartPr>
            <p14:xfrm>
              <a:off x="3280445" y="1970390"/>
              <a:ext cx="9720" cy="10080"/>
            </p14:xfrm>
          </p:contentPart>
        </mc:Choice>
        <mc:Fallback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3FBB257C-07D7-5324-96F5-391580220012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3262805" y="1952390"/>
                <a:ext cx="4536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59F82018-0F09-96F8-3C4B-9001DCD2C529}"/>
                  </a:ext>
                </a:extLst>
              </p14:cNvPr>
              <p14:cNvContentPartPr/>
              <p14:nvPr/>
            </p14:nvContentPartPr>
            <p14:xfrm>
              <a:off x="3139325" y="1942670"/>
              <a:ext cx="210960" cy="270720"/>
            </p14:xfrm>
          </p:contentPart>
        </mc:Choice>
        <mc:Fallback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59F82018-0F09-96F8-3C4B-9001DCD2C529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3121685" y="1925030"/>
                <a:ext cx="24660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E6CB6738-61B8-923A-E8E6-8468F1243FED}"/>
                  </a:ext>
                </a:extLst>
              </p14:cNvPr>
              <p14:cNvContentPartPr/>
              <p14:nvPr/>
            </p14:nvContentPartPr>
            <p14:xfrm>
              <a:off x="3862205" y="1942670"/>
              <a:ext cx="217440" cy="325800"/>
            </p14:xfrm>
          </p:contentPart>
        </mc:Choice>
        <mc:Fallback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E6CB6738-61B8-923A-E8E6-8468F1243FED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3844565" y="1924670"/>
                <a:ext cx="253080" cy="3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6C9986DD-59A1-83E5-6F23-53532E71AD04}"/>
                  </a:ext>
                </a:extLst>
              </p14:cNvPr>
              <p14:cNvContentPartPr/>
              <p14:nvPr/>
            </p14:nvContentPartPr>
            <p14:xfrm>
              <a:off x="4607765" y="1934030"/>
              <a:ext cx="246960" cy="29844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6C9986DD-59A1-83E5-6F23-53532E71AD04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4589765" y="1916390"/>
                <a:ext cx="28260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8CACBC0B-F152-C8D0-D99A-33F232F41748}"/>
                  </a:ext>
                </a:extLst>
              </p14:cNvPr>
              <p14:cNvContentPartPr/>
              <p14:nvPr/>
            </p14:nvContentPartPr>
            <p14:xfrm>
              <a:off x="3127805" y="2525150"/>
              <a:ext cx="160200" cy="33444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8CACBC0B-F152-C8D0-D99A-33F232F41748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3110165" y="2507150"/>
                <a:ext cx="19584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3036DAC5-8F04-F5F7-5A37-1BE6AD66953B}"/>
                  </a:ext>
                </a:extLst>
              </p14:cNvPr>
              <p14:cNvContentPartPr/>
              <p14:nvPr/>
            </p14:nvContentPartPr>
            <p14:xfrm>
              <a:off x="3893525" y="2517950"/>
              <a:ext cx="74880" cy="28188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3036DAC5-8F04-F5F7-5A37-1BE6AD66953B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3875885" y="2499950"/>
                <a:ext cx="11052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11697318-8B83-C935-8F45-94016493C903}"/>
                  </a:ext>
                </a:extLst>
              </p14:cNvPr>
              <p14:cNvContentPartPr/>
              <p14:nvPr/>
            </p14:nvContentPartPr>
            <p14:xfrm>
              <a:off x="4649525" y="2491310"/>
              <a:ext cx="75600" cy="32760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11697318-8B83-C935-8F45-94016493C903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4631525" y="2473310"/>
                <a:ext cx="11124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6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5EFBAB95-5193-89EF-A25A-98DFC644533D}"/>
                  </a:ext>
                </a:extLst>
              </p14:cNvPr>
              <p14:cNvContentPartPr/>
              <p14:nvPr/>
            </p14:nvContentPartPr>
            <p14:xfrm>
              <a:off x="3145445" y="3003590"/>
              <a:ext cx="106920" cy="27468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5EFBAB95-5193-89EF-A25A-98DFC644533D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3127445" y="2985950"/>
                <a:ext cx="14256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7CEE0B8F-BEE0-E191-1C96-12B4FC6179DF}"/>
                  </a:ext>
                </a:extLst>
              </p14:cNvPr>
              <p14:cNvContentPartPr/>
              <p14:nvPr/>
            </p14:nvContentPartPr>
            <p14:xfrm>
              <a:off x="3906125" y="3018350"/>
              <a:ext cx="77040" cy="272160"/>
            </p14:xfrm>
          </p:contentPart>
        </mc:Choice>
        <mc:Fallback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7CEE0B8F-BEE0-E191-1C96-12B4FC6179DF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3888485" y="3000710"/>
                <a:ext cx="11268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B437BC57-50E8-90F2-AE64-55E87B30C4D0}"/>
                  </a:ext>
                </a:extLst>
              </p14:cNvPr>
              <p14:cNvContentPartPr/>
              <p14:nvPr/>
            </p14:nvContentPartPr>
            <p14:xfrm>
              <a:off x="4629365" y="3048950"/>
              <a:ext cx="161280" cy="24696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B437BC57-50E8-90F2-AE64-55E87B30C4D0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4611365" y="3030950"/>
                <a:ext cx="19692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D6955997-548C-3089-F232-38F0E3A556AC}"/>
                  </a:ext>
                </a:extLst>
              </p14:cNvPr>
              <p14:cNvContentPartPr/>
              <p14:nvPr/>
            </p14:nvContentPartPr>
            <p14:xfrm>
              <a:off x="3153005" y="3581030"/>
              <a:ext cx="37080" cy="306000"/>
            </p14:xfrm>
          </p:contentPart>
        </mc:Choice>
        <mc:Fallback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D6955997-548C-3089-F232-38F0E3A556AC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3135005" y="3563390"/>
                <a:ext cx="7272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4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5C1B5C04-497D-7444-2C98-51D39221A436}"/>
                  </a:ext>
                </a:extLst>
              </p14:cNvPr>
              <p14:cNvContentPartPr/>
              <p14:nvPr/>
            </p14:nvContentPartPr>
            <p14:xfrm>
              <a:off x="4709645" y="3554030"/>
              <a:ext cx="87120" cy="335880"/>
            </p14:xfrm>
          </p:contentPart>
        </mc:Choice>
        <mc:Fallback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5C1B5C04-497D-7444-2C98-51D39221A436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4691645" y="3536390"/>
                <a:ext cx="122760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6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FBD8D015-DC96-603D-62CE-7D42E8FF7F08}"/>
                  </a:ext>
                </a:extLst>
              </p14:cNvPr>
              <p14:cNvContentPartPr/>
              <p14:nvPr/>
            </p14:nvContentPartPr>
            <p14:xfrm>
              <a:off x="1389005" y="3874790"/>
              <a:ext cx="118440" cy="3096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FBD8D015-DC96-603D-62CE-7D42E8FF7F08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1371365" y="3857150"/>
                <a:ext cx="15408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8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ED6802EE-1C9A-9FA5-EA5F-494AD7DC3748}"/>
                  </a:ext>
                </a:extLst>
              </p14:cNvPr>
              <p14:cNvContentPartPr/>
              <p14:nvPr/>
            </p14:nvContentPartPr>
            <p14:xfrm>
              <a:off x="3819365" y="3584630"/>
              <a:ext cx="208440" cy="26712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ED6802EE-1C9A-9FA5-EA5F-494AD7DC3748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3801725" y="3566630"/>
                <a:ext cx="24408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0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9EA57CDB-F22A-A860-7361-34E38B0E55CA}"/>
                  </a:ext>
                </a:extLst>
              </p14:cNvPr>
              <p14:cNvContentPartPr/>
              <p14:nvPr/>
            </p14:nvContentPartPr>
            <p14:xfrm>
              <a:off x="2284325" y="2438750"/>
              <a:ext cx="315720" cy="43992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9EA57CDB-F22A-A860-7361-34E38B0E55CA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2275325" y="2430110"/>
                <a:ext cx="333360" cy="45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2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D5BCF6BC-1A18-B1E2-03AD-DD61873349C6}"/>
                  </a:ext>
                </a:extLst>
              </p14:cNvPr>
              <p14:cNvContentPartPr/>
              <p14:nvPr/>
            </p14:nvContentPartPr>
            <p14:xfrm>
              <a:off x="1557485" y="2963990"/>
              <a:ext cx="271440" cy="48132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D5BCF6BC-1A18-B1E2-03AD-DD61873349C6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1548485" y="2954990"/>
                <a:ext cx="289080" cy="49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10415F53-D568-A1B8-2A7C-05B30BC94349}"/>
                  </a:ext>
                </a:extLst>
              </p14:cNvPr>
              <p14:cNvContentPartPr/>
              <p14:nvPr/>
            </p14:nvContentPartPr>
            <p14:xfrm>
              <a:off x="2272805" y="3456110"/>
              <a:ext cx="297720" cy="47196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10415F53-D568-A1B8-2A7C-05B30BC94349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2264165" y="3447110"/>
                <a:ext cx="315360" cy="48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6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7A471812-07CA-8BAE-8A4A-1A43C01FA6A5}"/>
                  </a:ext>
                </a:extLst>
              </p14:cNvPr>
              <p14:cNvContentPartPr/>
              <p14:nvPr/>
            </p14:nvContentPartPr>
            <p14:xfrm>
              <a:off x="804005" y="4013750"/>
              <a:ext cx="250920" cy="462600"/>
            </p14:xfrm>
          </p:contentPart>
        </mc:Choice>
        <mc:Fallback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7A471812-07CA-8BAE-8A4A-1A43C01FA6A5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795365" y="4004750"/>
                <a:ext cx="268560" cy="48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8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422E7A2F-08B4-75D5-1A02-8F928EDB2B70}"/>
                  </a:ext>
                </a:extLst>
              </p14:cNvPr>
              <p14:cNvContentPartPr/>
              <p14:nvPr/>
            </p14:nvContentPartPr>
            <p14:xfrm>
              <a:off x="2307365" y="4537550"/>
              <a:ext cx="280080" cy="49572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422E7A2F-08B4-75D5-1A02-8F928EDB2B70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2298725" y="4528550"/>
                <a:ext cx="297720" cy="51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0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4984C47F-9A04-D750-B15B-D317BA644C06}"/>
                  </a:ext>
                </a:extLst>
              </p14:cNvPr>
              <p14:cNvContentPartPr/>
              <p14:nvPr/>
            </p14:nvContentPartPr>
            <p14:xfrm>
              <a:off x="1621565" y="5075030"/>
              <a:ext cx="250200" cy="42480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4984C47F-9A04-D750-B15B-D317BA644C06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1612565" y="5066030"/>
                <a:ext cx="267840" cy="44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148156B1-9C26-005A-87B9-B4CADBEA7A35}"/>
                  </a:ext>
                </a:extLst>
              </p14:cNvPr>
              <p14:cNvContentPartPr/>
              <p14:nvPr/>
            </p14:nvContentPartPr>
            <p14:xfrm>
              <a:off x="2273525" y="5562470"/>
              <a:ext cx="252360" cy="46944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148156B1-9C26-005A-87B9-B4CADBEA7A35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2264525" y="5553470"/>
                <a:ext cx="270000" cy="48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4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60DD9175-492F-0B2A-721B-011E72E0DDAE}"/>
                  </a:ext>
                </a:extLst>
              </p14:cNvPr>
              <p14:cNvContentPartPr/>
              <p14:nvPr/>
            </p14:nvContentPartPr>
            <p14:xfrm>
              <a:off x="3183245" y="4149110"/>
              <a:ext cx="85680" cy="27756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60DD9175-492F-0B2A-721B-011E72E0DDAE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3165245" y="4131470"/>
                <a:ext cx="12132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6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7E6438CE-2BF1-B2F3-F43D-0B8B94CB2C3B}"/>
                  </a:ext>
                </a:extLst>
              </p14:cNvPr>
              <p14:cNvContentPartPr/>
              <p14:nvPr/>
            </p14:nvContentPartPr>
            <p14:xfrm>
              <a:off x="3837005" y="4107710"/>
              <a:ext cx="192240" cy="25776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7E6438CE-2BF1-B2F3-F43D-0B8B94CB2C3B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3819365" y="4089710"/>
                <a:ext cx="22788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8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E2C8DA43-5669-E033-A575-B42781E61417}"/>
                  </a:ext>
                </a:extLst>
              </p14:cNvPr>
              <p14:cNvContentPartPr/>
              <p14:nvPr/>
            </p14:nvContentPartPr>
            <p14:xfrm>
              <a:off x="4628645" y="4093310"/>
              <a:ext cx="206280" cy="23076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E2C8DA43-5669-E033-A575-B42781E61417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4611005" y="4075310"/>
                <a:ext cx="24192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0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5F4766B0-F761-BBC1-1E14-70F1AB9E15A6}"/>
                  </a:ext>
                </a:extLst>
              </p14:cNvPr>
              <p14:cNvContentPartPr/>
              <p14:nvPr/>
            </p14:nvContentPartPr>
            <p14:xfrm>
              <a:off x="3135005" y="4662110"/>
              <a:ext cx="198000" cy="24228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5F4766B0-F761-BBC1-1E14-70F1AB9E15A6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3117365" y="4644470"/>
                <a:ext cx="23364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2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5DCCF99B-8485-7182-21EF-FC63ED9FBAC6}"/>
                  </a:ext>
                </a:extLst>
              </p14:cNvPr>
              <p14:cNvContentPartPr/>
              <p14:nvPr/>
            </p14:nvContentPartPr>
            <p14:xfrm>
              <a:off x="3864725" y="4654190"/>
              <a:ext cx="33120" cy="21852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5DCCF99B-8485-7182-21EF-FC63ED9FBAC6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3847085" y="4636550"/>
                <a:ext cx="6876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4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14A0BE31-2F56-7C25-8E70-2309D2B7A6E1}"/>
                  </a:ext>
                </a:extLst>
              </p14:cNvPr>
              <p14:cNvContentPartPr/>
              <p14:nvPr/>
            </p14:nvContentPartPr>
            <p14:xfrm>
              <a:off x="4692005" y="4603430"/>
              <a:ext cx="2520" cy="26316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14A0BE31-2F56-7C25-8E70-2309D2B7A6E1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4674005" y="4585790"/>
                <a:ext cx="3816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6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CB958166-870E-DE5A-A353-242A18957AC5}"/>
                  </a:ext>
                </a:extLst>
              </p14:cNvPr>
              <p14:cNvContentPartPr/>
              <p14:nvPr/>
            </p14:nvContentPartPr>
            <p14:xfrm>
              <a:off x="3113765" y="5184110"/>
              <a:ext cx="228600" cy="23904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CB958166-870E-DE5A-A353-242A18957AC5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3096125" y="5166470"/>
                <a:ext cx="26424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8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37E5246E-484D-826F-7D7A-24FAAB3684E4}"/>
                  </a:ext>
                </a:extLst>
              </p14:cNvPr>
              <p14:cNvContentPartPr/>
              <p14:nvPr/>
            </p14:nvContentPartPr>
            <p14:xfrm>
              <a:off x="3846005" y="5156030"/>
              <a:ext cx="10440" cy="22896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37E5246E-484D-826F-7D7A-24FAAB3684E4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3828005" y="5138390"/>
                <a:ext cx="4608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0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05644516-D35D-0B39-E91C-23FF34A85181}"/>
                  </a:ext>
                </a:extLst>
              </p14:cNvPr>
              <p14:cNvContentPartPr/>
              <p14:nvPr/>
            </p14:nvContentPartPr>
            <p14:xfrm>
              <a:off x="4600565" y="5159630"/>
              <a:ext cx="181800" cy="23256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05644516-D35D-0B39-E91C-23FF34A85181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4582565" y="5141630"/>
                <a:ext cx="21744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2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845A0DCD-2C16-9161-ADAE-A348FD4003F5}"/>
                  </a:ext>
                </a:extLst>
              </p14:cNvPr>
              <p14:cNvContentPartPr/>
              <p14:nvPr/>
            </p14:nvContentPartPr>
            <p14:xfrm>
              <a:off x="3122765" y="5698190"/>
              <a:ext cx="221400" cy="26424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845A0DCD-2C16-9161-ADAE-A348FD4003F5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3104765" y="5680550"/>
                <a:ext cx="25704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4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B4213438-8AA1-C1B5-6C26-409ED5138933}"/>
                  </a:ext>
                </a:extLst>
              </p14:cNvPr>
              <p14:cNvContentPartPr/>
              <p14:nvPr/>
            </p14:nvContentPartPr>
            <p14:xfrm>
              <a:off x="3784085" y="5684510"/>
              <a:ext cx="160560" cy="26172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B4213438-8AA1-C1B5-6C26-409ED5138933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3766445" y="5666510"/>
                <a:ext cx="19620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6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7AF45DC9-717E-8460-CC7C-4E2737D67478}"/>
                  </a:ext>
                </a:extLst>
              </p14:cNvPr>
              <p14:cNvContentPartPr/>
              <p14:nvPr/>
            </p14:nvContentPartPr>
            <p14:xfrm>
              <a:off x="4598045" y="5652830"/>
              <a:ext cx="79200" cy="32472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7AF45DC9-717E-8460-CC7C-4E2737D67478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4580045" y="5635190"/>
                <a:ext cx="114840" cy="36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8" name="Group 237">
            <a:extLst>
              <a:ext uri="{FF2B5EF4-FFF2-40B4-BE49-F238E27FC236}">
                <a16:creationId xmlns:a16="http://schemas.microsoft.com/office/drawing/2014/main" id="{EE24D5C2-154C-D496-7189-5499A8E49881}"/>
              </a:ext>
            </a:extLst>
          </p:cNvPr>
          <p:cNvGrpSpPr/>
          <p:nvPr/>
        </p:nvGrpSpPr>
        <p:grpSpPr>
          <a:xfrm>
            <a:off x="6090605" y="5524310"/>
            <a:ext cx="1333440" cy="455040"/>
            <a:chOff x="6090605" y="5524310"/>
            <a:chExt cx="1333440" cy="45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48374D35-ACED-36D4-C26D-558DF742743F}"/>
                    </a:ext>
                  </a:extLst>
                </p14:cNvPr>
                <p14:cNvContentPartPr/>
                <p14:nvPr/>
              </p14:nvContentPartPr>
              <p14:xfrm>
                <a:off x="6090605" y="5601710"/>
                <a:ext cx="148320" cy="3776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48374D35-ACED-36D4-C26D-558DF742743F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072605" y="5584070"/>
                  <a:ext cx="18396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7ACC5F8B-8DEA-0AB1-5F67-01C519DCE162}"/>
                    </a:ext>
                  </a:extLst>
                </p14:cNvPr>
                <p14:cNvContentPartPr/>
                <p14:nvPr/>
              </p14:nvContentPartPr>
              <p14:xfrm>
                <a:off x="6398405" y="5579030"/>
                <a:ext cx="309960" cy="37836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7ACC5F8B-8DEA-0AB1-5F67-01C519DCE162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6380405" y="5561390"/>
                  <a:ext cx="34560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32E1F90-5268-CE91-9AE0-673086A88CD1}"/>
                    </a:ext>
                  </a:extLst>
                </p14:cNvPr>
                <p14:cNvContentPartPr/>
                <p14:nvPr/>
              </p14:nvContentPartPr>
              <p14:xfrm>
                <a:off x="6812765" y="5575070"/>
                <a:ext cx="253800" cy="3945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32E1F90-5268-CE91-9AE0-673086A88CD1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6794765" y="5557070"/>
                  <a:ext cx="28944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0489B575-E72A-2E0C-C29F-2A76C5562364}"/>
                    </a:ext>
                  </a:extLst>
                </p14:cNvPr>
                <p14:cNvContentPartPr/>
                <p14:nvPr/>
              </p14:nvContentPartPr>
              <p14:xfrm>
                <a:off x="7143245" y="5524310"/>
                <a:ext cx="280800" cy="3625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0489B575-E72A-2E0C-C29F-2A76C5562364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125245" y="5506310"/>
                  <a:ext cx="316440" cy="39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6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463B015B-1035-8F20-0264-DF707DFB8377}"/>
                  </a:ext>
                </a:extLst>
              </p14:cNvPr>
              <p14:cNvContentPartPr/>
              <p14:nvPr/>
            </p14:nvContentPartPr>
            <p14:xfrm>
              <a:off x="7777925" y="5708630"/>
              <a:ext cx="281520" cy="30960"/>
            </p14:xfrm>
          </p:contentPart>
        </mc:Choice>
        <mc:Fallback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463B015B-1035-8F20-0264-DF707DFB8377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7759925" y="5690630"/>
                <a:ext cx="31716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8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AA1C47D3-E717-B39F-DA6A-D368430135B5}"/>
                  </a:ext>
                </a:extLst>
              </p14:cNvPr>
              <p14:cNvContentPartPr/>
              <p14:nvPr/>
            </p14:nvContentPartPr>
            <p14:xfrm>
              <a:off x="8438165" y="5643110"/>
              <a:ext cx="1276200" cy="416520"/>
            </p14:xfrm>
          </p:contentPart>
        </mc:Choice>
        <mc:Fallback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AA1C47D3-E717-B39F-DA6A-D368430135B5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8420165" y="5625110"/>
                <a:ext cx="1311840" cy="45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3" name="Group 242">
            <a:extLst>
              <a:ext uri="{FF2B5EF4-FFF2-40B4-BE49-F238E27FC236}">
                <a16:creationId xmlns:a16="http://schemas.microsoft.com/office/drawing/2014/main" id="{BA4436E4-43B7-0E3B-F062-822B12063238}"/>
              </a:ext>
            </a:extLst>
          </p:cNvPr>
          <p:cNvGrpSpPr/>
          <p:nvPr/>
        </p:nvGrpSpPr>
        <p:grpSpPr>
          <a:xfrm>
            <a:off x="10101365" y="5680190"/>
            <a:ext cx="226440" cy="171000"/>
            <a:chOff x="10101365" y="5680190"/>
            <a:chExt cx="226440" cy="17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221E98D4-6B5A-36FA-464E-D543DC1367F7}"/>
                    </a:ext>
                  </a:extLst>
                </p14:cNvPr>
                <p14:cNvContentPartPr/>
                <p14:nvPr/>
              </p14:nvContentPartPr>
              <p14:xfrm>
                <a:off x="10101365" y="5680190"/>
                <a:ext cx="195120" cy="2520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221E98D4-6B5A-36FA-464E-D543DC1367F7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083725" y="5662550"/>
                  <a:ext cx="2307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F874655F-A780-2DEA-08B1-209FFFAFCEA4}"/>
                    </a:ext>
                  </a:extLst>
                </p14:cNvPr>
                <p14:cNvContentPartPr/>
                <p14:nvPr/>
              </p14:nvContentPartPr>
              <p14:xfrm>
                <a:off x="10102805" y="5846150"/>
                <a:ext cx="225000" cy="50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F874655F-A780-2DEA-08B1-209FFFAFCEA4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084805" y="5828510"/>
                  <a:ext cx="26064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748A4FAD-9605-A254-7334-DB0A90945967}"/>
              </a:ext>
            </a:extLst>
          </p:cNvPr>
          <p:cNvGrpSpPr/>
          <p:nvPr/>
        </p:nvGrpSpPr>
        <p:grpSpPr>
          <a:xfrm>
            <a:off x="6204725" y="6293270"/>
            <a:ext cx="1243440" cy="413280"/>
            <a:chOff x="6204725" y="6293270"/>
            <a:chExt cx="1243440" cy="41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583837F7-189A-2BAB-3C16-B94116581098}"/>
                    </a:ext>
                  </a:extLst>
                </p14:cNvPr>
                <p14:cNvContentPartPr/>
                <p14:nvPr/>
              </p14:nvContentPartPr>
              <p14:xfrm>
                <a:off x="6204725" y="6334310"/>
                <a:ext cx="101880" cy="3722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583837F7-189A-2BAB-3C16-B94116581098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187085" y="6316670"/>
                  <a:ext cx="13752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5EE1BB43-F78D-1277-9FC8-C905AFC13CFB}"/>
                    </a:ext>
                  </a:extLst>
                </p14:cNvPr>
                <p14:cNvContentPartPr/>
                <p14:nvPr/>
              </p14:nvContentPartPr>
              <p14:xfrm>
                <a:off x="6510365" y="6293270"/>
                <a:ext cx="217440" cy="3736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5EE1BB43-F78D-1277-9FC8-C905AFC13CFB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492365" y="6275270"/>
                  <a:ext cx="25308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08BC7A73-7293-1719-81A3-F64214C21600}"/>
                    </a:ext>
                  </a:extLst>
                </p14:cNvPr>
                <p14:cNvContentPartPr/>
                <p14:nvPr/>
              </p14:nvContentPartPr>
              <p14:xfrm>
                <a:off x="6886565" y="6317750"/>
                <a:ext cx="207360" cy="3157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08BC7A73-7293-1719-81A3-F64214C21600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6868925" y="6300110"/>
                  <a:ext cx="24300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A554E327-C64C-E1DF-2E48-FAB0F27B5A06}"/>
                    </a:ext>
                  </a:extLst>
                </p14:cNvPr>
                <p14:cNvContentPartPr/>
                <p14:nvPr/>
              </p14:nvContentPartPr>
              <p14:xfrm>
                <a:off x="7197965" y="6328190"/>
                <a:ext cx="250200" cy="2937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A554E327-C64C-E1DF-2E48-FAB0F27B5A06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179965" y="6310190"/>
                  <a:ext cx="285840" cy="32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AD420603-68F3-FBCD-BF23-0B955DDAB6A0}"/>
              </a:ext>
            </a:extLst>
          </p:cNvPr>
          <p:cNvGrpSpPr/>
          <p:nvPr/>
        </p:nvGrpSpPr>
        <p:grpSpPr>
          <a:xfrm>
            <a:off x="7948565" y="6337190"/>
            <a:ext cx="1537200" cy="334440"/>
            <a:chOff x="7948565" y="6337190"/>
            <a:chExt cx="1537200" cy="33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20D45B2-6EF5-BFB6-6845-451FA93E4698}"/>
                    </a:ext>
                  </a:extLst>
                </p14:cNvPr>
                <p14:cNvContentPartPr/>
                <p14:nvPr/>
              </p14:nvContentPartPr>
              <p14:xfrm>
                <a:off x="7948565" y="6453110"/>
                <a:ext cx="389520" cy="93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20D45B2-6EF5-BFB6-6845-451FA93E4698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930565" y="6435110"/>
                  <a:ext cx="4251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B80C7D53-E567-0725-BD33-C1277CDDA729}"/>
                    </a:ext>
                  </a:extLst>
                </p14:cNvPr>
                <p14:cNvContentPartPr/>
                <p14:nvPr/>
              </p14:nvContentPartPr>
              <p14:xfrm>
                <a:off x="8553365" y="6337190"/>
                <a:ext cx="932400" cy="3344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B80C7D53-E567-0725-BD33-C1277CDDA729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535725" y="6319550"/>
                  <a:ext cx="968040" cy="37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A76D0565-9DD7-9926-BD6C-6DCC63634473}"/>
              </a:ext>
            </a:extLst>
          </p:cNvPr>
          <p:cNvGrpSpPr/>
          <p:nvPr/>
        </p:nvGrpSpPr>
        <p:grpSpPr>
          <a:xfrm>
            <a:off x="9860885" y="6403790"/>
            <a:ext cx="601920" cy="343800"/>
            <a:chOff x="9860885" y="6403790"/>
            <a:chExt cx="601920" cy="34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1C81DA14-E86E-0523-84DC-33AB83695469}"/>
                    </a:ext>
                  </a:extLst>
                </p14:cNvPr>
                <p14:cNvContentPartPr/>
                <p14:nvPr/>
              </p14:nvContentPartPr>
              <p14:xfrm>
                <a:off x="9860885" y="6498110"/>
                <a:ext cx="234720" cy="122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1C81DA14-E86E-0523-84DC-33AB83695469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9842885" y="6480470"/>
                  <a:ext cx="2703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42C2B803-0037-0073-05EC-280CD4931002}"/>
                    </a:ext>
                  </a:extLst>
                </p14:cNvPr>
                <p14:cNvContentPartPr/>
                <p14:nvPr/>
              </p14:nvContentPartPr>
              <p14:xfrm>
                <a:off x="10375325" y="6403790"/>
                <a:ext cx="87480" cy="34380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42C2B803-0037-0073-05EC-280CD4931002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0357325" y="6386150"/>
                  <a:ext cx="123120" cy="37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A4C1A250-B47D-6326-29E2-9510F8B0D08C}"/>
              </a:ext>
            </a:extLst>
          </p:cNvPr>
          <p:cNvGrpSpPr/>
          <p:nvPr/>
        </p:nvGrpSpPr>
        <p:grpSpPr>
          <a:xfrm>
            <a:off x="10812005" y="6498110"/>
            <a:ext cx="217440" cy="117720"/>
            <a:chOff x="10812005" y="6498110"/>
            <a:chExt cx="217440" cy="11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3B6DC195-9FC1-4532-7AE2-C60CCF4FACD8}"/>
                    </a:ext>
                  </a:extLst>
                </p14:cNvPr>
                <p14:cNvContentPartPr/>
                <p14:nvPr/>
              </p14:nvContentPartPr>
              <p14:xfrm>
                <a:off x="10812005" y="6498110"/>
                <a:ext cx="159840" cy="36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3B6DC195-9FC1-4532-7AE2-C60CCF4FACD8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0794365" y="6480470"/>
                  <a:ext cx="195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CC33A7B7-CE7B-293C-383C-6AA5F2348397}"/>
                    </a:ext>
                  </a:extLst>
                </p14:cNvPr>
                <p14:cNvContentPartPr/>
                <p14:nvPr/>
              </p14:nvContentPartPr>
              <p14:xfrm>
                <a:off x="10814525" y="6613310"/>
                <a:ext cx="214920" cy="25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CC33A7B7-CE7B-293C-383C-6AA5F2348397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0796885" y="6595670"/>
                  <a:ext cx="250560" cy="3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4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1F142D48-774B-6C18-EFF4-3226159881D3}"/>
                  </a:ext>
                </a:extLst>
              </p14:cNvPr>
              <p14:cNvContentPartPr/>
              <p14:nvPr/>
            </p14:nvContentPartPr>
            <p14:xfrm>
              <a:off x="5644925" y="5712950"/>
              <a:ext cx="284400" cy="727200"/>
            </p14:xfrm>
          </p:contentPart>
        </mc:Choice>
        <mc:Fallback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1F142D48-774B-6C18-EFF4-3226159881D3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5626925" y="5695310"/>
                <a:ext cx="320040" cy="76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6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9A4B619E-52F0-B1AB-1287-028E4F3E9C08}"/>
                  </a:ext>
                </a:extLst>
              </p14:cNvPr>
              <p14:cNvContentPartPr/>
              <p14:nvPr/>
            </p14:nvContentPartPr>
            <p14:xfrm>
              <a:off x="5091245" y="5573630"/>
              <a:ext cx="468720" cy="74304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9A4B619E-52F0-B1AB-1287-028E4F3E9C08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5073605" y="5555990"/>
                <a:ext cx="504360" cy="77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2692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366FB32-ACBA-43D1-5B54-F3B56801F5E3}"/>
              </a:ext>
            </a:extLst>
          </p:cNvPr>
          <p:cNvGrpSpPr/>
          <p:nvPr/>
        </p:nvGrpSpPr>
        <p:grpSpPr>
          <a:xfrm>
            <a:off x="245223" y="315830"/>
            <a:ext cx="464760" cy="682200"/>
            <a:chOff x="245223" y="315830"/>
            <a:chExt cx="464760" cy="68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D905216-C24D-4ADA-18A1-C996A8DB5827}"/>
                    </a:ext>
                  </a:extLst>
                </p14:cNvPr>
                <p14:cNvContentPartPr/>
                <p14:nvPr/>
              </p14:nvContentPartPr>
              <p14:xfrm>
                <a:off x="245223" y="315830"/>
                <a:ext cx="256680" cy="4867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D905216-C24D-4ADA-18A1-C996A8DB582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7583" y="297830"/>
                  <a:ext cx="29232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3ED65C5-45CC-447D-E198-F3A2DA2BFB15}"/>
                    </a:ext>
                  </a:extLst>
                </p14:cNvPr>
                <p14:cNvContentPartPr/>
                <p14:nvPr/>
              </p14:nvContentPartPr>
              <p14:xfrm>
                <a:off x="549783" y="723710"/>
                <a:ext cx="160200" cy="274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3ED65C5-45CC-447D-E198-F3A2DA2BFB1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1783" y="706070"/>
                  <a:ext cx="195840" cy="30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3DF89D66-5CC1-C6DF-B51B-3BE661F45A87}"/>
              </a:ext>
            </a:extLst>
          </p:cNvPr>
          <p:cNvGrpSpPr/>
          <p:nvPr/>
        </p:nvGrpSpPr>
        <p:grpSpPr>
          <a:xfrm>
            <a:off x="9151623" y="59510"/>
            <a:ext cx="1367640" cy="754200"/>
            <a:chOff x="9151623" y="59510"/>
            <a:chExt cx="1367640" cy="75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5080C69-1071-0925-2832-90A3B91B8EBF}"/>
                    </a:ext>
                  </a:extLst>
                </p14:cNvPr>
                <p14:cNvContentPartPr/>
                <p14:nvPr/>
              </p14:nvContentPartPr>
              <p14:xfrm>
                <a:off x="9204903" y="274070"/>
                <a:ext cx="9000" cy="367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5080C69-1071-0925-2832-90A3B91B8EB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186903" y="256430"/>
                  <a:ext cx="4464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62CB4EC-DA79-418A-47BB-9091AB02439C}"/>
                    </a:ext>
                  </a:extLst>
                </p14:cNvPr>
                <p14:cNvContentPartPr/>
                <p14:nvPr/>
              </p14:nvContentPartPr>
              <p14:xfrm>
                <a:off x="9151623" y="243830"/>
                <a:ext cx="253080" cy="401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62CB4EC-DA79-418A-47BB-9091AB02439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133623" y="226190"/>
                  <a:ext cx="28872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837E5C4-95F6-0C0D-108D-3E1055D0B558}"/>
                    </a:ext>
                  </a:extLst>
                </p14:cNvPr>
                <p14:cNvContentPartPr/>
                <p14:nvPr/>
              </p14:nvContentPartPr>
              <p14:xfrm>
                <a:off x="9321543" y="566390"/>
                <a:ext cx="209880" cy="2473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837E5C4-95F6-0C0D-108D-3E1055D0B55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303543" y="548750"/>
                  <a:ext cx="2455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D251873-549C-368E-7AA7-AC70B0929A7D}"/>
                    </a:ext>
                  </a:extLst>
                </p14:cNvPr>
                <p14:cNvContentPartPr/>
                <p14:nvPr/>
              </p14:nvContentPartPr>
              <p14:xfrm>
                <a:off x="9708183" y="253910"/>
                <a:ext cx="29160" cy="351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D251873-549C-368E-7AA7-AC70B0929A7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690183" y="236270"/>
                  <a:ext cx="6480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7FA86CF-6927-4B26-2B33-7B26023C54C4}"/>
                    </a:ext>
                  </a:extLst>
                </p14:cNvPr>
                <p14:cNvContentPartPr/>
                <p14:nvPr/>
              </p14:nvContentPartPr>
              <p14:xfrm>
                <a:off x="9669303" y="206750"/>
                <a:ext cx="231120" cy="4179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7FA86CF-6927-4B26-2B33-7B26023C54C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651303" y="189110"/>
                  <a:ext cx="26676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A663754-38AA-3FA0-3162-CF7805E1D6A8}"/>
                    </a:ext>
                  </a:extLst>
                </p14:cNvPr>
                <p14:cNvContentPartPr/>
                <p14:nvPr/>
              </p14:nvContentPartPr>
              <p14:xfrm>
                <a:off x="9897903" y="585830"/>
                <a:ext cx="162360" cy="1515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A663754-38AA-3FA0-3162-CF7805E1D6A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879903" y="568190"/>
                  <a:ext cx="1980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6D2883C-D563-9C4B-3347-B57055D2D4B3}"/>
                    </a:ext>
                  </a:extLst>
                </p14:cNvPr>
                <p14:cNvContentPartPr/>
                <p14:nvPr/>
              </p14:nvContentPartPr>
              <p14:xfrm>
                <a:off x="10239183" y="270110"/>
                <a:ext cx="50400" cy="320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6D2883C-D563-9C4B-3347-B57055D2D4B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221543" y="252110"/>
                  <a:ext cx="8604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C1BB893-323F-17FD-7992-FCD5474A0AB8}"/>
                    </a:ext>
                  </a:extLst>
                </p14:cNvPr>
                <p14:cNvContentPartPr/>
                <p14:nvPr/>
              </p14:nvContentPartPr>
              <p14:xfrm>
                <a:off x="10229103" y="266510"/>
                <a:ext cx="227880" cy="3639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C1BB893-323F-17FD-7992-FCD5474A0AB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211463" y="248870"/>
                  <a:ext cx="26352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5902943-5A9E-5F6D-E413-BEFE0F232F8F}"/>
                    </a:ext>
                  </a:extLst>
                </p14:cNvPr>
                <p14:cNvContentPartPr/>
                <p14:nvPr/>
              </p14:nvContentPartPr>
              <p14:xfrm>
                <a:off x="10507743" y="596270"/>
                <a:ext cx="11520" cy="2116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5902943-5A9E-5F6D-E413-BEFE0F232F8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490103" y="578270"/>
                  <a:ext cx="471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6E4BBB1-0BC3-4CA6-9DFB-FE6010B595E1}"/>
                    </a:ext>
                  </a:extLst>
                </p14:cNvPr>
                <p14:cNvContentPartPr/>
                <p14:nvPr/>
              </p14:nvContentPartPr>
              <p14:xfrm>
                <a:off x="9661743" y="59510"/>
                <a:ext cx="231480" cy="25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6E4BBB1-0BC3-4CA6-9DFB-FE6010B595E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643743" y="41510"/>
                  <a:ext cx="267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C813685-AA9E-B5C8-E204-CC460D288DA8}"/>
                    </a:ext>
                  </a:extLst>
                </p14:cNvPr>
                <p14:cNvContentPartPr/>
                <p14:nvPr/>
              </p14:nvContentPartPr>
              <p14:xfrm>
                <a:off x="10223703" y="123950"/>
                <a:ext cx="270720" cy="230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C813685-AA9E-B5C8-E204-CC460D288DA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206063" y="105950"/>
                  <a:ext cx="30636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AC4AB667-2567-F61F-DD6F-9E57158B020C}"/>
              </a:ext>
            </a:extLst>
          </p:cNvPr>
          <p:cNvGrpSpPr/>
          <p:nvPr/>
        </p:nvGrpSpPr>
        <p:grpSpPr>
          <a:xfrm>
            <a:off x="990423" y="152030"/>
            <a:ext cx="7905960" cy="1779840"/>
            <a:chOff x="990423" y="152030"/>
            <a:chExt cx="7905960" cy="177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484A74E-BA9E-7E98-DB24-67E8711E8AD7}"/>
                    </a:ext>
                  </a:extLst>
                </p14:cNvPr>
                <p14:cNvContentPartPr/>
                <p14:nvPr/>
              </p14:nvContentPartPr>
              <p14:xfrm>
                <a:off x="1027143" y="536150"/>
                <a:ext cx="136080" cy="1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484A74E-BA9E-7E98-DB24-67E8711E8AD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09503" y="518510"/>
                  <a:ext cx="1717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70272C1-6979-37B3-09E5-B0C66D81B031}"/>
                    </a:ext>
                  </a:extLst>
                </p14:cNvPr>
                <p14:cNvContentPartPr/>
                <p14:nvPr/>
              </p14:nvContentPartPr>
              <p14:xfrm>
                <a:off x="990423" y="622190"/>
                <a:ext cx="162360" cy="241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70272C1-6979-37B3-09E5-B0C66D81B03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72783" y="604190"/>
                  <a:ext cx="1980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040678C-21CC-60DD-F69B-954FABCAA614}"/>
                    </a:ext>
                  </a:extLst>
                </p14:cNvPr>
                <p14:cNvContentPartPr/>
                <p14:nvPr/>
              </p14:nvContentPartPr>
              <p14:xfrm>
                <a:off x="1435023" y="327350"/>
                <a:ext cx="24480" cy="4014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040678C-21CC-60DD-F69B-954FABCAA61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417383" y="309350"/>
                  <a:ext cx="6012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435A8E7-C6B7-4502-4664-B16BEA76B889}"/>
                    </a:ext>
                  </a:extLst>
                </p14:cNvPr>
                <p14:cNvContentPartPr/>
                <p14:nvPr/>
              </p14:nvContentPartPr>
              <p14:xfrm>
                <a:off x="1398303" y="358670"/>
                <a:ext cx="229320" cy="3938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435A8E7-C6B7-4502-4664-B16BEA76B88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380663" y="340670"/>
                  <a:ext cx="26496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D50CC27-1E6F-FD42-9BF2-0EF974FE3264}"/>
                    </a:ext>
                  </a:extLst>
                </p14:cNvPr>
                <p14:cNvContentPartPr/>
                <p14:nvPr/>
              </p14:nvContentPartPr>
              <p14:xfrm>
                <a:off x="1670103" y="698510"/>
                <a:ext cx="143640" cy="246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D50CC27-1E6F-FD42-9BF2-0EF974FE326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652103" y="680870"/>
                  <a:ext cx="1792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7E24D9B-6A41-6980-1B77-48AC8AEB03DE}"/>
                    </a:ext>
                  </a:extLst>
                </p14:cNvPr>
                <p14:cNvContentPartPr/>
                <p14:nvPr/>
              </p14:nvContentPartPr>
              <p14:xfrm>
                <a:off x="1382463" y="202790"/>
                <a:ext cx="340560" cy="11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7E24D9B-6A41-6980-1B77-48AC8AEB03D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364463" y="185150"/>
                  <a:ext cx="3762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0B2F88A-777D-115C-D7E4-38C2CFD30E9D}"/>
                    </a:ext>
                  </a:extLst>
                </p14:cNvPr>
                <p14:cNvContentPartPr/>
                <p14:nvPr/>
              </p14:nvContentPartPr>
              <p14:xfrm>
                <a:off x="2047743" y="381350"/>
                <a:ext cx="51120" cy="359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0B2F88A-777D-115C-D7E4-38C2CFD30E9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030103" y="363710"/>
                  <a:ext cx="8676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B41ACF5-485A-465C-8282-76AA81417426}"/>
                    </a:ext>
                  </a:extLst>
                </p14:cNvPr>
                <p14:cNvContentPartPr/>
                <p14:nvPr/>
              </p14:nvContentPartPr>
              <p14:xfrm>
                <a:off x="2047743" y="356510"/>
                <a:ext cx="260280" cy="381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B41ACF5-485A-465C-8282-76AA8141742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030103" y="338870"/>
                  <a:ext cx="29592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3C340B7-E7DC-1198-8943-C86E99B6D7E9}"/>
                    </a:ext>
                  </a:extLst>
                </p14:cNvPr>
                <p14:cNvContentPartPr/>
                <p14:nvPr/>
              </p14:nvContentPartPr>
              <p14:xfrm>
                <a:off x="2368503" y="714710"/>
                <a:ext cx="194400" cy="199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3C340B7-E7DC-1198-8943-C86E99B6D7E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350503" y="697070"/>
                  <a:ext cx="2300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BD1A729-CED0-ED2E-C9B1-9B0F65588AE2}"/>
                    </a:ext>
                  </a:extLst>
                </p14:cNvPr>
                <p14:cNvContentPartPr/>
                <p14:nvPr/>
              </p14:nvContentPartPr>
              <p14:xfrm>
                <a:off x="2071503" y="167870"/>
                <a:ext cx="247680" cy="12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BD1A729-CED0-ED2E-C9B1-9B0F65588AE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053863" y="150230"/>
                  <a:ext cx="2833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495D94E-AF99-58FE-08BB-CEBBB98401AF}"/>
                    </a:ext>
                  </a:extLst>
                </p14:cNvPr>
                <p14:cNvContentPartPr/>
                <p14:nvPr/>
              </p14:nvContentPartPr>
              <p14:xfrm>
                <a:off x="2843703" y="393950"/>
                <a:ext cx="51840" cy="376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495D94E-AF99-58FE-08BB-CEBBB98401A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826063" y="375950"/>
                  <a:ext cx="8748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8F02A27-7EBB-E714-661F-6E473E3EEE48}"/>
                    </a:ext>
                  </a:extLst>
                </p14:cNvPr>
                <p14:cNvContentPartPr/>
                <p14:nvPr/>
              </p14:nvContentPartPr>
              <p14:xfrm>
                <a:off x="2863863" y="345710"/>
                <a:ext cx="279000" cy="428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8F02A27-7EBB-E714-661F-6E473E3EEE4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845863" y="328070"/>
                  <a:ext cx="31464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27849A0-9DFF-B120-707D-91FA62EED2E4}"/>
                    </a:ext>
                  </a:extLst>
                </p14:cNvPr>
                <p14:cNvContentPartPr/>
                <p14:nvPr/>
              </p14:nvContentPartPr>
              <p14:xfrm>
                <a:off x="3230343" y="723710"/>
                <a:ext cx="69120" cy="219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27849A0-9DFF-B120-707D-91FA62EED2E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212703" y="706070"/>
                  <a:ext cx="1047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E169846-3A53-DF77-2DA5-4E5E990CB7EB}"/>
                    </a:ext>
                  </a:extLst>
                </p14:cNvPr>
                <p14:cNvContentPartPr/>
                <p14:nvPr/>
              </p14:nvContentPartPr>
              <p14:xfrm>
                <a:off x="3632103" y="600590"/>
                <a:ext cx="243360" cy="15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E169846-3A53-DF77-2DA5-4E5E990CB7E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614103" y="582950"/>
                  <a:ext cx="2790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F00D40B-BF6B-B286-C8C5-DCCB19A1B576}"/>
                    </a:ext>
                  </a:extLst>
                </p14:cNvPr>
                <p14:cNvContentPartPr/>
                <p14:nvPr/>
              </p14:nvContentPartPr>
              <p14:xfrm>
                <a:off x="3781503" y="446870"/>
                <a:ext cx="40680" cy="358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F00D40B-BF6B-B286-C8C5-DCCB19A1B57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763503" y="429230"/>
                  <a:ext cx="7632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0F0F9C4-7524-2BC5-5B78-6CD3A47E0427}"/>
                    </a:ext>
                  </a:extLst>
                </p14:cNvPr>
                <p14:cNvContentPartPr/>
                <p14:nvPr/>
              </p14:nvContentPartPr>
              <p14:xfrm>
                <a:off x="4271103" y="152030"/>
                <a:ext cx="231480" cy="7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0F0F9C4-7524-2BC5-5B78-6CD3A47E042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53103" y="134390"/>
                  <a:ext cx="2671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23266C6-DF76-1A12-8B41-763E822309DC}"/>
                    </a:ext>
                  </a:extLst>
                </p14:cNvPr>
                <p14:cNvContentPartPr/>
                <p14:nvPr/>
              </p14:nvContentPartPr>
              <p14:xfrm>
                <a:off x="4291263" y="335270"/>
                <a:ext cx="34200" cy="397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23266C6-DF76-1A12-8B41-763E822309D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273263" y="317630"/>
                  <a:ext cx="6984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98F855A-3555-24EB-8EB0-85E692067119}"/>
                    </a:ext>
                  </a:extLst>
                </p14:cNvPr>
                <p14:cNvContentPartPr/>
                <p14:nvPr/>
              </p14:nvContentPartPr>
              <p14:xfrm>
                <a:off x="4267863" y="337430"/>
                <a:ext cx="221040" cy="345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98F855A-3555-24EB-8EB0-85E69206711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250223" y="319430"/>
                  <a:ext cx="25668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321757B-FD53-0471-CEA0-D62105A83CC1}"/>
                    </a:ext>
                  </a:extLst>
                </p14:cNvPr>
                <p14:cNvContentPartPr/>
                <p14:nvPr/>
              </p14:nvContentPartPr>
              <p14:xfrm>
                <a:off x="4498263" y="636230"/>
                <a:ext cx="220320" cy="277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321757B-FD53-0471-CEA0-D62105A83CC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480623" y="618590"/>
                  <a:ext cx="2559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FBD524C-7555-576E-DB72-DCD6C4372E94}"/>
                    </a:ext>
                  </a:extLst>
                </p14:cNvPr>
                <p14:cNvContentPartPr/>
                <p14:nvPr/>
              </p14:nvContentPartPr>
              <p14:xfrm>
                <a:off x="4923783" y="416270"/>
                <a:ext cx="26640" cy="3146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FBD524C-7555-576E-DB72-DCD6C4372E9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906143" y="398630"/>
                  <a:ext cx="6228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3961570-E5E1-167F-34A2-17F404C80264}"/>
                    </a:ext>
                  </a:extLst>
                </p14:cNvPr>
                <p14:cNvContentPartPr/>
                <p14:nvPr/>
              </p14:nvContentPartPr>
              <p14:xfrm>
                <a:off x="4932783" y="402950"/>
                <a:ext cx="197640" cy="340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3961570-E5E1-167F-34A2-17F404C8026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914783" y="385310"/>
                  <a:ext cx="23328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E7BE7A9-25B3-18FF-74B5-0C7D33503C53}"/>
                    </a:ext>
                  </a:extLst>
                </p14:cNvPr>
                <p14:cNvContentPartPr/>
                <p14:nvPr/>
              </p14:nvContentPartPr>
              <p14:xfrm>
                <a:off x="5195223" y="692030"/>
                <a:ext cx="150840" cy="198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E7BE7A9-25B3-18FF-74B5-0C7D33503C5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177223" y="674390"/>
                  <a:ext cx="1864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8510248-1807-924F-AEC3-D2DF8A6078FF}"/>
                    </a:ext>
                  </a:extLst>
                </p14:cNvPr>
                <p14:cNvContentPartPr/>
                <p14:nvPr/>
              </p14:nvContentPartPr>
              <p14:xfrm>
                <a:off x="5565303" y="358310"/>
                <a:ext cx="88200" cy="3495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8510248-1807-924F-AEC3-D2DF8A6078F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547663" y="340670"/>
                  <a:ext cx="12384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ECB524C-1B1C-A2A6-D5CA-C3DEA8A5A1CB}"/>
                    </a:ext>
                  </a:extLst>
                </p14:cNvPr>
                <p14:cNvContentPartPr/>
                <p14:nvPr/>
              </p14:nvContentPartPr>
              <p14:xfrm>
                <a:off x="5595543" y="347510"/>
                <a:ext cx="266400" cy="3844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ECB524C-1B1C-A2A6-D5CA-C3DEA8A5A1C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577543" y="329870"/>
                  <a:ext cx="30204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6EE8363-0C16-81ED-5773-4265D206C7B8}"/>
                    </a:ext>
                  </a:extLst>
                </p14:cNvPr>
                <p14:cNvContentPartPr/>
                <p14:nvPr/>
              </p14:nvContentPartPr>
              <p14:xfrm>
                <a:off x="5988303" y="676190"/>
                <a:ext cx="5400" cy="221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6EE8363-0C16-81ED-5773-4265D206C7B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970663" y="658550"/>
                  <a:ext cx="410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7E46EDD-9805-FDD3-B19D-AF85A37556B4}"/>
                    </a:ext>
                  </a:extLst>
                </p14:cNvPr>
                <p14:cNvContentPartPr/>
                <p14:nvPr/>
              </p14:nvContentPartPr>
              <p14:xfrm>
                <a:off x="5599143" y="170030"/>
                <a:ext cx="292320" cy="11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7E46EDD-9805-FDD3-B19D-AF85A37556B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581503" y="152390"/>
                  <a:ext cx="3279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AD215F8-24BD-18F6-821E-28B8DEE076BE}"/>
                    </a:ext>
                  </a:extLst>
                </p14:cNvPr>
                <p14:cNvContentPartPr/>
                <p14:nvPr/>
              </p14:nvContentPartPr>
              <p14:xfrm>
                <a:off x="6274143" y="501230"/>
                <a:ext cx="274680" cy="12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AD215F8-24BD-18F6-821E-28B8DEE076B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256143" y="483230"/>
                  <a:ext cx="3103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1758C69-3792-3BD1-06FC-754E32D85142}"/>
                    </a:ext>
                  </a:extLst>
                </p14:cNvPr>
                <p14:cNvContentPartPr/>
                <p14:nvPr/>
              </p14:nvContentPartPr>
              <p14:xfrm>
                <a:off x="6407703" y="372350"/>
                <a:ext cx="34200" cy="269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1758C69-3792-3BD1-06FC-754E32D8514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390063" y="354710"/>
                  <a:ext cx="698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8804B29-61C0-14F5-0072-E78D57A8AA63}"/>
                    </a:ext>
                  </a:extLst>
                </p14:cNvPr>
                <p14:cNvContentPartPr/>
                <p14:nvPr/>
              </p14:nvContentPartPr>
              <p14:xfrm>
                <a:off x="6852303" y="343190"/>
                <a:ext cx="50400" cy="329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8804B29-61C0-14F5-0072-E78D57A8AA6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834303" y="325190"/>
                  <a:ext cx="8604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44AD864-C261-EAB1-EA8C-6FF88D0F21C6}"/>
                    </a:ext>
                  </a:extLst>
                </p14:cNvPr>
                <p14:cNvContentPartPr/>
                <p14:nvPr/>
              </p14:nvContentPartPr>
              <p14:xfrm>
                <a:off x="6843663" y="323030"/>
                <a:ext cx="218520" cy="331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44AD864-C261-EAB1-EA8C-6FF88D0F21C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826023" y="305390"/>
                  <a:ext cx="25416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0F7C4C7-F95B-9063-EC91-62EE74C035FC}"/>
                    </a:ext>
                  </a:extLst>
                </p14:cNvPr>
                <p14:cNvContentPartPr/>
                <p14:nvPr/>
              </p14:nvContentPartPr>
              <p14:xfrm>
                <a:off x="7038063" y="598790"/>
                <a:ext cx="206280" cy="305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0F7C4C7-F95B-9063-EC91-62EE74C035F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020063" y="580790"/>
                  <a:ext cx="24192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C3FBC27-2300-F9BB-9431-976384EA1FFC}"/>
                    </a:ext>
                  </a:extLst>
                </p14:cNvPr>
                <p14:cNvContentPartPr/>
                <p14:nvPr/>
              </p14:nvContentPartPr>
              <p14:xfrm>
                <a:off x="6884703" y="152030"/>
                <a:ext cx="221400" cy="9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C3FBC27-2300-F9BB-9431-976384EA1FF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867063" y="134390"/>
                  <a:ext cx="2570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7D136AA-1540-693B-9849-179D2AAFF210}"/>
                    </a:ext>
                  </a:extLst>
                </p14:cNvPr>
                <p14:cNvContentPartPr/>
                <p14:nvPr/>
              </p14:nvContentPartPr>
              <p14:xfrm>
                <a:off x="7477263" y="265070"/>
                <a:ext cx="53280" cy="369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7D136AA-1540-693B-9849-179D2AAFF21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459623" y="247430"/>
                  <a:ext cx="8892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F995072-51DB-F320-729B-278732487148}"/>
                    </a:ext>
                  </a:extLst>
                </p14:cNvPr>
                <p14:cNvContentPartPr/>
                <p14:nvPr/>
              </p14:nvContentPartPr>
              <p14:xfrm>
                <a:off x="7453503" y="280910"/>
                <a:ext cx="250560" cy="412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F995072-51DB-F320-729B-27873248714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435503" y="262910"/>
                  <a:ext cx="28620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DF2DE30-CCF0-F98E-E198-CE66FFBC9C1E}"/>
                    </a:ext>
                  </a:extLst>
                </p14:cNvPr>
                <p14:cNvContentPartPr/>
                <p14:nvPr/>
              </p14:nvContentPartPr>
              <p14:xfrm>
                <a:off x="7750863" y="675110"/>
                <a:ext cx="169920" cy="151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DF2DE30-CCF0-F98E-E198-CE66FFBC9C1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733223" y="657470"/>
                  <a:ext cx="2055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FC8765F-867D-A391-CBF4-C8A20EB56598}"/>
                    </a:ext>
                  </a:extLst>
                </p14:cNvPr>
                <p14:cNvContentPartPr/>
                <p14:nvPr/>
              </p14:nvContentPartPr>
              <p14:xfrm>
                <a:off x="8056143" y="307910"/>
                <a:ext cx="44280" cy="374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FC8765F-867D-A391-CBF4-C8A20EB5659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038143" y="290270"/>
                  <a:ext cx="7992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4C01936-27C0-8D6B-FE4E-EE858971A5A7}"/>
                    </a:ext>
                  </a:extLst>
                </p14:cNvPr>
                <p14:cNvContentPartPr/>
                <p14:nvPr/>
              </p14:nvContentPartPr>
              <p14:xfrm>
                <a:off x="8002143" y="243470"/>
                <a:ext cx="267840" cy="417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4C01936-27C0-8D6B-FE4E-EE858971A5A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984143" y="225470"/>
                  <a:ext cx="30348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0F54141-C7DE-39C6-C48A-0A3FE326D524}"/>
                    </a:ext>
                  </a:extLst>
                </p14:cNvPr>
                <p14:cNvContentPartPr/>
                <p14:nvPr/>
              </p14:nvContentPartPr>
              <p14:xfrm>
                <a:off x="8386263" y="659270"/>
                <a:ext cx="19080" cy="2206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0F54141-C7DE-39C6-C48A-0A3FE326D52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368263" y="641630"/>
                  <a:ext cx="547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2284C4F-4C5A-71DA-1834-CDF54AF596B1}"/>
                    </a:ext>
                  </a:extLst>
                </p14:cNvPr>
                <p14:cNvContentPartPr/>
                <p14:nvPr/>
              </p14:nvContentPartPr>
              <p14:xfrm>
                <a:off x="8692623" y="424550"/>
                <a:ext cx="203760" cy="12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2284C4F-4C5A-71DA-1834-CDF54AF596B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674623" y="406550"/>
                  <a:ext cx="2394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AE8EBB0-8791-9B74-048F-52F211958BE4}"/>
                    </a:ext>
                  </a:extLst>
                </p14:cNvPr>
                <p14:cNvContentPartPr/>
                <p14:nvPr/>
              </p14:nvContentPartPr>
              <p14:xfrm>
                <a:off x="8786583" y="336350"/>
                <a:ext cx="28080" cy="2156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AE8EBB0-8791-9B74-048F-52F211958BE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768943" y="318350"/>
                  <a:ext cx="637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6501672-343E-5ACD-8555-B3D4F9B7AB56}"/>
                    </a:ext>
                  </a:extLst>
                </p14:cNvPr>
                <p14:cNvContentPartPr/>
                <p14:nvPr/>
              </p14:nvContentPartPr>
              <p14:xfrm>
                <a:off x="1067463" y="1694630"/>
                <a:ext cx="155880" cy="15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6501672-343E-5ACD-8555-B3D4F9B7AB5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49463" y="1676630"/>
                  <a:ext cx="1915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9C12BD9-DAFD-21B8-5A02-4B01E40DD439}"/>
                    </a:ext>
                  </a:extLst>
                </p14:cNvPr>
                <p14:cNvContentPartPr/>
                <p14:nvPr/>
              </p14:nvContentPartPr>
              <p14:xfrm>
                <a:off x="1001943" y="1580150"/>
                <a:ext cx="171000" cy="2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9C12BD9-DAFD-21B8-5A02-4B01E40DD43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84303" y="1562510"/>
                  <a:ext cx="2066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4CDF4BF-8F6A-234A-B5FE-39BCBA84C9C9}"/>
                    </a:ext>
                  </a:extLst>
                </p14:cNvPr>
                <p14:cNvContentPartPr/>
                <p14:nvPr/>
              </p14:nvContentPartPr>
              <p14:xfrm>
                <a:off x="1600983" y="1261550"/>
                <a:ext cx="89640" cy="4377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4CDF4BF-8F6A-234A-B5FE-39BCBA84C9C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582983" y="1243910"/>
                  <a:ext cx="12528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F44E2E0-383E-1145-A0B7-C3432D5E9024}"/>
                    </a:ext>
                  </a:extLst>
                </p14:cNvPr>
                <p14:cNvContentPartPr/>
                <p14:nvPr/>
              </p14:nvContentPartPr>
              <p14:xfrm>
                <a:off x="1530063" y="1261550"/>
                <a:ext cx="354600" cy="4399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F44E2E0-383E-1145-A0B7-C3432D5E902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512423" y="1243550"/>
                  <a:ext cx="39024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7E400CB-1581-E3EA-B7C1-AEC0CF09A81A}"/>
                    </a:ext>
                  </a:extLst>
                </p14:cNvPr>
                <p14:cNvContentPartPr/>
                <p14:nvPr/>
              </p14:nvContentPartPr>
              <p14:xfrm>
                <a:off x="2024703" y="1616150"/>
                <a:ext cx="166320" cy="2880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7E400CB-1581-E3EA-B7C1-AEC0CF09A81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007063" y="1598510"/>
                  <a:ext cx="20196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B2529BC-07A7-358D-EFB7-B2FC2BB7011A}"/>
                    </a:ext>
                  </a:extLst>
                </p14:cNvPr>
                <p14:cNvContentPartPr/>
                <p14:nvPr/>
              </p14:nvContentPartPr>
              <p14:xfrm>
                <a:off x="2686023" y="1138430"/>
                <a:ext cx="228240" cy="5731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B2529BC-07A7-358D-EFB7-B2FC2BB7011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668023" y="1120430"/>
                  <a:ext cx="263880" cy="60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7EC29A6-6D4F-2EBE-AEBD-653BBD6F7740}"/>
                    </a:ext>
                  </a:extLst>
                </p14:cNvPr>
                <p14:cNvContentPartPr/>
                <p14:nvPr/>
              </p14:nvContentPartPr>
              <p14:xfrm>
                <a:off x="3020823" y="1255790"/>
                <a:ext cx="257760" cy="4183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7EC29A6-6D4F-2EBE-AEBD-653BBD6F774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003183" y="1238150"/>
                  <a:ext cx="29340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8B560C4-0C9B-3CA5-1680-0840764926E2}"/>
                    </a:ext>
                  </a:extLst>
                </p14:cNvPr>
                <p14:cNvContentPartPr/>
                <p14:nvPr/>
              </p14:nvContentPartPr>
              <p14:xfrm>
                <a:off x="3416103" y="1599590"/>
                <a:ext cx="180000" cy="2106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8B560C4-0C9B-3CA5-1680-0840764926E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398463" y="1581590"/>
                  <a:ext cx="2156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E1F230C-67A6-E59A-1E42-FA76345AC767}"/>
                    </a:ext>
                  </a:extLst>
                </p14:cNvPr>
                <p14:cNvContentPartPr/>
                <p14:nvPr/>
              </p14:nvContentPartPr>
              <p14:xfrm>
                <a:off x="3091023" y="1125830"/>
                <a:ext cx="310320" cy="104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E1F230C-67A6-E59A-1E42-FA76345AC76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073383" y="1108190"/>
                  <a:ext cx="3459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0D78F96-A0CA-60CE-B3CA-81D7555F2C35}"/>
                    </a:ext>
                  </a:extLst>
                </p14:cNvPr>
                <p14:cNvContentPartPr/>
                <p14:nvPr/>
              </p14:nvContentPartPr>
              <p14:xfrm>
                <a:off x="3775383" y="1272350"/>
                <a:ext cx="70920" cy="4420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0D78F96-A0CA-60CE-B3CA-81D7555F2C3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757383" y="1254710"/>
                  <a:ext cx="10656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8E62BFB-7D0B-1893-8A16-A30004E14AEB}"/>
                    </a:ext>
                  </a:extLst>
                </p14:cNvPr>
                <p14:cNvContentPartPr/>
                <p14:nvPr/>
              </p14:nvContentPartPr>
              <p14:xfrm>
                <a:off x="3742623" y="1281710"/>
                <a:ext cx="314280" cy="4255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8E62BFB-7D0B-1893-8A16-A30004E14AE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724623" y="1263710"/>
                  <a:ext cx="34992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C4B8DD5-2139-10A3-73F8-DA94D504E29F}"/>
                    </a:ext>
                  </a:extLst>
                </p14:cNvPr>
                <p14:cNvContentPartPr/>
                <p14:nvPr/>
              </p14:nvContentPartPr>
              <p14:xfrm>
                <a:off x="4198383" y="1664750"/>
                <a:ext cx="360" cy="1785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C4B8DD5-2139-10A3-73F8-DA94D504E29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80383" y="1647110"/>
                  <a:ext cx="360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5FEEF8C-8F21-27F3-90C3-BAB42220B724}"/>
                    </a:ext>
                  </a:extLst>
                </p14:cNvPr>
                <p14:cNvContentPartPr/>
                <p14:nvPr/>
              </p14:nvContentPartPr>
              <p14:xfrm>
                <a:off x="4420503" y="1473950"/>
                <a:ext cx="301680" cy="115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5FEEF8C-8F21-27F3-90C3-BAB42220B72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402503" y="1456310"/>
                  <a:ext cx="3373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46907B2-9533-56F5-5C77-FA832CE22C58}"/>
                    </a:ext>
                  </a:extLst>
                </p14:cNvPr>
                <p14:cNvContentPartPr/>
                <p14:nvPr/>
              </p14:nvContentPartPr>
              <p14:xfrm>
                <a:off x="4606263" y="1292150"/>
                <a:ext cx="33120" cy="4125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46907B2-9533-56F5-5C77-FA832CE22C5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588623" y="1274150"/>
                  <a:ext cx="6876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19B5683-7646-B838-DA83-38047603DC4F}"/>
                    </a:ext>
                  </a:extLst>
                </p14:cNvPr>
                <p14:cNvContentPartPr/>
                <p14:nvPr/>
              </p14:nvContentPartPr>
              <p14:xfrm>
                <a:off x="5119623" y="1221590"/>
                <a:ext cx="49320" cy="4320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19B5683-7646-B838-DA83-38047603DC4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101983" y="1203950"/>
                  <a:ext cx="8496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36265F4-A539-1D70-A2FE-973BCE731E0A}"/>
                    </a:ext>
                  </a:extLst>
                </p14:cNvPr>
                <p14:cNvContentPartPr/>
                <p14:nvPr/>
              </p14:nvContentPartPr>
              <p14:xfrm>
                <a:off x="5068143" y="1263350"/>
                <a:ext cx="301320" cy="4989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36265F4-A539-1D70-A2FE-973BCE731E0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050503" y="1245710"/>
                  <a:ext cx="33696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8C98151-F991-96BB-2EBD-EEED1411D199}"/>
                    </a:ext>
                  </a:extLst>
                </p14:cNvPr>
                <p14:cNvContentPartPr/>
                <p14:nvPr/>
              </p14:nvContentPartPr>
              <p14:xfrm>
                <a:off x="5458743" y="1673390"/>
                <a:ext cx="196200" cy="2473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8C98151-F991-96BB-2EBD-EEED1411D19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440743" y="1655750"/>
                  <a:ext cx="2318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3757CCD-10D3-ED3E-2035-7323D49CD247}"/>
                    </a:ext>
                  </a:extLst>
                </p14:cNvPr>
                <p14:cNvContentPartPr/>
                <p14:nvPr/>
              </p14:nvContentPartPr>
              <p14:xfrm>
                <a:off x="5902983" y="1359830"/>
                <a:ext cx="71280" cy="3798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3757CCD-10D3-ED3E-2035-7323D49CD24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885343" y="1342190"/>
                  <a:ext cx="10692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36D5BAF-9AFC-6096-2FC6-4D6119DDD52B}"/>
                    </a:ext>
                  </a:extLst>
                </p14:cNvPr>
                <p14:cNvContentPartPr/>
                <p14:nvPr/>
              </p14:nvContentPartPr>
              <p14:xfrm>
                <a:off x="5890383" y="1337870"/>
                <a:ext cx="288000" cy="4312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36D5BAF-9AFC-6096-2FC6-4D6119DDD52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872743" y="1320230"/>
                  <a:ext cx="32364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B2A627D-8F28-9BD8-AF02-0C3A7D0E6163}"/>
                    </a:ext>
                  </a:extLst>
                </p14:cNvPr>
                <p14:cNvContentPartPr/>
                <p14:nvPr/>
              </p14:nvContentPartPr>
              <p14:xfrm>
                <a:off x="6274863" y="1713350"/>
                <a:ext cx="9000" cy="2185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B2A627D-8F28-9BD8-AF02-0C3A7D0E616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256863" y="1695710"/>
                  <a:ext cx="446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A01E085-FD42-6183-82CA-635154E9B589}"/>
                    </a:ext>
                  </a:extLst>
                </p14:cNvPr>
                <p14:cNvContentPartPr/>
                <p14:nvPr/>
              </p14:nvContentPartPr>
              <p14:xfrm>
                <a:off x="5918103" y="1158590"/>
                <a:ext cx="277920" cy="716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A01E085-FD42-6183-82CA-635154E9B58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900463" y="1140950"/>
                  <a:ext cx="3135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CEAF554-F384-E473-35AE-E3FFBB69BE40}"/>
                    </a:ext>
                  </a:extLst>
                </p14:cNvPr>
                <p14:cNvContentPartPr/>
                <p14:nvPr/>
              </p14:nvContentPartPr>
              <p14:xfrm>
                <a:off x="8619903" y="1523630"/>
                <a:ext cx="360" cy="3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CEAF554-F384-E473-35AE-E3FFBB69BE4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601903" y="15059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3929554-BB39-EC63-CCB9-1A789C91D883}"/>
                    </a:ext>
                  </a:extLst>
                </p14:cNvPr>
                <p14:cNvContentPartPr/>
                <p14:nvPr/>
              </p14:nvContentPartPr>
              <p14:xfrm>
                <a:off x="1575783" y="1059590"/>
                <a:ext cx="435960" cy="410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3929554-BB39-EC63-CCB9-1A789C91D88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557783" y="1041590"/>
                  <a:ext cx="471600" cy="7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CDBC5967-D3EB-3D83-5174-8A6757EE2230}"/>
                  </a:ext>
                </a:extLst>
              </p14:cNvPr>
              <p14:cNvContentPartPr/>
              <p14:nvPr/>
            </p14:nvContentPartPr>
            <p14:xfrm>
              <a:off x="1049823" y="4397870"/>
              <a:ext cx="6840" cy="10620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CDBC5967-D3EB-3D83-5174-8A6757EE2230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031823" y="4380230"/>
                <a:ext cx="42480" cy="14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Group 167">
            <a:extLst>
              <a:ext uri="{FF2B5EF4-FFF2-40B4-BE49-F238E27FC236}">
                <a16:creationId xmlns:a16="http://schemas.microsoft.com/office/drawing/2014/main" id="{9213BB44-F2F4-DD1B-BB27-2BB3FC13D05F}"/>
              </a:ext>
            </a:extLst>
          </p:cNvPr>
          <p:cNvGrpSpPr/>
          <p:nvPr/>
        </p:nvGrpSpPr>
        <p:grpSpPr>
          <a:xfrm>
            <a:off x="6509583" y="1343990"/>
            <a:ext cx="251280" cy="288360"/>
            <a:chOff x="6509583" y="1343990"/>
            <a:chExt cx="251280" cy="28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240F2EE-DB17-36A2-7E52-4D7437769EAB}"/>
                    </a:ext>
                  </a:extLst>
                </p14:cNvPr>
                <p14:cNvContentPartPr/>
                <p14:nvPr/>
              </p14:nvContentPartPr>
              <p14:xfrm>
                <a:off x="6509583" y="1514630"/>
                <a:ext cx="251280" cy="172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240F2EE-DB17-36A2-7E52-4D7437769EA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491943" y="1496990"/>
                  <a:ext cx="2869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4B5C5CF-F555-9B01-81B9-07D013A5DA76}"/>
                    </a:ext>
                  </a:extLst>
                </p14:cNvPr>
                <p14:cNvContentPartPr/>
                <p14:nvPr/>
              </p14:nvContentPartPr>
              <p14:xfrm>
                <a:off x="6633783" y="1343990"/>
                <a:ext cx="19080" cy="2883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4B5C5CF-F555-9B01-81B9-07D013A5DA7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615783" y="1326350"/>
                  <a:ext cx="54720" cy="32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222AE32C-FEF7-F16C-697C-2C544A42D630}"/>
              </a:ext>
            </a:extLst>
          </p:cNvPr>
          <p:cNvGrpSpPr/>
          <p:nvPr/>
        </p:nvGrpSpPr>
        <p:grpSpPr>
          <a:xfrm>
            <a:off x="7231383" y="1216190"/>
            <a:ext cx="550080" cy="634680"/>
            <a:chOff x="7231383" y="1216190"/>
            <a:chExt cx="550080" cy="63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B7515CB-C564-B92E-F518-443D5524C3CC}"/>
                    </a:ext>
                  </a:extLst>
                </p14:cNvPr>
                <p14:cNvContentPartPr/>
                <p14:nvPr/>
              </p14:nvContentPartPr>
              <p14:xfrm>
                <a:off x="7258383" y="1216190"/>
                <a:ext cx="16200" cy="4662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B7515CB-C564-B92E-F518-443D5524C3C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240383" y="1198550"/>
                  <a:ext cx="5184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E7912F6-702C-05D1-7D7E-6F332DA7AD11}"/>
                    </a:ext>
                  </a:extLst>
                </p14:cNvPr>
                <p14:cNvContentPartPr/>
                <p14:nvPr/>
              </p14:nvContentPartPr>
              <p14:xfrm>
                <a:off x="7231383" y="1233830"/>
                <a:ext cx="240120" cy="4770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E7912F6-702C-05D1-7D7E-6F332DA7AD1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213383" y="1216190"/>
                  <a:ext cx="275760" cy="51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2780D47-52D1-470F-1982-FE21A3DE1BDB}"/>
                    </a:ext>
                  </a:extLst>
                </p14:cNvPr>
                <p14:cNvContentPartPr/>
                <p14:nvPr/>
              </p14:nvContentPartPr>
              <p14:xfrm>
                <a:off x="7543143" y="1619750"/>
                <a:ext cx="238320" cy="2311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2780D47-52D1-470F-1982-FE21A3DE1BD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525143" y="1601750"/>
                  <a:ext cx="273960" cy="26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5CA25FFD-6062-96E9-0B76-99A32098D4B7}"/>
              </a:ext>
            </a:extLst>
          </p:cNvPr>
          <p:cNvGrpSpPr/>
          <p:nvPr/>
        </p:nvGrpSpPr>
        <p:grpSpPr>
          <a:xfrm>
            <a:off x="8066223" y="1293230"/>
            <a:ext cx="313920" cy="618480"/>
            <a:chOff x="8066223" y="1293230"/>
            <a:chExt cx="313920" cy="61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FECB474-8251-0DD2-D8D8-A416DB9FAE8F}"/>
                    </a:ext>
                  </a:extLst>
                </p14:cNvPr>
                <p14:cNvContentPartPr/>
                <p14:nvPr/>
              </p14:nvContentPartPr>
              <p14:xfrm>
                <a:off x="8108703" y="1302230"/>
                <a:ext cx="9360" cy="3841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FECB474-8251-0DD2-D8D8-A416DB9FAE8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091063" y="1284590"/>
                  <a:ext cx="4500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7BFB0C7-D6C1-1DF0-8BBD-89C0A7F82C89}"/>
                    </a:ext>
                  </a:extLst>
                </p14:cNvPr>
                <p14:cNvContentPartPr/>
                <p14:nvPr/>
              </p14:nvContentPartPr>
              <p14:xfrm>
                <a:off x="8066223" y="1293230"/>
                <a:ext cx="225360" cy="4500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7BFB0C7-D6C1-1DF0-8BBD-89C0A7F82C8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048223" y="1275590"/>
                  <a:ext cx="26100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6B27C28-10C0-EB52-6CDA-32091B9D4E13}"/>
                    </a:ext>
                  </a:extLst>
                </p14:cNvPr>
                <p14:cNvContentPartPr/>
                <p14:nvPr/>
              </p14:nvContentPartPr>
              <p14:xfrm>
                <a:off x="8366103" y="1683110"/>
                <a:ext cx="14040" cy="2286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6B27C28-10C0-EB52-6CDA-32091B9D4E1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348463" y="1665110"/>
                  <a:ext cx="49680" cy="26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A9726330-1DEF-83BE-DEA4-8C5E8097A116}"/>
                  </a:ext>
                </a:extLst>
              </p14:cNvPr>
              <p14:cNvContentPartPr/>
              <p14:nvPr/>
            </p14:nvContentPartPr>
            <p14:xfrm>
              <a:off x="8661303" y="1243550"/>
              <a:ext cx="273960" cy="67608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A9726330-1DEF-83BE-DEA4-8C5E8097A116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8643303" y="1225550"/>
                <a:ext cx="309600" cy="71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5" name="Group 164">
            <a:extLst>
              <a:ext uri="{FF2B5EF4-FFF2-40B4-BE49-F238E27FC236}">
                <a16:creationId xmlns:a16="http://schemas.microsoft.com/office/drawing/2014/main" id="{4DC95882-72E9-B1C0-7B54-A15F4D4D9092}"/>
              </a:ext>
            </a:extLst>
          </p:cNvPr>
          <p:cNvGrpSpPr/>
          <p:nvPr/>
        </p:nvGrpSpPr>
        <p:grpSpPr>
          <a:xfrm>
            <a:off x="1107423" y="2439830"/>
            <a:ext cx="202320" cy="141480"/>
            <a:chOff x="1107423" y="2439830"/>
            <a:chExt cx="202320" cy="14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4AEC173-B0DD-03FF-8CF1-6828BAEE7119}"/>
                    </a:ext>
                  </a:extLst>
                </p14:cNvPr>
                <p14:cNvContentPartPr/>
                <p14:nvPr/>
              </p14:nvContentPartPr>
              <p14:xfrm>
                <a:off x="1133703" y="2577710"/>
                <a:ext cx="163440" cy="36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4AEC173-B0DD-03FF-8CF1-6828BAEE711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16063" y="2560070"/>
                  <a:ext cx="1990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E9D58BE-A9D8-F7C2-1018-E5725F3EE2A7}"/>
                    </a:ext>
                  </a:extLst>
                </p14:cNvPr>
                <p14:cNvContentPartPr/>
                <p14:nvPr/>
              </p14:nvContentPartPr>
              <p14:xfrm>
                <a:off x="1107423" y="2439830"/>
                <a:ext cx="202320" cy="104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E9D58BE-A9D8-F7C2-1018-E5725F3EE2A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89783" y="2422190"/>
                  <a:ext cx="23796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6749450A-366B-9A20-8035-69778BA6C02C}"/>
              </a:ext>
            </a:extLst>
          </p:cNvPr>
          <p:cNvGrpSpPr/>
          <p:nvPr/>
        </p:nvGrpSpPr>
        <p:grpSpPr>
          <a:xfrm>
            <a:off x="1762983" y="2369990"/>
            <a:ext cx="506880" cy="636480"/>
            <a:chOff x="1762983" y="2369990"/>
            <a:chExt cx="506880" cy="63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42F7E94-7FA8-54A3-9541-C68E98044956}"/>
                    </a:ext>
                  </a:extLst>
                </p14:cNvPr>
                <p14:cNvContentPartPr/>
                <p14:nvPr/>
              </p14:nvContentPartPr>
              <p14:xfrm>
                <a:off x="1772703" y="2369990"/>
                <a:ext cx="24120" cy="4309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42F7E94-7FA8-54A3-9541-C68E9804495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755063" y="2351990"/>
                  <a:ext cx="59760" cy="4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A7FB876-ACEE-6BB3-31C3-0D7AC15DF956}"/>
                    </a:ext>
                  </a:extLst>
                </p14:cNvPr>
                <p14:cNvContentPartPr/>
                <p14:nvPr/>
              </p14:nvContentPartPr>
              <p14:xfrm>
                <a:off x="1762983" y="2370350"/>
                <a:ext cx="264960" cy="4672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A7FB876-ACEE-6BB3-31C3-0D7AC15DF95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744983" y="2352350"/>
                  <a:ext cx="30060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1E1E61A-6513-6C4F-CB1D-A2BC4F5AA775}"/>
                    </a:ext>
                  </a:extLst>
                </p14:cNvPr>
                <p14:cNvContentPartPr/>
                <p14:nvPr/>
              </p14:nvContentPartPr>
              <p14:xfrm>
                <a:off x="2104263" y="2727830"/>
                <a:ext cx="165600" cy="2786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1E1E61A-6513-6C4F-CB1D-A2BC4F5AA77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086623" y="2710190"/>
                  <a:ext cx="201240" cy="31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C195D605-B5CF-C883-1171-CBE1CD7EEE84}"/>
                  </a:ext>
                </a:extLst>
              </p14:cNvPr>
              <p14:cNvContentPartPr/>
              <p14:nvPr/>
            </p14:nvContentPartPr>
            <p14:xfrm>
              <a:off x="1791423" y="2121590"/>
              <a:ext cx="410040" cy="1944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C195D605-B5CF-C883-1171-CBE1CD7EEE84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773783" y="2103590"/>
                <a:ext cx="44568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2C789025-6F75-B8C5-E53F-6FC8D2860308}"/>
                  </a:ext>
                </a:extLst>
              </p14:cNvPr>
              <p14:cNvContentPartPr/>
              <p14:nvPr/>
            </p14:nvContentPartPr>
            <p14:xfrm>
              <a:off x="2886543" y="2260190"/>
              <a:ext cx="233640" cy="61164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2C789025-6F75-B8C5-E53F-6FC8D2860308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2868903" y="2242550"/>
                <a:ext cx="269280" cy="64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D5CC04DE-DB42-ACCD-F186-9A125DFA7C52}"/>
              </a:ext>
            </a:extLst>
          </p:cNvPr>
          <p:cNvGrpSpPr/>
          <p:nvPr/>
        </p:nvGrpSpPr>
        <p:grpSpPr>
          <a:xfrm>
            <a:off x="3369663" y="2393750"/>
            <a:ext cx="1076400" cy="639720"/>
            <a:chOff x="3369663" y="2393750"/>
            <a:chExt cx="1076400" cy="63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EC56346-3608-0FC1-A69A-34B9B8EEC0AE}"/>
                    </a:ext>
                  </a:extLst>
                </p14:cNvPr>
                <p14:cNvContentPartPr/>
                <p14:nvPr/>
              </p14:nvContentPartPr>
              <p14:xfrm>
                <a:off x="3369663" y="2393750"/>
                <a:ext cx="243720" cy="4726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EC56346-3608-0FC1-A69A-34B9B8EEC0A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351663" y="2375750"/>
                  <a:ext cx="27936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248838F-5C47-F78B-BD10-C84F21CBE03A}"/>
                    </a:ext>
                  </a:extLst>
                </p14:cNvPr>
                <p14:cNvContentPartPr/>
                <p14:nvPr/>
              </p14:nvContentPartPr>
              <p14:xfrm>
                <a:off x="3686103" y="2812790"/>
                <a:ext cx="204840" cy="2206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248838F-5C47-F78B-BD10-C84F21CBE03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668103" y="2794790"/>
                  <a:ext cx="2404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55CA31F-1094-F68E-F6C0-CA275F40B4AD}"/>
                    </a:ext>
                  </a:extLst>
                </p14:cNvPr>
                <p14:cNvContentPartPr/>
                <p14:nvPr/>
              </p14:nvContentPartPr>
              <p14:xfrm>
                <a:off x="4041423" y="2652230"/>
                <a:ext cx="256320" cy="230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55CA31F-1094-F68E-F6C0-CA275F40B4A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023423" y="2634590"/>
                  <a:ext cx="2919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9BDED06-3D13-19ED-EC56-CCA11A2527A9}"/>
                    </a:ext>
                  </a:extLst>
                </p14:cNvPr>
                <p14:cNvContentPartPr/>
                <p14:nvPr/>
              </p14:nvContentPartPr>
              <p14:xfrm>
                <a:off x="4167783" y="2531630"/>
                <a:ext cx="12960" cy="2710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9BDED06-3D13-19ED-EC56-CCA11A2527A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150143" y="2513630"/>
                  <a:ext cx="486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A6E2BD3-4020-E46D-4146-1A6C51E0A545}"/>
                    </a:ext>
                  </a:extLst>
                </p14:cNvPr>
                <p14:cNvContentPartPr/>
                <p14:nvPr/>
              </p14:nvContentPartPr>
              <p14:xfrm>
                <a:off x="4002903" y="2464670"/>
                <a:ext cx="443160" cy="4734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A6E2BD3-4020-E46D-4146-1A6C51E0A54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984903" y="2447030"/>
                  <a:ext cx="478800" cy="50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759BE5A2-9480-CFD4-2FD5-7B873F5FAA0C}"/>
              </a:ext>
            </a:extLst>
          </p:cNvPr>
          <p:cNvGrpSpPr/>
          <p:nvPr/>
        </p:nvGrpSpPr>
        <p:grpSpPr>
          <a:xfrm>
            <a:off x="4725423" y="2220590"/>
            <a:ext cx="746280" cy="909720"/>
            <a:chOff x="4725423" y="2220590"/>
            <a:chExt cx="746280" cy="90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808BA8E-463B-3516-FFCB-A525C7170FC7}"/>
                    </a:ext>
                  </a:extLst>
                </p14:cNvPr>
                <p14:cNvContentPartPr/>
                <p14:nvPr/>
              </p14:nvContentPartPr>
              <p14:xfrm>
                <a:off x="4775823" y="2519030"/>
                <a:ext cx="28080" cy="3506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808BA8E-463B-3516-FFCB-A525C7170FC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757823" y="2501390"/>
                  <a:ext cx="6372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0F4E84D-CD88-46BB-EFF0-631FD3C11644}"/>
                    </a:ext>
                  </a:extLst>
                </p14:cNvPr>
                <p14:cNvContentPartPr/>
                <p14:nvPr/>
              </p14:nvContentPartPr>
              <p14:xfrm>
                <a:off x="4725423" y="2485190"/>
                <a:ext cx="248400" cy="3571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0F4E84D-CD88-46BB-EFF0-631FD3C1164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707783" y="2467550"/>
                  <a:ext cx="28404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8DCECA4-7F8D-7401-D724-21D5666E4F27}"/>
                    </a:ext>
                  </a:extLst>
                </p14:cNvPr>
                <p14:cNvContentPartPr/>
                <p14:nvPr/>
              </p14:nvContentPartPr>
              <p14:xfrm>
                <a:off x="5059503" y="2783270"/>
                <a:ext cx="19080" cy="2581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8DCECA4-7F8D-7401-D724-21D5666E4F2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041503" y="2765630"/>
                  <a:ext cx="547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FE3DD5B-A154-A570-34D3-370F644C435D}"/>
                    </a:ext>
                  </a:extLst>
                </p14:cNvPr>
                <p14:cNvContentPartPr/>
                <p14:nvPr/>
              </p14:nvContentPartPr>
              <p14:xfrm>
                <a:off x="5196303" y="2220590"/>
                <a:ext cx="275400" cy="9097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FE3DD5B-A154-A570-34D3-370F644C435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178663" y="2202950"/>
                  <a:ext cx="311040" cy="9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23B3E933-2DE4-F180-45E2-15842F2AB342}"/>
              </a:ext>
            </a:extLst>
          </p:cNvPr>
          <p:cNvGrpSpPr/>
          <p:nvPr/>
        </p:nvGrpSpPr>
        <p:grpSpPr>
          <a:xfrm>
            <a:off x="5911983" y="2558630"/>
            <a:ext cx="289080" cy="385920"/>
            <a:chOff x="5911983" y="2558630"/>
            <a:chExt cx="289080" cy="38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5240775-A6A7-DF6A-BF01-1573540AA344}"/>
                    </a:ext>
                  </a:extLst>
                </p14:cNvPr>
                <p14:cNvContentPartPr/>
                <p14:nvPr/>
              </p14:nvContentPartPr>
              <p14:xfrm>
                <a:off x="5911983" y="2699750"/>
                <a:ext cx="289080" cy="183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5240775-A6A7-DF6A-BF01-1573540AA34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893983" y="2682110"/>
                  <a:ext cx="3247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23FA98A-6B5B-6D45-3295-790A91D88F2E}"/>
                    </a:ext>
                  </a:extLst>
                </p14:cNvPr>
                <p14:cNvContentPartPr/>
                <p14:nvPr/>
              </p14:nvContentPartPr>
              <p14:xfrm>
                <a:off x="6054903" y="2558630"/>
                <a:ext cx="33120" cy="3859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23FA98A-6B5B-6D45-3295-790A91D88F2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037263" y="2540630"/>
                  <a:ext cx="68760" cy="42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BB12AC08-B291-B6B8-B71B-FC2D351C6E4A}"/>
              </a:ext>
            </a:extLst>
          </p:cNvPr>
          <p:cNvGrpSpPr/>
          <p:nvPr/>
        </p:nvGrpSpPr>
        <p:grpSpPr>
          <a:xfrm>
            <a:off x="6691383" y="2190350"/>
            <a:ext cx="454680" cy="813600"/>
            <a:chOff x="6691383" y="2190350"/>
            <a:chExt cx="454680" cy="81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B9B1779-D15C-B35A-1745-4B929F8528F5}"/>
                    </a:ext>
                  </a:extLst>
                </p14:cNvPr>
                <p14:cNvContentPartPr/>
                <p14:nvPr/>
              </p14:nvContentPartPr>
              <p14:xfrm>
                <a:off x="6710103" y="2389070"/>
                <a:ext cx="11880" cy="4287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B9B1779-D15C-B35A-1745-4B929F8528F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692103" y="2371070"/>
                  <a:ext cx="4752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2C4419C2-7844-C4DE-4E51-CD69E6707247}"/>
                    </a:ext>
                  </a:extLst>
                </p14:cNvPr>
                <p14:cNvContentPartPr/>
                <p14:nvPr/>
              </p14:nvContentPartPr>
              <p14:xfrm>
                <a:off x="6691383" y="2324270"/>
                <a:ext cx="263880" cy="5108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2C4419C2-7844-C4DE-4E51-CD69E670724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673743" y="2306270"/>
                  <a:ext cx="299520" cy="5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1319028-0DC8-4F48-83FA-A8301202C8FC}"/>
                    </a:ext>
                  </a:extLst>
                </p14:cNvPr>
                <p14:cNvContentPartPr/>
                <p14:nvPr/>
              </p14:nvContentPartPr>
              <p14:xfrm>
                <a:off x="6943743" y="2686070"/>
                <a:ext cx="202320" cy="3178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1319028-0DC8-4F48-83FA-A8301202C8F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926103" y="2668430"/>
                  <a:ext cx="23796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BE6C628-84B9-A0C9-2F23-0AF7C14A7F7C}"/>
                    </a:ext>
                  </a:extLst>
                </p14:cNvPr>
                <p14:cNvContentPartPr/>
                <p14:nvPr/>
              </p14:nvContentPartPr>
              <p14:xfrm>
                <a:off x="6752943" y="2190350"/>
                <a:ext cx="305280" cy="162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BE6C628-84B9-A0C9-2F23-0AF7C14A7F7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735303" y="2172350"/>
                  <a:ext cx="34092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484C4A90-2883-2BC5-B755-3580CE6414D1}"/>
              </a:ext>
            </a:extLst>
          </p:cNvPr>
          <p:cNvGrpSpPr/>
          <p:nvPr/>
        </p:nvGrpSpPr>
        <p:grpSpPr>
          <a:xfrm>
            <a:off x="7484823" y="2342990"/>
            <a:ext cx="508680" cy="577800"/>
            <a:chOff x="7484823" y="2342990"/>
            <a:chExt cx="508680" cy="57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93B60B57-BB7D-1884-085A-156202698EBA}"/>
                    </a:ext>
                  </a:extLst>
                </p14:cNvPr>
                <p14:cNvContentPartPr/>
                <p14:nvPr/>
              </p14:nvContentPartPr>
              <p14:xfrm>
                <a:off x="7529823" y="2388710"/>
                <a:ext cx="9360" cy="3340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93B60B57-BB7D-1884-085A-156202698EB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512183" y="2370710"/>
                  <a:ext cx="4500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40C9FA6-FF6A-F98D-1D47-5B9BB4C8C8BF}"/>
                    </a:ext>
                  </a:extLst>
                </p14:cNvPr>
                <p14:cNvContentPartPr/>
                <p14:nvPr/>
              </p14:nvContentPartPr>
              <p14:xfrm>
                <a:off x="7484823" y="2342990"/>
                <a:ext cx="272160" cy="4150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40C9FA6-FF6A-F98D-1D47-5B9BB4C8C8B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467183" y="2324990"/>
                  <a:ext cx="30780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CB6BD24-19FA-9CB1-14DA-3FEA2F8C677F}"/>
                    </a:ext>
                  </a:extLst>
                </p14:cNvPr>
                <p14:cNvContentPartPr/>
                <p14:nvPr/>
              </p14:nvContentPartPr>
              <p14:xfrm>
                <a:off x="7816383" y="2709830"/>
                <a:ext cx="177120" cy="2109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CB6BD24-19FA-9CB1-14DA-3FEA2F8C677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798383" y="2692190"/>
                  <a:ext cx="212760" cy="24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AF19CEA2-575B-2E0B-5AF8-724305D17CA8}"/>
              </a:ext>
            </a:extLst>
          </p:cNvPr>
          <p:cNvGrpSpPr/>
          <p:nvPr/>
        </p:nvGrpSpPr>
        <p:grpSpPr>
          <a:xfrm>
            <a:off x="430983" y="3376550"/>
            <a:ext cx="3995640" cy="2640600"/>
            <a:chOff x="430983" y="3376550"/>
            <a:chExt cx="3995640" cy="264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3F5DF4D5-192F-4936-A75B-40D326711DB8}"/>
                    </a:ext>
                  </a:extLst>
                </p14:cNvPr>
                <p14:cNvContentPartPr/>
                <p14:nvPr/>
              </p14:nvContentPartPr>
              <p14:xfrm>
                <a:off x="616743" y="3828350"/>
                <a:ext cx="963360" cy="21186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3F5DF4D5-192F-4936-A75B-40D326711DB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98743" y="3810710"/>
                  <a:ext cx="999000" cy="21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FFAAC0D-50FE-E4E5-A287-E39BA280598E}"/>
                    </a:ext>
                  </a:extLst>
                </p14:cNvPr>
                <p14:cNvContentPartPr/>
                <p14:nvPr/>
              </p14:nvContentPartPr>
              <p14:xfrm>
                <a:off x="1478943" y="4209230"/>
                <a:ext cx="2947680" cy="17200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FFAAC0D-50FE-E4E5-A287-E39BA280598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461303" y="4191230"/>
                  <a:ext cx="2983320" cy="175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48B24C4-9A51-AB18-707B-5CEB169A7B79}"/>
                    </a:ext>
                  </a:extLst>
                </p14:cNvPr>
                <p14:cNvContentPartPr/>
                <p14:nvPr/>
              </p14:nvContentPartPr>
              <p14:xfrm>
                <a:off x="1570023" y="5928950"/>
                <a:ext cx="2765160" cy="572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48B24C4-9A51-AB18-707B-5CEB169A7B7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552383" y="5910950"/>
                  <a:ext cx="28008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C9D40C0-27F1-59F2-86B6-67DB7A50CA43}"/>
                    </a:ext>
                  </a:extLst>
                </p14:cNvPr>
                <p14:cNvContentPartPr/>
                <p14:nvPr/>
              </p14:nvContentPartPr>
              <p14:xfrm>
                <a:off x="1515663" y="5089430"/>
                <a:ext cx="2825280" cy="615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C9D40C0-27F1-59F2-86B6-67DB7A50CA4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497663" y="5071430"/>
                  <a:ext cx="28609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A5A261F-E32E-010A-110B-F56E96C23C06}"/>
                    </a:ext>
                  </a:extLst>
                </p14:cNvPr>
                <p14:cNvContentPartPr/>
                <p14:nvPr/>
              </p14:nvContentPartPr>
              <p14:xfrm>
                <a:off x="2866383" y="4219310"/>
                <a:ext cx="36720" cy="17481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A5A261F-E32E-010A-110B-F56E96C23C0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848383" y="4201670"/>
                  <a:ext cx="72360" cy="178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E83B6D7-8B1F-F929-13F5-D1D5F5BB3F59}"/>
                    </a:ext>
                  </a:extLst>
                </p14:cNvPr>
                <p14:cNvContentPartPr/>
                <p14:nvPr/>
              </p14:nvContentPartPr>
              <p14:xfrm>
                <a:off x="2204703" y="4231910"/>
                <a:ext cx="37080" cy="17049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E83B6D7-8B1F-F929-13F5-D1D5F5BB3F5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187063" y="4213910"/>
                  <a:ext cx="72720" cy="174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7B015D4-740A-7670-3FFD-4C539A881DF0}"/>
                    </a:ext>
                  </a:extLst>
                </p14:cNvPr>
                <p14:cNvContentPartPr/>
                <p14:nvPr/>
              </p14:nvContentPartPr>
              <p14:xfrm>
                <a:off x="3566943" y="4214990"/>
                <a:ext cx="52200" cy="18021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7B015D4-740A-7670-3FFD-4C539A881DF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548943" y="4196990"/>
                  <a:ext cx="87840" cy="18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60C7071-DE10-24BF-E8F3-D10FE3AE455A}"/>
                    </a:ext>
                  </a:extLst>
                </p14:cNvPr>
                <p14:cNvContentPartPr/>
                <p14:nvPr/>
              </p14:nvContentPartPr>
              <p14:xfrm>
                <a:off x="1053063" y="4468430"/>
                <a:ext cx="222840" cy="3898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60C7071-DE10-24BF-E8F3-D10FE3AE455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35063" y="4450430"/>
                  <a:ext cx="25848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796D3BC4-EEBA-82E3-AE46-DCCDFB74CE12}"/>
                    </a:ext>
                  </a:extLst>
                </p14:cNvPr>
                <p14:cNvContentPartPr/>
                <p14:nvPr/>
              </p14:nvContentPartPr>
              <p14:xfrm>
                <a:off x="1163943" y="5349710"/>
                <a:ext cx="109440" cy="4132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796D3BC4-EEBA-82E3-AE46-DCCDFB74CE1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46303" y="5331710"/>
                  <a:ext cx="14508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5CAF8213-5C7D-CED3-A0AA-8BF4FDDA0D6C}"/>
                    </a:ext>
                  </a:extLst>
                </p14:cNvPr>
                <p14:cNvContentPartPr/>
                <p14:nvPr/>
              </p14:nvContentPartPr>
              <p14:xfrm>
                <a:off x="1670463" y="3736910"/>
                <a:ext cx="162000" cy="3132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5CAF8213-5C7D-CED3-A0AA-8BF4FDDA0D6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652463" y="3719270"/>
                  <a:ext cx="19764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2C0A678-0CB9-70D7-0A90-CFE4D21A2D1C}"/>
                    </a:ext>
                  </a:extLst>
                </p14:cNvPr>
                <p14:cNvContentPartPr/>
                <p14:nvPr/>
              </p14:nvContentPartPr>
              <p14:xfrm>
                <a:off x="1888263" y="3734750"/>
                <a:ext cx="150840" cy="2566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2C0A678-0CB9-70D7-0A90-CFE4D21A2D1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870623" y="3716750"/>
                  <a:ext cx="1864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7D5A4F82-BE11-A6BB-339F-937AE7073C8A}"/>
                    </a:ext>
                  </a:extLst>
                </p14:cNvPr>
                <p14:cNvContentPartPr/>
                <p14:nvPr/>
              </p14:nvContentPartPr>
              <p14:xfrm>
                <a:off x="2344023" y="3783350"/>
                <a:ext cx="180720" cy="2998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7D5A4F82-BE11-A6BB-339F-937AE7073C8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326383" y="3765350"/>
                  <a:ext cx="21636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D625208-C807-15D2-2374-063FD4D416F6}"/>
                    </a:ext>
                  </a:extLst>
                </p14:cNvPr>
                <p14:cNvContentPartPr/>
                <p14:nvPr/>
              </p14:nvContentPartPr>
              <p14:xfrm>
                <a:off x="2588823" y="3857870"/>
                <a:ext cx="29160" cy="2433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D625208-C807-15D2-2374-063FD4D416F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571183" y="3839870"/>
                  <a:ext cx="648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17D21EBB-A18A-75B4-5658-4180AD681756}"/>
                    </a:ext>
                  </a:extLst>
                </p14:cNvPr>
                <p14:cNvContentPartPr/>
                <p14:nvPr/>
              </p14:nvContentPartPr>
              <p14:xfrm>
                <a:off x="3048183" y="3831950"/>
                <a:ext cx="54360" cy="2401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17D21EBB-A18A-75B4-5658-4180AD68175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030543" y="3813950"/>
                  <a:ext cx="900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CC49ECA6-1FC7-94C7-B6E4-205586AE9EF4}"/>
                    </a:ext>
                  </a:extLst>
                </p14:cNvPr>
                <p14:cNvContentPartPr/>
                <p14:nvPr/>
              </p14:nvContentPartPr>
              <p14:xfrm>
                <a:off x="3175983" y="3847430"/>
                <a:ext cx="43920" cy="2142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CC49ECA6-1FC7-94C7-B6E4-205586AE9EF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158343" y="3829430"/>
                  <a:ext cx="795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2EBEF0FC-5CBF-0BD7-C5AE-119E8B32C15D}"/>
                    </a:ext>
                  </a:extLst>
                </p14:cNvPr>
                <p14:cNvContentPartPr/>
                <p14:nvPr/>
              </p14:nvContentPartPr>
              <p14:xfrm>
                <a:off x="3876903" y="3824030"/>
                <a:ext cx="28080" cy="2415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2EBEF0FC-5CBF-0BD7-C5AE-119E8B32C15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858903" y="3806030"/>
                  <a:ext cx="6372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8F5FCE6D-3B33-C643-56CC-46BF5AEB34AC}"/>
                    </a:ext>
                  </a:extLst>
                </p14:cNvPr>
                <p14:cNvContentPartPr/>
                <p14:nvPr/>
              </p14:nvContentPartPr>
              <p14:xfrm>
                <a:off x="3999663" y="3807830"/>
                <a:ext cx="180360" cy="2732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8F5FCE6D-3B33-C643-56CC-46BF5AEB34A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982023" y="3789830"/>
                  <a:ext cx="21600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A1EEBA3F-22F4-953A-8CCC-F0E11C8D10A0}"/>
                    </a:ext>
                  </a:extLst>
                </p14:cNvPr>
                <p14:cNvContentPartPr/>
                <p14:nvPr/>
              </p14:nvContentPartPr>
              <p14:xfrm>
                <a:off x="495063" y="3932390"/>
                <a:ext cx="43200" cy="2588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A1EEBA3F-22F4-953A-8CCC-F0E11C8D10A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77063" y="3914750"/>
                  <a:ext cx="788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B19EA29-4A4A-D4F8-20CC-17B009494BB3}"/>
                    </a:ext>
                  </a:extLst>
                </p14:cNvPr>
                <p14:cNvContentPartPr/>
                <p14:nvPr/>
              </p14:nvContentPartPr>
              <p14:xfrm>
                <a:off x="430983" y="3897470"/>
                <a:ext cx="183240" cy="3096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B19EA29-4A4A-D4F8-20CC-17B009494BB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12983" y="3879830"/>
                  <a:ext cx="21888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64F1B82-ED1E-D6C7-4396-44E74DFE409F}"/>
                    </a:ext>
                  </a:extLst>
                </p14:cNvPr>
                <p14:cNvContentPartPr/>
                <p14:nvPr/>
              </p14:nvContentPartPr>
              <p14:xfrm>
                <a:off x="653103" y="4067030"/>
                <a:ext cx="135000" cy="2138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64F1B82-ED1E-D6C7-4396-44E74DFE409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35103" y="4049030"/>
                  <a:ext cx="1706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F3ECADE-F432-BC97-383C-E55447676A01}"/>
                    </a:ext>
                  </a:extLst>
                </p14:cNvPr>
                <p14:cNvContentPartPr/>
                <p14:nvPr/>
              </p14:nvContentPartPr>
              <p14:xfrm>
                <a:off x="659223" y="3393470"/>
                <a:ext cx="61560" cy="2566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F3ECADE-F432-BC97-383C-E55447676A0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41583" y="3375470"/>
                  <a:ext cx="9720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7DE9DEA5-C44C-D8DF-0C3D-2D025F788FEA}"/>
                    </a:ext>
                  </a:extLst>
                </p14:cNvPr>
                <p14:cNvContentPartPr/>
                <p14:nvPr/>
              </p14:nvContentPartPr>
              <p14:xfrm>
                <a:off x="620343" y="3376550"/>
                <a:ext cx="171720" cy="30420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7DE9DEA5-C44C-D8DF-0C3D-2D025F788FE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02703" y="3358550"/>
                  <a:ext cx="20736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18D79FAC-E19F-8A11-769D-78E88E52CD66}"/>
                    </a:ext>
                  </a:extLst>
                </p14:cNvPr>
                <p14:cNvContentPartPr/>
                <p14:nvPr/>
              </p14:nvContentPartPr>
              <p14:xfrm>
                <a:off x="823743" y="3642950"/>
                <a:ext cx="130680" cy="10584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18D79FAC-E19F-8A11-769D-78E88E52CD6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06103" y="3625310"/>
                  <a:ext cx="1663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19EC143D-6059-19F5-5010-2FC64A02D2E2}"/>
                    </a:ext>
                  </a:extLst>
                </p14:cNvPr>
                <p14:cNvContentPartPr/>
                <p14:nvPr/>
              </p14:nvContentPartPr>
              <p14:xfrm>
                <a:off x="1047303" y="3515510"/>
                <a:ext cx="31680" cy="2844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19EC143D-6059-19F5-5010-2FC64A02D2E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29303" y="3497870"/>
                  <a:ext cx="673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BA0FE51F-E195-B73C-25F9-3FE9DB719CF1}"/>
                    </a:ext>
                  </a:extLst>
                </p14:cNvPr>
                <p14:cNvContentPartPr/>
                <p14:nvPr/>
              </p14:nvContentPartPr>
              <p14:xfrm>
                <a:off x="1050903" y="3494270"/>
                <a:ext cx="173880" cy="33912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BA0FE51F-E195-B73C-25F9-3FE9DB719CF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33263" y="3476270"/>
                  <a:ext cx="20952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27E48CE5-7CC2-2853-D0B2-FA9F92174FFA}"/>
                    </a:ext>
                  </a:extLst>
                </p14:cNvPr>
                <p14:cNvContentPartPr/>
                <p14:nvPr/>
              </p14:nvContentPartPr>
              <p14:xfrm>
                <a:off x="1287063" y="3757430"/>
                <a:ext cx="15480" cy="2487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27E48CE5-7CC2-2853-D0B2-FA9F92174FF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269063" y="3739430"/>
                  <a:ext cx="5112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57998BC8-DE5F-39D1-993A-68AF61A0A14E}"/>
                    </a:ext>
                  </a:extLst>
                </p14:cNvPr>
                <p14:cNvContentPartPr/>
                <p14:nvPr/>
              </p14:nvContentPartPr>
              <p14:xfrm>
                <a:off x="2484783" y="4532150"/>
                <a:ext cx="153360" cy="3956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57998BC8-DE5F-39D1-993A-68AF61A0A14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466783" y="4514510"/>
                  <a:ext cx="18900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E0CAB5A-9A06-8233-E150-8FFB3702AA52}"/>
                    </a:ext>
                  </a:extLst>
                </p14:cNvPr>
                <p14:cNvContentPartPr/>
                <p14:nvPr/>
              </p14:nvContentPartPr>
              <p14:xfrm>
                <a:off x="3958623" y="4510550"/>
                <a:ext cx="109440" cy="3769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E0CAB5A-9A06-8233-E150-8FFB3702AA5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940623" y="4492550"/>
                  <a:ext cx="14508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0CEDB136-6479-9058-8129-92E49C96C668}"/>
                    </a:ext>
                  </a:extLst>
                </p14:cNvPr>
                <p14:cNvContentPartPr/>
                <p14:nvPr/>
              </p14:nvContentPartPr>
              <p14:xfrm>
                <a:off x="3247983" y="4609190"/>
                <a:ext cx="87120" cy="3391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0CEDB136-6479-9058-8129-92E49C96C66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229983" y="4591550"/>
                  <a:ext cx="12276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4C2F8F5C-28AD-8854-998B-D76CE2CE898E}"/>
                    </a:ext>
                  </a:extLst>
                </p14:cNvPr>
                <p14:cNvContentPartPr/>
                <p14:nvPr/>
              </p14:nvContentPartPr>
              <p14:xfrm>
                <a:off x="1830663" y="5337830"/>
                <a:ext cx="95760" cy="5482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4C2F8F5C-28AD-8854-998B-D76CE2CE898E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812663" y="5320190"/>
                  <a:ext cx="131400" cy="58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C4548195-3A2F-5B07-3D20-B74231BF5191}"/>
                  </a:ext>
                </a:extLst>
              </p14:cNvPr>
              <p14:cNvContentPartPr/>
              <p14:nvPr/>
            </p14:nvContentPartPr>
            <p14:xfrm>
              <a:off x="3097143" y="4350710"/>
              <a:ext cx="1141560" cy="637920"/>
            </p14:xfrm>
          </p:contentPart>
        </mc:Choice>
        <mc:Fallback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C4548195-3A2F-5B07-3D20-B74231BF5191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3088503" y="4341710"/>
                <a:ext cx="1159200" cy="65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E168A352-5F5F-5DC3-E8C8-E9534288AC99}"/>
                  </a:ext>
                </a:extLst>
              </p14:cNvPr>
              <p14:cNvContentPartPr/>
              <p14:nvPr/>
            </p14:nvContentPartPr>
            <p14:xfrm>
              <a:off x="2444463" y="4277990"/>
              <a:ext cx="1003320" cy="68328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E168A352-5F5F-5DC3-E8C8-E9534288AC99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2435823" y="4269350"/>
                <a:ext cx="1020960" cy="70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8" name="Group 247">
            <a:extLst>
              <a:ext uri="{FF2B5EF4-FFF2-40B4-BE49-F238E27FC236}">
                <a16:creationId xmlns:a16="http://schemas.microsoft.com/office/drawing/2014/main" id="{FDFDB339-B891-0E77-56A9-4ED48F03308F}"/>
              </a:ext>
            </a:extLst>
          </p:cNvPr>
          <p:cNvGrpSpPr/>
          <p:nvPr/>
        </p:nvGrpSpPr>
        <p:grpSpPr>
          <a:xfrm>
            <a:off x="5002983" y="4121030"/>
            <a:ext cx="486000" cy="885600"/>
            <a:chOff x="5002983" y="4121030"/>
            <a:chExt cx="486000" cy="88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C7224FED-A347-8543-BEDD-D8B3C172EF56}"/>
                    </a:ext>
                  </a:extLst>
                </p14:cNvPr>
                <p14:cNvContentPartPr/>
                <p14:nvPr/>
              </p14:nvContentPartPr>
              <p14:xfrm>
                <a:off x="5067063" y="4352870"/>
                <a:ext cx="56880" cy="41508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C7224FED-A347-8543-BEDD-D8B3C172EF5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058063" y="4343870"/>
                  <a:ext cx="7452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54C81C19-85B6-CEEC-8A45-564EBA12140D}"/>
                    </a:ext>
                  </a:extLst>
                </p14:cNvPr>
                <p14:cNvContentPartPr/>
                <p14:nvPr/>
              </p14:nvContentPartPr>
              <p14:xfrm>
                <a:off x="5056983" y="4305350"/>
                <a:ext cx="212400" cy="5050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54C81C19-85B6-CEEC-8A45-564EBA12140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047983" y="4296710"/>
                  <a:ext cx="23004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0C5A3804-A7DD-B535-9F1F-6FA3F461168D}"/>
                    </a:ext>
                  </a:extLst>
                </p14:cNvPr>
                <p14:cNvContentPartPr/>
                <p14:nvPr/>
              </p14:nvContentPartPr>
              <p14:xfrm>
                <a:off x="5270463" y="4645190"/>
                <a:ext cx="218520" cy="36144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0C5A3804-A7DD-B535-9F1F-6FA3F461168D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261463" y="4636190"/>
                  <a:ext cx="2361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BC7514C3-99F1-7994-44FB-FCAE62717E90}"/>
                    </a:ext>
                  </a:extLst>
                </p14:cNvPr>
                <p14:cNvContentPartPr/>
                <p14:nvPr/>
              </p14:nvContentPartPr>
              <p14:xfrm>
                <a:off x="5002983" y="4121030"/>
                <a:ext cx="330480" cy="2412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BC7514C3-99F1-7994-44FB-FCAE62717E9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993983" y="4112390"/>
                  <a:ext cx="34812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883575C3-BC63-CF42-AA01-606C80715EBC}"/>
              </a:ext>
            </a:extLst>
          </p:cNvPr>
          <p:cNvGrpSpPr/>
          <p:nvPr/>
        </p:nvGrpSpPr>
        <p:grpSpPr>
          <a:xfrm>
            <a:off x="5672223" y="4207070"/>
            <a:ext cx="1565640" cy="912240"/>
            <a:chOff x="5672223" y="4207070"/>
            <a:chExt cx="1565640" cy="91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F3DF1C5B-C800-C2C3-9AEB-782726993D63}"/>
                    </a:ext>
                  </a:extLst>
                </p14:cNvPr>
                <p14:cNvContentPartPr/>
                <p14:nvPr/>
              </p14:nvContentPartPr>
              <p14:xfrm>
                <a:off x="5714703" y="4333430"/>
                <a:ext cx="38160" cy="41112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F3DF1C5B-C800-C2C3-9AEB-782726993D6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706063" y="4324790"/>
                  <a:ext cx="5580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B85CE042-F026-E22C-E633-5D4C3309BE79}"/>
                    </a:ext>
                  </a:extLst>
                </p14:cNvPr>
                <p14:cNvContentPartPr/>
                <p14:nvPr/>
              </p14:nvContentPartPr>
              <p14:xfrm>
                <a:off x="5672223" y="4346030"/>
                <a:ext cx="235440" cy="4946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B85CE042-F026-E22C-E633-5D4C3309BE7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663223" y="4337030"/>
                  <a:ext cx="25308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DA8CF0A8-9B63-7807-C3DF-1F14B3990CC7}"/>
                    </a:ext>
                  </a:extLst>
                </p14:cNvPr>
                <p14:cNvContentPartPr/>
                <p14:nvPr/>
              </p14:nvContentPartPr>
              <p14:xfrm>
                <a:off x="5945823" y="4703510"/>
                <a:ext cx="214920" cy="23688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DA8CF0A8-9B63-7807-C3DF-1F14B3990CC7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936823" y="4694870"/>
                  <a:ext cx="2325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1A087B8D-F963-A576-FA04-04FD0279F43B}"/>
                    </a:ext>
                  </a:extLst>
                </p14:cNvPr>
                <p14:cNvContentPartPr/>
                <p14:nvPr/>
              </p14:nvContentPartPr>
              <p14:xfrm>
                <a:off x="6324903" y="4550510"/>
                <a:ext cx="301680" cy="3420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1A087B8D-F963-A576-FA04-04FD0279F43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316263" y="4541510"/>
                  <a:ext cx="3193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BC8A7C41-466F-256E-6D08-44E861975274}"/>
                    </a:ext>
                  </a:extLst>
                </p14:cNvPr>
                <p14:cNvContentPartPr/>
                <p14:nvPr/>
              </p14:nvContentPartPr>
              <p14:xfrm>
                <a:off x="6494463" y="4375190"/>
                <a:ext cx="360" cy="3823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BC8A7C41-466F-256E-6D08-44E861975274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485463" y="4366550"/>
                  <a:ext cx="1800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76257524-D7BB-2257-334F-1850E87F7D4C}"/>
                    </a:ext>
                  </a:extLst>
                </p14:cNvPr>
                <p14:cNvContentPartPr/>
                <p14:nvPr/>
              </p14:nvContentPartPr>
              <p14:xfrm>
                <a:off x="6798303" y="4337750"/>
                <a:ext cx="113400" cy="48960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76257524-D7BB-2257-334F-1850E87F7D4C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789303" y="4328750"/>
                  <a:ext cx="131040" cy="5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472F06D6-0457-B4C0-8FB7-074BC7476381}"/>
                    </a:ext>
                  </a:extLst>
                </p14:cNvPr>
                <p14:cNvContentPartPr/>
                <p14:nvPr/>
              </p14:nvContentPartPr>
              <p14:xfrm>
                <a:off x="6803343" y="4329110"/>
                <a:ext cx="237240" cy="5166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472F06D6-0457-B4C0-8FB7-074BC747638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794343" y="4320470"/>
                  <a:ext cx="254880" cy="53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B3A3F8ED-7036-CA30-63AA-6D681F3B2A9C}"/>
                    </a:ext>
                  </a:extLst>
                </p14:cNvPr>
                <p14:cNvContentPartPr/>
                <p14:nvPr/>
              </p14:nvContentPartPr>
              <p14:xfrm>
                <a:off x="6977583" y="4711790"/>
                <a:ext cx="234000" cy="40752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B3A3F8ED-7036-CA30-63AA-6D681F3B2A9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968943" y="4702790"/>
                  <a:ext cx="25164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92C77126-1D88-5B83-A7C8-68E9FC304C9E}"/>
                    </a:ext>
                  </a:extLst>
                </p14:cNvPr>
                <p14:cNvContentPartPr/>
                <p14:nvPr/>
              </p14:nvContentPartPr>
              <p14:xfrm>
                <a:off x="6874623" y="4207070"/>
                <a:ext cx="363240" cy="457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92C77126-1D88-5B83-A7C8-68E9FC304C9E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865983" y="4198070"/>
                  <a:ext cx="380880" cy="6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CC61662F-2F4A-8FD8-8A2F-987F3213BDE7}"/>
              </a:ext>
            </a:extLst>
          </p:cNvPr>
          <p:cNvGrpSpPr/>
          <p:nvPr/>
        </p:nvGrpSpPr>
        <p:grpSpPr>
          <a:xfrm>
            <a:off x="7477263" y="4294550"/>
            <a:ext cx="397440" cy="849240"/>
            <a:chOff x="7477263" y="4294550"/>
            <a:chExt cx="397440" cy="84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F9DB0BD8-5B72-A217-206D-CFF552FC3B0B}"/>
                    </a:ext>
                  </a:extLst>
                </p14:cNvPr>
                <p14:cNvContentPartPr/>
                <p14:nvPr/>
              </p14:nvContentPartPr>
              <p14:xfrm>
                <a:off x="7485183" y="4320110"/>
                <a:ext cx="13680" cy="4158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F9DB0BD8-5B72-A217-206D-CFF552FC3B0B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476543" y="4311110"/>
                  <a:ext cx="3132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DE36EE8E-B09E-1DBE-C6FA-F5D66B626A52}"/>
                    </a:ext>
                  </a:extLst>
                </p14:cNvPr>
                <p14:cNvContentPartPr/>
                <p14:nvPr/>
              </p14:nvContentPartPr>
              <p14:xfrm>
                <a:off x="7477263" y="4294550"/>
                <a:ext cx="236520" cy="45396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DE36EE8E-B09E-1DBE-C6FA-F5D66B626A5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468623" y="4285550"/>
                  <a:ext cx="25416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E613C2D7-09E0-2C3C-30F9-07C47E7991C6}"/>
                    </a:ext>
                  </a:extLst>
                </p14:cNvPr>
                <p14:cNvContentPartPr/>
                <p14:nvPr/>
              </p14:nvContentPartPr>
              <p14:xfrm>
                <a:off x="7836543" y="4683710"/>
                <a:ext cx="38160" cy="46008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E613C2D7-09E0-2C3C-30F9-07C47E7991C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827543" y="4675070"/>
                  <a:ext cx="55800" cy="47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C3EEA615-1CB0-E70A-1EEA-1FBDE796F142}"/>
              </a:ext>
            </a:extLst>
          </p:cNvPr>
          <p:cNvGrpSpPr/>
          <p:nvPr/>
        </p:nvGrpSpPr>
        <p:grpSpPr>
          <a:xfrm>
            <a:off x="8171343" y="4358270"/>
            <a:ext cx="283320" cy="447840"/>
            <a:chOff x="8171343" y="4358270"/>
            <a:chExt cx="283320" cy="44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7CDF9E4B-ECF1-CF54-76DC-72958478CDE8}"/>
                    </a:ext>
                  </a:extLst>
                </p14:cNvPr>
                <p14:cNvContentPartPr/>
                <p14:nvPr/>
              </p14:nvContentPartPr>
              <p14:xfrm>
                <a:off x="8171343" y="4520990"/>
                <a:ext cx="283320" cy="194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7CDF9E4B-ECF1-CF54-76DC-72958478CDE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162343" y="4512350"/>
                  <a:ext cx="3009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3BF359E3-C81D-E904-A10C-0B5ADDB4A120}"/>
                    </a:ext>
                  </a:extLst>
                </p14:cNvPr>
                <p14:cNvContentPartPr/>
                <p14:nvPr/>
              </p14:nvContentPartPr>
              <p14:xfrm>
                <a:off x="8318583" y="4358270"/>
                <a:ext cx="28080" cy="44784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3BF359E3-C81D-E904-A10C-0B5ADDB4A12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309583" y="4349630"/>
                  <a:ext cx="45720" cy="46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757DFA49-3A75-283E-B4B5-F185182052CF}"/>
              </a:ext>
            </a:extLst>
          </p:cNvPr>
          <p:cNvGrpSpPr/>
          <p:nvPr/>
        </p:nvGrpSpPr>
        <p:grpSpPr>
          <a:xfrm>
            <a:off x="8687583" y="4214990"/>
            <a:ext cx="1521720" cy="985680"/>
            <a:chOff x="8687583" y="4214990"/>
            <a:chExt cx="1521720" cy="98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8D7E4C63-A029-7ECF-6273-96628B4ABE26}"/>
                    </a:ext>
                  </a:extLst>
                </p14:cNvPr>
                <p14:cNvContentPartPr/>
                <p14:nvPr/>
              </p14:nvContentPartPr>
              <p14:xfrm>
                <a:off x="8739063" y="4389950"/>
                <a:ext cx="11520" cy="41364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8D7E4C63-A029-7ECF-6273-96628B4ABE26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730063" y="4381310"/>
                  <a:ext cx="2916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0EA03AE6-52A5-659C-BC50-C177610CEBA9}"/>
                    </a:ext>
                  </a:extLst>
                </p14:cNvPr>
                <p14:cNvContentPartPr/>
                <p14:nvPr/>
              </p14:nvContentPartPr>
              <p14:xfrm>
                <a:off x="8687583" y="4353950"/>
                <a:ext cx="217440" cy="44172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0EA03AE6-52A5-659C-BC50-C177610CEBA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678583" y="4344950"/>
                  <a:ext cx="23508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0D196673-427C-4015-8110-6ED50FFB4B0A}"/>
                    </a:ext>
                  </a:extLst>
                </p14:cNvPr>
                <p14:cNvContentPartPr/>
                <p14:nvPr/>
              </p14:nvContentPartPr>
              <p14:xfrm>
                <a:off x="8963703" y="4662110"/>
                <a:ext cx="144720" cy="31932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0D196673-427C-4015-8110-6ED50FFB4B0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955063" y="4653470"/>
                  <a:ext cx="1623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4C02A09A-3794-CD24-1CCC-6ADE11DC9C72}"/>
                    </a:ext>
                  </a:extLst>
                </p14:cNvPr>
                <p14:cNvContentPartPr/>
                <p14:nvPr/>
              </p14:nvContentPartPr>
              <p14:xfrm>
                <a:off x="9287703" y="4449710"/>
                <a:ext cx="55440" cy="37512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4C02A09A-3794-CD24-1CCC-6ADE11DC9C72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278703" y="4440710"/>
                  <a:ext cx="7308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106ECC05-FEB8-6219-8CC2-0AA97D6E378D}"/>
                    </a:ext>
                  </a:extLst>
                </p14:cNvPr>
                <p14:cNvContentPartPr/>
                <p14:nvPr/>
              </p14:nvContentPartPr>
              <p14:xfrm>
                <a:off x="9277623" y="4422710"/>
                <a:ext cx="242640" cy="42408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106ECC05-FEB8-6219-8CC2-0AA97D6E378D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268623" y="4413710"/>
                  <a:ext cx="26028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69941191-AF1F-90B5-B5AE-6D08E87FE6C8}"/>
                    </a:ext>
                  </a:extLst>
                </p14:cNvPr>
                <p14:cNvContentPartPr/>
                <p14:nvPr/>
              </p14:nvContentPartPr>
              <p14:xfrm>
                <a:off x="9504063" y="4748150"/>
                <a:ext cx="246960" cy="24228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69941191-AF1F-90B5-B5AE-6D08E87FE6C8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495423" y="4739150"/>
                  <a:ext cx="2646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A03D6DB8-B8E3-ADF0-6886-A6E3CF8AB4E0}"/>
                    </a:ext>
                  </a:extLst>
                </p14:cNvPr>
                <p14:cNvContentPartPr/>
                <p14:nvPr/>
              </p14:nvContentPartPr>
              <p14:xfrm>
                <a:off x="9876303" y="4486070"/>
                <a:ext cx="49320" cy="36936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A03D6DB8-B8E3-ADF0-6886-A6E3CF8AB4E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867663" y="4477070"/>
                  <a:ext cx="6696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95EB3BA1-CFD0-06B4-61FB-91F64F2B7160}"/>
                    </a:ext>
                  </a:extLst>
                </p14:cNvPr>
                <p14:cNvContentPartPr/>
                <p14:nvPr/>
              </p14:nvContentPartPr>
              <p14:xfrm>
                <a:off x="9833823" y="4538630"/>
                <a:ext cx="288000" cy="41688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95EB3BA1-CFD0-06B4-61FB-91F64F2B7160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824823" y="4529630"/>
                  <a:ext cx="30564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AD15A07C-853F-B685-6529-DDCB3A8C0BE8}"/>
                    </a:ext>
                  </a:extLst>
                </p14:cNvPr>
                <p14:cNvContentPartPr/>
                <p14:nvPr/>
              </p14:nvContentPartPr>
              <p14:xfrm>
                <a:off x="9297783" y="4214990"/>
                <a:ext cx="299160" cy="6012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AD15A07C-853F-B685-6529-DDCB3A8C0BE8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288783" y="4205990"/>
                  <a:ext cx="3168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2F0F5FCC-EB96-5CEF-91EA-00FAF997E4BC}"/>
                    </a:ext>
                  </a:extLst>
                </p14:cNvPr>
                <p14:cNvContentPartPr/>
                <p14:nvPr/>
              </p14:nvContentPartPr>
              <p14:xfrm>
                <a:off x="9806103" y="4305350"/>
                <a:ext cx="343080" cy="3528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2F0F5FCC-EB96-5CEF-91EA-00FAF997E4BC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797103" y="4296350"/>
                  <a:ext cx="3607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7A3335DE-D028-0B20-04CF-785A9C1CE7FD}"/>
                    </a:ext>
                  </a:extLst>
                </p14:cNvPr>
                <p14:cNvContentPartPr/>
                <p14:nvPr/>
              </p14:nvContentPartPr>
              <p14:xfrm>
                <a:off x="10167543" y="4810430"/>
                <a:ext cx="41760" cy="39024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7A3335DE-D028-0B20-04CF-785A9C1CE7FD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158903" y="4801430"/>
                  <a:ext cx="59400" cy="40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7BA3D1AF-189F-FF16-E25F-E35F51E58BC6}"/>
              </a:ext>
            </a:extLst>
          </p:cNvPr>
          <p:cNvGrpSpPr/>
          <p:nvPr/>
        </p:nvGrpSpPr>
        <p:grpSpPr>
          <a:xfrm>
            <a:off x="4399263" y="3731870"/>
            <a:ext cx="6162840" cy="2084040"/>
            <a:chOff x="4399263" y="3731870"/>
            <a:chExt cx="6162840" cy="208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05E1AB23-EC6E-DAC4-6D67-325CAAD33F4D}"/>
                    </a:ext>
                  </a:extLst>
                </p14:cNvPr>
                <p14:cNvContentPartPr/>
                <p14:nvPr/>
              </p14:nvContentPartPr>
              <p14:xfrm>
                <a:off x="4525263" y="4310750"/>
                <a:ext cx="151920" cy="3128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05E1AB23-EC6E-DAC4-6D67-325CAAD33F4D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507263" y="4293110"/>
                  <a:ext cx="18756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2C6AD284-5248-FFBC-2DEB-28A12A9B3CFF}"/>
                    </a:ext>
                  </a:extLst>
                </p14:cNvPr>
                <p14:cNvContentPartPr/>
                <p14:nvPr/>
              </p14:nvContentPartPr>
              <p14:xfrm>
                <a:off x="4664943" y="4645190"/>
                <a:ext cx="131400" cy="3214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2C6AD284-5248-FFBC-2DEB-28A12A9B3CFF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4646943" y="4627550"/>
                  <a:ext cx="16704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E905EBDA-61E9-3BF0-AF41-B9C85430AD5A}"/>
                    </a:ext>
                  </a:extLst>
                </p14:cNvPr>
                <p14:cNvContentPartPr/>
                <p14:nvPr/>
              </p14:nvContentPartPr>
              <p14:xfrm>
                <a:off x="4883823" y="4510910"/>
                <a:ext cx="68040" cy="720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E905EBDA-61E9-3BF0-AF41-B9C85430AD5A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865823" y="4492910"/>
                  <a:ext cx="1036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A2EF5A82-9F9F-8CA4-0B33-1B01646EE29A}"/>
                    </a:ext>
                  </a:extLst>
                </p14:cNvPr>
                <p14:cNvContentPartPr/>
                <p14:nvPr/>
              </p14:nvContentPartPr>
              <p14:xfrm>
                <a:off x="4907583" y="4622870"/>
                <a:ext cx="106920" cy="144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A2EF5A82-9F9F-8CA4-0B33-1B01646EE29A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889583" y="4604870"/>
                  <a:ext cx="1425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E0A1AA43-A636-A973-D125-6CDFEFB389F3}"/>
                    </a:ext>
                  </a:extLst>
                </p14:cNvPr>
                <p14:cNvContentPartPr/>
                <p14:nvPr/>
              </p14:nvContentPartPr>
              <p14:xfrm>
                <a:off x="4548663" y="5415590"/>
                <a:ext cx="5936040" cy="1400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E0A1AA43-A636-A973-D125-6CDFEFB389F3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4530663" y="5397590"/>
                  <a:ext cx="59716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E95B2482-AF04-254C-4EC8-3BB1C71B1F4E}"/>
                    </a:ext>
                  </a:extLst>
                </p14:cNvPr>
                <p14:cNvContentPartPr/>
                <p14:nvPr/>
              </p14:nvContentPartPr>
              <p14:xfrm>
                <a:off x="8117703" y="5445110"/>
                <a:ext cx="51840" cy="26532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E95B2482-AF04-254C-4EC8-3BB1C71B1F4E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099703" y="5427470"/>
                  <a:ext cx="874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107E70F0-86A1-1262-F593-83E5F48F01D0}"/>
                    </a:ext>
                  </a:extLst>
                </p14:cNvPr>
                <p14:cNvContentPartPr/>
                <p14:nvPr/>
              </p14:nvContentPartPr>
              <p14:xfrm>
                <a:off x="8161623" y="5464910"/>
                <a:ext cx="127080" cy="35100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107E70F0-86A1-1262-F593-83E5F48F01D0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143623" y="5447270"/>
                  <a:ext cx="16272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4690976A-E6F6-7F70-BC95-4E41B9F54C6F}"/>
                    </a:ext>
                  </a:extLst>
                </p14:cNvPr>
                <p14:cNvContentPartPr/>
                <p14:nvPr/>
              </p14:nvContentPartPr>
              <p14:xfrm>
                <a:off x="4438143" y="3871550"/>
                <a:ext cx="75600" cy="14119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4690976A-E6F6-7F70-BC95-4E41B9F54C6F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4420143" y="3853550"/>
                  <a:ext cx="111240" cy="14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712AEEA7-7061-BB39-589B-970C9A4E6D4E}"/>
                    </a:ext>
                  </a:extLst>
                </p14:cNvPr>
                <p14:cNvContentPartPr/>
                <p14:nvPr/>
              </p14:nvContentPartPr>
              <p14:xfrm>
                <a:off x="4399263" y="3731870"/>
                <a:ext cx="6150600" cy="42444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712AEEA7-7061-BB39-589B-970C9A4E6D4E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381263" y="3714230"/>
                  <a:ext cx="618624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6F6E8A3B-280D-39A5-577A-059F746A30F5}"/>
                    </a:ext>
                  </a:extLst>
                </p14:cNvPr>
                <p14:cNvContentPartPr/>
                <p14:nvPr/>
              </p14:nvContentPartPr>
              <p14:xfrm>
                <a:off x="10501623" y="4127870"/>
                <a:ext cx="60480" cy="12693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6F6E8A3B-280D-39A5-577A-059F746A30F5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483623" y="4110230"/>
                  <a:ext cx="96120" cy="1305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64393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E93183A-1B0A-9DFD-176C-C77B75FCDCF1}"/>
              </a:ext>
            </a:extLst>
          </p:cNvPr>
          <p:cNvGrpSpPr/>
          <p:nvPr/>
        </p:nvGrpSpPr>
        <p:grpSpPr>
          <a:xfrm>
            <a:off x="459783" y="418790"/>
            <a:ext cx="471240" cy="540360"/>
            <a:chOff x="459783" y="418790"/>
            <a:chExt cx="471240" cy="54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A498015-E8AC-1D37-67D5-ACB9215AC5C4}"/>
                    </a:ext>
                  </a:extLst>
                </p14:cNvPr>
                <p14:cNvContentPartPr/>
                <p14:nvPr/>
              </p14:nvContentPartPr>
              <p14:xfrm>
                <a:off x="459783" y="418790"/>
                <a:ext cx="233640" cy="4305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A498015-E8AC-1D37-67D5-ACB9215AC5C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42143" y="401150"/>
                  <a:ext cx="26928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AF306D4-727A-01F8-7697-CC2123518DB3}"/>
                    </a:ext>
                  </a:extLst>
                </p14:cNvPr>
                <p14:cNvContentPartPr/>
                <p14:nvPr/>
              </p14:nvContentPartPr>
              <p14:xfrm>
                <a:off x="742023" y="735950"/>
                <a:ext cx="189000" cy="223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AF306D4-727A-01F8-7697-CC2123518DB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4023" y="718310"/>
                  <a:ext cx="224640" cy="25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F0E0D50-6CD6-13DA-7AC6-4909B49996A6}"/>
              </a:ext>
            </a:extLst>
          </p:cNvPr>
          <p:cNvGrpSpPr/>
          <p:nvPr/>
        </p:nvGrpSpPr>
        <p:grpSpPr>
          <a:xfrm>
            <a:off x="1337823" y="544070"/>
            <a:ext cx="124200" cy="90360"/>
            <a:chOff x="1337823" y="544070"/>
            <a:chExt cx="124200" cy="9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E0BCF6B-9CF0-9970-DA9A-D69275A21065}"/>
                    </a:ext>
                  </a:extLst>
                </p14:cNvPr>
                <p14:cNvContentPartPr/>
                <p14:nvPr/>
              </p14:nvContentPartPr>
              <p14:xfrm>
                <a:off x="1337823" y="544070"/>
                <a:ext cx="124200" cy="24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E0BCF6B-9CF0-9970-DA9A-D69275A2106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19823" y="526430"/>
                  <a:ext cx="1598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6A62BCF-1E79-E7A3-CCA8-82BADF0D91C0}"/>
                    </a:ext>
                  </a:extLst>
                </p14:cNvPr>
                <p14:cNvContentPartPr/>
                <p14:nvPr/>
              </p14:nvContentPartPr>
              <p14:xfrm>
                <a:off x="1361943" y="610670"/>
                <a:ext cx="100080" cy="23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6A62BCF-1E79-E7A3-CCA8-82BADF0D91C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43943" y="593030"/>
                  <a:ext cx="13572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149FD1C-F67A-033C-4DA1-BFD734B2CBF9}"/>
              </a:ext>
            </a:extLst>
          </p:cNvPr>
          <p:cNvGrpSpPr/>
          <p:nvPr/>
        </p:nvGrpSpPr>
        <p:grpSpPr>
          <a:xfrm>
            <a:off x="1792863" y="189470"/>
            <a:ext cx="344160" cy="830880"/>
            <a:chOff x="1792863" y="189470"/>
            <a:chExt cx="344160" cy="83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957713C-4CA0-61CD-1985-5EBE6E676D80}"/>
                    </a:ext>
                  </a:extLst>
                </p14:cNvPr>
                <p14:cNvContentPartPr/>
                <p14:nvPr/>
              </p14:nvContentPartPr>
              <p14:xfrm>
                <a:off x="1815543" y="356510"/>
                <a:ext cx="2880" cy="417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957713C-4CA0-61CD-1985-5EBE6E676D8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97903" y="338870"/>
                  <a:ext cx="3852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6FA8C4A-143D-66D9-D0B5-F34C7EF79D7C}"/>
                    </a:ext>
                  </a:extLst>
                </p14:cNvPr>
                <p14:cNvContentPartPr/>
                <p14:nvPr/>
              </p14:nvContentPartPr>
              <p14:xfrm>
                <a:off x="1792863" y="338150"/>
                <a:ext cx="192600" cy="462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6FA8C4A-143D-66D9-D0B5-F34C7EF79D7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75223" y="320510"/>
                  <a:ext cx="228240" cy="4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2345C73-7CC6-19B0-2F0E-8CDD883848F1}"/>
                    </a:ext>
                  </a:extLst>
                </p14:cNvPr>
                <p14:cNvContentPartPr/>
                <p14:nvPr/>
              </p14:nvContentPartPr>
              <p14:xfrm>
                <a:off x="1978623" y="729110"/>
                <a:ext cx="158400" cy="291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2345C73-7CC6-19B0-2F0E-8CDD883848F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60983" y="711110"/>
                  <a:ext cx="19404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0ACE013-47CC-1D77-6A8C-54BC43917A3B}"/>
                    </a:ext>
                  </a:extLst>
                </p14:cNvPr>
                <p14:cNvContentPartPr/>
                <p14:nvPr/>
              </p14:nvContentPartPr>
              <p14:xfrm>
                <a:off x="1796823" y="189470"/>
                <a:ext cx="246240" cy="26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0ACE013-47CC-1D77-6A8C-54BC43917A3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78823" y="171470"/>
                  <a:ext cx="28188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FDB276B-9FC5-934D-0F91-B24D8B20F362}"/>
              </a:ext>
            </a:extLst>
          </p:cNvPr>
          <p:cNvGrpSpPr/>
          <p:nvPr/>
        </p:nvGrpSpPr>
        <p:grpSpPr>
          <a:xfrm>
            <a:off x="3050703" y="437150"/>
            <a:ext cx="271440" cy="634680"/>
            <a:chOff x="3050703" y="437150"/>
            <a:chExt cx="271440" cy="63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C7AAD69-65A4-0D7C-72BF-18868F81F8B3}"/>
                    </a:ext>
                  </a:extLst>
                </p14:cNvPr>
                <p14:cNvContentPartPr/>
                <p14:nvPr/>
              </p14:nvContentPartPr>
              <p14:xfrm>
                <a:off x="3050703" y="463790"/>
                <a:ext cx="43200" cy="374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C7AAD69-65A4-0D7C-72BF-18868F81F8B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33063" y="445790"/>
                  <a:ext cx="7884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9F30A7A-FEB1-3508-04FB-78E4C6690FF8}"/>
                    </a:ext>
                  </a:extLst>
                </p14:cNvPr>
                <p14:cNvContentPartPr/>
                <p14:nvPr/>
              </p14:nvContentPartPr>
              <p14:xfrm>
                <a:off x="3058263" y="437150"/>
                <a:ext cx="219240" cy="480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9F30A7A-FEB1-3508-04FB-78E4C6690FF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40623" y="419150"/>
                  <a:ext cx="25488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9785A32-0F90-1115-01A6-873F2AB4CD52}"/>
                    </a:ext>
                  </a:extLst>
                </p14:cNvPr>
                <p14:cNvContentPartPr/>
                <p14:nvPr/>
              </p14:nvContentPartPr>
              <p14:xfrm>
                <a:off x="3292983" y="871670"/>
                <a:ext cx="29160" cy="200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9785A32-0F90-1115-01A6-873F2AB4CD5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75343" y="854030"/>
                  <a:ext cx="6480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D054423-B2BB-8546-AB59-C3D13ABC54F6}"/>
              </a:ext>
            </a:extLst>
          </p:cNvPr>
          <p:cNvGrpSpPr/>
          <p:nvPr/>
        </p:nvGrpSpPr>
        <p:grpSpPr>
          <a:xfrm>
            <a:off x="2355543" y="263990"/>
            <a:ext cx="462960" cy="727920"/>
            <a:chOff x="2355543" y="263990"/>
            <a:chExt cx="462960" cy="72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E472568-BA6E-06DF-29A4-424441EC5A18}"/>
                    </a:ext>
                  </a:extLst>
                </p14:cNvPr>
                <p14:cNvContentPartPr/>
                <p14:nvPr/>
              </p14:nvContentPartPr>
              <p14:xfrm>
                <a:off x="2364183" y="419870"/>
                <a:ext cx="20520" cy="396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E472568-BA6E-06DF-29A4-424441EC5A1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46183" y="401870"/>
                  <a:ext cx="5616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0AFB592-2533-123C-2FFF-747F6F0FC7D7}"/>
                    </a:ext>
                  </a:extLst>
                </p14:cNvPr>
                <p14:cNvContentPartPr/>
                <p14:nvPr/>
              </p14:nvContentPartPr>
              <p14:xfrm>
                <a:off x="2361663" y="395030"/>
                <a:ext cx="191160" cy="451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0AFB592-2533-123C-2FFF-747F6F0FC7D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343663" y="377030"/>
                  <a:ext cx="22680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2D12B78-E680-E03D-AD3A-ACDCAA1CE176}"/>
                    </a:ext>
                  </a:extLst>
                </p14:cNvPr>
                <p14:cNvContentPartPr/>
                <p14:nvPr/>
              </p14:nvContentPartPr>
              <p14:xfrm>
                <a:off x="2620863" y="789230"/>
                <a:ext cx="197640" cy="202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2D12B78-E680-E03D-AD3A-ACDCAA1CE17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02863" y="771590"/>
                  <a:ext cx="2332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86CDFCF-E5B5-DDEB-AE40-808B161DEF58}"/>
                    </a:ext>
                  </a:extLst>
                </p14:cNvPr>
                <p14:cNvContentPartPr/>
                <p14:nvPr/>
              </p14:nvContentPartPr>
              <p14:xfrm>
                <a:off x="2355543" y="263990"/>
                <a:ext cx="297720" cy="1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86CDFCF-E5B5-DDEB-AE40-808B161DEF5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337543" y="245990"/>
                  <a:ext cx="33336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1916F62-01F2-B50E-86AD-6AC63C256A67}"/>
              </a:ext>
            </a:extLst>
          </p:cNvPr>
          <p:cNvGrpSpPr/>
          <p:nvPr/>
        </p:nvGrpSpPr>
        <p:grpSpPr>
          <a:xfrm>
            <a:off x="3722463" y="426710"/>
            <a:ext cx="253080" cy="409320"/>
            <a:chOff x="3722463" y="426710"/>
            <a:chExt cx="253080" cy="40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17CB782-D1DE-D6E3-61B9-15C447CB3644}"/>
                    </a:ext>
                  </a:extLst>
                </p14:cNvPr>
                <p14:cNvContentPartPr/>
                <p14:nvPr/>
              </p14:nvContentPartPr>
              <p14:xfrm>
                <a:off x="3722463" y="585830"/>
                <a:ext cx="253080" cy="45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17CB782-D1DE-D6E3-61B9-15C447CB364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04823" y="568190"/>
                  <a:ext cx="2887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E02F263-5404-163D-14D9-EBAF6454CE04}"/>
                    </a:ext>
                  </a:extLst>
                </p14:cNvPr>
                <p14:cNvContentPartPr/>
                <p14:nvPr/>
              </p14:nvContentPartPr>
              <p14:xfrm>
                <a:off x="3851703" y="426710"/>
                <a:ext cx="12960" cy="409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E02F263-5404-163D-14D9-EBAF6454CE0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834063" y="408710"/>
                  <a:ext cx="48600" cy="44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B872DE4-2C01-72CD-BE6F-C2883D6934A3}"/>
              </a:ext>
            </a:extLst>
          </p:cNvPr>
          <p:cNvGrpSpPr/>
          <p:nvPr/>
        </p:nvGrpSpPr>
        <p:grpSpPr>
          <a:xfrm>
            <a:off x="4326183" y="154190"/>
            <a:ext cx="439200" cy="848520"/>
            <a:chOff x="4326183" y="154190"/>
            <a:chExt cx="439200" cy="84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474F1F4-A939-95D4-AD14-7B2B14B9CC9F}"/>
                    </a:ext>
                  </a:extLst>
                </p14:cNvPr>
                <p14:cNvContentPartPr/>
                <p14:nvPr/>
              </p14:nvContentPartPr>
              <p14:xfrm>
                <a:off x="4358943" y="303590"/>
                <a:ext cx="52920" cy="447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474F1F4-A939-95D4-AD14-7B2B14B9CC9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341303" y="285590"/>
                  <a:ext cx="8856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0AF5C66-98ED-1135-923A-D93285D9A65F}"/>
                    </a:ext>
                  </a:extLst>
                </p14:cNvPr>
                <p14:cNvContentPartPr/>
                <p14:nvPr/>
              </p14:nvContentPartPr>
              <p14:xfrm>
                <a:off x="4367583" y="303590"/>
                <a:ext cx="181080" cy="468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0AF5C66-98ED-1135-923A-D93285D9A65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349943" y="285590"/>
                  <a:ext cx="21672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B945A21-E6CD-E7A9-4BE2-EFE39A34DA26}"/>
                    </a:ext>
                  </a:extLst>
                </p14:cNvPr>
                <p14:cNvContentPartPr/>
                <p14:nvPr/>
              </p14:nvContentPartPr>
              <p14:xfrm>
                <a:off x="4528503" y="694550"/>
                <a:ext cx="236880" cy="308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B945A21-E6CD-E7A9-4BE2-EFE39A34DA2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10503" y="676910"/>
                  <a:ext cx="27252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0D2ADCB-6AA1-D712-B51D-3D73C8866155}"/>
                    </a:ext>
                  </a:extLst>
                </p14:cNvPr>
                <p14:cNvContentPartPr/>
                <p14:nvPr/>
              </p14:nvContentPartPr>
              <p14:xfrm>
                <a:off x="4326183" y="154190"/>
                <a:ext cx="348120" cy="39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0D2ADCB-6AA1-D712-B51D-3D73C886615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308543" y="136550"/>
                  <a:ext cx="383760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610E8FA-AA91-1BF7-58AA-53C27D66EFD7}"/>
              </a:ext>
            </a:extLst>
          </p:cNvPr>
          <p:cNvGrpSpPr/>
          <p:nvPr/>
        </p:nvGrpSpPr>
        <p:grpSpPr>
          <a:xfrm>
            <a:off x="5044383" y="296390"/>
            <a:ext cx="390600" cy="710280"/>
            <a:chOff x="5044383" y="296390"/>
            <a:chExt cx="390600" cy="71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26A456F-54C8-E1BB-F0B8-B9D988ED93CC}"/>
                    </a:ext>
                  </a:extLst>
                </p14:cNvPr>
                <p14:cNvContentPartPr/>
                <p14:nvPr/>
              </p14:nvContentPartPr>
              <p14:xfrm>
                <a:off x="5088303" y="349310"/>
                <a:ext cx="15480" cy="353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26A456F-54C8-E1BB-F0B8-B9D988ED93C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070663" y="331310"/>
                  <a:ext cx="5112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1BB5EE1-9EC2-FC75-0C27-E2B7B395E6A3}"/>
                    </a:ext>
                  </a:extLst>
                </p14:cNvPr>
                <p14:cNvContentPartPr/>
                <p14:nvPr/>
              </p14:nvContentPartPr>
              <p14:xfrm>
                <a:off x="5044383" y="296390"/>
                <a:ext cx="213120" cy="465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1BB5EE1-9EC2-FC75-0C27-E2B7B395E6A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026743" y="278750"/>
                  <a:ext cx="24876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97F7428-2BEC-2CCC-DAAD-76B1F4FBBEC2}"/>
                    </a:ext>
                  </a:extLst>
                </p14:cNvPr>
                <p14:cNvContentPartPr/>
                <p14:nvPr/>
              </p14:nvContentPartPr>
              <p14:xfrm>
                <a:off x="5268663" y="762230"/>
                <a:ext cx="166320" cy="244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97F7428-2BEC-2CCC-DAAD-76B1F4FBBEC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250663" y="744590"/>
                  <a:ext cx="201960" cy="28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F22FC95-55BE-C0D1-E320-EFF0259E93B4}"/>
              </a:ext>
            </a:extLst>
          </p:cNvPr>
          <p:cNvGrpSpPr/>
          <p:nvPr/>
        </p:nvGrpSpPr>
        <p:grpSpPr>
          <a:xfrm>
            <a:off x="5736303" y="192710"/>
            <a:ext cx="355320" cy="767520"/>
            <a:chOff x="5736303" y="192710"/>
            <a:chExt cx="355320" cy="76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E6FA480-0572-F414-711E-5A24FF4E11B1}"/>
                    </a:ext>
                  </a:extLst>
                </p14:cNvPr>
                <p14:cNvContentPartPr/>
                <p14:nvPr/>
              </p14:nvContentPartPr>
              <p14:xfrm>
                <a:off x="5770143" y="334190"/>
                <a:ext cx="20520" cy="425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E6FA480-0572-F414-711E-5A24FF4E11B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52143" y="316190"/>
                  <a:ext cx="5616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8A11179-E972-FF4C-CEC8-643BA4F41887}"/>
                    </a:ext>
                  </a:extLst>
                </p14:cNvPr>
                <p14:cNvContentPartPr/>
                <p14:nvPr/>
              </p14:nvContentPartPr>
              <p14:xfrm>
                <a:off x="5736303" y="323030"/>
                <a:ext cx="266400" cy="500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8A11179-E972-FF4C-CEC8-643BA4F4188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718303" y="305030"/>
                  <a:ext cx="302040" cy="53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A5E56EB-2C62-5AB9-018D-834C547352AA}"/>
                    </a:ext>
                  </a:extLst>
                </p14:cNvPr>
                <p14:cNvContentPartPr/>
                <p14:nvPr/>
              </p14:nvContentPartPr>
              <p14:xfrm>
                <a:off x="6049863" y="738470"/>
                <a:ext cx="9000" cy="221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A5E56EB-2C62-5AB9-018D-834C547352A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032223" y="720470"/>
                  <a:ext cx="446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2109D5E-EA07-AA57-D975-A08FF713649D}"/>
                    </a:ext>
                  </a:extLst>
                </p14:cNvPr>
                <p14:cNvContentPartPr/>
                <p14:nvPr/>
              </p14:nvContentPartPr>
              <p14:xfrm>
                <a:off x="5740983" y="192710"/>
                <a:ext cx="350640" cy="10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2109D5E-EA07-AA57-D975-A08FF713649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723343" y="175070"/>
                  <a:ext cx="38628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CF18685-52B0-62E5-CC0D-E23E8EB137AA}"/>
              </a:ext>
            </a:extLst>
          </p:cNvPr>
          <p:cNvGrpSpPr/>
          <p:nvPr/>
        </p:nvGrpSpPr>
        <p:grpSpPr>
          <a:xfrm>
            <a:off x="6368823" y="395030"/>
            <a:ext cx="256680" cy="361800"/>
            <a:chOff x="6368823" y="395030"/>
            <a:chExt cx="256680" cy="36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D60C1BC-8449-FB3D-29B8-51E2AD0C594E}"/>
                    </a:ext>
                  </a:extLst>
                </p14:cNvPr>
                <p14:cNvContentPartPr/>
                <p14:nvPr/>
              </p14:nvContentPartPr>
              <p14:xfrm>
                <a:off x="6368823" y="535070"/>
                <a:ext cx="256680" cy="14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D60C1BC-8449-FB3D-29B8-51E2AD0C594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51183" y="517430"/>
                  <a:ext cx="2923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D86E832-1F2E-E528-8165-26C2F4F443B3}"/>
                    </a:ext>
                  </a:extLst>
                </p14:cNvPr>
                <p14:cNvContentPartPr/>
                <p14:nvPr/>
              </p14:nvContentPartPr>
              <p14:xfrm>
                <a:off x="6513183" y="395030"/>
                <a:ext cx="2880" cy="361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D86E832-1F2E-E528-8165-26C2F4F443B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95543" y="377030"/>
                  <a:ext cx="38520" cy="39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E1B9462-3A95-9E87-6803-E957A31992ED}"/>
              </a:ext>
            </a:extLst>
          </p:cNvPr>
          <p:cNvGrpSpPr/>
          <p:nvPr/>
        </p:nvGrpSpPr>
        <p:grpSpPr>
          <a:xfrm>
            <a:off x="6980103" y="137270"/>
            <a:ext cx="1056600" cy="864720"/>
            <a:chOff x="6980103" y="137270"/>
            <a:chExt cx="1056600" cy="86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D1F08AA-CAF9-E61F-C4CE-177B8260AE72}"/>
                    </a:ext>
                  </a:extLst>
                </p14:cNvPr>
                <p14:cNvContentPartPr/>
                <p14:nvPr/>
              </p14:nvContentPartPr>
              <p14:xfrm>
                <a:off x="7001703" y="313670"/>
                <a:ext cx="61920" cy="434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D1F08AA-CAF9-E61F-C4CE-177B8260AE7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983703" y="295670"/>
                  <a:ext cx="9756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C2CD9EC-F357-4AF9-F275-75D201E87B60}"/>
                    </a:ext>
                  </a:extLst>
                </p14:cNvPr>
                <p14:cNvContentPartPr/>
                <p14:nvPr/>
              </p14:nvContentPartPr>
              <p14:xfrm>
                <a:off x="6980103" y="307550"/>
                <a:ext cx="215280" cy="479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C2CD9EC-F357-4AF9-F275-75D201E87B6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962463" y="289550"/>
                  <a:ext cx="250920" cy="51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63FAA2D-5BDE-2C19-BDBB-C05B1425F2FE}"/>
                    </a:ext>
                  </a:extLst>
                </p14:cNvPr>
                <p14:cNvContentPartPr/>
                <p14:nvPr/>
              </p14:nvContentPartPr>
              <p14:xfrm>
                <a:off x="7247583" y="666110"/>
                <a:ext cx="122040" cy="335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63FAA2D-5BDE-2C19-BDBB-C05B1425F2F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229943" y="648470"/>
                  <a:ext cx="15768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7C3D093-73D7-2D4E-E9CC-3D41CCC788BE}"/>
                    </a:ext>
                  </a:extLst>
                </p14:cNvPr>
                <p14:cNvContentPartPr/>
                <p14:nvPr/>
              </p14:nvContentPartPr>
              <p14:xfrm>
                <a:off x="7561503" y="314750"/>
                <a:ext cx="55440" cy="4035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7C3D093-73D7-2D4E-E9CC-3D41CCC788B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543503" y="297110"/>
                  <a:ext cx="9108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C42729A-2F3E-0A6E-A37F-51BD6EA95731}"/>
                    </a:ext>
                  </a:extLst>
                </p14:cNvPr>
                <p14:cNvContentPartPr/>
                <p14:nvPr/>
              </p14:nvContentPartPr>
              <p14:xfrm>
                <a:off x="7565103" y="261470"/>
                <a:ext cx="230400" cy="460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C42729A-2F3E-0A6E-A37F-51BD6EA9573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547463" y="243470"/>
                  <a:ext cx="26604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B6CC4E2-BE2F-1EF8-5816-D16A61050D52}"/>
                    </a:ext>
                  </a:extLst>
                </p14:cNvPr>
                <p14:cNvContentPartPr/>
                <p14:nvPr/>
              </p14:nvContentPartPr>
              <p14:xfrm>
                <a:off x="7846263" y="680870"/>
                <a:ext cx="190440" cy="2181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B6CC4E2-BE2F-1EF8-5816-D16A61050D5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828623" y="662870"/>
                  <a:ext cx="2260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D18362B-FBD8-A4F6-2D2D-81B44E35F84E}"/>
                    </a:ext>
                  </a:extLst>
                </p14:cNvPr>
                <p14:cNvContentPartPr/>
                <p14:nvPr/>
              </p14:nvContentPartPr>
              <p14:xfrm>
                <a:off x="7523343" y="137270"/>
                <a:ext cx="363960" cy="60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D18362B-FBD8-A4F6-2D2D-81B44E35F84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505343" y="119630"/>
                  <a:ext cx="399600" cy="9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E8B0E50-B808-D9B3-5C01-26FACED5C35A}"/>
              </a:ext>
            </a:extLst>
          </p:cNvPr>
          <p:cNvGrpSpPr/>
          <p:nvPr/>
        </p:nvGrpSpPr>
        <p:grpSpPr>
          <a:xfrm>
            <a:off x="8290863" y="299630"/>
            <a:ext cx="685080" cy="616680"/>
            <a:chOff x="8290863" y="299630"/>
            <a:chExt cx="685080" cy="61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A8FC70A-DD5B-A2C0-027D-942DACFF31BE}"/>
                    </a:ext>
                  </a:extLst>
                </p14:cNvPr>
                <p14:cNvContentPartPr/>
                <p14:nvPr/>
              </p14:nvContentPartPr>
              <p14:xfrm>
                <a:off x="8291943" y="299630"/>
                <a:ext cx="6480" cy="377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A8FC70A-DD5B-A2C0-027D-942DACFF31B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274303" y="281630"/>
                  <a:ext cx="4212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A158888-6271-7DD5-F026-7A19210C4311}"/>
                    </a:ext>
                  </a:extLst>
                </p14:cNvPr>
                <p14:cNvContentPartPr/>
                <p14:nvPr/>
              </p14:nvContentPartPr>
              <p14:xfrm>
                <a:off x="8290863" y="300710"/>
                <a:ext cx="196920" cy="473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A158888-6271-7DD5-F026-7A19210C431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73223" y="283070"/>
                  <a:ext cx="23256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4EB7552-2AB5-B434-E3C0-92D0396F2B10}"/>
                    </a:ext>
                  </a:extLst>
                </p14:cNvPr>
                <p14:cNvContentPartPr/>
                <p14:nvPr/>
              </p14:nvContentPartPr>
              <p14:xfrm>
                <a:off x="8546823" y="680870"/>
                <a:ext cx="16560" cy="235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4EB7552-2AB5-B434-E3C0-92D0396F2B1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529183" y="662870"/>
                  <a:ext cx="522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E5FE4A1-2267-81E5-55DC-7D4183829926}"/>
                    </a:ext>
                  </a:extLst>
                </p14:cNvPr>
                <p14:cNvContentPartPr/>
                <p14:nvPr/>
              </p14:nvContentPartPr>
              <p14:xfrm>
                <a:off x="8749143" y="496550"/>
                <a:ext cx="226800" cy="29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E5FE4A1-2267-81E5-55DC-7D418382992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731503" y="478910"/>
                  <a:ext cx="2624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FCDEF10-CC9B-4019-B64C-B41BC6EB1FB6}"/>
                    </a:ext>
                  </a:extLst>
                </p14:cNvPr>
                <p14:cNvContentPartPr/>
                <p14:nvPr/>
              </p14:nvContentPartPr>
              <p14:xfrm>
                <a:off x="8850663" y="356510"/>
                <a:ext cx="25560" cy="3042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FCDEF10-CC9B-4019-B64C-B41BC6EB1FB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833023" y="338870"/>
                  <a:ext cx="61200" cy="33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3B4D3FD-1427-2C17-9A7E-4CFB76818FC6}"/>
              </a:ext>
            </a:extLst>
          </p:cNvPr>
          <p:cNvGrpSpPr/>
          <p:nvPr/>
        </p:nvGrpSpPr>
        <p:grpSpPr>
          <a:xfrm>
            <a:off x="9190863" y="147710"/>
            <a:ext cx="1469160" cy="753480"/>
            <a:chOff x="9190863" y="147710"/>
            <a:chExt cx="1469160" cy="75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1DF8F03-A283-1E53-C192-1109119A957F}"/>
                    </a:ext>
                  </a:extLst>
                </p14:cNvPr>
                <p14:cNvContentPartPr/>
                <p14:nvPr/>
              </p14:nvContentPartPr>
              <p14:xfrm>
                <a:off x="9236943" y="295670"/>
                <a:ext cx="16920" cy="401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1DF8F03-A283-1E53-C192-1109119A957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219303" y="277670"/>
                  <a:ext cx="5256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F1D7F48-A898-C437-3AD1-96C116022E69}"/>
                    </a:ext>
                  </a:extLst>
                </p14:cNvPr>
                <p14:cNvContentPartPr/>
                <p14:nvPr/>
              </p14:nvContentPartPr>
              <p14:xfrm>
                <a:off x="9190863" y="259310"/>
                <a:ext cx="241560" cy="474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F1D7F48-A898-C437-3AD1-96C116022E6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173223" y="241670"/>
                  <a:ext cx="27720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ABFC658-7DFC-7129-08C6-3BFB78EAF0A0}"/>
                    </a:ext>
                  </a:extLst>
                </p14:cNvPr>
                <p14:cNvContentPartPr/>
                <p14:nvPr/>
              </p14:nvContentPartPr>
              <p14:xfrm>
                <a:off x="9424503" y="584750"/>
                <a:ext cx="159120" cy="3052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ABFC658-7DFC-7129-08C6-3BFB78EAF0A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406503" y="567110"/>
                  <a:ext cx="19476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8C2B4FD-C3DE-D3E2-36F7-F09D0FC52A1C}"/>
                    </a:ext>
                  </a:extLst>
                </p14:cNvPr>
                <p14:cNvContentPartPr/>
                <p14:nvPr/>
              </p14:nvContentPartPr>
              <p14:xfrm>
                <a:off x="9733383" y="286670"/>
                <a:ext cx="6480" cy="470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8C2B4FD-C3DE-D3E2-36F7-F09D0FC52A1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715383" y="268670"/>
                  <a:ext cx="4212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4D63752-E5D2-719B-52A6-F28198AA3A20}"/>
                    </a:ext>
                  </a:extLst>
                </p14:cNvPr>
                <p14:cNvContentPartPr/>
                <p14:nvPr/>
              </p14:nvContentPartPr>
              <p14:xfrm>
                <a:off x="9699543" y="275510"/>
                <a:ext cx="194760" cy="474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4D63752-E5D2-719B-52A6-F28198AA3A2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681543" y="257870"/>
                  <a:ext cx="23040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588E03C-16E6-F99A-1F34-B0A93A1D2687}"/>
                    </a:ext>
                  </a:extLst>
                </p14:cNvPr>
                <p14:cNvContentPartPr/>
                <p14:nvPr/>
              </p14:nvContentPartPr>
              <p14:xfrm>
                <a:off x="9920943" y="677630"/>
                <a:ext cx="191880" cy="2044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588E03C-16E6-F99A-1F34-B0A93A1D268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903303" y="659630"/>
                  <a:ext cx="2275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EFCD8A1-8761-E6D2-AC50-BC44395DB422}"/>
                    </a:ext>
                  </a:extLst>
                </p14:cNvPr>
                <p14:cNvContentPartPr/>
                <p14:nvPr/>
              </p14:nvContentPartPr>
              <p14:xfrm>
                <a:off x="10295703" y="321590"/>
                <a:ext cx="14400" cy="3891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EFCD8A1-8761-E6D2-AC50-BC44395DB42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277703" y="303590"/>
                  <a:ext cx="5004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F9F3125-C6C2-B09C-DEAF-9739DB4ECD63}"/>
                    </a:ext>
                  </a:extLst>
                </p14:cNvPr>
                <p14:cNvContentPartPr/>
                <p14:nvPr/>
              </p14:nvContentPartPr>
              <p14:xfrm>
                <a:off x="10304343" y="303950"/>
                <a:ext cx="217800" cy="4528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F9F3125-C6C2-B09C-DEAF-9739DB4ECD6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286703" y="286310"/>
                  <a:ext cx="25344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B086D92-6D1A-55C3-192A-E5F5D9469055}"/>
                    </a:ext>
                  </a:extLst>
                </p14:cNvPr>
                <p14:cNvContentPartPr/>
                <p14:nvPr/>
              </p14:nvContentPartPr>
              <p14:xfrm>
                <a:off x="10575783" y="685190"/>
                <a:ext cx="35640" cy="2160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B086D92-6D1A-55C3-192A-E5F5D946905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557783" y="667550"/>
                  <a:ext cx="712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5F45C06-4A6E-60FC-EBD5-E1DC15B6B5DB}"/>
                    </a:ext>
                  </a:extLst>
                </p14:cNvPr>
                <p14:cNvContentPartPr/>
                <p14:nvPr/>
              </p14:nvContentPartPr>
              <p14:xfrm>
                <a:off x="10310823" y="147710"/>
                <a:ext cx="349200" cy="262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5F45C06-4A6E-60FC-EBD5-E1DC15B6B5D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292823" y="129710"/>
                  <a:ext cx="38484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30B421C-DEDC-D6B6-E860-6F7ECA30F4BD}"/>
              </a:ext>
            </a:extLst>
          </p:cNvPr>
          <p:cNvGrpSpPr/>
          <p:nvPr/>
        </p:nvGrpSpPr>
        <p:grpSpPr>
          <a:xfrm>
            <a:off x="1347183" y="1666190"/>
            <a:ext cx="164880" cy="130320"/>
            <a:chOff x="1347183" y="1666190"/>
            <a:chExt cx="164880" cy="13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F4F93E1-7BB7-85F1-DF17-C6D808E10C79}"/>
                    </a:ext>
                  </a:extLst>
                </p14:cNvPr>
                <p14:cNvContentPartPr/>
                <p14:nvPr/>
              </p14:nvContentPartPr>
              <p14:xfrm>
                <a:off x="1347183" y="1666190"/>
                <a:ext cx="164880" cy="72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F4F93E1-7BB7-85F1-DF17-C6D808E10C7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329543" y="1648190"/>
                  <a:ext cx="2005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C62C79F-3CFD-6025-8DED-3D864EE12C26}"/>
                    </a:ext>
                  </a:extLst>
                </p14:cNvPr>
                <p14:cNvContentPartPr/>
                <p14:nvPr/>
              </p14:nvContentPartPr>
              <p14:xfrm>
                <a:off x="1354743" y="1780310"/>
                <a:ext cx="149760" cy="162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C62C79F-3CFD-6025-8DED-3D864EE12C2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337103" y="1762310"/>
                  <a:ext cx="18540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7F08D7EE-0B48-8717-BF18-E577369BCB17}"/>
              </a:ext>
            </a:extLst>
          </p:cNvPr>
          <p:cNvGrpSpPr/>
          <p:nvPr/>
        </p:nvGrpSpPr>
        <p:grpSpPr>
          <a:xfrm>
            <a:off x="1859463" y="1386830"/>
            <a:ext cx="403200" cy="759600"/>
            <a:chOff x="1859463" y="1386830"/>
            <a:chExt cx="403200" cy="75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52B65CA-A567-9203-D609-70E817D6323D}"/>
                    </a:ext>
                  </a:extLst>
                </p14:cNvPr>
                <p14:cNvContentPartPr/>
                <p14:nvPr/>
              </p14:nvContentPartPr>
              <p14:xfrm>
                <a:off x="1888263" y="1486550"/>
                <a:ext cx="15480" cy="4867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52B65CA-A567-9203-D609-70E817D6323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870623" y="1468550"/>
                  <a:ext cx="5112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2F7F512-F933-C8A3-E6B0-094CCD8DCFAC}"/>
                    </a:ext>
                  </a:extLst>
                </p14:cNvPr>
                <p14:cNvContentPartPr/>
                <p14:nvPr/>
              </p14:nvContentPartPr>
              <p14:xfrm>
                <a:off x="1893303" y="1488350"/>
                <a:ext cx="199440" cy="4795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2F7F512-F933-C8A3-E6B0-094CCD8DCFA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875663" y="1470710"/>
                  <a:ext cx="23508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08D3C9B-8868-E169-FB8B-AC6BF4CC58F2}"/>
                    </a:ext>
                  </a:extLst>
                </p14:cNvPr>
                <p14:cNvContentPartPr/>
                <p14:nvPr/>
              </p14:nvContentPartPr>
              <p14:xfrm>
                <a:off x="2131983" y="1858070"/>
                <a:ext cx="130680" cy="288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08D3C9B-8868-E169-FB8B-AC6BF4CC58F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113983" y="1840070"/>
                  <a:ext cx="16632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9D465C2-ECE8-A344-5248-656BE10D23B8}"/>
                    </a:ext>
                  </a:extLst>
                </p14:cNvPr>
                <p14:cNvContentPartPr/>
                <p14:nvPr/>
              </p14:nvContentPartPr>
              <p14:xfrm>
                <a:off x="1859463" y="1386830"/>
                <a:ext cx="344160" cy="16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9D465C2-ECE8-A344-5248-656BE10D23B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841823" y="1369190"/>
                  <a:ext cx="37980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245F02CF-C68C-4E76-95A6-4B9B25B131A2}"/>
              </a:ext>
            </a:extLst>
          </p:cNvPr>
          <p:cNvGrpSpPr/>
          <p:nvPr/>
        </p:nvGrpSpPr>
        <p:grpSpPr>
          <a:xfrm>
            <a:off x="2503143" y="1341830"/>
            <a:ext cx="1833480" cy="840960"/>
            <a:chOff x="2503143" y="1341830"/>
            <a:chExt cx="1833480" cy="84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4DFF734-B0D1-0E5A-9C7E-63045C0BEEDD}"/>
                    </a:ext>
                  </a:extLst>
                </p14:cNvPr>
                <p14:cNvContentPartPr/>
                <p14:nvPr/>
              </p14:nvContentPartPr>
              <p14:xfrm>
                <a:off x="2503143" y="1383590"/>
                <a:ext cx="262800" cy="7992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4DFF734-B0D1-0E5A-9C7E-63045C0BEED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485503" y="1365590"/>
                  <a:ext cx="298440" cy="83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CFA6552-E12C-0642-642B-4C374A1860FC}"/>
                    </a:ext>
                  </a:extLst>
                </p14:cNvPr>
                <p14:cNvContentPartPr/>
                <p14:nvPr/>
              </p14:nvContentPartPr>
              <p14:xfrm>
                <a:off x="2913903" y="1520030"/>
                <a:ext cx="6840" cy="4492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CFA6552-E12C-0642-642B-4C374A1860F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896263" y="1502390"/>
                  <a:ext cx="4248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67F1E90-1DC6-21D7-B348-B90ACABB5EED}"/>
                    </a:ext>
                  </a:extLst>
                </p14:cNvPr>
                <p14:cNvContentPartPr/>
                <p14:nvPr/>
              </p14:nvContentPartPr>
              <p14:xfrm>
                <a:off x="2894103" y="1503110"/>
                <a:ext cx="209880" cy="5191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67F1E90-1DC6-21D7-B348-B90ACABB5EE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876103" y="1485470"/>
                  <a:ext cx="245520" cy="55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FB5C530-4B98-9A5B-5D20-60590A72B67C}"/>
                    </a:ext>
                  </a:extLst>
                </p14:cNvPr>
                <p14:cNvContentPartPr/>
                <p14:nvPr/>
              </p14:nvContentPartPr>
              <p14:xfrm>
                <a:off x="3168783" y="1939430"/>
                <a:ext cx="176760" cy="2271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FB5C530-4B98-9A5B-5D20-60590A72B67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151143" y="1921790"/>
                  <a:ext cx="2124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3087831-B1A7-8D43-70D8-C7BC1F3F8C99}"/>
                    </a:ext>
                  </a:extLst>
                </p14:cNvPr>
                <p14:cNvContentPartPr/>
                <p14:nvPr/>
              </p14:nvContentPartPr>
              <p14:xfrm>
                <a:off x="3554703" y="1567550"/>
                <a:ext cx="214200" cy="4593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3087831-B1A7-8D43-70D8-C7BC1F3F8C9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536703" y="1549910"/>
                  <a:ext cx="24984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CAD59BE-E3F0-A8F1-AAE0-CA9E0B93C7DF}"/>
                    </a:ext>
                  </a:extLst>
                </p14:cNvPr>
                <p14:cNvContentPartPr/>
                <p14:nvPr/>
              </p14:nvContentPartPr>
              <p14:xfrm>
                <a:off x="3830463" y="1941590"/>
                <a:ext cx="26640" cy="2239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CAD59BE-E3F0-A8F1-AAE0-CA9E0B93C7D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812463" y="1923950"/>
                  <a:ext cx="622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7E5CDC1-02DB-D4DD-EB64-8BF9911D0592}"/>
                    </a:ext>
                  </a:extLst>
                </p14:cNvPr>
                <p14:cNvContentPartPr/>
                <p14:nvPr/>
              </p14:nvContentPartPr>
              <p14:xfrm>
                <a:off x="2858823" y="1341830"/>
                <a:ext cx="388440" cy="50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7E5CDC1-02DB-D4DD-EB64-8BF9911D059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840823" y="1323830"/>
                  <a:ext cx="4240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A0BC581-CB04-F5A7-8343-5E0E11E9A93B}"/>
                    </a:ext>
                  </a:extLst>
                </p14:cNvPr>
                <p14:cNvContentPartPr/>
                <p14:nvPr/>
              </p14:nvContentPartPr>
              <p14:xfrm>
                <a:off x="4090383" y="1720190"/>
                <a:ext cx="246240" cy="298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A0BC581-CB04-F5A7-8343-5E0E11E9A93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072383" y="1702550"/>
                  <a:ext cx="2818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2FFA318-78AF-2412-D8E3-C244CA5B0B6C}"/>
                    </a:ext>
                  </a:extLst>
                </p14:cNvPr>
                <p14:cNvContentPartPr/>
                <p14:nvPr/>
              </p14:nvContentPartPr>
              <p14:xfrm>
                <a:off x="4230783" y="1583390"/>
                <a:ext cx="12960" cy="3268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2FFA318-78AF-2412-D8E3-C244CA5B0B6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213143" y="1565750"/>
                  <a:ext cx="48600" cy="36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0D46DA6F-5CAE-7F6A-0BE9-93EB03E3762F}"/>
              </a:ext>
            </a:extLst>
          </p:cNvPr>
          <p:cNvGrpSpPr/>
          <p:nvPr/>
        </p:nvGrpSpPr>
        <p:grpSpPr>
          <a:xfrm>
            <a:off x="4640103" y="1303310"/>
            <a:ext cx="1539360" cy="990000"/>
            <a:chOff x="4640103" y="1303310"/>
            <a:chExt cx="1539360" cy="99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E55D208-78E3-6C8A-4605-F00274A4E931}"/>
                    </a:ext>
                  </a:extLst>
                </p14:cNvPr>
                <p14:cNvContentPartPr/>
                <p14:nvPr/>
              </p14:nvContentPartPr>
              <p14:xfrm>
                <a:off x="4640103" y="1480790"/>
                <a:ext cx="178200" cy="4910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E55D208-78E3-6C8A-4605-F00274A4E93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622463" y="1462790"/>
                  <a:ext cx="213840" cy="52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FD63571-8EB0-6EF6-2715-239736A8E22E}"/>
                    </a:ext>
                  </a:extLst>
                </p14:cNvPr>
                <p14:cNvContentPartPr/>
                <p14:nvPr/>
              </p14:nvContentPartPr>
              <p14:xfrm>
                <a:off x="4827303" y="1896950"/>
                <a:ext cx="219960" cy="228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FD63571-8EB0-6EF6-2715-239736A8E22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809303" y="1879310"/>
                  <a:ext cx="2556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9A3F024-AB36-9522-CE45-F2B7D03ADDB2}"/>
                    </a:ext>
                  </a:extLst>
                </p14:cNvPr>
                <p14:cNvContentPartPr/>
                <p14:nvPr/>
              </p14:nvContentPartPr>
              <p14:xfrm>
                <a:off x="5296743" y="1575470"/>
                <a:ext cx="30240" cy="4039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9A3F024-AB36-9522-CE45-F2B7D03ADDB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279103" y="1557830"/>
                  <a:ext cx="6588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A3682FD-FB6D-E7E2-99B8-7FE9BF1C7464}"/>
                    </a:ext>
                  </a:extLst>
                </p14:cNvPr>
                <p14:cNvContentPartPr/>
                <p14:nvPr/>
              </p14:nvContentPartPr>
              <p14:xfrm>
                <a:off x="5255343" y="1486190"/>
                <a:ext cx="231120" cy="4579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A3682FD-FB6D-E7E2-99B8-7FE9BF1C746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237343" y="1468550"/>
                  <a:ext cx="266760" cy="4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9FB653F-FC58-1444-6ED3-68E351921AB9}"/>
                    </a:ext>
                  </a:extLst>
                </p14:cNvPr>
                <p14:cNvContentPartPr/>
                <p14:nvPr/>
              </p14:nvContentPartPr>
              <p14:xfrm>
                <a:off x="5482503" y="1874990"/>
                <a:ext cx="23040" cy="2692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9FB653F-FC58-1444-6ED3-68E351921AB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464863" y="1857350"/>
                  <a:ext cx="586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C3F7563-04DB-A2EB-F44A-727601E25485}"/>
                    </a:ext>
                  </a:extLst>
                </p14:cNvPr>
                <p14:cNvContentPartPr/>
                <p14:nvPr/>
              </p14:nvContentPartPr>
              <p14:xfrm>
                <a:off x="5311863" y="1303310"/>
                <a:ext cx="317880" cy="273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C3F7563-04DB-A2EB-F44A-727601E2548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293863" y="1285670"/>
                  <a:ext cx="3535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630D5AA-7192-D8C0-F1DE-4E3AFBDC8E07}"/>
                    </a:ext>
                  </a:extLst>
                </p14:cNvPr>
                <p14:cNvContentPartPr/>
                <p14:nvPr/>
              </p14:nvContentPartPr>
              <p14:xfrm>
                <a:off x="5900463" y="1791470"/>
                <a:ext cx="279000" cy="219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630D5AA-7192-D8C0-F1DE-4E3AFBDC8E0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882823" y="1773470"/>
                  <a:ext cx="3146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70D9FDD-3E4C-EA9A-050B-1051130EB951}"/>
                    </a:ext>
                  </a:extLst>
                </p14:cNvPr>
                <p14:cNvContentPartPr/>
                <p14:nvPr/>
              </p14:nvContentPartPr>
              <p14:xfrm>
                <a:off x="6064983" y="1693190"/>
                <a:ext cx="360" cy="3380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70D9FDD-3E4C-EA9A-050B-1051130EB95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047343" y="1675190"/>
                  <a:ext cx="3600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EC92777-5A71-DB32-CD89-C733451196C8}"/>
                    </a:ext>
                  </a:extLst>
                </p14:cNvPr>
                <p14:cNvContentPartPr/>
                <p14:nvPr/>
              </p14:nvContentPartPr>
              <p14:xfrm>
                <a:off x="5712183" y="1319150"/>
                <a:ext cx="184680" cy="9741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EC92777-5A71-DB32-CD89-C733451196C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694543" y="1301510"/>
                  <a:ext cx="220320" cy="100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F619DAE-61BC-4B17-06E8-4B3ADDF9F4DF}"/>
              </a:ext>
            </a:extLst>
          </p:cNvPr>
          <p:cNvGrpSpPr/>
          <p:nvPr/>
        </p:nvGrpSpPr>
        <p:grpSpPr>
          <a:xfrm>
            <a:off x="6508143" y="1258310"/>
            <a:ext cx="2022840" cy="949320"/>
            <a:chOff x="6508143" y="1258310"/>
            <a:chExt cx="2022840" cy="94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A213C99-9244-B976-85B6-285937D2184A}"/>
                    </a:ext>
                  </a:extLst>
                </p14:cNvPr>
                <p14:cNvContentPartPr/>
                <p14:nvPr/>
              </p14:nvContentPartPr>
              <p14:xfrm>
                <a:off x="6531903" y="1433270"/>
                <a:ext cx="10440" cy="4647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A213C99-9244-B976-85B6-285937D2184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514263" y="1415630"/>
                  <a:ext cx="4608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0B6455A-6080-80D9-E4E1-DDD3F00873EA}"/>
                    </a:ext>
                  </a:extLst>
                </p14:cNvPr>
                <p14:cNvContentPartPr/>
                <p14:nvPr/>
              </p14:nvContentPartPr>
              <p14:xfrm>
                <a:off x="6508143" y="1414910"/>
                <a:ext cx="237600" cy="5205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0B6455A-6080-80D9-E4E1-DDD3F00873E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490503" y="1397270"/>
                  <a:ext cx="27324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9A9B001-4A8A-2608-EA8F-F7CA9651A7DF}"/>
                    </a:ext>
                  </a:extLst>
                </p14:cNvPr>
                <p14:cNvContentPartPr/>
                <p14:nvPr/>
              </p14:nvContentPartPr>
              <p14:xfrm>
                <a:off x="6760503" y="1857350"/>
                <a:ext cx="155160" cy="3502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9A9B001-4A8A-2608-EA8F-F7CA9651A7D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742863" y="1839350"/>
                  <a:ext cx="19080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EC8B4A8-22A4-E59E-5D47-4E3133B4BB44}"/>
                    </a:ext>
                  </a:extLst>
                </p14:cNvPr>
                <p14:cNvContentPartPr/>
                <p14:nvPr/>
              </p14:nvContentPartPr>
              <p14:xfrm>
                <a:off x="7096383" y="1427510"/>
                <a:ext cx="189360" cy="5468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EC8B4A8-22A4-E59E-5D47-4E3133B4BB4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078383" y="1409870"/>
                  <a:ext cx="225000" cy="5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C82D113-C275-148A-8A02-64090C65DC26}"/>
                    </a:ext>
                  </a:extLst>
                </p14:cNvPr>
                <p14:cNvContentPartPr/>
                <p14:nvPr/>
              </p14:nvContentPartPr>
              <p14:xfrm>
                <a:off x="7457103" y="1444430"/>
                <a:ext cx="204840" cy="4924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C82D113-C275-148A-8A02-64090C65DC2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439103" y="1426430"/>
                  <a:ext cx="24048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16C02C7-2680-56C0-79B7-95DEB6B17564}"/>
                    </a:ext>
                  </a:extLst>
                </p14:cNvPr>
                <p14:cNvContentPartPr/>
                <p14:nvPr/>
              </p14:nvContentPartPr>
              <p14:xfrm>
                <a:off x="7781103" y="1777790"/>
                <a:ext cx="239040" cy="2491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16C02C7-2680-56C0-79B7-95DEB6B1756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763463" y="1759790"/>
                  <a:ext cx="27468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3F6A484-C2D7-71AA-E106-C05CF5B791A7}"/>
                    </a:ext>
                  </a:extLst>
                </p14:cNvPr>
                <p14:cNvContentPartPr/>
                <p14:nvPr/>
              </p14:nvContentPartPr>
              <p14:xfrm>
                <a:off x="7522623" y="1258310"/>
                <a:ext cx="354240" cy="579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3F6A484-C2D7-71AA-E106-C05CF5B791A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504623" y="1240310"/>
                  <a:ext cx="3898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212595C-CC02-EC13-817D-BCBC215AB8C0}"/>
                    </a:ext>
                  </a:extLst>
                </p14:cNvPr>
                <p14:cNvContentPartPr/>
                <p14:nvPr/>
              </p14:nvContentPartPr>
              <p14:xfrm>
                <a:off x="8231823" y="1415270"/>
                <a:ext cx="38160" cy="4852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212595C-CC02-EC13-817D-BCBC215AB8C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213823" y="1397270"/>
                  <a:ext cx="7380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51A4FEF-502D-EF38-0964-4F12E0FF4B94}"/>
                    </a:ext>
                  </a:extLst>
                </p14:cNvPr>
                <p14:cNvContentPartPr/>
                <p14:nvPr/>
              </p14:nvContentPartPr>
              <p14:xfrm>
                <a:off x="8236863" y="1421030"/>
                <a:ext cx="199800" cy="4942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51A4FEF-502D-EF38-0964-4F12E0FF4B9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218863" y="1403030"/>
                  <a:ext cx="23544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C2A64CC-8233-F606-13CB-E838A7EFF9C9}"/>
                    </a:ext>
                  </a:extLst>
                </p14:cNvPr>
                <p14:cNvContentPartPr/>
                <p14:nvPr/>
              </p14:nvContentPartPr>
              <p14:xfrm>
                <a:off x="8499303" y="1851230"/>
                <a:ext cx="31680" cy="2581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C2A64CC-8233-F606-13CB-E838A7EFF9C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481303" y="1833590"/>
                  <a:ext cx="67320" cy="29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6638F624-5BD1-22E4-C13D-D55CD5B295F9}"/>
              </a:ext>
            </a:extLst>
          </p:cNvPr>
          <p:cNvGrpSpPr/>
          <p:nvPr/>
        </p:nvGrpSpPr>
        <p:grpSpPr>
          <a:xfrm>
            <a:off x="8829423" y="1295390"/>
            <a:ext cx="1736640" cy="943920"/>
            <a:chOff x="8829423" y="1295390"/>
            <a:chExt cx="1736640" cy="94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027C92D-4152-C47E-D8D6-5076482D9652}"/>
                    </a:ext>
                  </a:extLst>
                </p14:cNvPr>
                <p14:cNvContentPartPr/>
                <p14:nvPr/>
              </p14:nvContentPartPr>
              <p14:xfrm>
                <a:off x="8829423" y="1718030"/>
                <a:ext cx="250200" cy="230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027C92D-4152-C47E-D8D6-5076482D965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811423" y="1700030"/>
                  <a:ext cx="285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B67A94B-672C-E721-94BF-0A5BB2DA5E2C}"/>
                    </a:ext>
                  </a:extLst>
                </p14:cNvPr>
                <p14:cNvContentPartPr/>
                <p14:nvPr/>
              </p14:nvContentPartPr>
              <p14:xfrm>
                <a:off x="8934903" y="1478630"/>
                <a:ext cx="24120" cy="4071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B67A94B-672C-E721-94BF-0A5BB2DA5E2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916903" y="1460630"/>
                  <a:ext cx="5976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49F3725-30E5-6422-3F98-65704D1F18F1}"/>
                    </a:ext>
                  </a:extLst>
                </p14:cNvPr>
                <p14:cNvContentPartPr/>
                <p14:nvPr/>
              </p14:nvContentPartPr>
              <p14:xfrm>
                <a:off x="9282663" y="1499870"/>
                <a:ext cx="35640" cy="4240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49F3725-30E5-6422-3F98-65704D1F18F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264663" y="1482230"/>
                  <a:ext cx="7128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5987E54-2D68-591D-8543-F999611CB48E}"/>
                    </a:ext>
                  </a:extLst>
                </p14:cNvPr>
                <p14:cNvContentPartPr/>
                <p14:nvPr/>
              </p14:nvContentPartPr>
              <p14:xfrm>
                <a:off x="9272583" y="1464590"/>
                <a:ext cx="164160" cy="4791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5987E54-2D68-591D-8543-F999611CB48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254583" y="1446590"/>
                  <a:ext cx="19980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C2C6FD5-C86D-87F4-6DCF-47716726745A}"/>
                    </a:ext>
                  </a:extLst>
                </p14:cNvPr>
                <p14:cNvContentPartPr/>
                <p14:nvPr/>
              </p14:nvContentPartPr>
              <p14:xfrm>
                <a:off x="9447183" y="1855550"/>
                <a:ext cx="213840" cy="2005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C2C6FD5-C86D-87F4-6DCF-47716726745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429183" y="1837910"/>
                  <a:ext cx="2494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72C2464-C5A6-9126-32C7-B649957EA694}"/>
                    </a:ext>
                  </a:extLst>
                </p14:cNvPr>
                <p14:cNvContentPartPr/>
                <p14:nvPr/>
              </p14:nvContentPartPr>
              <p14:xfrm>
                <a:off x="9801063" y="1530470"/>
                <a:ext cx="54360" cy="4388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72C2464-C5A6-9126-32C7-B649957EA69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783423" y="1512470"/>
                  <a:ext cx="9000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C2D2973-8461-3C5B-A3A9-8F5B987DC9CA}"/>
                    </a:ext>
                  </a:extLst>
                </p14:cNvPr>
                <p14:cNvContentPartPr/>
                <p14:nvPr/>
              </p14:nvContentPartPr>
              <p14:xfrm>
                <a:off x="9779823" y="1490870"/>
                <a:ext cx="249480" cy="4903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C2D2973-8461-3C5B-A3A9-8F5B987DC9C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761823" y="1473230"/>
                  <a:ext cx="285120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69B0967-D4B4-457B-CBDD-0027E810D70A}"/>
                    </a:ext>
                  </a:extLst>
                </p14:cNvPr>
                <p14:cNvContentPartPr/>
                <p14:nvPr/>
              </p14:nvContentPartPr>
              <p14:xfrm>
                <a:off x="10060983" y="1818470"/>
                <a:ext cx="46800" cy="3110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69B0967-D4B4-457B-CBDD-0027E810D70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042983" y="1800830"/>
                  <a:ext cx="8244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43F2FE6-79C0-CA1B-DD5D-E85D7254D330}"/>
                    </a:ext>
                  </a:extLst>
                </p14:cNvPr>
                <p14:cNvContentPartPr/>
                <p14:nvPr/>
              </p14:nvContentPartPr>
              <p14:xfrm>
                <a:off x="9852543" y="1367750"/>
                <a:ext cx="316800" cy="151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43F2FE6-79C0-CA1B-DD5D-E85D7254D33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834543" y="1350110"/>
                  <a:ext cx="3524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328FD4B-989C-3C8C-50CF-DA064ABB96BB}"/>
                    </a:ext>
                  </a:extLst>
                </p14:cNvPr>
                <p14:cNvContentPartPr/>
                <p14:nvPr/>
              </p14:nvContentPartPr>
              <p14:xfrm>
                <a:off x="10207863" y="1295390"/>
                <a:ext cx="358200" cy="9439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328FD4B-989C-3C8C-50CF-DA064ABB96B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189863" y="1277750"/>
                  <a:ext cx="393840" cy="9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8515B859-9227-CCA6-4890-612B47B63FAD}"/>
              </a:ext>
            </a:extLst>
          </p:cNvPr>
          <p:cNvGrpSpPr/>
          <p:nvPr/>
        </p:nvGrpSpPr>
        <p:grpSpPr>
          <a:xfrm>
            <a:off x="1349703" y="3104390"/>
            <a:ext cx="252720" cy="155160"/>
            <a:chOff x="1349703" y="3104390"/>
            <a:chExt cx="252720" cy="15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78803C8-9160-C562-2CEA-DDDF095988C2}"/>
                    </a:ext>
                  </a:extLst>
                </p14:cNvPr>
                <p14:cNvContentPartPr/>
                <p14:nvPr/>
              </p14:nvContentPartPr>
              <p14:xfrm>
                <a:off x="1349703" y="3104390"/>
                <a:ext cx="216360" cy="172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78803C8-9160-C562-2CEA-DDDF095988C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332063" y="3086390"/>
                  <a:ext cx="2520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97E61A3-8DD9-283A-A1CC-75B9B1A84098}"/>
                    </a:ext>
                  </a:extLst>
                </p14:cNvPr>
                <p14:cNvContentPartPr/>
                <p14:nvPr/>
              </p14:nvContentPartPr>
              <p14:xfrm>
                <a:off x="1386063" y="3236510"/>
                <a:ext cx="216360" cy="230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97E61A3-8DD9-283A-A1CC-75B9B1A8409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368423" y="3218510"/>
                  <a:ext cx="252000" cy="5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0DB24B55-1578-C61B-3EC2-FF41B31C0687}"/>
                  </a:ext>
                </a:extLst>
              </p14:cNvPr>
              <p14:cNvContentPartPr/>
              <p14:nvPr/>
            </p14:nvContentPartPr>
            <p14:xfrm>
              <a:off x="1938663" y="2926910"/>
              <a:ext cx="52920" cy="40608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0DB24B55-1578-C61B-3EC2-FF41B31C0687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920663" y="2908910"/>
                <a:ext cx="88560" cy="44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FF078246-DFFD-90A7-2470-7C1EC70915EF}"/>
                  </a:ext>
                </a:extLst>
              </p14:cNvPr>
              <p14:cNvContentPartPr/>
              <p14:nvPr/>
            </p14:nvContentPartPr>
            <p14:xfrm>
              <a:off x="1938663" y="2892710"/>
              <a:ext cx="200160" cy="48852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FF078246-DFFD-90A7-2470-7C1EC70915EF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920663" y="2875070"/>
                <a:ext cx="235800" cy="52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EEE16FE2-8F23-2ED4-BB8A-914AF2D0B20B}"/>
                  </a:ext>
                </a:extLst>
              </p14:cNvPr>
              <p14:cNvContentPartPr/>
              <p14:nvPr/>
            </p14:nvContentPartPr>
            <p14:xfrm>
              <a:off x="2209383" y="3262070"/>
              <a:ext cx="141480" cy="36612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EEE16FE2-8F23-2ED4-BB8A-914AF2D0B20B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2191743" y="3244430"/>
                <a:ext cx="177120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A1BE95FD-9F47-9EF3-FA94-FEF5B8071954}"/>
                  </a:ext>
                </a:extLst>
              </p14:cNvPr>
              <p14:cNvContentPartPr/>
              <p14:nvPr/>
            </p14:nvContentPartPr>
            <p14:xfrm>
              <a:off x="2698983" y="2784710"/>
              <a:ext cx="249120" cy="76176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A1BE95FD-9F47-9EF3-FA94-FEF5B8071954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2681343" y="2766710"/>
                <a:ext cx="284760" cy="79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CB6FE47B-4656-E6F7-B24E-EEB6981DD186}"/>
                  </a:ext>
                </a:extLst>
              </p14:cNvPr>
              <p14:cNvContentPartPr/>
              <p14:nvPr/>
            </p14:nvContentPartPr>
            <p14:xfrm>
              <a:off x="1914543" y="2680670"/>
              <a:ext cx="293400" cy="4536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CB6FE47B-4656-E6F7-B24E-EEB6981DD186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896543" y="2662670"/>
                <a:ext cx="329040" cy="8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7BE38B01-EFEB-D295-5CA9-B971CF569EE5}"/>
              </a:ext>
            </a:extLst>
          </p:cNvPr>
          <p:cNvGrpSpPr/>
          <p:nvPr/>
        </p:nvGrpSpPr>
        <p:grpSpPr>
          <a:xfrm>
            <a:off x="3240423" y="2882630"/>
            <a:ext cx="1065960" cy="648000"/>
            <a:chOff x="3240423" y="2882630"/>
            <a:chExt cx="1065960" cy="64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8003F69-F38F-0E92-3683-52134ECFD3E2}"/>
                    </a:ext>
                  </a:extLst>
                </p14:cNvPr>
                <p14:cNvContentPartPr/>
                <p14:nvPr/>
              </p14:nvContentPartPr>
              <p14:xfrm>
                <a:off x="3294423" y="2898110"/>
                <a:ext cx="14040" cy="4327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8003F69-F38F-0E92-3683-52134ECFD3E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276423" y="2880470"/>
                  <a:ext cx="4968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530DA59-65DB-1FBD-A565-B69250E10F44}"/>
                    </a:ext>
                  </a:extLst>
                </p14:cNvPr>
                <p14:cNvContentPartPr/>
                <p14:nvPr/>
              </p14:nvContentPartPr>
              <p14:xfrm>
                <a:off x="3240423" y="2882630"/>
                <a:ext cx="227520" cy="5212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530DA59-65DB-1FBD-A565-B69250E10F4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222423" y="2864990"/>
                  <a:ext cx="263160" cy="55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5F6E208-6F5B-4157-65C0-2C1E731F86A1}"/>
                    </a:ext>
                  </a:extLst>
                </p14:cNvPr>
                <p14:cNvContentPartPr/>
                <p14:nvPr/>
              </p14:nvContentPartPr>
              <p14:xfrm>
                <a:off x="3462543" y="3340190"/>
                <a:ext cx="219960" cy="1904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5F6E208-6F5B-4157-65C0-2C1E731F86A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444903" y="3322550"/>
                  <a:ext cx="2556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BEEBBCD-024E-B190-7EB7-5C73E0EB4FDF}"/>
                    </a:ext>
                  </a:extLst>
                </p14:cNvPr>
                <p14:cNvContentPartPr/>
                <p14:nvPr/>
              </p14:nvContentPartPr>
              <p14:xfrm>
                <a:off x="3948543" y="3196910"/>
                <a:ext cx="226440" cy="309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BEEBBCD-024E-B190-7EB7-5C73E0EB4FD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930543" y="3179270"/>
                  <a:ext cx="2620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E30589A-541A-1B8F-1CB7-929E94991884}"/>
                    </a:ext>
                  </a:extLst>
                </p14:cNvPr>
                <p14:cNvContentPartPr/>
                <p14:nvPr/>
              </p14:nvContentPartPr>
              <p14:xfrm>
                <a:off x="4052583" y="3053270"/>
                <a:ext cx="6480" cy="3236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E30589A-541A-1B8F-1CB7-929E9499188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034943" y="3035630"/>
                  <a:ext cx="4212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4A48CEC-7F73-60CD-89C3-064D7BABF09E}"/>
                    </a:ext>
                  </a:extLst>
                </p14:cNvPr>
                <p14:cNvContentPartPr/>
                <p14:nvPr/>
              </p14:nvContentPartPr>
              <p14:xfrm>
                <a:off x="3907503" y="2948870"/>
                <a:ext cx="398880" cy="5180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4A48CEC-7F73-60CD-89C3-064D7BABF09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889863" y="2930870"/>
                  <a:ext cx="434520" cy="55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51BB7C88-B317-F219-EFA1-ED8735A97E8F}"/>
              </a:ext>
            </a:extLst>
          </p:cNvPr>
          <p:cNvGrpSpPr/>
          <p:nvPr/>
        </p:nvGrpSpPr>
        <p:grpSpPr>
          <a:xfrm>
            <a:off x="4731903" y="2653310"/>
            <a:ext cx="712080" cy="798120"/>
            <a:chOff x="4731903" y="2653310"/>
            <a:chExt cx="712080" cy="79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37C1539-D751-84A2-F616-88DA0DC259D6}"/>
                    </a:ext>
                  </a:extLst>
                </p14:cNvPr>
                <p14:cNvContentPartPr/>
                <p14:nvPr/>
              </p14:nvContentPartPr>
              <p14:xfrm>
                <a:off x="4770783" y="2896310"/>
                <a:ext cx="11520" cy="4093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37C1539-D751-84A2-F616-88DA0DC259D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752783" y="2878670"/>
                  <a:ext cx="4716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15CD687-EF1C-ADB6-608D-63CAA33ADA97}"/>
                    </a:ext>
                  </a:extLst>
                </p14:cNvPr>
                <p14:cNvContentPartPr/>
                <p14:nvPr/>
              </p14:nvContentPartPr>
              <p14:xfrm>
                <a:off x="4731903" y="2901350"/>
                <a:ext cx="187200" cy="4496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15CD687-EF1C-ADB6-608D-63CAA33ADA9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713903" y="2883710"/>
                  <a:ext cx="22284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B9F2BCE-3537-967F-578C-42A825C626CE}"/>
                    </a:ext>
                  </a:extLst>
                </p14:cNvPr>
                <p14:cNvContentPartPr/>
                <p14:nvPr/>
              </p14:nvContentPartPr>
              <p14:xfrm>
                <a:off x="5065623" y="3183230"/>
                <a:ext cx="11520" cy="2682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B9F2BCE-3537-967F-578C-42A825C626C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047983" y="3165590"/>
                  <a:ext cx="471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588D159-B317-6BDE-065D-47EBCC67C3CF}"/>
                    </a:ext>
                  </a:extLst>
                </p14:cNvPr>
                <p14:cNvContentPartPr/>
                <p14:nvPr/>
              </p14:nvContentPartPr>
              <p14:xfrm>
                <a:off x="5229063" y="2653310"/>
                <a:ext cx="214920" cy="7776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588D159-B317-6BDE-065D-47EBCC67C3C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211063" y="2635670"/>
                  <a:ext cx="250560" cy="81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E1801137-C7EA-F286-D2FA-DD00479200CE}"/>
              </a:ext>
            </a:extLst>
          </p:cNvPr>
          <p:cNvGrpSpPr/>
          <p:nvPr/>
        </p:nvGrpSpPr>
        <p:grpSpPr>
          <a:xfrm>
            <a:off x="5829543" y="2870390"/>
            <a:ext cx="263160" cy="493920"/>
            <a:chOff x="5829543" y="2870390"/>
            <a:chExt cx="263160" cy="49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708B7C4-EFCE-E4F9-9744-AC41D960FBC8}"/>
                    </a:ext>
                  </a:extLst>
                </p14:cNvPr>
                <p14:cNvContentPartPr/>
                <p14:nvPr/>
              </p14:nvContentPartPr>
              <p14:xfrm>
                <a:off x="5829543" y="3065510"/>
                <a:ext cx="263160" cy="97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708B7C4-EFCE-E4F9-9744-AC41D960FBC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811903" y="3047510"/>
                  <a:ext cx="2988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D826A9E-A268-8493-3AC9-5E0D50131E27}"/>
                    </a:ext>
                  </a:extLst>
                </p14:cNvPr>
                <p14:cNvContentPartPr/>
                <p14:nvPr/>
              </p14:nvContentPartPr>
              <p14:xfrm>
                <a:off x="5979663" y="2870390"/>
                <a:ext cx="1440" cy="4939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D826A9E-A268-8493-3AC9-5E0D50131E2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962023" y="2852750"/>
                  <a:ext cx="37080" cy="52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3C2DBF76-53AA-D002-39EF-194B547552A4}"/>
              </a:ext>
            </a:extLst>
          </p:cNvPr>
          <p:cNvGrpSpPr/>
          <p:nvPr/>
        </p:nvGrpSpPr>
        <p:grpSpPr>
          <a:xfrm>
            <a:off x="6417783" y="2799830"/>
            <a:ext cx="417240" cy="812520"/>
            <a:chOff x="6417783" y="2799830"/>
            <a:chExt cx="417240" cy="81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2B11185-B3B7-8A56-A31E-B8C544F15D17}"/>
                    </a:ext>
                  </a:extLst>
                </p14:cNvPr>
                <p14:cNvContentPartPr/>
                <p14:nvPr/>
              </p14:nvContentPartPr>
              <p14:xfrm>
                <a:off x="6435423" y="2801990"/>
                <a:ext cx="19080" cy="4708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2B11185-B3B7-8A56-A31E-B8C544F15D1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417423" y="2784350"/>
                  <a:ext cx="5472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B6B816F8-285E-185F-4EA6-38B9F6CFE89D}"/>
                    </a:ext>
                  </a:extLst>
                </p14:cNvPr>
                <p14:cNvContentPartPr/>
                <p14:nvPr/>
              </p14:nvContentPartPr>
              <p14:xfrm>
                <a:off x="6417783" y="2799830"/>
                <a:ext cx="207360" cy="5767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B6B816F8-285E-185F-4EA6-38B9F6CFE89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400143" y="2782190"/>
                  <a:ext cx="243000" cy="61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0BDA6C5-CAF2-0A79-2713-E20A2731100A}"/>
                    </a:ext>
                  </a:extLst>
                </p14:cNvPr>
                <p14:cNvContentPartPr/>
                <p14:nvPr/>
              </p14:nvContentPartPr>
              <p14:xfrm>
                <a:off x="6624783" y="3213830"/>
                <a:ext cx="210240" cy="3985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0BDA6C5-CAF2-0A79-2713-E20A2731100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607143" y="3196190"/>
                  <a:ext cx="245880" cy="43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BD8F1DAF-F9E1-1B27-351F-B6327CBF2100}"/>
              </a:ext>
            </a:extLst>
          </p:cNvPr>
          <p:cNvGrpSpPr/>
          <p:nvPr/>
        </p:nvGrpSpPr>
        <p:grpSpPr>
          <a:xfrm>
            <a:off x="7201503" y="2681750"/>
            <a:ext cx="2395440" cy="924480"/>
            <a:chOff x="7201503" y="2681750"/>
            <a:chExt cx="2395440" cy="92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ED292F9-4B53-9369-1A2A-7551374A2C59}"/>
                    </a:ext>
                  </a:extLst>
                </p14:cNvPr>
                <p14:cNvContentPartPr/>
                <p14:nvPr/>
              </p14:nvContentPartPr>
              <p14:xfrm>
                <a:off x="7201503" y="2790110"/>
                <a:ext cx="207000" cy="6926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ED292F9-4B53-9369-1A2A-7551374A2C5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183863" y="2772470"/>
                  <a:ext cx="242640" cy="72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5B17928-BBEA-ACF7-D246-6F9C7B7D3CBD}"/>
                    </a:ext>
                  </a:extLst>
                </p14:cNvPr>
                <p14:cNvContentPartPr/>
                <p14:nvPr/>
              </p14:nvContentPartPr>
              <p14:xfrm>
                <a:off x="7518663" y="2859230"/>
                <a:ext cx="217800" cy="5414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5B17928-BBEA-ACF7-D246-6F9C7B7D3CB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500663" y="2841230"/>
                  <a:ext cx="253440" cy="5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4833A8F-92A8-17B8-96D5-8FCC6B8C33A9}"/>
                    </a:ext>
                  </a:extLst>
                </p14:cNvPr>
                <p14:cNvContentPartPr/>
                <p14:nvPr/>
              </p14:nvContentPartPr>
              <p14:xfrm>
                <a:off x="7771023" y="3253070"/>
                <a:ext cx="222480" cy="2314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4833A8F-92A8-17B8-96D5-8FCC6B8C33A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753383" y="3235070"/>
                  <a:ext cx="2581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F8CA14B-BDE0-1F4B-9F02-8A79D6A03B2E}"/>
                    </a:ext>
                  </a:extLst>
                </p14:cNvPr>
                <p14:cNvContentPartPr/>
                <p14:nvPr/>
              </p14:nvContentPartPr>
              <p14:xfrm>
                <a:off x="8158023" y="3122390"/>
                <a:ext cx="244080" cy="61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F8CA14B-BDE0-1F4B-9F02-8A79D6A03B2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140383" y="3104390"/>
                  <a:ext cx="2797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D59C0BA-7277-39CB-BE40-5256EDF8B7ED}"/>
                    </a:ext>
                  </a:extLst>
                </p14:cNvPr>
                <p14:cNvContentPartPr/>
                <p14:nvPr/>
              </p14:nvContentPartPr>
              <p14:xfrm>
                <a:off x="8257023" y="2983430"/>
                <a:ext cx="16560" cy="3441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D59C0BA-7277-39CB-BE40-5256EDF8B7E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239023" y="2965430"/>
                  <a:ext cx="5220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83D804D-CA60-F0DC-AE74-665FC61ACF55}"/>
                    </a:ext>
                  </a:extLst>
                </p14:cNvPr>
                <p14:cNvContentPartPr/>
                <p14:nvPr/>
              </p14:nvContentPartPr>
              <p14:xfrm>
                <a:off x="8049663" y="2852030"/>
                <a:ext cx="465840" cy="5673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83D804D-CA60-F0DC-AE74-665FC61ACF5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032023" y="2834390"/>
                  <a:ext cx="501480" cy="60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45B57E2-6A5F-1321-830E-106323C9D964}"/>
                    </a:ext>
                  </a:extLst>
                </p14:cNvPr>
                <p14:cNvContentPartPr/>
                <p14:nvPr/>
              </p14:nvContentPartPr>
              <p14:xfrm>
                <a:off x="8781543" y="2874350"/>
                <a:ext cx="38160" cy="4006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45B57E2-6A5F-1321-830E-106323C9D96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763903" y="2856710"/>
                  <a:ext cx="7380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8411B8E-731E-CEB7-4E3D-8591B774E879}"/>
                    </a:ext>
                  </a:extLst>
                </p14:cNvPr>
                <p14:cNvContentPartPr/>
                <p14:nvPr/>
              </p14:nvContentPartPr>
              <p14:xfrm>
                <a:off x="8701263" y="2829350"/>
                <a:ext cx="272880" cy="5338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8411B8E-731E-CEB7-4E3D-8591B774E87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683623" y="2811350"/>
                  <a:ext cx="308520" cy="56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076F05BE-724E-084E-5718-1481CFA06396}"/>
                    </a:ext>
                  </a:extLst>
                </p14:cNvPr>
                <p14:cNvContentPartPr/>
                <p14:nvPr/>
              </p14:nvContentPartPr>
              <p14:xfrm>
                <a:off x="9128223" y="3187910"/>
                <a:ext cx="46800" cy="3042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076F05BE-724E-084E-5718-1481CFA0639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110223" y="3169910"/>
                  <a:ext cx="8244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149D43F-F0C4-C82D-F174-29ADB9320DB1}"/>
                    </a:ext>
                  </a:extLst>
                </p14:cNvPr>
                <p14:cNvContentPartPr/>
                <p14:nvPr/>
              </p14:nvContentPartPr>
              <p14:xfrm>
                <a:off x="9305343" y="2681750"/>
                <a:ext cx="291600" cy="9244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149D43F-F0C4-C82D-F174-29ADB9320DB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287343" y="2663750"/>
                  <a:ext cx="327240" cy="96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7F5A1F40-9E96-785B-A589-FD1FD6A64763}"/>
              </a:ext>
            </a:extLst>
          </p:cNvPr>
          <p:cNvGrpSpPr/>
          <p:nvPr/>
        </p:nvGrpSpPr>
        <p:grpSpPr>
          <a:xfrm>
            <a:off x="1337103" y="4318670"/>
            <a:ext cx="259200" cy="167040"/>
            <a:chOff x="1337103" y="4318670"/>
            <a:chExt cx="259200" cy="16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B36A9752-9C54-E0E2-C7C8-55368FC88FFF}"/>
                    </a:ext>
                  </a:extLst>
                </p14:cNvPr>
                <p14:cNvContentPartPr/>
                <p14:nvPr/>
              </p14:nvContentPartPr>
              <p14:xfrm>
                <a:off x="1337103" y="4473470"/>
                <a:ext cx="241560" cy="122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B36A9752-9C54-E0E2-C7C8-55368FC88FF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319463" y="4455830"/>
                  <a:ext cx="2772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A543688-2413-CEFB-74E6-6EBD04883B67}"/>
                    </a:ext>
                  </a:extLst>
                </p14:cNvPr>
                <p14:cNvContentPartPr/>
                <p14:nvPr/>
              </p14:nvContentPartPr>
              <p14:xfrm>
                <a:off x="1372383" y="4318670"/>
                <a:ext cx="223920" cy="172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A543688-2413-CEFB-74E6-6EBD04883B6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354743" y="4301030"/>
                  <a:ext cx="25956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CFE97DEA-8562-72AF-D259-5FA402B7FD43}"/>
              </a:ext>
            </a:extLst>
          </p:cNvPr>
          <p:cNvGrpSpPr/>
          <p:nvPr/>
        </p:nvGrpSpPr>
        <p:grpSpPr>
          <a:xfrm>
            <a:off x="5928183" y="4238750"/>
            <a:ext cx="297720" cy="451080"/>
            <a:chOff x="5928183" y="4238750"/>
            <a:chExt cx="297720" cy="45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5EFD0548-6E42-5A02-2385-C66C1874A73C}"/>
                    </a:ext>
                  </a:extLst>
                </p14:cNvPr>
                <p14:cNvContentPartPr/>
                <p14:nvPr/>
              </p14:nvContentPartPr>
              <p14:xfrm>
                <a:off x="5928183" y="4373030"/>
                <a:ext cx="297720" cy="172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EFD0548-6E42-5A02-2385-C66C1874A73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910543" y="4355390"/>
                  <a:ext cx="3333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1F4E6EE-CCB4-6DD6-B058-281E514C5545}"/>
                    </a:ext>
                  </a:extLst>
                </p14:cNvPr>
                <p14:cNvContentPartPr/>
                <p14:nvPr/>
              </p14:nvContentPartPr>
              <p14:xfrm>
                <a:off x="6106383" y="4238750"/>
                <a:ext cx="38160" cy="4510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1F4E6EE-CCB4-6DD6-B058-281E514C554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088743" y="4220750"/>
                  <a:ext cx="73800" cy="48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B4F8BF8C-8BF5-5957-EBFD-07BE8B6AFF48}"/>
              </a:ext>
            </a:extLst>
          </p:cNvPr>
          <p:cNvGrpSpPr/>
          <p:nvPr/>
        </p:nvGrpSpPr>
        <p:grpSpPr>
          <a:xfrm>
            <a:off x="6746823" y="3930230"/>
            <a:ext cx="820080" cy="992160"/>
            <a:chOff x="6746823" y="3930230"/>
            <a:chExt cx="820080" cy="99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A9EFFD1-F5AA-F41A-05DA-E4DEB1CC1A08}"/>
                    </a:ext>
                  </a:extLst>
                </p14:cNvPr>
                <p14:cNvContentPartPr/>
                <p14:nvPr/>
              </p14:nvContentPartPr>
              <p14:xfrm>
                <a:off x="6746823" y="4083590"/>
                <a:ext cx="54360" cy="4266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A9EFFD1-F5AA-F41A-05DA-E4DEB1CC1A0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728823" y="4065950"/>
                  <a:ext cx="9000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C49AB9A-E3DF-8A16-4F36-1545EDBADFDD}"/>
                    </a:ext>
                  </a:extLst>
                </p14:cNvPr>
                <p14:cNvContentPartPr/>
                <p14:nvPr/>
              </p14:nvContentPartPr>
              <p14:xfrm>
                <a:off x="6754383" y="4003670"/>
                <a:ext cx="191520" cy="6498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C49AB9A-E3DF-8A16-4F36-1545EDBADFD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736383" y="3985670"/>
                  <a:ext cx="227160" cy="68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45E02333-8A33-D68E-7E63-25CC05589AC5}"/>
                    </a:ext>
                  </a:extLst>
                </p14:cNvPr>
                <p14:cNvContentPartPr/>
                <p14:nvPr/>
              </p14:nvContentPartPr>
              <p14:xfrm>
                <a:off x="6960303" y="4508030"/>
                <a:ext cx="147240" cy="3294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45E02333-8A33-D68E-7E63-25CC05589AC5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942303" y="4490030"/>
                  <a:ext cx="18288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36A672E-58CE-F092-D3BD-197FD9BDFF64}"/>
                    </a:ext>
                  </a:extLst>
                </p14:cNvPr>
                <p14:cNvContentPartPr/>
                <p14:nvPr/>
              </p14:nvContentPartPr>
              <p14:xfrm>
                <a:off x="7251543" y="3930230"/>
                <a:ext cx="315360" cy="9921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36A672E-58CE-F092-D3BD-197FD9BDFF6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233543" y="3912230"/>
                  <a:ext cx="351000" cy="10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A1AA9615-59E2-C0E4-028B-4C03E00D9332}"/>
              </a:ext>
            </a:extLst>
          </p:cNvPr>
          <p:cNvGrpSpPr/>
          <p:nvPr/>
        </p:nvGrpSpPr>
        <p:grpSpPr>
          <a:xfrm>
            <a:off x="1894743" y="3924470"/>
            <a:ext cx="3695400" cy="1069200"/>
            <a:chOff x="1894743" y="3924470"/>
            <a:chExt cx="3695400" cy="106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477077C-9BDD-33B5-D0AE-4F7923DBF437}"/>
                    </a:ext>
                  </a:extLst>
                </p14:cNvPr>
                <p14:cNvContentPartPr/>
                <p14:nvPr/>
              </p14:nvContentPartPr>
              <p14:xfrm>
                <a:off x="2163303" y="4179350"/>
                <a:ext cx="56880" cy="5068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477077C-9BDD-33B5-D0AE-4F7923DBF43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145303" y="4161350"/>
                  <a:ext cx="92520" cy="54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AD487AD-1A1B-6258-59FB-36B6F6F68FDE}"/>
                    </a:ext>
                  </a:extLst>
                </p14:cNvPr>
                <p14:cNvContentPartPr/>
                <p14:nvPr/>
              </p14:nvContentPartPr>
              <p14:xfrm>
                <a:off x="2138103" y="4168550"/>
                <a:ext cx="280080" cy="5756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AD487AD-1A1B-6258-59FB-36B6F6F68FD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120463" y="4150550"/>
                  <a:ext cx="315720" cy="61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88B7904-4A21-7431-CE36-3782094CD961}"/>
                    </a:ext>
                  </a:extLst>
                </p14:cNvPr>
                <p14:cNvContentPartPr/>
                <p14:nvPr/>
              </p14:nvContentPartPr>
              <p14:xfrm>
                <a:off x="2413863" y="4621430"/>
                <a:ext cx="246960" cy="2185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88B7904-4A21-7431-CE36-3782094CD96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395863" y="4603790"/>
                  <a:ext cx="28260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AD52582-62BB-43D0-EE1E-9BB7819805DB}"/>
                    </a:ext>
                  </a:extLst>
                </p14:cNvPr>
                <p14:cNvContentPartPr/>
                <p14:nvPr/>
              </p14:nvContentPartPr>
              <p14:xfrm>
                <a:off x="2835063" y="4445390"/>
                <a:ext cx="203760" cy="115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AD52582-62BB-43D0-EE1E-9BB7819805D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817063" y="4427390"/>
                  <a:ext cx="2394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B89F78B-44F0-3427-0505-0DA561D845A4}"/>
                    </a:ext>
                  </a:extLst>
                </p14:cNvPr>
                <p14:cNvContentPartPr/>
                <p14:nvPr/>
              </p14:nvContentPartPr>
              <p14:xfrm>
                <a:off x="2918943" y="4327670"/>
                <a:ext cx="18000" cy="2782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B89F78B-44F0-3427-0505-0DA561D845A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901303" y="4310030"/>
                  <a:ext cx="536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6EE27D3-C172-7DC7-6C57-E0A2DC673EBE}"/>
                    </a:ext>
                  </a:extLst>
                </p14:cNvPr>
                <p14:cNvContentPartPr/>
                <p14:nvPr/>
              </p14:nvContentPartPr>
              <p14:xfrm>
                <a:off x="2787543" y="4181150"/>
                <a:ext cx="426960" cy="4888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6EE27D3-C172-7DC7-6C57-E0A2DC673EB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769543" y="4163150"/>
                  <a:ext cx="46260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E5F03BF-B98C-29F4-74D3-6BC940CC649D}"/>
                    </a:ext>
                  </a:extLst>
                </p14:cNvPr>
                <p14:cNvContentPartPr/>
                <p14:nvPr/>
              </p14:nvContentPartPr>
              <p14:xfrm>
                <a:off x="3368583" y="4463390"/>
                <a:ext cx="360" cy="3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E5F03BF-B98C-29F4-74D3-6BC940CC649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350583" y="444575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437A77A3-B9C0-FA79-1372-D5F53954F7D7}"/>
                    </a:ext>
                  </a:extLst>
                </p14:cNvPr>
                <p14:cNvContentPartPr/>
                <p14:nvPr/>
              </p14:nvContentPartPr>
              <p14:xfrm>
                <a:off x="3439863" y="4241990"/>
                <a:ext cx="97200" cy="4824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437A77A3-B9C0-FA79-1372-D5F53954F7D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422223" y="4223990"/>
                  <a:ext cx="132840" cy="51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D419E72-357D-4E28-6AB2-97F9ABC606E5}"/>
                    </a:ext>
                  </a:extLst>
                </p14:cNvPr>
                <p14:cNvContentPartPr/>
                <p14:nvPr/>
              </p14:nvContentPartPr>
              <p14:xfrm>
                <a:off x="3415023" y="4230470"/>
                <a:ext cx="317880" cy="5454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D419E72-357D-4E28-6AB2-97F9ABC606E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397023" y="4212830"/>
                  <a:ext cx="353520" cy="58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E9DEFC4-FA39-8C6F-78F4-87E36B1D7562}"/>
                    </a:ext>
                  </a:extLst>
                </p14:cNvPr>
                <p14:cNvContentPartPr/>
                <p14:nvPr/>
              </p14:nvContentPartPr>
              <p14:xfrm>
                <a:off x="3752703" y="4735550"/>
                <a:ext cx="35640" cy="2581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E9DEFC4-FA39-8C6F-78F4-87E36B1D756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734703" y="4717910"/>
                  <a:ext cx="7128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248F62A-33B5-1798-7CEF-EF34EC6F331C}"/>
                    </a:ext>
                  </a:extLst>
                </p14:cNvPr>
                <p14:cNvContentPartPr/>
                <p14:nvPr/>
              </p14:nvContentPartPr>
              <p14:xfrm>
                <a:off x="4635423" y="4001510"/>
                <a:ext cx="286200" cy="8593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248F62A-33B5-1798-7CEF-EF34EC6F331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617423" y="3983510"/>
                  <a:ext cx="321840" cy="89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35DF8EC-EB66-652F-A062-839BC25021B6}"/>
                    </a:ext>
                  </a:extLst>
                </p14:cNvPr>
                <p14:cNvContentPartPr/>
                <p14:nvPr/>
              </p14:nvContentPartPr>
              <p14:xfrm>
                <a:off x="5059503" y="4131110"/>
                <a:ext cx="99360" cy="5526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35DF8EC-EB66-652F-A062-839BC25021B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041503" y="4113470"/>
                  <a:ext cx="135000" cy="58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0653ACB-D08D-4200-1A1C-E8DF17FCF39C}"/>
                    </a:ext>
                  </a:extLst>
                </p14:cNvPr>
                <p14:cNvContentPartPr/>
                <p14:nvPr/>
              </p14:nvContentPartPr>
              <p14:xfrm>
                <a:off x="5092263" y="4184030"/>
                <a:ext cx="287280" cy="5605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0653ACB-D08D-4200-1A1C-E8DF17FCF39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074263" y="4166390"/>
                  <a:ext cx="322920" cy="59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CE4D506-1E14-AFEC-46A4-B6F97C412DEB}"/>
                    </a:ext>
                  </a:extLst>
                </p14:cNvPr>
                <p14:cNvContentPartPr/>
                <p14:nvPr/>
              </p14:nvContentPartPr>
              <p14:xfrm>
                <a:off x="5414823" y="4627910"/>
                <a:ext cx="175320" cy="3297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CE4D506-1E14-AFEC-46A4-B6F97C412DEB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396823" y="4609910"/>
                  <a:ext cx="21096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26D2028E-FDB5-1588-1CC4-D69C62728F02}"/>
                    </a:ext>
                  </a:extLst>
                </p14:cNvPr>
                <p14:cNvContentPartPr/>
                <p14:nvPr/>
              </p14:nvContentPartPr>
              <p14:xfrm>
                <a:off x="5166063" y="3924470"/>
                <a:ext cx="366840" cy="331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26D2028E-FDB5-1588-1CC4-D69C62728F0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148423" y="3906830"/>
                  <a:ext cx="4024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43B7E7A-D015-23FA-0758-B081A2FC8A9F}"/>
                    </a:ext>
                  </a:extLst>
                </p14:cNvPr>
                <p14:cNvContentPartPr/>
                <p14:nvPr/>
              </p14:nvContentPartPr>
              <p14:xfrm>
                <a:off x="4219623" y="4565270"/>
                <a:ext cx="9000" cy="194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43B7E7A-D015-23FA-0758-B081A2FC8A9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201623" y="4547270"/>
                  <a:ext cx="446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AA7F0487-826F-11C1-5D4A-698E3B73C423}"/>
                    </a:ext>
                  </a:extLst>
                </p14:cNvPr>
                <p14:cNvContentPartPr/>
                <p14:nvPr/>
              </p14:nvContentPartPr>
              <p14:xfrm>
                <a:off x="1923543" y="4001510"/>
                <a:ext cx="168480" cy="72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AA7F0487-826F-11C1-5D4A-698E3B73C423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905543" y="3983510"/>
                  <a:ext cx="2041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A91BAFE-F83D-F3BE-724B-5D1525B46B2D}"/>
                    </a:ext>
                  </a:extLst>
                </p14:cNvPr>
                <p14:cNvContentPartPr/>
                <p14:nvPr/>
              </p14:nvContentPartPr>
              <p14:xfrm>
                <a:off x="1894743" y="3982070"/>
                <a:ext cx="374400" cy="9370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A91BAFE-F83D-F3BE-724B-5D1525B46B2D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876743" y="3964430"/>
                  <a:ext cx="410040" cy="9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A50450E-A684-C6B9-B381-876C02B28017}"/>
                    </a:ext>
                  </a:extLst>
                </p14:cNvPr>
                <p14:cNvContentPartPr/>
                <p14:nvPr/>
              </p14:nvContentPartPr>
              <p14:xfrm>
                <a:off x="3993543" y="4146950"/>
                <a:ext cx="221760" cy="8298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A50450E-A684-C6B9-B381-876C02B2801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975903" y="4129310"/>
                  <a:ext cx="257400" cy="86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5C3CF41-5A77-2045-CFCD-B7F4E4827D29}"/>
                    </a:ext>
                  </a:extLst>
                </p14:cNvPr>
                <p14:cNvContentPartPr/>
                <p14:nvPr/>
              </p14:nvContentPartPr>
              <p14:xfrm>
                <a:off x="4436703" y="4617110"/>
                <a:ext cx="10440" cy="388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5C3CF41-5A77-2045-CFCD-B7F4E4827D2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419063" y="4599110"/>
                  <a:ext cx="4608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3F0A86B3-019A-58EC-17DD-CC8E2FC2912F}"/>
              </a:ext>
            </a:extLst>
          </p:cNvPr>
          <p:cNvGrpSpPr/>
          <p:nvPr/>
        </p:nvGrpSpPr>
        <p:grpSpPr>
          <a:xfrm>
            <a:off x="1534383" y="5806910"/>
            <a:ext cx="365760" cy="189000"/>
            <a:chOff x="1534383" y="5806910"/>
            <a:chExt cx="365760" cy="18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AC1E66B-894B-149C-BCBD-CF351CBBE10D}"/>
                    </a:ext>
                  </a:extLst>
                </p14:cNvPr>
                <p14:cNvContentPartPr/>
                <p14:nvPr/>
              </p14:nvContentPartPr>
              <p14:xfrm>
                <a:off x="1541943" y="5972870"/>
                <a:ext cx="299160" cy="230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AC1E66B-894B-149C-BCBD-CF351CBBE10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523943" y="5954870"/>
                  <a:ext cx="3348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B391F0F-83E3-6D87-2564-E15532E511D5}"/>
                    </a:ext>
                  </a:extLst>
                </p14:cNvPr>
                <p14:cNvContentPartPr/>
                <p14:nvPr/>
              </p14:nvContentPartPr>
              <p14:xfrm>
                <a:off x="1534383" y="5806910"/>
                <a:ext cx="365760" cy="172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B391F0F-83E3-6D87-2564-E15532E511D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516383" y="5788910"/>
                  <a:ext cx="40140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177E54E2-5125-6289-4CA9-B73D2E622A48}"/>
              </a:ext>
            </a:extLst>
          </p:cNvPr>
          <p:cNvGrpSpPr/>
          <p:nvPr/>
        </p:nvGrpSpPr>
        <p:grpSpPr>
          <a:xfrm>
            <a:off x="614583" y="5423870"/>
            <a:ext cx="637560" cy="747720"/>
            <a:chOff x="614583" y="5423870"/>
            <a:chExt cx="637560" cy="74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3251AAD8-CB9C-44A3-E9CF-F747CBAD9D9A}"/>
                    </a:ext>
                  </a:extLst>
                </p14:cNvPr>
                <p14:cNvContentPartPr/>
                <p14:nvPr/>
              </p14:nvContentPartPr>
              <p14:xfrm>
                <a:off x="614583" y="5423870"/>
                <a:ext cx="294840" cy="5796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3251AAD8-CB9C-44A3-E9CF-F747CBAD9D9A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96943" y="5405870"/>
                  <a:ext cx="330480" cy="61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0B7ED43-40E9-A42A-50F9-D20BA57862CC}"/>
                    </a:ext>
                  </a:extLst>
                </p14:cNvPr>
                <p14:cNvContentPartPr/>
                <p14:nvPr/>
              </p14:nvContentPartPr>
              <p14:xfrm>
                <a:off x="952623" y="5891510"/>
                <a:ext cx="299520" cy="2800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0B7ED43-40E9-A42A-50F9-D20BA57862C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34983" y="5873510"/>
                  <a:ext cx="335160" cy="31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03ADCBF3-4AF1-2DA8-F5DE-9442E0619622}"/>
              </a:ext>
            </a:extLst>
          </p:cNvPr>
          <p:cNvGrpSpPr/>
          <p:nvPr/>
        </p:nvGrpSpPr>
        <p:grpSpPr>
          <a:xfrm>
            <a:off x="2395503" y="5481470"/>
            <a:ext cx="1237680" cy="644760"/>
            <a:chOff x="2395503" y="5481470"/>
            <a:chExt cx="1237680" cy="64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5C8BFBC-C664-7CB0-940C-B4CCE9F24687}"/>
                    </a:ext>
                  </a:extLst>
                </p14:cNvPr>
                <p14:cNvContentPartPr/>
                <p14:nvPr/>
              </p14:nvContentPartPr>
              <p14:xfrm>
                <a:off x="2447703" y="5522150"/>
                <a:ext cx="7200" cy="5493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5C8BFBC-C664-7CB0-940C-B4CCE9F2468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429703" y="5504150"/>
                  <a:ext cx="42840" cy="58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DCAEA93-33AE-4F26-8B91-B49B33065B8B}"/>
                    </a:ext>
                  </a:extLst>
                </p14:cNvPr>
                <p14:cNvContentPartPr/>
                <p14:nvPr/>
              </p14:nvContentPartPr>
              <p14:xfrm>
                <a:off x="2395503" y="5519630"/>
                <a:ext cx="280440" cy="5893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DCAEA93-33AE-4F26-8B91-B49B33065B8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2377863" y="5501630"/>
                  <a:ext cx="316080" cy="62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A56DAFAA-D04F-AD59-0759-9C2D5539A3FB}"/>
                    </a:ext>
                  </a:extLst>
                </p14:cNvPr>
                <p14:cNvContentPartPr/>
                <p14:nvPr/>
              </p14:nvContentPartPr>
              <p14:xfrm>
                <a:off x="2763423" y="5959910"/>
                <a:ext cx="258840" cy="1663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A56DAFAA-D04F-AD59-0759-9C2D5539A3F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745783" y="5941910"/>
                  <a:ext cx="2944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C65D5C5F-1A09-AC5D-B0C9-E7CA28BA4463}"/>
                    </a:ext>
                  </a:extLst>
                </p14:cNvPr>
                <p14:cNvContentPartPr/>
                <p14:nvPr/>
              </p14:nvContentPartPr>
              <p14:xfrm>
                <a:off x="3251583" y="5776310"/>
                <a:ext cx="294840" cy="122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C65D5C5F-1A09-AC5D-B0C9-E7CA28BA4463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233943" y="5758310"/>
                  <a:ext cx="3304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7214703B-2B98-85DD-2AA3-0C59992903FA}"/>
                    </a:ext>
                  </a:extLst>
                </p14:cNvPr>
                <p14:cNvContentPartPr/>
                <p14:nvPr/>
              </p14:nvContentPartPr>
              <p14:xfrm>
                <a:off x="3354543" y="5612510"/>
                <a:ext cx="20520" cy="2750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7214703B-2B98-85DD-2AA3-0C59992903FA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336903" y="5594510"/>
                  <a:ext cx="5616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B1388CF8-41DD-B7E5-970E-30D2B7F83CC9}"/>
                    </a:ext>
                  </a:extLst>
                </p14:cNvPr>
                <p14:cNvContentPartPr/>
                <p14:nvPr/>
              </p14:nvContentPartPr>
              <p14:xfrm>
                <a:off x="3055743" y="5481470"/>
                <a:ext cx="577440" cy="5605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B1388CF8-41DD-B7E5-970E-30D2B7F83CC9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038103" y="5463470"/>
                  <a:ext cx="613080" cy="59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CCC1DC85-403F-6A15-451E-00DB9858976C}"/>
              </a:ext>
            </a:extLst>
          </p:cNvPr>
          <p:cNvGrpSpPr/>
          <p:nvPr/>
        </p:nvGrpSpPr>
        <p:grpSpPr>
          <a:xfrm>
            <a:off x="3909663" y="5540150"/>
            <a:ext cx="340560" cy="786600"/>
            <a:chOff x="3909663" y="5540150"/>
            <a:chExt cx="340560" cy="78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B0E6253-741E-7971-0E9D-860E0299264C}"/>
                    </a:ext>
                  </a:extLst>
                </p14:cNvPr>
                <p14:cNvContentPartPr/>
                <p14:nvPr/>
              </p14:nvContentPartPr>
              <p14:xfrm>
                <a:off x="3917223" y="5584070"/>
                <a:ext cx="46800" cy="3826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B0E6253-741E-7971-0E9D-860E0299264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3899223" y="5566430"/>
                  <a:ext cx="8244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FC369E88-8C0D-6FAA-CD99-78DE45739BCD}"/>
                    </a:ext>
                  </a:extLst>
                </p14:cNvPr>
                <p14:cNvContentPartPr/>
                <p14:nvPr/>
              </p14:nvContentPartPr>
              <p14:xfrm>
                <a:off x="3909663" y="5540150"/>
                <a:ext cx="277560" cy="4500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FC369E88-8C0D-6FAA-CD99-78DE45739BCD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891663" y="5522150"/>
                  <a:ext cx="31320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5C8424F7-3929-5410-9D9F-0BCDDF6947BA}"/>
                    </a:ext>
                  </a:extLst>
                </p14:cNvPr>
                <p14:cNvContentPartPr/>
                <p14:nvPr/>
              </p14:nvContentPartPr>
              <p14:xfrm>
                <a:off x="4218543" y="5894750"/>
                <a:ext cx="31680" cy="4320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5C8424F7-3929-5410-9D9F-0BCDDF6947BA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200543" y="5877110"/>
                  <a:ext cx="67320" cy="46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0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AB441C10-DCF7-18E9-E897-284082033128}"/>
                  </a:ext>
                </a:extLst>
              </p14:cNvPr>
              <p14:cNvContentPartPr/>
              <p14:nvPr/>
            </p14:nvContentPartPr>
            <p14:xfrm>
              <a:off x="5560263" y="5762630"/>
              <a:ext cx="28080" cy="1620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AB441C10-DCF7-18E9-E897-284082033128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5542623" y="5744990"/>
                <a:ext cx="6372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2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7C7721AA-04F6-EF39-32D3-8129B8E2B6AB}"/>
                  </a:ext>
                </a:extLst>
              </p14:cNvPr>
              <p14:cNvContentPartPr/>
              <p14:nvPr/>
            </p14:nvContentPartPr>
            <p14:xfrm>
              <a:off x="5550183" y="6022550"/>
              <a:ext cx="95760" cy="14616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7C7721AA-04F6-EF39-32D3-8129B8E2B6AB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5532543" y="6004910"/>
                <a:ext cx="13140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819474CA-B286-B499-A9DD-D5E78ACBB783}"/>
                  </a:ext>
                </a:extLst>
              </p14:cNvPr>
              <p14:cNvContentPartPr/>
              <p14:nvPr/>
            </p14:nvContentPartPr>
            <p14:xfrm>
              <a:off x="6565743" y="5468150"/>
              <a:ext cx="304560" cy="54216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819474CA-B286-B499-A9DD-D5E78ACBB783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6547743" y="5450150"/>
                <a:ext cx="340200" cy="57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6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62115039-35A9-BA90-AD95-B44B59260E3B}"/>
                  </a:ext>
                </a:extLst>
              </p14:cNvPr>
              <p14:cNvContentPartPr/>
              <p14:nvPr/>
            </p14:nvContentPartPr>
            <p14:xfrm>
              <a:off x="7058223" y="5908430"/>
              <a:ext cx="117000" cy="43884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62115039-35A9-BA90-AD95-B44B59260E3B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7040223" y="5890790"/>
                <a:ext cx="152640" cy="47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5" name="Group 234">
            <a:extLst>
              <a:ext uri="{FF2B5EF4-FFF2-40B4-BE49-F238E27FC236}">
                <a16:creationId xmlns:a16="http://schemas.microsoft.com/office/drawing/2014/main" id="{0871FDC6-6453-188F-F8EF-63C9E7E31AFE}"/>
              </a:ext>
            </a:extLst>
          </p:cNvPr>
          <p:cNvGrpSpPr/>
          <p:nvPr/>
        </p:nvGrpSpPr>
        <p:grpSpPr>
          <a:xfrm>
            <a:off x="7649703" y="5786750"/>
            <a:ext cx="250920" cy="160200"/>
            <a:chOff x="7649703" y="5786750"/>
            <a:chExt cx="250920" cy="16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56774618-1A2C-73F7-C5A2-A2FFB0131D14}"/>
                    </a:ext>
                  </a:extLst>
                </p14:cNvPr>
                <p14:cNvContentPartPr/>
                <p14:nvPr/>
              </p14:nvContentPartPr>
              <p14:xfrm>
                <a:off x="7649703" y="5786750"/>
                <a:ext cx="214560" cy="208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56774618-1A2C-73F7-C5A2-A2FFB0131D1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632063" y="5768750"/>
                  <a:ext cx="2502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9504F086-D9F2-6ECB-B897-1018DA109C5A}"/>
                    </a:ext>
                  </a:extLst>
                </p14:cNvPr>
                <p14:cNvContentPartPr/>
                <p14:nvPr/>
              </p14:nvContentPartPr>
              <p14:xfrm>
                <a:off x="7656543" y="5886830"/>
                <a:ext cx="244080" cy="601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9504F086-D9F2-6ECB-B897-1018DA109C5A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638543" y="5869190"/>
                  <a:ext cx="279720" cy="9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1CB31ECF-CF20-8F11-0E39-F4A13FA5FF06}"/>
              </a:ext>
            </a:extLst>
          </p:cNvPr>
          <p:cNvGrpSpPr/>
          <p:nvPr/>
        </p:nvGrpSpPr>
        <p:grpSpPr>
          <a:xfrm>
            <a:off x="8151183" y="5563550"/>
            <a:ext cx="502920" cy="799560"/>
            <a:chOff x="8151183" y="5563550"/>
            <a:chExt cx="502920" cy="79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C2CCABD3-36E0-8DC0-9A06-0A2F1A184CD9}"/>
                    </a:ext>
                  </a:extLst>
                </p14:cNvPr>
                <p14:cNvContentPartPr/>
                <p14:nvPr/>
              </p14:nvContentPartPr>
              <p14:xfrm>
                <a:off x="8188983" y="5576150"/>
                <a:ext cx="29160" cy="4489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C2CCABD3-36E0-8DC0-9A06-0A2F1A184CD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171343" y="5558510"/>
                  <a:ext cx="6480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DE1F24B-99B8-9671-6E0B-F36C22CFD180}"/>
                    </a:ext>
                  </a:extLst>
                </p14:cNvPr>
                <p14:cNvContentPartPr/>
                <p14:nvPr/>
              </p14:nvContentPartPr>
              <p14:xfrm>
                <a:off x="8151183" y="5563550"/>
                <a:ext cx="295560" cy="54288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DE1F24B-99B8-9671-6E0B-F36C22CFD180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133543" y="5545550"/>
                  <a:ext cx="331200" cy="57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0967D9F2-B8E9-CE41-38F3-FAD38846E357}"/>
                    </a:ext>
                  </a:extLst>
                </p14:cNvPr>
                <p14:cNvContentPartPr/>
                <p14:nvPr/>
              </p14:nvContentPartPr>
              <p14:xfrm>
                <a:off x="8572023" y="5983310"/>
                <a:ext cx="82080" cy="37980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0967D9F2-B8E9-CE41-38F3-FAD38846E357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554383" y="5965310"/>
                  <a:ext cx="117720" cy="41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8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5A0E2519-35D5-0F44-30E6-7658CFD283C0}"/>
                  </a:ext>
                </a:extLst>
              </p14:cNvPr>
              <p14:cNvContentPartPr/>
              <p14:nvPr/>
            </p14:nvContentPartPr>
            <p14:xfrm>
              <a:off x="250263" y="5129030"/>
              <a:ext cx="4586400" cy="1334520"/>
            </p14:xfrm>
          </p:contentPart>
        </mc:Choice>
        <mc:Fallback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5A0E2519-35D5-0F44-30E6-7658CFD283C0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232263" y="5111030"/>
                <a:ext cx="4622040" cy="137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3" name="Group 242">
            <a:extLst>
              <a:ext uri="{FF2B5EF4-FFF2-40B4-BE49-F238E27FC236}">
                <a16:creationId xmlns:a16="http://schemas.microsoft.com/office/drawing/2014/main" id="{49B2A585-28DF-F5E4-D99B-3A603A76748A}"/>
              </a:ext>
            </a:extLst>
          </p:cNvPr>
          <p:cNvGrpSpPr/>
          <p:nvPr/>
        </p:nvGrpSpPr>
        <p:grpSpPr>
          <a:xfrm>
            <a:off x="6110343" y="5239550"/>
            <a:ext cx="3315600" cy="1235160"/>
            <a:chOff x="6110343" y="5239550"/>
            <a:chExt cx="3315600" cy="123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EC9E139A-486F-4738-8053-690921F72C03}"/>
                    </a:ext>
                  </a:extLst>
                </p14:cNvPr>
                <p14:cNvContentPartPr/>
                <p14:nvPr/>
              </p14:nvContentPartPr>
              <p14:xfrm>
                <a:off x="6110343" y="5239550"/>
                <a:ext cx="2733480" cy="12351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EC9E139A-486F-4738-8053-690921F72C03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092343" y="5221910"/>
                  <a:ext cx="2769120" cy="12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7544FDFF-135D-3869-4EDD-3E4888943166}"/>
                    </a:ext>
                  </a:extLst>
                </p14:cNvPr>
                <p14:cNvContentPartPr/>
                <p14:nvPr/>
              </p14:nvContentPartPr>
              <p14:xfrm>
                <a:off x="9119223" y="5706830"/>
                <a:ext cx="306720" cy="17820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7544FDFF-135D-3869-4EDD-3E488894316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101583" y="5688830"/>
                  <a:ext cx="342360" cy="213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14704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094350-84B5-E02A-6EAC-5134CC6C7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229" y="1255587"/>
            <a:ext cx="8181541" cy="434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878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MIna Naidah Gani</dc:creator>
  <cp:lastModifiedBy>MIna Naidah Gani</cp:lastModifiedBy>
  <cp:revision>1</cp:revision>
  <dcterms:created xsi:type="dcterms:W3CDTF">2022-05-25T04:24:25Z</dcterms:created>
  <dcterms:modified xsi:type="dcterms:W3CDTF">2022-05-25T04:24:40Z</dcterms:modified>
</cp:coreProperties>
</file>