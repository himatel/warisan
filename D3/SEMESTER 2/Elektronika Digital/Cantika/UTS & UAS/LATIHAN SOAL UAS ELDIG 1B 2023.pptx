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0.xml" ContentType="application/inkml+xml"/>
  <Override PartName="/ppt/ink/ink81.xml" ContentType="application/inkml+xml"/>
  <Override PartName="/ppt/ink/ink82.xml" ContentType="application/inkml+xml"/>
  <Override PartName="/ppt/ink/ink83.xml" ContentType="application/inkml+xml"/>
  <Override PartName="/ppt/ink/ink84.xml" ContentType="application/inkml+xml"/>
  <Override PartName="/ppt/ink/ink85.xml" ContentType="application/inkml+xml"/>
  <Override PartName="/ppt/ink/ink86.xml" ContentType="application/inkml+xml"/>
  <Override PartName="/ppt/ink/ink87.xml" ContentType="application/inkml+xml"/>
  <Override PartName="/ppt/ink/ink88.xml" ContentType="application/inkml+xml"/>
  <Override PartName="/ppt/ink/ink89.xml" ContentType="application/inkml+xml"/>
  <Override PartName="/ppt/ink/ink90.xml" ContentType="application/inkml+xml"/>
  <Override PartName="/ppt/ink/ink91.xml" ContentType="application/inkml+xml"/>
  <Override PartName="/ppt/ink/ink92.xml" ContentType="application/inkml+xml"/>
  <Override PartName="/ppt/ink/ink93.xml" ContentType="application/inkml+xml"/>
  <Override PartName="/ppt/ink/ink94.xml" ContentType="application/inkml+xml"/>
  <Override PartName="/ppt/ink/ink95.xml" ContentType="application/inkml+xml"/>
  <Override PartName="/ppt/ink/ink96.xml" ContentType="application/inkml+xml"/>
  <Override PartName="/ppt/ink/ink97.xml" ContentType="application/inkml+xml"/>
  <Override PartName="/ppt/ink/ink98.xml" ContentType="application/inkml+xml"/>
  <Override PartName="/ppt/ink/ink99.xml" ContentType="application/inkml+xml"/>
  <Override PartName="/ppt/ink/ink100.xml" ContentType="application/inkml+xml"/>
  <Override PartName="/ppt/ink/ink101.xml" ContentType="application/inkml+xml"/>
  <Override PartName="/ppt/ink/ink102.xml" ContentType="application/inkml+xml"/>
  <Override PartName="/ppt/ink/ink103.xml" ContentType="application/inkml+xml"/>
  <Override PartName="/ppt/ink/ink104.xml" ContentType="application/inkml+xml"/>
  <Override PartName="/ppt/ink/ink105.xml" ContentType="application/inkml+xml"/>
  <Override PartName="/ppt/ink/ink106.xml" ContentType="application/inkml+xml"/>
  <Override PartName="/ppt/ink/ink107.xml" ContentType="application/inkml+xml"/>
  <Override PartName="/ppt/ink/ink108.xml" ContentType="application/inkml+xml"/>
  <Override PartName="/ppt/ink/ink109.xml" ContentType="application/inkml+xml"/>
  <Override PartName="/ppt/ink/ink110.xml" ContentType="application/inkml+xml"/>
  <Override PartName="/ppt/ink/ink111.xml" ContentType="application/inkml+xml"/>
  <Override PartName="/ppt/ink/ink112.xml" ContentType="application/inkml+xml"/>
  <Override PartName="/ppt/ink/ink113.xml" ContentType="application/inkml+xml"/>
  <Override PartName="/ppt/ink/ink114.xml" ContentType="application/inkml+xml"/>
  <Override PartName="/ppt/ink/ink115.xml" ContentType="application/inkml+xml"/>
  <Override PartName="/ppt/ink/ink116.xml" ContentType="application/inkml+xml"/>
  <Override PartName="/ppt/ink/ink117.xml" ContentType="application/inkml+xml"/>
  <Override PartName="/ppt/ink/ink118.xml" ContentType="application/inkml+xml"/>
  <Override PartName="/ppt/ink/ink119.xml" ContentType="application/inkml+xml"/>
  <Override PartName="/ppt/ink/ink120.xml" ContentType="application/inkml+xml"/>
  <Override PartName="/ppt/ink/ink121.xml" ContentType="application/inkml+xml"/>
  <Override PartName="/ppt/ink/ink122.xml" ContentType="application/inkml+xml"/>
  <Override PartName="/ppt/ink/ink123.xml" ContentType="application/inkml+xml"/>
  <Override PartName="/ppt/ink/ink124.xml" ContentType="application/inkml+xml"/>
  <Override PartName="/ppt/ink/ink125.xml" ContentType="application/inkml+xml"/>
  <Override PartName="/ppt/ink/ink126.xml" ContentType="application/inkml+xml"/>
  <Override PartName="/ppt/ink/ink127.xml" ContentType="application/inkml+xml"/>
  <Override PartName="/ppt/ink/ink128.xml" ContentType="application/inkml+xml"/>
  <Override PartName="/ppt/ink/ink129.xml" ContentType="application/inkml+xml"/>
  <Override PartName="/ppt/ink/ink130.xml" ContentType="application/inkml+xml"/>
  <Override PartName="/ppt/ink/ink131.xml" ContentType="application/inkml+xml"/>
  <Override PartName="/ppt/ink/ink132.xml" ContentType="application/inkml+xml"/>
  <Override PartName="/ppt/ink/ink133.xml" ContentType="application/inkml+xml"/>
  <Override PartName="/ppt/ink/ink134.xml" ContentType="application/inkml+xml"/>
  <Override PartName="/ppt/ink/ink135.xml" ContentType="application/inkml+xml"/>
  <Override PartName="/ppt/ink/ink136.xml" ContentType="application/inkml+xml"/>
  <Override PartName="/ppt/ink/ink137.xml" ContentType="application/inkml+xml"/>
  <Override PartName="/ppt/ink/ink138.xml" ContentType="application/inkml+xml"/>
  <Override PartName="/ppt/ink/ink139.xml" ContentType="application/inkml+xml"/>
  <Override PartName="/ppt/ink/ink140.xml" ContentType="application/inkml+xml"/>
  <Override PartName="/ppt/ink/ink141.xml" ContentType="application/inkml+xml"/>
  <Override PartName="/ppt/ink/ink142.xml" ContentType="application/inkml+xml"/>
  <Override PartName="/ppt/ink/ink143.xml" ContentType="application/inkml+xml"/>
  <Override PartName="/ppt/ink/ink144.xml" ContentType="application/inkml+xml"/>
  <Override PartName="/ppt/ink/ink145.xml" ContentType="application/inkml+xml"/>
  <Override PartName="/ppt/ink/ink146.xml" ContentType="application/inkml+xml"/>
  <Override PartName="/ppt/ink/ink147.xml" ContentType="application/inkml+xml"/>
  <Override PartName="/ppt/ink/ink148.xml" ContentType="application/inkml+xml"/>
  <Override PartName="/ppt/ink/ink149.xml" ContentType="application/inkml+xml"/>
  <Override PartName="/ppt/ink/ink150.xml" ContentType="application/inkml+xml"/>
  <Override PartName="/ppt/ink/ink151.xml" ContentType="application/inkml+xml"/>
  <Override PartName="/ppt/ink/ink152.xml" ContentType="application/inkml+xml"/>
  <Override PartName="/ppt/ink/ink153.xml" ContentType="application/inkml+xml"/>
  <Override PartName="/ppt/ink/ink154.xml" ContentType="application/inkml+xml"/>
  <Override PartName="/ppt/ink/ink155.xml" ContentType="application/inkml+xml"/>
  <Override PartName="/ppt/ink/ink156.xml" ContentType="application/inkml+xml"/>
  <Override PartName="/ppt/ink/ink157.xml" ContentType="application/inkml+xml"/>
  <Override PartName="/ppt/ink/ink158.xml" ContentType="application/inkml+xml"/>
  <Override PartName="/ppt/ink/ink159.xml" ContentType="application/inkml+xml"/>
  <Override PartName="/ppt/ink/ink160.xml" ContentType="application/inkml+xml"/>
  <Override PartName="/ppt/ink/ink161.xml" ContentType="application/inkml+xml"/>
  <Override PartName="/ppt/ink/ink162.xml" ContentType="application/inkml+xml"/>
  <Override PartName="/ppt/ink/ink163.xml" ContentType="application/inkml+xml"/>
  <Override PartName="/ppt/ink/ink164.xml" ContentType="application/inkml+xml"/>
  <Override PartName="/ppt/ink/ink165.xml" ContentType="application/inkml+xml"/>
  <Override PartName="/ppt/ink/ink166.xml" ContentType="application/inkml+xml"/>
  <Override PartName="/ppt/ink/ink167.xml" ContentType="application/inkml+xml"/>
  <Override PartName="/ppt/ink/ink168.xml" ContentType="application/inkml+xml"/>
  <Override PartName="/ppt/ink/ink169.xml" ContentType="application/inkml+xml"/>
  <Override PartName="/ppt/ink/ink170.xml" ContentType="application/inkml+xml"/>
  <Override PartName="/ppt/ink/ink171.xml" ContentType="application/inkml+xml"/>
  <Override PartName="/ppt/ink/ink172.xml" ContentType="application/inkml+xml"/>
  <Override PartName="/ppt/ink/ink173.xml" ContentType="application/inkml+xml"/>
  <Override PartName="/ppt/ink/ink174.xml" ContentType="application/inkml+xml"/>
  <Override PartName="/ppt/ink/ink175.xml" ContentType="application/inkml+xml"/>
  <Override PartName="/ppt/ink/ink176.xml" ContentType="application/inkml+xml"/>
  <Override PartName="/ppt/ink/ink177.xml" ContentType="application/inkml+xml"/>
  <Override PartName="/ppt/ink/ink178.xml" ContentType="application/inkml+xml"/>
  <Override PartName="/ppt/ink/ink179.xml" ContentType="application/inkml+xml"/>
  <Override PartName="/ppt/ink/ink180.xml" ContentType="application/inkml+xml"/>
  <Override PartName="/ppt/ink/ink181.xml" ContentType="application/inkml+xml"/>
  <Override PartName="/ppt/ink/ink182.xml" ContentType="application/inkml+xml"/>
  <Override PartName="/ppt/ink/ink183.xml" ContentType="application/inkml+xml"/>
  <Override PartName="/ppt/ink/ink184.xml" ContentType="application/inkml+xml"/>
  <Override PartName="/ppt/ink/ink185.xml" ContentType="application/inkml+xml"/>
  <Override PartName="/ppt/ink/ink186.xml" ContentType="application/inkml+xml"/>
  <Override PartName="/ppt/ink/ink187.xml" ContentType="application/inkml+xml"/>
  <Override PartName="/ppt/ink/ink188.xml" ContentType="application/inkml+xml"/>
  <Override PartName="/ppt/ink/ink189.xml" ContentType="application/inkml+xml"/>
  <Override PartName="/ppt/ink/ink190.xml" ContentType="application/inkml+xml"/>
  <Override PartName="/ppt/ink/ink191.xml" ContentType="application/inkml+xml"/>
  <Override PartName="/ppt/ink/ink192.xml" ContentType="application/inkml+xml"/>
  <Override PartName="/ppt/ink/ink193.xml" ContentType="application/inkml+xml"/>
  <Override PartName="/ppt/ink/ink194.xml" ContentType="application/inkml+xml"/>
  <Override PartName="/ppt/ink/ink195.xml" ContentType="application/inkml+xml"/>
  <Override PartName="/ppt/ink/ink196.xml" ContentType="application/inkml+xml"/>
  <Override PartName="/ppt/ink/ink197.xml" ContentType="application/inkml+xml"/>
  <Override PartName="/ppt/ink/ink198.xml" ContentType="application/inkml+xml"/>
  <Override PartName="/ppt/ink/ink199.xml" ContentType="application/inkml+xml"/>
  <Override PartName="/ppt/ink/ink200.xml" ContentType="application/inkml+xml"/>
  <Override PartName="/ppt/ink/ink201.xml" ContentType="application/inkml+xml"/>
  <Override PartName="/ppt/ink/ink202.xml" ContentType="application/inkml+xml"/>
  <Override PartName="/ppt/ink/ink203.xml" ContentType="application/inkml+xml"/>
  <Override PartName="/ppt/ink/ink204.xml" ContentType="application/inkml+xml"/>
  <Override PartName="/ppt/ink/ink205.xml" ContentType="application/inkml+xml"/>
  <Override PartName="/ppt/ink/ink206.xml" ContentType="application/inkml+xml"/>
  <Override PartName="/ppt/ink/ink207.xml" ContentType="application/inkml+xml"/>
  <Override PartName="/ppt/ink/ink208.xml" ContentType="application/inkml+xml"/>
  <Override PartName="/ppt/ink/ink209.xml" ContentType="application/inkml+xml"/>
  <Override PartName="/ppt/ink/ink210.xml" ContentType="application/inkml+xml"/>
  <Override PartName="/ppt/ink/ink211.xml" ContentType="application/inkml+xml"/>
  <Override PartName="/ppt/ink/ink212.xml" ContentType="application/inkml+xml"/>
  <Override PartName="/ppt/ink/ink213.xml" ContentType="application/inkml+xml"/>
  <Override PartName="/ppt/ink/ink214.xml" ContentType="application/inkml+xml"/>
  <Override PartName="/ppt/ink/ink215.xml" ContentType="application/inkml+xml"/>
  <Override PartName="/ppt/ink/ink216.xml" ContentType="application/inkml+xml"/>
  <Override PartName="/ppt/ink/ink217.xml" ContentType="application/inkml+xml"/>
  <Override PartName="/ppt/ink/ink218.xml" ContentType="application/inkml+xml"/>
  <Override PartName="/ppt/ink/ink219.xml" ContentType="application/inkml+xml"/>
  <Override PartName="/ppt/ink/ink220.xml" ContentType="application/inkml+xml"/>
  <Override PartName="/ppt/ink/ink221.xml" ContentType="application/inkml+xml"/>
  <Override PartName="/ppt/ink/ink222.xml" ContentType="application/inkml+xml"/>
  <Override PartName="/ppt/ink/ink223.xml" ContentType="application/inkml+xml"/>
  <Override PartName="/ppt/ink/ink224.xml" ContentType="application/inkml+xml"/>
  <Override PartName="/ppt/ink/ink225.xml" ContentType="application/inkml+xml"/>
  <Override PartName="/ppt/ink/ink226.xml" ContentType="application/inkml+xml"/>
  <Override PartName="/ppt/ink/ink227.xml" ContentType="application/inkml+xml"/>
  <Override PartName="/ppt/ink/ink228.xml" ContentType="application/inkml+xml"/>
  <Override PartName="/ppt/ink/ink229.xml" ContentType="application/inkml+xml"/>
  <Override PartName="/ppt/ink/ink230.xml" ContentType="application/inkml+xml"/>
  <Override PartName="/ppt/ink/ink231.xml" ContentType="application/inkml+xml"/>
  <Override PartName="/ppt/ink/ink232.xml" ContentType="application/inkml+xml"/>
  <Override PartName="/ppt/ink/ink233.xml" ContentType="application/inkml+xml"/>
  <Override PartName="/ppt/ink/ink234.xml" ContentType="application/inkml+xml"/>
  <Override PartName="/ppt/ink/ink235.xml" ContentType="application/inkml+xml"/>
  <Override PartName="/ppt/ink/ink236.xml" ContentType="application/inkml+xml"/>
  <Override PartName="/ppt/ink/ink237.xml" ContentType="application/inkml+xml"/>
  <Override PartName="/ppt/ink/ink238.xml" ContentType="application/inkml+xml"/>
  <Override PartName="/ppt/ink/ink239.xml" ContentType="application/inkml+xml"/>
  <Override PartName="/ppt/ink/ink240.xml" ContentType="application/inkml+xml"/>
  <Override PartName="/ppt/ink/ink241.xml" ContentType="application/inkml+xml"/>
  <Override PartName="/ppt/ink/ink242.xml" ContentType="application/inkml+xml"/>
  <Override PartName="/ppt/ink/ink243.xml" ContentType="application/inkml+xml"/>
  <Override PartName="/ppt/ink/ink244.xml" ContentType="application/inkml+xml"/>
  <Override PartName="/ppt/ink/ink245.xml" ContentType="application/inkml+xml"/>
  <Override PartName="/ppt/ink/ink246.xml" ContentType="application/inkml+xml"/>
  <Override PartName="/ppt/ink/ink247.xml" ContentType="application/inkml+xml"/>
  <Override PartName="/ppt/ink/ink248.xml" ContentType="application/inkml+xml"/>
  <Override PartName="/ppt/ink/ink249.xml" ContentType="application/inkml+xml"/>
  <Override PartName="/ppt/ink/ink250.xml" ContentType="application/inkml+xml"/>
  <Override PartName="/ppt/ink/ink251.xml" ContentType="application/inkml+xml"/>
  <Override PartName="/ppt/ink/ink252.xml" ContentType="application/inkml+xml"/>
  <Override PartName="/ppt/ink/ink253.xml" ContentType="application/inkml+xml"/>
  <Override PartName="/ppt/ink/ink254.xml" ContentType="application/inkml+xml"/>
  <Override PartName="/ppt/ink/ink255.xml" ContentType="application/inkml+xml"/>
  <Override PartName="/ppt/ink/ink256.xml" ContentType="application/inkml+xml"/>
  <Override PartName="/ppt/ink/ink257.xml" ContentType="application/inkml+xml"/>
  <Override PartName="/ppt/ink/ink258.xml" ContentType="application/inkml+xml"/>
  <Override PartName="/ppt/ink/ink259.xml" ContentType="application/inkml+xml"/>
  <Override PartName="/ppt/ink/ink260.xml" ContentType="application/inkml+xml"/>
  <Override PartName="/ppt/ink/ink261.xml" ContentType="application/inkml+xml"/>
  <Override PartName="/ppt/ink/ink262.xml" ContentType="application/inkml+xml"/>
  <Override PartName="/ppt/ink/ink263.xml" ContentType="application/inkml+xml"/>
  <Override PartName="/ppt/ink/ink264.xml" ContentType="application/inkml+xml"/>
  <Override PartName="/ppt/ink/ink265.xml" ContentType="application/inkml+xml"/>
  <Override PartName="/ppt/ink/ink266.xml" ContentType="application/inkml+xml"/>
  <Override PartName="/ppt/ink/ink267.xml" ContentType="application/inkml+xml"/>
  <Override PartName="/ppt/ink/ink268.xml" ContentType="application/inkml+xml"/>
  <Override PartName="/ppt/ink/ink269.xml" ContentType="application/inkml+xml"/>
  <Override PartName="/ppt/ink/ink270.xml" ContentType="application/inkml+xml"/>
  <Override PartName="/ppt/ink/ink271.xml" ContentType="application/inkml+xml"/>
  <Override PartName="/ppt/ink/ink272.xml" ContentType="application/inkml+xml"/>
  <Override PartName="/ppt/ink/ink273.xml" ContentType="application/inkml+xml"/>
  <Override PartName="/ppt/ink/ink274.xml" ContentType="application/inkml+xml"/>
  <Override PartName="/ppt/ink/ink275.xml" ContentType="application/inkml+xml"/>
  <Override PartName="/ppt/ink/ink276.xml" ContentType="application/inkml+xml"/>
  <Override PartName="/ppt/ink/ink277.xml" ContentType="application/inkml+xml"/>
  <Override PartName="/ppt/ink/ink278.xml" ContentType="application/inkml+xml"/>
  <Override PartName="/ppt/ink/ink279.xml" ContentType="application/inkml+xml"/>
  <Override PartName="/ppt/ink/ink280.xml" ContentType="application/inkml+xml"/>
  <Override PartName="/ppt/ink/ink281.xml" ContentType="application/inkml+xml"/>
  <Override PartName="/ppt/ink/ink282.xml" ContentType="application/inkml+xml"/>
  <Override PartName="/ppt/ink/ink283.xml" ContentType="application/inkml+xml"/>
  <Override PartName="/ppt/ink/ink284.xml" ContentType="application/inkml+xml"/>
  <Override PartName="/ppt/ink/ink285.xml" ContentType="application/inkml+xml"/>
  <Override PartName="/ppt/ink/ink286.xml" ContentType="application/inkml+xml"/>
  <Override PartName="/ppt/ink/ink287.xml" ContentType="application/inkml+xml"/>
  <Override PartName="/ppt/ink/ink288.xml" ContentType="application/inkml+xml"/>
  <Override PartName="/ppt/ink/ink289.xml" ContentType="application/inkml+xml"/>
  <Override PartName="/ppt/ink/ink290.xml" ContentType="application/inkml+xml"/>
  <Override PartName="/ppt/ink/ink291.xml" ContentType="application/inkml+xml"/>
  <Override PartName="/ppt/ink/ink292.xml" ContentType="application/inkml+xml"/>
  <Override PartName="/ppt/ink/ink293.xml" ContentType="application/inkml+xml"/>
  <Override PartName="/ppt/ink/ink294.xml" ContentType="application/inkml+xml"/>
  <Override PartName="/ppt/ink/ink295.xml" ContentType="application/inkml+xml"/>
  <Override PartName="/ppt/ink/ink296.xml" ContentType="application/inkml+xml"/>
  <Override PartName="/ppt/ink/ink297.xml" ContentType="application/inkml+xml"/>
  <Override PartName="/ppt/ink/ink298.xml" ContentType="application/inkml+xml"/>
  <Override PartName="/ppt/ink/ink299.xml" ContentType="application/inkml+xml"/>
  <Override PartName="/ppt/ink/ink300.xml" ContentType="application/inkml+xml"/>
  <Override PartName="/ppt/ink/ink301.xml" ContentType="application/inkml+xml"/>
  <Override PartName="/ppt/ink/ink302.xml" ContentType="application/inkml+xml"/>
  <Override PartName="/ppt/ink/ink303.xml" ContentType="application/inkml+xml"/>
  <Override PartName="/ppt/ink/ink304.xml" ContentType="application/inkml+xml"/>
  <Override PartName="/ppt/ink/ink305.xml" ContentType="application/inkml+xml"/>
  <Override PartName="/ppt/ink/ink306.xml" ContentType="application/inkml+xml"/>
  <Override PartName="/ppt/ink/ink307.xml" ContentType="application/inkml+xml"/>
  <Override PartName="/ppt/ink/ink308.xml" ContentType="application/inkml+xml"/>
  <Override PartName="/ppt/ink/ink309.xml" ContentType="application/inkml+xml"/>
  <Override PartName="/ppt/ink/ink310.xml" ContentType="application/inkml+xml"/>
  <Override PartName="/ppt/ink/ink311.xml" ContentType="application/inkml+xml"/>
  <Override PartName="/ppt/ink/ink312.xml" ContentType="application/inkml+xml"/>
  <Override PartName="/ppt/ink/ink313.xml" ContentType="application/inkml+xml"/>
  <Override PartName="/ppt/ink/ink314.xml" ContentType="application/inkml+xml"/>
  <Override PartName="/ppt/ink/ink315.xml" ContentType="application/inkml+xml"/>
  <Override PartName="/ppt/ink/ink316.xml" ContentType="application/inkml+xml"/>
  <Override PartName="/ppt/ink/ink317.xml" ContentType="application/inkml+xml"/>
  <Override PartName="/ppt/ink/ink318.xml" ContentType="application/inkml+xml"/>
  <Override PartName="/ppt/ink/ink319.xml" ContentType="application/inkml+xml"/>
  <Override PartName="/ppt/ink/ink320.xml" ContentType="application/inkml+xml"/>
  <Override PartName="/ppt/ink/ink321.xml" ContentType="application/inkml+xml"/>
  <Override PartName="/ppt/ink/ink322.xml" ContentType="application/inkml+xml"/>
  <Override PartName="/ppt/ink/ink323.xml" ContentType="application/inkml+xml"/>
  <Override PartName="/ppt/ink/ink324.xml" ContentType="application/inkml+xml"/>
  <Override PartName="/ppt/ink/ink325.xml" ContentType="application/inkml+xml"/>
  <Override PartName="/ppt/ink/ink326.xml" ContentType="application/inkml+xml"/>
  <Override PartName="/ppt/ink/ink327.xml" ContentType="application/inkml+xml"/>
  <Override PartName="/ppt/ink/ink328.xml" ContentType="application/inkml+xml"/>
  <Override PartName="/ppt/ink/ink329.xml" ContentType="application/inkml+xml"/>
  <Override PartName="/ppt/ink/ink330.xml" ContentType="application/inkml+xml"/>
  <Override PartName="/ppt/ink/ink331.xml" ContentType="application/inkml+xml"/>
  <Override PartName="/ppt/ink/ink332.xml" ContentType="application/inkml+xml"/>
  <Override PartName="/ppt/ink/ink333.xml" ContentType="application/inkml+xml"/>
  <Override PartName="/ppt/ink/ink334.xml" ContentType="application/inkml+xml"/>
  <Override PartName="/ppt/ink/ink335.xml" ContentType="application/inkml+xml"/>
  <Override PartName="/ppt/ink/ink336.xml" ContentType="application/inkml+xml"/>
  <Override PartName="/ppt/ink/ink337.xml" ContentType="application/inkml+xml"/>
  <Override PartName="/ppt/ink/ink338.xml" ContentType="application/inkml+xml"/>
  <Override PartName="/ppt/ink/ink339.xml" ContentType="application/inkml+xml"/>
  <Override PartName="/ppt/ink/ink340.xml" ContentType="application/inkml+xml"/>
  <Override PartName="/ppt/ink/ink341.xml" ContentType="application/inkml+xml"/>
  <Override PartName="/ppt/ink/ink342.xml" ContentType="application/inkml+xml"/>
  <Override PartName="/ppt/ink/ink343.xml" ContentType="application/inkml+xml"/>
  <Override PartName="/ppt/ink/ink344.xml" ContentType="application/inkml+xml"/>
  <Override PartName="/ppt/ink/ink345.xml" ContentType="application/inkml+xml"/>
  <Override PartName="/ppt/ink/ink346.xml" ContentType="application/inkml+xml"/>
  <Override PartName="/ppt/ink/ink347.xml" ContentType="application/inkml+xml"/>
  <Override PartName="/ppt/ink/ink348.xml" ContentType="application/inkml+xml"/>
  <Override PartName="/ppt/ink/ink349.xml" ContentType="application/inkml+xml"/>
  <Override PartName="/ppt/ink/ink350.xml" ContentType="application/inkml+xml"/>
  <Override PartName="/ppt/ink/ink351.xml" ContentType="application/inkml+xml"/>
  <Override PartName="/ppt/ink/ink352.xml" ContentType="application/inkml+xml"/>
  <Override PartName="/ppt/ink/ink353.xml" ContentType="application/inkml+xml"/>
  <Override PartName="/ppt/ink/ink354.xml" ContentType="application/inkml+xml"/>
  <Override PartName="/ppt/ink/ink355.xml" ContentType="application/inkml+xml"/>
  <Override PartName="/ppt/ink/ink356.xml" ContentType="application/inkml+xml"/>
  <Override PartName="/ppt/ink/ink357.xml" ContentType="application/inkml+xml"/>
  <Override PartName="/ppt/ink/ink358.xml" ContentType="application/inkml+xml"/>
  <Override PartName="/ppt/ink/ink359.xml" ContentType="application/inkml+xml"/>
  <Override PartName="/ppt/ink/ink360.xml" ContentType="application/inkml+xml"/>
  <Override PartName="/ppt/ink/ink361.xml" ContentType="application/inkml+xml"/>
  <Override PartName="/ppt/ink/ink362.xml" ContentType="application/inkml+xml"/>
  <Override PartName="/ppt/ink/ink363.xml" ContentType="application/inkml+xml"/>
  <Override PartName="/ppt/ink/ink364.xml" ContentType="application/inkml+xml"/>
  <Override PartName="/ppt/ink/ink365.xml" ContentType="application/inkml+xml"/>
  <Override PartName="/ppt/ink/ink366.xml" ContentType="application/inkml+xml"/>
  <Override PartName="/ppt/ink/ink367.xml" ContentType="application/inkml+xml"/>
  <Override PartName="/ppt/ink/ink368.xml" ContentType="application/inkml+xml"/>
  <Override PartName="/ppt/ink/ink369.xml" ContentType="application/inkml+xml"/>
  <Override PartName="/ppt/ink/ink370.xml" ContentType="application/inkml+xml"/>
  <Override PartName="/ppt/ink/ink371.xml" ContentType="application/inkml+xml"/>
  <Override PartName="/ppt/ink/ink372.xml" ContentType="application/inkml+xml"/>
  <Override PartName="/ppt/ink/ink373.xml" ContentType="application/inkml+xml"/>
  <Override PartName="/ppt/ink/ink374.xml" ContentType="application/inkml+xml"/>
  <Override PartName="/ppt/ink/ink375.xml" ContentType="application/inkml+xml"/>
  <Override PartName="/ppt/ink/ink376.xml" ContentType="application/inkml+xml"/>
  <Override PartName="/ppt/ink/ink377.xml" ContentType="application/inkml+xml"/>
  <Override PartName="/ppt/ink/ink378.xml" ContentType="application/inkml+xml"/>
  <Override PartName="/ppt/ink/ink379.xml" ContentType="application/inkml+xml"/>
  <Override PartName="/ppt/ink/ink380.xml" ContentType="application/inkml+xml"/>
  <Override PartName="/ppt/ink/ink381.xml" ContentType="application/inkml+xml"/>
  <Override PartName="/ppt/ink/ink382.xml" ContentType="application/inkml+xml"/>
  <Override PartName="/ppt/ink/ink383.xml" ContentType="application/inkml+xml"/>
  <Override PartName="/ppt/ink/ink384.xml" ContentType="application/inkml+xml"/>
  <Override PartName="/ppt/ink/ink385.xml" ContentType="application/inkml+xml"/>
  <Override PartName="/ppt/ink/ink386.xml" ContentType="application/inkml+xml"/>
  <Override PartName="/ppt/ink/ink387.xml" ContentType="application/inkml+xml"/>
  <Override PartName="/ppt/ink/ink388.xml" ContentType="application/inkml+xml"/>
  <Override PartName="/ppt/ink/ink389.xml" ContentType="application/inkml+xml"/>
  <Override PartName="/ppt/ink/ink390.xml" ContentType="application/inkml+xml"/>
  <Override PartName="/ppt/ink/ink391.xml" ContentType="application/inkml+xml"/>
  <Override PartName="/ppt/ink/ink392.xml" ContentType="application/inkml+xml"/>
  <Override PartName="/ppt/ink/ink393.xml" ContentType="application/inkml+xml"/>
  <Override PartName="/ppt/ink/ink394.xml" ContentType="application/inkml+xml"/>
  <Override PartName="/ppt/ink/ink395.xml" ContentType="application/inkml+xml"/>
  <Override PartName="/ppt/ink/ink396.xml" ContentType="application/inkml+xml"/>
  <Override PartName="/ppt/ink/ink397.xml" ContentType="application/inkml+xml"/>
  <Override PartName="/ppt/ink/ink398.xml" ContentType="application/inkml+xml"/>
  <Override PartName="/ppt/ink/ink399.xml" ContentType="application/inkml+xml"/>
  <Override PartName="/ppt/ink/ink400.xml" ContentType="application/inkml+xml"/>
  <Override PartName="/ppt/ink/ink401.xml" ContentType="application/inkml+xml"/>
  <Override PartName="/ppt/ink/ink402.xml" ContentType="application/inkml+xml"/>
  <Override PartName="/ppt/ink/ink403.xml" ContentType="application/inkml+xml"/>
  <Override PartName="/ppt/ink/ink404.xml" ContentType="application/inkml+xml"/>
  <Override PartName="/ppt/ink/ink405.xml" ContentType="application/inkml+xml"/>
  <Override PartName="/ppt/ink/ink406.xml" ContentType="application/inkml+xml"/>
  <Override PartName="/ppt/ink/ink407.xml" ContentType="application/inkml+xml"/>
  <Override PartName="/ppt/ink/ink408.xml" ContentType="application/inkml+xml"/>
  <Override PartName="/ppt/ink/ink409.xml" ContentType="application/inkml+xml"/>
  <Override PartName="/ppt/ink/ink410.xml" ContentType="application/inkml+xml"/>
  <Override PartName="/ppt/ink/ink411.xml" ContentType="application/inkml+xml"/>
  <Override PartName="/ppt/ink/ink412.xml" ContentType="application/inkml+xml"/>
  <Override PartName="/ppt/ink/ink413.xml" ContentType="application/inkml+xml"/>
  <Override PartName="/ppt/ink/ink414.xml" ContentType="application/inkml+xml"/>
  <Override PartName="/ppt/ink/ink415.xml" ContentType="application/inkml+xml"/>
  <Override PartName="/ppt/ink/ink416.xml" ContentType="application/inkml+xml"/>
  <Override PartName="/ppt/ink/ink417.xml" ContentType="application/inkml+xml"/>
  <Override PartName="/ppt/ink/ink418.xml" ContentType="application/inkml+xml"/>
  <Override PartName="/ppt/ink/ink419.xml" ContentType="application/inkml+xml"/>
  <Override PartName="/ppt/ink/ink420.xml" ContentType="application/inkml+xml"/>
  <Override PartName="/ppt/ink/ink421.xml" ContentType="application/inkml+xml"/>
  <Override PartName="/ppt/ink/ink422.xml" ContentType="application/inkml+xml"/>
  <Override PartName="/ppt/ink/ink423.xml" ContentType="application/inkml+xml"/>
  <Override PartName="/ppt/ink/ink424.xml" ContentType="application/inkml+xml"/>
  <Override PartName="/ppt/ink/ink425.xml" ContentType="application/inkml+xml"/>
  <Override PartName="/ppt/ink/ink426.xml" ContentType="application/inkml+xml"/>
  <Override PartName="/ppt/ink/ink427.xml" ContentType="application/inkml+xml"/>
  <Override PartName="/ppt/ink/ink428.xml" ContentType="application/inkml+xml"/>
  <Override PartName="/ppt/ink/ink429.xml" ContentType="application/inkml+xml"/>
  <Override PartName="/ppt/ink/ink430.xml" ContentType="application/inkml+xml"/>
  <Override PartName="/ppt/ink/ink431.xml" ContentType="application/inkml+xml"/>
  <Override PartName="/ppt/ink/ink432.xml" ContentType="application/inkml+xml"/>
  <Override PartName="/ppt/ink/ink433.xml" ContentType="application/inkml+xml"/>
  <Override PartName="/ppt/ink/ink434.xml" ContentType="application/inkml+xml"/>
  <Override PartName="/ppt/ink/ink435.xml" ContentType="application/inkml+xml"/>
  <Override PartName="/ppt/ink/ink436.xml" ContentType="application/inkml+xml"/>
  <Override PartName="/ppt/ink/ink437.xml" ContentType="application/inkml+xml"/>
  <Override PartName="/ppt/ink/ink438.xml" ContentType="application/inkml+xml"/>
  <Override PartName="/ppt/ink/ink439.xml" ContentType="application/inkml+xml"/>
  <Override PartName="/ppt/ink/ink440.xml" ContentType="application/inkml+xml"/>
  <Override PartName="/ppt/ink/ink441.xml" ContentType="application/inkml+xml"/>
  <Override PartName="/ppt/ink/ink442.xml" ContentType="application/inkml+xml"/>
  <Override PartName="/ppt/ink/ink443.xml" ContentType="application/inkml+xml"/>
  <Override PartName="/ppt/ink/ink444.xml" ContentType="application/inkml+xml"/>
  <Override PartName="/ppt/ink/ink445.xml" ContentType="application/inkml+xml"/>
  <Override PartName="/ppt/ink/ink446.xml" ContentType="application/inkml+xml"/>
  <Override PartName="/ppt/ink/ink447.xml" ContentType="application/inkml+xml"/>
  <Override PartName="/ppt/ink/ink448.xml" ContentType="application/inkml+xml"/>
  <Override PartName="/ppt/ink/ink449.xml" ContentType="application/inkml+xml"/>
  <Override PartName="/ppt/ink/ink450.xml" ContentType="application/inkml+xml"/>
  <Override PartName="/ppt/ink/ink451.xml" ContentType="application/inkml+xml"/>
  <Override PartName="/ppt/ink/ink452.xml" ContentType="application/inkml+xml"/>
  <Override PartName="/ppt/ink/ink453.xml" ContentType="application/inkml+xml"/>
  <Override PartName="/ppt/ink/ink454.xml" ContentType="application/inkml+xml"/>
  <Override PartName="/ppt/ink/ink455.xml" ContentType="application/inkml+xml"/>
  <Override PartName="/ppt/ink/ink456.xml" ContentType="application/inkml+xml"/>
  <Override PartName="/ppt/ink/ink457.xml" ContentType="application/inkml+xml"/>
  <Override PartName="/ppt/ink/ink458.xml" ContentType="application/inkml+xml"/>
  <Override PartName="/ppt/ink/ink459.xml" ContentType="application/inkml+xml"/>
  <Override PartName="/ppt/ink/ink460.xml" ContentType="application/inkml+xml"/>
  <Override PartName="/ppt/ink/ink461.xml" ContentType="application/inkml+xml"/>
  <Override PartName="/ppt/ink/ink462.xml" ContentType="application/inkml+xml"/>
  <Override PartName="/ppt/ink/ink463.xml" ContentType="application/inkml+xml"/>
  <Override PartName="/ppt/ink/ink464.xml" ContentType="application/inkml+xml"/>
  <Override PartName="/ppt/ink/ink465.xml" ContentType="application/inkml+xml"/>
  <Override PartName="/ppt/ink/ink466.xml" ContentType="application/inkml+xml"/>
  <Override PartName="/ppt/ink/ink467.xml" ContentType="application/inkml+xml"/>
  <Override PartName="/ppt/ink/ink468.xml" ContentType="application/inkml+xml"/>
  <Override PartName="/ppt/ink/ink469.xml" ContentType="application/inkml+xml"/>
  <Override PartName="/ppt/ink/ink470.xml" ContentType="application/inkml+xml"/>
  <Override PartName="/ppt/ink/ink471.xml" ContentType="application/inkml+xml"/>
  <Override PartName="/ppt/ink/ink472.xml" ContentType="application/inkml+xml"/>
  <Override PartName="/ppt/ink/ink473.xml" ContentType="application/inkml+xml"/>
  <Override PartName="/ppt/ink/ink474.xml" ContentType="application/inkml+xml"/>
  <Override PartName="/ppt/ink/ink475.xml" ContentType="application/inkml+xml"/>
  <Override PartName="/ppt/ink/ink476.xml" ContentType="application/inkml+xml"/>
  <Override PartName="/ppt/ink/ink477.xml" ContentType="application/inkml+xml"/>
  <Override PartName="/ppt/ink/ink478.xml" ContentType="application/inkml+xml"/>
  <Override PartName="/ppt/ink/ink479.xml" ContentType="application/inkml+xml"/>
  <Override PartName="/ppt/ink/ink480.xml" ContentType="application/inkml+xml"/>
  <Override PartName="/ppt/ink/ink481.xml" ContentType="application/inkml+xml"/>
  <Override PartName="/ppt/ink/ink482.xml" ContentType="application/inkml+xml"/>
  <Override PartName="/ppt/ink/ink483.xml" ContentType="application/inkml+xml"/>
  <Override PartName="/ppt/ink/ink484.xml" ContentType="application/inkml+xml"/>
  <Override PartName="/ppt/ink/ink485.xml" ContentType="application/inkml+xml"/>
  <Override PartName="/ppt/ink/ink486.xml" ContentType="application/inkml+xml"/>
  <Override PartName="/ppt/ink/ink487.xml" ContentType="application/inkml+xml"/>
  <Override PartName="/ppt/ink/ink488.xml" ContentType="application/inkml+xml"/>
  <Override PartName="/ppt/ink/ink489.xml" ContentType="application/inkml+xml"/>
  <Override PartName="/ppt/ink/ink490.xml" ContentType="application/inkml+xml"/>
  <Override PartName="/ppt/ink/ink491.xml" ContentType="application/inkml+xml"/>
  <Override PartName="/ppt/ink/ink492.xml" ContentType="application/inkml+xml"/>
  <Override PartName="/ppt/ink/ink493.xml" ContentType="application/inkml+xml"/>
  <Override PartName="/ppt/ink/ink494.xml" ContentType="application/inkml+xml"/>
  <Override PartName="/ppt/ink/ink495.xml" ContentType="application/inkml+xml"/>
  <Override PartName="/ppt/ink/ink496.xml" ContentType="application/inkml+xml"/>
  <Override PartName="/ppt/ink/ink497.xml" ContentType="application/inkml+xml"/>
  <Override PartName="/ppt/ink/ink498.xml" ContentType="application/inkml+xml"/>
  <Override PartName="/ppt/ink/ink499.xml" ContentType="application/inkml+xml"/>
  <Override PartName="/ppt/ink/ink500.xml" ContentType="application/inkml+xml"/>
  <Override PartName="/ppt/ink/ink501.xml" ContentType="application/inkml+xml"/>
  <Override PartName="/ppt/ink/ink502.xml" ContentType="application/inkml+xml"/>
  <Override PartName="/ppt/ink/ink503.xml" ContentType="application/inkml+xml"/>
  <Override PartName="/ppt/ink/ink504.xml" ContentType="application/inkml+xml"/>
  <Override PartName="/ppt/ink/ink505.xml" ContentType="application/inkml+xml"/>
  <Override PartName="/ppt/ink/ink506.xml" ContentType="application/inkml+xml"/>
  <Override PartName="/ppt/ink/ink507.xml" ContentType="application/inkml+xml"/>
  <Override PartName="/ppt/ink/ink508.xml" ContentType="application/inkml+xml"/>
  <Override PartName="/ppt/ink/ink509.xml" ContentType="application/inkml+xml"/>
  <Override PartName="/ppt/ink/ink510.xml" ContentType="application/inkml+xml"/>
  <Override PartName="/ppt/ink/ink511.xml" ContentType="application/inkml+xml"/>
  <Override PartName="/ppt/ink/ink512.xml" ContentType="application/inkml+xml"/>
  <Override PartName="/ppt/ink/ink513.xml" ContentType="application/inkml+xml"/>
  <Override PartName="/ppt/ink/ink514.xml" ContentType="application/inkml+xml"/>
  <Override PartName="/ppt/ink/ink515.xml" ContentType="application/inkml+xml"/>
  <Override PartName="/ppt/ink/ink516.xml" ContentType="application/inkml+xml"/>
  <Override PartName="/ppt/ink/ink517.xml" ContentType="application/inkml+xml"/>
  <Override PartName="/ppt/ink/ink518.xml" ContentType="application/inkml+xml"/>
  <Override PartName="/ppt/ink/ink519.xml" ContentType="application/inkml+xml"/>
  <Override PartName="/ppt/ink/ink520.xml" ContentType="application/inkml+xml"/>
  <Override PartName="/ppt/ink/ink521.xml" ContentType="application/inkml+xml"/>
  <Override PartName="/ppt/ink/ink522.xml" ContentType="application/inkml+xml"/>
  <Override PartName="/ppt/ink/ink523.xml" ContentType="application/inkml+xml"/>
  <Override PartName="/ppt/ink/ink524.xml" ContentType="application/inkml+xml"/>
  <Override PartName="/ppt/ink/ink525.xml" ContentType="application/inkml+xml"/>
  <Override PartName="/ppt/ink/ink526.xml" ContentType="application/inkml+xml"/>
  <Override PartName="/ppt/ink/ink527.xml" ContentType="application/inkml+xml"/>
  <Override PartName="/ppt/ink/ink528.xml" ContentType="application/inkml+xml"/>
  <Override PartName="/ppt/ink/ink529.xml" ContentType="application/inkml+xml"/>
  <Override PartName="/ppt/ink/ink530.xml" ContentType="application/inkml+xml"/>
  <Override PartName="/ppt/ink/ink531.xml" ContentType="application/inkml+xml"/>
  <Override PartName="/ppt/ink/ink532.xml" ContentType="application/inkml+xml"/>
  <Override PartName="/ppt/ink/ink533.xml" ContentType="application/inkml+xml"/>
  <Override PartName="/ppt/ink/ink534.xml" ContentType="application/inkml+xml"/>
  <Override PartName="/ppt/ink/ink535.xml" ContentType="application/inkml+xml"/>
  <Override PartName="/ppt/ink/ink536.xml" ContentType="application/inkml+xml"/>
  <Override PartName="/ppt/ink/ink537.xml" ContentType="application/inkml+xml"/>
  <Override PartName="/ppt/ink/ink538.xml" ContentType="application/inkml+xml"/>
  <Override PartName="/ppt/ink/ink539.xml" ContentType="application/inkml+xml"/>
  <Override PartName="/ppt/ink/ink540.xml" ContentType="application/inkml+xml"/>
  <Override PartName="/ppt/ink/ink541.xml" ContentType="application/inkml+xml"/>
  <Override PartName="/ppt/ink/ink542.xml" ContentType="application/inkml+xml"/>
  <Override PartName="/ppt/ink/ink543.xml" ContentType="application/inkml+xml"/>
  <Override PartName="/ppt/ink/ink544.xml" ContentType="application/inkml+xml"/>
  <Override PartName="/ppt/ink/ink545.xml" ContentType="application/inkml+xml"/>
  <Override PartName="/ppt/ink/ink546.xml" ContentType="application/inkml+xml"/>
  <Override PartName="/ppt/ink/ink547.xml" ContentType="application/inkml+xml"/>
  <Override PartName="/ppt/ink/ink548.xml" ContentType="application/inkml+xml"/>
  <Override PartName="/ppt/ink/ink549.xml" ContentType="application/inkml+xml"/>
  <Override PartName="/ppt/ink/ink550.xml" ContentType="application/inkml+xml"/>
  <Override PartName="/ppt/ink/ink551.xml" ContentType="application/inkml+xml"/>
  <Override PartName="/ppt/ink/ink552.xml" ContentType="application/inkml+xml"/>
  <Override PartName="/ppt/ink/ink553.xml" ContentType="application/inkml+xml"/>
  <Override PartName="/ppt/ink/ink554.xml" ContentType="application/inkml+xml"/>
  <Override PartName="/ppt/ink/ink555.xml" ContentType="application/inkml+xml"/>
  <Override PartName="/ppt/ink/ink556.xml" ContentType="application/inkml+xml"/>
  <Override PartName="/ppt/ink/ink557.xml" ContentType="application/inkml+xml"/>
  <Override PartName="/ppt/ink/ink558.xml" ContentType="application/inkml+xml"/>
  <Override PartName="/ppt/ink/ink559.xml" ContentType="application/inkml+xml"/>
  <Override PartName="/ppt/ink/ink560.xml" ContentType="application/inkml+xml"/>
  <Override PartName="/ppt/ink/ink561.xml" ContentType="application/inkml+xml"/>
  <Override PartName="/ppt/ink/ink562.xml" ContentType="application/inkml+xml"/>
  <Override PartName="/ppt/ink/ink563.xml" ContentType="application/inkml+xml"/>
  <Override PartName="/ppt/ink/ink564.xml" ContentType="application/inkml+xml"/>
  <Override PartName="/ppt/ink/ink565.xml" ContentType="application/inkml+xml"/>
  <Override PartName="/ppt/ink/ink566.xml" ContentType="application/inkml+xml"/>
  <Override PartName="/ppt/ink/ink567.xml" ContentType="application/inkml+xml"/>
  <Override PartName="/ppt/ink/ink568.xml" ContentType="application/inkml+xml"/>
  <Override PartName="/ppt/ink/ink569.xml" ContentType="application/inkml+xml"/>
  <Override PartName="/ppt/ink/ink570.xml" ContentType="application/inkml+xml"/>
  <Override PartName="/ppt/ink/ink571.xml" ContentType="application/inkml+xml"/>
  <Override PartName="/ppt/ink/ink572.xml" ContentType="application/inkml+xml"/>
  <Override PartName="/ppt/ink/ink573.xml" ContentType="application/inkml+xml"/>
  <Override PartName="/ppt/ink/ink574.xml" ContentType="application/inkml+xml"/>
  <Override PartName="/ppt/ink/ink575.xml" ContentType="application/inkml+xml"/>
  <Override PartName="/ppt/ink/ink576.xml" ContentType="application/inkml+xml"/>
  <Override PartName="/ppt/ink/ink577.xml" ContentType="application/inkml+xml"/>
  <Override PartName="/ppt/ink/ink578.xml" ContentType="application/inkml+xml"/>
  <Override PartName="/ppt/ink/ink579.xml" ContentType="application/inkml+xml"/>
  <Override PartName="/ppt/ink/ink580.xml" ContentType="application/inkml+xml"/>
  <Override PartName="/ppt/ink/ink581.xml" ContentType="application/inkml+xml"/>
  <Override PartName="/ppt/ink/ink582.xml" ContentType="application/inkml+xml"/>
  <Override PartName="/ppt/ink/ink583.xml" ContentType="application/inkml+xml"/>
  <Override PartName="/ppt/ink/ink584.xml" ContentType="application/inkml+xml"/>
  <Override PartName="/ppt/ink/ink585.xml" ContentType="application/inkml+xml"/>
  <Override PartName="/ppt/ink/ink586.xml" ContentType="application/inkml+xml"/>
  <Override PartName="/ppt/ink/ink587.xml" ContentType="application/inkml+xml"/>
  <Override PartName="/ppt/ink/ink588.xml" ContentType="application/inkml+xml"/>
  <Override PartName="/ppt/ink/ink589.xml" ContentType="application/inkml+xml"/>
  <Override PartName="/ppt/ink/ink590.xml" ContentType="application/inkml+xml"/>
  <Override PartName="/ppt/ink/ink591.xml" ContentType="application/inkml+xml"/>
  <Override PartName="/ppt/ink/ink592.xml" ContentType="application/inkml+xml"/>
  <Override PartName="/ppt/ink/ink593.xml" ContentType="application/inkml+xml"/>
  <Override PartName="/ppt/ink/ink594.xml" ContentType="application/inkml+xml"/>
  <Override PartName="/ppt/ink/ink595.xml" ContentType="application/inkml+xml"/>
  <Override PartName="/ppt/ink/ink596.xml" ContentType="application/inkml+xml"/>
  <Override PartName="/ppt/ink/ink597.xml" ContentType="application/inkml+xml"/>
  <Override PartName="/ppt/ink/ink598.xml" ContentType="application/inkml+xml"/>
  <Override PartName="/ppt/ink/ink599.xml" ContentType="application/inkml+xml"/>
  <Override PartName="/ppt/ink/ink600.xml" ContentType="application/inkml+xml"/>
  <Override PartName="/ppt/ink/ink601.xml" ContentType="application/inkml+xml"/>
  <Override PartName="/ppt/ink/ink602.xml" ContentType="application/inkml+xml"/>
  <Override PartName="/ppt/ink/ink603.xml" ContentType="application/inkml+xml"/>
  <Override PartName="/ppt/ink/ink604.xml" ContentType="application/inkml+xml"/>
  <Override PartName="/ppt/ink/ink605.xml" ContentType="application/inkml+xml"/>
  <Override PartName="/ppt/ink/ink606.xml" ContentType="application/inkml+xml"/>
  <Override PartName="/ppt/ink/ink607.xml" ContentType="application/inkml+xml"/>
  <Override PartName="/ppt/ink/ink608.xml" ContentType="application/inkml+xml"/>
  <Override PartName="/ppt/ink/ink609.xml" ContentType="application/inkml+xml"/>
  <Override PartName="/ppt/ink/ink610.xml" ContentType="application/inkml+xml"/>
  <Override PartName="/ppt/ink/ink611.xml" ContentType="application/inkml+xml"/>
  <Override PartName="/ppt/ink/ink612.xml" ContentType="application/inkml+xml"/>
  <Override PartName="/ppt/ink/ink613.xml" ContentType="application/inkml+xml"/>
  <Override PartName="/ppt/ink/ink614.xml" ContentType="application/inkml+xml"/>
  <Override PartName="/ppt/ink/ink615.xml" ContentType="application/inkml+xml"/>
  <Override PartName="/ppt/ink/ink616.xml" ContentType="application/inkml+xml"/>
  <Override PartName="/ppt/ink/ink617.xml" ContentType="application/inkml+xml"/>
  <Override PartName="/ppt/ink/ink618.xml" ContentType="application/inkml+xml"/>
  <Override PartName="/ppt/ink/ink619.xml" ContentType="application/inkml+xml"/>
  <Override PartName="/ppt/ink/ink620.xml" ContentType="application/inkml+xml"/>
  <Override PartName="/ppt/ink/ink621.xml" ContentType="application/inkml+xml"/>
  <Override PartName="/ppt/ink/ink622.xml" ContentType="application/inkml+xml"/>
  <Override PartName="/ppt/ink/ink623.xml" ContentType="application/inkml+xml"/>
  <Override PartName="/ppt/ink/ink624.xml" ContentType="application/inkml+xml"/>
  <Override PartName="/ppt/ink/ink625.xml" ContentType="application/inkml+xml"/>
  <Override PartName="/ppt/ink/ink626.xml" ContentType="application/inkml+xml"/>
  <Override PartName="/ppt/ink/ink627.xml" ContentType="application/inkml+xml"/>
  <Override PartName="/ppt/ink/ink628.xml" ContentType="application/inkml+xml"/>
  <Override PartName="/ppt/ink/ink629.xml" ContentType="application/inkml+xml"/>
  <Override PartName="/ppt/ink/ink630.xml" ContentType="application/inkml+xml"/>
  <Override PartName="/ppt/ink/ink631.xml" ContentType="application/inkml+xml"/>
  <Override PartName="/ppt/ink/ink632.xml" ContentType="application/inkml+xml"/>
  <Override PartName="/ppt/ink/ink633.xml" ContentType="application/inkml+xml"/>
  <Override PartName="/ppt/ink/ink634.xml" ContentType="application/inkml+xml"/>
  <Override PartName="/ppt/ink/ink635.xml" ContentType="application/inkml+xml"/>
  <Override PartName="/ppt/ink/ink636.xml" ContentType="application/inkml+xml"/>
  <Override PartName="/ppt/ink/ink637.xml" ContentType="application/inkml+xml"/>
  <Override PartName="/ppt/ink/ink638.xml" ContentType="application/inkml+xml"/>
  <Override PartName="/ppt/ink/ink639.xml" ContentType="application/inkml+xml"/>
  <Override PartName="/ppt/ink/ink640.xml" ContentType="application/inkml+xml"/>
  <Override PartName="/ppt/ink/ink641.xml" ContentType="application/inkml+xml"/>
  <Override PartName="/ppt/ink/ink642.xml" ContentType="application/inkml+xml"/>
  <Override PartName="/ppt/ink/ink643.xml" ContentType="application/inkml+xml"/>
  <Override PartName="/ppt/ink/ink644.xml" ContentType="application/inkml+xml"/>
  <Override PartName="/ppt/ink/ink645.xml" ContentType="application/inkml+xml"/>
  <Override PartName="/ppt/ink/ink646.xml" ContentType="application/inkml+xml"/>
  <Override PartName="/ppt/ink/ink647.xml" ContentType="application/inkml+xml"/>
  <Override PartName="/ppt/ink/ink648.xml" ContentType="application/inkml+xml"/>
  <Override PartName="/ppt/ink/ink649.xml" ContentType="application/inkml+xml"/>
  <Override PartName="/ppt/ink/ink650.xml" ContentType="application/inkml+xml"/>
  <Override PartName="/ppt/ink/ink651.xml" ContentType="application/inkml+xml"/>
  <Override PartName="/ppt/ink/ink652.xml" ContentType="application/inkml+xml"/>
  <Override PartName="/ppt/ink/ink653.xml" ContentType="application/inkml+xml"/>
  <Override PartName="/ppt/ink/ink654.xml" ContentType="application/inkml+xml"/>
  <Override PartName="/ppt/ink/ink655.xml" ContentType="application/inkml+xml"/>
  <Override PartName="/ppt/ink/ink656.xml" ContentType="application/inkml+xml"/>
  <Override PartName="/ppt/ink/ink657.xml" ContentType="application/inkml+xml"/>
  <Override PartName="/ppt/ink/ink658.xml" ContentType="application/inkml+xml"/>
  <Override PartName="/ppt/ink/ink659.xml" ContentType="application/inkml+xml"/>
  <Override PartName="/ppt/ink/ink660.xml" ContentType="application/inkml+xml"/>
  <Override PartName="/ppt/ink/ink661.xml" ContentType="application/inkml+xml"/>
  <Override PartName="/ppt/ink/ink662.xml" ContentType="application/inkml+xml"/>
  <Override PartName="/ppt/ink/ink663.xml" ContentType="application/inkml+xml"/>
  <Override PartName="/ppt/ink/ink664.xml" ContentType="application/inkml+xml"/>
  <Override PartName="/ppt/ink/ink665.xml" ContentType="application/inkml+xml"/>
  <Override PartName="/ppt/ink/ink666.xml" ContentType="application/inkml+xml"/>
  <Override PartName="/ppt/ink/ink667.xml" ContentType="application/inkml+xml"/>
  <Override PartName="/ppt/ink/ink668.xml" ContentType="application/inkml+xml"/>
  <Override PartName="/ppt/ink/ink669.xml" ContentType="application/inkml+xml"/>
  <Override PartName="/ppt/ink/ink670.xml" ContentType="application/inkml+xml"/>
  <Override PartName="/ppt/ink/ink671.xml" ContentType="application/inkml+xml"/>
  <Override PartName="/ppt/ink/ink672.xml" ContentType="application/inkml+xml"/>
  <Override PartName="/ppt/ink/ink673.xml" ContentType="application/inkml+xml"/>
  <Override PartName="/ppt/ink/ink674.xml" ContentType="application/inkml+xml"/>
  <Override PartName="/ppt/ink/ink675.xml" ContentType="application/inkml+xml"/>
  <Override PartName="/ppt/ink/ink676.xml" ContentType="application/inkml+xml"/>
  <Override PartName="/ppt/ink/ink677.xml" ContentType="application/inkml+xml"/>
  <Override PartName="/ppt/ink/ink678.xml" ContentType="application/inkml+xml"/>
  <Override PartName="/ppt/ink/ink679.xml" ContentType="application/inkml+xml"/>
  <Override PartName="/ppt/ink/ink680.xml" ContentType="application/inkml+xml"/>
  <Override PartName="/ppt/ink/ink681.xml" ContentType="application/inkml+xml"/>
  <Override PartName="/ppt/ink/ink682.xml" ContentType="application/inkml+xml"/>
  <Override PartName="/ppt/ink/ink683.xml" ContentType="application/inkml+xml"/>
  <Override PartName="/ppt/ink/ink684.xml" ContentType="application/inkml+xml"/>
  <Override PartName="/ppt/ink/ink685.xml" ContentType="application/inkml+xml"/>
  <Override PartName="/ppt/ink/ink686.xml" ContentType="application/inkml+xml"/>
  <Override PartName="/ppt/ink/ink687.xml" ContentType="application/inkml+xml"/>
  <Override PartName="/ppt/ink/ink688.xml" ContentType="application/inkml+xml"/>
  <Override PartName="/ppt/ink/ink689.xml" ContentType="application/inkml+xml"/>
  <Override PartName="/ppt/ink/ink690.xml" ContentType="application/inkml+xml"/>
  <Override PartName="/ppt/ink/ink691.xml" ContentType="application/inkml+xml"/>
  <Override PartName="/ppt/ink/ink692.xml" ContentType="application/inkml+xml"/>
  <Override PartName="/ppt/ink/ink693.xml" ContentType="application/inkml+xml"/>
  <Override PartName="/ppt/ink/ink694.xml" ContentType="application/inkml+xml"/>
  <Override PartName="/ppt/ink/ink695.xml" ContentType="application/inkml+xml"/>
  <Override PartName="/ppt/ink/ink696.xml" ContentType="application/inkml+xml"/>
  <Override PartName="/ppt/ink/ink697.xml" ContentType="application/inkml+xml"/>
  <Override PartName="/ppt/ink/ink698.xml" ContentType="application/inkml+xml"/>
  <Override PartName="/ppt/ink/ink699.xml" ContentType="application/inkml+xml"/>
  <Override PartName="/ppt/ink/ink700.xml" ContentType="application/inkml+xml"/>
  <Override PartName="/ppt/ink/ink701.xml" ContentType="application/inkml+xml"/>
  <Override PartName="/ppt/ink/ink702.xml" ContentType="application/inkml+xml"/>
  <Override PartName="/ppt/ink/ink703.xml" ContentType="application/inkml+xml"/>
  <Override PartName="/ppt/ink/ink704.xml" ContentType="application/inkml+xml"/>
  <Override PartName="/ppt/ink/ink705.xml" ContentType="application/inkml+xml"/>
  <Override PartName="/ppt/ink/ink706.xml" ContentType="application/inkml+xml"/>
  <Override PartName="/ppt/ink/ink707.xml" ContentType="application/inkml+xml"/>
  <Override PartName="/ppt/ink/ink708.xml" ContentType="application/inkml+xml"/>
  <Override PartName="/ppt/ink/ink709.xml" ContentType="application/inkml+xml"/>
  <Override PartName="/ppt/ink/ink710.xml" ContentType="application/inkml+xml"/>
  <Override PartName="/ppt/ink/ink711.xml" ContentType="application/inkml+xml"/>
  <Override PartName="/ppt/ink/ink712.xml" ContentType="application/inkml+xml"/>
  <Override PartName="/ppt/ink/ink713.xml" ContentType="application/inkml+xml"/>
  <Override PartName="/ppt/ink/ink714.xml" ContentType="application/inkml+xml"/>
  <Override PartName="/ppt/ink/ink715.xml" ContentType="application/inkml+xml"/>
  <Override PartName="/ppt/ink/ink716.xml" ContentType="application/inkml+xml"/>
  <Override PartName="/ppt/ink/ink717.xml" ContentType="application/inkml+xml"/>
  <Override PartName="/ppt/ink/ink718.xml" ContentType="application/inkml+xml"/>
  <Override PartName="/ppt/ink/ink719.xml" ContentType="application/inkml+xml"/>
  <Override PartName="/ppt/ink/ink720.xml" ContentType="application/inkml+xml"/>
  <Override PartName="/ppt/ink/ink721.xml" ContentType="application/inkml+xml"/>
  <Override PartName="/ppt/ink/ink722.xml" ContentType="application/inkml+xml"/>
  <Override PartName="/ppt/ink/ink723.xml" ContentType="application/inkml+xml"/>
  <Override PartName="/ppt/ink/ink724.xml" ContentType="application/inkml+xml"/>
  <Override PartName="/ppt/ink/ink725.xml" ContentType="application/inkml+xml"/>
  <Override PartName="/ppt/ink/ink726.xml" ContentType="application/inkml+xml"/>
  <Override PartName="/ppt/ink/ink727.xml" ContentType="application/inkml+xml"/>
  <Override PartName="/ppt/ink/ink728.xml" ContentType="application/inkml+xml"/>
  <Override PartName="/ppt/ink/ink729.xml" ContentType="application/inkml+xml"/>
  <Override PartName="/ppt/ink/ink730.xml" ContentType="application/inkml+xml"/>
  <Override PartName="/ppt/ink/ink731.xml" ContentType="application/inkml+xml"/>
  <Override PartName="/ppt/ink/ink732.xml" ContentType="application/inkml+xml"/>
  <Override PartName="/ppt/ink/ink733.xml" ContentType="application/inkml+xml"/>
  <Override PartName="/ppt/ink/ink734.xml" ContentType="application/inkml+xml"/>
  <Override PartName="/ppt/ink/ink735.xml" ContentType="application/inkml+xml"/>
  <Override PartName="/ppt/ink/ink736.xml" ContentType="application/inkml+xml"/>
  <Override PartName="/ppt/ink/ink737.xml" ContentType="application/inkml+xml"/>
  <Override PartName="/ppt/ink/ink738.xml" ContentType="application/inkml+xml"/>
  <Override PartName="/ppt/ink/ink739.xml" ContentType="application/inkml+xml"/>
  <Override PartName="/ppt/ink/ink740.xml" ContentType="application/inkml+xml"/>
  <Override PartName="/ppt/ink/ink741.xml" ContentType="application/inkml+xml"/>
  <Override PartName="/ppt/ink/ink742.xml" ContentType="application/inkml+xml"/>
  <Override PartName="/ppt/ink/ink743.xml" ContentType="application/inkml+xml"/>
  <Override PartName="/ppt/ink/ink744.xml" ContentType="application/inkml+xml"/>
  <Override PartName="/ppt/ink/ink745.xml" ContentType="application/inkml+xml"/>
  <Override PartName="/ppt/ink/ink746.xml" ContentType="application/inkml+xml"/>
  <Override PartName="/ppt/ink/ink747.xml" ContentType="application/inkml+xml"/>
  <Override PartName="/ppt/ink/ink748.xml" ContentType="application/inkml+xml"/>
  <Override PartName="/ppt/ink/ink749.xml" ContentType="application/inkml+xml"/>
  <Override PartName="/ppt/ink/ink750.xml" ContentType="application/inkml+xml"/>
  <Override PartName="/ppt/ink/ink751.xml" ContentType="application/inkml+xml"/>
  <Override PartName="/ppt/ink/ink752.xml" ContentType="application/inkml+xml"/>
  <Override PartName="/ppt/ink/ink753.xml" ContentType="application/inkml+xml"/>
  <Override PartName="/ppt/ink/ink754.xml" ContentType="application/inkml+xml"/>
  <Override PartName="/ppt/ink/ink755.xml" ContentType="application/inkml+xml"/>
  <Override PartName="/ppt/ink/ink756.xml" ContentType="application/inkml+xml"/>
  <Override PartName="/ppt/ink/ink757.xml" ContentType="application/inkml+xml"/>
  <Override PartName="/ppt/ink/ink758.xml" ContentType="application/inkml+xml"/>
  <Override PartName="/ppt/ink/ink759.xml" ContentType="application/inkml+xml"/>
  <Override PartName="/ppt/ink/ink760.xml" ContentType="application/inkml+xml"/>
  <Override PartName="/ppt/ink/ink761.xml" ContentType="application/inkml+xml"/>
  <Override PartName="/ppt/ink/ink762.xml" ContentType="application/inkml+xml"/>
  <Override PartName="/ppt/ink/ink763.xml" ContentType="application/inkml+xml"/>
  <Override PartName="/ppt/ink/ink764.xml" ContentType="application/inkml+xml"/>
  <Override PartName="/ppt/ink/ink765.xml" ContentType="application/inkml+xml"/>
  <Override PartName="/ppt/ink/ink766.xml" ContentType="application/inkml+xml"/>
  <Override PartName="/ppt/ink/ink767.xml" ContentType="application/inkml+xml"/>
  <Override PartName="/ppt/ink/ink768.xml" ContentType="application/inkml+xml"/>
  <Override PartName="/ppt/ink/ink769.xml" ContentType="application/inkml+xml"/>
  <Override PartName="/ppt/ink/ink770.xml" ContentType="application/inkml+xml"/>
  <Override PartName="/ppt/ink/ink771.xml" ContentType="application/inkml+xml"/>
  <Override PartName="/ppt/ink/ink772.xml" ContentType="application/inkml+xml"/>
  <Override PartName="/ppt/ink/ink773.xml" ContentType="application/inkml+xml"/>
  <Override PartName="/ppt/ink/ink774.xml" ContentType="application/inkml+xml"/>
  <Override PartName="/ppt/ink/ink775.xml" ContentType="application/inkml+xml"/>
  <Override PartName="/ppt/ink/ink776.xml" ContentType="application/inkml+xml"/>
  <Override PartName="/ppt/ink/ink777.xml" ContentType="application/inkml+xml"/>
  <Override PartName="/ppt/ink/ink778.xml" ContentType="application/inkml+xml"/>
  <Override PartName="/ppt/ink/ink779.xml" ContentType="application/inkml+xml"/>
  <Override PartName="/ppt/ink/ink780.xml" ContentType="application/inkml+xml"/>
  <Override PartName="/ppt/ink/ink781.xml" ContentType="application/inkml+xml"/>
  <Override PartName="/ppt/ink/ink782.xml" ContentType="application/inkml+xml"/>
  <Override PartName="/ppt/ink/ink783.xml" ContentType="application/inkml+xml"/>
  <Override PartName="/ppt/ink/ink784.xml" ContentType="application/inkml+xml"/>
  <Override PartName="/ppt/ink/ink785.xml" ContentType="application/inkml+xml"/>
  <Override PartName="/ppt/ink/ink786.xml" ContentType="application/inkml+xml"/>
  <Override PartName="/ppt/ink/ink787.xml" ContentType="application/inkml+xml"/>
  <Override PartName="/ppt/ink/ink788.xml" ContentType="application/inkml+xml"/>
  <Override PartName="/ppt/ink/ink789.xml" ContentType="application/inkml+xml"/>
  <Override PartName="/ppt/ink/ink790.xml" ContentType="application/inkml+xml"/>
  <Override PartName="/ppt/ink/ink791.xml" ContentType="application/inkml+xml"/>
  <Override PartName="/ppt/ink/ink792.xml" ContentType="application/inkml+xml"/>
  <Override PartName="/ppt/ink/ink793.xml" ContentType="application/inkml+xml"/>
  <Override PartName="/ppt/ink/ink794.xml" ContentType="application/inkml+xml"/>
  <Override PartName="/ppt/ink/ink795.xml" ContentType="application/inkml+xml"/>
  <Override PartName="/ppt/ink/ink796.xml" ContentType="application/inkml+xml"/>
  <Override PartName="/ppt/ink/ink797.xml" ContentType="application/inkml+xml"/>
  <Override PartName="/ppt/ink/ink798.xml" ContentType="application/inkml+xml"/>
  <Override PartName="/ppt/ink/ink799.xml" ContentType="application/inkml+xml"/>
  <Override PartName="/ppt/ink/ink800.xml" ContentType="application/inkml+xml"/>
  <Override PartName="/ppt/ink/ink801.xml" ContentType="application/inkml+xml"/>
  <Override PartName="/ppt/ink/ink802.xml" ContentType="application/inkml+xml"/>
  <Override PartName="/ppt/ink/ink803.xml" ContentType="application/inkml+xml"/>
  <Override PartName="/ppt/ink/ink804.xml" ContentType="application/inkml+xml"/>
  <Override PartName="/ppt/ink/ink805.xml" ContentType="application/inkml+xml"/>
  <Override PartName="/ppt/ink/ink806.xml" ContentType="application/inkml+xml"/>
  <Override PartName="/ppt/ink/ink807.xml" ContentType="application/inkml+xml"/>
  <Override PartName="/ppt/ink/ink808.xml" ContentType="application/inkml+xml"/>
  <Override PartName="/ppt/ink/ink809.xml" ContentType="application/inkml+xml"/>
  <Override PartName="/ppt/ink/ink810.xml" ContentType="application/inkml+xml"/>
  <Override PartName="/ppt/ink/ink811.xml" ContentType="application/inkml+xml"/>
  <Override PartName="/ppt/ink/ink812.xml" ContentType="application/inkml+xml"/>
  <Override PartName="/ppt/ink/ink813.xml" ContentType="application/inkml+xml"/>
  <Override PartName="/ppt/ink/ink814.xml" ContentType="application/inkml+xml"/>
  <Override PartName="/ppt/ink/ink815.xml" ContentType="application/inkml+xml"/>
  <Override PartName="/ppt/ink/ink816.xml" ContentType="application/inkml+xml"/>
  <Override PartName="/ppt/ink/ink817.xml" ContentType="application/inkml+xml"/>
  <Override PartName="/ppt/ink/ink818.xml" ContentType="application/inkml+xml"/>
  <Override PartName="/ppt/ink/ink819.xml" ContentType="application/inkml+xml"/>
  <Override PartName="/ppt/ink/ink820.xml" ContentType="application/inkml+xml"/>
  <Override PartName="/ppt/ink/ink821.xml" ContentType="application/inkml+xml"/>
  <Override PartName="/ppt/ink/ink822.xml" ContentType="application/inkml+xml"/>
  <Override PartName="/ppt/ink/ink823.xml" ContentType="application/inkml+xml"/>
  <Override PartName="/ppt/ink/ink824.xml" ContentType="application/inkml+xml"/>
  <Override PartName="/ppt/ink/ink825.xml" ContentType="application/inkml+xml"/>
  <Override PartName="/ppt/ink/ink826.xml" ContentType="application/inkml+xml"/>
  <Override PartName="/ppt/ink/ink827.xml" ContentType="application/inkml+xml"/>
  <Override PartName="/ppt/ink/ink828.xml" ContentType="application/inkml+xml"/>
  <Override PartName="/ppt/ink/ink829.xml" ContentType="application/inkml+xml"/>
  <Override PartName="/ppt/ink/ink830.xml" ContentType="application/inkml+xml"/>
  <Override PartName="/ppt/ink/ink831.xml" ContentType="application/inkml+xml"/>
  <Override PartName="/ppt/ink/ink832.xml" ContentType="application/inkml+xml"/>
  <Override PartName="/ppt/ink/ink833.xml" ContentType="application/inkml+xml"/>
  <Override PartName="/ppt/ink/ink834.xml" ContentType="application/inkml+xml"/>
  <Override PartName="/ppt/ink/ink835.xml" ContentType="application/inkml+xml"/>
  <Override PartName="/ppt/ink/ink836.xml" ContentType="application/inkml+xml"/>
  <Override PartName="/ppt/ink/ink837.xml" ContentType="application/inkml+xml"/>
  <Override PartName="/ppt/ink/ink838.xml" ContentType="application/inkml+xml"/>
  <Override PartName="/ppt/ink/ink839.xml" ContentType="application/inkml+xml"/>
  <Override PartName="/ppt/ink/ink840.xml" ContentType="application/inkml+xml"/>
  <Override PartName="/ppt/ink/ink841.xml" ContentType="application/inkml+xml"/>
  <Override PartName="/ppt/ink/ink842.xml" ContentType="application/inkml+xml"/>
  <Override PartName="/ppt/ink/ink843.xml" ContentType="application/inkml+xml"/>
  <Override PartName="/ppt/ink/ink844.xml" ContentType="application/inkml+xml"/>
  <Override PartName="/ppt/ink/ink845.xml" ContentType="application/inkml+xml"/>
  <Override PartName="/ppt/ink/ink846.xml" ContentType="application/inkml+xml"/>
  <Override PartName="/ppt/ink/ink847.xml" ContentType="application/inkml+xml"/>
  <Override PartName="/ppt/ink/ink848.xml" ContentType="application/inkml+xml"/>
  <Override PartName="/ppt/ink/ink849.xml" ContentType="application/inkml+xml"/>
  <Override PartName="/ppt/ink/ink850.xml" ContentType="application/inkml+xml"/>
  <Override PartName="/ppt/ink/ink851.xml" ContentType="application/inkml+xml"/>
  <Override PartName="/ppt/ink/ink852.xml" ContentType="application/inkml+xml"/>
  <Override PartName="/ppt/ink/ink853.xml" ContentType="application/inkml+xml"/>
  <Override PartName="/ppt/ink/ink854.xml" ContentType="application/inkml+xml"/>
  <Override PartName="/ppt/ink/ink855.xml" ContentType="application/inkml+xml"/>
  <Override PartName="/ppt/ink/ink856.xml" ContentType="application/inkml+xml"/>
  <Override PartName="/ppt/ink/ink857.xml" ContentType="application/inkml+xml"/>
  <Override PartName="/ppt/ink/ink858.xml" ContentType="application/inkml+xml"/>
  <Override PartName="/ppt/ink/ink859.xml" ContentType="application/inkml+xml"/>
  <Override PartName="/ppt/ink/ink860.xml" ContentType="application/inkml+xml"/>
  <Override PartName="/ppt/ink/ink861.xml" ContentType="application/inkml+xml"/>
  <Override PartName="/ppt/ink/ink862.xml" ContentType="application/inkml+xml"/>
  <Override PartName="/ppt/ink/ink863.xml" ContentType="application/inkml+xml"/>
  <Override PartName="/ppt/ink/ink864.xml" ContentType="application/inkml+xml"/>
  <Override PartName="/ppt/ink/ink865.xml" ContentType="application/inkml+xml"/>
  <Override PartName="/ppt/ink/ink866.xml" ContentType="application/inkml+xml"/>
  <Override PartName="/ppt/ink/ink867.xml" ContentType="application/inkml+xml"/>
  <Override PartName="/ppt/ink/ink868.xml" ContentType="application/inkml+xml"/>
  <Override PartName="/ppt/ink/ink869.xml" ContentType="application/inkml+xml"/>
  <Override PartName="/ppt/ink/ink870.xml" ContentType="application/inkml+xml"/>
  <Override PartName="/ppt/ink/ink871.xml" ContentType="application/inkml+xml"/>
  <Override PartName="/ppt/ink/ink872.xml" ContentType="application/inkml+xml"/>
  <Override PartName="/ppt/ink/ink873.xml" ContentType="application/inkml+xml"/>
  <Override PartName="/ppt/ink/ink874.xml" ContentType="application/inkml+xml"/>
  <Override PartName="/ppt/ink/ink875.xml" ContentType="application/inkml+xml"/>
  <Override PartName="/ppt/ink/ink876.xml" ContentType="application/inkml+xml"/>
  <Override PartName="/ppt/ink/ink877.xml" ContentType="application/inkml+xml"/>
  <Override PartName="/ppt/ink/ink878.xml" ContentType="application/inkml+xml"/>
  <Override PartName="/ppt/ink/ink879.xml" ContentType="application/inkml+xml"/>
  <Override PartName="/ppt/ink/ink880.xml" ContentType="application/inkml+xml"/>
  <Override PartName="/ppt/ink/ink881.xml" ContentType="application/inkml+xml"/>
  <Override PartName="/ppt/ink/ink882.xml" ContentType="application/inkml+xml"/>
  <Override PartName="/ppt/ink/ink883.xml" ContentType="application/inkml+xml"/>
  <Override PartName="/ppt/ink/ink884.xml" ContentType="application/inkml+xml"/>
  <Override PartName="/ppt/ink/ink885.xml" ContentType="application/inkml+xml"/>
  <Override PartName="/ppt/ink/ink886.xml" ContentType="application/inkml+xml"/>
  <Override PartName="/ppt/ink/ink887.xml" ContentType="application/inkml+xml"/>
  <Override PartName="/ppt/ink/ink888.xml" ContentType="application/inkml+xml"/>
  <Override PartName="/ppt/ink/ink889.xml" ContentType="application/inkml+xml"/>
  <Override PartName="/ppt/ink/ink890.xml" ContentType="application/inkml+xml"/>
  <Override PartName="/ppt/ink/ink891.xml" ContentType="application/inkml+xml"/>
  <Override PartName="/ppt/ink/ink892.xml" ContentType="application/inkml+xml"/>
  <Override PartName="/ppt/ink/ink893.xml" ContentType="application/inkml+xml"/>
  <Override PartName="/ppt/ink/ink894.xml" ContentType="application/inkml+xml"/>
  <Override PartName="/ppt/ink/ink895.xml" ContentType="application/inkml+xml"/>
  <Override PartName="/ppt/ink/ink896.xml" ContentType="application/inkml+xml"/>
  <Override PartName="/ppt/ink/ink897.xml" ContentType="application/inkml+xml"/>
  <Override PartName="/ppt/ink/ink898.xml" ContentType="application/inkml+xml"/>
  <Override PartName="/ppt/ink/ink899.xml" ContentType="application/inkml+xml"/>
  <Override PartName="/ppt/ink/ink900.xml" ContentType="application/inkml+xml"/>
  <Override PartName="/ppt/ink/ink901.xml" ContentType="application/inkml+xml"/>
  <Override PartName="/ppt/ink/ink902.xml" ContentType="application/inkml+xml"/>
  <Override PartName="/ppt/ink/ink903.xml" ContentType="application/inkml+xml"/>
  <Override PartName="/ppt/ink/ink904.xml" ContentType="application/inkml+xml"/>
  <Override PartName="/ppt/ink/ink905.xml" ContentType="application/inkml+xml"/>
  <Override PartName="/ppt/ink/ink906.xml" ContentType="application/inkml+xml"/>
  <Override PartName="/ppt/ink/ink907.xml" ContentType="application/inkml+xml"/>
  <Override PartName="/ppt/ink/ink908.xml" ContentType="application/inkml+xml"/>
  <Override PartName="/ppt/ink/ink909.xml" ContentType="application/inkml+xml"/>
  <Override PartName="/ppt/ink/ink910.xml" ContentType="application/inkml+xml"/>
  <Override PartName="/ppt/ink/ink911.xml" ContentType="application/inkml+xml"/>
  <Override PartName="/ppt/ink/ink912.xml" ContentType="application/inkml+xml"/>
  <Override PartName="/ppt/ink/ink913.xml" ContentType="application/inkml+xml"/>
  <Override PartName="/ppt/ink/ink914.xml" ContentType="application/inkml+xml"/>
  <Override PartName="/ppt/ink/ink915.xml" ContentType="application/inkml+xml"/>
  <Override PartName="/ppt/ink/ink916.xml" ContentType="application/inkml+xml"/>
  <Override PartName="/ppt/ink/ink917.xml" ContentType="application/inkml+xml"/>
  <Override PartName="/ppt/ink/ink918.xml" ContentType="application/inkml+xml"/>
  <Override PartName="/ppt/ink/ink919.xml" ContentType="application/inkml+xml"/>
  <Override PartName="/ppt/ink/ink920.xml" ContentType="application/inkml+xml"/>
  <Override PartName="/ppt/ink/ink921.xml" ContentType="application/inkml+xml"/>
  <Override PartName="/ppt/ink/ink922.xml" ContentType="application/inkml+xml"/>
  <Override PartName="/ppt/ink/ink923.xml" ContentType="application/inkml+xml"/>
  <Override PartName="/ppt/ink/ink924.xml" ContentType="application/inkml+xml"/>
  <Override PartName="/ppt/ink/ink925.xml" ContentType="application/inkml+xml"/>
  <Override PartName="/ppt/ink/ink926.xml" ContentType="application/inkml+xml"/>
  <Override PartName="/ppt/ink/ink927.xml" ContentType="application/inkml+xml"/>
  <Override PartName="/ppt/ink/ink928.xml" ContentType="application/inkml+xml"/>
  <Override PartName="/ppt/ink/ink929.xml" ContentType="application/inkml+xml"/>
  <Override PartName="/ppt/ink/ink930.xml" ContentType="application/inkml+xml"/>
  <Override PartName="/ppt/ink/ink931.xml" ContentType="application/inkml+xml"/>
  <Override PartName="/ppt/ink/ink932.xml" ContentType="application/inkml+xml"/>
  <Override PartName="/ppt/ink/ink933.xml" ContentType="application/inkml+xml"/>
  <Override PartName="/ppt/ink/ink934.xml" ContentType="application/inkml+xml"/>
  <Override PartName="/ppt/ink/ink935.xml" ContentType="application/inkml+xml"/>
  <Override PartName="/ppt/ink/ink936.xml" ContentType="application/inkml+xml"/>
  <Override PartName="/ppt/ink/ink937.xml" ContentType="application/inkml+xml"/>
  <Override PartName="/ppt/ink/ink938.xml" ContentType="application/inkml+xml"/>
  <Override PartName="/ppt/ink/ink939.xml" ContentType="application/inkml+xml"/>
  <Override PartName="/ppt/ink/ink940.xml" ContentType="application/inkml+xml"/>
  <Override PartName="/ppt/ink/ink941.xml" ContentType="application/inkml+xml"/>
  <Override PartName="/ppt/ink/ink942.xml" ContentType="application/inkml+xml"/>
  <Override PartName="/ppt/ink/ink943.xml" ContentType="application/inkml+xml"/>
  <Override PartName="/ppt/ink/ink944.xml" ContentType="application/inkml+xml"/>
  <Override PartName="/ppt/ink/ink945.xml" ContentType="application/inkml+xml"/>
  <Override PartName="/ppt/ink/ink946.xml" ContentType="application/inkml+xml"/>
  <Override PartName="/ppt/ink/ink947.xml" ContentType="application/inkml+xml"/>
  <Override PartName="/ppt/ink/ink948.xml" ContentType="application/inkml+xml"/>
  <Override PartName="/ppt/ink/ink949.xml" ContentType="application/inkml+xml"/>
  <Override PartName="/ppt/ink/ink950.xml" ContentType="application/inkml+xml"/>
  <Override PartName="/ppt/ink/ink951.xml" ContentType="application/inkml+xml"/>
  <Override PartName="/ppt/ink/ink952.xml" ContentType="application/inkml+xml"/>
  <Override PartName="/ppt/ink/ink953.xml" ContentType="application/inkml+xml"/>
  <Override PartName="/ppt/ink/ink954.xml" ContentType="application/inkml+xml"/>
  <Override PartName="/ppt/ink/ink955.xml" ContentType="application/inkml+xml"/>
  <Override PartName="/ppt/ink/ink956.xml" ContentType="application/inkml+xml"/>
  <Override PartName="/ppt/ink/ink957.xml" ContentType="application/inkml+xml"/>
  <Override PartName="/ppt/ink/ink958.xml" ContentType="application/inkml+xml"/>
  <Override PartName="/ppt/ink/ink959.xml" ContentType="application/inkml+xml"/>
  <Override PartName="/ppt/ink/ink960.xml" ContentType="application/inkml+xml"/>
  <Override PartName="/ppt/ink/ink961.xml" ContentType="application/inkml+xml"/>
  <Override PartName="/ppt/ink/ink962.xml" ContentType="application/inkml+xml"/>
  <Override PartName="/ppt/ink/ink963.xml" ContentType="application/inkml+xml"/>
  <Override PartName="/ppt/ink/ink964.xml" ContentType="application/inkml+xml"/>
  <Override PartName="/ppt/ink/ink965.xml" ContentType="application/inkml+xml"/>
  <Override PartName="/ppt/ink/ink966.xml" ContentType="application/inkml+xml"/>
  <Override PartName="/ppt/ink/ink967.xml" ContentType="application/inkml+xml"/>
  <Override PartName="/ppt/ink/ink968.xml" ContentType="application/inkml+xml"/>
  <Override PartName="/ppt/ink/ink969.xml" ContentType="application/inkml+xml"/>
  <Override PartName="/ppt/ink/ink970.xml" ContentType="application/inkml+xml"/>
  <Override PartName="/ppt/ink/ink971.xml" ContentType="application/inkml+xml"/>
  <Override PartName="/ppt/ink/ink972.xml" ContentType="application/inkml+xml"/>
  <Override PartName="/ppt/ink/ink973.xml" ContentType="application/inkml+xml"/>
  <Override PartName="/ppt/ink/ink974.xml" ContentType="application/inkml+xml"/>
  <Override PartName="/ppt/ink/ink975.xml" ContentType="application/inkml+xml"/>
  <Override PartName="/ppt/ink/ink976.xml" ContentType="application/inkml+xml"/>
  <Override PartName="/ppt/ink/ink977.xml" ContentType="application/inkml+xml"/>
  <Override PartName="/ppt/ink/ink978.xml" ContentType="application/inkml+xml"/>
  <Override PartName="/ppt/ink/ink979.xml" ContentType="application/inkml+xml"/>
  <Override PartName="/ppt/ink/ink980.xml" ContentType="application/inkml+xml"/>
  <Override PartName="/ppt/ink/ink981.xml" ContentType="application/inkml+xml"/>
  <Override PartName="/ppt/ink/ink982.xml" ContentType="application/inkml+xml"/>
  <Override PartName="/ppt/ink/ink983.xml" ContentType="application/inkml+xml"/>
  <Override PartName="/ppt/ink/ink984.xml" ContentType="application/inkml+xml"/>
  <Override PartName="/ppt/ink/ink985.xml" ContentType="application/inkml+xml"/>
  <Override PartName="/ppt/ink/ink986.xml" ContentType="application/inkml+xml"/>
  <Override PartName="/ppt/ink/ink987.xml" ContentType="application/inkml+xml"/>
  <Override PartName="/ppt/ink/ink988.xml" ContentType="application/inkml+xml"/>
  <Override PartName="/ppt/ink/ink989.xml" ContentType="application/inkml+xml"/>
  <Override PartName="/ppt/ink/ink990.xml" ContentType="application/inkml+xml"/>
  <Override PartName="/ppt/ink/ink991.xml" ContentType="application/inkml+xml"/>
  <Override PartName="/ppt/ink/ink992.xml" ContentType="application/inkml+xml"/>
  <Override PartName="/ppt/ink/ink993.xml" ContentType="application/inkml+xml"/>
  <Override PartName="/ppt/ink/ink994.xml" ContentType="application/inkml+xml"/>
  <Override PartName="/ppt/ink/ink995.xml" ContentType="application/inkml+xml"/>
  <Override PartName="/ppt/ink/ink996.xml" ContentType="application/inkml+xml"/>
  <Override PartName="/ppt/ink/ink997.xml" ContentType="application/inkml+xml"/>
  <Override PartName="/ppt/ink/ink998.xml" ContentType="application/inkml+xml"/>
  <Override PartName="/ppt/ink/ink999.xml" ContentType="application/inkml+xml"/>
  <Override PartName="/ppt/ink/ink1000.xml" ContentType="application/inkml+xml"/>
  <Override PartName="/ppt/ink/ink1001.xml" ContentType="application/inkml+xml"/>
  <Override PartName="/ppt/ink/ink1002.xml" ContentType="application/inkml+xml"/>
  <Override PartName="/ppt/ink/ink1003.xml" ContentType="application/inkml+xml"/>
  <Override PartName="/ppt/ink/ink1004.xml" ContentType="application/inkml+xml"/>
  <Override PartName="/ppt/ink/ink1005.xml" ContentType="application/inkml+xml"/>
  <Override PartName="/ppt/ink/ink1006.xml" ContentType="application/inkml+xml"/>
  <Override PartName="/ppt/ink/ink1007.xml" ContentType="application/inkml+xml"/>
  <Override PartName="/ppt/ink/ink1008.xml" ContentType="application/inkml+xml"/>
  <Override PartName="/ppt/ink/ink1009.xml" ContentType="application/inkml+xml"/>
  <Override PartName="/ppt/ink/ink1010.xml" ContentType="application/inkml+xml"/>
  <Override PartName="/ppt/ink/ink1011.xml" ContentType="application/inkml+xml"/>
  <Override PartName="/ppt/ink/ink1012.xml" ContentType="application/inkml+xml"/>
  <Override PartName="/ppt/ink/ink1013.xml" ContentType="application/inkml+xml"/>
  <Override PartName="/ppt/ink/ink1014.xml" ContentType="application/inkml+xml"/>
  <Override PartName="/ppt/ink/ink1015.xml" ContentType="application/inkml+xml"/>
  <Override PartName="/ppt/ink/ink1016.xml" ContentType="application/inkml+xml"/>
  <Override PartName="/ppt/ink/ink1017.xml" ContentType="application/inkml+xml"/>
  <Override PartName="/ppt/ink/ink1018.xml" ContentType="application/inkml+xml"/>
  <Override PartName="/ppt/ink/ink1019.xml" ContentType="application/inkml+xml"/>
  <Override PartName="/ppt/ink/ink1020.xml" ContentType="application/inkml+xml"/>
  <Override PartName="/ppt/ink/ink1021.xml" ContentType="application/inkml+xml"/>
  <Override PartName="/ppt/ink/ink1022.xml" ContentType="application/inkml+xml"/>
  <Override PartName="/ppt/ink/ink1023.xml" ContentType="application/inkml+xml"/>
  <Override PartName="/ppt/ink/ink1024.xml" ContentType="application/inkml+xml"/>
  <Override PartName="/ppt/ink/ink1025.xml" ContentType="application/inkml+xml"/>
  <Override PartName="/ppt/ink/ink1026.xml" ContentType="application/inkml+xml"/>
  <Override PartName="/ppt/ink/ink1027.xml" ContentType="application/inkml+xml"/>
  <Override PartName="/ppt/ink/ink1028.xml" ContentType="application/inkml+xml"/>
  <Override PartName="/ppt/ink/ink1029.xml" ContentType="application/inkml+xml"/>
  <Override PartName="/ppt/ink/ink1030.xml" ContentType="application/inkml+xml"/>
  <Override PartName="/ppt/ink/ink1031.xml" ContentType="application/inkml+xml"/>
  <Override PartName="/ppt/ink/ink1032.xml" ContentType="application/inkml+xml"/>
  <Override PartName="/ppt/ink/ink1033.xml" ContentType="application/inkml+xml"/>
  <Override PartName="/ppt/ink/ink1034.xml" ContentType="application/inkml+xml"/>
  <Override PartName="/ppt/ink/ink1035.xml" ContentType="application/inkml+xml"/>
  <Override PartName="/ppt/ink/ink1036.xml" ContentType="application/inkml+xml"/>
  <Override PartName="/ppt/ink/ink1037.xml" ContentType="application/inkml+xml"/>
  <Override PartName="/ppt/ink/ink1038.xml" ContentType="application/inkml+xml"/>
  <Override PartName="/ppt/ink/ink1039.xml" ContentType="application/inkml+xml"/>
  <Override PartName="/ppt/ink/ink1040.xml" ContentType="application/inkml+xml"/>
  <Override PartName="/ppt/ink/ink1041.xml" ContentType="application/inkml+xml"/>
  <Override PartName="/ppt/ink/ink1042.xml" ContentType="application/inkml+xml"/>
  <Override PartName="/ppt/ink/ink1043.xml" ContentType="application/inkml+xml"/>
  <Override PartName="/ppt/ink/ink1044.xml" ContentType="application/inkml+xml"/>
  <Override PartName="/ppt/ink/ink1045.xml" ContentType="application/inkml+xml"/>
  <Override PartName="/ppt/ink/ink1046.xml" ContentType="application/inkml+xml"/>
  <Override PartName="/ppt/ink/ink1047.xml" ContentType="application/inkml+xml"/>
  <Override PartName="/ppt/ink/ink1048.xml" ContentType="application/inkml+xml"/>
  <Override PartName="/ppt/ink/ink1049.xml" ContentType="application/inkml+xml"/>
  <Override PartName="/ppt/ink/ink1050.xml" ContentType="application/inkml+xml"/>
  <Override PartName="/ppt/ink/ink1051.xml" ContentType="application/inkml+xml"/>
  <Override PartName="/ppt/ink/ink1052.xml" ContentType="application/inkml+xml"/>
  <Override PartName="/ppt/ink/ink1053.xml" ContentType="application/inkml+xml"/>
  <Override PartName="/ppt/ink/ink1054.xml" ContentType="application/inkml+xml"/>
  <Override PartName="/ppt/ink/ink1055.xml" ContentType="application/inkml+xml"/>
  <Override PartName="/ppt/ink/ink1056.xml" ContentType="application/inkml+xml"/>
  <Override PartName="/ppt/ink/ink1057.xml" ContentType="application/inkml+xml"/>
  <Override PartName="/ppt/ink/ink1058.xml" ContentType="application/inkml+xml"/>
  <Override PartName="/ppt/ink/ink1059.xml" ContentType="application/inkml+xml"/>
  <Override PartName="/ppt/ink/ink1060.xml" ContentType="application/inkml+xml"/>
  <Override PartName="/ppt/ink/ink1061.xml" ContentType="application/inkml+xml"/>
  <Override PartName="/ppt/ink/ink1062.xml" ContentType="application/inkml+xml"/>
  <Override PartName="/ppt/ink/ink1063.xml" ContentType="application/inkml+xml"/>
  <Override PartName="/ppt/ink/ink1064.xml" ContentType="application/inkml+xml"/>
  <Override PartName="/ppt/ink/ink1065.xml" ContentType="application/inkml+xml"/>
  <Override PartName="/ppt/ink/ink1066.xml" ContentType="application/inkml+xml"/>
  <Override PartName="/ppt/ink/ink1067.xml" ContentType="application/inkml+xml"/>
  <Override PartName="/ppt/ink/ink1068.xml" ContentType="application/inkml+xml"/>
  <Override PartName="/ppt/ink/ink1069.xml" ContentType="application/inkml+xml"/>
  <Override PartName="/ppt/ink/ink1070.xml" ContentType="application/inkml+xml"/>
  <Override PartName="/ppt/ink/ink1071.xml" ContentType="application/inkml+xml"/>
  <Override PartName="/ppt/ink/ink1072.xml" ContentType="application/inkml+xml"/>
  <Override PartName="/ppt/ink/ink1073.xml" ContentType="application/inkml+xml"/>
  <Override PartName="/ppt/ink/ink1074.xml" ContentType="application/inkml+xml"/>
  <Override PartName="/ppt/ink/ink1075.xml" ContentType="application/inkml+xml"/>
  <Override PartName="/ppt/ink/ink1076.xml" ContentType="application/inkml+xml"/>
  <Override PartName="/ppt/ink/ink1077.xml" ContentType="application/inkml+xml"/>
  <Override PartName="/ppt/ink/ink1078.xml" ContentType="application/inkml+xml"/>
  <Override PartName="/ppt/ink/ink1079.xml" ContentType="application/inkml+xml"/>
  <Override PartName="/ppt/ink/ink1080.xml" ContentType="application/inkml+xml"/>
  <Override PartName="/ppt/ink/ink1081.xml" ContentType="application/inkml+xml"/>
  <Override PartName="/ppt/ink/ink1082.xml" ContentType="application/inkml+xml"/>
  <Override PartName="/ppt/ink/ink1083.xml" ContentType="application/inkml+xml"/>
  <Override PartName="/ppt/ink/ink1084.xml" ContentType="application/inkml+xml"/>
  <Override PartName="/ppt/ink/ink1085.xml" ContentType="application/inkml+xml"/>
  <Override PartName="/ppt/ink/ink1086.xml" ContentType="application/inkml+xml"/>
  <Override PartName="/ppt/ink/ink1087.xml" ContentType="application/inkml+xml"/>
  <Override PartName="/ppt/ink/ink1088.xml" ContentType="application/inkml+xml"/>
  <Override PartName="/ppt/ink/ink1089.xml" ContentType="application/inkml+xml"/>
  <Override PartName="/ppt/ink/ink1090.xml" ContentType="application/inkml+xml"/>
  <Override PartName="/ppt/ink/ink1091.xml" ContentType="application/inkml+xml"/>
  <Override PartName="/ppt/ink/ink1092.xml" ContentType="application/inkml+xml"/>
  <Override PartName="/ppt/ink/ink1093.xml" ContentType="application/inkml+xml"/>
  <Override PartName="/ppt/ink/ink1094.xml" ContentType="application/inkml+xml"/>
  <Override PartName="/ppt/ink/ink1095.xml" ContentType="application/inkml+xml"/>
  <Override PartName="/ppt/ink/ink1096.xml" ContentType="application/inkml+xml"/>
  <Override PartName="/ppt/ink/ink1097.xml" ContentType="application/inkml+xml"/>
  <Override PartName="/ppt/ink/ink1098.xml" ContentType="application/inkml+xml"/>
  <Override PartName="/ppt/ink/ink1099.xml" ContentType="application/inkml+xml"/>
  <Override PartName="/ppt/ink/ink1100.xml" ContentType="application/inkml+xml"/>
  <Override PartName="/ppt/ink/ink1101.xml" ContentType="application/inkml+xml"/>
  <Override PartName="/ppt/ink/ink1102.xml" ContentType="application/inkml+xml"/>
  <Override PartName="/ppt/ink/ink1103.xml" ContentType="application/inkml+xml"/>
  <Override PartName="/ppt/ink/ink1104.xml" ContentType="application/inkml+xml"/>
  <Override PartName="/ppt/ink/ink1105.xml" ContentType="application/inkml+xml"/>
  <Override PartName="/ppt/ink/ink1106.xml" ContentType="application/inkml+xml"/>
  <Override PartName="/ppt/ink/ink1107.xml" ContentType="application/inkml+xml"/>
  <Override PartName="/ppt/ink/ink1108.xml" ContentType="application/inkml+xml"/>
  <Override PartName="/ppt/ink/ink1109.xml" ContentType="application/inkml+xml"/>
  <Override PartName="/ppt/ink/ink1110.xml" ContentType="application/inkml+xml"/>
  <Override PartName="/ppt/ink/ink1111.xml" ContentType="application/inkml+xml"/>
  <Override PartName="/ppt/ink/ink1112.xml" ContentType="application/inkml+xml"/>
  <Override PartName="/ppt/ink/ink1113.xml" ContentType="application/inkml+xml"/>
  <Override PartName="/ppt/ink/ink1114.xml" ContentType="application/inkml+xml"/>
  <Override PartName="/ppt/ink/ink1115.xml" ContentType="application/inkml+xml"/>
  <Override PartName="/ppt/ink/ink1116.xml" ContentType="application/inkml+xml"/>
  <Override PartName="/ppt/ink/ink1117.xml" ContentType="application/inkml+xml"/>
  <Override PartName="/ppt/ink/ink1118.xml" ContentType="application/inkml+xml"/>
  <Override PartName="/ppt/ink/ink1119.xml" ContentType="application/inkml+xml"/>
  <Override PartName="/ppt/ink/ink1120.xml" ContentType="application/inkml+xml"/>
  <Override PartName="/ppt/ink/ink1121.xml" ContentType="application/inkml+xml"/>
  <Override PartName="/ppt/ink/ink1122.xml" ContentType="application/inkml+xml"/>
  <Override PartName="/ppt/ink/ink1123.xml" ContentType="application/inkml+xml"/>
  <Override PartName="/ppt/ink/ink1124.xml" ContentType="application/inkml+xml"/>
  <Override PartName="/ppt/ink/ink1125.xml" ContentType="application/inkml+xml"/>
  <Override PartName="/ppt/ink/ink1126.xml" ContentType="application/inkml+xml"/>
  <Override PartName="/ppt/ink/ink1127.xml" ContentType="application/inkml+xml"/>
  <Override PartName="/ppt/ink/ink1128.xml" ContentType="application/inkml+xml"/>
  <Override PartName="/ppt/ink/ink1129.xml" ContentType="application/inkml+xml"/>
  <Override PartName="/ppt/ink/ink1130.xml" ContentType="application/inkml+xml"/>
  <Override PartName="/ppt/ink/ink1131.xml" ContentType="application/inkml+xml"/>
  <Override PartName="/ppt/ink/ink1132.xml" ContentType="application/inkml+xml"/>
  <Override PartName="/ppt/ink/ink1133.xml" ContentType="application/inkml+xml"/>
  <Override PartName="/ppt/ink/ink1134.xml" ContentType="application/inkml+xml"/>
  <Override PartName="/ppt/ink/ink1135.xml" ContentType="application/inkml+xml"/>
  <Override PartName="/ppt/ink/ink1136.xml" ContentType="application/inkml+xml"/>
  <Override PartName="/ppt/ink/ink1137.xml" ContentType="application/inkml+xml"/>
  <Override PartName="/ppt/ink/ink1138.xml" ContentType="application/inkml+xml"/>
  <Override PartName="/ppt/ink/ink1139.xml" ContentType="application/inkml+xml"/>
  <Override PartName="/ppt/ink/ink1140.xml" ContentType="application/inkml+xml"/>
  <Override PartName="/ppt/ink/ink1141.xml" ContentType="application/inkml+xml"/>
  <Override PartName="/ppt/ink/ink1142.xml" ContentType="application/inkml+xml"/>
  <Override PartName="/ppt/ink/ink1143.xml" ContentType="application/inkml+xml"/>
  <Override PartName="/ppt/ink/ink1144.xml" ContentType="application/inkml+xml"/>
  <Override PartName="/ppt/ink/ink1145.xml" ContentType="application/inkml+xml"/>
  <Override PartName="/ppt/ink/ink1146.xml" ContentType="application/inkml+xml"/>
  <Override PartName="/ppt/ink/ink1147.xml" ContentType="application/inkml+xml"/>
  <Override PartName="/ppt/ink/ink1148.xml" ContentType="application/inkml+xml"/>
  <Override PartName="/ppt/ink/ink1149.xml" ContentType="application/inkml+xml"/>
  <Override PartName="/ppt/ink/ink1150.xml" ContentType="application/inkml+xml"/>
  <Override PartName="/ppt/ink/ink1151.xml" ContentType="application/inkml+xml"/>
  <Override PartName="/ppt/ink/ink1152.xml" ContentType="application/inkml+xml"/>
  <Override PartName="/ppt/ink/ink1153.xml" ContentType="application/inkml+xml"/>
  <Override PartName="/ppt/ink/ink1154.xml" ContentType="application/inkml+xml"/>
  <Override PartName="/ppt/ink/ink1155.xml" ContentType="application/inkml+xml"/>
  <Override PartName="/ppt/ink/ink1156.xml" ContentType="application/inkml+xml"/>
  <Override PartName="/ppt/ink/ink1157.xml" ContentType="application/inkml+xml"/>
  <Override PartName="/ppt/ink/ink1158.xml" ContentType="application/inkml+xml"/>
  <Override PartName="/ppt/ink/ink1159.xml" ContentType="application/inkml+xml"/>
  <Override PartName="/ppt/ink/ink1160.xml" ContentType="application/inkml+xml"/>
  <Override PartName="/ppt/ink/ink1161.xml" ContentType="application/inkml+xml"/>
  <Override PartName="/ppt/ink/ink1162.xml" ContentType="application/inkml+xml"/>
  <Override PartName="/ppt/ink/ink1163.xml" ContentType="application/inkml+xml"/>
  <Override PartName="/ppt/ink/ink1164.xml" ContentType="application/inkml+xml"/>
  <Override PartName="/ppt/ink/ink1165.xml" ContentType="application/inkml+xml"/>
  <Override PartName="/ppt/ink/ink1166.xml" ContentType="application/inkml+xml"/>
  <Override PartName="/ppt/ink/ink1167.xml" ContentType="application/inkml+xml"/>
  <Override PartName="/ppt/ink/ink1168.xml" ContentType="application/inkml+xml"/>
  <Override PartName="/ppt/ink/ink1169.xml" ContentType="application/inkml+xml"/>
  <Override PartName="/ppt/ink/ink1170.xml" ContentType="application/inkml+xml"/>
  <Override PartName="/ppt/ink/ink1171.xml" ContentType="application/inkml+xml"/>
  <Override PartName="/ppt/ink/ink1172.xml" ContentType="application/inkml+xml"/>
  <Override PartName="/ppt/ink/ink1173.xml" ContentType="application/inkml+xml"/>
  <Override PartName="/ppt/ink/ink1174.xml" ContentType="application/inkml+xml"/>
  <Override PartName="/ppt/ink/ink1175.xml" ContentType="application/inkml+xml"/>
  <Override PartName="/ppt/ink/ink1176.xml" ContentType="application/inkml+xml"/>
  <Override PartName="/ppt/ink/ink1177.xml" ContentType="application/inkml+xml"/>
  <Override PartName="/ppt/ink/ink1178.xml" ContentType="application/inkml+xml"/>
  <Override PartName="/ppt/ink/ink1179.xml" ContentType="application/inkml+xml"/>
  <Override PartName="/ppt/ink/ink1180.xml" ContentType="application/inkml+xml"/>
  <Override PartName="/ppt/ink/ink1181.xml" ContentType="application/inkml+xml"/>
  <Override PartName="/ppt/ink/ink1182.xml" ContentType="application/inkml+xml"/>
  <Override PartName="/ppt/ink/ink1183.xml" ContentType="application/inkml+xml"/>
  <Override PartName="/ppt/ink/ink1184.xml" ContentType="application/inkml+xml"/>
  <Override PartName="/ppt/ink/ink1185.xml" ContentType="application/inkml+xml"/>
  <Override PartName="/ppt/ink/ink1186.xml" ContentType="application/inkml+xml"/>
  <Override PartName="/ppt/ink/ink1187.xml" ContentType="application/inkml+xml"/>
  <Override PartName="/ppt/ink/ink1188.xml" ContentType="application/inkml+xml"/>
  <Override PartName="/ppt/ink/ink1189.xml" ContentType="application/inkml+xml"/>
  <Override PartName="/ppt/ink/ink1190.xml" ContentType="application/inkml+xml"/>
  <Override PartName="/ppt/ink/ink1191.xml" ContentType="application/inkml+xml"/>
  <Override PartName="/ppt/ink/ink1192.xml" ContentType="application/inkml+xml"/>
  <Override PartName="/ppt/ink/ink1193.xml" ContentType="application/inkml+xml"/>
  <Override PartName="/ppt/ink/ink1194.xml" ContentType="application/inkml+xml"/>
  <Override PartName="/ppt/ink/ink1195.xml" ContentType="application/inkml+xml"/>
  <Override PartName="/ppt/ink/ink1196.xml" ContentType="application/inkml+xml"/>
  <Override PartName="/ppt/ink/ink1197.xml" ContentType="application/inkml+xml"/>
  <Override PartName="/ppt/ink/ink1198.xml" ContentType="application/inkml+xml"/>
  <Override PartName="/ppt/ink/ink1199.xml" ContentType="application/inkml+xml"/>
  <Override PartName="/ppt/ink/ink1200.xml" ContentType="application/inkml+xml"/>
  <Override PartName="/ppt/ink/ink1201.xml" ContentType="application/inkml+xml"/>
  <Override PartName="/ppt/ink/ink1202.xml" ContentType="application/inkml+xml"/>
  <Override PartName="/ppt/ink/ink1203.xml" ContentType="application/inkml+xml"/>
  <Override PartName="/ppt/ink/ink1204.xml" ContentType="application/inkml+xml"/>
  <Override PartName="/ppt/ink/ink1205.xml" ContentType="application/inkml+xml"/>
  <Override PartName="/ppt/ink/ink1206.xml" ContentType="application/inkml+xml"/>
  <Override PartName="/ppt/ink/ink1207.xml" ContentType="application/inkml+xml"/>
  <Override PartName="/ppt/ink/ink1208.xml" ContentType="application/inkml+xml"/>
  <Override PartName="/ppt/ink/ink1209.xml" ContentType="application/inkml+xml"/>
  <Override PartName="/ppt/ink/ink1210.xml" ContentType="application/inkml+xml"/>
  <Override PartName="/ppt/ink/ink1211.xml" ContentType="application/inkml+xml"/>
  <Override PartName="/ppt/ink/ink1212.xml" ContentType="application/inkml+xml"/>
  <Override PartName="/ppt/ink/ink1213.xml" ContentType="application/inkml+xml"/>
  <Override PartName="/ppt/ink/ink1214.xml" ContentType="application/inkml+xml"/>
  <Override PartName="/ppt/ink/ink1215.xml" ContentType="application/inkml+xml"/>
  <Override PartName="/ppt/ink/ink1216.xml" ContentType="application/inkml+xml"/>
  <Override PartName="/ppt/ink/ink1217.xml" ContentType="application/inkml+xml"/>
  <Override PartName="/ppt/ink/ink1218.xml" ContentType="application/inkml+xml"/>
  <Override PartName="/ppt/ink/ink1219.xml" ContentType="application/inkml+xml"/>
  <Override PartName="/ppt/ink/ink1220.xml" ContentType="application/inkml+xml"/>
  <Override PartName="/ppt/ink/ink1221.xml" ContentType="application/inkml+xml"/>
  <Override PartName="/ppt/ink/ink1222.xml" ContentType="application/inkml+xml"/>
  <Override PartName="/ppt/ink/ink1223.xml" ContentType="application/inkml+xml"/>
  <Override PartName="/ppt/ink/ink1224.xml" ContentType="application/inkml+xml"/>
  <Override PartName="/ppt/ink/ink1225.xml" ContentType="application/inkml+xml"/>
  <Override PartName="/ppt/ink/ink1226.xml" ContentType="application/inkml+xml"/>
  <Override PartName="/ppt/ink/ink1227.xml" ContentType="application/inkml+xml"/>
  <Override PartName="/ppt/ink/ink1228.xml" ContentType="application/inkml+xml"/>
  <Override PartName="/ppt/ink/ink1229.xml" ContentType="application/inkml+xml"/>
  <Override PartName="/ppt/ink/ink1230.xml" ContentType="application/inkml+xml"/>
  <Override PartName="/ppt/ink/ink1231.xml" ContentType="application/inkml+xml"/>
  <Override PartName="/ppt/ink/ink1232.xml" ContentType="application/inkml+xml"/>
  <Override PartName="/ppt/ink/ink1233.xml" ContentType="application/inkml+xml"/>
  <Override PartName="/ppt/ink/ink1234.xml" ContentType="application/inkml+xml"/>
  <Override PartName="/ppt/ink/ink1235.xml" ContentType="application/inkml+xml"/>
  <Override PartName="/ppt/ink/ink1236.xml" ContentType="application/inkml+xml"/>
  <Override PartName="/ppt/ink/ink1237.xml" ContentType="application/inkml+xml"/>
  <Override PartName="/ppt/ink/ink1238.xml" ContentType="application/inkml+xml"/>
  <Override PartName="/ppt/ink/ink1239.xml" ContentType="application/inkml+xml"/>
  <Override PartName="/ppt/ink/ink1240.xml" ContentType="application/inkml+xml"/>
  <Override PartName="/ppt/ink/ink1241.xml" ContentType="application/inkml+xml"/>
  <Override PartName="/ppt/ink/ink1242.xml" ContentType="application/inkml+xml"/>
  <Override PartName="/ppt/ink/ink1243.xml" ContentType="application/inkml+xml"/>
  <Override PartName="/ppt/ink/ink1244.xml" ContentType="application/inkml+xml"/>
  <Override PartName="/ppt/ink/ink1245.xml" ContentType="application/inkml+xml"/>
  <Override PartName="/ppt/ink/ink1246.xml" ContentType="application/inkml+xml"/>
  <Override PartName="/ppt/ink/ink1247.xml" ContentType="application/inkml+xml"/>
  <Override PartName="/ppt/ink/ink1248.xml" ContentType="application/inkml+xml"/>
  <Override PartName="/ppt/ink/ink1249.xml" ContentType="application/inkml+xml"/>
  <Override PartName="/ppt/ink/ink1250.xml" ContentType="application/inkml+xml"/>
  <Override PartName="/ppt/ink/ink1251.xml" ContentType="application/inkml+xml"/>
  <Override PartName="/ppt/ink/ink1252.xml" ContentType="application/inkml+xml"/>
  <Override PartName="/ppt/ink/ink1253.xml" ContentType="application/inkml+xml"/>
  <Override PartName="/ppt/ink/ink1254.xml" ContentType="application/inkml+xml"/>
  <Override PartName="/ppt/ink/ink1255.xml" ContentType="application/inkml+xml"/>
  <Override PartName="/ppt/ink/ink1256.xml" ContentType="application/inkml+xml"/>
  <Override PartName="/ppt/ink/ink1257.xml" ContentType="application/inkml+xml"/>
  <Override PartName="/ppt/ink/ink1258.xml" ContentType="application/inkml+xml"/>
  <Override PartName="/ppt/ink/ink1259.xml" ContentType="application/inkml+xml"/>
  <Override PartName="/ppt/ink/ink1260.xml" ContentType="application/inkml+xml"/>
  <Override PartName="/ppt/ink/ink1261.xml" ContentType="application/inkml+xml"/>
  <Override PartName="/ppt/ink/ink1262.xml" ContentType="application/inkml+xml"/>
  <Override PartName="/ppt/ink/ink1263.xml" ContentType="application/inkml+xml"/>
  <Override PartName="/ppt/ink/ink1264.xml" ContentType="application/inkml+xml"/>
  <Override PartName="/ppt/ink/ink1265.xml" ContentType="application/inkml+xml"/>
  <Override PartName="/ppt/ink/ink1266.xml" ContentType="application/inkml+xml"/>
  <Override PartName="/ppt/ink/ink1267.xml" ContentType="application/inkml+xml"/>
  <Override PartName="/ppt/ink/ink1268.xml" ContentType="application/inkml+xml"/>
  <Override PartName="/ppt/ink/ink1269.xml" ContentType="application/inkml+xml"/>
  <Override PartName="/ppt/ink/ink1270.xml" ContentType="application/inkml+xml"/>
  <Override PartName="/ppt/ink/ink1271.xml" ContentType="application/inkml+xml"/>
  <Override PartName="/ppt/ink/ink1272.xml" ContentType="application/inkml+xml"/>
  <Override PartName="/ppt/ink/ink1273.xml" ContentType="application/inkml+xml"/>
  <Override PartName="/ppt/ink/ink1274.xml" ContentType="application/inkml+xml"/>
  <Override PartName="/ppt/ink/ink1275.xml" ContentType="application/inkml+xml"/>
  <Override PartName="/ppt/ink/ink1276.xml" ContentType="application/inkml+xml"/>
  <Override PartName="/ppt/ink/ink1277.xml" ContentType="application/inkml+xml"/>
  <Override PartName="/ppt/ink/ink1278.xml" ContentType="application/inkml+xml"/>
  <Override PartName="/ppt/ink/ink1279.xml" ContentType="application/inkml+xml"/>
  <Override PartName="/ppt/ink/ink1280.xml" ContentType="application/inkml+xml"/>
  <Override PartName="/ppt/ink/ink1281.xml" ContentType="application/inkml+xml"/>
  <Override PartName="/ppt/ink/ink1282.xml" ContentType="application/inkml+xml"/>
  <Override PartName="/ppt/ink/ink1283.xml" ContentType="application/inkml+xml"/>
  <Override PartName="/ppt/ink/ink1284.xml" ContentType="application/inkml+xml"/>
  <Override PartName="/ppt/ink/ink1285.xml" ContentType="application/inkml+xml"/>
  <Override PartName="/ppt/ink/ink1286.xml" ContentType="application/inkml+xml"/>
  <Override PartName="/ppt/ink/ink1287.xml" ContentType="application/inkml+xml"/>
  <Override PartName="/ppt/ink/ink1288.xml" ContentType="application/inkml+xml"/>
  <Override PartName="/ppt/ink/ink1289.xml" ContentType="application/inkml+xml"/>
  <Override PartName="/ppt/ink/ink1290.xml" ContentType="application/inkml+xml"/>
  <Override PartName="/ppt/ink/ink1291.xml" ContentType="application/inkml+xml"/>
  <Override PartName="/ppt/ink/ink1292.xml" ContentType="application/inkml+xml"/>
  <Override PartName="/ppt/ink/ink1293.xml" ContentType="application/inkml+xml"/>
  <Override PartName="/ppt/ink/ink1294.xml" ContentType="application/inkml+xml"/>
  <Override PartName="/ppt/ink/ink1295.xml" ContentType="application/inkml+xml"/>
  <Override PartName="/ppt/ink/ink1296.xml" ContentType="application/inkml+xml"/>
  <Override PartName="/ppt/ink/ink1297.xml" ContentType="application/inkml+xml"/>
  <Override PartName="/ppt/ink/ink1298.xml" ContentType="application/inkml+xml"/>
  <Override PartName="/ppt/ink/ink1299.xml" ContentType="application/inkml+xml"/>
  <Override PartName="/ppt/ink/ink1300.xml" ContentType="application/inkml+xml"/>
  <Override PartName="/ppt/ink/ink1301.xml" ContentType="application/inkml+xml"/>
  <Override PartName="/ppt/ink/ink1302.xml" ContentType="application/inkml+xml"/>
  <Override PartName="/ppt/ink/ink1303.xml" ContentType="application/inkml+xml"/>
  <Override PartName="/ppt/ink/ink1304.xml" ContentType="application/inkml+xml"/>
  <Override PartName="/ppt/ink/ink1305.xml" ContentType="application/inkml+xml"/>
  <Override PartName="/ppt/ink/ink1306.xml" ContentType="application/inkml+xml"/>
  <Override PartName="/ppt/ink/ink1307.xml" ContentType="application/inkml+xml"/>
  <Override PartName="/ppt/ink/ink1308.xml" ContentType="application/inkml+xml"/>
  <Override PartName="/ppt/ink/ink1309.xml" ContentType="application/inkml+xml"/>
  <Override PartName="/ppt/ink/ink1310.xml" ContentType="application/inkml+xml"/>
  <Override PartName="/ppt/ink/ink1311.xml" ContentType="application/inkml+xml"/>
  <Override PartName="/ppt/ink/ink1312.xml" ContentType="application/inkml+xml"/>
  <Override PartName="/ppt/ink/ink1313.xml" ContentType="application/inkml+xml"/>
  <Override PartName="/ppt/ink/ink1314.xml" ContentType="application/inkml+xml"/>
  <Override PartName="/ppt/ink/ink1315.xml" ContentType="application/inkml+xml"/>
  <Override PartName="/ppt/ink/ink1316.xml" ContentType="application/inkml+xml"/>
  <Override PartName="/ppt/ink/ink1317.xml" ContentType="application/inkml+xml"/>
  <Override PartName="/ppt/ink/ink1318.xml" ContentType="application/inkml+xml"/>
  <Override PartName="/ppt/ink/ink1319.xml" ContentType="application/inkml+xml"/>
  <Override PartName="/ppt/ink/ink1320.xml" ContentType="application/inkml+xml"/>
  <Override PartName="/ppt/ink/ink1321.xml" ContentType="application/inkml+xml"/>
  <Override PartName="/ppt/ink/ink1322.xml" ContentType="application/inkml+xml"/>
  <Override PartName="/ppt/ink/ink1323.xml" ContentType="application/inkml+xml"/>
  <Override PartName="/ppt/ink/ink1324.xml" ContentType="application/inkml+xml"/>
  <Override PartName="/ppt/ink/ink1325.xml" ContentType="application/inkml+xml"/>
  <Override PartName="/ppt/ink/ink1326.xml" ContentType="application/inkml+xml"/>
  <Override PartName="/ppt/ink/ink1327.xml" ContentType="application/inkml+xml"/>
  <Override PartName="/ppt/ink/ink1328.xml" ContentType="application/inkml+xml"/>
  <Override PartName="/ppt/ink/ink1329.xml" ContentType="application/inkml+xml"/>
  <Override PartName="/ppt/ink/ink1330.xml" ContentType="application/inkml+xml"/>
  <Override PartName="/ppt/ink/ink1331.xml" ContentType="application/inkml+xml"/>
  <Override PartName="/ppt/ink/ink1332.xml" ContentType="application/inkml+xml"/>
  <Override PartName="/ppt/ink/ink1333.xml" ContentType="application/inkml+xml"/>
  <Override PartName="/ppt/ink/ink1334.xml" ContentType="application/inkml+xml"/>
  <Override PartName="/ppt/ink/ink1335.xml" ContentType="application/inkml+xml"/>
  <Override PartName="/ppt/ink/ink1336.xml" ContentType="application/inkml+xml"/>
  <Override PartName="/ppt/ink/ink1337.xml" ContentType="application/inkml+xml"/>
  <Override PartName="/ppt/ink/ink1338.xml" ContentType="application/inkml+xml"/>
  <Override PartName="/ppt/ink/ink1339.xml" ContentType="application/inkml+xml"/>
  <Override PartName="/ppt/ink/ink1340.xml" ContentType="application/inkml+xml"/>
  <Override PartName="/ppt/ink/ink1341.xml" ContentType="application/inkml+xml"/>
  <Override PartName="/ppt/ink/ink1342.xml" ContentType="application/inkml+xml"/>
  <Override PartName="/ppt/ink/ink1343.xml" ContentType="application/inkml+xml"/>
  <Override PartName="/ppt/ink/ink1344.xml" ContentType="application/inkml+xml"/>
  <Override PartName="/ppt/ink/ink1345.xml" ContentType="application/inkml+xml"/>
  <Override PartName="/ppt/ink/ink1346.xml" ContentType="application/inkml+xml"/>
  <Override PartName="/ppt/ink/ink1347.xml" ContentType="application/inkml+xml"/>
  <Override PartName="/ppt/ink/ink1348.xml" ContentType="application/inkml+xml"/>
  <Override PartName="/ppt/ink/ink1349.xml" ContentType="application/inkml+xml"/>
  <Override PartName="/ppt/ink/ink1350.xml" ContentType="application/inkml+xml"/>
  <Override PartName="/ppt/ink/ink1351.xml" ContentType="application/inkml+xml"/>
  <Override PartName="/ppt/ink/ink1352.xml" ContentType="application/inkml+xml"/>
  <Override PartName="/ppt/ink/ink1353.xml" ContentType="application/inkml+xml"/>
  <Override PartName="/ppt/ink/ink1354.xml" ContentType="application/inkml+xml"/>
  <Override PartName="/ppt/ink/ink1355.xml" ContentType="application/inkml+xml"/>
  <Override PartName="/ppt/ink/ink1356.xml" ContentType="application/inkml+xml"/>
  <Override PartName="/ppt/ink/ink1357.xml" ContentType="application/inkml+xml"/>
  <Override PartName="/ppt/ink/ink1358.xml" ContentType="application/inkml+xml"/>
  <Override PartName="/ppt/ink/ink1359.xml" ContentType="application/inkml+xml"/>
  <Override PartName="/ppt/ink/ink1360.xml" ContentType="application/inkml+xml"/>
  <Override PartName="/ppt/ink/ink1361.xml" ContentType="application/inkml+xml"/>
  <Override PartName="/ppt/ink/ink1362.xml" ContentType="application/inkml+xml"/>
  <Override PartName="/ppt/ink/ink1363.xml" ContentType="application/inkml+xml"/>
  <Override PartName="/ppt/ink/ink1364.xml" ContentType="application/inkml+xml"/>
  <Override PartName="/ppt/ink/ink1365.xml" ContentType="application/inkml+xml"/>
  <Override PartName="/ppt/ink/ink1366.xml" ContentType="application/inkml+xml"/>
  <Override PartName="/ppt/ink/ink1367.xml" ContentType="application/inkml+xml"/>
  <Override PartName="/ppt/ink/ink1368.xml" ContentType="application/inkml+xml"/>
  <Override PartName="/ppt/ink/ink1369.xml" ContentType="application/inkml+xml"/>
  <Override PartName="/ppt/ink/ink1370.xml" ContentType="application/inkml+xml"/>
  <Override PartName="/ppt/ink/ink1371.xml" ContentType="application/inkml+xml"/>
  <Override PartName="/ppt/ink/ink1372.xml" ContentType="application/inkml+xml"/>
  <Override PartName="/ppt/ink/ink1373.xml" ContentType="application/inkml+xml"/>
  <Override PartName="/ppt/ink/ink1374.xml" ContentType="application/inkml+xml"/>
  <Override PartName="/ppt/ink/ink1375.xml" ContentType="application/inkml+xml"/>
  <Override PartName="/ppt/ink/ink1376.xml" ContentType="application/inkml+xml"/>
  <Override PartName="/ppt/ink/ink1377.xml" ContentType="application/inkml+xml"/>
  <Override PartName="/ppt/ink/ink1378.xml" ContentType="application/inkml+xml"/>
  <Override PartName="/ppt/ink/ink1379.xml" ContentType="application/inkml+xml"/>
  <Override PartName="/ppt/ink/ink1380.xml" ContentType="application/inkml+xml"/>
  <Override PartName="/ppt/ink/ink1381.xml" ContentType="application/inkml+xml"/>
  <Override PartName="/ppt/ink/ink1382.xml" ContentType="application/inkml+xml"/>
  <Override PartName="/ppt/ink/ink1383.xml" ContentType="application/inkml+xml"/>
  <Override PartName="/ppt/ink/ink1384.xml" ContentType="application/inkml+xml"/>
  <Override PartName="/ppt/ink/ink1385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  <p:sldId id="260" r:id="rId7"/>
    <p:sldId id="262" r:id="rId8"/>
    <p:sldId id="263" r:id="rId9"/>
    <p:sldId id="264" r:id="rId10"/>
    <p:sldId id="266" r:id="rId11"/>
    <p:sldId id="265" r:id="rId12"/>
    <p:sldId id="270" r:id="rId13"/>
    <p:sldId id="271" r:id="rId14"/>
    <p:sldId id="267" r:id="rId15"/>
    <p:sldId id="269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43365" autoAdjust="0"/>
    <p:restoredTop sz="94660"/>
  </p:normalViewPr>
  <p:slideViewPr>
    <p:cSldViewPr snapToGrid="0">
      <p:cViewPr varScale="1">
        <p:scale>
          <a:sx n="54" d="100"/>
          <a:sy n="54" d="100"/>
        </p:scale>
        <p:origin x="64" y="3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1:24:38.521"/>
    </inkml:context>
    <inkml:brush xml:id="br0">
      <inkml:brushProperty name="width" value="0.35" units="cm"/>
      <inkml:brushProperty name="height" value="0.35" units="cm"/>
      <inkml:brushProperty name="color" value="#9FAAAF"/>
    </inkml:brush>
  </inkml:definitions>
  <inkml:trace contextRef="#ctx0" brushRef="#br0">277 313 6227,'3'1'2115,"-1"-1"-2086,1 0-1,-1 0 1,0 0-1,1 0 0,-1 0 1,0 0-1,0-1 0,0 1 1,1-1-1,-1 0 1,0 0-1,0 1 0,0-1 1,0-1-1,2 0 0,1-2 2,-1 1-1,0-1 1,0 1-1,-1-1 1,1 0-1,3-6 1,5-8-100,-2-1 1,13-29-1,-19 38-11,3-6-143,-1 0 0,0 0 0,-1-1 0,-1 0 0,-1 0 0,0 0 0,-1 0 0,-1-24-1,-12 46 428,2 6-93,0 1 0,1 0-1,1 1 1,-1-1 0,2 1-1,-7 18 1,11-26-59,-8 21 188,1 1 0,2 0-1,0 0 1,2 0 0,-2 33-1,1 129-868,6-158-126,2-123 683,-4-116-44,1 194 116,0 0 26,0 0 0,-1 0 0,0 0 0,-1 0 0,-7-19 1,9 32 7,1 0 0,-1 1 0,0-1 0,0 0 0,0 0 0,0 0 0,0 1 0,0-1 0,0 1 1,0-1-1,0 0 0,0 1 0,-1 0 0,1-1 0,0 1 0,0 0 0,0 0 0,-1-1 0,1 1 1,-2 0-1,-33 1 530,23 0-965,-2-1 323,-1 0-1,0 1 1,1 1 0,0 0 0,-28 9-1,37-9 109,0 0-1,1 1 1,-1 0-1,1 0 1,-1 0-1,1 1 1,0 0-1,0 0 1,1 0-1,-1 0 1,1 1-1,0-1 1,0 1-1,1 0 1,-1 1-1,1-1 1,-4 10-1,4-6 25,1 0-1,0 0 1,1 1 0,0-1-1,0 1 1,1-1-1,2 17 1,-1 3 148,-1-9-155,1 0 0,0 0 0,6 21 0,-5-30-47,1 0 0,1-1-1,0 1 1,0-1-1,1 0 1,1 0 0,7 10-1,-11-17-15,10 14-53,0 0-1,20 19 0,-29-33 60,1 1-1,0 0 1,1-1 0,-1 0-1,0 0 1,1 0-1,0 0 1,0-1 0,0 0-1,0 0 1,0 0-1,0-1 1,0 1 0,7 0-1,11-1-100,40-2 0,-60 0 109,-1 0 1,1 1-1,-1-1 0,1 0 0,-1 0 1,0 0-1,1-1 0,-1 1 1,0-1-1,0 1 0,0-1 1,0 0-1,0 1 0,0-1 0,0 0 1,2-4-1,-2 3 3,0 1 1,0-1-1,1 1 1,-1 0-1,0-1 1,1 1-1,0 1 1,-1-1-1,1 0 1,0 1-1,3-2 1,10-1 179,-14 4-167,-1 0 1,0-1-1,0 1 0,0 0 1,1-1-1,-1 1 1,0-1-1,0 1 1,0-1-1,0 1 1,0-1-1,0 0 1,0 0-1,0 1 0,1-2 1,5-5-59,-1 1 0,0-1 0,-1 0 0,1-1 0,-1 1 0,-1-1 0,1 0 0,-1 0 0,-1 0 1,1-1-1,-2 1 0,1-1 0,-1 0 0,0 0 0,-1 0 0,0 0 0,0 0 0,-2-14 0,1-120-587,0 142 638,0 1 1,1 0-1,-1 0 0,0-1 1,0 1-1,0 0 0,0-1 1,0 1-1,0 0 1,0 0-1,0-1 0,0 1 1,0 0-1,-1-1 0,1 1 1,0 0-1,0 0 1,0-1-1,0 1 0,0 0 1,0-1-1,-1 1 0,1 0 1,0 0-1,0 0 1,0-1-1,-1 1 0,1 0 1,0 0-1,0 0 0,0-1 1,-1 1-1,1 0 0,0 0 1,-1 0-1,1 0 1,0 0-1,0 0 0,-1 0 1,1 0-1,0-1 0,-1 1 1,1 0-1,0 0 1,0 0-1,-1 0 0,1 1 1,0-1-1,-1 0 0,1 0 1,0 0-1,0 0 1,-1 0-1,1 0 0,0 0 1,-1 0-1,1 1 0,0-1 1,0 0-1,0 0 1,-1 0-1,1 1 0,0-1 1,-16 16 548,2 8-438,-1-1-1,-1 0 1,-1-1-1,-1 0 1,-1-2 0,-28 24-1,8-11 138,37-32-126,3-8-153,0 0 1,1 1 0,-1-1-1,1 1 1,0 0 0,1-1-1,0 1 1,0 0 0,6-9-1,1-4-150,7-13 20,11-21-558,-3-1 0,32-97 2187,-57 154-1429,-1 1-1,0-1 0,0 0 1,0 1-1,-1-1 0,1 0 0,-1 0 1,0 0-1,-4 5 0,-1 5 130,-32 54 169,-33 64 454,61-110-589,2 1 1,1 1-1,0-1 1,-4 27-1,11-46-178,0 0 1,1-1-1,-1 1 1,1 0-1,0 0 1,0 0-1,0 0 0,0 0 1,0 0-1,2 4 1,-2-6-22,1 0 1,0 0 0,0 0-1,0 0 1,0-1 0,0 1-1,0 0 1,0 0-1,0-1 1,0 1 0,0-1-1,0 1 1,1-1-1,-1 1 1,0-1 0,0 0-1,1 0 1,-1 1-1,0-1 1,0 0 0,1 0-1,-1 0 1,2-1-1,23 3-179,0-1 0,1-2 0,-1-1 0,0-1 0,1-1 0,-2-1-1,1-1 1,36-15 0,22-12-1061,139-51-7,-176 70 1253,0 2-1,93-13 1,13 14 528,175 8 0,-325 3-535,0 0 1,0 0 0,0 0-1,-1 1 1,1-1-1,0 1 1,0 0 0,0 0-1,-1 0 1,1 0-1,0 0 1,-1 0 0,1 1-1,-1-1 1,0 1-1,1 0 1,-1 0-1,3 3 1,-3-2 164,-1 0 1,1 0-1,0 0 1,-1 0-1,0 0 0,0 1 1,0-1-1,0 0 0,-1 1 1,1-1-1,-1 1 1,0-1-1,0 5 0,1-31-316,0 10-14,-1 1-1,-2-22 0,1 32 143,0-1-1,0 1 1,0 0-1,0 0 1,-1 0 0,1 0-1,-1 1 1,1-1-1,-1 0 1,1 0 0,-1 1-1,0-1 1,0 1 0,0 0-1,0-1 1,0 1-1,0 0 1,-4-1 0,-44-16 216,28 13-219,-1 1 0,0 1 0,1 0-1,-1 2 1,-37 3 0,54-1 32,-1 0-1,1 1 1,0 0 0,0 0-1,0 0 1,0 1-1,1 0 1,-1 0 0,1 1-1,0-1 1,0 1 0,0 0-1,0 1 1,1-1 0,-1 1-1,-5 8 1,2-3 125,1 1 1,0 0-1,0 0 1,1 0-1,1 1 0,0 0 1,-5 17-1,6-18-60,2 1-1,-1 1 0,2-1 1,0 0-1,0 0 0,1 1 1,2 16-1,-2-28-77,1 0 0,-1-1 0,1 1 0,0 0 0,-1 0 0,1 0 0,0-1 0,-1 1 0,1 0 0,0-1 0,0 1 0,0-1 0,0 1 0,0-1 0,0 1 0,0-1 0,0 0 0,0 1 0,0-1 1,0 0-1,0 0 0,0 0 0,0 0 0,0 0 0,1 0 0,37 0-7,-27 0 7,-2 0-18,0-1 0,0 0 0,0-1 1,-1 0-1,1-1 0,0 1 0,14-8 1,2-3-288,31-20 1,-31 16-386,30-12 0,-21 22 190,-34 8 567,0 1-1,1 0 1,-1 0-1,0 0 1,0 1-1,-1-1 1,1 0-1,0 0 1,0 3-1,2 5 211,0-4-235,-1 0 1,1-1-1,1 1 1,-1-1-1,1 0 1,0 0 0,0 0-1,0 0 1,1-1-1,-1 1 1,1-1-1,0 0 1,0-1-1,1 1 1,-1-1-1,1 0 1,10 3-1,-2-1-48,1-2-1,0 1 1,0-2-1,0 0 0,0-1 1,18 0-1,-22-1 18,2-1 30,0 2 0,0-1 0,0 2 0,24 4 0,-74 4 96,-83 28 418,88-26-505,0-2 0,-1-1 0,-35 6 1,-192 15 113,257-29-182,-1 0 0,0-1 0,0 1 0,0-1 0,0 0 0,0 0 0,0 0 0,-5-2 0,8 2 18,0-1 0,1 0-1,-1 1 1,0-1 0,0 0-1,0 1 1,1-1 0,-1 0 0,0 0-1,1 0 1,-1 0 0,0 0-1,1 1 1,0-1 0,-1 0-1,1 0 1,-1 0 0,1 0-1,0 0 1,0 0 0,0-1 0,-1 1-1,1 0 1,0 0 0,0 0-1,0 0 1,1-2 0,0 2 19,1 0-1,-1 1 1,0-1 0,1 0 0,-1 1 0,1-1 0,-1 1 0,1-1-1,-1 1 1,1 0 0,-1-1 0,4 1 0,-2 0-14,76-13-460,79-2-1,71-11-1312,-169 14 1770,-1-3 1,65-25 0,-62 16 89,145-51 414,-172 65-412,-1 1-1,2 2 0,-1 2 1,41-2-1,135 7 170,33-1-21,-200-2-287,-1-3 1,50-12-1,-92 18 28,0 0 1,0-1-1,0 1 0,-1-1 0,1 0 0,0 1 0,0-1 1,0 0-1,0 0 0,-1 1 0,1-1 0,0 0 1,-1 0-1,1 0 0,-1 0 0,1 0 0,-1 0 0,1 0 1,-1 0-1,1 0 0,-1 0 0,0 0 0,0 0 1,0 0-1,0 0 0,0-2 0,0-38 20,-1 25-45,2 11-3,-1 1 1,1-1-1,0 0 0,1 1 0,-1 0 1,1-1-1,0 1 0,0 0 1,0 0-1,1 0 0,-1 0 0,1 0 1,0 1-1,0-1 0,5-3 0,-5 3 63,1 1 1,-1-1-1,0 0 0,0 0 0,0 0 0,0-1 0,-1 1 0,1 0 0,-1-1 0,0 0 0,-1 0 0,1 1 0,-1-1 0,0 0 0,1-8 0,-2-7 11,1 10-138,-1 1 0,0-1 0,-2-9-1,0 16 90,1 0-1,-1 1 0,0-1 1,0 1-1,-1 0 1,1-1-1,0 1 0,-1 0 1,1 0-1,-1 1 1,-3-3-1,-7-6 61,11 9-39,0-1 0,0 1 1,0 0-1,0-1 1,0 1-1,0 0 1,0 1-1,0-1 0,0 0 1,-5 0 122,7 3 3,1 45 219,-2 66 293,0-105-576,0-1 0,-1 0 0,0 0-1,0 0 1,0 0 0,-1-1 0,0 1 0,0 0-1,-5 5 1,1-1 60,0-1 1,-1 0-1,-1 0 0,-12 12 0,13-18-207,5-9-255,-2-78-427,6 61 567,-2 0 0,-1 0 0,0 0 0,-2 0 0,-6-23 0,9 44 202,1-1 0,-1 1-1,0 0 1,1-1 0,-1 1 0,0 0 0,0 0-1,0 0 1,0 0 0,0-1 0,0 1 0,0 1-1,0-1 1,0 0 0,-1 0 0,1 0 0,0 0-1,-1 1 1,1-1 0,0 1 0,-1-1 0,1 1-1,-3-1 1,-2 0 133,-1 1 0,0 0 0,1 0 0,-8 1 0,-5 0 197,19-1-305,-1 0-1,1 0 1,-1 0 0,0 0 0,1 0 0,-1 0-1,1 1 1,-1-1 0,0 0 0,1 0 0,-1 1-1,1-1 1,-1 0 0,1 1 0,-1-1 0,1 0-1,-1 1 1,1-1 0,-1 1 0,1-1 0,0 1-1,-1-1 1,1 1 0,0-1 0,-1 1 0,1 0-1,0-1 1,0 1 0,-1-1 0,1 1-1,0 0 1,0-1 0,0 2 0,0 25 157,1-16-33,-2 27 21,0-11-152,1-1 1,2 0-1,6 39 1,-2-38-27,30 150 37,-35-164-29,1-1-1,1 0 0,0 1 0,1-1 1,0 0-1,9 17 0,-11-25-13,1 0 0,-1-1 0,1 1 0,0-1 0,0 1-1,0-1 1,0 0 0,0 0 0,1 0 0,0-1 0,-1 1-1,1-1 1,0 0 0,0 0 0,0 0 0,0-1-1,1 0 1,-1 1 0,0-1 0,1-1 0,-1 1 0,5 0-1,6 0 13,42 1-149,-52-3 140,0 1 1,-1-1-1,1 1 0,0-1 0,0-1 0,-1 1 0,1-1 1,0 0-1,4-2 0,5-6-34,-1 0 0,0-1 1,-1 0-1,0-1 0,-1 0 0,0-1 0,11-18 0,-2 1-380,-3 0 0,21-46 0,-34 65 393,-1-1 0,0 1 0,0-1 0,-1 0 0,-1 0 0,0 0 0,0 0 0,-2-13 0,1 14 163,-30 10 598,20 1-654,5 0 13,0 0-1,0 0 1,0 0-1,0 1 1,-9 2-1,12-3-72,0 1-1,0 0 1,1 0-1,-1 0 1,0 1-1,0-1 1,1 0-1,-1 1 1,1-1-1,-1 1 0,1-1 1,0 1-1,0 0 1,-1-1-1,1 1 1,0 0-1,-1 3 1,-3 10 2,-1 1 0,2 0 1,0 0-1,1 1 0,0-1 1,2 1-1,0-1 0,1 18 1,18-36-599,-13-1 498,-1 0 0,1 0 0,-1-1 0,0 0 0,0 1 0,0-1 0,0 0 0,-1-1 0,0 1 0,0-1 0,5-9-1,-1 1-239,-1-1-1,0 0 0,5-19 1,-7 12-42,-1 1 0,-1-1 0,-1 1 0,-2-33 0,0 13 445,1 37-5,0 0-1,0 0 1,0 1 0,0-1-1,0 0 1,-1 0 0,1 0-1,-1 0 1,0 1 0,0-1-1,0 0 1,-3-4 0,3 6 51,-1 0 0,1-1 0,-1 1 0,1 0 0,-1 0-1,0 0 1,0 0 0,0 1 0,1-1 0,-1 0 0,0 1 0,0-1 0,0 1 0,0 0 0,0-1 0,0 1 0,0 0 0,-4 1 0,4-1-62,-1-1 0,1 1 0,-1 0 0,1 1-1,0-1 1,-1 0 0,1 1 0,-1-1 0,1 1-1,0 0 1,-1 0 0,-3 2 0,5-2-58,0 1 1,0-1-1,0 1 1,0 0-1,0-1 1,0 1-1,0 0 0,0 0 1,1 0-1,-1-1 1,1 1-1,0 0 1,-1 0-1,1 0 1,0 0-1,0 3 0,0 63-140,0-67 93,1 1 1,-1 0 0,1-1-1,-1 1 1,1-1 0,0 1 0,0-1-1,-1 1 1,1-1 0,0 1-1,0-1 1,0 0 0,1 1-1,-1-1 1,0 0 0,0 0 0,1 0-1,-1 0 1,1 0 0,-1 0-1,1-1 1,-1 1 0,1 0-1,-1-1 1,3 1 0,5 2-193,0-1 1,1 0 0,11 1 0,-15-3 118,130 7-3218,-135-7 3284,87 0-2194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1:24:55.972"/>
    </inkml:context>
    <inkml:brush xml:id="br0">
      <inkml:brushProperty name="width" value="0.35" units="cm"/>
      <inkml:brushProperty name="height" value="0.35" units="cm"/>
      <inkml:brushProperty name="color" value="#9FAAAF"/>
    </inkml:brush>
  </inkml:definitions>
  <inkml:trace contextRef="#ctx0" brushRef="#br0">6804 217 800,'4'-1'6179,"10"-5"-5751,-14 6-414,-1 0-1,1 0 0,0 0 0,0 0 0,-1 0 0,1 0 0,0-1 0,0 1 0,-1 0 1,1 0-1,0 0 0,0 0 0,0 0 0,-1 0 0,1 0 0,0 0 0,0-1 0,0 1 0,0 0 1,-1 0-1,1 0 0,0 0 0,0-1 0,0 1 0,0 0 0,0 0 0,-1 0 0,1-1 1,0 1-1,0 0 0,0 0 0,0-1 0,0 1 0,0 0 0,0 0 0,0-1 0,0 1 1,0 0-1,0 0 0,0 0 0,0-1 0,0 1 0,0 0 0,0 0 0,0-1 0,0 1 1,0 0-1,1 0 0,-1 0 0,0-1 0,0 1 0,0 0 0,0 0 0,0 0 0,1-1 1,-1 1-1,0 0 0,0 0 0,0 0 0,0 0 0,1 0 0,-1-1 0,0 1 0,-19-5 811,-2-1-70,0 1 0,-1 1 0,-37-3 0,62 10-450,75 76 422,-42-45-699,-2 2-1,-2 1 1,46 66-1,-55-65-7,0 2 1,29 36 0,-42-64-46,0 1 1,2-2-1,-1 1 1,2-1-1,-1-1 1,23 14-1,-21-15 89,0 2 0,0 0 0,19 21 0,-2-3 216,-31-28-279,0-1 0,0 0 0,1 1 0,-1-1 0,0 0 0,0 0 0,0 1 0,1-1 0,-1 0 0,0 0 0,1 1 0,-1-1 0,0 0 0,1 0 0,-1 0 0,0 1 0,1-1 0,-1 0 0,0 0 0,1 0 0,-1 0 0,0 0 0,1 0 0,-1 0 0,0 0 0,1 0 0,-1 0 0,1 0 0,-1 0 0,0 0 0,1 0 1,-1 0-1,0 0 0,1 0 0,-1 0 0,0 0 0,1-1 0,-1 1 0,0 0 0,1 0 0,-1 0 0,0-1 0,0 1 0,1 0 0,-1 0 0,0-1 0,0 1 0,1 0 0,-1-1 0,0 1 0,0 0 0,0-1 0,1 1 0,-1 0 0,0-1 0,0 1 0,0 0 0,0-1 0,0 1 0,0 0 0,0-1 0,0 0 0,1-27-167,-1 23 130,-1-36-481,-2 0 0,-2 1-1,-12-46 1,8 38-91,2 0 0,2 0 0,2-51 0,0 58 2781,3 21-2417,0 5-35,-1 6-82,1 0 0,0 0 0,0 0 0,1 0 0,1 0 0,-1 0-1,1 1 1,1-1 0,8-45 5147,-50 98-3576,15-16-1096,-1-1-1,-32 26 1,-27 21 46,3 3-1,4 4 1,-79 107 0,140-166-59,-22 41 0,38-61-135,2-6-138,14-20 85,89-162-275,-92 160 194,-1-2 0,-2 1 0,-1-2 0,-1 1 0,6-40 0,-8-1-102,-4-80 0,-2 94 114,0 54 157,0 1 0,0-1-1,0 1 1,0-1 0,0 1 0,-1-1-1,1 1 1,0-1 0,0 1 0,0-1 0,0 1-1,-1-1 1,1 1 0,0-1 0,0 1-1,-1-1 1,1 1 0,-1 0 0,1-1-1,0 1 1,-1-1 0,1 1 0,-1 0-1,1 0 1,0-1 0,-1 1 0,1 0-1,-1 0 1,1-1 0,-1 1 0,1 0-1,-2 0 1,-18-1 225,11 2 70,9 6-263,1 1 0,0-1 0,1 0-1,0 0 1,0 0 0,1 0 0,-1 0-1,2 0 1,6 12 0,25 32-135,2-1 1,66 70-1,102 79-367,-178-173 528,-12-12-77,1-1 0,1 0 0,21 13 0,-30-21 11,0-1 1,0 0 0,1-1-1,-1 0 1,1 0-1,0-1 1,0 0-1,-1 0 1,1-1 0,10 0-1,-1 0 18,1-2-1,20-3 0,-32 3-24,0-1 1,0 0-1,0-1 0,0 1 1,-1-1-1,1 0 0,-1-1 1,9-6-1,59-47-1806,-2-4 0,80-87-1,-113 104 1059,27-26 798,11-36 4789,-100 106-4013,13-1-816,1 0 0,-1-1 1,1-1-1,0 1 1,0-1-1,0-1 1,0 0-1,0 0 1,1-1-1,-15-10 1,14 9 6,1 0 1,-1 1-1,1 0 1,-1 1 0,-1 0-1,1 1 1,-1-1-1,1 2 1,-1-1 0,-19-1-1,-3 3 46,16 0-25,0 1-1,-23 2 1,34-1-16,1 0 1,0 0-1,0 0 0,-1 0 1,1 1-1,0-1 0,0 1 1,1 0-1,-1 0 1,0 1-1,1-1 0,-1 1 1,-5 5-1,4-2 60,0 0 0,0 0 1,1 1-1,-1-1 0,1 1 0,1 0 0,-1 1 1,1-1-1,1 0 0,-4 11 0,3 1 164,1 0 0,0 0-1,2 22 1,0-37-204,0 1 0,1-1 0,-1 0 0,1 1 0,0-1 0,0 0 0,1 0 0,-1 0 0,1 0 0,0 0 0,0 0 0,0 0 0,4 3 0,-2-1-21,1-1-1,0 0 0,0 0 0,1 0 0,0-1 0,0 0 0,8 5 0,7 1-151,1 0 0,0-2 0,41 10 0,-20-7-212,-15-5 109,-1 2 1,46 18-1,-65-23 268,0 2 1,0-1-1,-1 1 0,1 0 0,-1 0 0,0 1 1,-1 0-1,1 1 0,-1-1 0,0 1 1,-1 0-1,9 14 0,-4-4 305,-7-13-265,0 0 0,-1 0 0,1 1-1,-1-1 1,0 1 0,3 8 0,-5-12-56,0 0 0,0 1 0,0-1 0,0 0 1,0 1-1,-1-1 0,1 0 0,0 0 0,0 1 1,-1-1-1,1 0 0,-1 0 0,1 0 0,-1 0 0,0 0 1,1 1-1,-1-1 0,0 0 0,0 0 0,0-1 1,1 1-1,-1 0 0,0 0 0,0 0 0,0 0 1,-1-1-1,1 1 0,0-1 0,0 1 0,0-1 0,-2 1 1,-23 9 106,0-2 0,0-1 0,-39 5 0,22-3-67,27-6-23,-63 13 328,-1-2 0,-120 4 0,155-18-239,45-15-245,0 14 127,0-1-1,0 0 0,1 1 0,-1-1 0,0 1 1,1-1-1,0 1 0,-1-1 0,1 1 0,0 0 1,0-1-1,0 1 0,0 0 0,0 0 1,0 0-1,0-1 0,2 0 0,24-17-110,-20 15 107,53-27-955,1 2 0,88-27 0,-90 34 19,326-96-5083,-259 91 5825,146-14 1,-241 38 120,150-15 6068,-197 12-5168,-32 1-244,0 2 0,-55 4 0,35 0-541,-208-1 134,522 6-1062,-41 0-673,355-3-826,-556-3 2486,-208-2 3904,105 4-2870,41-1-639,26 0-138,-58-4 1,89 3-340,0 0-1,0-1 1,-1 1 0,1 0-1,0 0 1,0-1 0,0 1-1,0 0 1,0-1 0,0 1-1,0-1 1,1 1 0,-1-1-1,0 1 1,0-1 0,0 0-1,0 0 1,1 1 0,-1-1-1,0 0 1,1 0 0,-1 0-1,0 0 1,1 0 0,-1 0-1,1 1 1,0-1 0,-1 0-1,1-2 1,0 1-12,0 1-1,0-1 1,0 1-1,0-1 1,1 1-1,-1-1 1,0 1-1,1-1 1,-1 1 0,1-1-1,0 1 1,0 0-1,-1-1 1,1 1-1,0 0 1,0-1 0,0 1-1,0 0 1,0 0-1,3-2 1,167-113-1664,-159 108 1601,1 1-1,0 1 1,1 0 0,-1 1 0,1 0 0,0 1 0,0 1 0,1 0-1,-1 1 1,1 0 0,20 1 0,-34 14 66,-1 12 353,1 1-1,1-1 1,1 0-1,1 0 0,9 28 1,-10-42-312,1-1-1,1 1 1,-1-1 0,2 0 0,-1 0-1,1-1 1,1 0 0,0 0-1,0 0 1,1-1 0,0 0 0,0 0-1,1-1 1,11 7 0,-8-7-82,0-1-1,0 0 1,1-1 0,-1-1 0,1 0 0,0 0-1,0-1 1,1-1 0,-1 0 0,0-1 0,1-1-1,-1 0 1,27-3 0,-39 2 34,0 1 1,0-1-1,0 1 1,0-1-1,0 1 0,0-1 1,0 1-1,0-1 1,0 0-1,0 0 0,-1 1 1,1-1-1,0 0 1,0 0-1,-1 0 0,1 0 1,-1 0-1,1 0 1,-1 0-1,1 0 0,-1 0 1,1 0-1,-1 0 1,0 0-1,0 0 1,1 0-1,-1-2 0,2-36-12,-2 31 204,-2 29 170,-1-13-317,0-1-1,-1 0 1,0-1 0,0 1 0,-1 0 0,-5 5 0,-6 10 41,8-9-13,-12 16 213,0 0 0,-2-1-1,-33 33 1,52-59-244,0 0 1,1 0 0,-1 0-1,0-1 1,1 1-1,-1-1 1,0 0 0,0 0-1,0 0 1,0 0 0,-1 0-1,-3 0 1,-39-1 4,22-1-31,16 0-55,0 0 0,1 0 0,-1 0 0,1-1 0,-1 0 0,1 0 0,-10-5 1,-49-28-441,11 5 256,34 21 215,0 0-1,-1 2 1,0 0 0,-1 2-1,1 0 1,-1 1-1,0 2 1,-33-1 0,54 3 13,-1 0 1,0 0 0,1 0 0,-1 0-1,1 1 1,-1-1 0,0 1 0,1 0-1,-1-1 1,1 1 0,0 0-1,-1 1 1,1-1 0,0 0 0,-1 1-1,1-1 1,0 1 0,0-1 0,0 1-1,0 0 1,1 0 0,-1 0 0,1 0-1,-3 3 1,-5 5-39,0 0 0,-1-1 0,0 0 0,-1-1 0,0 0 0,0-1 0,-1 0 0,-23 10 0,34-15 48,6-2-29,20-1-111,0-2 0,0-1 0,34-11 0,25-4-21,134-10-7,306-4 1,-390 32 661,-140 1-89,-229 9 348,-271 15-558,504-24-211,1 1-1,-1-1 1,0 0 0,1-1-1,-1 1 1,0 0 0,1 0-1,-1-1 1,0 1 0,1-1-1,-1 1 1,1-1 0,-1 0-1,1 0 1,-1 0 0,1 1-1,-1-1 1,1-1 0,0 1-1,0 0 1,-1 0 0,1 0-1,-1-3 1,0 1-53,1-1 0,0 0 1,0 1-1,0-1 0,0 0 0,0 0 1,1 0-1,0 1 0,0-7 0,0 8 52,0 0 0,1 1 0,-1-1 0,0 0 0,1 0-1,-1 1 1,1-1 0,0 1 0,0-1 0,-1 1-1,1-1 1,0 1 0,0-1 0,0 1 0,1 0 0,-1 0-1,0-1 1,2 0 0,30-20-191,-17 13 107,37-22-427,1 2 1,1 2 0,113-37 0,-151 58 2329,-40 8-1640,-5 1-23,-1 1 0,-39 10 1,18-2-114,-290 78 115,48-9 388,214-68-230,73-11-272,26-2-544,25-3-343,0-2-1,73-18 1,-21 4-645,-37 9 1350,109-2 1101,-184 12 607,-83 6-425,-182 34 0,268-38-1091,-217 46 175,-79 13-141,168-42-18,-164 28-7,138-29-78,127-15 25,1 2-3,-55 14 0,-3 2-1,-359 51 41,128-37-48,161-22 42,-290 17 144,-835-27-192,1014 4 13,84-1-1,-123 6 45,70-1-12,77-3-37,-66 2-13,-130 11 33,-2 0-42,215-22-55,-177 3 99,190 17 27,97-12-27,0-1 1,-44 0-1,-69-7-5,-249 8 23,42-2-56,210-7 19,-80 5 0,230-4-2,1-1 0,-1 0 0,0 0 0,1 0 0,-1 0 0,1 0 0,0 0 0,0 0 0,0 0 0,0 0 0,0 0-1,1-4 1,-1 2-3,-1-35 15,0 14-24,1-1 0,2 0 0,4-30 1,3 1-116,-3-2 0,0-66 1,-4 37 164,0-66-751,-3 77 910,1 78-177,1 1 0,0-1 0,0 0 0,0 1 0,1-1 0,-1 0-1,1 0 1,-1 0 0,1 0 0,0 0 0,0-1 0,1 1 0,-1 0 0,0-1 0,1 0 0,0 1 0,5 2 0,-1 0-12,0 0-1,0 0 1,0-1 0,1-1-1,0 1 1,11 3 0,5-3-12,-1-1 0,1-1 1,-1-1-1,32-3 0,-3 1 3,12 0 53,-1-2 1,70-12 0,527-102 2,-510 94-42,273-8-1,16 19 35,-3 0 4,350 12-41,-712 4 0,-1 3 0,101 23 0,3 1 0,-104-21 2,348 31 25,308-39-50,-378-3 17,-124-1-24,248 4-90,-455-1 112,444 7-216,1566-8-8,-1434-6 141,-586 6 91,-2-1-1,0 1 0,0 0 0,1 1 0,-1 0 1,0 0-1,0 1 0,0 0 0,14 6 0,-21-7-36,-15 2-78,-66 6 207,1-2-1,-122-7 1,86-1-49,-207 15 44,71-1-89,-65 10 11,88-4 14,-599 34-4,664-41-14,-180 37 1,-38-5 4,226-31-4,-330 0 123,69-5-21,176-2-98,-70 6 68,156 9 85,42-4-23,-151 3 0,181-17-131,-104 19 0,38-2 13,-103-3-17,-36 5-58,-151 29 130,214-16-106,-51 5-56,-253 41 115,327-45-76,143-27 51,-113 3 0,34-12-210,141-6-176,-1 3 330,0-1 1,0 0-1,1 1 1,-1-1-1,1 1 1,0 0-1,0 1 1,0-1-1,5-2 1,51-23-371,-41 21 260,240-115-1810,-249 117 1837,0 1 0,0-2 0,-1 1 0,0-2 0,0 1 0,0-1 0,-1 0 0,0-1 0,0 0 0,-1 0 0,0-1 0,0 0 0,-1 0 0,0 0 0,-1-1 0,5-12-1,-5 11-96,-4 8 207,0-1 0,0 1 0,0 0 0,0 0 1,1 0-1,-1 1 0,1-1 0,0 0 0,0 1 0,0-1 0,0 1 1,1-1-1,-1 1 0,4-2 0,6-1 122,1 1 0,0 0 0,1 1 1,-1 0-1,0 1 0,16 0 0,88 2 600,-57 1-450,36 0-75,-18 1-164,0-3 0,105-16 0,-172 15-38,-6 2 5,1-1-1,-1 0 0,0 0 0,0-1 0,1 0 1,-1 0-1,8-4 0,-12 6 24,-1 0 0,0-1 0,1 1 0,-1 0 0,0 0 0,1 0-1,-1 0 1,0 0 0,0-1 0,1 1 0,-1 0 0,0 0 0,0-1 0,1 1 0,-1 0 0,0 0 0,0-1 0,0 1 0,0 0 0,1-1 0,-1 1-1,0 0 1,0 0 0,0-1 0,0 1 0,0 0 0,0-1 0,0 1 0,0 0 0,0-1 0,0 1 0,0 0 0,0-1 0,0 1 0,0 0 0,0-1-1,0 1 1,0 0 0,0-1 0,-1 1 0,1 0 0,0-1 0,0 1 0,0 0 0,0 0 0,-1-1 0,1 1 0,0 0 0,0 0 0,-1 0-1,1-1 1,0 1 0,0 0 0,-1 0 0,1 0 0,0-1 0,-1 1 0,1 0 0,0 0 0,-1 0 0,-19-6 109,-30 0 68,0 3 1,-65 4 0,37 0-152,-48-1-171,-335 6-343,278-3 1756,221-2-1235,0-3 0,0-1 0,40-8 0,-9-3 111,0 4-1,1 3 1,80 2 0,-22 6-26,176-3 39,-1-21-146,-66 4-32,-140 14 74,111-20 0,15-14 98,-153 31-126,87-1 0,-19 10 138,152-3-97,71-6 66,-341 8-124,33-2 60,0-2 0,91-18 1,97-47 40,-228 64-114,-1-1 0,0 0 0,12-9 1,-11 8 1,0-1 0,14-5 0,12-1-21,1 2 0,0 2 0,55-8 0,127-2-106,-166 16 122,110-1-44,55-5-57,-147 1 67,316-30-159,-294 34 204,186-35 1,-219 24 3,1 4 1,74-6-1,-48 12-2,84-2 13,1315 8 282,-1428 2-260,69 13 0,-60-5-16,48 8 163,32 3-121,-88-13-50,-33-4 35,40 2 0,-66-6 0,0 1 0,1 0 0,-1-1 0,0 1-1,1 0 1,-1 1 0,4 1 0,17 6 2,-22-9-53,1 1 0,0-1 0,-1 1 1,1 0-1,0 0 0,-1 0 0,1 0 1,-1 1-1,3 1 0,-4-2 25,0 0 0,0 1 0,0-1 0,0 0 0,-1 1 0,1-1 0,0 1 0,-1-1 0,1 0 0,-1 1 0,0 0 0,0-1 0,1 1 0,-1-1 0,0 1 0,0-1 0,-1 3 0,1 2-10,-1 1 0,0-1 1,-1 0-1,1 0 0,-1 0 1,-4 8-1,3-7-7,1 0-1,-1 1 1,1-1 0,-1 9-1,1 166 188,4-97-92,-2 54-27,0-139-67,0 1 8,0 1-16,0-2-16,0 12-40,0-3 99,1-1 1,-1 0-1,-1 1 0,0-1 0,0 0 0,0 1 0,-1-1 0,-1 0 1,1 0-1,-8 15 0,7-16-19,3-6-20,0 0 0,-1 1 0,0-1 0,1 0 0,-1 1 0,0-1 0,0 0 0,1 0 0,-1 0 0,0 0 0,-2 2 0,-1-2 7,1-1 0,-1 1 0,1-1 0,-1 0 0,1 0 0,-1 0 0,-5-2 0,-10-5-123,1 0-1,-30-18 0,35 17 24,-1 1 0,0 0 0,-1 1 0,1 1 0,-25-6 0,-136-8-260,-5-2 121,98 12 214,-158 0-1,216 9 111,11 1-69,1 1 0,-1 0 1,0 0-1,0 1 0,1 1 0,0 0 0,-22 11 0,-29 9-473,27-16 303,0-2 1,-1-2 0,0-1 0,-57-2 0,64-1 154,-126 0 345,155 0-282,7-16-27,1 9-83,0 1 0,0 0 0,1 1 0,0-1 0,0 2 0,0-1-1,10-4 1,5-3-84,-5 3 129,14-8-539,0-2 0,-1 0 0,43-37 1,-48 32 99,1 0 0,1 2 1,1 1-1,1 2 1,33-17-1,-52 33 144,-10 3 267,0 0 1,-1 0 0,1 0 0,0 0 0,-1-1-1,1 1 1,0 0 0,-1 0 0,1 0 0,-1 0 0,1-1-1,0 1 1,-1 0 0,1-1 0,-1 1 0,1-1 0,5-8 1199,-8 9-1134,1 0-1,-1 0 0,1 0 1,0 0-1,-1-1 0,1 1 0,0 0 1,-1 0-1,1-1 0,0 1 1,-1-1-1,1 1 0,0-1 0,0 0 1,-2 0-1,2-1-26,1 0 0,-1 1-1,0-1 1,1 1 0,-1-1 0,1 0 0,0 1 0,0-1-1,0 0 1,-1 0 0,1 1 0,1-4 0,-1 4-11,-1 0 0,1 0 0,0 0 1,-1 0-1,1 0 0,-1 0 0,1 0 0,-1 0 1,0 0-1,1 0 0,-1 1 0,0-1 1,0 0-1,1 0 0,-1 1 0,0-1 0,0 0 1,0 1-1,0-1 0,0 1 0,0-1 1,0 1-1,0 0 0,0-1 0,0 1 1,0 0-1,0 0 0,0 0 0,0 0 0,-2 0 1,-45-4 41,31 4-29,-163-4 952,153 5-552,11 0-320,0 0 0,0 2 0,-26 7-1,24-5-66,0-1-1,-25 2 0,-15-4 99,41-2-58,15 1-51,5-1-14,63-1-27,0 4 0,117 20 0,-8 9-302,2-8 1,291 3-1,-243-27 1047,-222 0-679,1 0 0,0 0 0,0 1 0,-1 0 1,1 0-1,-1 0 0,1 0 0,-1 0 0,1 0 0,-1 1 1,1 0-1,-1 0 0,0 0 0,0 0 0,0 0 1,0 1-1,-1-1 0,1 1 0,0 0 0,-1-1 0,0 1 1,0 1-1,0-1 0,0 0 0,0 0 0,-1 1 0,1-1 1,-1 1-1,2 6 0,1 9 46,0 1 0,-1 0-1,-1 0 1,-1 27 0,-1-22 78,2 182 501,-3-111-816,-30-96-145,-7-2 253,-73-13 1,-13-1 132,-196 2-10,-153 7 131,369 7-188,-425 0 402,487 2-355,-46 8 0,9-1 11,-69-2 6,-68 8 382,9 8-370,114-14-34,-102 17 102,-92 8 89,114-25-253,-54-2-38,23-2 15,157-1-20,-157 7 31,-37-2-113,-33-2-75,164 2 185,17 0-14,-20-6-353,-245 15 369,82-14 54,160-5 45,-46 2-80,-297-8 34,70 2 30,222 7-57,70-3-3,-510 20 37,22 8-130,378-19 140,70 1 3,-20 3-48,12 8-11,-162 0-1,-142-20 38,322-3-81,125 3 44,2-1 2,1-29-90,0 0 0,9-47 0,-6 51 39,0-27 0,-4 34 10,2 0 0,0 0 0,8-29 0,-3 22-57,0 6 35,-1-1-1,-1 0 1,-1 0 0,0 0-1,-1-26 1,-1 18-106,7-44 1,-7 62 142,0-2 23,2-8-172,1-34 65,1 52 275,-6 2-175,0 1 0,1-1 0,-1 1 0,1-1 0,-1 1 0,1 0 0,-1-1 0,1 1 0,-1 0 0,1-1 0,-1 1 0,1 0 0,-1 0 0,1 0 0,-1-1 0,1 1 0,-1 0 0,1 0 0,-1 0 0,2 0 0,693 9 197,-410-7-127,265 14 122,-78-4-184,-372-12-19,161-19-17,-91 3 51,259-2-44,21-1-2,-3 4 7,-365 14-94,91 2-304,-53 23 93,-40-16 294,117 9 63,447-14 54,39-44-171,-372 10-86,49-3-579,88 10 259,-4 14 537,-166 7-13,-100-8-48,39-1 40,-181 12-51,0-2 0,0-1 0,0-2 0,70-18 0,-77 16 34,45-6 0,13-3 7,-52 6-27,0 2 0,1 1-1,0 1 1,40 0 0,80 3 18,-136 3 1353,-33-1-824,-35-1-450,-8-1-122,0-2 1,-78-19-1,-59-7 32,28 22-701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1:25:00.02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275 56 288,'0'0'11958,"0"0"-11917,-1 0-1,1 0 1,-1 0 0,0-1 0,1 1 0,-1 0 0,0 0 0,1 0 0,-1 1 0,0-1 0,1 0 0,-1 0-1,1 0 1,-1 0 0,0 1 0,1-1 0,-1 0 0,1 0 0,-1 1 0,0 0 0,-3 5-18,1 0 1,-1 1 0,1-1-1,0 1 1,1 0 0,-3 10-1,-4 12-2,-26 57 79,-80 211 633,67-106-247,35-129-556,12-61 61,1 0-1,0-1 1,0 1-1,0 0 1,-1-1-1,1 1 1,0-1-1,-1 1 1,1 0-1,-1-1 1,1 1-1,0-1 1,-1 1-1,1-1 1,-1 0 0,1 1-1,-1-1 1,0 1-1,1-1 1,-1 0-1,1 1 1,-1-1-1,0 0 1,1 0-1,-1 0 1,0 1-1,1-1 1,-1 0-1,0 0 1,0 0 0,0 0-218,1-2-56,0-10-78,0 0-1,1 0 1,0 0 0,0 0-1,2 1 1,5-19 0,86-246-5973,-88 258 6278,8-31-1316,8-58 1,5-20-629,-13 72 2620,-11 17 2850,-3 37-3383,0 1 1,0-1-1,0 0 1,-1 1-1,1-1 1,0 0 0,0 1-1,0-1 1,0 0-1,1 1 1,-1-1-1,0 1 1,0-1 0,0 0-1,0 1 1,1-1-1,-1 0 1,0 1-1,1-1 1,-1 1 0,0-1-1,1 1 1,-1-1-1,1 1 1,-1-1-1,1 1 1,-1-1 0,1 1-1,-1 0 1,1-1-1,-1 1 1,1 0-1,-1-1 1,1 1 0,0 0-1,-1 0 1,1 0-1,0-1 1,-1 1-1,1 0 1,-1 0 0,1 0-1,0 0 1,0 0-1,1 1 50,0-1-1,-1 1 0,1-1 0,-1 1 0,1 0 1,0 0-1,-1 0 0,0 0 0,1 0 0,-1 0 1,0 0-1,1 0 0,-1 1 0,0-1 0,1 2 1,106 136 1471,-82-105-1194,-1 1 0,-1 1 0,-2 1 0,-2 1 0,-1 1 0,25 77 0,-10-32 329,2 7-206,-33-61-523,-3-29-62,-1-12-2284,-1 5 1662,0 1 0,0 0 0,-1-1 0,1 1 0,-6-6-1,-5-13-2562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1:25:00.38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82 2881,'0'0'8324,"177"-57"-8196,-120 45 112,0 3 0,-10 6 33,-4 3-273,-16 0-32,-7 0-65,0 0-255,-7 0-240,-3 3-1857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1:25:01.50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41 34 2481,'0'0'3652,"20"-3"-1077,-9-2-2396,-1 0 1,1 1-1,0 0 0,0 1 1,1 0-1,-1 1 0,1 0 1,18 0-1,14 2 1275,-43 13-363,-1-5-859,0 2 54,0 1 0,-1-1-1,-2 15 1,2-21-247,0 0 0,-1-1 0,1 1 0,-1 0-1,0-1 1,0 1 0,0-1 0,0 0 0,0 1 0,-1-1 0,0 0 0,-4 3 0,-19 19-730,45-25-1020,-15 0 1627,1 0 99,-1 0-12,1 0 0,-1 0 1,0 0-1,1 1 1,-1-1-1,0 1 1,5 2-1,-7-2 7,-1 0-1,1 0 1,-1 0-1,1 0 1,-1 0 0,0 0-1,0 0 1,0 1-1,0-1 1,0 0 0,0 1-1,0-1 1,0 1-1,0-1 1,-1 1 0,1-1-1,0 1 1,-1 0-1,0-1 1,1 1-1,-1 2 1,2 8 200,0 0 0,-1 1 0,-1-1 1,0 0-1,-2 12 0,1-18-151,0 0 1,0-1-1,0 1 0,-1-1 1,1 1-1,-1-1 1,-1 0-1,1 0 0,-1 0 1,0 0-1,0 0 1,-6 7-1,0-5-59,0 1 0,0-1 0,-1-1 1,0 0-1,0 0 0,0-1 0,-1 0 0,1-1 0,-1 0 1,0-1-1,0 0 0,-1-1 0,1 0 0,-1-1 0,1 0 1,-19-1-1,29 0-56,-1 0 1,1 0-1,0 0 0,0 0 1,0 0-1,0 0 1,0 0-1,0 0 1,0 0-1,0-1 0,0 1 1,0 0-1,0-1 1,0 1-1,0-1 1,1 1-1,-1-1 1,0 0-1,0 1 0,0-1 1,1 0-1,-2 0 1,1-1-104,1 0 0,-1 1-1,1-1 1,-1 0 0,1 0 0,0 0 0,0 1 0,0-1 0,0-4 0,0 2-40,0-25-2768,0 2-1355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1:25:02.29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304 2 4370,'-6'-1'7564,"4"1"-7506,0 0 0,0-1-1,0 1 1,0 0 0,0 0-1,0 1 1,0-1 0,0 0-1,0 1 1,-2 0-1,-3 4-15,2 1-1,-1 0 0,1 0 0,0 0 0,0 1 0,0-1 0,-4 11 0,-26 56 91,20-37-32,-145 353 612,159-387-732,1 0-1,-1-1 1,0 1 0,0 0-1,0 0 1,0 0-1,0-1 1,0 1 0,-1 0-1,-2 2 1,3-7-898,1 2 791,-1-1 0,1 0 0,0 1 0,0-1 0,0 1 0,0-1 0,0 0 0,0 1 0,0-1 0,1-2 0,0-4-314,1 1 49,-1 1 0,1-1 0,0 0 0,0 1-1,0-1 1,1 1 0,0 0 0,7-10 0,3-8-668,4-9-1322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1:25:02.70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 4226,'0'0'4303,"9"2"-2998,-5 2-1057,0 1 0,-1 0 1,0 0-1,0 0 0,0 1 0,-1-1 1,0 0-1,0 1 0,2 7 0,4 8 140,8 22 341,-2 0-1,16 81 0,1 92 869,1 7-443,-32-221-1149,0 0 3,0 0 1,1 0-1,-1 0 0,1 0 1,-1 0-1,1 0 1,0 0-1,0 0 0,0 0 1,0 0-1,0-1 1,0 1-1,0 0 0,2 1 1,-2-2-92,-1-4-997,-1-2 553,0-1 0,0 1 0,-1 0 0,1 0 0,-1 0 0,0 1 0,-1-1 0,1 0 0,-1 1 1,0-1-1,0 1 0,0 0 0,-7-7 0,-14-19-5150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1:25:03.04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13 7587,'0'0'3970,"194"0"-3970,-171-3-304,-9-6-1793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1:25:03.57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7 22 3650,'0'0'5610,"10"-2"-4985,17-5-328,0 2 1,52-2 0,-78 7-229,-1 0-1,1 1 1,0-1 0,0 0-1,0 1 1,-1-1-1,1 1 1,0-1 0,0 1-1,-1-1 1,1 1-1,0-1 1,-1 1 0,1 0-1,-1-1 1,1 1-1,-1 0 1,1 0-1,-1-1 1,1 1 0,-1 0-1,0 0 1,1 0-1,-1 0 1,0-1 0,0 1-1,0 0 1,0 0-1,0 0 1,0 0 0,0 0-1,0 1 1,0 38 981,-1-27-709,1-6-279,-1-1-1,0 1 0,0 0 0,-1 0 1,0-1-1,0 1 0,-1-1 1,1 1-1,-1-1 0,-1 0 0,1 0 1,-6 6-1,-6 8-1,-36 34 0,43-45-43,-7 5-5,12-12-5,-1 1 0,1-1 0,0 1 0,0 0-1,0 0 1,1 0 0,-1 0 0,1 0 0,0 1 0,0-1 0,0 1 0,0 0 0,0 0 0,1-1-1,0 1 1,-1 0 0,0 6 0,3-9-2,-1 0 0,1 0 0,-1 0 0,0-1 0,1 1 0,-1 0 0,1 0 0,0-1-1,-1 1 1,1 0 0,-1-1 0,1 1 0,0-1 0,0 1 0,-1-1 0,1 1 0,0-1 0,0 0 0,0 1 0,-1-1 0,1 0 0,0 1-1,0-1 1,0 0 0,0 0 0,0 0 0,1 0 0,32 3 33,-30-3-24,17 1-89,-1-1 1,1-1 0,0-1 0,-1-1 0,1-1 0,-1 0 0,23-9 0,-32 8-297,-8 4 85,0 0 1,-1 0 0,1 0-1,0 0 1,0 0-1,0 1 1,4-1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1:25:04.18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250 1 3714,'0'0'3719,"1"0"-3666,0-1 1,-1 1-1,1 0 1,-1 0-1,1 0 1,-1 0-1,1 0 1,-1 0-1,1 0 1,0 0-1,-1 1 1,1-1-1,-1 0 1,1 0-1,-1 0 1,1 0-1,-1 1 1,1-1-1,0 1 1,-1 0 58,1 0 1,-1 0-1,1 0 1,-1 0-1,0 0 1,1 0-1,-1 0 1,0 0-1,0 0 1,1 0 0,-1 0-1,0 0 1,0 1-1,0-1 1,-1 0-1,1 0 1,0 0-1,-1 2 1,-6 21 1324,-103 227 1545,94-216-2824,-23 46 154,-41 130 0,69-161-670,11-41-911,6-31-68,-3 6-1642,3-30 1,-5 13-3175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1:25:04.57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 3858,'0'0'7398,"13"9"-6368,0 0-786,-7-6-154,0 0-1,0 1 0,-1 0 0,0 0 1,0 0-1,0 1 0,0 0 0,-1 0 0,1 0 1,-2 0-1,1 1 0,0-1 0,4 10 1,7 24 569,-1 0-1,-2 1 1,8 43 0,11 126 1165,-20-124-1003,32 129 0,-29-178-553,-5-13-2846,-11-28 2096,-1 0 0,1 0 0,-1 1 0,0-1 0,0 1 0,-1-1 0,1 1 0,-5-4 0,0-1-591,-26-29-4812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1:25:04.93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 10677,'0'0'2865,"177"24"-2048,-93-24-289,-4 0-528,-13 0-176,-14 0-1041,-19 0-2064,-21 0-817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1:25:05.29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 5122,'0'0'8004,"23"201"-6819,-19-149-289,-1-10-272,4-9-400,-1-15-224,1-9-144,3-9-880,0 0-2514,0-30-4113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1:25:05.65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222 1 5955,'0'0'5029,"-2"12"-4829,2 3-139,0-8-3,-1 0 0,0 0 0,0 1 0,0-1 0,-1 0 0,0 0 0,-5 10 0,-105 243 2342,58-141-1558,48-105-745,-1 1 0,2 0 0,0 0 0,1 0 0,0 1-1,1-1 1,1 1 0,0 17 0,2-32-369,3-18-1558,-1 3 1435,26-61-3543,-11 28 489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1:25:06.07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10 4082,'0'0'4092,"14"-2"-3777,6-1-59,-3 1 422,0 1 0,22 0-1,-37 1-576,0 0 1,-1 1-1,1-1 0,0 1 0,-1 0 0,1 0 0,-1-1 0,1 1 1,-1 0-1,0 0 0,1 0 0,-1 0 0,0 1 0,1-1 0,-1 0 1,0 0-1,0 1 0,0-1 0,0 1 0,-1-1 0,1 1 0,0-1 1,0 2-1,16 46 835,-14-40-650,15 67 945,-3-1 0,5 91 0,-11-85-463,-2-17-219,-5-30-350,2 0 1,1 0-1,1-1 0,2 0 0,17 42 0,-30-86-625,0-1-1026,0 1 1,-10-16 0,-15-16-2050,-3 1-1728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1:25:06.41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 10325,'0'0'4114,"221"0"-3634,-155 0-480,-12 0-192,-11 0-881,-23 0-2704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1:25:06.76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57 1 4466,'0'0'7313,"-3"0"-6577,-1 0-848,3 0 276,-1-1 0,1 1 0,-1 0 0,1 0 1,0 0-1,-1 0 0,1 0 0,-1 1 0,1-1 1,0 0-1,-1 1 0,1-1 0,0 1 0,-1-1 1,1 1-1,0-1 0,0 1 0,0 0 0,-1 0 1,1-1-1,0 1 0,0 0 0,-1 2 0,-1 3 40,0 1 0,1-1 0,0 1 0,0-1 0,0 1 0,1 0 0,-1 9 0,1 51 1133,1-42-723,0-23-583,0 1 0,1-1-1,-1 1 1,0 0-1,1-1 1,-1 1-1,1-1 1,0 1 0,0-1-1,0 1 1,0-1-1,0 1 1,0-1-1,1 0 1,-1 0-1,1 0 1,-1 0 0,1 0-1,0 0 1,0 0-1,0 0 1,0-1-1,0 1 1,1-1 0,-1 0-1,0 1 1,1-1-1,-1 0 1,4 1-1,5 0-58,-1 0 0,1 0 0,-1-1 0,1 0 0,0-1 0,10-1 0,-18 1-56,1 0 1,-1-1-1,0 1 1,0-1-1,0 0 1,0 0-1,0 0 1,0 0-1,0 0 1,0-1-1,-1 1 1,1-1-1,0 0 1,-1 0-1,1 0 1,-1 0-1,0 0 1,0-1-1,0 1 1,0-1-1,0 1 1,0-1-1,-1 0 1,1 1-1,-1-1 1,0 0-1,2-5 1,0-5-420,0 0 0,0 0 1,-2 0-1,1 0 0,-2-19 0,0 31 481,0-1 0,0 0 0,0 0 0,-1 0 0,1 1 0,0-1 0,-1 0 0,0 0 0,1 1 0,-1-1 0,0 1 0,0-1 0,0 0 0,0 1 0,0 0 0,0-1 0,0 1 1,-3-3-1,1 2 59,0 0 1,1 1 0,-2-1-1,1 0 1,0 1 0,0 0-1,0 0 1,-1 0 0,-4-1-1,-3 0 340,-1 1-1,1 1 0,-1 0 1,1 0-1,-14 3 0,20-2-213,0 0-1,0 0 0,0 1 0,0 0 0,1 0 0,-1 0 1,1 1-1,-5 3 0,7-5-151,0 0 1,0 1-1,0-1 1,0 1-1,0-1 1,1 1-1,-1 0 1,1 0-1,-1 0 0,1 0 1,0 0-1,0 0 1,0 0-1,0 0 1,0 0-1,0 0 1,0 1-1,1-1 1,-1 4-1,18-6-5683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1:25:09.32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 99 5891,'0'-2'7220,"0"8"-6447,0 28-651,4 208 1200,19 0-323,-16-214-849,-7-27-217,-6-3-853,3-4 785,0 0 1,1 0-1,0 0 1,0 0-1,1 0 1,0 0-1,0 0 1,0-1-1,0-8 1,1 8-31,-5-195-3888,-3-35 2791,7 175 2935,1 34-1230,0 27-443,1 0 1,-1 0-1,1 1 1,-1-1 0,1 0-1,-1 0 1,1 0-1,0 1 1,-1-1-1,1 0 1,0 0-1,-1 1 1,1-1-1,0 1 1,0-1-1,0 1 1,0-1-1,-1 1 1,1 0-1,0-1 1,0 1-1,2-1 1,29-8 31,-18 6-7,1-1 69,0 0-1,0 2 0,0 0 1,1 1-1,-1 0 1,1 1-1,16 2 0,-29-1-90,-1 0-1,0 0 1,1-1 0,-1 1-1,0 0 1,0 1-1,0-1 1,0 0 0,0 1-1,0-1 1,0 1-1,-1-1 1,1 1 0,0 0-1,-1 0 1,1 0-1,-1 0 1,0 0 0,2 3-1,0 1 89,0 1 0,0 0 0,0 0 0,-1 0 0,2 9 0,1 14 177,-2 0 0,-1 0-1,-2 0 1,-5 54 0,2-70-220,0 0 0,-1 0 0,0-1 0,-2 1 0,1-1 0,-2-1 0,-15 25 0,8-17-23,-1 0 1,-1-1-1,-31 30 1,45-48-192,2-8-47,1-1 0,0 1 0,0 0 0,1 0 0,0-1 0,0 1 0,1 0 0,0 1 0,0-1 0,1 0 0,4-6 0,-2 4 171,1 0-1,0 0 0,1 0 1,0 1-1,0 0 0,14-9 1,-20 16 91,0-1 1,0 1 0,0 0 0,0 0 0,1 0 0,-1 1-1,0-1 1,1 0 0,-1 1 0,0 0 0,1-1-1,-1 1 1,0 0 0,1 0 0,-1 1 0,1-1-1,-1 0 1,0 1 0,1-1 0,-1 1 0,0 0-1,0 0 1,1 0 0,-1 0 0,0 0 0,0 0-1,0 1 1,0-1 0,0 1 0,-1-1 0,1 1-1,0 0 1,-1-1 0,1 1 0,-1 0 0,1 0-1,-1 0 1,1 3 0,5 9 137,0 0 0,-2 1 0,0-1 1,0 1-1,-1 0 0,3 29 0,-4-8 441,-3 67 0,-1-97-583,0 1-1,0 0 0,0 0 0,-1-1 0,0 1 0,0-1 1,-1 0-1,0 0 0,0 0 0,0 0 0,-1 0 0,0 0 1,0-1-1,-1 0 0,1 0 0,-1 0 0,0 0 0,-11 7 1,7-6-74,0 0-1,-1-1 1,1 0 0,-1-1 0,0 0 0,-1 0 0,1-1 0,-1-1 0,1 1 0,-1-2 0,-13 2 0,11-3-46,4 1-175,-1-1 0,1 0 1,-1-1-1,-15-2 0,23 2 162,-1 1 1,1-1 0,-1 0-1,1 0 1,0 0 0,-1 0-1,1-1 1,0 1-1,0-1 1,0 1 0,0-1-1,0 0 1,0 0 0,0 0-1,1 0 1,-1 0-1,1 0 1,0 0 0,-1 0-1,1-1 1,-1-3 0,-1-2-459,1 0 1,1-1 0,0 1 0,0 0-1,0-1 1,2-10 0,-1 10-654,0-15-4057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1:25:10.01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35 5 5410,'0'0'3658,"5"0"-1958,47-2 19,-34 0-1546,0 1 0,0 1 0,31 4 0,-47-3-147,0 0-1,1-1 0,-1 2 0,0-1 0,0 0 1,0 0-1,0 1 0,0-1 0,0 1 0,0 0 1,0-1-1,0 1 0,-1 0 0,1 0 0,-1 0 1,1 0-1,-1 0 0,0 0 0,0 1 0,0-1 1,0 0-1,0 1 0,-1-1 0,1 1 0,-1-1 1,1 1-1,-1 3 0,1 9 109,0-1-1,-1 0 0,-3 20 1,3-33-130,-1 4 25,0 0 1,-1-1 0,1 1 0,-1 0 0,0-1 0,0 1-1,-1-1 1,1 0 0,-1 1 0,0-1 0,0 0-1,0-1 1,0 1 0,-1-1 0,0 1 0,-5 3 0,8-6-252,11-1-704,12-1 600,-12 0 367,-1 1-1,1-1 1,-1 2-1,16 2 1,-23-3-3,-1 0-1,1 1 1,0-1 0,0 1 0,0 0-1,0 0 1,-1 0 0,1 0 0,0 0-1,-1 0 1,1 0 0,-1 0 0,1 0 0,-1 1-1,0-1 1,1 1 0,-1-1 0,0 1-1,0 0 1,0-1 0,0 1 0,0 0-1,0 0 1,-1-1 0,1 1 0,-1 0-1,1 4 1,0 0 126,0 0-1,0 0 0,-1 0 1,0 1-1,-1-1 1,1 0-1,-3 12 1,2-15-129,-1 0-1,1 0 1,0 0 0,-1 0 0,0 0 0,1 0 0,-1 0-1,0 0 1,-1-1 0,1 1 0,0-1 0,-1 1-1,0-1 1,1 0 0,-5 2 0,-10 6 26,0-2 0,0 0 0,-1-1 0,-26 8 0,-79 12-52,88-20-19,33-7-461,-6 1 1030,10-35-12330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1:25:11.52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50 2465,'0'0'3591,"0"-7"-3298,0-21 5876,1 48-5486,2-1 0,5 23 1,3 22-512,26 345 1997,-31-376-2025,-3-24-114,-2 1-1,1 0 0,-1 10 1,-1-19-89,-1-34-2621,-2 3 1043,-8-32 0,6 31 1083,0 0-1,0-34 1,-9-114 582,11 155-171,0-110 673,3 92 376,0 41-829,1-16 387,4 16-384,-1 0 0,0 0 0,1 1 0,-1 0 0,0 0 0,8 1 0,3 0 166,-13-1-203,1 1 0,-1 0 0,1-1 0,0 1 0,-1 0 0,1 0 0,-1 0 0,0 1 0,1-1 0,-1 1 0,0-1 0,0 1 0,0 0 0,0-1 0,0 1 0,0 0 0,-1 1 0,1-1 0,-1 0 0,1 0 0,-1 1 0,0-1 0,2 3 0,1 5 149,0 1-1,0-1 1,-1 0 0,3 19-1,-2 0 163,-2 1-1,-1 0 1,-4 44-1,1-63-370,-1 0 1,1 0-1,-2 0 0,0 0 1,0-1-1,-1 1 0,0-1 1,0 0-1,-2 0 0,1-1 1,-10 11-1,14-14-391,28-13-4387,-12 2 4749,1 0 0,0 2-1,0 0 1,1 0 0,20 0 0,-24 3 308,23 2 1143,-34-2-1335,1 0 0,-1 1 0,0-1 0,1 1 0,-1-1 0,0 1-1,1 0 1,-1 0 0,0 0 0,0-1 0,0 1 0,0 0 0,0 0-1,0 1 1,0-1 0,0 0 0,0 0 0,-1 0 0,1 0 0,0 1-1,0 1 1,1 5 112,0 0 0,0 0-1,-1 1 1,0-1-1,-1 1 1,0-1 0,0 1-1,0-1 1,-1 1-1,-1-1 1,1 1 0,-2-1-1,-3 10 1,2-10-157,-2-1 0,1 0 0,-1 0 1,0 0-1,0 0 0,-1-1 0,0 0 0,-14 9 0,-68 35 44,78-44-55,-2 0-78,8-2-12,0-2 0,0 1 0,0-1 0,-1 1 0,1-1 0,0-1 0,-1 1 0,0-1 0,-7 1 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1:25:11.98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60 45 3554,'0'0'6387,"18"-8"-5408,59-22 40,-73 29-884,-1-1 1,1 1 0,0 0-1,-1 1 1,1-1-1,0 1 1,-1-1 0,1 1-1,0 0 1,0 0-1,-1 1 1,6 0 0,-7 0-58,-1-1 0,0 1 0,0-1 0,1 1 1,-1 0-1,0 0 0,0-1 0,0 1 0,0 0 0,0 0 1,0 0-1,0 0 0,0 0 0,0 1 0,0-1 0,0 0 1,-1 0-1,1 1 0,0-1 0,-1 0 0,1 3 1,0 0 12,-1 0 1,0 1 0,0-1 0,0 0-1,0 0 1,-1 0 0,1 1-1,-1-1 1,0 0 0,-1 0 0,1 0-1,-1 0 1,1 0 0,-1-1 0,0 1-1,-4 5 1,-10 9-10,0 0-1,-1-2 1,-28 23-1,29-26-74,0 0 0,1 1 0,1 1 0,0 0 0,-20 29 0,33-43-7,0 1-1,0-1 0,0 1 0,0 0 1,0-1-1,1 1 0,-1 0 0,1-1 1,-1 1-1,1 0 0,0 0 1,-1 0-1,1-1 0,0 1 0,0 0 1,0 0-1,1 2 0,-1-3-1,1 0 1,0 0-1,-1 0 0,1 0 1,0 0-1,-1 0 0,1 0 1,0 0-1,0-1 0,0 1 1,0 0-1,0 0 0,0-1 0,0 1 1,0-1-1,0 1 0,0-1 1,0 1-1,2 0 0,7 1 1,-1-1-1,1 0 0,-1 0 0,1-1 1,12-1-1,-5 0 43,12 2-183,11-1 543,63-7 0,-91 6-793,0-2-1,-1 1 1,1-1-1,-1-1 0,0 0 1,0-1-1,0 0 1,0-1-1,18-12 1,-5-3-4008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1:25:12.93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79 36 3810,'0'-2'7921,"0"-11"-5016,0 13-2857,0 0 0,1 0-1,-1 0 1,0 0 0,0 0 0,1 0-1,-1 0 1,0 0 0,0 0 0,0 0-1,1 0 1,-1 0 0,0 0 0,0 1 0,0-1-1,1 0 1,-1 0 0,0 0 0,0 0-1,0 0 1,1 0 0,-1 1 0,0-1-1,0 0 1,0 0 0,0 0 0,0 0 0,1 1-1,-1-1 1,0 0 0,0 0 0,0 0-1,0 1 1,0-1 0,0 0 0,0 0-1,0 1 1,0-1 0,0 0 0,0 0 0,0 1-1,6 53 455,-4 106-1,1 12-335,-1-150-74,1 1 1,1-1-1,1 1 1,1-2-1,12 31 1,-14-43-38,0 1 0,1-1 0,0-1 0,1 1 0,13 15 0,-15-20-50,0 0-1,0-1 1,0 1-1,0-1 1,1 0 0,0 0-1,-1-1 1,1 1 0,0-1-1,0 0 1,0 0-1,0-1 1,6 2 0,-3-2-25,-1 1 0,1-1 0,-1-1 0,1 1 0,-1-2 1,1 1-1,0-1 0,-1 0 0,0 0 0,1-1 0,-1 0 1,0 0-1,0-1 0,0 0 0,0 0 0,0 0 0,0-1 1,-1 0-1,0-1 0,0 0 0,0 1 0,5-8 0,-3 2-195,-1 0-1,-1 0 0,1-1 1,-2 0-1,0 0 0,0 0 1,-1-1-1,0 1 0,-1-1 1,0 0-1,-1 0 0,-1-1 1,0 1-1,0 0 0,-1 0 1,-1-1-1,0 1 0,-3-13 1,2 19 241,0 1 1,0-1-1,-1 1 1,0-1-1,0 1 1,0 0 0,-1 0-1,1 0 1,-1 0-1,0 1 1,-1 0 0,1-1-1,-1 2 1,0-1-1,0 0 1,0 1 0,0 0-1,0 0 1,-1 1-1,-9-4 1,4 2 379,0 1 1,0 0-1,0 1 1,-1 0-1,1 0 1,-1 1-1,0 1 1,1 0-1,-23 3 1,32-2-321,1-1 1,-1 1-1,0-1 1,0 1-1,1-1 1,-1 1-1,0 0 1,1 0-1,-1 0 1,1 0-1,-1 0 0,1 0 1,0 1-1,-1-1 1,1 0-1,0 1 1,0-1-1,0 0 1,0 1-1,0 0 1,0-1-1,0 1 0,1 0 1,-1-1-1,1 1 1,-1 0-1,1 0 1,-1-1-1,1 1 1,0 0-1,0 3 1,0-5-82,1 0 1,-1 1 0,1-1 0,-1 1-1,1-1 1,-1 0 0,1 1 0,-1-1-1,1 0 1,0 0 0,-1 0 0,1 1-1,-1-1 1,1 0 0,0 0 0,-1 0-1,1 0 1,-1 0 0,1 0 0,0 0 0,-1 0-1,1 0 1,-1 0 0,1 0 0,0-1-1,4 1 22,2-1-40,-1 0 0,1 0 0,-1 0 0,1-1 0,-1 0 0,0-1 0,0 1 0,0-1 0,0 0 0,0-1 0,0 1 0,-1-1 0,0 0 0,0-1 0,0 1 0,0-1 0,-1 0 0,0 0 0,0-1 0,4-6 0,-1 2-282,-1-1-1,0 0 1,0 0 0,-1-1-1,-1 1 1,0-1 0,-1 0-1,0 0 1,0-1-1,0-15 1,-3 23 134,1 0-1,-1 0 1,-1 0 0,1 0 0,-1 0-1,0 0 1,0 0 0,0 0-1,-1 0 1,-3-8 0,2 9 94,1 1 1,0 0-1,-1 0 1,0 0-1,0 0 1,0 1-1,0-1 1,0 1-1,0 0 1,0 0-1,-1 0 1,1 0-1,-1 1 1,-4-2-1,-8-2 267,0 1-1,-1 1 0,1 0 1,-1 1-1,0 1 1,-28 2-1,21-1 270,13 0-224,1 1 0,-1 0 0,1 1-1,-1-1 1,1 2 0,0 0 0,0 0 0,0 1 0,0 0 0,0 1 0,1 0-1,0 0 1,-16 13 0,15-11 9,42-20-3483,3-12 652,-1-2-1566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1:25:13.35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0 7379,'0'0'5779,"17"193"-5187,-17-151-288,0-12-111,0-12-145,0-12-48,0-15-3058,0-27-1568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1:25:14.14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47 5939,'0'0'6357,"4"13"-5949,-2-9-361,4 15 390,-1 0-1,5 37 0,-4 90 1605,6 53-721,-9-175-1095,1 1-1,2-1 1,0-1-1,1 1 1,21 42 0,-26-61-199,1-1 1,0 1-1,0 0 1,0-1 0,0 0-1,1 0 1,0 0 0,0 0-1,0 0 1,0-1 0,1 0-1,0 0 1,-1 0 0,1 0-1,0-1 1,6 3-1,1-2-60,0 0 0,0-1 0,1 0 0,-1-1 0,24 0 0,-30-2-32,1 1 0,0-2 0,-1 1 0,0-1 0,1 0 0,-1 0 1,0 0-1,0-1 0,0 0 0,0 0 0,-1-1 0,1 0 0,-1 0 0,0 0 1,0 0-1,0-1 0,-1 0 0,1 0 0,-1 0 0,4-7 0,-2 2-208,1 0 0,-2 0 0,1-1 0,-2 0-1,1 0 1,-1 0 0,-1-1 0,0 1 0,-1-1 0,2-20-1,-4 22 170,1 0-1,-1 0 0,-1 0 0,0-1 0,-1 1 1,-2-10-1,3 16 154,-1 0 1,0 0-1,0 0 0,0 1 1,0-1-1,-1 1 1,1-1-1,-1 1 0,0 0 1,0 0-1,0 0 1,0 0-1,-1 1 0,1-1 1,-1 1-1,1 0 1,-6-2-1,0 1 265,0 0 0,1 0-1,-2 1 1,1 1 0,0-1 0,0 1-1,0 1 1,-19 1 0,9-1 98,15 0-309,-1 0 1,0 0-1,0 1 1,1 0 0,-1 0-1,1 0 1,-1 0-1,1 1 1,-1-1-1,1 1 1,0 0 0,-1 1-1,1-1 1,0 1-1,1 0 1,-1 0 0,0 0-1,1 0 1,0 0-1,0 1 1,-5 7 0,3-1 105,6-7-242,4-7-418,12-17-117,-1 0 0,-1 0 1,-1-1-1,0-1 0,-2-1 0,-1 0 0,-1 0 0,10-38 0,-17 48 248,0 0 0,0 0 0,-2 0 0,1-19-1,-2 31 365,-1 0-1,1-1 0,0 1 1,0-1-1,-1 1 0,0 0 1,1 0-1,-1-1 0,0 1 0,0 0 1,0 0-1,0 0 0,-1 0 1,1 0-1,0 0 0,-1 0 1,0 0-1,1 1 0,-1-1 0,0 1 1,0-1-1,0 1 0,0-1 1,0 1-1,0 0 0,0 0 1,0 0-1,0 0 0,-1 1 0,-2-2 1,-8 0 396,1 0 1,-1 0-1,0 1 0,-18 1 1,21 0-230,-72 0 1268,82 0-1488,0 0-1,-1 0 0,1 0 0,-1 0 0,1 0 0,0 0 0,-1 0 0,1 0 0,0 0 1,-1 0-1,1 0 0,-1 0 0,1 0 0,0-1 0,-1 1 0,1 0 0,0 0 0,-1 0 1,1-1-1,0 1 0,0 0 0,-1 0 0,1-1 0,0 1 0,0 0 0,-1-1 0,1 1 1,0 0-1,0-1 0,0 1 0,0 0 0,-1-1 0,1 1 0,0 0 0,0-1 0,0 1 0,0 0 1,0-1-1,0 1 0,0-1 0,0 1 0,0 0 0,0-1 0,0 1 0,0 0 0,0-1 1,0 1-1,1 0 0,-1-1 0,0-1-184,0-4-541,1 1 0,-1-1 0,1 1 0,0-1 0,1 1 0,-1 0 0,3-7 0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1:25:15.06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238 67 4978,'0'0'3543,"-8"-1"-3097,-18-1 43,0-1 852,0 1-1,0 2 0,-35 3 0,59-3-1280,-1 1-1,1 0 0,-1 1 0,1-1 0,-1 0 0,1 1 0,0-1 0,0 1 0,0 0 0,0 0 1,0-1-1,0 1 0,0 1 0,1-1 0,-1 0 0,1 0 0,-1 1 0,1-1 0,-1 3 0,-2 4 88,1 0-1,0 0 0,0 0 0,-1 12 0,0 16 418,1-1 1,3 38-1,0-39 14,0-33-538,0 0 1,0 0 0,0 0 0,0 0-1,0 0 1,0 0 0,1-1-1,-1 1 1,0 0 0,1 0-1,0 0 1,-1-1 0,1 1 0,0 0-1,0-1 1,0 1 0,0 0-1,0-1 1,1 0 0,-1 1 0,0-1-1,1 0 1,1 3 0,2-3-8,-1 1 0,0-1 1,1 0-1,-1 0 0,1 0 0,-1-1 1,1 1-1,-1-1 0,7-1 1,-4 1-79,1-1 0,0-1 0,-1 1 0,1-1 0,-1-1 0,0 1 0,0-1 0,0-1 0,0 1 0,0-1 0,-1 0 0,1-1 0,-1 1 0,-1-1 0,1-1 0,0 1 0,5-8 0,0 0-419,-1-1 1,0 1-1,-1-2 0,-1 1 0,0-1 1,-1 0-1,5-19 0,-8 25 244,-2 0-1,0-1 0,0 1 0,0 0 1,-1-1-1,-1 1 0,1-1 1,-2 1-1,-2-18 0,3 23 306,-1 1 0,-1-1 0,1 0 0,0 0 0,-1 1 0,0-1 0,0 1 0,0-1 0,0 1 0,-1 0 0,1 0 0,-1 0 0,1 0 0,-1 0 0,0 1 0,-1-1 0,1 1 0,0 0 0,-1 0 0,1 0 0,-1 0 0,1 1 0,-1-1 0,-6 0 0,1 0 475,1 0 0,-1 1 0,0 1 0,-10 0 0,17 0-410,0 0-77,0 0 0,0 0 0,1 0-1,-1 0 1,0 1 0,1-1 0,-1 1-1,1 0 1,-1-1 0,0 1 0,1 0 0,-1 0-1,1 0 1,0 0 0,-1 0 0,1 0 0,0 0-1,0 0 1,-1 1 0,1-1 0,0 0 0,0 1-1,0 1 1,-1 0-49,1 0 0,-1 1-1,1-1 1,0 0 0,0 1 0,0-1 0,0 1 0,1-1-1,-1 7 1,1-8-246,1 3-791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1:25:36.069"/>
    </inkml:context>
    <inkml:brush xml:id="br0">
      <inkml:brushProperty name="width" value="0.35" units="cm"/>
      <inkml:brushProperty name="height" value="0.35" units="cm"/>
      <inkml:brushProperty name="color" value="#9FAAAF"/>
    </inkml:brush>
  </inkml:definitions>
  <inkml:trace contextRef="#ctx0" brushRef="#br0">288 133 3330,'32'-32'8298,"-31"54"-8096,0-6-101,-1 264-309,-14-221-166,14-58 390,0 25-109,0-21 39,0 0 1,-1 0-1,0-1 1,0 1-1,0-1 1,-1 1-1,1-1 0,-1 1 1,0-1-1,0 0 1,-5 7-1,-3 2 138,0-1 1,-12 13-1,4-6-113,18-19 27,0 0 1,0 0-1,0 1 1,0-1-1,0 0 1,-1 0-1,1 0 1,0 0-1,0 1 1,0-1-1,0 0 1,-1 0-1,1 0 1,0 0-1,0 0 1,0 0-1,0 0 1,-1 1-1,1-1 0,0 0 1,0 0-1,0 0 1,-1 0-1,1 0 1,0 0-1,0 0 1,0 0-1,-1 0 1,1 0-1,0 0 1,0 0-1,-1 0 1,1 0-1,0 0 1,0 0-1,0 0 1,-1-1-1,1 1 0,-3-10 31,3-22 217,0 24-112,0-229 475,1 227-771,0 1 92,0-1-1,-1 1 1,-2-16-1,1-2-352,1 19 277,1 0 1,0 1 0,0-1-1,1 0 1,3-9 0,2-6-120,6-17-293,-10 33 615,0 0 1,0-1-1,-1 1 0,0-1 0,-1 0 1,2-15-1,-3-10 1928,3 68-1449,-2-3-574,-1 29-264,-1-55 282,1-1-1,-1 0 1,0 0 0,-1 0-1,1 0 1,-1 0-1,0 0 1,0-1-1,-4 7 1,-100 147-2,103-153 15,0 0 0,0 0-1,1 1 1,0-1-1,0 1 1,1-1 0,-1 1-1,1 0 1,0-1-1,1 1 1,-1 0 0,2 6-1,0-9 31,0-1 0,0 0 0,0 0 1,1 0-1,-1 0 0,1 0 0,-1 0 0,1 0 0,0-1 0,2 3 0,8 8 51,-9-5-23,2-1 0,-1 1 0,1-1 0,0-1 0,0 1 0,0-1 0,1 0 0,0 0 0,0 0 0,0-1 0,1 0 0,-1 0 0,1-1 0,0 1 0,0-2 0,13 5 0,33 3-1,-28-6-237,47 14-1,-45-8 284,-9-2-109,-17-8 10,0 0 1,0 1-1,0-1 0,0 1 1,1-1-1,-1 1 0,0-1 1,0 1-1,0 0 0,0-1 1,0 1-1,0 0 0,-1 0 0,1 0 1,0-1-1,0 1 0,0 0 1,-1 0-1,1 1 0,0-1 1,-1 0-1,1 0 0,-1 0 1,0 0-1,1 0 0,-1 1 1,0-1-1,1 2 0,3 37 226,-4-38-211,0 0-1,0 0 1,0-1-1,0 1 1,-1 0-1,1 0 1,-1-1-1,1 1 1,-1 0-1,1 0 1,-1-1 0,0 1-1,0-1 1,0 1-1,0-1 1,0 1-1,0-1 1,0 1-1,-3 1 1,-2 0-7,0-1 1,0 1-1,0-1 0,0 0 1,0-1-1,0 0 1,-1 0-1,1 0 0,-1 0 1,1-1-1,-1 0 1,-8-2-1,-9 2 34,24-1-39,-1 1-1,0 0 1,0 0-1,0-1 1,1 1-1,-1 0 1,0-1-1,0 1 1,1-1-1,-1 1 1,0-1-1,1 1 1,-1-1-1,1 1 1,-1-1-1,1 0 1,-1 1-1,1-1 1,-1 0-1,1 1 1,-1-1 0,1 0-1,0 0 1,-1 1-1,1-1 1,0 0-1,0 0 1,0 0-1,0-1 1,-4-30 9,4 23-4,-2-20 36,1 1-1,1-1 1,1 1-1,7-33 1,-6 42-150,0-1-1,-1-1 1,-2-22-1,0 4 729,-1 7-651,1 27 22,0 0-1,1 0 0,0 0 1,-1 0-1,2 0 0,-1-1 1,1 1-1,-1 0 0,1 0 1,1 0-1,-1 0 0,5-9 1,0 4-49,-1 0 1,0-1 0,0 0-1,-1 0 1,0 0 0,-1 0-1,3-15 1,-3-7 119,0-52 1,-4 84-38,1-1 1,0 1-1,0 0 1,-1 0 0,1 0-1,-1 0 1,1 0-1,-1 0 1,1-1 0,-1 1-1,0 0 1,1 1 0,-1-1-1,0 0 1,0 0-1,0 0 1,0 0 0,0 1-1,-1-2 1,1 1-19,0 1 1,1 0 0,-1-1-1,0 0 1,1 1-1,-1-1 1,1 1 0,-1-1-1,1 0 1,-1 1-1,1-1 1,-1 0 0,1 1-1,-1-1 1,1 0-1,0 0 1,-1-1-1,-19-1-80,9 1 81,-1 0 0,-21 0 0,32 2-3,1 0-1,-1 0 1,0 0-1,1 0 1,-1 1-1,1-1 1,-1 0-1,1 0 1,-1 1-1,1-1 1,-1 0-1,1 1 1,-1-1-1,1 1 1,-1-1-1,1 1 1,0-1-1,-1 0 1,1 1-1,0 0 1,-1-1 0,1 1-1,0-1 1,0 1-1,-1-1 1,1 2-1,-5 19 3,3-11 0,-17 80-19,12-50-273,-19 55 1,4-16 292,19-63-7,0 0 0,-2 0 0,0-1 0,-1 1 0,0-1 0,-1-1 0,0 1 1,-16 21-1,15-28 38,-1 1 0,0-2 0,0 1 0,-16 9 0,13-9 50,1 0-1,-19 17 1,27-22-54,1 0 0,-1 1 0,1-1 0,0 1-1,0-1 1,0 1 0,0 0 0,1 0 0,0 0 0,0 0 0,-2 7 0,0 47 700,3-53-677,0-3-23,1-1 1,0 0-1,-1 0 1,1 0-1,0 0 0,-1 0 1,1 0-1,0 0 1,0 0-1,0-1 0,0 1 1,0 0-1,0 0 1,0-1-1,0 1 0,0-1 1,1 1-1,-1-1 1,0 1-1,0-1 0,0 0 1,1 1-1,1-1 1,33 6 139,-19-4-172,0-2-1,1 0 0,-1 0 0,1-2 1,-1 0-1,0-1 0,0-1 0,0 0 0,0-2 1,17-7-1,73-47-281,-27 14 120,-78 45 165,1-1-4,-1 1-1,1 0 1,0-1-1,0 1 0,0 0 1,0 0-1,0 1 1,0-1-1,0 1 1,3-1-1,-6-14 179,0 8-177,-1 0 1,0 0-1,0 1 0,-1-1 0,1 0 0,-2 1 1,1 0-1,-6-11 0,-32-48-155,12 22 59,21 32 19,-2-5-55,-1 0 1,-18-18 802,27 34-661,3 11 151,5 14-125,12 28 127,-14-37-103,1 0 1,0 0-1,17 28 0,-23-43-66,1-1 0,-1 1 0,1-1 0,-1 1 0,0-1 0,1 0 0,-1 1 0,1-1 0,-1 0-1,1 1 1,-1-1 0,1 0 0,-1 1 0,1-1 0,0 0 0,-1 0 0,1 0 0,-1 0 0,1 0 0,0 0 0,-1 0 0,1 0 0,-1 0 0,1 0 0,0 0 0,-1 0 0,1 0-1,-1 0 1,1 0 0,-1 0 0,1-1 0,0 1 0,-1 0 0,1-1 0,-1 1 0,1 0 0,-1-1 0,1 1 0,-1 0 0,0-1 0,1 1 0,-1-1 0,1 1 0,-1-1 0,0 1-1,0-1 1,1 1 0,-1-1 0,1 0 0,1-56-1842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1:25:45.3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4 272 6979,'-1'-2'6346,"-1"-12"-5798,2 1-503,2 0 0,-1 0 1,8-25-1,2-13-941,-11 44 800,2-16 22,2 18 242,4 12 229,3 9-201,-1 1 1,11 27-1,-20-43-158,-1 20-97,0 486 313,0-505 124,0-13-364,0-40-373,1-9 257,-12-107 0,5 109-79,2-96 0,4 116 207,-10-12 278,3 20-157,7 29 66,0-23 112,0 18-311,0 1 2,0 4 0,0-17 75,1 41-72,1 0 0,1-1 0,7 27 1,-6-31-15,4 34-10,-3-1 0,-1 92-1,6 5-42,-7-106 19,-3-42 42,0-5-84,0-1-1,0 0 1,-1 1-1,0-1 1,0 0-1,-1 1 1,-3-10 0,2 6 21,-17-64-220,3 0 0,3-1 0,4-1 0,-3-122 0,10 159 568,1 27 113,1 25-347,1-13-175,0 0 1,1 0-1,-1 0 0,1 0 0,-1 0 0,1 0 0,-1 0 0,1 0 0,0 0 1,-1-1-1,1 1 0,0 0 0,-1-1 0,1 1 0,0 0 0,0-1 0,0 1 0,0-1 1,0 1-1,0-1 0,0 1 0,0-1 0,0 0 0,0 0 0,0 1 0,0-1 1,0 0-1,0 0 0,0 0 0,2 0 0,3 1-2100,5 2-5939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1:29:48.5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515 68 5282,'0'0'3514,"0"-3"-3269,0-8 80,0 8 3,0 1 0,0-1 0,0 1 0,0-1 1,0 0-1,-1 1 0,1-1 0,-2-4 0,1 6-293,0 0 0,0 0 0,1 0 0,-1 0 0,0 0 1,-1 0-1,1 0 0,0 0 0,0 0 0,0 0 0,0 0 0,-1 1 1,1-1-1,0 1 0,-1-1 0,1 1 0,0-1 0,-1 1 0,1 0 1,-3-1-1,-28-3-59,-1 0 0,-51 3 0,70 1 18,9 0 7,-1 1-1,1 0 0,0 0 0,-1 0 1,1 1-1,0 0 0,0 0 1,0 0-1,1 1 0,-1-1 1,0 1-1,1 0 0,0 1 0,-6 4 1,-7 9 19,-30 37-1,22-26-20,8-4 122,0 0 0,1 0 0,1 2 0,-22 53 1,28-61-12,1 1 1,0 0 0,2 1-1,0 0 1,2 0 0,0 0 0,-2 33-1,6-35 44,0 10 254,4 35-1,-2-53-275,0 1 0,0-1-1,1 0 1,1 0 0,-1 0 0,10 16 0,-3-8 20,1 0-1,1 0 1,0-1 0,1 0-1,23 21 1,-30-32-142,1 0 1,0-1-1,1 0 0,-1 0 1,1-1-1,0 1 0,0-2 1,0 1-1,1-1 0,-1-1 0,1 1 1,0-1-1,-1-1 0,1 0 1,12 1-1,57-2-34,-76 0 1,-1-1-1,1 1 1,0 0-1,0-1 1,-1 1 0,1-1-1,0 1 1,0-1-1,-1 0 1,1 0 0,-1 0-1,1 0 1,-1 0-1,1 0 1,-1 0 0,2-2-1,0-1-75,1 0-1,-1 0 0,0 0 0,0-1 1,3-6-1,0-2-286,-1 1 0,-1-1 0,5-23 0,-2-30-445,-6 51 743,0-1 1,1 0 0,1 1 0,6-23 0,22-13 503,-33 50-485,1 1 0,0-1 1,-1 1-1,1-1 0,-1 1 0,1-1 0,-1 1 0,1 0 0,0 0 0,-1 0 1,1 0-1,-1 0 0,-2 1 0,2-1-31,-55 0-2504,-82 0 2948,150 0 454,79 0 195,137 0-2053,-227 0 927,-1 82 511,-1-37 335,2 0-1,1 0 0,13 66 1,-8-91-431,1 10-1306,-28-30-4936,10 0-833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1:29:49.2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41 277 3073,'0'0'4755,"15"-7"-4579,-5 3-154,8-2 16,0-2 0,-1 0 1,0-2-1,26-18 0,-39 25-19,0 0 0,-1-1-1,1 0 1,-1 0 0,0 0 0,0 0-1,0 0 1,-1-1 0,0 1-1,1-1 1,-2 1 0,3-9 0,-2 5 10,0 0 1,-1-1 0,0 1-1,-1-1 1,0 1-1,-2-16 1,1 21-32,1 0 0,-1 0 0,0 0-1,0 0 1,0 0 0,0 0 0,-1 0 0,1 1 0,-1-1 0,1 0-1,-1 1 1,0 0 0,0-1 0,0 1 0,-1 0 0,1 0 0,0 0 0,-1 0-1,-4-3 1,2 3 90,0-1-1,-1 1 1,1 0-1,-1 0 1,1 1-1,-1 0 1,0 0-1,1 0 1,-11 0-1,3 1 195,8 0-172,-1-1 0,1 2 0,-1-1 0,1 1 0,-7 1-1,9-1-83,1 0 0,0 0 0,0 0 0,-1 1 0,1-1-1,0 1 1,0-1 0,0 1 0,0 0 0,1-1 0,-1 1-1,0 0 1,1 0 0,-2 3 0,-2 2 47,1 0 0,0 1 0,0 0 1,0-1-1,1 1 0,0 1 0,1-1 0,0 0 1,0 1-1,1-1 0,0 1 0,0-1 0,1 13 0,0 8 422,0 0 512,6 58 0,-4-76-804,0-1 0,0 0 0,2-1 0,-1 1 0,1 0 0,0-1 0,1 0 0,0 0 0,9 11 0,-10-14-130,0-1 1,1 0 0,-1-1 0,1 1 0,0-1-1,1 0 1,-1 0 0,1 0 0,-1-1 0,12 5 0,-8-5-47,1 0 0,-1-1 0,0 0 1,1 0-1,0-1 0,16 0 1,-20-1-107,0-1 0,0 1 0,-1-1 1,1 0-1,0 0 0,0-1 1,-1 0-1,1 0 0,-1 0 0,0-1 1,1 1-1,-1-1 0,0-1 1,4-3-1,-2 1-559,0 0 0,-1-1 0,0 1 1,0-1-1,5-9 0,16-34-5842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1:29:50.2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 81 4674,'0'0'5064,"0"-3"-4234,0-12-132,0 11 2130,0 10-2753,0 306 3212,-4-315-3791,1-1 451,2 0 0,-1 0 0,0 0 1,1 0-1,0-1 0,0 1 0,0 0 0,1-1 1,-1-6-1,2-49-468,0 27 500,0 27 17,0 1-1,0-1 1,0 1 0,1-1 0,-1 1-1,6-10 1,4-18-51,-4 3-104,-6 20-17,1 1 1,1-1-1,-1 0 0,1 1 1,1 0-1,0-1 0,0 1 0,1 1 1,10-17-1,-12 24 168,0-1 0,1 1 0,-1-1 0,0 1 0,1 0 0,-1 0 0,1 0 0,-1 1 1,1-1-1,-1 1 0,1 0 0,-1 0 0,1 0 0,4 1 0,11-1 58,52-1 126,-69 2-157,0 0-1,0-1 1,1 1 0,-1 0 0,0 0 0,0 1 0,0-1 0,0 0-1,-1 1 1,1-1 0,0 1 0,0 0 0,-1-1 0,1 1 0,-1 0-1,0 0 1,0 0 0,1 0 0,0 3 0,0-2-7,0 1 0,1-1 0,-1 0 0,1 0 0,0 0 0,3 3 0,-4-4-17,-1-1 0,0 0 1,0 1-1,0-1 0,0 1 0,0-1 0,0 1 0,0-1 0,0 1 0,-1 0 0,1 0 1,0-1-1,-1 1 0,0 0 0,1 0 0,-1 2 0,1 36 146,-1-28-113,-4 317 2850,4-328-2896,0-11-1364,0-45-4859,0 20-1418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1:29:50.9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1 206 3105,'0'0'7468,"34"-6"-7231,107-21-271,-133 26 25,-1-1 1,0 0 0,-1-1 0,1 1-1,9-6 1,-15 7 6,1 0 0,0-1-1,-1 1 1,1 0 0,-1-1 0,0 1 0,1-1-1,-1 0 1,2-3 0,2-3-6,-2 3-35,0 0 0,0 0 0,-1 0 0,0 0 0,0 0 0,0-1 0,-1 1 0,0-1 0,0 1 0,0-1 0,-1 0 0,1 1 0,-1-1 0,-2-9 0,2-4-286,0 18 337,-1 0 1,1 1-1,-1-1 0,1 0 1,-1 0-1,0 1 0,1-1 1,-1 0-1,0 0 0,1 1 1,-1-1-1,0 1 0,0-1 1,1 1-1,-1-1 1,0 1-1,0-1 0,0 1 1,0 0-1,0 0 0,0-1 1,0 1-1,0 0 0,1 0 1,-3 0-1,-26-3 178,-78-1 1068,105 5-1237,1-1 0,-1 1 0,1-1 0,-1 1 0,1 0 0,-1-1 0,1 1 0,-1 0 0,1 0 0,0 0 0,-1 0 0,1 0 1,0 1-1,0-1 0,0 0 0,0 1 0,0-1 0,0 0 0,0 1 0,0-1 0,1 1 0,-1-1 0,1 1 0,-1 0 0,1-1 1,-1 4-1,-2 5 122,1 0 1,-2 20 0,3 71 1495,2-54-661,-1-40-825,0-1 0,1 1 0,0 0 1,0-1-1,0 1 0,1-1 0,0 1 0,0-1 0,1 0 0,-1 0 0,1 0 0,1 0 1,-1 0-1,9 9 0,-8-11-107,0 0 0,1 0 1,-1 0-1,1-1 0,0 0 1,0 0-1,0 0 0,1 0 1,-1-1-1,0 0 0,1 0 1,0 0-1,-1-1 1,1 0-1,0 0 0,0 0 1,8-1-1,8 1-73,-14 0-270,-1-1 0,0 1-1,0-1 1,1-1 0,-1 1-1,8-3 1,-14 3 128,-1-1-1,1 1 1,-1 0 0,1-1-1,-1 1 1,1 0-1,-1-1 1,1 1-1,-1-1 1,0 1 0,1 0-1,-1-1 1,0 1-1,1-1 1,-1 1 0,0-1-1,0 0 1,1 1-1,-1-1 1,0 1 0,0-1-1,0 1 1,0-1-1,0 0 1,0 1-1,0-1 1,0 1 0,0-1-1,0 0 1,0-9-3709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1:29:51.4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 1 4338,'0'0'4794,"0"0"-4739,-1 0 1,1 0-1,0-1 0,-1 1 0,1 0 1,0 0-1,-1 0 0,1 0 1,0 0-1,-1 0 0,1 0 0,0 0 1,-1 0-1,1 0 0,0 0 0,-1 0 1,1 0-1,0 0 0,-1 1 0,1-1 1,0 0-1,-1 0 0,1 0 0,0 0 1,0 1-1,-1-1 0,1 0 1,0 0-1,0 0 0,-1 1 0,1-1 1,0 0-1,0 1 0,-1-1 0,0 98 2673,3 117 1275,-2-210-3916,1 1 0,0-1-1,0 0 1,0 1-1,1-1 1,3 9-1,-4-13-61,0 1 0,-1 0-1,1-1 1,0 1-1,0-1 1,0 0 0,0 1-1,0-1 1,1 0 0,-1 1-1,0-1 1,0 0 0,1 0-1,-1 0 1,1 0 0,-1 0-1,1-1 1,-1 1-1,1 0 1,0-1 0,-1 1-1,1-1 1,0 1 0,2-1-1,-4-10 16,-1-64-1384,2-102-1938,-1 172 3261,1-1-1,-1 1 1,1 0-1,0-1 1,0 1 0,0 0-1,1-1 1,-1 1-1,1 0 1,0 0-1,0 0 1,1 1-1,-1-1 1,1 0-1,-1 1 1,1 0 0,1-1-1,-1 1 1,4-3-1,-1 3 48,-1 0 1,1-1-1,0 2 0,1-1 0,-1 1 1,0 0-1,1 0 0,-1 1 0,1 0 1,-1 0-1,1 1 0,8-1 0,78 1 462,-93 0-542,0 0 0,1 0 0,-1 0-1,0 1 1,0-1 0,1 0 0,-1 0 0,0 0-1,0 0 1,1 0 0,-1 0 0,0 0-1,1 0 1,-1 1 0,0-1 0,0 0-1,0 0 1,1 0 0,-1 1 0,0-1-1,0 0 1,0 0 0,1 0 0,-1 1-1,0-1 1,0 0 0,0 0 0,0 1-1,1 0-431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1:29:52.3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236 63 4594,'0'0'3463,"3"-4"-3356,-1 1-522,16-24 2315,-18 26-1849,0 1 0,1-1-1,-1 1 1,0-1-1,1 1 1,-1-1 0,0 0-1,0 1 1,0-1 0,1 1-1,-1-1 1,0 0 0,0 1-1,0-1 1,0 0 0,0 1-1,0-1 1,0 1-1,0-1 1,0 0 0,-1 1-1,1-1 1,0 0 0,0 1-1,0-1 1,-1 1 0,1-1-1,0 1 1,-1-1 0,1 1-1,0-1 1,-1 1-1,1-1 1,-1 1 0,1-1-1,-1 1 1,1-1 0,-1 1-1,1 0 1,-1-1 0,1 1-1,-1 0 1,0 0 0,1-1-1,-2 1 1,-13-2 68,0 0 1,0 1-1,-27 2 1,8 0-137,30 0 17,1-1 0,-1 1 0,1-1 0,0 1 0,-1 0 0,1 1 0,0-1 0,-1 0-1,1 1 1,0 0 0,0 0 0,0 0 0,-4 4 0,-2 2-13,0 1 0,-11 13 0,17-17 26,0 0 0,1 0 0,-1 0 0,1 1 0,0-1 0,1 1 0,-1-1-1,1 1 1,-1 10 0,0-1 125,-5 30 1678,-3 87-1,9-130-1758,1 1 1,0-1-1,0 0 0,0 1 0,0-1 0,1 0 1,-1 1-1,1-1 0,-1 0 0,1 1 0,0-1 1,0 0-1,0 0 0,0 0 0,0 0 1,1 0-1,-1 0 0,3 3 0,-1-4-10,0 1 0,-1-1 0,1 1 0,0-1 0,1 0 0,-1 0 0,0-1 0,0 1 0,0-1 0,0 1 0,1-1 0,-1 0 0,4 0 0,2 0-11,0 0-1,0-1 1,0 0 0,9-2-1,-14 2-42,-1-1-1,1 1 0,-1-1 0,1 0 1,-1 0-1,1 0 0,-1 0 0,0 0 1,0-1-1,0 1 0,4-6 0,3-4-489,-1 0 0,0-1 0,-1 0-1,0 0 1,-1-1 0,-1 0-1,0 0 1,6-25 0,-3 2-1456,-2 0 1,3-50 0,-2 64 1904,-6 17 2990,-2 312 4408,0-296-7231,1 0-1,0 0 0,0 0 0,1 0 1,4 16-1,-5-24-119,0 1 0,0 0-1,0-1 1,0 0 0,0 1 0,1-1-1,-1 0 1,1 1 0,-1-1 0,1 0-1,0 0 1,0 0 0,0-1 0,0 1-1,0 0 1,0-1 0,0 1 0,1-1 0,-1 0-1,1 0 1,-1 0 0,1 0 0,-1 0-1,1 0 1,5 0 0,-6-1-138,1 1-1,0-1 1,0 0 0,0 0 0,0-1-1,0 1 1,-1-1 0,1 1 0,0-1-1,0 0 1,-1 0 0,1 0 0,0 0-1,-1-1 1,1 1 0,-1 0 0,0-1 0,1 0-1,1-2 1,0-1-475,0 0 0,-1 0-1,1 0 1,-2-1 0,1 1 0,0-1-1,-1 0 1,2-7 0,8-34-5965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1:29:52.7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 1 3282,'0'0'6224,"3"7"-5608,-2-4-617,4 10 603,-1 1 0,0 0 0,-1 0 0,2 27 0,6 255 3792,-13-185-3245,5 138 677,7-197-1713,-7-41-102,-1 0 0,0 1 0,1 15 0,-3-26-91,-9-12-3633,-39-36-4003,27 31 3754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1:29:53.4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65 8084,'0'0'6952,"34"0"-6704,109 3-149,-80-2-82,-47 0-50,-1-1 0,24-3-1,32-16-393,-58 16 225,1 2 1226,-14 1-990,0 1 0,0 0 0,0-1 0,0 1 0,0 0 0,-1-1 1,1 1-1,0 0 0,0-1 0,0 1 0,-1 0 0,1-1 1,0 1-1,-1-1 0,1 1 0,-1 0 0,1-1 0,0 1 0,-1-1 1,1 1-1,-1-1 0,1 1 0,-2 0 0,0 3 48,0 1 0,0 0-1,0 0 1,1 0 0,0 0-1,0 0 1,0 0 0,1 0-1,0 1 1,0-1 0,1 7-1,-1-5 44,-1 35 508,0-21-189,0 0 1,2 1-1,5 33 0,-4-50-392,-1 1 1,1 0-1,-1 0 0,2-1 0,-1 1 1,1-1-1,0 0 0,0 0 0,0 0 1,0 0-1,1 0 0,0-1 0,0 0 1,0 1-1,1-1 0,0-1 0,7 6 1,-7-7-49,0 0 1,1 0-1,-1 0 0,1-1 1,-1 0-1,1 0 1,-1 0-1,1-1 1,0 0-1,9 0 1,-4 0-38,-8-1 24,0 1 0,-1 0 0,1-1 0,0 1 0,-1-1 0,1 0 1,0 0-1,-1 0 0,0 0 0,1 0 0,-1-1 0,0 1 0,1-1 0,-1 1 1,2-3-1,1-1-116,0 0 0,-1-1 0,1 1-1,-1-1 1,5-10 0,2-6-689,-2-1-1,10-32 0,-19 53 739,6-21-370,-1 1-1,0 0 1,-2-1-1,-1 0 1,-1 0-1,-1 0 1,-3-29-1,2 51 465,1-1 1,0 1-1,-1 0 0,1 0 1,-1 0-1,1 0 0,-1 0 0,0-1 1,1 1-1,-1 0 0,0 1 1,0-1-1,0 0 0,0 0 1,0 0-1,0 0 0,0 1 1,0-1-1,0 0 0,0 1 0,0-1 1,0 1-1,0-1 0,-1 1 1,1 0-1,0-1 0,0 1 1,-3 0-1,-39-2 266,32 3-253,5-1 0,0 1 0,0 0-1,0 0 1,0 0 0,0 1 0,0 0 0,0 0 0,1 0 0,-1 1 0,1 0 0,-1 0 0,1 0-1,0 1 1,-5 4 0,7-5-364,1 0 0,-1 0 0,1 0 0,-1 0 0,1 0 0,0 0 0,0 1-1,-2 5 1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1:29:54.0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9 1985,'0'0'10415,"0"-6"-9366,0 4-943,0 3 596,-1 81 1505,2 107 1234,-1-180-3273,1 1 0,-1-1-1,2 1 1,-1-1 0,1 0 0,1 1-1,5 14 1,-7-23-161,-1 0 1,1 0-1,0 0 1,-1 0-1,1-1 0,0 1 1,-1 0-1,1 0 1,0-1-1,0 1 0,0-1 1,0 1-1,-1-1 1,1 1-1,0-1 0,1 1 1,-1-1-9,-1 0 1,1 0 0,-1 0-1,1 0 1,-1 0-1,1 0 1,-1 0-1,1 0 1,0 0 0,-1 0-1,1-1 1,-1 1-1,1 0 1,-1 0 0,0 0-1,1-1 1,-1 1-1,1 0 1,-1-1 0,1 1-1,-1 0 1,0-1-1,1 1 1,-1-1 0,0 1-1,1 0 1,-1-1-1,0 1 1,0-1 0,1 1-1,-1-1 1,0 1-1,0-1 1,0 1-1,0-1 1,0 1 0,0-1-1,0 1 1,0-2-1,6-38-1060,-2-1 0,-2-1 0,-4-49-1,0 14-1136,2 72 2098,0 3 98,0-1 1,0 1 0,0-1 0,0 1-1,0-1 1,0 1 0,1-1-1,-1 1 1,1 0 0,1-4 0,-1 5 55,0 0 0,0 0 0,1 1 0,-1-1 0,0 0 1,0 1-1,1-1 0,-1 0 0,0 1 0,1 0 0,-1-1 1,0 1-1,1 0 0,-1 0 0,1 0 0,-1-1 0,1 1 1,-1 1-1,3-1 0,8 1 196,1 0 0,-1 1 0,0 0 0,0 1-1,0 0 1,0 1 0,-1 0 0,21 11 0,105 33-872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1:29:55.2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23 2753,'0'0'2449,"7"-3"-2337,-4 3 1297,-3-3-673,0 0-736,7-1-800,1 1-513,2-3-3761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1:29:55.6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1 0 160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1:29:56.1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190 122 160,'-160'-91'2302,"133"74"-1628,27 17-667,0 0 0,0 0 0,0 0 0,0 0 1,-1 0-1,1 0 0,0 0 0,0 0 0,0 0 0,0 0 0,0-1 0,0 1 0,0 0 0,0 0 0,0 0 1,0 0-1,-1 0 0,1 0 0,0 0 0,0 0 0,0 0 0,0 0 0,0 0 0,0 0 0,0 0 0,0-1 1,0 1-1,0 0 0,0 0 0,0 0 0,0 0 0,0 0 0,0 0 0,0 0 0,0 0 0,0-1 1,0 1-1,0 0 0,0 0 0,0 0 0,0 0 0,0 0 0,0 0 0,0 0 0,0 0 0,0-1 0,0 1 1,0 0-1,0 0 0,0 0 0,0 0 0,0 0 0,0 0 0,0 0 0,0 0 0,0 0 0,1 0 0,-1 0 1,0-1-1,19-6 2052,3 5 3808,-20 4-5698,0 1 0,-1-1 0,0 0 1,1 0-1,-1 1 0,0-1 0,0 1 0,0-1 0,-1 1 0,2 4 1,-1-2 71,4 18 45,-1 1-1,-2-1 1,0 1-1,-1-1 0,-3 30 1,0 3 61,-5 284 1603,7-337-1941,0-1 0,0 0 1,0 0-1,1 0 0,-1 1 0,0-1 0,1 0 0,0 0 0,-1 0 1,1 0-1,0 0 0,0 0 0,0 0 0,0 0 0,1-1 0,-1 1 1,0 0-1,1 0 0,-1-1 0,1 1 0,-1-1 0,1 0 1,0 1-1,0-1 0,0 0 0,0 0 0,0 0 0,0 0 0,4 1 1,4 0 15,0 0 0,0-1 0,0 0 0,0 0 0,13-2 0,-9 1 65,-11 0-116,0 0 0,0 0 0,0-1 0,0 1 0,0-1 0,0 0-1,0 0 1,0 0 0,0 0 0,-1 0 0,1-1 0,0 1 0,-1-1 0,1 0 0,-1 0 0,1 0 0,-1 0 0,0 0 0,0 0-1,0-1 1,0 1 0,-1-1 0,1 1 0,-1-1 0,1 0 0,-1 0 0,0 1 0,0-1 0,0 0 0,1-5 0,1-10-383,0 1 0,-1 0 1,-1 0-1,-1-23 0,-1 23 22,1-83-208,0 99 601,0-1 0,0 1 0,-1 0 0,1-1 1,0 1-1,-1 0 0,1-1 0,-1 1 0,0 0 0,1 0 0,-1-1 0,0 1 0,0 0 0,0 0 0,0 0 0,0 0 0,0 0 0,0 0 0,0 0 0,0 1 0,0-1 1,-1 0-1,1 1 0,0-1 0,-1 1 0,1-1 0,0 1 0,-1-1 0,1 1 0,0 0 0,-3-1 0,-6 0 44,0 0 1,-1 0-1,-12 1 0,12 1 17,-3-2 97,8 1-90,-1-1 1,1 1-1,0 1 1,-9 0-1,14 0-36,0-1 0,0 0 0,0 0 0,0 1 0,0-1 0,0 0 1,0 1-1,0-1 0,0 1 0,0-1 0,1 1 0,-1 0 0,0-1 0,0 1 0,1 0 0,-1 0 0,0-1 0,1 1 0,-1 0 1,0 0-1,1 0 0,0 0 0,-1 0 0,1 0 0,-1 0 0,1 0 0,0 0 0,0 0 0,0 0 0,-1 0 0,1 0 0,0 1 1,4-2-5,3 0-57,-1-1-1,1-1 1,0 1-1,0-1 0,-1 0 1,0 0-1,1-1 1,-1 0-1,0 0 0,0-1 1,0 0-1,-1 0 1,1 0-1,-1 0 1,0-1-1,7-8 0,0-1-779,0-1 0,-1 0-1,0-1 1,16-34-1,-23 38-135,1-1-1,-2 0 1,0 0-1,-1 0 0,0 0 1,-1 0-1,0-1 1,-2-19-1,1 18 862,0 13 204,0 0 0,0 0 0,0 0 0,-1 0 1,1 0-1,0 1 0,-1-1 0,0 0 0,1 0 0,-1 1 1,0-1-1,0 0 0,0 1 0,0-1 0,0 1 0,0-1 1,0 1-1,-1 0 0,1-1 0,0 1 0,-1 0 0,1 0 1,-1 0-1,0 0 0,1 0 0,-1 0 0,0 0 0,1 1 1,-1-1-1,0 1 0,-3-1 0,-6-1 938,0 1 0,0 0-1,0 0 1,-16 3 0,4-1-394,14-1-260,3-1-210,0 1 1,0 0-1,0 0 1,0 1-1,1-1 0,-1 2 1,0-1-1,0 0 1,-7 4-1,9-2-152,4-3-429,4 0-860,17 0-995,7 0-1576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1:29:56.7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158 11 6275,'0'0'3770,"-6"-2"-3272,-2 0-150,0 0-1,0 1 1,0-1-1,0 2 1,0-1-1,0 1 1,-12 1-1,19 0-300,-1-1-1,1 1 0,-1 0 0,1 0 1,0 0-1,-1-1 0,1 2 1,0-1-1,0 0 0,0 0 0,0 0 1,0 0-1,0 1 0,0-1 0,-1 2 1,-10 24 208,2-1 8,2 1 0,1 0-1,1 0 1,1 0 0,2 0 0,-1 40 0,4-37 92,-1-8 49,1-1 1,1 1-1,7 35 1,-6-50-334,-1 0 1,2-1-1,-1 0 1,1 1-1,0-1 1,0 0-1,0 0 1,1 0-1,0-1 1,0 0-1,1 1 1,0-1-1,0-1 1,0 1-1,11 7 0,-9-7-55,1-1 0,1 0-1,-1 0 1,0-1-1,1 0 1,0-1 0,0 1-1,9 0 1,-13-2-77,0-1 0,0 1 0,0-1 0,0 0 0,0-1 0,-1 1 0,1-1 0,0 0 0,0 0 0,0 0 0,0-1 0,-1 1 0,1-1 0,-1 0 0,1-1 0,4-3 0,-5 3-160,-1-1 0,1 0 1,-1 0-1,0 0 0,0 0 0,-1 0 0,1 0 0,1-6 1,16-43-3766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1:29:57.4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14 5410,'0'0'5547,"0"10"-4888,6 165 2508,-5-56-1147,7 98 330,-8-210-2302,0 1 0,1-1 0,1 0 0,-1 1 0,1-1 0,0 0 0,1 0 0,-1 0 0,1 0 0,8 11 0,-11-17-54,1 0 1,-1-1-1,1 1 0,-1 0 0,1-1 1,-1 1-1,1-1 0,-1 1 0,1-1 1,0 1-1,-1-1 0,1 0 0,0 1 1,-1-1-1,1 0 0,0 1 0,-1-1 1,2 0-1,-1 0-7,-1 0 0,1 0-1,-1 0 1,0 0 0,1-1 0,-1 1-1,0 0 1,1 0 0,-1-1 0,1 1-1,-1 0 1,0 0 0,0-1 0,1 1 0,-1 0-1,0-1 1,1 1 0,-1 0 0,0-1-1,0 1 1,0 0 0,0-1 0,1 0-1,4-27-730,-3-18-1216,-1 0 0,-3-1 0,-1 1 0,-16-74 1,8 77 1741,1 0-1,3-1 1,-4-82 0,11 124 305,0 1 0,0-1 0,0 1-1,1-1 1,-1 1 0,1 0-1,-1-1 1,1 1 0,-1-1 0,1 1-1,0 0 1,0-1 0,-1 1 0,1 0-1,0 0 1,0 0 0,0 0 0,0 0-1,1 0 1,-1 0 0,0 0 0,0 0-1,1 0 1,-1 1 0,0-1 0,1 0-1,-1 1 1,0-1 0,1 1 0,-1 0-1,3-1 1,6-1 155,0 1-1,0 1 0,18 0 1,-14 0 66,-14 0-303,14 0 114,-1 0 1,1 0 0,-1 1 0,0 1 0,1 0 0,-1 1 0,0 0-1,16 7 1,-25-8-91,21 8 105,-2 1 1,34 22-1,-52-30-100,0 1 0,0-1 0,0 1-1,0 0 1,-1 1 0,1-1 0,-1 1-1,0 0 1,-1 0 0,1 0 0,-1 1-1,0-1 1,0 1 0,-1 0 0,1 0-1,1 9 1,-2-6 81,-1 0-1,-1 1 0,1-1 1,-2 1-1,1-1 1,-1 0-1,0 1 1,-1-1-1,0 0 0,-1 0 1,0 0-1,0 0 1,-1-1-1,0 1 1,-1-1-1,1 0 1,-2 0-1,-5 7 0,-111 125 850,-23 29 57,145-169-1018,-8 11-578,10-19-832,1-1 1127,12-19-2135,6-7-2083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1:29:59.2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23 4770,'0'0'8540,"0"-3"-7742,0-16 517,18 18-237,-13 2-1002,-1 0 0,1 0 0,0 0 0,-1 1 0,0 0-1,1-1 1,-1 1 0,0 1 0,0-1 0,0 1 0,0 0 0,0 0 0,-1 0 0,6 5 0,-1 0 23,62 55 598,64 77 1,52 84 444,-178-210-1257,-36-32-2862,-38-51-4809,57 59 5893,-13-15-4491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1:29:59.6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318 1 3554,'0'0'7136,"-11"15"-6114,-5 4-673,5-6 1,1 1-1,0 1 1,-15 28-1,-5 8 548,-43 57-1,-8 10 110,63-90-698,13-22-210,0 1 0,1-1 0,0 2 0,0-1 0,-6 15 1,10-18-83,0-4-81,2-12-4254,9-8-216,1-6-2869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1:30:00.5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318 78 4114,'0'0'3999,"2"-8"-3471,1-3-171,1-9-27,-2-2 2708,-3 21-2988,1 0 1,-1 1 0,0-1-1,1 0 1,-1 0 0,0 1-1,1-1 1,-1 0 0,0 0-1,0 1 1,0-1 0,1 1-1,-1-1 1,0 1 0,0-1-1,0 1 1,0 0 0,0-1-1,0 1 1,0 0 0,0 0-1,0 0 1,-2 0 0,-26-4 0,-5 4 166,-41 1 150,72-1-360,0 1 0,0 0 0,0 0 0,1 0-1,-1 0 1,0 1 0,1-1 0,-1 1 0,1 0 0,-1-1 0,1 1-1,0 0 1,0 0 0,0 1 0,0-1 0,0 0 0,0 1 0,-1 2 0,-1 2 42,0 0 1,0 1 0,1-1 0,-1 1 0,-1 11 0,-3 11 381,2 1-1,2 0 1,0 1 0,2-1 0,4 54 0,-2-82-434,1 0 1,0 0 0,-1 0-1,1 0 1,0-1-1,0 1 1,0 0 0,1 0-1,-1 0 1,1-1-1,-1 1 1,1-1 0,0 0-1,0 1 1,0-1-1,0 0 1,1 0 0,2 2-1,4 2-3,1 0 0,0-1 0,19 7 0,-21-9-7,1 0-1,-1 1 0,0 0 0,-1 0 1,14 10-1,-20-13 8,-1-1 0,1 1 1,-1-1-1,1 1 0,-1 0 1,1-1-1,-1 1 0,1 0 1,-1 0-1,0-1 0,0 1 1,1 0-1,-1 0 0,0-1 1,0 1-1,0 0 0,0 0 1,0 0-1,0-1 0,0 1 0,0 0 1,0 0-1,0 0 0,0-1 1,-1 1-1,1 0 0,0 0 1,0 0-1,-1 1 0,0-1 2,0 0 0,0 1 0,0-1 0,0 1 0,0-1 0,0 0 0,0 0 0,-1 0 0,1 0 0,0 0 0,-1 0 0,1 0 0,-3 1 0,-113 37 215,108-37-386,-1 1 1,-1-1 0,1-1-1,0 0 1,0 0-1,-13-1 1,22 0 125,1 0-42,-1-1 0,1 1 0,-1 0 0,1 0 0,-1-1 0,1 1 0,0 0 0,-1 0 0,1-1 0,-1 1 0,1-1 0,0 1 0,-1 0 0,1-1 0,0 1 0,0-1 0,-1 1 0,1-1 0,0 1 0,0 0 0,0-1 0,0 1-1,-1-1 1,1 1 0,0-1 0,0 1 0,0-1 0,0 1 0,0-2 0,0-18-2258,0 16 1426,0-20-3458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1:30:01.7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103 14 3458,'0'0'8294,"6"0"-4909,29 0-2720,56-6-1154,12-1-151,-102 7 630,-1 10-22,-1-6 62,0 0 0,0-1 0,0 1 0,0-1 0,0 1 1,-1-1-1,0 1 0,1-1 0,-1 0 0,-5 6 0,-5 11 18,2-4-19,0-1 1,0-1-1,-2 0 1,1 0 0,-2-1-1,0-1 1,0 0-1,-1-1 1,-19 12 0,30-22-7,2-1-19,0 1-1,0-1 0,0 1 0,0-1 0,0 1 1,0-1-1,0 1 0,0 0 0,0 0 1,0-1-1,0 1 0,0 0 0,1 0 0,-2 1 1,2-1-28,125-14-870,-124 13 896,1 0 0,0 0 0,0 0 1,0 0-1,0 0 0,-1 1 0,1-1 0,0 1 0,0-1 1,-1 1-1,1-1 0,0 1 0,-1 0 0,1 0 1,0 0-1,1 2 0,0 0 49,-1 0 1,0 0-1,0 1 0,0-1 1,0 1-1,2 5 0,-3-6-12,7 17 232,-1 0 0,0 0 1,-2 1-1,-1 0 0,0 0 0,-1 0 0,-2 0 1,0 25-1,-2-45-258,1 0 0,0 0 0,-1 0 0,1 0 0,-1 0 0,0 0-1,1 0 1,-1 0 0,0 0 0,1 0 0,-1 0 0,0-1 0,0 1 0,0 0 0,0-1 0,0 1 0,0 0 0,1-1 0,-2 1 0,1-1 0,0 1 0,0-1-1,0 0 1,0 0 0,0 1 0,0-1 0,-1 0 0,-41 6 307,31-4-282,-66 7-162,-54 10-296,122-18-921,-1 0 0,-21 0 1,28-1 330,-14 0-5307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1:30:06.44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293 13 4226,'0'0'3959,"0"0"-3771,0-1 0,0 0 0,0 1 0,0-1 0,0 0-1,0 1 1,0-1 0,0 1 0,-1-1 0,1 0 0,0 1 0,0-1 0,-1 1 0,1-1 0,0 0-1,-1 1 1,1-1 0,0 1 0,-1-1 0,0 0 0,0 2-188,-1-1 0,0 0 0,1 0 0,-1 1 1,0-1-1,1 1 0,-1 0 0,1-1 0,-1 1 0,1 0 0,-1 0 1,1 0-1,0 0 0,-1 0 0,1 0 0,0 0 0,0 1 0,0-1 0,-2 3 1,-17 32 0,14-22 3,-36 79 41,-39 126 1,16-38 122,22-54-83,43-142-4967,0-20 2115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1:30:06.92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 2977,'0'0'4253,"0"5"-3130,3 28-164,0 1 1,2-1-1,12 38 0,2 20 89,70 298 1559,-56-300-2347,-7-18 16,-26-71-303,1 1 0,-1-1 0,0 0 0,0 0 0,0 1 0,0-1 0,0 0 1,0 0-1,1 1 0,-1-1 0,0 0 0,0 1 0,0-1 0,0 0 0,0 0 0,0 1 0,0-1 0,0 0 0,0 1 1,0-1-1,0 0 0,0 1 0,-1-1 0,1 0 0,0 0 0,0 1 0,0-1 0,0 0 0,0 0 0,-1 1 1,1-1-1,0 0 0,0 0 0,0 0 0,-1 1 0,1-1 0,0 0 0,-1 0 0,-11-3-635,-11-12-582,10 2-1283,-21-23 1,12 5-596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1:30:07.28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16 6851,'0'0'2465,"193"0"-1552,-133 0-689,-6 0-224,-11-6-352,-11 0-817,-11 2-1568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1:30:07.84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162 111 2945,'0'0'5307,"-2"0"-4894,1 0-376,1 0 1,0 0-1,-1 0 0,1 0 0,-1 0 0,1 0 0,-1 0 0,1 0 0,-1 0 0,1 0 1,0-1-1,-1 1 0,1 0 0,-1 0 0,1 0 0,0-1 0,-1 1 0,1 0 1,0-1-1,-1 1 0,1 0 0,0-1 0,0 1 0,-1 0 0,1-1 0,0 1 0,0 0 1,-1-1-1,1 1 0,0-1 0,0 0 0,-1-17 1927,1 8-1589,0 8-349,0 0 0,0 0 1,1 0-1,-1 0 0,1-1 0,-1 1 0,1 0 0,0 0 0,0 0 0,0 0 0,0 1 0,0-1 1,0 0-1,0 0 0,1 0 0,1-2 0,1 1-17,-1 0 1,1 1-1,0-1 1,0 1-1,0-1 0,0 1 1,7-2-1,0 0-12,-1 1 0,1 1 0,1 0 1,-1 0-1,19 0 0,-24 2 9,-5 0 3,-1-1 0,1 1 0,0 0 0,-1 0-1,1 0 1,0 0 0,-1 0 0,1 0 0,-1 0 0,1 0 0,0 0 0,-1 0-1,1 0 1,-1 1 0,1-1 0,0 0 0,-1 0 0,1 0 0,-1 1 0,1-1-1,-1 0 1,1 1 0,-1-1 0,1 1 0,-1-1 0,1 0 0,-1 1 0,1-1-1,-1 1 1,0-1 0,1 1 0,-1-1 0,0 1 0,1 0 0,-1-1 0,0 1-1,0-1 1,0 1 0,0 0 0,1-1 0,-1 1 0,0-1 0,0 1 0,0 0-1,0-1 1,0 1 0,-1 1 0,2 7 129,0-1 0,-1 1 0,0 0-1,0 0 1,-1 0 0,-1 0 0,1 0 0,-1 0 0,-1-1-1,0 1 1,-4 10 0,-9 4-8,-1 0-1,-1-1 0,-1-1 1,-21 19-1,9-8-93,27-28-38,3-3-13,0 0 0,0 0 0,-1 0 0,1 0-1,0 0 1,0 1 0,0-1 0,0 1 0,0-1 0,1 1 0,-1-1 0,0 1 0,1-1 0,-1 1 0,1-1 0,-1 1 0,1 0 0,0 2 0,6-4-420,52 0-179,89 1 705,-145-1-90,0 0-1,-1 0 0,1 0 1,0 0-1,0 0 0,-1 1 1,1-1-1,0 0 0,-1 1 1,1 0-1,-1-1 0,1 1 1,-1 0-1,1 0 0,-1 0 1,1 0-1,-1 0 0,0 0 1,1 0-1,-1 0 0,0 1 1,0-1-1,1 2 0,-1 0 1,0 0 0,0 0 0,0 1 0,-1-1 0,1 0 0,-1 0-1,0 0 1,0 1 0,0-1 0,0 0 0,-1 5 0,0-5 16,0 0 1,0 0-1,0 0 1,0 0 0,-1 0-1,1 0 1,-1 0-1,0 0 1,1 0-1,-1-1 1,-1 1-1,1-1 1,0 1-1,-1-1 1,-3 3-1,-6 4 40,-1-1 0,-16 8 0,14-8-55,-257 129-87,259-132-710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1:30:08.58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263 1 4898,'0'0'8791,"0"2"-8570,-1 3-157,0 0 0,0 0-1,0 0 1,-1 0-1,0 0 1,0 0-1,0-1 1,-1 1 0,1-1-1,-6 7 1,-7 14 106,-107 262 782,81-181-831,-19 41-97,77-217-2385,-12 53 1805,37-96-6124,-25 75 4498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1:30:08.94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5 4370,'0'0'6360,"3"-2"-5738,-2 1-569,0 1 1,0 0-1,0-1 0,0 1 1,-1 0-1,1 0 1,0 0-1,0-1 1,0 1-1,0 0 0,0 0 1,0 0-1,0 0 1,0 0-1,0 1 0,0-1 1,0 0-1,-1 0 1,1 1-1,0-1 0,0 0 1,0 1-1,0-1 1,0 1-1,-1-1 0,2 2 1,19 26 773,-20-27-820,32 58 1071,-2 1 0,34 98 0,-38-90-628,-2 1 31,28 128 1,-53-197-544,0 0 0,0 1 0,1-1 1,-1 1-1,0-1 0,0 0 0,-1 1 0,1-1 0,0 0 0,0 1 1,0-1-1,0 1 0,0-1 0,0 0 0,0 1 0,0-1 0,-1 0 1,1 1-1,0-1 0,0 0 0,-1 1 0,1-1 0,0 0 0,0 0 1,-1 1-1,1-1 0,0 0 0,-1 0 0,1 1 0,-1-1 0,-15 4-1193,-26-5-1198,35 0 1359,-21-4-2300,2-11-333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1:30:09.30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0 116 8212,'0'0'3906,"189"-77"-3858,-135 61-48,-8 3-1393,-14 4-2177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1:30:15.36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145 1 2481,'0'0'5477,"-2"0"-5071,0 0-284,0 0 0,1 0 0,-1 0 0,0 0 0,0 1 0,1-1 0,-1 0 0,0 1 0,1-1 0,-1 1 0,0 0 0,1 0 1,-1-1-1,1 1 0,-1 0 0,1 0 0,0 0 0,-1 1 0,1-1 0,0 0 0,0 0 0,0 1 0,-2 1 0,1 0-1243,-2 5 3252,4-8-2070,0 0 0,0 0 0,1 1 0,-1-1 0,0 0-1,0 0 1,0 0 0,1 0 0,-1 1 0,0-1 0,0 0 0,1 0-1,-1 0 1,0 0 0,0 0 0,0 0 0,1 0 0,-1 0-1,0 1 1,1-1 0,-1 0 0,0 0 0,0 0 0,1 0-1,-1 0 1,0-1 0,0 1 0,1 0 0,-1 0 0,0 0-1,0 0 1,1 0 0,-1 0 0,0 0 0,0 0 0,1 0-1,-1-1 1,0 1 0,11-3 9,5 0-70,0-1 0,0 2-1,19-1 1,-30 3 4,1 0-1,0 0 0,-1 1 0,1 0 0,-1 0 0,1 0 0,-1 0 0,6 3 1,-9-3-11,0 0 0,0 1 1,0-1-1,0 0 1,0 1-1,-1-1 1,1 1-1,0 0 1,-1 0-1,1-1 0,-1 1 1,0 0-1,0 0 1,1 0-1,-1 1 1,-1-1-1,1 0 0,0 0 1,0 0-1,-1 1 1,1-1-1,-1 5 1,2 21 298,-2 39 0,-1-19-223,0-45-59,1-1 0,-1 0 0,1 0 0,-1 0-1,0 0 1,0-1 0,0 1 0,0 0 0,0 0-1,0 0 1,0-1 0,-1 1 0,1-1 0,-1 1-1,1-1 1,-1 1 0,-2 0 0,-36 26 87,23-18-88,-2 3 5,-1-1-1,0-1 1,-1 0 0,0-2-1,0 0 1,-1-2 0,-43 10 0,137-19 241,-53 2-218,0 1-1,-1 1 0,32 7 0,75 42 201,-92-35-143,-32-16-92,0 1 0,0 0 0,0-1 0,0 1 0,0 0 0,0 0 1,0 0-1,-1 0 0,1-1 0,0 1 0,-1 0 0,1 0 0,-1 0 0,1 1 1,-1-1-1,1 0 0,-1 0 0,0 0 0,0 0 0,1 0 0,-1 0 1,0 1-1,0-1 0,0 0 0,0 0 0,0 0 0,-1 0 0,1 3 1,-1 3-124,1-7 67,0 0 1,0 0-1,0 1 1,0-1-1,0 0 1,0 0-1,0 0 1,0 0-1,-1 1 1,1-1-1,0 0 1,0 0-1,0 0 1,0 0-1,0 0 1,-1 1-1,1-1 1,0 0-1,0 0 0,0 0 1,-1 0-1,1 0 1,0 0-1,0 0 1,0 0-1,0 0 1,-1 0-1,1 0 1,0 0-1,0 0 1,-1 0-1,1 0 1,-1 0-107,-15 2-2642,-8 0-1944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1:30:16.41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428 0 4994,'0'0'4346,"-12"2"-4044,6 2-180,-1 0 0,1 0 0,0 1 0,0 0 0,0 0 0,1 1 1,-10 11-1,-2 2 272,-14 15-24,2 1 1,2 1-1,1 1 0,-29 57 1,-65 168 506,109-235-832,0-3 1,1 1 1,-11 48-1,22-84-905,-1-1-800,2 0 1,-1 1-1,5-16 0,8-11-2420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1:30:16.82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0 2081,'0'0'7353,"9"1"-6732,-2 0-412,-5-2-147,0 1-1,0 0 1,1 0 0,-1 0-1,0 1 1,0-1-1,0 0 1,1 1-1,-1 0 1,0-1-1,0 1 1,0 0-1,0 0 1,0 0-1,0 0 1,0 0 0,-1 1-1,1-1 1,0 1-1,-1-1 1,1 1-1,-1 0 1,3 2-1,32 69 1488,-4 2 0,32 108-1,-21-57-1042,-35-103-434,0-4-19,-1 0 1,-1 0 0,-1 1 0,-1-1 0,-1 1-1,2 21 1,-6-40-117,1 1-1,0 0 1,-1 0-1,1-1 1,-1 1-1,0 0 1,0 0-1,0-1 1,1 1-1,-1-1 1,-1 1-1,1-1 1,0 1-1,0-1 1,0 0-1,-1 0 0,1 1 1,-1-1-1,1 0 1,-1 0-1,1 0 1,-1-1-1,0 1 1,1 0-1,-5 0 1,4 0-257,0 0 0,0-1 1,0 1-1,0-1 0,0 1 1,0-1-1,0 0 0,0 0 0,0 0 1,0 0-1,0 0 0,0-1 0,0 1 1,0-1-1,0 1 0,0-1 1,0 0-1,0 1 0,0-1 0,1 0 1,-1 0-1,0-1 0,0 1 1,-2-2-1,-12-20-3599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1:30:17.21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0 113 8324,'0'0'4834,"232"-81"-3954,-168 69-639,-10-1-241,-15 6-129,-11 7-223,-10 0-1024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1:30:17.57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1 152 6723,'0'0'2110,"1"-10"-2038,5-121 147,-6 130-199,0 1 0,0 0 0,0-1 0,0 1 0,0-1 0,0 1 0,0-1 0,1 1 0,-1 0 1,0-1-1,0 1 0,0-1 0,1 1 0,-1 0 0,0-1 0,0 1 0,1 0 0,-1-1 0,0 1 0,0 0 0,1 0 0,-1-1 0,1 1 0,-1 0 0,0 0 0,1-1 0,-1 1 0,0 0 0,1 0 0,-1 0 0,1 0 0,-1 0 0,1 0 0,-1 0 0,0-1 0,1 1 0,-1 0 0,1 0 0,-1 1 0,1-1 1,-1 0-1,0 0 0,1 0 0,-1 0 0,1 0 0,-1 0 0,0 1 0,1-1 0,-1 0 0,1 0 0,-1 0 0,0 1 0,1-1 0,-1 0 0,0 1 0,1-1 0,2 5 140,-1 0 1,1 0-1,-1 1 0,0-1 0,0 0 1,0 1-1,-1-1 0,2 12 0,1 51 698,-4-52-688,1 164 921,-1-99-3985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1:30:18.41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380 1 5715,'0'0'3639,"-5"10"-3351,-26 46 518,-40 57-1,-12 19-309,-83 170 489,147-266-965,15-29-75,11-22-9,3-2-157,1 1-1,18-21 1,4-6-1743,10-21-2278,-18 26 830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1:30:18.77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2 4626,'0'0'2748,"5"0"-2185,-4-1-512,0 1-1,0 0 1,0 0-1,0-1 1,1 1 0,-1 0-1,0 0 1,0 0 0,0 0-1,0 1 1,1-1-1,-1 0 1,0 1 0,0-1-1,0 0 1,0 1-1,0-1 1,0 1 0,0-1-1,0 1 1,0 0 0,0 0-1,0-1 1,0 1-1,0 0 1,0 0 0,-1 0-1,1 0 1,0 0-1,-1 0 1,1 0 0,-1 0-1,1 0 1,-1 0 0,1 0-1,0 2 1,66 201 3972,-35-100-3207,53 186 473,-82-277-1342,0 1-1,-1 0 1,0 0 0,0 18-1,-10-32-2166,-17-6-274,-6-13-1724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1:30:19.12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91 6051,'0'0'2513,"246"-48"-1681,-182 28-672,-14 8-160,-22 5-1840,-10 4-2675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1:30:19.65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17 40 2305,'0'0'4493,"2"-6"-4282,1 1 117,4-9-544,-5 0 5562,-7 15-4335,4-2-872,-1 1 0,1 0 0,-1 0 0,0 0 0,1 0 0,-1 0 0,0 1 0,1-1 0,-1 0 0,-2 2 0,3 4 2,-1 0 0,1 0 0,0 0 0,0 0 0,1 0 0,0 0 0,0 0 0,2 9 1,-1 5 381,-2-17-463,1-1 0,0 1 1,0 0-1,1-1 0,-1 1 1,0 0-1,1-1 1,-1 1-1,1-1 0,0 1 1,2 4-1,-2-6-46,1 0 0,-1 0 0,0 0 0,1 0 0,-1 0 0,1 0 0,-1-1-1,1 1 1,-1-1 0,1 1 0,0-1 0,-1 1 0,1-1 0,0 0 0,-1 0 0,1 1 0,0-1 0,-1-1 0,3 1 0,0 0 5,0 0-1,0 0 1,0 0 0,-1 0 0,1-1 0,0 0 0,0 0-1,-1 0 1,1 0 0,5-3 0,-7 2-40,1 0 1,-1 0-1,0 0 0,1-1 1,-1 1-1,0-1 0,0 1 1,-1-1-1,1 0 0,-1 0 1,1 0-1,1-6 0,-1 2-399,0 0 0,-1 0-1,1 0 1,-2 0-1,1 0 1,-1-13-1,0 13 64,0 6 341,-1 1-1,1-1 1,0 1-1,0-1 1,-1 1-1,1-1 0,-1 1 1,1-1-1,0 1 1,-1 0-1,1-1 1,-1 1-1,1-1 1,-1 1-1,1 0 0,-1 0 1,1-1-1,-1 1 1,1 0-1,-1 0 1,1 0-1,-1-1 1,0 1-1,1 0 0,-1 0 1,1 0-1,-1 0 1,0 0-1,1 0 1,-1 0-1,-24 1 423,19-1-277,5 0-471,-7 0 689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1:30:21.76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10 2513,'0'-9'10597,"0"14"-10565,14 380 2519,10-171-1890,-21-203-992,-3-16-1207,0 3 1165,0-1-1,0 1 0,0 0 1,-1 0-1,1 0 1,-1-1-1,1 1 0,-1 0 1,-2-3-1,-4-6-2150,-4 1-819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1:30:22.71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42 3490,'0'0'2817,"8"-5"-2756,24-17 54,-28 20 96,0 0 0,0 0 1,0 0-1,0 1 0,0-1 0,1 1 0,-1 0 0,0 0 1,1 1-1,-1 0 0,1-1 0,-1 1 0,1 1 0,7 0 1,9 1 102,-14-2-199,1 1-1,0 0 1,0 0 0,0 1 0,-1 0 0,1 1 0,-1-1 0,1 1 0,7 5 0,3 1 13,-15-8-83,-1 0-1,0 1 0,0-1 1,0 1-1,0-1 0,0 1 0,-1 0 1,1 0-1,0 0 0,-1 0 1,1 0-1,-1 0 0,0 0 0,0 1 1,0-1-1,0 0 0,0 1 1,0-1-1,-1 1 0,1-1 0,0 3 1,0 8 214,0 0 0,-1 0 0,-1 13 0,0-3-36,1-16-196,-1 0 1,0 0 0,0 0 0,-1 0 0,0 0 0,0-1 0,0 1 0,-1-1 0,0 1 0,0-1-1,-1 0 1,0 0 0,0-1 0,-5 6 0,1-2-46,0-1 0,0 0 0,-1-1 0,0 0 0,0 0 0,0-1 0,-1 0 0,-10 4 0,19-9-50,0-1 1,1 1 0,-1-1 0,1 0 0,-1 0 0,0 1-1,1-1 1,-1 0 0,0 0 0,1 0 0,-1 0-1,0 0 1,1 0 0,-1 0 0,0 0 0,1 0-1,-1 0 1,0 0 0,1 0 0,-1 0 0,0 0 0,0-1-1,1 1 53,0-1 0,0 1-1,0-1 1,0 1 0,0-1-1,0 1 1,0-1-1,1 1 1,-1-1 0,0 1-1,0-1 1,1 1 0,-1-1-1,0 1 1,0-1 0,1 1-1,-1 0 1,0-1-1,1 1 1,-1 0 0,1-1-1,-1 1 1,0 0 0,1-1-1,-1 1 1,1 0-1,-1 0 1,1 0 0,0-1-1,10-4-56,0-1 0,0 1 0,1 1-1,-1 0 1,1 1 0,0 0 0,0 1-1,1 1 1,-1-1 0,0 2 0,19 1-1,-29-1 99,-1 0 0,1 1 0,0-1 1,-1 1-1,1-1 0,0 1 0,-1 0 0,1 0 0,-1-1 0,1 1 0,-1 0 0,0 1 0,1-1 0,-1 0 0,0 0 0,0 1 0,1-1 0,-1 0 0,0 1 1,-1-1-1,1 1 0,0-1 0,0 1 0,-1 0 0,1-1 0,-1 1 0,1 0 0,-1-1 0,1 4 0,1 8 252,0 0 0,0 26 0,-1-27-120,-1-4-78,2 20 520,-1 1 1,-5 47-1,3-71-553,-1-1 0,1 1 0,-1-1 0,0 1 0,-1-1-1,1 0 1,-1 0 0,0 0 0,0 0 0,0 0 0,0-1 0,-1 0-1,1 1 1,-1-1 0,0 0 0,0-1 0,-6 4 0,-2 1-54,0-1 1,-1 0-1,1-1 1,-26 7-1,21-9-331,-1-1-1,1 0 0,-1-1 0,1 0 0,-27-4 0,41 2-42,0 1-1,0-1 0,0 0 1,1 0-1,-1-1 1,0 1-1,1 0 0,-1-1 1,1 1-1,0-1 0,-3-2 1,-1 0-1016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1:30:23.66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140 30 2577,'-3'-7'12209,"5"4"-12911,3 0 713,0 0 1,0 1-1,1 0 1,-1 0-1,1 1 1,0 0-1,0 0 1,8-1-1,49 0-144,-55 2 146,10 1-113,-18 0 96,1-1 1,-1 0-1,1 1 0,-1-1 1,1 0-1,-1 1 0,1-1 1,-1 1-1,1-1 0,-1 1 1,0-1-1,1 1 0,-1 0 1,0-1-1,0 1 0,1-1 1,-1 1-1,0 0 0,0-1 0,0 1 1,0-1-1,0 1 0,0 0 1,0-1-1,0 1 0,0 0 1,0 14-12,1-8 75,-1 0 0,0 0 0,0 0-1,-1 1 1,0-1 0,0 0 0,0 0 0,-1 0 0,0-1 0,-1 1 0,-4 10 0,-4 0 42,-22 27 0,30-40-99,-1 0 1,1 0-1,-1-1 0,0 1 0,0-1 0,0 0 1,-1 0-1,1 0 0,-1-1 0,1 0 1,-11 4-1,16-8-154,0 0 0,0-1 0,0 1 0,0 0 1,1 0-1,-1 0 0,1 0 0,-1 0 0,1 0 0,0 1 1,-1-1-1,4-1 0,-2 1 89,1 0-1,0 0 1,0 1 0,0 0 0,-1-1-1,1 2 1,0-1 0,1 0-1,-1 1 1,0-1 0,7 2 0,-9-1 55,-1 0 0,1 0 0,-1 0 0,1 0 0,-1 1 0,1-1 0,0 1 0,-1-1 0,0 1 0,1 0 0,-1-1 0,1 1 0,-1 0 0,0 0 0,1 0 0,-1 0 0,0 0 0,0 0 0,0 1 0,0-1 0,0 0 0,0 0 0,0 1 1,0-1-1,-1 1 0,1-1 0,0 0 0,-1 1 0,1 0 0,0 2 0,0 54 1231,-1-34-778,0-21-397,0-1 1,-1 1-1,1 0 1,-1-1-1,1 1 1,-1-1-1,0 0 1,0 1-1,0-1 1,0 0-1,-1 1 1,1-1-1,-1 0 1,1 0-1,-1 0 1,-2 2-1,-1 1-3,0-1-1,0 0 0,0-1 1,-1 1-1,1-1 1,-9 4-1,-2-1-119,-1 0 0,1-1 0,-1-1 0,-19 2 1,10-3-1677,-34-2 1,44-1-923,-1 0-1410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1:30:24.50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0 4002,'0'0'4693,"0"4"-4181,14 237 4453,1-138-4392,9 83 156,-21-173-1544,-2-30-715,-1-35-4297,-3 30 1694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1:30:25.14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1 190 2177,'0'0'4655,"2"-12"-4161,5-39-83,-7 48-289,1 0 0,-1 0 1,1 0-1,0 0 0,0 0 0,1 0 1,-1 0-1,0 0 0,1 0 1,0 1-1,-1-1 0,1 1 0,0-1 1,5-3-1,-1 1 84,0 1 0,0 0 0,0 0 1,10-4-1,3-2-182,-8 4 93,1 0 0,0 0 0,0 2 0,1-1 0,-1 1 0,26-3 0,-7 3 814,51 1 0,-80 3-897,-1 0-1,0 0 1,1 0-1,-1 0 1,0 0-1,0 1 1,1-1-1,-1 0 1,0 1-1,0-1 1,1 1-1,-1-1 1,0 1-1,0 0 1,0-1-1,0 1 1,0 0-1,0 0 1,0 0-1,0-1 1,0 1-1,0 0 1,0 1-1,-1-1 1,1 0-1,0 0 1,-1 0-1,1 0 1,-1 0-1,1 3 1,0 2 86,0 0 1,0 0-1,-1 1 1,1-1-1,-2 8 1,0 2 46,1-10-129,-1 1 0,1-1-1,-1 0 1,-1 0 0,1 1 0,-1-1-1,-1 0 1,1-1 0,-1 1 0,0 0-1,0-1 1,0 1 0,-1-1-1,0 0 1,0 0 0,-5 4 0,-8 7-41,0-2 1,-1 0 0,-22 13 0,29-20-9,9-5-26,-2 1-84,0-1 0,1 1 1,-1-1-1,0 1 1,0-2-1,-1 1 1,1 0-1,0-1 1,-1 1-1,-6 0 1,15-8-1454,-1 3 1473,0 0 0,0 0 1,0 1-1,1-1 0,-1 1 0,1-1 0,-1 1 0,1 1 1,0-1-1,0 0 0,0 1 0,0 0 0,0 0 0,0 0 0,0 0 1,6 0-1,9 0 152,0 0 0,31 3 0,-44-1 18,-1 0 0,1 0 0,-1 1 0,1-1 0,-1 1 0,0 0 0,1 1 0,-1-1 0,0 1-1,-1 0 1,1 0 0,0 0 0,-1 1 0,0 0 0,0 0 0,0 0 0,0 0 0,-1 1 0,1-1 0,-1 1 0,-1 0 0,1 0 0,0 0 0,-1 0 0,0 1 0,0-1 0,-1 0 0,0 1 0,0-1 0,0 1 0,0 0 0,-1 5 0,0 4 180,1-11-210,0 0-1,-1 0 1,0-1 0,0 1 0,0 0-1,-1 0 1,1 0 0,-1 0 0,0 0-1,0 0 1,0-1 0,-1 1 0,1 0-1,-1-1 1,0 1 0,0-1 0,0 0 0,0 1-1,-4 2 1,-2 1-44,-1-1 1,-1 0-1,1 0 1,-1-1-1,0 0 1,0-1-1,-20 6 0,-5-2-218,-39 6 0,36-10-1047,-56-1 0,91-3 732,3 0 466,0 0 1,0 0 0,-1 1 0,1-1 0,0 0 0,0 0 0,-1 0 0,1 0 0,0 0 0,-1 0 0,1 0 0,0 0 0,0 0 0,-1 0 0,1 0-1,0 0 1,0 0 0,-1 0 0,1-1 0,0 1 0,0 0 0,-1 0 0,1 0 0,0 0 0,0 0 0,0 0 0,-1-1 0,1 1 0,0 0-1,0 0 1,0 0 0,0-1 0,-1 1 0,1 0 0,0 0 0,0-1 0,0 1 0,0 0 0,0 0 0,0 0 0,0-1 0,0 1 0,-1 0-1,1-1 1,0 1 0,0 0 0,0-14-3173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1:30:25.71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110 2 4514,'0'0'5952,"18"0"-3871,-1-1-1480,-11 1-383,0 0-1,0 0 0,0 0 1,0 1-1,0-1 0,12 4 1,-16-3-184,-1 0 1,1 0 0,-1 0 0,1 0 0,-1 0-1,1 0 1,-1 0 0,1 1 0,-1-1 0,0 1 0,0-1-1,0 1 1,0-1 0,0 1 0,0-1 0,0 1-1,0 0 1,-1-1 0,1 1 0,-1 0 0,1 0 0,-1 0-1,0-1 1,0 1 0,0 0 0,1 0 0,-2 4-1,2 2 67,-1-6-75,0 1 0,0-1-1,0 1 1,0-1-1,0 1 1,0-1-1,0 1 1,-1-1 0,1 1-1,-1-1 1,0 1-1,0-1 1,-2 5-1,-7 2 0,0 1 0,-1-1-1,0-1 1,0 0 0,-1 0-1,-21 9 1,9-4-24,5-2 3,1 1 1,-33 26-1,51-38-3,0 0 0,-1 0 1,1 0-1,-1 1 0,1-1 0,0 0 0,-1 0 0,1 1 1,0-1-1,-1 0 0,1 0 0,0 1 0,-1-1 0,1 0 1,0 1-1,0-1 0,-1 0 0,1 1 0,0-1 0,0 1 1,0-1-1,-1 0 0,1 1 0,0-1 0,0 1 0,0-1 1,0 0-1,0 1 0,0-1 0,0 1 0,0-1 0,0 1 1,0-1-1,0 0 0,0 1 0,0-1 0,1 1 1,-1 0-1,19 1 265,24-1-55,1 0-503,1-2 1,81-12-1,-83 6-4342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1:30:27.35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79 3586,'0'0'3623,"0"-7"-3525,0-27 296,0 5 3129,1 28-3523,-1 1 1,0-1-1,1 1 0,-1-1 1,0 1-1,1-1 1,-1 1-1,1-1 0,-1 1 1,0 0-1,1-1 0,-1 1 1,1 0-1,-1-1 1,1 1-1,0 0 0,-1-1 1,1 1-1,-1 0 1,1 0-1,-1 0 0,1 0 1,0 0-1,-1 0 1,1 0-1,-1 0 0,1 0 1,0 0-1,-1 0 1,1 0-1,-1 0 0,1 0 1,0 0-1,-1 1 0,1-1 1,-1 0-1,1 0 1,-1 1-1,1-1 0,0 1 1,2 4 50,-1 0 0,1 1 0,-1-1 0,0 1 0,0-1 0,-1 1 0,0 0 0,2 11 0,-1-5-43,6 45 197,4 84 1,-13 62 820,0-77-236,1-125-840,-7-126-7618,4 98 2780,1-11 3675,0 16 1512,2-7-217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1:30:27.95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0 229 1905,'0'0'2001,"3"-22"-2087,7-71 9,-10 88 100,0 1 0,1-1 0,0 0 0,0 0 1,0 0-1,1 0 0,-1 1 0,1-1 0,4-7 0,3-7 266,-9 17-228,1 0-1,-1 0 0,1 0 0,0 0 1,0 0-1,0 0 0,0 0 0,1 1 1,-1-1-1,0 0 0,1 1 0,-1-1 1,1 1-1,-1-1 0,1 1 0,0 0 1,0 0-1,0-1 0,0 1 0,-1 1 1,1-1-1,0 0 0,1 0 0,2 0 1,3 0 326,0 0 0,1 0 0,-1 1 0,16 2 1,-22-2-381,7 2 187,-1 1-1,1 0 1,-1 0 0,0 1 0,0 0 0,-1 0-1,1 0 1,-1 1 0,0 1 0,10 9 0,-11-10-30,0 1 1,0 0 0,-1 0 0,0 1 0,0 0-1,-1 0 1,0 0 0,0 0 0,-1 1 0,1-1 0,-2 1-1,1 0 1,-1 0 0,0 0 0,-1 0 0,0 0 0,0 0-1,-1 0 1,0 1 0,0-1 0,-1 0 0,-3 13 0,3-15-127,-1 0 1,-1 0-1,1-1 1,-1 1-1,0-1 1,0 0-1,0 0 1,-1 0-1,0 0 1,0-1 0,0 0-1,0 1 1,-9 5-1,-7 4-9,-40 23 1,59-36-31,-2 4-1845,11-3 891,22-2 432,-23 0 400,21-1 18,-10 1 212,0 0 0,0 1 0,1 0 0,22 6 0,-36-6-34,1 1-1,-1 0 0,0 0 1,0 0-1,0 1 0,0 0 0,0 0 1,0 0-1,-1 0 0,0 1 1,1 0-1,-1 0 0,-1 0 0,1 0 1,-1 1-1,1-1 0,-1 1 0,3 7 1,-3-4 84,0 0 0,-1 0 0,0 0-1,-1 0 1,1 0 0,-2 1 0,1-1 0,-1 0 0,0 1 0,-2 9 0,1-14-118,0 0-1,0-1 1,-1 1-1,1-1 1,-1 1 0,0-1-1,0 0 1,0 0 0,0 0-1,0 0 1,-1 0 0,1 0-1,-1-1 1,0 1 0,0-1-1,0 1 1,0-1 0,0 0-1,-7 3 1,-6 3 34,-1-1 1,-29 9 0,44-16-70,-31 10-59,-1-2 1,-1-1-1,1-2 1,-60 2 0,94-24-6734,3-2 1928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1:30:28.31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 7091,'0'0'5203,"0"179"-4755,0-137-240,0-7-64,0-6-144,0-10-288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1:30:29.16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 0 5843,'0'0'4706,"0"30"-2454,-1 91-1793,8 237 1976,-3-334-3022,-4-98-6074,0 39 2808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1:30:29.80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1 144 1024,'0'0'3541,"0"-9"-2808,0-46-98,0 52-514,1 0 0,0-1 0,-1 1 0,1 0 0,1 0 0,-1 0 0,0 0 0,1 0 0,0 0 0,0 0 0,0 1 0,0-1 0,0 0 0,0 1 0,0 0 0,1-1 0,0 1-1,3-2 1,-2 1-113,0 0 0,0 0 0,0 1-1,0 0 1,1-1 0,0 2-1,-1-1 1,1 0 0,0 1-1,0 0 1,7-1 0,129 3 731,-139-1-652,1 0-1,-1 0 1,0 0 0,0 1-1,0-1 1,0 1 0,0 0 0,1-1-1,-1 1 1,0 0 0,-1 0-1,1 0 1,0 1 0,0-1 0,0 0-1,-1 1 1,1-1 0,-1 1 0,1-1-1,-1 1 1,1 0 0,-1 0-1,0 0 1,0-1 0,0 1 0,0 0-1,1 4 1,0 3 187,0 0-1,-1 0 1,0 1-1,-1-1 1,0 12-1,0-9-108,0-5-92,-1 0 0,0 0 0,0-1 1,0 1-1,-1 0 0,0 0 0,0-1 0,0 0 1,-1 1-1,0-1 0,-1 0 0,1 0 0,-6 6 1,-5 5-48,-1-1 1,-30 25-1,22-21-52,22-19-223,122-1-1306,-114 0 1607,-1 1-1,1-1 1,-1 1-1,0 1 1,1-1-1,-1 1 1,0 0 0,0 1-1,0-1 1,0 1-1,0 0 1,-1 1-1,0-1 1,10 9 0,-12-9 9,1 0 0,-1 1 0,0 0 0,0-1 0,-1 1 0,1 0 0,-1 0 0,0 0 0,0 1 0,0-1 0,0 0 0,-1 1 0,0-1 0,0 1 0,0-1 0,-1 1 0,1 0 0,-1-1 0,0 1 0,0 0 0,-1 5 0,0-8-49,1 0 1,-1 0 0,0 0-1,0-1 1,1 1-1,-1 0 1,0-1 0,0 1-1,-1-1 1,1 1-1,0-1 1,0 0 0,-1 1-1,1-1 1,-1 0 0,1 0-1,-1 0 1,1 0-1,-1 0 1,0 0 0,0 0-1,1-1 1,-3 1-1,-5 2 12,0-1-1,0 0 1,-13 1-1,18-3-19,-190 7-1605,164-7-146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1:30:30.48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72 8 3169,'0'0'7647,"-18"0"-5094,16 0-2510,0 0 0,-1 0 0,1 1 0,0-1 0,0 1 0,0 0 1,0 0-1,0-1 0,0 1 0,0 0 0,1 1 0,-1-1 0,0 0 0,0 0 1,1 1-1,-1-1 0,1 1 0,-1-1 0,1 1 0,0 0 0,0 0 0,-1 0 0,1-1 1,0 1-1,1 0 0,-1 0 0,0 0 0,1 0 0,-1 1 0,0 2 0,-1 8 254,0-1 0,1 1 0,0 23 0,1-29-87,0 4-6,-1-5-60,1 1 0,1-1 0,-1 1 1,1-1-1,0 0 0,2 9 1,-2-13-124,0-1 1,0 1-1,0 0 1,0-1 0,0 1-1,0-1 1,0 1-1,1-1 1,-1 1-1,1-1 1,-1 0 0,1 0-1,-1 1 1,1-1-1,0 0 1,-1-1-1,1 1 1,0 0 0,0 0-1,0-1 1,0 1-1,-1-1 1,1 0-1,0 1 1,3-1 0,1 1-6,1-1 0,0 0 0,-1 0 0,1 0 0,0 0 0,-1-1 1,1-1-1,-1 1 0,10-4 0,-11 3-24,-1 0 1,1-1-1,-1 0 0,0 0 1,0 0-1,0 0 0,0-1 0,0 1 1,-1-1-1,0 0 0,1 0 1,3-7-1,-2 2-324,0 0-1,-1 0 1,0 0-1,-1 0 1,0-1 0,0 1-1,-1-1 1,0 0 0,-1 0-1,0 1 1,-1-19-1,0 26 289,0 1 0,0-1-1,0 1 1,-1-1-1,1 1 1,-1-1-1,1 1 1,-1-1 0,1 1-1,-1 0 1,0-1-1,0 1 1,0 0-1,0 0 1,0 0 0,0-1-1,0 1 1,0 0-1,0 0 1,0 1-1,-1-1 1,1 0 0,0 0-1,0 0 1,-1 1-1,1-1 1,-1 1 0,1-1-1,-1 1 1,1 0-1,-1-1 1,-1 1-1,-8-1 376,0 0 0,0 0-1,-17 2 1,11-1 682,16 0-1002,1 0 0,0 0-1,-1 0 1,1 0 0,0 0-1,-1 0 1,1 0 0,0 0 0,-1 0-1,1 1 1,0-1 0,-1 0 0,1 0-1,0 0 1,-1 0 0,1 0 0,0 1-1,-1-1 1,1 0 0,0 0-1,0 0 1,-1 1 0,1-1 0,0 0-1,0 0 1,0 1 0,-1-1 0,1 0-1,0 1 1,0 0 0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1:30:51.6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33 2097,'0'0'3580,"1"-32"1257,0 32-4813,0 1-1,0-1 1,0 1-1,0 0 1,0 0-1,0-1 0,0 1 1,-1 0-1,1 0 1,0 0-1,0 0 1,-1 0-1,1 0 1,-1 0-1,1 0 1,-1 0-1,1 0 1,-1 0-1,1 0 1,-1 0-1,0 0 1,0 3-1,8 33 330,-7-30-205,6 32 159,-1 0 1,-1 53 0,-5 263 436,1-349-709,-1 1 1,-1-1-1,1 0 0,-1 0 0,0 0 1,0 1-1,-1-1 0,-3 9 1,4-44-8750,-2 17 4272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1:30:51.9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16 4194,'0'0'5410,"89"-16"-5041,-71 16-49,4 0-112,-5 0 64,-2 0-160,-1 0-80,4 0-32,-4 0 0,-3 0-192,3 0-1233,-11 0-1008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1:30:53.0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 10 1713,'-3'-1'6975,"-4"3"-6067,6 4-642,0 1-1,0-1 1,1 1 0,0 0-1,0-1 1,1 11-1,1 6 523,-3 10 65,0-14-244,3 35-1,-1-52-582,0 0 1,0 0-1,-1 0 0,1 0 0,1 0 0,-1 0 0,0 0 1,0 0-1,1-1 0,-1 1 0,1-1 0,-1 1 0,1-1 1,0 1-1,0-1 0,-1 0 0,1 0 0,0 0 0,0 0 1,0 0-1,0 0 0,0-1 0,1 1 0,-1 0 0,0-1 1,3 0-1,8 3 160,0-2 0,25 1 0,-35-2-199,0 0-1,0-1 1,0 1 0,0-1 0,0 0 0,-1 1-1,1-1 1,0 0 0,-1-1 0,1 1 0,0 0-1,-1-1 1,1 1 0,-1-1 0,0 0 0,0 0-1,0 0 1,0 0 0,0 0 0,0 0 0,0-1-1,0 1 1,-1-1 0,0 1 0,1-1 0,-1 0-1,0 1 1,0-1 0,0 0 0,0-4 0,3-9-163,-2-1 0,0 1 0,-1-1 1,-1-19-1,0 24 149,0 12 42,0-1 1,0 0 0,-1 0 0,1 1-1,0-1 1,-1 0 0,1 1 0,0-1-1,-1 1 1,1-1 0,-1 1 0,1-1 0,-1 1-1,1-1 1,-1 1 0,1-1 0,-1 1-1,0-1 1,1 1 0,-1 0 0,-1-1 0,-19-8 27,3 1-31,18 8-10,-1-1 3,-1 1 1,1-1-1,0 0 0,0 0 1,-1 0-1,1 0 1,0-1-1,0 1 1,0 0-1,0 0 0,0-1 1,0 1-1,1 0 1,-1-1-1,-1-2 0,-22-2-66,12 1-31,-11 0-149,22 5 237,0 0-1,0 0 1,0 1 0,0-1-1,0 0 1,0 1 0,0-1-1,0 1 1,1 0-1,-1-1 1,0 1 0,0 0-1,0-1 1,1 1 0,-1 0-1,0 0 1,1-1 0,-1 1-1,1 0 1,-1 0 0,1 0-1,-1 0 1,1 1 0,-3 7-46,1 0 1,0 0 0,0 0-1,1 0 1,0 0 0,1 1-1,0-1 1,2 11 0,-1 7-3283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1:44:44.598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3075 310 1857,'0'0'5752,"-7"-20"-5147,0-3-442,-28-69 504,33 87-591,-1 0-1,0 1 1,0 0 0,0-1-1,0 1 1,0 0-1,-1 0 1,0 1 0,0-1-1,0 1 1,0 0-1,-1 0 1,1 0 0,-1 1-1,1-1 1,-1 1 0,-9-3-1,-7-1-99,0 1 0,-44-4 0,40 5 93,-180-35 73,81 14 143,67 16-160,-87-3 0,-60 13-63,84 0-46,-126 15 53,63-2 110,58-8-39,0 5-1,-151 34 1,217-28-140,1 3 1,-78 38-1,-7 3 26,99-42 59,0 2 1,1 3-1,-67 47 0,-52 66 378,112-90-392,32-31-46,0 2 1,1 0 0,2 1-1,-15 20 1,23-27 1,0 1-1,0-1 1,1 1 0,1 0-1,0 0 1,1 1 0,0 0-1,-3 20 1,-2 217 232,9-200-249,1-35-4,0-1 0,1 1 0,1-1 0,0 0 0,8 20 0,32 71 81,-30-81-63,1 0 1,2-1-1,0 0 0,1-2 0,1 0 1,2 0-1,0-2 0,26 21 1,-13-15 68,1-2 0,1-1 1,1-2-1,75 33 1,-70-39-70,2-2 0,-1-1 0,49 6-1,133 8 56,-212-25-77,360 24 169,-56-25-137,-31-38-35,-154 17 2,-70 13 1,-1-3-1,0-3 0,-1-2 1,0-3-1,62-30 0,271-156 5,-325 164-7,-2-2 0,80-69 1,-105 76 10,0-2 0,-3-2 0,-1-2 0,33-51 0,-58 75-14,-1 0 1,0-1 0,-2 0 0,0 0 0,-1-1 0,-1 0-1,-1 0 1,4-30 0,-4-11-66,-2-92 0,-4 89 49,1 53 3,-1 0 0,-1-1 1,1 1-1,-2 0 0,1 1 0,-2-1 0,1 0 1,-9-16-1,-4-1 11,-31-43 0,16 26 25,13 16 0,-2 1 0,-1 1 0,-2 1 0,0 1 0,-42-35 1,55 54-34,0 0 1,0 0 0,-1 1-1,1 0 1,-1 1 0,0 0 0,0 0-1,-1 2 1,1-1 0,-15 0 0,-16 0 14,-64 3 1,42 2 45,41-3-22,-25 3-18,47-2-12,0 0 1,0 0 0,0 1 0,0-1 0,0 0 0,0 1 0,0-1 0,0 1 0,0-1 0,0 1-1,0 0 1,0 0 0,0-1 0,0 1 0,1 0 0,-1 0 0,0 0 0,0 0 0,1 0 0,-1 0-1,1 0 1,-1 0 0,1 0 0,-1 1 0,-3 26-2046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1:44:47.578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3363 428 5314,'0'0'2799,"-6"-16"-2444,-21-52 101,24 60-285,-1 1 1,1 0-1,-1 1 1,-1-1-1,1 0 1,-1 1-1,0 0 0,-1 0 1,1 1-1,-11-9 1,0 1 55,-6-3-106,0 0 0,-1 1 0,-1 1 0,-40-17 0,-1 0-75,26 10-9,-1 3 0,0 1 0,-1 2 0,-1 2 0,-1 1 1,0 3-1,0 1 0,0 2 0,-66 0 0,-542 3 283,622 4-310,-1 1 1,-56 12-1,-58 25 6,109-29-10,-108 30-15,25-9 477,-218 90-1,-5 41 91,307-146-441,1 2 0,0 1 0,1 2 0,1 1 0,1 2 0,1 0 0,-49 57 0,-122 162 329,177-212-370,2 0 0,-26 50-1,39-66-14,1 2 0,0-1-1,2 1 1,0-1-1,1 1 1,0 1-1,-1 26 1,3-16 119,2 0 0,5 34-1,-4-51-135,2 0-1,-1 0 0,1 0 0,1 0 1,0-1-1,1 1 0,0-1 0,8 12 0,6 4 22,1 0 1,2-2-1,0 0 0,1-1 0,2-2 0,0 0 0,29 17 0,204 108 325,-228-131-353,-26-13-36,338 163 184,-273-140-185,1-2 0,0-3 0,2-4 0,0-3 0,78 5 0,370-7 0,-348-12 0,-90 2 3,-31 1-1,1-2 0,-1-2 0,79-14 0,-73 2-5,0-2 0,-1-2-1,-1-2 1,59-32 0,-47 12-8,-1-3-1,-2-2 1,99-93 0,-142 119 16,-1-1 0,-2 0 0,0-1 1,-1-1-1,14-25 0,-21 29-9,0 0 0,-2-1-1,0 0 1,-1-1 0,-1 0 0,-1 0-1,4-27 1,-2-42 18,-4-113 0,-3 117-42,-3 41 19,-2 0 0,-1 0 1,-14-47-1,8 40 32,-8-88 0,19 125-36,-1 0 1,0 1 0,0-1 0,-1 1-1,-1-1 1,0 1 0,-1 0 0,-1 1 0,0-1-1,0 1 1,-17-22 0,-26-30 145,34 46-113,1 0-1,0-1 0,2-1 0,-13-24 0,25 43-59,0 1 27,0 0-1,0-1 0,0 1 1,0 0-1,0-1 0,0 1 1,-1 0-1,1 0 0,0-1 1,0 1-1,0 0 1,0-1-1,-1 1 0,1 0 1,0 0-1,0-1 0,-1 1 1,1 0-1,0 0 0,0 0 1,-1-1-1,1 1 0,0 0 1,-1 0-1,1 0 0,0 0 1,0 0-1,-1 0 0,1-1 1,0 1-1,-1 0 0,1 0 1,-1 0-1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1:45:48.132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120 236 4034,'0'0'4423,"-2"-2"-4868,-7-5-316,5 4 412,1 1 1,-1-1-1,1 0 1,-1 0-1,1-1 1,0 1-1,0-1 1,1 1 0,-1-1-1,1 0 1,0 0-1,0 0 1,0 0-1,0 0 1,1-1-1,0 1 1,-1-1-1,1-7 1,1-87 2834,-1 96-2300,0 1 0,-1 0 0,1 0 1,0-1-1,-1 1 0,1 0 0,-1 1 0,1-1 0,-1 0 0,0 0 0,0 1 1,0-1-1,0 1 0,0-1 0,0 1 0,-4-2 0,-8-6 873,-2 2 3296,28 21-3817,135 118 665,-60-56-837,551 567 1088,-523-508-1218,216 230-48,-312-346-197,2-1 0,0-1-1,1-1 1,0-1-1,32 15 1,-43-20-841,-24-12-1050,-143-81-4245,103 57 393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1:45:48.534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929 8 7732,'0'0'3468,"5"-2"-3244,-4 1-219,-1 1 0,1-1 1,-1 1-1,0 0 0,1-1 1,0 1-1,-1 0 0,1-1 0,-1 1 1,1 0-1,-1 0 0,1-1 0,0 1 1,-1 0-1,1 0 0,-1 0 0,1 0 1,0 0-1,-1 0 0,1 0 1,-1 0-1,1 0 0,0 0 0,-1 0 1,1 1-1,-1-1 0,1 0 0,0 0 1,-1 1-1,1-1 0,-1 0 1,1 0-1,-1 1 0,1-1 0,-1 1 1,1-1-1,-1 0 0,0 1 0,1-1 1,-1 1-1,1 0 0,0 3 17,-1-1 0,0 0 0,0 0 1,0 1-1,0-1 0,0 0 0,-1 0 0,1 0 0,-1 1 0,-2 4 0,-5 13 102,-1-1-1,-1-1 1,0 0-1,-25 33 1,13-19-64,-263 471 428,46 20-269,208-452-219,-122 293 68,23 0-75,129-361 0,-4 9-43,1 0-1,1 0 1,0 1-1,1-1 1,-1 23 0,3-36 3,0 0-1,0 1 1,0-1 0,0 0 0,0 1 0,0-1 0,0 0 0,1 1 0,-1-1-1,0 0 1,0 1 0,0-1 0,0 0 0,0 1 0,1-1 0,-1 0 0,0 0 0,0 1-1,0-1 1,1 0 0,-1 0 0,0 1 0,1-1 0,-1 0 0,0 0 0,0 0 0,1 1-1,-1-1 1,0 0 0,1 0 0,-1 0 0,0 0 0,1 0 0,-1 0 0,0 0 0,1 0-1,-1 0 1,0 0 0,1 0 0,-1 0 0,0 0 0,1 0 0,-1 0 0,0 0 0,1 0-1,17-7-1720,24-27-2583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1:45:49.402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0 5 10181,'0'0'2932,"0"-2"-2575,1-1-206,7 5-11,18 14-45,-2 2-1,0 1 1,22 22 0,39 42 274,-3 3 0,-4 4 0,97 146 1,167 322 1103,-252-401-1051,-66-116-306,152 246 334,-133-223-332,3-3 0,71 74 0,-101-119-29,1 0 0,1-2-1,0 1 1,28 15 0,-36-24-62,1-1 1,-1 0-1,1-1 0,1 0 1,-1 0-1,1-2 1,-1 1-1,1-1 1,22 0-1,-27-2-1,1 1-4,-1-1 1,0-1 0,0 1-1,1-1 1,10-3 0,-16 3-37,0 0 0,0 0 0,0 0 0,0 0 0,0 0 0,0-1 0,0 1 0,0-1 0,0 0 0,-1 1 0,1-1 0,-1 0 0,1 0 0,-1 0 1,0 0-1,0 0 0,0 0 0,0-1 0,1-3 0,2-5-376,-1-1 0,-1 1 0,0-1 0,0 1 0,-1-1 0,-1 0 0,0 0 0,-1 1 0,0-1 0,0 0 0,-2 1 0,1-1 0,-1 1 0,-1 0 0,0 0 0,-1 0 0,-11-20 1,-35-42-4022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1:45:49.762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1846 1 7587,'0'0'5347,"-112"213"-4739,70-138-16,-20 30 257,-22 34-321,-28 49 160,-34 44-15,-42 42-465,-28 26-144,-18-8-64,18-33-336,41-45-1313,50-53-736,46-49-737,24-29-2304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1:56:18.84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1 160,'0'0'945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1:56:19.85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263 180 176,'0'0'3103,"4"-11"-2634,1 0-311,1-3 499,0-1 0,0 1 0,4-22 0,-8 16 1720,0-35 1590,-5 53-3016,3 2-953,-1 0 1,1 0-1,0-1 1,-1 1-1,1 0 1,-1 0-1,1 0 1,0 0-1,-1 0 1,1 0-1,-1 0 1,1 0-1,0 0 0,-1 0 1,1 0-1,-1 0 1,1 0-1,-1 0 1,1 0-1,0 0 1,-1 0-1,1 0 1,0 0-1,-1 1 1,1-1-1,-1 0 1,-4 3 10,0 0 0,1 0 1,-1 1-1,1-1 1,0 1-1,0 0 1,0 0-1,0 0 0,1 1 1,-6 8-1,3-4-6,-62 93 80,-66 134 0,129-228-82,1-1 0,0 1 0,1 0 0,0 0 0,0 0 0,1 0 0,-1 1 0,2-1 0,-2 11 0,3-18-123,0-5-1591,1 0 1487,-1 0 1,1 1-1,-1-1 1,1 0-1,0 1 1,1-1-1,-1 1 1,1 0-1,2-6 1,25-32-1616,-3 3-4,-2-3-423,1 0-1102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1:56:20.19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21 49 3906,'0'0'3231,"0"-6"-2999,1-23 26,0 29-216,-1-1-1,0 0 0,0 0 0,1 1 0,-1-1 0,0 0 0,1 1 0,-1-1 0,1 0 0,-1 1 0,1-1 0,-1 0 0,1 1 1,-1-1-1,1 1 0,0-1 0,-1 1 0,1 0 0,0-1 0,-1 1 0,1 0 0,0-1 0,0 1 0,-1 0 0,1 0 0,0-1 0,0 1 1,-1 0-1,1 0 0,0 0 0,0 0 0,0 0 0,-1 0 0,1 0 0,0 0 0,0 1 0,-1-1 0,1 0 0,0 0 0,0 1 0,-1-1 1,2 1-1,3 6 152,-1-1 0,0 1 1,0 0-1,-1 0 0,0 0 1,0 1-1,0-1 1,2 16-1,-2-12-4,53 242 2323,-40-173-1994,-7-34-378,-2 0-1,2 77 1,-10-122-161,1-1 0,0 1 0,0 0 0,0-1 0,-1 1 1,1-1-1,0 1 0,-1 0 0,1-1 0,-1 1 0,1-1 0,0 0 0,-1 1 0,1-1 0,-1 1 0,1-1 0,-1 1 0,0-1 1,1 0-1,-1 0 0,1 1 0,-1-1 0,1 0 0,-1 0 0,0 0 0,1 1 0,-1-1 0,0 0 0,1 0 0,-1 0 1,0 0-1,-28 0-798,22 0 450,-12 0-537,4 1-485,0-1 0,-19-3 0,-15-10-2347</inkml:trace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1:56:20.55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72 6851,'0'0'1793,"242"-60"-1793,-201 52-176,-3 5-1825,-17 3-4082</inkml:trace>
</inkml:ink>
</file>

<file path=ppt/ink/ink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1:56:21.01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69 3458,'0'0'1051,"21"-1"2588,-14-13 358,-6 24-3243,-1 62 756,0-71-1477,1 1-1,-1 0 0,0 0 0,1 0 0,-1 0 1,1-1-1,-1 1 0,1 0 0,0-1 1,0 1-1,0 0 0,0-1 0,0 1 1,0-1-1,0 1 0,0-1 0,1 0 1,-1 1-1,1-1 0,-1 0 0,1 0 1,-1 0-1,1 0 0,-1 0 0,1-1 1,0 1-1,0 0 0,-1-1 0,1 1 1,3 0-1,6 1 109,0-1 1,1 0-1,20 0 1,-23-1-104,0 0-16,0 0-1,0 0 1,0-1 0,0 0 0,0-1 0,11-3 0,-17 4-67,0-1 0,-1 1 1,1-1-1,0 0 0,0 0 0,-1 0 1,1 0-1,-1 0 0,1 0 0,-1-1 0,0 1 1,0-1-1,0 1 0,0-1 0,-1 0 1,1 0-1,-1 0 0,0 0 0,1 0 0,0-6 1,0 4-136,-1-1 1,1 1 0,-1-1 0,-1 0 0,1 1 0,-1-1 0,0 0-1,0 0 1,-1 1 0,-1-10 0,1 13 163,0-1 1,0 1-1,0 0 1,0-1-1,-1 1 1,1 0 0,-1 0-1,1 0 1,-1 0-1,0 0 1,0 0-1,0 0 1,0 1-1,0-1 1,0 1-1,0 0 1,-1-1-1,1 1 1,0 0-1,-1 0 1,1 0-1,-1 1 1,-4-2-1,-10 0 124,1 0-1,-1 1 1,-29 1-1,13 1-147</inkml:trace>
</inkml:ink>
</file>

<file path=ppt/ink/ink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1:56:23.84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158 76 2385,'0'0'3639,"2"-12"-3089,0-3-350,0 6 28,-1 0-1,0 0 0,0-12 2404,-1 29-2590,0 0-1,0 1 1,-1-1-1,0 0 1,-1 1 0,0-1-1,0 0 1,-4 9-1,-1 7 35,-31 107 473,-61 269 1847,95-372-2304,-1 54 0,5-82-98,0 1-1,0-1 1,0 0 0,0 1 0,0-1 0,0 1 0,1-1 0,-1 1 0,0-1 0,0 0 0,0 1 0,1-1 0,-1 1 0,0-1 0,0 0 0,1 1 0,-1-1 0,0 0 0,1 1-1,-1-1 1,0 0 0,1 0 0,-1 1 0,0-1 0,1 0 0,-1 0 0,1 0 0,-1 1 0,1-1 0,-1 0 0,0 0 0,1 0 0,-1 0 0,1 0 0,-1 0 0,1 0 0,-1 0 0,1 0-1,-1 0 1,1 0 0,1 0-46,0-1 0,-1 1 0,1 0-1,0-1 1,-1 1 0,1-1 0,-1 0-1,1 1 1,-1-1 0,3-2 0,4-5-640,-2-1 1,1 0 0,-1-1 0,-1 1 0,0-1 0,7-19 0,6-23-3350</inkml:trace>
</inkml:ink>
</file>

<file path=ppt/ink/ink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1:56:24.23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58 0 1393,'0'0'5370,"5"13"-4564,42 134 2230,23 272 2417,-13-107-4533,-55-304-944,-1 0-1,0 1 0,0 11 1,-1-19-187,-14 0-442,0-1 0,0-1 0,0 0 0,0-1 0,0 0 0,1-2 0,-1 1 0,1-1 0,0-1 0,0-1 0,1 0 0,-13-7 0,-30-27-2245</inkml:trace>
</inkml:ink>
</file>

<file path=ppt/ink/ink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1:56:24.56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12 7139,'0'0'6147,"258"-12"-5811,-200 12-336,1 0-96,-9 0-864,-9 0-2434,-7 0-2513</inkml:trace>
</inkml:ink>
</file>

<file path=ppt/ink/ink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1:56:24.94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163 6 3954,'1'0'8401,"16"0"-7825,27-2-87,-31 0-390,-1 1 0,1 1 0,0 0 0,15 2 1,-27-1-94,-1-1-1,1 1 1,0-1 0,0 1 0,0-1 0,-1 1 0,1-1-1,0 1 1,-1 0 0,1-1 0,-1 1 0,1 0 0,-1 0-1,1-1 1,-1 1 0,1 0 0,-1 0 0,0 0 0,1-1-1,-1 1 1,0 0 0,0 0 0,0 0 0,0 0 0,0 0-1,0 1 1,1 30 193,-1-24-112,0-1-54,-1 0 0,0 0 0,0-1 0,-1 1 0,0 0 0,0-1-1,-1 1 1,1-1 0,-1 0 0,-1 1 0,1-2 0,-1 1 0,0 0 0,0-1 0,-1 0 0,0 1 0,-5 3 0,-11 9 74,0-2 0,-47 28-1,44-30-27,-92 54-7,115-68-73,1 0 0,-1 0 0,1 0 0,-1 0-1,1 0 1,-1 1 0,1-1 0,0 0 0,-1 0 0,1 0 0,-1 1 0,1-1 0,0 0-1,-1 0 1,1 1 0,-1-1 0,1 0 0,0 1 0,-1-1 0,1 1 0,0-1 0,0 0-1,-1 1 1,1-1 0,0 1 0,0-1 0,0 1 0,0-1 0,-1 0 0,1 1-1,9 2-38,-8-3 38,186 3 702,-6-1-3985,-159 1-928</inkml:trace>
</inkml:ink>
</file>

<file path=ppt/ink/ink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1:56:26.49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13 1 768,'0'0'577,"-5"15"383,1-8-656,0-3 80,4 4-272,0-5-112,0 1 0,0 0-96</inkml:trace>
</inkml:ink>
</file>

<file path=ppt/ink/ink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1:56:27.99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126 1087 1777,'0'0'7873,"-8"-23"-4600,6-2-2921,1 0-1,2-35 0,0 10-263,24-545-635,-16 321-594,-9 246 1116,-1 27 27,1 1-1,-1-1 1,1 1-1,-1-1 1,1 1-1,-1-1 1,1 1-1,-1 0 1,0-1-1,1 1 1,-1 0-1,0-1 1,1 1-1,-1 0 1,0 0-1,1 0 1,-1 0-1,0 0 1,0 0-1,1 0 1,-1 0-1,0 0 1,-18 1 33,15 3-26,0 1 0,1-1 1,-1 1-1,1 0 0,0 0 0,0 0 1,0 0-1,1 1 0,0-1 0,-2 7 1,-2 5 16,-11 24 68,-29 65 276,34-78-223,12-28 34,0-2-109,0-4-181,1-1-1,1 1 0,-1-1 1,1 1-1,0 0 1,0 0-1,1 0 1,-1 0-1,1 1 1,1-1-1,-1 1 1,1-1-1,5-5 0,10-10-887,35-31-1,-50 48 877,-2 3 130,0-1-1,0 1 1,0-1-1,0 1 0,0 0 1,0 0-1,0-1 1,1 2-1,-1-1 0,0 0 1,1 0-1,-1 1 1,0-1-1,1 1 0,-1 0 1,1 0-1,-1 0 1,1 0-1,-1 0 0,1 0 1,-1 1-1,0-1 1,5 2-1,-3 0 110,0-1 0,-1 1 0,1 0 0,-1 1-1,1-1 1,-1 0 0,0 1 0,0 0 0,0 0 0,0 0 0,0 0 0,3 5 0,-4-5-50,5 9 111,1 0 1,0-1 0,18 18 0,-19-25-322</inkml:trace>
</inkml:ink>
</file>

<file path=ppt/ink/ink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1:56:28.62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122 1 3666,'0'0'3849,"-2"2"-3664,-2 5-17,0 1 1,1-1 0,-1 0 0,2 1 0,-1 0 0,1-1 0,0 1 0,1 0 0,-1 8 0,-3 12 230,-77 336 3342,77-315-3461,5-47-312,2-3-11,-1 0 0,1 1 0,0-1 0,-1 0 0,1 0 0,-1 0 0,1 0 0,-1 0 0,1 0 0,-1-1 0,0 1 0,1 0 0,-1-1 0,1-2 0,-1 3-6,7-10-421,0 0-1,-1-1 1,-1 0-1,0 0 0,7-21 1,-3 4-1599,7-44 1,-8 19-405</inkml:trace>
</inkml:ink>
</file>

<file path=ppt/ink/ink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1:56:28.98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20 3794,'14'-16'560,"-13"16"-440,0-1 1,0 1-1,0-1 0,0 1 1,0-1-1,0 1 0,0 0 1,0 0-1,0 0 0,0-1 1,1 1-1,-1 0 0,0 0 0,0 0 1,0 1-1,0-1 0,0 0 1,1 0-1,-1 1 0,0-1 1,0 0-1,0 1 0,0-1 1,0 1-1,0-1 0,0 1 1,0 0-1,0-1 0,0 2 1,6 6 185,0 1 1,-1-1 0,0 1-1,0 0 1,8 20 0,-3-6 59,61 120 2078,56 159 0,-123-291-2401,-1 1 1,-1-1-1,0 1 1,0-1-1,1 22 1,-17-32-871,5-1 173,-1 0 0,0 0 0,1-1 1,-1 0-1,0 0 0,1-1 0,-1 0 0,1 0 0,0-1 0,0 0 1,-11-7-1,-27-22-4391</inkml:trace>
</inkml:ink>
</file>

<file path=ppt/ink/ink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1:56:29.30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0 5426,'0'0'401</inkml:trace>
</inkml:ink>
</file>

<file path=ppt/ink/ink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1:56:29.66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0 2753,'0'0'4269,"22"0"-3141,68 0 2610,-88 1-3672,-1-1-1,0 0 1,1 1-1,-1-1 1,1 0-1,-1 1 1,0 0-1,0-1 1,1 1-1,-1 0 1,0 0-1,0-1 1,0 1-1,0 0 1,0 0-1,0 0 1,0 0-1,0 0 1,0 1-1,0-1 1,-1 0-1,1 0 1,-1 1-1,1-1 1,0 0-1,-1 1 1,0-1-1,1 0 1,-1 1-1,0-1 1,0 0-1,0 4 1,1 5 49,0 1 1,-1 0-1,-2 12 1,2-19-43,-1 0-41,0 0 1,1-1-1,-1 1 0,-1 0 0,1-1 0,0 1 0,-1-1 0,0 0 1,0 0-1,0 1 0,0-1 0,0 0 0,-4 2 0,-5 7 47,-24 18-1,24-22-25,1 0 0,-12 14 0,22-22-60,0 0 6,0 1-1,-1-1 1,1 0-1,0 0 1,0 0-1,0 0 1,0 0-1,-1 1 1,1-1-1,0 0 1,0 0-1,0 0 1,0 1-1,0-1 1,0 0-1,0 0 1,0 0-1,0 1 1,0-1-1,0 0 1,0 0-1,0 0 1,0 1-1,0-1 1,0 0-1,0 0 1,0 0-1,0 1 1,0-1-1,0 0 1,0 0-1,0 0 1,0 1-1,0-1 1,0 0-1,0 0 1,0 0-1,1 0 1,-1 1-1,0-1 1,0 0-1,0 0 1,0 0-1,0 0 1,1 0-1,-1 1 1,0-1-1,1 0 1,144-7-74,-95 3-352,17 3-3078,-42 2-857,-11-1-1548</inkml:trace>
</inkml:ink>
</file>

<file path=ppt/ink/ink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1:56:30.17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8 38 544,'0'0'7785,"-8"-2"-6518,8 2-1228,0 0 0,0 0 0,2-1 544,-2 1-545,0 0 1,0 0 0,0 0 0,0-1 0,0 1 0,0 0 0,0 0-1,0 0 1,0 0 0,0 0 0,0 0 0,0 0 0,0-1 0,0 1-1,0 0 1,0 0 0,0 0 0,0 0 0,0 0 0,0 0-1,-1-2 545,1 2-544,0 0 0,0 0 0,18-4 290,1 1 0,0 0 0,29 0 1,-4 0-241,79-4-1167,-112 6-2086,1-6-1681</inkml:trace>
</inkml:ink>
</file>

<file path=ppt/ink/ink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1:56:36.22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15 5507,'0'0'8798,"2"0"-8672,141-7 345,3-1-1041,-38 8-145,-107 0 638,-2 3-931,0-3 954,1 1-1,0-1 1,-1 1 0,1-1 0,-1 1-1,1-1 1,0 0 0,-1 1 0,1-1-1,-1 0 1,1 0 0,-1 1-1,1-1 1,-1 0 0,1 0 0,-1 0-1,0 0 1,1 1 0,-1-1 0,1 0-1,-1 0 1,1 0 0,-1 0 0,-1-1-1,-24 1-2970,18 0 955,-5 0-2938</inkml:trace>
</inkml:ink>
</file>

<file path=ppt/ink/ink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1:56:36.61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18 0 400,'0'0'6574,"-3"19"-6030,-2 5-325,2-7 44,0 0-1,1 0 1,1 29 0,0 9 926,2 56 450,-1-96-1473,2 0 1,0 0-1,1-1 0,1 1 1,6 16-1,-10-29-174,0-1 1,1 0-1,-1 1 0,1-1 1,-1 0-1,1 1 0,0-1 1,-1 0-1,1 1 1,0-1-1,0 0 0,0 0 1,0 0-1,0 0 1,0 0-1,0 0 0,0 0 1,0 0-1,1 0 1,-1-1-1,0 1 0,1 0 1,-1-1-1,0 1 0,1-1 1,-1 1-1,0-1 1,1 0-1,-1 0 0,1 0 1,-1 0-1,1 0 1,1 0-1,-2 0-56,-1 0 0,1-1 0,-1 1-1,0 0 1,1 0 0,-1-1 0,0 1 0,0 0 0,1-1-1,-1 1 1,0 0 0,0-1 0,1 1 0,-1-1 0,0 1-1,0 0 1,0-1 0,0 1 0,0-1 0,1 1 0,-1-1 0,0 1-1,0 0 1,0-1 0,0 1 0,0-1 0,0 1 0,-1-1-1,1 1 1,0 0 0,0-1 0,0 0 0,0-3-492,0-24-2195</inkml:trace>
</inkml:ink>
</file>

<file path=ppt/ink/ink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1:56:37.55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602 36 4226,'0'0'3818,"-25"-5"-3602,-82-15 24,80 15 225,-1 2 1,1 1-1,-47 2 0,25 1-96,42-1-305,-8 0 95,1 0 0,-21 4 0,30-3-127,-1 0 1,1 1-1,-1 0 0,1 0 1,0 0-1,0 1 1,0 0-1,0 0 0,-6 5 1,-16 12-13,16-13 4,-1 2-1,1 0 1,1 0-1,-1 1 0,2 0 1,-1 1-1,-10 15 1,17-20 51,1-1 0,0 1 0,0-1 0,1 1 0,-1-1 0,1 1 0,0 11 0,1 45 407,1-25-374,-1-31-66,0 0 0,0-1 1,0 1-1,0 0 0,1 0 0,0 0 1,1 0-1,-1-1 0,1 1 1,0-1-1,0 1 0,1-1 1,5 10-1,14 14 37,2-1 0,0-1 0,2-1 0,46 36 0,-59-53-55,1 0 0,0 0 0,0-2 1,1 1-1,0-2 0,0 0 0,1-1 0,-1-1 1,1 0-1,0-1 0,1 0 0,26 0 1,5-2-22,-27 0-19,0 0 1,0-2-1,39-5 1,-58 5-4,1 0 0,0 0 0,-1 0 0,1 0 0,0 0 1,-1-1-1,0 1 0,1-1 0,-1 0 0,0 0 0,0 1 0,0-1 0,0-1 0,0 1 1,0 0-1,-1 0 0,1-1 0,-1 1 0,0-1 0,0 1 0,2-4 0,1-6-45,-1-1-1,0 0 1,2-18 0,0 4-13,4-39-37,-3 1 1,-4-108-1,-2 110 74,0 58 21,0 0 1,-1 0-1,0 0 1,0 1-1,0-1 1,-1 0-1,1 0 1,-1 1-1,0-1 1,-1 0-1,1 1 1,-1 0-1,0 0 1,-4-6-1,6 10 27,1-1 0,-1 0-1,0 1 1,1-1 0,-1 1 0,0-1-1,1 1 1,-1-1 0,0 1 0,0 0-1,0-1 1,1 1 0,-1 0 0,0 0-1,0-1 1,0 1 0,0 0 0,0 0-1,-1 0 1,2 0-145,-1 0 0,1 0 0,-1 0-1,1 0 1,-1 0 0,1 0 0,-1 0 0,1 0-1,-1 0 1,1 0 0,-1-1 0,1 1 0,-1 0-1,1 0 1,-1-1 0,1 1 0,-1 0 0,1 0 0,0-1-1,-1 1 1,1 0 0,0-1 0,-1 1 0,1-1-1,0 1 1,-1-1 0,1 1 0,0 0 0,0-1 0,-1 0-1</inkml:trace>
</inkml:ink>
</file>

<file path=ppt/ink/ink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1:56:38.07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196 0 3986,'0'0'4359,"-4"8"-3855,-55 115 1933,-51 157 1,105-264-2364,0 0 0,1 0 1,1 0-1,0 1 0,1-1 1,1 23-1,2-39-124,0 0 1,1 0-1,-1 0 1,0 0-1,0 0 1,0 0-1,1 0 0,-1-1 1,0 1-1,0 0 1,0-1-1,0 1 1,2-2-1,2-1-79,-1-1-1,0 0 1,0-1 0,0 1-1,0-1 1,-1 0-1,0 1 1,0-2 0,4-8-1,21-55-3752,-19 39 1284,-1 0-729</inkml:trace>
</inkml:ink>
</file>

<file path=ppt/ink/ink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1:56:38.41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 3586,'0'0'4845,"4"8"-4074,8 18 98,-1 0 1,-2 0 0,12 50-1,-3 68 900,10 51-179,-5-100-1270,-21-90-903,-3-20-4097,-10-12 1884,-5-3-206</inkml:trace>
</inkml:ink>
</file>

<file path=ppt/ink/ink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1:56:38.77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86 6915,'0'0'4930,"225"-56"-5618,-187 41-2417,-9 0-3458</inkml:trace>
</inkml:ink>
</file>

<file path=ppt/ink/ink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1:56:39.13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71 64 5010,'0'0'5843,"-3"0"-5080,2 1-714,-1-1 1,1 0-1,0 1 0,0-1 0,0 0 1,0 1-1,-1 0 0,1-1 1,0 1-1,0 0 0,0-1 1,0 1-1,0 0 0,0 0 0,1 0 1,-1 0-1,0 0 0,0 0 1,0 0-1,1 0 0,-1 0 1,1 0-1,-1 0 0,1 0 0,-1 1 1,1-1-1,0 0 0,-1 0 1,1 0-1,0 1 0,0-1 1,0 2-1,-1 9 385,0 1-1,2 18 1,-1-13 173,-1 2-173,1-12-189,-1 1 0,1-1 0,2 12 0,-2-18-228,0-1-1,1 1 1,-1 0-1,1-1 1,-1 1-1,1-1 1,-1 1-1,1-1 0,0 0 1,0 1-1,-1-1 1,1 0-1,0 1 1,0-1-1,1 0 1,-1 0-1,0 0 1,0 0-1,1 0 0,-1 0 1,0 0-1,3 1 1,1 0-65,0 0 1,0-1 0,1 0-1,-1 0 1,0 0 0,0-1-1,1 1 1,-1-1 0,0-1-1,0 1 1,1-1-1,-1 1 1,0-2 0,0 1-1,0 0 1,0-1 0,0 0-1,0 0 1,-1-1 0,1 1-1,0-1 1,-1 0 0,7-6-1,-7 4-187,0-1-1,0 1 0,-1-1 0,0 0 1,0 0-1,0 0 0,-1 0 1,0 0-1,0 0 0,2-11 1,-2-5-1415,1-42 0,-3 63 1620,0-2 86,0 0 1,-1 0-1,1 0 1,0 0-1,-1 0 1,0 0 0,1 1-1,-1-1 1,-1 0-1,1 0 1,0 1 0,-1-1-1,1 0 1,-1 1-1,0-1 1,1 1 0,-1 0-1,0 0 1,-1 0-1,1 0 1,0 0 0,-1 0-1,1 0 1,-1 1-1,1-1 1,-1 1 0,0 0-1,0 0 1,1 0-1,-5-1 1,-8-1 591,0 0-1,0 1 1,0 1 0,-27 1-1,32 0-488,8 0-120,-1 0 0,1 0-1,0 0 1,0 0 0,-1 1-1,1-1 1,0 1 0,0 0 0,0-1-1,-1 1 1,1 0 0,0 0-1,0 1 1,0-1 0,1 0-1,-1 1 1,0-1 0,0 1 0,1-1-1,-1 1 1,1 0 0,-1 0-1,1 0 1,0 0 0,0 0 0,-2 3-1,1 2-576,0 0 1,0 0-1,0 0 0,1 0 0,0 0 0,1 1 1,0 8-1</inkml:trace>
</inkml:ink>
</file>

<file path=ppt/ink/ink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1:56:41.46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171 75 2817,'0'0'3882,"0"-10"-3356,0-26-93,0 7 4406,0 29-4812,-1 0 0,0 0 1,1 0-1,-1 0 1,0 0-1,1 0 1,-1 0-1,0 0 1,1 0-1,-1 0 1,0 1-1,1-1 1,-1 0-1,0 0 1,1 1-1,-1-1 1,1 0-1,-1 1 1,1-1-1,-1 0 0,1 1 1,-1-1-1,1 1 1,-1-1-1,1 1 1,-1-1-1,1 1 1,0-1-1,-1 2 1,-81 292 743,32-97-38,45-181-661,1-3-25,1-1 0,0 1 0,0-1 0,2 1 0,-1 0 0,1 13 0,1-25-215,2-2 59,-1 0 1,0 0-1,0 0 1,0 0 0,0 0-1,0-1 1,0 1-1,0 0 1,-1-1 0,2-2-1,0 1-112,5-10-957,-1 0 1,-1-1 0,7-21 0,-6-10-2412</inkml:trace>
</inkml:ink>
</file>

<file path=ppt/ink/ink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1:56:41.84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 4130,'0'0'4066,"6"2"-1996,2 6-1702,0 1-1,0 0 1,-1 1-1,0-1 1,-1 1-1,0 1 1,5 10-1,5 13 164,-1 0 0,14 50 1,13 75 808,-26-88-848,40 105 1,-35-120-573,-21-54-549,-6-2-362,-1 0 1,0 0-1,1-1 1,-1 0-1,0 0 1,1-1-1,-11-4 1,-28-17-4541</inkml:trace>
</inkml:ink>
</file>

<file path=ppt/ink/ink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1:56:42.19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87 7395,'0'0'817,"258"-72"-817,-208 57-1649</inkml:trace>
</inkml:ink>
</file>

<file path=ppt/ink/ink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1:56:42.54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 6707,'0'0'5539,"4"172"-4483,0-108-143,-4-4-129,4-7-112,5-16-544,-1-14-64,0-16-64,1-7-96,-9-15-2385,0-34-1745</inkml:trace>
</inkml:ink>
</file>

<file path=ppt/ink/ink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1:56:42.92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45 6627,'0'0'1105,"212"0"-497,-104-4 16,5-7-624,-9-4-736,-25 0-2514</inkml:trace>
</inkml:ink>
</file>

<file path=ppt/ink/ink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1:56:46.88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 6259,'0'0'5795,"266"22"-5571,-203-22-96,-1 0-128,-12 0-96,-8 0-945,-9-4-1920,-12-3-2274</inkml:trace>
</inkml:ink>
</file>

<file path=ppt/ink/ink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1:56:45.45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63 42 2385,'0'0'3684,"3"-7"-3198,8-21 53,-8 21 2099,-4 20-2472,-19 63-25,-21 97 812,34-129-543,2 0 0,0 51 0,5-93-461,0-47-7449,0 15 5630</inkml:trace>
</inkml:ink>
</file>

<file path=ppt/ink/ink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1:56:45.84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0 158 3426</inkml:trace>
  <inkml:trace contextRef="#ctx0" brushRef="#br0" timeOffset="1">0 158 3426,'21'-132'579,"-17"106"-99,-3 26-430,-1 0 0,0 0 1,1 0-1,-1 0 1,1 0-1,-1 0 0,0 1 1,1-1-1,-1 0 0,0 0 1,1 0-1,-1 0 0,0 1 1,1-1-1,-1 0 1,0 0-1,1 1 0,-1-1 1,0 0-1,0 1 0,1-1 1,-1 0-1,0 0 1,0 1-1,0-1 0,1 1 1,-1-1-1,0 0 0,0 1 1,0-1-1,0 0 0,0 1 1,11 36 1282,-1 0 1,5 46-1,-1-2 19,17 55 352,26 144 20,-57-278-1594,0 8-3178,-12-18-104,-14-20-86</inkml:trace>
</inkml:ink>
</file>

<file path=ppt/ink/ink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1:56:46.17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0 6067,'0'0'752</inkml:trace>
</inkml:ink>
</file>

<file path=ppt/ink/ink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1:56:46.54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 6067,'0'0'4989,"4"33"-4130,14 106-43,-11-63 34,-5-60-605,-1 0 1,2-1 0,4 18 0,-4-28-251,-2-5-118,-4-23-6742,-11-6 2816</inkml:trace>
</inkml:ink>
</file>

<file path=ppt/ink/ink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1:56:47.22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46 1617,'0'0'7459,"204"-38"-7443,-179 35 64,-4-1-80,-8 4-80,-9 0-272</inkml:trace>
</inkml:ink>
</file>

<file path=ppt/ink/ink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1:56:48.77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65 1 2849,'0'0'10088,"0"11"-9707,0 2-308,-1-1-1,-1 0 1,0 1 0,0-1 0,-1 0-1,0 0 1,-9 19 0,5-9-5,1 0 0,1 0 0,1 1 0,-2 29 0,0-2 69,2 3 302,3 91 0,2-67-210,0-60-171,0 0-1,2-1 1,0 1-1,0 0 1,11 26-1,-3-14 87,1-1 0,21 34 0,-25-48-114,1-2 0,1 1 0,0-1 0,1 0 0,0-1 0,1 0 0,0-1 0,0-1 0,1 0 1,23 13-1,-31-20-35,-1 0 1,1-1 0,0 1 0,0-1 0,0 1 0,0-1 0,0-1-1,6 1 1,-11-1 306,0-47-8087,0 8 2092</inkml:trace>
</inkml:ink>
</file>

<file path=ppt/ink/ink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1:56:49.44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46 1 3282,'0'0'3230,"3"0"-2573,8 0 111,-8 0 32,-3 8 780,0-1-1408,1 40 453,-2 1 0,-2-1 0,-2 0 0,-12 49 0,6-55-289,2 2 1,2-1-1,-4 86 0,11-127-371,0-3-522,2-17-79,0 0 0,2 0 0,0 0 0,0 1 0,15-36 0,-8 26-1410,9-46 0,-11 18-427</inkml:trace>
</inkml:ink>
</file>

<file path=ppt/ink/ink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1:56:49.78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0 47 1921</inkml:trace>
  <inkml:trace contextRef="#ctx0" brushRef="#br0" timeOffset="1">0 47 1921,'35'-27'1142,"-34"27"-938,0-1 0,-1 0 0,1 0 0,0 1 0,0-1 0,-1 0 0,1 0 0,0 0 0,-1 0 0,1 0 0,-1 0 1,0 0-1,1 0 0,-1-1 0,1 2-147,-1-1 0,0 1-1,0 0 1,0 0 0,0-1 0,0 1 0,0 0 0,1-1 0,-1 1 0,0 0 0,0 0 0,0 0 0,1-1 0,-1 1-1,0 0 1,0 0 0,1 0 0,-1-1 0,0 1 0,1 0 0,-1 0 0,0 0 0,0 0 0,1 0 0,-1 0-1,0 0 1,1 0 0,-1 0 0,0 0 0,1 0 0,-1 0 0,0 0 0,1 0 0,-1 0 0,0 0 0,0 0 0,1 0-1,-1 0 1,0 0 0,1 1 0,0-1-33,0-1 17,0 1 1,0 0 0,0 0-1,0 0 1,1 0 0,-1 0-1,0 0 1,0 0 0,0 0 0,0 0-1,0 0 1,0 1 0,0-1-1,1 1 1,-1-1 0,0 0-1,0 1 1,0 0 0,0-1-1,-1 1 1,1 0 0,0-1 0,0 1-1,0 0 1,0 0 0,-1 0-1,1-1 1,0 1 0,-1 0-1,1 0 1,-1 0 0,1 0-1,-1 0 1,1 0 0,-1 1 0,0 0-1,19 51 994,-3 0-1,13 69 1,-23-93-839,56 265 1560,-62-293-1812,0-1-1,0 1 1,0-1-1,0 1 1,0-1 0,0 1-1,0-1 1,-1 1-1,1-1 1,0 1 0,0-1-1,-1 1 1,1-1 0,0 0-1,-1 1 1,1-1-1,0 0 1,-1 1 0,1-1-1,0 0 1,-1 1-1,1-1 1,-1 0 0,1 0-1,-1 1 1,1-1 0,-1 0-1,1 0 1,-1 0-1,1 0 1,-1 0 0,1 1-1,-1-1 1,1 0-1,-1 0 1,1 0 0,-1-1-1,1 1 1,-1 0 0,1 0-1,-1 0 1,-25-3-1497,26 3 1493,-5-1-418,0 0 0,0-1-1,1 1 1,-1-1-1,-5-3 1,-26-19-2868</inkml:trace>
</inkml:ink>
</file>

<file path=ppt/ink/ink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1:56:50.13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0 125 7523,'0'0'2257,"246"-105"-3697,-217 86-3330</inkml:trace>
</inkml:ink>
</file>

<file path=ppt/ink/ink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1:56:50.46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9 27 4690,'4'5'7522,"-4"-5"-7408,0 156 3007,0-155-3106,0 0 0,0 0 0,0 0 0,1 0 0,-1 0 1,0 0-1,0 0 0,1 0 0,-1 0 0,1 0 0,-1 0 0,1 0 0,-1 0 0,1 0 0,-1 0 0,1 0 0,0 0 0,0-1 1,-1 1-1,1 0 0,0 0 0,2 0 0,-1 0-9,0 0 1,0 0 0,1 0-1,-1 0 1,0-1-1,1 1 1,-1-1-1,0 1 1,1-1-1,3 0 1,-3 0-21,1 0-1,0-1 1,0 1-1,-1-1 1,1 0 0,0 1-1,-1-2 1,1 1-1,-1 0 1,1-1-1,-1 0 1,0 0 0,1 0-1,3-3 1,-4 1-62,0 1 0,0-1 0,-1 0 0,1 0 0,-1-1 0,0 1 0,0-1 0,0 1 0,-1-1 0,0 1 0,2-7 0,-1-5-555,-1 0 0,-1-17-1,0 31 559,1 0 18,-1 0-1,0 0 1,0 0-1,0 0 1,0 0-1,-1 0 1,1 0-1,0 0 1,-1 0-1,0 0 1,1 0-1,-1 0 1,0 1 0,0-1-1,0 0 1,0 0-1,0 1 1,0-1-1,-1 1 1,1-1-1,0 1 1,-1-1-1,1 1 1,-1 0-1,0 0 1,1 0-1,-1 0 1,0 0-1,0 0 1,0 0-1,1 1 1,-1-1-1,-4 0 1,-5-1 114,-1 0-1,0 1 1,0 0-1,-19 1 1,6 1-224,29-16-5934</inkml:trace>
</inkml:ink>
</file>

<file path=ppt/ink/ink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1:56:50.85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23 5314,'0'0'4787,"41"0"-4371,-12 0-288,5 0-128,-1 0 80,-4 0 32,-4-4-112,-4 4-752,-13-4 95,1 0-271,-9 1-81,0-5-335</inkml:trace>
</inkml:ink>
</file>

<file path=ppt/ink/ink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1:56:51.20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1 192 2785</inkml:trace>
  <inkml:trace contextRef="#ctx0" brushRef="#br0" timeOffset="1">1 192 2785,'125'-192'769,"-125"204"-33,0 6 609,0 12-17,4 8-319,-4 7 223,4 0 161,4 0-273,-4-8-431,5-10-369,-5-9-64,4-10-256,-4-8-128,5 0-480,-5-23-5635</inkml:trace>
</inkml:ink>
</file>

<file path=ppt/ink/ink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1:56:51.88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408 1 2481,'0'0'4978,"-16"0"-4794,-106 0 692,-26 0 543,144 0-1407,1 1 0,0-1-1,0 1 1,0 0 0,0 0 0,0 0 0,0 0-1,0 1 1,0-1 0,0 1 0,0 0 0,1 0 0,-1 0-1,1 0 1,-1 0 0,1 0 0,0 1 0,0-1 0,0 1-1,-2 2 1,-1 3 100,0 0 0,1 1 0,0-1 0,0 1 0,-4 14 0,-3 29 566,2-1 0,2 2-1,3-1 1,2 69 0,2-117-642,0 0 0,0 0 1,1 0-1,-1 0 1,1 0-1,0 0 0,0-1 1,1 1-1,-1 0 1,1-1-1,-1 1 0,1-1 1,0 0-1,1 1 1,-1-1-1,4 4 1,-1-3 6,-1 0 1,1 0 0,0-1-1,0 0 1,1 0 0,-1 0 0,1 0-1,-1-1 1,11 3 0,8 0 37,0-1 0,0-2 0,0 0 0,29-1 0,-44-1-72,-3 0-7,-1 0 1,1 0 0,-1-1 0,1 1 0,-1-1 0,0 0 0,1-1 0,-1 1 0,0-1 0,0 0 0,0 0-1,0-1 1,0 0 0,0 0 0,-1 0 0,1 0 0,-1 0 0,0-1 0,0 0 0,0 0 0,5-8 0,7-8-319,-2 0 1,0 0-1,-2-1 0,18-39 1,-23 42 81,-1 1 0,0-1 0,-2 0 0,0 0 1,-1 0-1,2-37 0,-5-30-222,0 83 461,0 1 0,0-1 0,0 0 1,-1 1-1,1-1 0,0 1 1,-1-1-1,1 1 0,-1-1 1,0 1-1,1-1 0,-1 1 1,0 0-1,0-1 0,0 1 0,0 0 1,0 0-1,0 0 0,0 0 1,-3-2-1,-2-1 13,1 1-1,-1 0 1,0 1-1,-7-3 1,10 4-192,-1-1 1,0 1-1,0-1 0,0 1 1,1-1-1,-1 0 1,1-1-1,0 1 1,-1-1-1,-2-3 0,4-1-2563,2-4-1211</inkml:trace>
</inkml:ink>
</file>

<file path=ppt/ink/ink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1:56:52.35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186 0 4274,'0'0'1611,"-2"6"-1269,-21 35 738,-19 38 721,-39 158 2154,64-182-3452,10-28-328,-3 27-1,6-32-675,28-94-3383,-7 24 453</inkml:trace>
</inkml:ink>
</file>

<file path=ppt/ink/ink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1:56:52.71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0 2065,'0'0'4933,"5"14"-4079,0 0-548,2 3 254,-1 1 0,-1 0-1,4 26 1,3 47 1776,23 141 445,-28-210-3954</inkml:trace>
</inkml:ink>
</file>

<file path=ppt/ink/ink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1:56:53.07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72 7684,'0'0'4514,"221"-26"-4642,-179 3-1553,-17 1-2081</inkml:trace>
</inkml:ink>
</file>

<file path=ppt/ink/ink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1:56:53.40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27 1 4722,'0'0'6587,"2"0"-6232,82 0 1259,-83 0-1598,0 0 0,0 0 0,-1 0 0,1 0 0,0 0 0,0 0 0,-1 1 0,1-1 0,0 0 0,-1 1 0,1-1 0,0 0 0,-1 1 0,1-1 0,-1 1 0,1-1 0,0 1 0,-1-1 0,1 1 0,-1-1 0,0 1 0,1 0 0,-1-1 0,1 1 0,-1 0 0,0-1 0,0 1 0,1 0 0,-1 0 0,0-1 0,0 1 0,0 1 0,1 28 415,-1-20-245,0-5-103,-1 0 0,1 0-1,-1 0 1,0 0 0,0 0 0,0-1 0,-1 1 0,0-1 0,0 1 0,0-1 0,0 1 0,-1-1 0,-4 5 0,-3 3 59,0-1 1,-1 0-1,-12 8 0,-21 22-53,43-41-89,1 1 0,-1-1-1,1 1 1,-1-1 0,1 1 0,-1-1 0,1 1-1,-1 0 1,1-1 0,-1 1 0,1 0-1,0-1 1,0 1 0,-1 0 0,1-1 0,0 1-1,0 0 1,0 1 0,4 0-103,-3-2 95,26 2 13,51-2 0,-30-1-116,-33 1-454,0-1 1,0 0-1,25-6 0,-32 5-506,0 0-1,0-1 0,0-1 1,12-6-1,2-5-3943</inkml:trace>
</inkml:ink>
</file>

<file path=ppt/ink/ink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1:56:53.79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 7892,'0'0'3361,"104"198"-2112,-62-126-785,-4 10-32,-9 12 16,-17 7-31,-12 8-177,0 7-128,-12-3-112,-38-5-673,-17-18-1920,-16-18-2945</inkml:trace>
</inkml:ink>
</file>

<file path=ppt/ink/ink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1:57:20.481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117 38 1553,'0'0'7753,"5"0"-6929,0-1-635,0 0 0,-1 0 1,1-1-1,-1 1 0,0-1 0,1 0 1,-1 0-1,0-1 0,0 1 0,0-1 1,-1 0-1,1 0 0,-1 0 0,5-5 1737,-8 11-2168,-2 56 268,-3 0 0,-2 0 0,-28 108 0,-77 162 123,107-316-591,0 0 0,0 0 1,1 1-1,-3 23 0,7-58-1065,1 0-1,1 0 1,0 0 0,9-29-1,-2 10-245</inkml:trace>
</inkml:ink>
</file>

<file path=ppt/ink/ink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1:57:20.838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0 27 912,'0'0'6585,"0"-4"-5860,0-14-111,0 14 250,0 5-437,2 15 77,0-1-1,1 1 0,0-1 0,9 24 1,0-1 101,173 555 3477,-151-506-3901,-33-75-269,-76-74-10217,65 52 8951,-30-23-4411</inkml:trace>
</inkml:ink>
</file>

<file path=ppt/ink/ink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1:57:21.180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0 8 7764,'0'0'5106,"225"-8"-5442,-196 8-2337,-8 0-4691</inkml:trace>
</inkml:ink>
</file>

<file path=ppt/ink/ink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1:57:21.679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388 31 2081,'-4'-11'9836,"5"11"-9802,-1-1 0,0 0 0,0 1 0,1-1-1,-1 1 1,1-1 0,-1 1 0,0-1 0,1 1 0,-1-1-1,1 1 1,0 0 0,-1-1 0,1 1 0,-1 0-1,1-1 1,-1 1 0,1 0 0,0-1 0,-1 1-1,1 0 1,0 0 0,0 0 0,20-5 199,-17 4-205,15-1 208,0 0 1,37 2-1,-26 0 71,-28 0-280,0 0 0,0 0 0,-1 0 0,1 0 0,0 0 0,0 1 0,0-1 0,-1 0 0,1 1 0,0 0 0,0-1 0,-1 1 0,1 0 0,0 0 0,-1-1 0,1 2 0,-1-1 0,1 0 0,-1 0 0,0 0 0,1 0 0,-1 1 0,0-1 0,0 1 0,0-1 0,0 1 0,1 2 0,0 2 71,0 0 0,-1 0-1,0 1 1,0-1 0,-1 1 0,0 10 0,0-12-55,-1-1-1,1 0 1,-1 1-1,0-1 1,0 0 0,0 0-1,-1 0 1,1 0-1,-1 0 1,0 0 0,0-1-1,0 1 1,-1 0-1,1-1 1,-6 6 0,-3 1 56,0 0 0,-1 0 0,-15 8 0,9-5 10,-102 63-28,92-59-68,27-17-27,1 0 1,0 0-1,0 0 1,0 0-1,0 0 1,0 0-1,0 0 1,-1 0-1,1 0 1,0 0-1,0 1 1,0-1 0,0 0-1,0 0 1,0 0-1,0 0 1,0 0-1,0 0 1,0 0-1,-1 0 1,1 0-1,0 1 1,0-1-1,0 0 1,0 0-1,0 0 1,0 0-1,0 0 1,0 0 0,0 1-1,0-1 1,0 0-1,0 0 1,0 0-1,0 0 1,0 0-1,0 0 1,0 1-1,0-1 1,0 0-1,0 0 1,0 0-1,0 0 1,0 0-1,1 0 1,-1 0 0,0 1-1,0-1 1,0 0-1,0 0 1,0 0-1,0 0 1,0 0-1,0 0 1,0 0-1,1 0 1,-1 0-1,0 0 1,0 0-1,0 0 1,10 4-522,-8-3 598,17 5-75,4 1 136,0 1 1,35 18 0,-53-24-108,-1 0 0,1 1 0,-1-1-1,0 1 1,0 0 0,0 0 0,0 1 0,-1-1 0,0 1 0,1 0 0,-1 0 0,0 0 0,-1 0 0,1 0 0,-1 1 0,0-1 0,0 1 0,0 0 0,1 6 0,-2-6-3,0 0 0,-1-1-1,0 1 1,0 0 0,0 0-1,0-1 1,-1 1-1,0 0 1,0-1 0,0 1-1,0 0 1,-1-1 0,-3 8-1,2-8 6,0 1 1,-1-1-1,1 0 0,-1-1 0,0 1 1,0-1-1,0 1 0,-1-1 0,1 0 0,-1-1 1,-9 5-1,-10 3-4,0-1 0,-1-1 0,0-1 0,-39 5-1,15-6-238,-70-1 0,109-4-40,0-1-1,1-1 1,-1 0-1,0 0 0,-13-4 1,20 4-65,-1-1 0,1 0 0,-1 1 0,1-1-1,0-1 1,0 1 0,0 0 0,0-1 0,0 1 0,1-1 0,-1 0 0,1 0 0,-1 0 0,1 0 0,0 0 0,-2-5-1,-17-36-7262</inkml:trace>
</inkml:ink>
</file>

<file path=ppt/ink/ink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1:57:22.254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6 0 4722,'-5'0'9366,"8"1"-8492,17 0 102,55 4-501,171 1-916,-153-7-1973,-27 1-1035,-10 0-1426</inkml:trace>
</inkml:ink>
</file>

<file path=ppt/ink/ink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1:57:25.154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63 89 1153,'0'0'5514,"1"-4"-5010,2-11 136,-2 20 1009,-1 33 1433,-1-15-3651,-2 37 959,-3 1 0,-2-1-1,-20 70 1,24-114-310,2-5-44,-3 7 110,2 0-1,0 0 1,0 0-1,2 0 1,0 25-1,10-54 26,1-7-508,0-1 0,-2 0-1,0 0 1,-2-1 0,0 0-1,-1 0 1,4-37 0,0-151-3490,-9 180 3645,0 10 147,1 1-1,5-27 1,-6 38 125,2 1 1,-1 0-1,1-1 0,-1 1 0,1 0 1,1 0-1,-1 0 0,1 0 0,0 0 0,0 1 1,0-1-1,5-4 0,-5 7 208,1 0 0,-1 0 0,1 0 0,0 0-1,-1 1 1,1-1 0,0 1 0,0 0 0,4 0 0,-6 0-226,0 1-1,0-1 1,0 1 0,0 0-1,0 0 1,0 0 0,0 0 0,0 0-1,0 0 1,0 0 0,0 1 0,0-1-1,0 1 1,0 0 0,0-1 0,-1 1-1,1 0 1,0 0 0,0 0-1,-1 0 1,3 3 0,3 5 102,0 1 1,-1 0 0,-1 1-1,0-1 1,7 21-1,13 63 407,-17-59-304,22 87 541,24 92 421,-51-200-1174,2 0 0,0 0 1,9 18-1,-13-29-102,-1-2-217,-10-7-3657,-10-11 1524,14 11 1427,0 0 1,-1 1 0,-11-8 0,-41-17-3678,27 15 1964</inkml:trace>
</inkml:ink>
</file>

<file path=ppt/ink/ink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1:57:25.528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0 57 2513,'0'0'9492,"113"-49"-9027,-67 41-433,0 8-32,-1 0-1169,-7 0-2689</inkml:trace>
</inkml:ink>
</file>

<file path=ppt/ink/ink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1:57:25.870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268 30 4386,'0'0'6358,"-7"-4"-5731,5 3-577,0 0 1,1 0 0,-1 0 0,0 0 0,0 0 0,1-1 0,-1 1 0,0-1 0,-1-2-1,3 4-38,0 0 0,0-1 0,0 1 0,0 0 0,0 0 0,0 0 0,0-1 0,0 1 0,0 0 0,0 0 0,0-1 0,0 1 0,0 0 0,0 0 0,1 0 0,-1-1 0,0 1 0,0 0 0,0 0 0,0 0 0,0-1 0,0 1 0,1 0 0,-1 0 0,0 0 0,0 0 0,0 0 0,0-1 0,1 1 0,-1 0 0,0 0 0,0 0 0,1 0 0,-1 0 0,0 0 0,0 0 0,22-4 439,81 3 1059,-103 1-1498,1 0 0,-1 0 0,1 0-1,-1 0 1,0 0 0,1 0 0,-1 0 0,0 1 0,1-1 0,-1 0 0,1 0 0,-1 0 0,0 0-1,1 1 1,-1-1 0,0 0 0,0 0 0,1 1 0,-1-1 0,0 0 0,1 0 0,-1 1 0,0-1-1,0 0 1,0 1 0,1-1 0,-1 0 0,0 1 0,0-1 0,0 1 0,0-1 0,0 0 0,0 1 0,0-1-1,0 18 214,-1-12-164,1-2-27,-1 0 0,0 0 0,0-1 0,0 1 0,-1 0 0,1-1 0,-1 1 0,0-1 0,0 1 0,0-1 0,-1 0 0,1 0 1,-1 0-1,-4 4 0,-7 5 80,-29 20 0,17-13-80,-19 15 36,-135 99 47,173-128-126,4-5 28,1 1 1,0 1-1,0-1 1,0 0-1,0 1 1,0-1-1,0 1 1,1-1 0,-1 1-1,0 0 1,1 0-1,-1-1 1,1 1-1,0 1 1,0-1-1,0 0 1,0 0-1,0 0 1,-1 3-1,2-4-9,0-1-1,0 1 0,0-1 1,0 1-1,0-1 0,0 1 0,0-1 1,0 1-1,0-1 0,1 1 1,-1-1-1,0 0 0,0 1 0,0-1 1,1 1-1,-1-1 0,0 0 1,1 1-1,-1-1 0,0 0 0,1 1 1,-1-1-1,0 0 0,1 1 1,0-1-1,16 4 219,206-2 481,-175-4-687,-23 1-41,0-1 0,40-8 0,-55 8-302,1-1 1,-1-1 0,0 1 0,0-1-1,0-1 1,0 0 0,-1 0-1,12-9 1,-20 12 19,1 1-1,0-1 1,0 1-1,-1-1 1,1 0-1,-1 0 1,0 0-1,1 0 1,0-2-1,1-18-5060</inkml:trace>
</inkml:ink>
</file>

<file path=ppt/ink/ink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1:57:26.350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0 0 2769,'0'0'8420,"183"15"-7732,-120-15-287,-1 4-257,5 4 144,-4-1-240,-9 1-48,0 3-48,-12-4-432,-5-7-1377,-4 0-3041</inkml:trace>
</inkml:ink>
</file>

<file path=ppt/ink/ink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1:57:27.144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146 15 4178,'0'0'5357,"-2"-2"-4815,-6-8-6,6 7-107,2 4-44,-1 14 8,-1 0 0,0 0 0,-5 18 0,1-9-53,-57 188 1114,16-64-1085,42-125-269,4-15-101,3-14-437,6-18-753,0 0 0,16-29 0,9-23-3483,-19 34 1774,2-6-520</inkml:trace>
</inkml:ink>
</file>

<file path=ppt/ink/ink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1:57:27.471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6 56 2417,'-5'-46'4768,"5"36"-669,3 32-2921,4 14-627,1-1 0,2 0 0,18 42 1,-12-35-25,43 105 856,-50-128-1295,1 0 0,1-1 1,0 0-1,2-1 0,19 22 0,-12-25-369,-13-13-1193,-15-11-1159,-27-20-1793</inkml:trace>
</inkml:ink>
</file>

<file path=ppt/ink/ink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1:57:27.843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 45 7459,'0'0'3298,"250"15"-6804</inkml:trace>
  <inkml:trace contextRef="#ctx0" brushRef="#br0" timeOffset="1">576 0 5603,'0'0'8115,"162"195"-6930,-149-146-561,-5-4-288,-4-7-288,-4-8-48,0-4-256,0-15-2865</inkml:trace>
</inkml:ink>
</file>

<file path=ppt/ink/ink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1:57:28.913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254 75 1825,'0'0'8841,"2"-12"-7867,0-2-711,0 5 55,-1 0 0,0-1-1,0-11 1050,-12 42-1191,-235 560 547,240-561-793,7-20 29,-1 0-1,1 0 0,0 0 1,-1 0-1,1 0 1,0 0-1,-1 0 0,1 0 1,-1 0-1,1-1 1,-1 1-1,1 0 0,-1 0 1,1-1-1,0 1 1,-1 0-1,1-1 1,-1 1-1,0 0 0,1-1 1,0 0-1,18-17-990,-1-2 0,0 0 0,-1-1 0,22-37 0,-4-2-2246</inkml:trace>
</inkml:ink>
</file>

<file path=ppt/ink/ink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1:57:29.256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0 76 6211</inkml:trace>
  <inkml:trace contextRef="#ctx0" brushRef="#br0" timeOffset="1">0 76 6211,'0'-75'2916,"26"75"-934,-23 0-1921,-1 0 0,1 0-1,0 0 1,-1 0 0,1 0 0,-1 0-1,1 1 1,0-1 0,-1 1-1,1 0 1,-1 0 0,0 0 0,1 0-1,-1 0 1,0 0 0,1 1 0,-1-1-1,0 1 1,0 0 0,0-1 0,0 1-1,-1 0 1,1 0 0,0 0 0,-1 0-1,1 1 1,-1-1 0,0 0 0,2 5-1,10 26 409,-1 1-1,-2 0 1,-1 1-1,6 49 1,-12-64-336,26 223 1119,-8-54-989,-21-189-349,0 1-1,1 0 1,-1-1-1,0 1 0,0 0 1,0-1-1,0 1 1,0 0-1,0-1 1,0 1-1,0 0 0,0-1 1,-1 1-1,1 0 1,0-1-1,0 1 0,0-1 1,-1 1-1,1 0 1,-1 0-1,-13 1-3190,10-2 3098,-34 0-4346</inkml:trace>
</inkml:ink>
</file>

<file path=ppt/ink/ink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1:57:29.609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 79 9700,'0'0'609,"233"-52"-401,-149 41-208,-22-1-1969,-12 9-4930</inkml:trace>
</inkml:ink>
</file>

<file path=ppt/ink/ink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1:57:30.091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0 1 5378,'0'0'4525,"2"2"-4074,2 4-211,-2 0 1,1 0-1,-1 0 0,1 0 0,-2 1 1,1-1-1,-1 1 0,0-1 0,0 1 1,-1 8-1,3 8 295,2 58 902,-5-56-1097,2-1 0,0 1 0,2-1 0,8 33 0,-11-54-317,0-1-1,0 1 1,0 0-1,0-1 1,1 1 0,-1-1-1,1 1 1,3 3 0,-4-5-158,0 0 1,1 0 0,-1 0 0,0-1-1,1 1 1,-1 0 0,1-1 0,-1 1 0,1-1-1,-1 1 1,1-1 0,-1 0 0,1 0-1,-1 1 1,1-1 0,1 0 0,-3 0 80,1 0 1,-1 0-1,0 0 1,0 0 0,0 0-1,0 0 1,1 0-1,-1 0 1,0-1-1,0 1 1,0 0 0,0 0-1,0 0 1,1 0-1,-1 0 1,0 0 0,0 0-1,0 0 1,1-2-535,-1 2 535,0 0-1,0 0 1,0 0-1,0 0 1,0 0 0,0-1-1,0 1 1,0 0-1,0 0 1,0 0-1,0 0 1,0-1 0,1-21-3837</inkml:trace>
</inkml:ink>
</file>

<file path=ppt/ink/ink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1:57:30.788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158 9 1105,'0'-8'10959,"-2"42"-10757,-2 0-1,-1 0 1,-19 63-1,5-19 47,-22 87 532,-12 57 89,49-203-601,1-1 0,1 1 0,1 22 0,1-40-241,2-2-30,-1 0 1,0 0 0,1 0-1,-1 0 1,0 0-1,0 0 1,0 0-1,0-1 1,0 1-1,0 0 1,0-1-1,1-2 1,0 1-6,12-20-544,-2 0 1,0-1-1,15-46 1,-15 29-2704,13-76 0,-16 46-974</inkml:trace>
</inkml:ink>
</file>

<file path=ppt/ink/ink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1:57:31.161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17 139 5218</inkml:trace>
  <inkml:trace contextRef="#ctx0" brushRef="#br0" timeOffset="1">17 139 5218,'-13'-115'1073,"10"92"-465,3 29-380,0-1 1,0 1-1,0 0 0,1 0 0,0 0 1,0 0-1,1-1 0,3 9 0,1 7 218,53 227 3833,-35-134-2724,64 183 1,-86-292-1548,28 64 116,-26-61-122,0 0 0,1-1 0,0 1 0,1-1 0,-1 0 1,9 7-1,-14-14-301,1-5-1519,-1 4 1463,0-1-1,0 0 0,0 1 0,-1-1 0,1 0 0,0 1 0,-1-1 0,1 0 0,-2-2 0,2 3 173,-18-34-4235</inkml:trace>
</inkml:ink>
</file>

<file path=ppt/ink/ink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1:57:31.484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0 76 10005,'0'0'1232,"242"-64"-1232,-175 53-400,-9 11-4194</inkml:trace>
</inkml:ink>
</file>

<file path=ppt/ink/ink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1:57:31.844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348 78 4322,'0'0'2753,"-16"-2"-2374,-7-1-209,10 2 86,1-1 1,-1 0-1,0-1 0,1-1 0,-14-5 1,25 8-155,0 0 0,0 0 0,0 0 0,0 0 0,0 0 1,0 0-1,0 0 0,0 0 0,0 0 0,1 0 0,-1 0 0,0-1 1,1 1-1,-1 0 0,1-1 0,0 1 0,-1-2 0,1 2-62,-1 0 0,1 1 0,0-1 0,0 0 0,0 0 0,-1 1 0,1-1 0,0 0 0,0 0 0,0 0 0,0 1 0,0-1 0,1 0 0,-1 0 0,0 0 0,0 1 0,0-1 0,1 0 0,-1 0 0,0 1 0,1-1 0,-1 0 0,1 1 0,-1-1 0,1 0 0,-1 1 0,1-1 0,-1 1 0,1-1 0,0 1 0,0-1 0,6-1 87,1 0 1,-1 1-1,0 0 0,1 0 0,-1 1 0,1 0 0,-1 0 0,1 1 0,-1 0 0,1 0 0,-1 1 1,0 0-1,11 4 0,-15-4-66,0 1 0,0-1 0,0 1 0,-1 0 1,1-1-1,-1 1 0,1 0 0,-1 1 0,0-1 0,0 0 1,-1 1-1,1-1 0,0 1 0,-1-1 0,2 8 0,-1 2 198,0 0 0,-1 0 0,-1 18 0,-1-23-208,0 1 1,0-1-1,-1 1 0,0-1 0,-1 1 1,0-1-1,0 0 0,-1 0 1,0-1-1,0 1 0,-1-1 0,0 0 1,0 0-1,0 0 0,-1-1 1,0 0-1,-9 7 0,-7 5 2,-2 0 0,0-1-1,-47 24 1,52-32-54,0 0 1,-1-1 0,0-1-1,0 0 1,-21 3-1,27-9-25,31 0-55,0 1 1,0 1 0,-1 0 0,22 8 0,3 0 107,76 21 256,-47-11-215,73 10 0,-143-30-119,1-1 1,-1 0 0,0 0-1,1 0 1,-1 0-1,0 0 1,0 0 0,1 0-1,-1 0 1,0 0-1,1 0 1,-1 0 0,0 0-1,1 0 1,-1 0-1,0 0 1,1 0-1,-1 0 1,0 0 0,0 0-1,1 0 1,-1 0-1,0-1 1,1 1 0,-1 0-1,0 0 1,0 0-1,1 0 1,-1-1 0,0 1-1,0 0 1,0 0-1,1-1 1,-1 1 0,0 0-1,0 0 1,0-1-1,0 1 1,1 0-1,-1-1 1,0 1 0,0 0-1,0 0 1,0-1-1,0 1 1,0 0 0,0-1-1,0 1 1,0 0-1,0-1 1,0 1 0,0 0-1,0-1 1,0 1-1,0 0 1,-1 0 0,1-1-1,0 0 1,0-3-570,0-26-4510</inkml:trace>
</inkml:ink>
</file>

<file path=ppt/ink/ink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1:57:32.185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0 0 8292,'0'0'5714,"221"38"-5505,-142-38-209,0 0-977,-8 0-2753</inkml:trace>
</inkml:ink>
</file>

<file path=ppt/ink/ink1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1:57:33.044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76 1 5010,'0'0'5499,"0"0"-5468,0 0 0,0 0 0,0 0 0,0 0 1,0 0-1,1 0 0,-1 0 0,0 0 0,0 0 0,0 0 0,0 0 0,0 0 1,0 0-1,0 0 0,0 0 0,1 0 0,-1 0 0,0 0 0,0 0 1,0 0-1,0 0 0,0 0 0,0 0 0,1 0 0,-1 0 0,0 0 1,0 0-1,0 0 0,0 0 0,0 0 0,0 0 0,0 0 0,0 0 1,0 0-1,1 0 0,-1 0 0,0 0 0,0 1 0,0-1 0,0 0 1,0 0-1,0 0 0,0 0 0,0 0 0,0 0 0,0 0 0,0 0 1,0 1-1,0-1 0,0 0 0,0 0 0,0 0 0,0 0 0,0 0 0,0 0 1,0 1-1,0-1 0,0 0 0,0 0 0,0 0 0,0 0 0,0 0 1,0 0-1,0 34 535,-4 192 1176,0-168-1493,-21 107 0,9-102-168,8-34-75,1-1 0,1 1 0,-3 56-1,9-85-117,5-20-1208,9-43-1643,-3 0-1,5-76 1,-12 76 178</inkml:trace>
</inkml:ink>
</file>

<file path=ppt/ink/ink1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1:57:33.399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27 158 4482</inkml:trace>
  <inkml:trace contextRef="#ctx0" brushRef="#br0" timeOffset="1">27 158 4482,'-21'-108'1011,"16"67"406,5 41-1347,0 0 0,0 0 0,0-1 0,0 1 0,0 0 0,0-1 0,0 1 0,0 0 0,0-1 0,0 1 0,0 0 0,0-1 0,0 1 0,0 0 0,1-1 0,-1 1 0,0 0 0,0 0 0,0-1 0,1 1 0,-1 0 0,0 0 0,0-1 0,0 1 0,1 0 0,-1 0 0,0 0 0,1 0 0,-1-1 0,0 1 0,0 0 0,1 0 0,-1 0 0,0 0 0,1 0 0,-1 0 0,0 0 0,1 0 0,-1 0 0,0 0 0,1 0 0,-1 0 0,0 0 0,1 0 0,-1 0 0,0 0 0,0 0 0,1 0 0,0 0 0,-1 1-34,1-1-1,0 0 1,-1 0-1,1 1 1,-1-1-1,1 0 0,0 1 1,-1-1-1,1 0 1,-1 1-1,1-1 1,-1 1-1,1-1 1,-1 1-1,1-1 1,-1 1-1,0-1 1,1 1-1,0 1 1,8 18 777,-1 1 1,-1 0-1,10 42 1,-7-21-269,155 501 3238,-159-527-3737,18 38-7,-21-51-839,-3-14-897,0 7 1142,-1-1-1,0 0 1,0 1 0,0-1-1,-3-5 1,-21-30-4623</inkml:trace>
</inkml:ink>
</file>

<file path=ppt/ink/ink1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1:57:33.737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 65 9364,'0'0'2433,"229"-38"-2225,-146 19-208,-16 12-4418</inkml:trace>
</inkml:ink>
</file>

<file path=ppt/ink/ink1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1:57:34.153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166 736 1809,'0'0'1833,"-11"1"-545,-21 4 1129,-42 0 0,72-5-2276,0 0 0,0 0-1,0-1 1,0 1 0,0-1-1,0 1 1,0-1 0,0 1-1,0-1 1,0 0 0,0 0-1,0 0 1,0 0 0,0-1-1,1 1 1,-1 0-1,0-1 1,1 1 0,-3-4-1,-5-4 3378,39 10-2002,16 8-1086,-26-4-295,0-1 0,31 1 0,-18-3-114,-8 0 13,0-2 0,0 0 0,36-6 0,-55 4-102,0 0-1,0 0 1,0-1-1,-1 1 1,1-1 0,-1-1-1,0 1 1,0-1-1,0 0 1,0 0-1,0 0 1,-1-1 0,0 1-1,0-1 1,0 0-1,-1 0 1,0-1-1,0 1 1,0-1 0,3-9-1,-4 11-11,0-1-1,0 0 0,-1 0 1,0 0-1,0-1 1,0 1-1,-1 0 0,1 0 1,-1-1-1,-1 1 1,1 0-1,-1 0 1,0 0-1,0 0 0,0-1 1,-1 1-1,1 1 1,-1-1-1,0 0 0,-1 0 1,1 1-1,-1-1 1,0 1-1,0 0 0,-6-6 1,-3 0 111,0 1 1,-1 0-1,-1 0 1,1 1-1,-1 1 1,-1 0-1,1 2 1,-1-1-1,0 1 1,-22-3-1,-4 1 971,0 1 1,-75 1-1,114 5-727,2-1-260,0-1-1,1 1 1,-1-1-1,1 1 1,-1-1-1,1 1 1,-1 0-1,1-1 1,0 1-1,0 0 1,0-1-1,-1 1 1,1 0-1,0 0 1,1 0-1,-1 0 1,0 0-1,0 0 1,2-1 0,4-4-4,30-26-68,-12 11-216,0-1-1,33-40 1,-52 54 19,0 1 0,-1-1-1,0 0 1,0-1 0,-1 1-1,0-1 1,-1 0 0,0 0-1,0 0 1,-1 0 0,0-1 0,0 1-1,0-16 1,-2 23 223,-1-1 0,1 1 0,0-1 0,-1 1 0,1-1 0,-1 1 0,0-1 0,0 1 0,0 0 1,0-1-1,0 1 0,0 0 0,-1 0 0,1 0 0,-1 0 0,0 0 0,1 0 0,-1 0 0,0 0 0,0 1 0,0-1 0,0 1 0,0-1 0,-1 1 0,1 0 0,0 0 0,-1 0 0,1 0 0,-1 0 0,1 1 1,-1-1-1,-2 1 0,-11-3 228,0 1 0,-1 1 0,1 1 0,-18 2 1,5-1 456,9-2-305,25-2-1749,20-8-1340,9-19-2649</inkml:trace>
</inkml:ink>
</file>

<file path=ppt/ink/ink1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1:57:34.559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0 8 768,'0'0'14071,"196"-8"-13671,-96 8-304,8 8-96,5 3-336,-22 0-3266</inkml:trace>
</inkml:ink>
</file>

<file path=ppt/ink/ink1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1:57:42.2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63 3986,'0'0'2782,"8"-9"-2675,0-2-71,-3 4 55,1 0-1,0 1 0,11-11 1,-13 16 586,1 0 0,0 0 0,-1 0 0,1 0 0,0 1 0,0 0 0,0 0 0,0 0 0,7 1 0,5 0 535,282-1-1089,-299 0-128,1 0 1,-1 0-1,0 1 1,0-1-1,1 0 1,-1 0 0,0 0-1,0 0 1,1 1-1,-1-1 1,0 0-1,0 0 1,0 0-1,1 1 1,-1-1-1,0 0 1,0 0 0,0 1-1,0-1 1,0 0-1,1 0 1,-1 1-1,0-1 1,0 0-1,0 0 1,0 1-1,0-1 1,0 0 0,0 1-1,0-1 1,0 0-1,0 1 1,0-1-1,0 0 1,0 0-1,0 1 1,0-1-1,-1 0 1,1 0 0,0 1-1,0-1 1,0 1-1,0-1 29,-1 1-207,0-1 0,0 1 1,0 0-1,1-1 0,-1 1 0,0 0 1,1 0-1,-1-1 0,0 1 1,1 0-1,-1 0 0,1 0 1,-1 0-1,1 0 0,0-1 0,-1 1 1,1 0-1,0 0 0,0 0 1,0 0-1,-1 0 0,1 1 1,0 2-720,-4 14-3906</inkml:trace>
</inkml:ink>
</file>

<file path=ppt/ink/ink1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1:57:43.2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 38 576,'0'0'5136,"-1"-4"-4362,-2-18 848,1 16 946,1 2 883,12 2-2841,354 6-172,-362-4-439,0-1-1,1 1 1,-1 0 0,0 1-1,0-1 1,1 0 0,-1 1-1,0 0 1,0 0 0,0 0-1,0 0 1,0 0 0,0 0-1,0 1 1,0 0 0,-1-1-1,1 1 1,0 0 0,3 4-1,-6-5 29,0-1 18,0 3 38,0-3-14,1 0-59,0 0-1,0 0 0,-1 0 1,1 0-1,0 0 1,-1 0-1,1 0 0,0 0 1,0 0-1,-1 1 0,1-1 1,0 0-1,-1 0 1,1 1-1,0-1 0,-1 0 1,1 1-1,0-1 0,-1 1 1,1 0-1,1 13-4231,-2-6 1618,0 3-4666</inkml:trace>
</inkml:ink>
</file>

<file path=ppt/ink/ink1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2:02:03.2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44 1 5731,'0'22'1019,"0"41"-653,0-16 2194,0-50-1718,-1 5-638,1-2-204,0 0 1,0 0-1,0 0 1,0 0 0,0 0-1,0 0 1,0 0-1,0 0 1,0 0 0,0 0-1,0 0 1,-1 0-1,1-1 1,0 1-1,0 0 1,0 1 0,0-1-1,0 0 1,0 0-1,0 0 1,0 0 0,0 0-1,0 0 1,0 0-1,0 0 1,0 0-1,0 0 1,0 0 0,0 0-1,0 0 1,0 0-1,0 0 1,0 0 0,0 0-1,0 0 1,0 0-1,0 0 1,0 0-1,0 0 1,-1 0 0,1 0-1,0 0 1,0 0-1,0 0 1,0 0 0,0 0-1,0-24 2108,0-61-2066,1 223 424,-4 264 1891,-5-291-1899,-3 63 420,11-173-1270,-2-15-2018,0 2 1992,1 0 0,1 0 0,1-19 1,0-12-256,-7-67-747,-1-92-1079,6 154 1831,-1 27 575,2 1 0,0-1 0,1 0-1,2 1 1,0-1 0,9-32-1,-8 40-41,-1 1 0,3-21 0,-5 23 136,1 1-1,0-1 0,0 1 1,1 0-1,0 0 0,5-10 1,-4 18 68,0 0 1,-1 0 0,1 0 0,0 1-1,0-1 1,-1 1 0,1 0 0,0 0-1,7 2 1,-3-2-84,1 0 52,-1 1 1,1-1 0,-1 2 0,1-1 0,-1 1-1,1 1 1,14 5 0,-19-6-11,0 0 0,0 1 0,0-1 0,0 1-1,0 0 1,-1-1 0,1 2 0,-1-1 0,0 0 0,1 1 0,-2-1 0,1 1-1,0 0 1,-1 0 0,0 0 0,2 5 0,0 6 240,0 0 0,-1 0 0,-1 1 1,-1-1-1,0 1 0,-2 23 0,1-11 312,-1-15-407,0-1 0,-1 1 0,0-1 0,-1 0 0,0 0 0,-1 0 0,-1-1 0,0 1 0,-7 12 1,2-7-53,-1 0 1,-1 0 0,0-1 0,-28 28 0,37-41-136,1 0 1,-1 0 0,0 0-1,-1 0 1,1-1 0,0 1-1,-1-1 1,1 0 0,-1 0-1,0 0 1,0 0 0,0-1-1,0 0 1,0 0 0,-4 1-1,7-4-634,1 0 506,0-1 1,0 1-1,0 0 1,0-1-1,1 1 0,-1 0 1,1-1-1,-1 1 1,1 0-1,0 0 0,0 0 1,0 0-1,0 0 1,0 0-1,1 0 1,-1 0-1,0 0 0,1 0 1,0 0-1,-1 1 1,1-1-1,0 1 0,0-1 1,0 1-1,0 0 1,0 0-1,3-1 1,3-2-49,0 2 1,0-1-1,0 1 1,1 1-1,-1-1 1,1 2 0,-1-1-1,1 1 1,0 0-1,-1 1 1,9 1-1,-14-1 227,0 0-1,0 0 1,0 0-1,-1 0 1,1 1-1,-1-1 1,1 1-1,-1 0 1,1 0-1,-1 0 1,0 0-1,0 0 1,0 0-1,0 1 1,0-1-1,-1 1 1,1-1-1,-1 1 1,1-1-1,-1 1 1,1 5-1,2 2 208,-1-1 0,0 1 1,-1 0-1,0 0 0,0 12 0,-1-10 90,-1 43 1422,-1-50-1608,1-1 0,-1 0-1,0 1 1,0-1 0,-1 0 0,1 0 0,-1 0 0,0 0 0,0 0 0,-4 5 0,-3 3 33,-1-1 1,0-1 0,-1 0 0,0 0 0,0-1 0,-26 15 0,27-18-257,0-1 0,0 0 0,0-1 0,-1 0 0,1-1 0,-1 0 0,0-1 0,0 0 0,-20 1-1,21-3-181,-9-1-1000,19 1 1147,-1-1 0,1 1 0,-1-1 0,0 1 0,1 0 1,-1-1-1,1 1 0,-1-1 0,1 1 0,-1-1 0,1 1 0,0-1 0,-1 0 0,1 1 0,0-1 0,-1 0 0,1 1 0,0-1 0,0 0 0,0 1 0,0-1 1,-1 0-1,1 1 0,0-1 0,0-1 0,0-20-3249</inkml:trace>
</inkml:ink>
</file>

<file path=ppt/ink/ink1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2:02:03.8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50 1 3954,'0'0'3327,"15"11"-2679,47 39 54,-58-46-519,-1-1 0,1 1 0,-1 0 0,0 0 1,0 1-1,-1-1 0,1 1 0,-1-1 0,0 1 1,-1 0-1,1-1 0,-1 1 0,1 0 0,-2 0 1,1 0-1,0 0 0,-1 1 0,0-1 0,0 0 1,-1 0-1,0 6 0,0 9 191,0-13-253,0 0-1,0 0 1,0 0 0,-1 0-1,0 0 1,0 0-1,-1-1 1,1 1-1,-2-1 1,-5 10-1,-6 6 258,-26 29 1,22-28-287,-4 2-31,17-19-40,0 0 0,0 0-1,1 0 1,-6 11 0,10-16 35,3-1-5,7-1 30,0 0 1,0-1-1,-1 0 1,1-1-1,-1 0 1,1 0 0,-1 0-1,0-1 1,14-10-1,-12 8-575,0 1 1,0-1-1,1 2 0,0-1 0,0 2 0,16-5 1,-17 5-1727,0-2-749</inkml:trace>
</inkml:ink>
</file>

<file path=ppt/ink/ink1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2:02:04.2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5699,'0'0'7555,"12"2"-6816,42 3 139,60 0 0,-38-2-576,-44 0-5457</inkml:trace>
</inkml:ink>
</file>

<file path=ppt/ink/ink1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2:02:04.5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42 5731,'0'0'7539,"127"0"-7299,-90-6-80,-7 3-48,0-3-112,-6 0-176,-11 0-432,-6-3-1889,-7 3-1441</inkml:trace>
</inkml:ink>
</file>

<file path=ppt/ink/ink1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2:02:06.3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174 52 3906,'0'0'4989,"2"-4"-4432,6-16 3805,-18 33-4116,-8 26-125,2 0 1,-19 74-1,31-101-101,-89 379 586,90-372-559,1 0 0,0 26 0,2-45-52,1 0 1,-1 0-1,0 0 0,1 0 0,-1 0 1,1 0-1,-1 0 0,1 0 1,-1-1-1,1 1 0,-1 0 1,1 0-1,-1 0 0,0 0 1,1-1-1,-1 1 0,1 0 1,-1-1-1,0 1 0,1 0 0,-1 0 1,0-1-1,1 1 0,-1-1 1,0 1-1,1 0 0,-1-1 1,0 0-1,12-16-425,-1-1 0,0 0 0,-2-1 0,0 0 1,-1-1-1,8-31 0,-2-7-2470,8-68 0,-7-40 325,3-20 4824,-14 174 1122,-2 28 569,0-1-4280,60 303 3590,-48-223-2374,-8-44-403,3 0-1,1-1 1,25 71-1,-32-113 53,1 7-2004,-5-14 1359,1-1 1,-1 0 0,0 1 0,1-1 0,-1 0 0,0 0 0,0 1-1,0-1 1,1 0 0,-1 0 0,0 0 0,0 0 0,0 0 0,1 0-1,-1 0 1,0 0 0,0 0 0,0 0 0,1-1 0,-1 1 0,0 0-1,0-1 1,-8-1-1042,0-1 0,0 0 0,1-1 0,0 0 0,-10-5 0,13 6 353,-35-18-5686</inkml:trace>
</inkml:ink>
</file>

<file path=ppt/ink/ink1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2:02:06.7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28 7491,'0'0'2001,"170"-27"-2001,-127 27-1072,-9 0-2834</inkml:trace>
</inkml:ink>
</file>

<file path=ppt/ink/ink1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2:02:07.1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495 915 1489,'0'0'12085,"0"178"-10772,0-142 15,0-3-799,0-9-337,0-6 32,0-6-224,0-9-48,0 0-80,-3-15-8772,-10-15 1728</inkml:trace>
  <inkml:trace contextRef="#ctx0" brushRef="#br0" timeOffset="1">1 1 7764,'0'0'2977,"207"30"-2273,-144-30-704,-9 0-224,-11-3-3345</inkml:trace>
</inkml:ink>
</file>

<file path=ppt/ink/ink1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2:02:07.5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166 1 5763,'0'0'7742,"-7"1"-6814,2 2-830,0 0 0,0 1-1,1-1 1,0 1-1,0 0 1,0 0 0,0 0-1,0 0 1,1 1 0,0 0-1,-4 7 1,-5 10 163,-10 28 0,7-11-70,2 1-1,1 1 1,3 0-1,-6 45 1,9-19 480,3 121 0,4-175-550,0 0 0,1 0-1,0-1 1,1 1 0,0-1 0,1 0 0,0 0 0,12 22 0,-11-25-55,1-1 0,0 0 0,0 0 0,1 0 0,0-1 0,0 0 0,0 0 0,1-1 0,0 0 1,0 0-1,18 8 0,-9-7-67,0-1 1,1 0 0,-1-1-1,1-1 1,0-1 0,1-1 0,-1 0-1,35-2 1,-50 0-127,-1 0 0,0 0 1,1 0-1,-1 0 0,0-1 0,0 1 0,1-1 0,-1 1 1,0-1-1,0 0 0,0 0 0,1 0 0,-1 0 1,0 0-1,-1 0 0,1-1 0,3-2 0,-2 1-375,-1-1-1,0 1 0,0-1 0,0 1 1,0-1-1,-1 0 0,0 1 0,1-1 1,0-7-1,5-27-6020</inkml:trace>
</inkml:ink>
</file>

<file path=ppt/ink/ink1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2:02:08.3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268 1 5651,'0'0'5050,"-9"11"-4522,5-5-431,-7 7 200,2 1 0,-1 0 0,2 1 0,-9 19 0,-175 523 4497,190-550-4734,0 0 0,1 0 0,0 0-1,-1 13 1,2-19-247,2-5-77,36-89-4208,-3-2 0,27-127 0,-1-9 2988,-57 218 2413,2-12 5426,-6 28-5878,2 41 872,3-1 0,12 58 0,-4-35-423,38 197 1902,-35-197-2171,49 125 1,-60-181-93,-1 4-2545,-5-14 1761,-1 0-1,1 0 1,-1-1-1,1 1 1,0 0 0,-1-1-1,1 1 1,0-1-1,0 1 1,-1-1 0,1 0-1,0 1 1,0-1-1,-2-1 1,-35-25-3857,-8-8-3403</inkml:trace>
</inkml:ink>
</file>

<file path=ppt/ink/ink1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2:02:08.7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18 9300,'0'0'2754,"187"-18"-2754,-157 18-3954</inkml:trace>
</inkml:ink>
</file>

<file path=ppt/ink/ink1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2:02:09.0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53 34 1249,'0'0'10346,"-4"0"-9431,2 0-848,1 0 0,-1 0 0,1 0 0,-1 0 0,1 0 0,-1 1 1,1-1-1,-1 0 0,1 1 0,0-1 0,-1 1 0,1 0 0,0 0 0,-1-1 1,1 1-1,0 0 0,0 0 0,-2 2 0,1-1 49,0 1 0,1 0 0,-1-1 0,1 1 0,0 0 0,0 0 0,0 0-1,0 0 1,0 0 0,0 5 0,-2 10 380,1 1 1,1 0-1,1 0 0,0 0 0,4 22 1,-4-39-469,1-1 0,-1 1 0,1 0 1,0 0-1,0-1 0,0 1 0,0 0 1,0-1-1,0 1 0,0 0 0,0-1 1,0 0-1,1 1 0,-1-1 0,1 0 1,-1 0-1,1 0 0,-1 0 0,1 0 1,0 0-1,0 0 0,-1 0 0,1-1 1,0 1-1,0-1 0,2 1 0,5 1 9,0-1-1,0-1 1,0 1-1,11-2 1,-17 1-25,0 0-32,1-1 0,0 1 0,-1-1 0,1 0 0,-1 0 1,1 0-1,-1 0 0,1-1 0,-1 0 0,0 1 0,0-1 0,0 0 0,0 0 0,4-4 0,-2 1-139,-1 1 0,0-1 0,0-1 0,0 1 1,-1 0-1,0-1 0,5-10 0,-3 2-1188,-1 1 0,0-2 0,0 1 0,-2 0 0,0-1 0,1-25 0,-3 38 1202,0 0 1,0 0 0,0 0 0,0 0-1,0 0 1,-1 0 0,1 0-1,-1 0 1,1 1 0,-1-1 0,0 0-1,1 0 1,-1 0 0,0 1 0,0-1-1,0 0 1,-1 1 0,1-1-1,0 1 1,-1-1 0,1 1 0,-1-1-1,1 1 1,-1 0 0,1 0-1,-1 0 1,0 0 0,0 0 0,0 0-1,1 1 1,-1-1 0,0 1 0,0-1-1,0 1 1,0-1 0,0 1-1,-3 0 1,-12-1 1598,-30 0-1,26 2-1785,16-1-2003</inkml:trace>
</inkml:ink>
</file>

<file path=ppt/ink/ink1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2:02:09.4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7475,'0'0'5219,"204"0"-4819,-164 0-144,-7 0-176,-6 0-80,-10 0-32,-10 0-224,-4 0-672</inkml:trace>
</inkml:ink>
</file>

<file path=ppt/ink/ink1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2:02:09.7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3858,'0'0'6899,"0"193"-5122,0-124-80,0-3-337,6-9-351,1-12-417,3-12-176,0-18-416,0-6-48,0-9-352,0 0-1601,-3-18-1024,-7-18-5811</inkml:trace>
</inkml:ink>
</file>

<file path=ppt/ink/ink1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2:02:10.1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519 102 352,'0'0'8215,"-14"-11"-7458,-45-35-92,54 42-465,-1 0 0,0 1 0,0 0 1,0-1-1,0 2 0,0-1 0,-1 1 1,1 0-1,-1 0 0,-7 0 0,-8-3 434,10 2-391,-1 1 1,0 0-1,0 1 1,0 1-1,1 0 1,-22 3-1,29-2-174,-1 1-1,1 0 1,0 0-1,0 0 1,0 1-1,1-1 0,-1 1 1,0 0-1,1 1 1,0-1-1,0 1 1,-6 7-1,-5 6 136,-20 29-1,17-17-23,2 1 0,2 0 0,0 1 0,2 1 0,1 0 0,2 1 0,-6 39 1,8-23 353,3 1 0,3 63 0,1-76-213,0-26-203,0 0 0,1-1 0,0 1 0,1-1 0,0 0 0,1 1-1,6 14 1,-6-18-65,0 0-1,1-1 1,0 0 0,1 0-1,-1 0 1,1 0-1,0-1 1,0 0-1,1 0 1,0 0 0,9 6-1,-6-6 0,0 0 0,0-1-1,1 1 1,0-2 0,-1 0-1,1 0 1,0 0 0,13 0 0,11 0 109,40-1 0,-63-2-124,3 0-71,0-1 1,-1 0 0,1-2 0,-1 1 0,1-1-1,-1-1 1,0 0 0,0-1 0,-1-1 0,1 0 0,-1 0-1,-1-1 1,1-1 0,-1 0 0,18-17 0,-18 15-265,0-1 1,0-1 0,-1 0 0,-1 0-1,0-1 1,-1 0 0,0-1 0,-1 0 0,9-24-1,-10 16-248,0 0 0,-1-1 0,-1 0 0,-1 0 0,-1-42 0,-6-38-303,3 89 765,-2 0 1,0 0 0,0 0-1,-1 1 1,-8-17-1,4 10 185,-1 0 0,-2 1 0,0 1 0,0 0-1,-2 0 1,0 1 0,-1 0 0,-19-17 0,29 32-18,1-1 1,-1 1-1,0 0 1,1 0 0,-1 0-1,0 1 1,0-1-1,0 1 1,0 0 0,0 0-1,-9-1 1,-13 1-3184</inkml:trace>
</inkml:ink>
</file>

<file path=ppt/ink/ink1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2:02:10.5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204 28 2881,'0'0'7724,"3"-5"-6548,11-13-263,-11 14 824,-5 7-1545,-22 41 384,2 0 0,-27 80 0,29-70-194,-79 236 1696,97-282-2057,0-1-1,1 1 0,-1 0 0,1 12 1,9-35-761,-2 6 399,29-71-3366,-5-6-3284,-19 42 2050</inkml:trace>
</inkml:ink>
</file>

<file path=ppt/ink/ink1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2:02:10.9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 5234,'0'0'7038,"4"-1"-6507,-3 1-502,-1 0 1,1 0-1,0 0 0,0 0 0,0 0 1,0 0-1,0 0 0,-1 0 0,1 0 1,0 0-1,0 0 0,0 1 0,-1-1 1,1 0-1,0 0 0,0 1 0,0-1 1,-1 1-1,1-1 0,0 1 0,-1-1 1,1 1-1,0-1 0,-1 1 0,1-1 1,0 2-1,0 1 116,1 0 1,-1 0 0,0 1-1,0-1 1,0 1-1,0 5 1,27 218 3216,-4-17-1404,-17-167-1587,3-1 0,25 74-1,-33-111-358,0 1 1,0-1-1,0 0 0,1 0 0,0-1 0,0 1 0,0-1 1,6 7-1,-8-10-143,-1-6-937,-1 0 558,1 0 0,-1 0 0,0 0 0,-1 0 0,1 1 0,-1-1 0,0 0 0,0 1 0,0-1-1,-1 1 1,0 0 0,-4-6 0,5 8 152,-32-46-5309</inkml:trace>
</inkml:ink>
</file>

<file path=ppt/ink/ink1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2:02:11.2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85 10501,'0'0'4882,"221"-51"-4882,-171 39-48,-3 0-2065,-11 3-2001</inkml:trace>
</inkml:ink>
</file>

<file path=ppt/ink/ink1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2:02:11.6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 0 7603,'0'0'7740,"11"2"-7025,35 9-8,-44-11-654,0 1-1,0 0 1,0 0-1,0 0 1,0 0 0,-1 0-1,1 0 1,0 0-1,-1 1 1,1-1-1,-1 1 1,1-1 0,-1 1-1,0-1 1,0 1-1,1 0 1,-1 0 0,-1-1-1,1 1 1,1 4-1,0-1 77,-1 1-1,0 0 0,-1-1 1,0 1-1,0 7 0,0-6-22,0-2-22,0-1 1,-1 0-1,1 0 1,-1 1-1,0-1 1,-1 0 0,1 0-1,0 0 1,-1 0-1,0 0 1,0-1-1,0 1 1,-4 4-1,-2 2 104,-1 0-1,-19 16 1,17-18-146,1 2 0,-15 18 0,21-22-106,16-5-162,224 7-2962,-186-7-3197,-35-1-719</inkml:trace>
</inkml:ink>
</file>

<file path=ppt/ink/ink1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2:02:11.9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71 1 10341,'0'0'6867,"217"165"-6195,-170-78-240,-17 7 1,-20 8 111,-10 0-80,-10 0 48,-44 1-512,-16-7-208,-10-9-832,0-12-1650,0-21-2672</inkml:trace>
</inkml:ink>
</file>

<file path=ppt/ink/ink1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2:02:14.2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3169,'0'0'12075,"2"0"-11437,190 8 1883,-17 3-2295,-115-8-209,-18 3-1076,-36-3-2434,-26-1-1199,-3-2-308</inkml:trace>
</inkml:ink>
</file>

<file path=ppt/ink/ink1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2:02:14.6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6659,'0'0'6051,"10"148"-5059,-7-70 193,-3 12-177,0 0-303,0-2-305,0-16-400,0-21-48,7-15-384,-1-21-2546</inkml:trace>
</inkml:ink>
</file>

<file path=ppt/ink/ink1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2:02:15.9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144 1 6163,'0'0'4055,"-1"12"-2265,-5 30-1246,-1-1-1,-18 53 0,13-50-247,-15 51 127,7-32-146,4 0 0,-13 97 0,28-144-270,1-16-32,0 0 0,0 0 0,0 0 0,0 0 0,0 0 0,0 0 0,0 0 0,1 0 0,-1 0 0,0 0 0,0 0 0,0 0 0,0 0 0,0 0 0,0 0 0,0 0 0,0 0-1,0 0 1,0 0 0,0 0 0,0 0 0,0 0 0,0 0 0,0 0 0,0 0 0,0 0 0,0 0 0,0 0 0,0 0 0,0 0 0,1 1 0,-1-1 0,0 0 0,0 0 0,0 0 0,0 0 0,0 0 0,0 0 0,0 0 0,0 0 0,0 0 0,0 0 0,0 0-1,7-23-3364,-3 7 1974,3-12-1324,0-4-2542</inkml:trace>
</inkml:ink>
</file>

<file path=ppt/ink/ink1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2:02:16.3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5699,'0'0'3108,"11"12"-2455,-5-5-526,1 0 48,0 1 0,-1-1 1,0 2-1,0-1 0,-1 0 0,0 1 0,-1 0 0,0 1 0,6 18 1,44 292 4300,-21-100-3131,-27-193-1304,-4-20-120,0 0 0,-1 1 0,2 13 0,-3-19-1159,-34-2-11288</inkml:trace>
</inkml:ink>
</file>

<file path=ppt/ink/ink1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2:02:16.6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22 8004,'0'0'0,"197"-21"-5651</inkml:trace>
</inkml:ink>
</file>

<file path=ppt/ink/ink1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2:02:17.0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5314,'0'0'6724,"0"171"-5284,0-125-431,0-7-353,0-3-32,0-9-368,0-6-192,0-12-64,0-6-128,4-3-1040,6 0-1521,-4-27-913</inkml:trace>
</inkml:ink>
</file>

<file path=ppt/ink/ink1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2:02:17.3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174 1 6259,'0'0'4370,"3"1"-3575,-2 0-736,0 0 0,0 0 0,0 0 1,0 0-1,0 0 0,0 0 0,0 0 0,0 0 1,-1 0-1,1 0 0,-1 1 0,1-1 0,0 0 1,-1 0-1,0 1 0,1 1 0,2 32 781,-4-16-283,-6 33-1,-2-14 94,-2 0 1,-29 69-1,-46 67 406,63-130-923,21-40-105,0 0 5,0-1 0,1 0 1,-1 0-1,1 1 0,0-1 1,0 1-1,0-1 0,0 1 1,0-1-1,1 7 1,8-27-395,5-7-543,-2-1 1,-1 0-1,9-32 0,4-13-1715,16-44-3600,-19 49 2187</inkml:trace>
</inkml:ink>
</file>

<file path=ppt/ink/ink1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2:02:17.6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164 125 7043,'56'-101'1470,"-41"77"1182,-15 24-2621,0 0 0,0 0 0,0 0 0,0 0 0,0 0 0,1 0 0,-1 0 0,0 0 0,0 0 0,0 0 0,0 1 0,0-1 0,0 0 0,1 0 0,-1 0-1,0 0 1,0 0 0,0 0 0,0 0 0,0 0 0,0 0 0,0 0 0,0 0 0,1 0 0,-1 0 0,0 1 0,0-1 0,0 0 0,0 0 0,0 0 0,0 0-1,0 0 1,0 0 0,0 0 0,0 1 0,0-1 0,0 0 0,0 0 0,0 0 0,0 0 0,0 0 0,0 0 0,0 0 0,0 1 0,0-1 0,0 0 0,0 0 0,0 0-1,0 0 1,0 0 0,0 0 0,0 1 0,0-1 0,0 0 0,0 0 0,0 0 0,-1 0 0,2 5-44,2 17 1034,-1 42-1,0-6-131,9 157 1526,18 182 324,-24-358-2700,-1-20-19,0 35 1,-4-52-232,-8-8-2379,-56-71-4075,19 21 142</inkml:trace>
  <inkml:trace contextRef="#ctx0" brushRef="#br0" timeOffset="1">1 510 8772,'0'0'5298,"207"0"-5057,-167 0-241,-7 0-1729,-9-3-3362</inkml:trace>
</inkml:ink>
</file>

<file path=ppt/ink/ink1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2:02:18.0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64 85 4722,'0'0'2841,"15"-13"-2094,45-40-5,-57 50-607,1 1-1,-1 0 1,0-1-1,1 1 1,-1 0 0,1 1-1,3-2 1,13 2 1176,-9 2-641,-10-1-613,0 0 1,0 0 0,0 1 0,0-1 0,1 0 0,-1 1 0,0-1 0,0 0 0,0 1 0,0-1 0,0 1 0,0 0-1,0-1 1,0 1 0,0 0 0,0 0 0,-1 0 0,1-1 0,0 1 0,0 0 0,-1 0 0,1 0 0,0 0 0,-1 0-1,1 0 1,-1 0 0,0 1 0,1-1 0,-1 0 0,0 0 0,1 0 0,-1 2 0,1 5 205,0 1 0,-1 0 0,-1 13 0,1-7 175,-1-3-234,0 0 0,-1 0 0,-1 0 0,0 0 0,0 0 0,-1 0 0,-1-1 0,1 0 0,-2 0 0,0 0 0,-10 14 0,-12 13 163,-53 55 0,56-66-195,19-20-165,0-1 0,-1 1 1,-11 8-1,16-14-79,6-7-875,3 0 777,-1 1 1,1 0-1,0 1 0,0 0 1,0 0-1,1 1 0,0-1 1,-1 1-1,1 1 0,0 0 1,0 0-1,11-1 0,-1 1 131,1 1 0,-1 0 0,0 1 0,33 5 0,-45-4 40,0 1 0,-1 0 0,0 0 1,1 0-1,-1 1 0,0-1 0,6 5 0,-6-4-41,0 0 0,0 0 0,0 0-1,0-1 1,9 3 0,-14-5-232,3 0 247,-2-9-6980</inkml:trace>
</inkml:ink>
</file>

<file path=ppt/ink/ink1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2:02:18.3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8132,'0'0'6435,"231"105"-5971,-158-99-464,1-6-592,-17 0-3042,-14 0-6627</inkml:trace>
</inkml:ink>
</file>

<file path=ppt/ink/ink1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2:02:18.7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221 1 4210,'0'0'7056,"0"7"-6114,0 8-562,-2 0 1,0 0-1,0 0 0,-2 0 0,-5 16 0,-32 74 753,17-47-454,-9 25-11,-61 170 841,92-244-1484,-1 0 0,2 0 1,-1 0-1,1 0 1,1 13-1,19-36-660,-6 0 58,-2-1 0,1 0 0,-2 0 0,11-20-1,29-76-6639,-29 57 1134</inkml:trace>
</inkml:ink>
</file>

<file path=ppt/ink/ink1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2:02:19.0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2961,'0'0'6315,"3"5"-5448,2 1-610,-2 0 0,1 1 0,-1-1 0,0 1 0,0 0-1,-1 0 1,3 14 0,7 62 1305,-8-47-982,62 516 4614,-61-517-5142,2 0-1,21 62 1,-28-96-503,-1-17-3129,-7-11 783,4 20 1781,-19-39-4970</inkml:trace>
</inkml:ink>
</file>

<file path=ppt/ink/ink1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2:02:19.4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1489,'0'0'11925,"197"0"-11925,-150 0-752,-10 0-5027</inkml:trace>
</inkml:ink>
</file>

<file path=ppt/ink/ink1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2:02:19.8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91 64 3458,'0'0'2209,"-1"-2"-1977,0 0 47,0 1 0,1-1 0,-1 0 0,0 0 0,1 1-1,-1-1 1,1 0 0,0 0 0,-1 0 0,1 0 0,0 0 0,0 1 0,0-1 0,1 0 0,-1 0 0,0 0 0,2-3 0,-1 3-182,0 1 0,0-1 1,0 0-1,1 1 0,-1 0 0,1-1 1,-1 1-1,1 0 0,0 0 0,-1 0 0,1 0 1,0 0-1,0 0 0,-1 0 0,1 0 0,0 1 1,2-1-1,0 0-23,0 0 0,0 0 1,0 0-1,0 1 0,0-1 1,0 1-1,6 0 0,-9 1-20,0-1 1,1 0-1,-1 0 0,0 1 0,0-1 0,0 0 0,0 1 0,1-1 0,-1 1 0,0 0 0,0-1 0,0 1 0,0 0 0,0-1 0,0 1 0,-1 0 0,1 0 0,0 0 0,0 0 0,-1 0 0,1 0 0,0 0 0,-1 0 0,1 0 0,-1 0 0,1 0 0,-1 2 0,3 8 157,-1 1 0,-1-1 0,0 1-1,-1-1 1,0 1 0,-1 0 0,0-1 0,0 1-1,-2-1 1,1 0 0,-1 0 0,-1 0-1,0 0 1,-1 0 0,-6 11 0,2-8-177,6-10-74,0 0 1,0 0-1,1 0 0,0 0 0,-1 1 0,1-1 1,1 1-1,-1-1 0,1 1 0,0 0 1,-1 6-1,2-10-22,1 0-1,-1 0 1,0-1 0,1 1 0,-1 0 0,1 0 0,-1 0 0,1-1 0,-1 1-1,1 0 1,-1-1 0,1 1 0,0-1 0,0 1 0,-1 0 0,1-1-1,0 1 1,0-1 0,-1 0 0,3 1 0,21 9-37,-15-6 83,1 0 49,0 2-1,-1-1 0,1 2 0,-1-1 1,-1 1-1,14 13 0,-17-16 6,-1 1 0,0 1 0,0-1 0,0 0 0,0 1 0,-1 0 0,0 0 0,0 0 1,-1 0-1,0 0 0,0 1 0,2 8 0,-3-7 18,0 0 0,-1 1 0,0-1 1,0 0-1,-1 9 0,0-14-12,0 1 0,0-1 1,0 0-1,0 1 0,0-1 0,-1 0 1,1 0-1,-1 0 0,0 0 0,0 0 0,0-1 1,0 1-1,-1 0 0,-4 3 0,-1 0-18,0-1-1,0-1 0,0 1 0,0-1 1,-1-1-1,0 1 0,0-1 1,0-1-1,-16 3 0,9-3-163,0-1 0,-1 0 0,1-1 0,-30-4 0,44 4 46,-1-1 0,1 1 0,0-1 0,0 0 0,0 0 0,0 0 0,0 0 0,1 0 0,-1 0 0,0-1 0,0 1 0,1-1 0,-1 1 1,1-1-1,-1 1 0,1-1 0,0 0 0,-1 0 0,1 0 0,0 0 0,0 0 0,0 0 0,1 0 0,-1 0 0,0 0 0,0-3 0,-1-7-941,1 1 0,0-1 0,0-20 0,1 25 300,0-38-4304</inkml:trace>
</inkml:ink>
</file>

<file path=ppt/ink/ink1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2:02:20.2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8772,'0'0'3522,"238"0"-2850,-165 0-672,-9 0-752,-18 9-3362</inkml:trace>
</inkml:ink>
</file>

<file path=ppt/ink/ink1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2:03:55.1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125 1 544,'0'0'7262,"3"11"-5394,-4-2-1797,-1 1 0,0-1 0,-1 0 1,0 0-1,0 1 0,-1-2 0,-8 15 0,-4 12 376,-60 179 1912,70-184-2157,6-26-821,2-19-453,0 3-37,1-1-1,0 1 1,10-21-1,-1-2-185,41-109-3756,-43 117 4275</inkml:trace>
</inkml:ink>
</file>

<file path=ppt/ink/ink1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2:03:55.5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1 19 2193</inkml:trace>
  <inkml:trace contextRef="#ctx0" brushRef="#br0" timeOffset="1">1 19 2193,'23'-18'2516,"-22"18"-2343,0 1 0,0-1-1,0 1 1,-1-1 0,1 1 0,0-1 0,-1 1 0,1 0 0,0-1 0,-1 1-1,1 0 1,-1-1 0,1 1 0,-1 0 0,1 0 0,-1 0 0,1-1 0,-1 1 0,0 0-1,0 0 1,1 0 0,-1 0 0,0 0 0,0 0 0,0 0 0,0 1 0,7 35 252,4 128 2716,-10-108-2138,3 1 0,14 66-1,-16-116-936,0 1-1,1 0 0,0-1 1,1 0-1,5 10 0,-9-17-102,-23-17-5610,16 10 4499,-20-17-2712</inkml:trace>
</inkml:ink>
</file>

<file path=ppt/ink/ink1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2:03:55.8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7988,'0'0'2561,"174"69"-5458</inkml:trace>
</inkml:ink>
</file>

<file path=ppt/ink/ink1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2:03:56.4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117 68 2001,'0'0'3503,"7"-24"-1534,-2 17-1967,-4 5-15,0 0 1,1 0-1,-1 0 0,1 0 1,0 0-1,-1 0 0,1 0 1,0 0-1,0 1 0,0-1 0,0 1 1,1-1-1,-1 1 0,0 0 1,0 0-1,5-1 0,-3 1 87,20-4 17,-24 4-77,0 1 0,1 0 0,-1 0 0,1 0 0,-1 0 0,1 0 0,-1 0 0,1 0 0,-1 0 0,1 0 0,-1 0 0,1 0 0,-1 0 0,1 0 0,-1 0 0,0 0 0,1 0 0,-1 0 0,1 0 0,-1 1 0,1-1 0,-1 0 0,0 0 0,1 1 0,-1-1 0,1 0 0,-1 1 0,0-1 0,1 0 0,-1 1 0,0-1 0,1 0 0,-1 1 0,0-1 0,0 1 0,1 0 0,-1 14 622,1-10-477,-1 0 0,0 0-1,0 0 1,0 0 0,0 0-1,-1 0 1,0-1 0,0 1-1,0 0 1,0 0 0,-1-1-1,0 1 1,-3 5 0,-6 2 55,-1 0 0,0-1 1,0 0-1,-1-1 0,-27 16 1,37-24-247,2-1 17,0-1 0,1 0 0,-1 0 0,1 1 1,-1-1-1,0 0 0,1 1 0,-1-1 0,1 1 0,-1-1 0,1 1 1,-1-1-1,1 1 0,-1-1 0,1 1 0,0-1 0,-1 1 0,1 0 0,0-1 1,0 1-1,-1 0 0,1-1 0,0 1 0,0 0 0,0-1 0,0 1 1,0 0-1,0-1 0,0 2 0,4-1-1399,18 2 471,0 1-1,23 8 1,-36-9 1022,0 0 0,0 1 0,0 0 0,0 0 0,0 1 0,-1 0 0,13 11 0,-20-15-21,0 0 0,0 0 0,0 1 0,0-1 0,0 1 1,0-1-1,0 0 0,-1 1 0,1-1 0,0 1 0,-1 0 1,1-1-1,-1 1 0,0-1 0,1 1 0,-1 0 0,0-1 1,0 1-1,0 0 0,0-1 0,0 1 0,-1 0 0,1-1 1,0 1-1,-1 0 0,1-1 0,-1 1 0,0-1 0,1 1 0,-1-1 1,0 1-1,0-1 0,0 0 0,0 1 0,0-1 0,0 0 1,0 0-1,-1 0 0,-1 2 0,-26 10 190,1-1-1,-34 10 1,20-8 175,27-9-226,6-1-120,0-1 0,-1 0 0,0-1 0,1 1 0,-18 0 0,25-5-1664,2-11-1370</inkml:trace>
</inkml:ink>
</file>

<file path=ppt/ink/ink1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2:03:57.2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177 2 4162,'0'0'5368,"0"-1"-5318,1 1 0,-1 0 0,0 0 0,0 0 0,0 0 0,0 0 0,0 0 0,1 0 0,-1 0 0,0 0 0,0 0 0,0 0 0,1 0 0,-1 0 0,0 0 0,0 0 0,0 0 0,0 0 0,1 0 0,-1 0 0,0 0 0,0 0 0,0 0 0,0 0 0,1 0 0,-1 0 0,0 0 0,0 0 0,0 0 0,0 0 0,1 1 0,-1-1 0,0 0 0,0 0 0,0 0 1,0 0-1,0 0 0,0 1 0,0-1 0,0 0 0,1 0 0,-1 0 0,0 0 0,0 1 0,0-1 0,0 0 0,0 0 0,0 0 0,0 0 0,0 1 0,0-1 0,-1 14 173,0 0 1,-1-1-1,0 1 0,-2-1 1,-5 19-1,-32 67 544,21-51-241,-15 29 168,18-43-324,2 1 0,-21 70 0,35-183-11037,1 46 7871</inkml:trace>
</inkml:ink>
</file>

<file path=ppt/ink/ink1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2:03:57.5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13 5074,'0'0'3204,"3"-2"-2907,0 0-202,-1 1 1,1-1-1,0 1 1,-1 0-1,1 0 1,0 0-1,4 0 1,-6 1-53,0 0 0,0 0 0,0 0 1,0 0-1,0 0 0,0 0 0,-1 0 1,1 0-1,0 1 0,0-1 0,0 0 0,0 1 1,0-1-1,0 1 0,0-1 0,0 1 1,-1-1-1,1 1 0,0-1 0,0 1 1,-1 0-1,1-1 0,-1 1 0,1 0 1,0 0-1,-1 0 0,1 0 0,-1-1 1,0 1-1,1 0 0,0 2 0,16 53 1502,-3 1 0,14 107 0,12 51 727,-39-207-2249,-1-7-30,0 0 1,0 0 0,0 0 0,1 0 0,-1 0 0,0 0 0,0 1 0,1-1 0,-1 0 0,0 0 0,1 0 0,-1 0 0,1 0 0,0 0 0,0 1 0,0-2-304,-10-2-1827,1-2 1261,1-1-1,-1 0 0,1 0 0,1-1 1,-9-8-1,0 0-1103,-11-9-1566</inkml:trace>
</inkml:ink>
</file>

<file path=ppt/ink/ink1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2:03:57.9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39 5186,'0'0'7540,"174"-18"-7540,-144 9-1505,-6-3-2721</inkml:trace>
</inkml:ink>
</file>

<file path=ppt/ink/ink1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2:03:58.3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46 2 3890,'0'0'6443,"10"0"-5835,2 0-439,0-1 107,0 0 0,0 2 0,19 1 0,-29-1-195,0 0-1,0 0 1,0-1 0,-1 1 0,1 0 0,0 1 0,-1-1 0,1 0 0,-1 0 0,1 1 0,-1-1 0,0 1 0,0-1 0,1 1 0,-1-1 0,0 1 0,0 0 0,-1-1 0,1 1-1,0 0 1,-1 0 0,1 0 0,-1 0 0,1 0 0,-1 0 0,0-1 0,0 1 0,0 0 0,0 4 0,0-2-20,0 0 0,0 0 0,-1 0 0,0 0 0,1 0 0,-1 0-1,-1 0 1,1 0 0,0 0 0,-1 0 0,0-1 0,0 1 0,-4 5 0,-12 8 314,-2 0 0,-37 26 0,13-11-283,37-24-78,10-4-59,16-3-19,-16-1 95,112 0-850,-67 0-6985,-37 0 2004</inkml:trace>
</inkml:ink>
</file>

<file path=ppt/ink/ink2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2:03:58.9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175 1 3394,'0'0'6352,"5"0"-5488,15 0-232,-15 0 988,-5 3-1313,-1 8-129,1 0 0,-2 0 1,1 0-1,-1 0 0,-1 0 1,-5 13-1,-1-2 66,-23 41 0,-23 25 407,-26 50 22,79-134-716,1-2-17,0 1 0,0-1-1,0 0 1,0 1 0,0-1 0,0 0 0,1 1 0,-1 4-1,1-15-920,1 0-1,0 0 0,1-1 0,0 1 1,0 0-1,6-14 0,6-13-3628</inkml:trace>
</inkml:ink>
</file>

<file path=ppt/ink/ink2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2:03:59.2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5138,'0'0'5419,"9"0"-5059,-2 0-273,-4 0-52,0 0 0,0-1 0,0 2 0,0-1 0,0 0 0,-1 0 0,1 1 0,0-1 0,0 1 0,0 0 0,-1 0 0,1 0 0,0 0 0,-1 1 0,1-1 0,-1 1 0,0 0 0,1-1 0,2 4 0,1 4 282,0 0 0,0 0 0,-1 1 0,0 0 0,-1 0 0,6 16 0,13 66 1401,-21-84-1570,28 228 1988,-20-132-1941,-10-103-289,0-1-1,0 1 0,0-1 0,0 1 1,1-1-1,-1 1 0,0 0 0,0-1 1,0 1-1,0-1 0,0 1 0,-1 0 1,1-1-1,0 1 0,0-1 1,0 1-1,0-1 0,-1 1 0,1-1 1,0 1-1,-1-1 0,1 1 0,0-1 1,-1 1-1,1-1 0,0 1 0,-1-1 1,1 0-1,-1 1 0,0-1 1,0 1 1,0-1 0,0 0 0,0 0 0,0 0 1,0-1-1,0 1 0,0 0 0,0 0 1,-1 0-1,1-1 0,0 1 0,0-1 1,0 1-1,-1-2 0,-4-1-488,0-1-1,0 0 1,1-1-1,-6-5 1,-19-22-3357</inkml:trace>
</inkml:ink>
</file>

<file path=ppt/ink/ink2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2:03:59.7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88 6659,'0'0'5250,"177"-6"-5250,-147 0-816,-7 3-2978</inkml:trace>
  <inkml:trace contextRef="#ctx0" brushRef="#br0" timeOffset="1">432 0 7555,'0'0'6019,"33"79"-5106,-30-46-1,-3 3-32,0 0-271,4-3-225,-4-9-144,3-6-192,0-9-16,-3-6-64,4-24-9028</inkml:trace>
</inkml:ink>
</file>

<file path=ppt/ink/ink2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2:04:00.4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285 6 4018,'0'0'6883,"0"-1"-6861,0 1 1,-1 0-1,1 0 0,0-1 0,0 1 1,0 0-1,0 0 0,0-1 1,0 1-1,0 0 0,-1 0 1,1 0-1,0-1 0,0 1 0,0 0 1,0 0-1,-1 0 0,1 0 1,0-1-1,0 1 0,-1 0 1,1 0-1,0 0 0,0 0 0,0 0 1,-1 0-1,1 0 0,0 0 1,0 0-1,-1 0 0,1 0 1,0 0-1,-1 0 0,1 0 0,0 0 1,0 0-1,-1 0 0,1 0 1,0 0-1,0 0 0,0 0 1,-1 0-1,1 0 0,0 0 0,0 1 1,-1-1-1,1 0 0,0 0 1,0 0-1,0 0 0,-1 1 1,1-1-1,-6 8 220,-1-1 0,1 1 0,1 0 0,0 1 0,-6 11 0,-3 6 229,-130 216 2469,124-212-2728,12-20-114,1 0 0,0 1 1,0 0-1,2 0 0,-1 0 1,1 1-1,-5 18 0,10-26-2219,2-14 885,10-30-945,11-24-2979,-10 28 1772</inkml:trace>
</inkml:ink>
</file>

<file path=ppt/ink/ink2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2:04:00.7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4626,'0'0'6459,"6"26"-5298,41 153 685,50 216 2839,-94-363-4712,-3-32-261,-1-1-745,-2-1 660,0 0-1,1 1 1,-1-2-1,1 1 1,-1 0-1,1 0 0,0-1 1,-2-3-1,-5-5-850,-20-23-3567</inkml:trace>
</inkml:ink>
</file>

<file path=ppt/ink/ink2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2:04:01.1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27 7267,'0'0'6739,"197"-6"-6739,-167 0-608,-10 0-1793,-7-3-2689</inkml:trace>
</inkml:ink>
</file>

<file path=ppt/ink/ink2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2:04:01.4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3426,'0'0'8001,"6"3"-6611,-2-1-1081,-3-2-251,1 0-1,-1 1 1,0-1 0,1 0 0,-1 1 0,0 0 0,0-1 0,1 1 0,-1 0-1,0-1 1,0 1 0,0 0 0,0 0 0,0 0 0,0 0 0,0 0 0,0 0-1,0 0 1,-1 0 0,1 1 0,0-1 0,-1 0 0,1 0 0,-1 1 0,1-1-1,-1 0 1,0 1 0,1 0 0,-2 40 1560,-1-14-291,4 41-1,-1-62-1189,0-1 0,0 0 0,0 1-1,1-1 1,0 0 0,0 0 0,0 0-1,1 0 1,0 0 0,0 0-1,8 9 1,-8-12-119,0 0 0,0 0 0,1-1 0,0 0 0,-1 1 0,1-1 0,0 0 0,0-1 0,0 1 0,0-1 0,0 0 0,1 0 0,-1 0 0,0 0 0,0-1 0,9 0-1,-7 0-35,0 0-1,0 0 0,0-1 0,0 0 1,0 0-1,0-1 0,0 0 0,0 0 1,-1 0-1,1-1 0,7-4 0,-5 1-239,-1-1 0,0 0 1,0 0-1,-1-1 0,1 0 0,-2 0 0,1-1 0,-1 1 0,-1-1 1,1 0-1,-2 0 0,1-1 0,-1 1 0,0-1 0,-1 0 0,-1 1 1,1-1-1,-1 0 0,-1 0 0,0 0 0,0 0 0,-3-17 0,2 26 285,0-1-1,1 0 0,-1 1 0,0-1 0,0 0 0,0 1 0,0-1 0,0 1 0,0-1 0,0 1 0,0 0 1,-1-1-1,1 1 0,-1 0 0,1 0 0,-1 0 0,1 0 0,-1 0 0,1 0 0,-1 0 0,0 1 0,0-1 0,1 1 1,-1-1-1,0 1 0,-3-1 0,-5 0 302,-1 0 1,0 1-1,-15 1 1,8-1-157,-56 6-855,54-6-2356</inkml:trace>
</inkml:ink>
</file>

<file path=ppt/ink/ink2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2:04:04.4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161 1 2449,'0'0'10720,"-20"0"-9765,16 0-939,1 0 0,-1 1 0,1 0 0,0 0 1,-1 0-1,1 1 0,0-1 0,0 1 0,0-1 0,0 1 0,0 0 1,0 0-1,-4 5 0,1-2 17,0 1-1,0 0 1,1 0 0,-9 14-1,6-6 116,1 1-1,1 0 0,0 0 0,0 0 0,2 1 1,0-1-1,-2 23 0,1 11 669,3 53 1,2-93-736,0-2-10,0 1 0,1-1-1,-1 1 1,2-1-1,-1 0 1,1 0 0,0 0-1,5 11 1,-5-14-54,0-1 0,0 1 0,0-1 1,1 0-1,-1 0 0,1 0 0,0 0 0,0-1 0,0 1 1,0-1-1,0 1 0,1-1 0,-1 0 0,1 0 0,-1-1 0,1 1 1,7 1-1,8 0 77,0 0 1,0-2-1,1 0 1,35-4-1,-46 1-112,0 1 0,-1-1 1,1-1-1,0 0 0,-1 0 0,1 0 0,-1-1 1,0-1-1,0 1 0,-1-1 0,1-1 1,-1 1-1,7-8 0,3-4-531,0 0 1,-1-2-1,23-34 0,-35 46 355,1-1 1,-1 0-1,0 0 0,0-1 0,-1 1 0,0-1 1,-1 0-1,2-9 0,-2-5-157,0-44 0,-2 64 340,0-4-17,0 1 1,-1-1-1,0 1 0,-1-1 1,1 1-1,-1 0 0,-1 0 1,1 0-1,-1 0 1,0 0-1,0 0 0,-1 1 1,1-1-1,-1 1 0,0 0 1,-1 0-1,0 1 0,1-1 1,-1 1-1,-1 0 0,1 0 1,0 0-1,-1 1 0,0 0 1,0 0-1,0 1 1,0 0-1,0 0 0,-1 0 1,1 0-1,0 1 0,-12 0 1,17 1-118,0 0 0,0 0 0,-1 0 0,1 1 1,0-1-1,0 1 0,0-1 0,0 1 0,-1-1 1,1 1-1,0 0 0,0 0 0,0-1 1,1 1-1,-1 0 0,0 0 0,0 0 0,0 0 1,0 0-1,1 0 0,-2 2 0,-11 17-2939</inkml:trace>
</inkml:ink>
</file>

<file path=ppt/ink/ink2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2:04:06.4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151 201 880,'0'0'5590,"0"-5"-5148,7-56 4361,-7 57-4813,1 1 0,0-1 1,0 1-1,0-1 0,0 1 0,0-1 1,1 1-1,1-4 0,-1 3-19,0 1-1,0-1 0,-1 1 0,0-1 1,0 1-1,0-1 0,0 0 1,0-5-1,6-50-578,-28 59 1101,-2-1-367,14 0-73,0 1 1,0 0 0,0 0 0,0 1 0,-1 0-1,1 1 1,0 0 0,1 0 0,-1 1 0,0 0-1,-11 6 1,18-7-89,1 0 0,-1 0 0,1 1 1,0-1-1,0 0 0,-1 1 0,2-1 0,-1 1 0,-1 3 0,-2 8-1603,-3-4-2564</inkml:trace>
</inkml:ink>
</file>

<file path=ppt/ink/ink2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2:04:07.3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1 131 7603,'0'0'6710,"12"-13"-6435,-5 7-251,11-11 6,0-2 1,-1 0 0,17-27 0,-32 43-53,4-4 104,-4 19-70,-18 306 687,6-139-2295</inkml:trace>
</inkml:ink>
</file>

<file path=ppt/ink/ink2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2:04:12.0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103 171 4930,'0'0'4792,"0"-3"-4291,0-4-549,0 6 255,0-1 0,0 1 0,0 0 1,0 0-1,0 0 0,0 0 0,0 0 0,0-1 1,-1 1-1,1 0 0,0 0 0,-1 0 0,0-1 1,0 1-138,0 0 0,0 1 0,0-1 1,0 1-1,0-1 0,0 1 0,0-1 1,0 1-1,0 0 0,0-1 0,0 1 0,0 0 1,-1 0-1,1 0 0,0 0 0,0 0 1,-2 0-1,1 0-72,0 1 0,0-1 0,0 0 0,0 1 0,0-1 0,0 1 1,1 0-1,-1 0 0,0 0 0,0 0 0,1 0 0,-1 0 0,1 0 0,-1 0 0,1 1 0,-1-1 1,1 1-1,0-1 0,0 1 0,0-1 0,0 1 0,0 0 0,-1 2 0,-3 6 10,0 1-1,-5 21 0,5-15 14,1-2 26,0 1 0,1 0 0,1 0 0,0 21 0,3 67 986,0-93-897,-1-5-92,1 1 1,0-1 0,0 1 0,1-1 0,0 0 0,0 0 0,0 0 0,1 0 0,0 0 0,0 0 0,1 0-1,-1-1 1,1 0 0,0 0 0,1 0 0,-1 0 0,1-1 0,0 1 0,0-1 0,0-1 0,1 1 0,-1-1-1,1 0 1,0 0 0,0 0 0,0-1 0,0 0 0,0 0 0,10 1 0,-6-2-8,1 0 0,0-1 0,-1 0 0,1-1 0,14-3 0,-19 3-26,0-1 1,-1 0-1,1 0 1,-1 0-1,0-1 1,0 0-1,0 0 1,0 0-1,0 0 1,-1-1-1,7-6 1,0-4-163,1 1 0,-2-1 0,0-1 0,-1 0 0,0 0 0,-1-1 0,-1 0 0,-1 0 0,0-1 0,4-21 0,-4 7-192,-1 0 0,-1 0-1,-2 0 1,-4-58-1,1 83 335,0 0 0,0 0 0,-1 1 0,0-1 0,0 1 0,-1-1 0,0 1-1,1 0 1,-2 0 0,1 0 0,-6-6 0,-2-1 41,0-1 0,-23-17 0,30 27-36,1 1 0,-1-1 0,-1 1-1,1 0 1,0 0 0,-1 1 0,1-1 0,-1 1 0,1 0 0,-1 0-1,1 0 1,-1 1 0,0 0 0,1 0 0,-1 0 0,0 0 0,1 1-1,-1 0 1,1 0 0,-1 0 0,1 0 0,-1 1 0,1 0-1,0-1 1,-1 2 0,-4 2 0,-11 14 24,0 0 1,2 1-1,0 1 0,-20 31 0,36-48-109,0 0 0,1 0 0,-1 0 0,0 0 0,1 0-1,0 1 1,0-1 0,0 0 0,1 1 0,-1 4 0,-2 18-4928,-3-12-487</inkml:trace>
</inkml:ink>
</file>

<file path=ppt/ink/ink2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2:04:12.7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4018,'0'0'6952,"0"0"-6879,0 0 0,0 0 0,0 0 0,1 0 0,-1 0 0,0 0 0,0 0 0,0 0 0,0 0 0,1 0 0,-1 0 0,0 0 0,0 0 0,0 0 0,0 0 0,0 1 0,0-1 0,1 0 0,-1 0 0,0 0 0,0 0 0,0 0 0,0 0 0,0 0 0,0 0 0,0 1 0,0-1 0,1 0 0,-1 0 0,0 0 0,0 0 0,0 0 0,0 1 0,0-1 0,0 0 0,0 0 0,0 0 0,0 0 0,0 0 0,0 1 0,0-1 0,0 0 0,0 0 0,0 0 0,0 0 0,0 1 0,0-1 0,0 0 0,0 0 0,0 0 0,-1 0 0,1 1 0,-1 84-98,0-6 419,10 104 0,-8-178-460,8 40 336,-9-43-361,1 0 0,-1 0 0,1 0 0,0 0 0,0 0 0,0 0 0,0 0 1,0 0-1,0 0 0,0-1 0,1 1 0,-1 0 0,1-1 0,-1 1 0,1-1 0,3 3 0</inkml:trace>
</inkml:ink>
</file>

<file path=ppt/ink/ink2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2:04:13.5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101 1 3698,'0'0'5928,"-14"12"-3847,10-6-1750,-7 10 544,-17 35 0,19-29-561,1 1 1,1 0-1,1 0 1,2 1-1,-4 44 1,6 122 1417,3-176-1624,-1-3-26,1 0 0,0 0 0,1 0 0,0 0 0,1 0 0,0 0 1,9 19-1,-10-26-69,1 0 1,-1 0-1,1 0 1,0 0-1,-1 0 1,2 0 0,-1-1-1,0 0 1,1 1-1,0-1 1,-1 0-1,1-1 1,1 1-1,-1-1 1,0 0 0,0 0-1,1 0 1,-1-1-1,1 1 1,0-1-1,6 1 1,-5-1 13,1 0 0,-1-1 1,1 0-1,-1 0 0,1 0 1,-1-1-1,12-2 0,-14 1-35,0 0 1,1 0-1,-1 0 0,0 0 0,0-1 1,0 0-1,-1 1 0,1-1 0,-1-1 1,1 1-1,3-6 0,6-7-384,-1 0 0,-1-1 1,0-1-1,-2 1 0,0-1 0,-1-1 0,10-30 0,-11 19-755,-1 1 0,-1-1 0,-1 0 0,-1-47-1,-3 74 1075,1-14-104,-2-1 1,0 1-1,-1-1 0,-6-27 0,7 40 267,-1 1 0,1-1 0,-1 1 0,0-1 0,-1 1 0,1 0 0,0 0 0,-1 0 0,0 1 0,0-1 0,0 0 0,-1 1 0,1 0 0,-1 0 0,0 0 0,0 0 0,0 1 0,0-1 0,0 1 0,0 0 0,-1 0 0,-7-2 0,-3 2-72,1-1 0,-1 2-1,0 0 1,-23 2 0,11-1-1067,17 1-798,0 7-853</inkml:trace>
</inkml:ink>
</file>

<file path=ppt/ink/ink2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2:04:14.2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16 3778,'0'0'5384,"0"-4"-4597,1-8 138,1 16 427,2 27-207,0 254 1130,-5-170-5310,1-89-1012</inkml:trace>
</inkml:ink>
</file>

<file path=ppt/ink/ink2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2:04:15.0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191 106 4994,'0'0'2591,"0"-2"-2316,0 1-211,-1 1 0,1-1 0,0 1 0,0-1 0,-1 1 0,1-1 1,0 1-1,-1-1 0,1 1 0,0-1 0,-1 1 0,1-1 0,-1 1 0,1 0 1,-1-1-1,1 1 0,-1 0 0,1-1 0,-1 1 0,1 0 0,-1 0 1,1-1-1,-1 1 0,0 0 0,-25-5 1471,21 5-1368,1-1-1,-1 1 0,1 0 0,0 1 1,-1-1-1,1 1 0,-1 0 0,1 0 1,0 0-1,-6 3 0,3 1-69,0 1-1,1 0 1,0 0-1,0 1 1,0 0-1,0 0 1,1 0-1,0 0 1,1 1-1,0 0 1,0 0 0,0 0-1,1 1 1,-2 11-1,-2 5 132,2 0 1,1 0-1,-1 47 0,4-53-111,3 157 1626,-2-171-1687,1 0 0,0 1 0,0-1 0,1 0 1,-1 0-1,1 0 0,0 0 0,0-1 0,1 1 0,0-1 0,-1 1 1,1-1-1,1 0 0,-1 0 0,1 0 0,-1 0 0,1-1 0,0 1 1,1-1-1,-1 0 0,0 0 0,1-1 0,0 0 0,-1 1 1,7 0-1,-5 0-28,1-2 1,-1 1-1,1-1 1,0 0-1,0 0 1,0-1-1,0 0 1,0 0-1,0-1 1,-1 0-1,1 0 1,0-1-1,0 1 1,-1-1-1,1-1 1,-1 1 0,0-1-1,0-1 1,7-3-1,-2-2-80,0 0 1,-1 0-1,0-1 1,0 0-1,-1-1 1,13-20-1,-5 3-564,25-54 0,-31 56-216,-1-1 0,-1 0 0,-2-1 0,-1 1 0,-1-1 0,-1-1 0,-1 1-1,-2-1 1,-3-48 0,1 71 709,0-1-1,-1 1 0,0-1 1,0 1-1,0 0 0,0 0 1,-1 0-1,0 0 0,0 0 1,-1 0-1,-4-5 1,5 8 145,0-1 0,0 1 0,0 0 0,0 0 0,-1 0 0,1 1 0,-1-1 0,0 1 0,0 0 1,0 0-1,0 0 0,0 0 0,0 1 0,0 0 0,-1 0 0,1 0 0,-5 0 0,5 0 34,0 1 0,0-1 0,0 1 0,0 1 0,0-1-1,0 0 1,0 1 0,0 0 0,0 0 0,0 0 0,1 0-1,-1 1 1,0-1 0,1 1 0,-1 0 0,1 0 0,0 1-1,-1-1 1,1 0 0,0 1 0,1 0 0,-1 0 0,0 0-1,1 0 1,-1 0 0,1 1 0,-3 4 0,-28 49-1187,20-30-1521</inkml:trace>
</inkml:ink>
</file>

<file path=ppt/ink/ink2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2:04:15.5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2721,'0'0'10357,"0"3"-10133,7 36 480,-7 15 177,0 13 63,0 5-432,0-3-255,0-9-97,0-12-160,0-15-112,6-9-1745,-2-15-1457</inkml:trace>
</inkml:ink>
</file>

<file path=ppt/ink/ink2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2:04:16.4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156 1 2097,'0'0'7646,"-5"2"-6539,-2 3-876,-1 0-1,1 1 0,0 0 0,1 0 1,-1 0-1,1 1 0,0 0 1,1 0-1,0 0 0,0 1 0,1 0 1,-6 12-1,-1 4 181,2 0 1,0 1-1,-7 35 1,7-6 197,2 1 0,3-1 1,1 1-1,7 72 0,-3-120-548,0 0-1,0 0 0,0 0 0,0 0 0,1 0 0,1-1 0,-1 1 0,1-1 0,0 1 0,0-1 0,1 0 0,0 0 0,5 7 0,-4-9-24,-1 0-1,1 0 1,0 0 0,0-1-1,0 0 1,0 1 0,0-2-1,1 1 1,-1-1 0,1 0-1,0 0 1,0 0 0,0-1-1,0 0 1,9 1 0,-6-2-26,1 0 1,-1 0 0,0-1-1,0-1 1,0 1 0,0-1-1,0-1 1,0 0-1,0 0 1,-1 0 0,1-1-1,-1-1 1,0 0 0,0 0-1,-1 0 1,12-11-1,4-5-303,-2-2-1,0-1 0,28-41 0,-39 52-24,-1-1-1,-1 0 1,0 0 0,0-1 0,-2 0 0,0-1 0,0 1 0,-2-1 0,0 0 0,-1 0 0,0-1 0,0-18-1,-3 20 7,1-11-294,-3-34 0,2 52 572,-1 0-1,-1 1 1,0-1 0,0 1 0,0 0-1,-1-1 1,0 1 0,-7-12 0,3 8 73,-1 1 1,1 0 0,-2 0-1,-12-12 1,17 19 11,0 0-1,0 0 0,0 0 1,-1 0-1,1 0 1,-1 1-1,0 0 1,0 0-1,0 0 0,0 1 1,0 0-1,0 0 1,-6-1-1,-74 2-629,75 1-2153,0 7-2035</inkml:trace>
</inkml:ink>
</file>

<file path=ppt/ink/ink2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2:04:16.9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48 8324,'0'0'5522,"13"-48"-5410,-9 60 289,-4 27-225,0 15 512,0 12-448,0 1-208,0-10-32,0-6-992,0-21-1602,0-12-3921</inkml:trace>
</inkml:ink>
</file>

<file path=ppt/ink/ink2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2:04:18.3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127 78 4786,'0'0'4560,"-37"0"775,34 0-5286,0 1-1,0-1 0,0 1 1,0 0-1,0 0 0,0 0 0,0 1 1,1-1-1,-1 1 0,0-1 1,1 1-1,-1 0 0,1 0 0,0 0 1,-1 0-1,1 0 0,0 1 1,0-1-1,1 1 0,-1-1 0,0 1 1,-1 4-1,-2 2 27,1 1 0,0-1 0,1 1 0,0 0 0,-3 16 0,2 19 346,1 0 0,5 57-1,0-66-30,-2-25-327,1-1 0,1 0 0,-1 1 1,2-1-1,0 0 0,0 0 0,7 14 1,-8-19-46,1 0 1,0 0 0,-1 0 0,2-1 0,-1 0 0,0 0 0,1 0 0,0 0 0,0 0-1,0 0 1,0-1 0,1 0 0,0 0 0,-1 0 0,1-1 0,7 3 0,-4-2 19,0-1 1,0 0-1,0-1 0,0 0 1,0 0-1,1-1 1,-1 0-1,0 0 1,0-1-1,0 0 1,0 0-1,0-1 1,16-5-1,-14 2-95,1 0-1,-1 0 1,-1-1 0,1-1-1,-1 1 1,0-2-1,0 1 1,-1-1 0,10-12-1,-6 5-206,-1 0 0,-1-1 0,0-1 0,0 0 0,-2 0 0,0-1 0,-1 0 0,-1 0 0,-1 0 0,-1-1-1,5-36 1,-9 48 187,2-13-100,-1 0 0,-1 0 0,-3-23 0,2 37 208,-1 0-1,1 0 1,-1 0 0,0 0-1,0 0 1,-1 0 0,0 1-1,0-1 1,0 1 0,-1 0-1,1 0 1,-1 0 0,-1 0-1,-4-4 1,1 1 36,-1 1-1,0 1 1,0 0-1,-1 0 1,0 1-1,0 0 1,0 1-1,0 0 1,-1 0 0,1 1-1,-1 1 1,0 0-1,0 0 1,0 1-1,0 0 1,0 1-1,0 0 1,-15 3 0,23-2-101,1 0 0,-1 0 0,0 0 1,1 0-1,-1 0 0,1 1 0,-1-1 1,1 1-1,0 0 0,-1 0 1,1 0-1,0 0 0,0 0 0,1 0 1,-1 0-1,0 1 0,1-1 1,-1 1-1,1-1 0,0 1 0,0-1 1,0 1-1,0 0 0,-1 4 0,0 5-544,-1 0 0,2 1-1,-1-1 1,2 16-1,0 3-4906</inkml:trace>
</inkml:ink>
</file>

<file path=ppt/ink/ink2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2:04:18.9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 6 6755,'0'0'6083,"0"-6"-6051,0 42 720,0 16-224,0 2 1,0 3-337,0 0-176,0-9 32,0-3-96,0-12-833,-4-6-2080,4-12-3058</inkml:trace>
</inkml:ink>
</file>

<file path=ppt/ink/ink2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2:04:19.8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255 80 5170,'0'0'4757,"-11"0"-3994,-1-1-570,-7-1 478,-33 3-1,48 0-587,-1 0 1,1 0-1,-1 1 0,1 0 0,0 0 0,0 0 0,0 0 1,0 1-1,0-1 0,1 1 0,-5 4 0,-35 37 448,37-36-442,-1 0-1,1 0 1,1 1-1,-1-1 1,1 1-1,1 1 1,0-1-1,0 1 1,1-1-1,-3 17 1,2 3 249,1 0 1,2 43-1,1-72-334,0 13 121,1 1-1,0-1 1,1 0-1,1 0 1,0 0 0,1 0-1,0-1 1,7 14 0,-9-20-104,1-1 1,0 0 0,0 0 0,0 0 0,1 0 0,-1-1 0,1 1 0,0-1 0,0 0-1,1 0 1,-1-1 0,1 1 0,0-1 0,0 0 0,0 0 0,0-1 0,1 1 0,-1-1 0,1 0-1,-1-1 1,8 2 0,-7-2 2,1 0-1,0-1 0,0 1 1,0-2-1,0 1 1,0-1-1,0 0 0,0 0 1,0-1-1,-1 0 0,1 0 1,0 0-1,-1-1 0,0 0 1,0 0-1,0-1 1,0 0-1,0 0 0,-1 0 1,1-1-1,-1 0 0,-1 0 1,1 0-1,4-6 1,7-9-367,-1 0 1,-1 0-1,0-2 1,-2 1-1,0-2 1,-2 0-1,0 0 1,-2-1 0,0 0-1,-2 0 1,0 0-1,-2-1 1,2-40-1,-6 53 191,0-1-1,-1 1 0,0 0 1,-1-1-1,-4-13 0,4 21 190,0-1-1,0 1 1,-1 0-1,0 0 1,0 0-1,0 0 1,-1 1-1,1-1 1,-1 1-1,0 0 0,0 0 1,-1 1-1,-8-7 1,5 6 2,1 1-1,-1-1 1,0 1 0,-1 1-1,1 0 1,0 0 0,-1 1 0,0-1-1,1 2 1,-1 0 0,1 0-1,-10 1 1,2-1-35,13 0-54,1 0 0,-1 0 0,1 0 1,-1 1-1,1-1 0,-1 1 0,1-1 1,-1 1-1,1 0 0,0 0 0,-1 0 1,1 1-1,0-1 0,0 0 0,0 1 1,0-1-1,-2 3 0,-1 2-820,0 0 0,1 0 1,0 1-1,-6 11 0,10-17 728,-14 28-4895</inkml:trace>
</inkml:ink>
</file>

<file path=ppt/ink/ink2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2:04:20.4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 28 4722,'0'0'9204,"0"-27"-9012,0 57-79,0 24 447,0 21 400,0 0-640,0 4-288,-3-13-16,-4-6-16,4-18-400,3-12-1377,0-15-2657</inkml:trace>
</inkml:ink>
</file>

<file path=ppt/ink/ink2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2:04:21.4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208 35 6195,'0'0'6835,"-15"0"-5573,10 0-1167,1-1-38,0 1 1,1 0-1,-1 0 1,0 0-1,0 1 1,0-1-1,0 1 1,0 0-1,0 0 1,1 1-1,-1-1 1,0 1-1,1-1 1,-1 1-1,1 0 1,-5 4-1,-2 1 30,1 1 0,0 0-1,0 1 1,0 0 0,1 0-1,0 1 1,1 0-1,0 0 1,1 1 0,0 0-1,0 0 1,2 1 0,-1-1-1,1 1 1,1 0-1,-2 12 1,1 13 254,3 61 0,2-55-60,-1-35-215,0-1 0,0 1-1,1 0 1,1 0 0,-1 0 0,1-1-1,1 1 1,-1-1 0,1 1 0,0-1-1,9 13 1,-9-15-22,1-1-1,-1 0 1,1 0 0,1 0-1,-1 0 1,0-1-1,1 1 1,0-1 0,-1 0-1,1 0 1,1-1 0,-1 0-1,0 0 1,0 0-1,1 0 1,-1-1 0,9 1-1,-2 0-27,0-1-1,0 0 0,0-1 1,0-1-1,15-1 1,-21 1-22,-1-1 0,1 1 0,-1-1 0,0 0 0,0 0-1,0 0 1,0-1 0,0 1 0,0-1 0,0-1 0,-1 1 0,0 0 0,6-7 0,2-4-253,0-1 0,-1 0 0,-1 0 0,0-1 0,-1-1 0,-1 0 0,-1 0 1,0 0-1,-1-1 0,-1 0 0,-1 0 0,0 0 0,-1-1 0,0-34 0,-4-89-1531,1 138 1797,-1-1 0,0 1 1,0-1-1,0 1 1,0 0-1,-1-1 1,0 1-1,0 0 1,0 0-1,0 0 0,-1 0 1,1 1-1,-1-1 1,0 0-1,0 1 1,0 0-1,-1 0 1,1 0-1,-1 0 0,0 1 1,0-1-1,-7-2 1,5 1 3,-1 2 0,0-1 0,0 1 1,0 0-1,0 0 0,0 1 0,0-1 0,0 2 1,-1-1-1,1 1 0,0 0 0,-1 1 1,-10 2-1,14-2-65,0 1 0,0 0 1,0 0-1,0 0 0,0 1 0,1-1 1,-1 1-1,1 0 0,0 0 0,-1 0 1,2 1-1,-1-1 0,0 1 1,-3 5-1,-4 8-1155,-14 33 1,9-7-748,1-3-450</inkml:trace>
</inkml:ink>
</file>

<file path=ppt/ink/ink2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2:04:21.9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37 1 7203,'0'0'8820,"0"66"-8804,0-12 144,0 12 33,-3 3 47,-4 10-192,-3-16-48,0-3-577,3-15-703,7-18-1666,0-15-2400</inkml:trace>
</inkml:ink>
</file>

<file path=ppt/ink/ink2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2:04:24.1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129 105 4466,'0'0'6704,"-3"0"-6546,-1 0-134,0 0 1,0 0-1,0 1 1,0-1-1,0 1 0,0 0 1,0 0-1,1 0 1,-1 0-1,0 1 1,0 0-1,1 0 1,-1 0-1,1 0 0,0 0 1,-1 0-1,1 1 1,0 0-1,1 0 1,-1 0-1,0 0 0,1 0 1,-1 0-1,-2 6 1,-1 3 103,1 0 1,-1 1-1,2 0 0,0 0 1,1 1-1,0-1 1,-1 19-1,2 98 1315,3-72-789,-1-53-610,0 0 1,0 0 0,1 0-1,0 0 1,0 0-1,0 0 1,0 0 0,1-1-1,0 1 1,0 0-1,0-1 1,1 0 0,-1 1-1,1-1 1,0 0-1,0 0 1,1-1 0,-1 1-1,1-1 1,0 1-1,0-1 1,0 0-1,0-1 1,0 1 0,1-1-1,-1 0 1,1 0-1,-1 0 1,1 0 0,0-1-1,0 0 1,0 0-1,0 0 1,0-1 0,0 0-1,0 0 1,0 0-1,0 0 1,0-1 0,0 0-1,6-1 1,-7 0-26,0 1 1,-1-1 0,1 0-1,0 0 1,0 0 0,-1-1-1,0 1 1,1-1-1,-1 0 1,0 0 0,0 0-1,0 0 1,-1-1 0,1 1-1,2-5 1,5-11-14,16-34 1,-18 35-59,4-10-164,-2-1 1,-1 0-1,-1-1 1,-2 1-1,0-2 1,-2 1-1,-2 0 0,-1-43 1,-2 66 219,0 0-1,0 1 1,0 0 0,0-1 0,-1 1 0,0 0-1,-1 0 1,0 0 0,1 0 0,-2 0-1,1 0 1,-7-7 0,7 9-21,0 0 0,0 1 0,0-1 0,0 1 0,-1 0 0,0 0 1,1 0-1,-1 1 0,0-1 0,0 1 0,0 0 0,-1 0 0,1 0 0,0 1 0,-1 0 1,1 0-1,-1 0 0,-6-1 0,9 3 8,-1-1 1,1 1 0,0-1-1,0 1 1,0 0-1,-1 0 1,1 0-1,0 0 1,0 0-1,0 0 1,0 1-1,0-1 1,1 1 0,-1-1-1,0 1 1,1 0-1,-1-1 1,1 1-1,0 0 1,-1 0-1,1 0 1,0 0 0,0 0-1,-1 5 1,-2 4-148,0 0 1,1 0 0,-3 19-1,3-10-2313,1 35 0,2-21-2437</inkml:trace>
</inkml:ink>
</file>

<file path=ppt/ink/ink2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2:04:24.9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104 28 5122,'0'0'5944,"-1"0"-5792,0-1 1,0 1-1,-1 0 0,1 0 0,0-1 0,-1 1 0,1 0 0,0 0 0,0 0 0,-1 0 0,1 0 0,0 1 0,-3-1 0,0 3-79,0 0 0,1 1 0,-1-1 0,1 1 0,-1 0 0,1 0 0,0 0 0,1 0 0,-1 0 0,-2 6 0,-1 2 157,1 1-1,-6 20 1,3 6 189,1 1 0,2 1 1,2-1-1,3 54 0,0-89-370,0 4 43,0-1 0,0 0 0,1 0 0,0 1 0,1-1 0,0 0-1,0 0 1,1 0 0,0 0 0,5 9 0,-5-13-52,0 0 0,0 0 0,0-1 0,0 1 0,0-1 0,1 0-1,-1 0 1,1 0 0,0 0 0,0-1 0,0 1 0,0-1 0,1 0-1,-1-1 1,0 1 0,1-1 0,0 1 0,-1-1 0,9 0 0,-4 0-13,1 0 0,-1 0 0,1-1 0,0-1 0,-1 0 0,16-3 0,-19 3-4,-1-1 0,1 0-1,-1-1 1,1 1 0,-1-1 0,0 0 0,0 0 0,0-1 0,-1 1 0,1-1 0,6-7 0,-2 1-69,-1-1 1,0 0 0,0-1-1,-1 0 1,0 0 0,-1-1-1,-1 1 1,0-1 0,0 0-1,2-16 1,-2 3-284,-1-2-1,-2 1 1,0 0 0,-4-32 0,1 49 258,-1 0 0,-1 1 0,0-1 0,0 1 0,-1-1 0,0 1 0,-1 0 0,0 0 0,0 1 0,-1 0 0,0 0 0,0 0 1,-1 0-1,0 1 0,-1 0 0,1 1 0,-1 0 0,0 0 0,-1 0 0,0 1 0,-10-4 0,18 8-25,0 1 1,-1-1-1,1 1 0,0-1 1,-1 1-1,1 0 0,0-1 0,-1 1 1,1 0-1,0 0 0,-1 0 1,1 0-1,0 0 0,-1 0 0,1 0 1,0 1-1,-1-1 0,1 1 1,0-1-1,0 0 0,-1 1 1,1 0-1,0-1 0,0 1 0,-2 1 1,2 0-356,-1 1-1,0-1 1,1 1 0,0 0 0,0-1 0,0 1-1,0 0 1,0 0 0,0 0 0,0 3 0,-6 29-4215</inkml:trace>
</inkml:ink>
</file>

<file path=ppt/ink/ink2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2:04:25.4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18 115 272,'0'0'11107,"-3"-11"-10120,-2-10-99,1 0 0,-1-40 1,5 61-620,3 22-63,-4 113 196,1 17-1397,2-128-2138,10 49 0,-5-43-4313</inkml:trace>
</inkml:ink>
</file>

<file path=ppt/ink/ink2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2:04:26.0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4434,'0'0'4306,"23"165"-2561,-16-102-721,0-2-592,-4-1-319,4-3-113,-7-15-657,3-3-2592,-3-9-2594</inkml:trace>
</inkml:ink>
</file>

<file path=ppt/ink/ink2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2:04:26.8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55 55 3185,'0'0'6305,"0"0"-6290,0 0 0,0 0 1,0 0-1,0 0 0,0 0 1,0 0-1,0 0 0,-1 0 1,1 0-1,0 0 0,0 0 1,0 0-1,0 0 0,0 0 1,0 0-1,0-1 0,0 1 1,0 0-1,0 0 0,-1 0 1,1 0-1,0 0 0,0 0 1,0 0-1,0 0 0,0 0 1,0 0-1,0 0 0,0 0 1,0 0-1,0 0 0,0-1 1,0 1-1,0 0 0,0 0 1,0 0-1,0 0 0,0 0 1,0 0-1,0 0 0,0 0 1,0 0-1,0 0 0,0-1 1,0 1-1,0 0 0,0 0 0,0 0 1,0 0-1,0 0 0,0 0 1,0 0-1,0 0 0,0 0 1,0 0-1,0 0 0,0-1 1,0 1-1,0 0 0,0 0 1,0 0-1,1 0 0,-9 12 274,2 1-1,0 0 1,0 0-1,2 0 0,-1 1 1,2-1-1,0 1 0,-3 22 1,1 118 1764,5-124-1651,-1 0 4,1-5 102,2 29 0,-1-51-486,-1-1-1,1 1 1,-1-1 0,1 1 0,0-1 0,0 0 0,0 1 0,0-1 0,0 0-1,1 0 1,-1 0 0,1 0 0,-1 0 0,1 0 0,0 0 0,0 0-1,0-1 1,0 1 0,0-1 0,0 1 0,0-1 0,0 0 0,1 0-1,-1 0 1,0 0 0,1 0 0,-1-1 0,1 1 0,-1-1 0,4 1 0,-1-1-11,0 1 1,-1-1 0,1-1 0,0 1 0,-1-1 0,1 1 0,0-1 0,-1-1 0,1 1 0,-1-1 0,1 1 0,-1-1-1,0 0 1,0-1 0,0 1 0,4-4 0,2-4-60,-1 0 1,0 0-1,0-1 0,-1 0 0,-1 0 0,13-25 1,-6 4-564,17-52 1,-24 60 268,0 1 0,-2-1 0,-1 0 0,-1 0 1,-1-1-1,-1 1 0,-4-38 0,3 59 346,-1-1 0,0 1-1,-1 0 1,1 1 0,0-1 0,-1 0 0,0 0-1,1 0 1,-1 1 0,0-1 0,-1 1-1,1 0 1,0 0 0,-1-1 0,1 1 0,-1 1-1,1-1 1,-1 0 0,0 1 0,0-1-1,0 1 1,0 0 0,0 0 0,-4-1-1,-5-1 24,0 0 1,0 0-1,-1 2 0,-23-2 0,33 3-29,1 0 1,-1 0-1,1 1 1,-1-1 0,1 0-1,-1 1 1,1 0-1,0-1 1,-1 1-1,1 0 1,0 0 0,0 0-1,-1 1 1,1-1-1,0 0 1,0 1-1,0 0 1,0-1 0,1 1-1,-1 0 1,0 0-1,1 0 1,-1 0-1,1 0 1,0 0 0,0 0-1,0 1 1,0-1-1,-1 4 1,-2 4-465,1 0 0,0 0 1,0 0-1,-1 21 0,3 6-3627</inkml:trace>
</inkml:ink>
</file>

<file path=ppt/ink/ink2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2:04:27.5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125 83 5987,'0'0'5898,"-3"-2"-5159,1 1-655,1 0-1,0 0 1,-1 0-1,0 1 1,1-1-1,-1 0 1,1 0-1,-1 1 0,0-1 1,0 1-1,1 0 1,-1-1-1,0 1 1,0 0-1,1 0 1,-1 0-1,0 0 0,0 0 1,1 1-1,-1-1 1,0 1-1,0-1 1,1 1-1,-1-1 1,0 1-1,1 0 0,-1 0 1,1 0-1,-1 0 1,1 0-1,0 0 1,-1 0-1,1 0 1,0 0-1,-2 2 0,-4 8 15,0-1-1,1 1 0,0 1 1,0-1-1,1 1 0,1 0 1,0 0-1,0 0 0,1 0 1,-1 15-1,0 17 410,2 70 1,2-74-326,0-22-92,-1-4-12,1-1 0,1 1-1,0-1 1,5 19 0,-6-29-74,1 0 0,0 0 0,0 0 0,1 0 0,-1 0 0,1 0 0,-1 0 0,1 0 1,0-1-1,0 1 0,0 0 0,1-1 0,-1 0 0,1 0 0,-1 0 0,1 0 0,0 0 0,-1 0 0,1 0 0,0-1 0,0 0 0,0 1 0,4 0 0,-3-1 4,1 0 0,0 0 0,0-1 0,0 1 0,0-1 0,0 0 0,0 0 0,0-1 0,-1 0 0,1 1 0,0-2 0,0 1 0,-1 0 0,1-1 0,0 0 0,-1 0-1,0 0 1,1-1 0,-1 0 0,0 0 0,0 0 0,-1 0 0,1 0 0,-1-1 0,1 1 0,2-5 0,8-11-175,-2 0 1,0 0-1,-1-1 1,11-28-1,-16 35-23,6-15-201,-2-1 1,0 1-1,-2-2 0,-1 1 1,-2-1-1,-1 0 0,-1 0 1,-2-53-1,-1 80 392,0-1 1,0 0-1,-1 0 1,0 0 0,1 0-1,-1 1 1,-1-1-1,1 0 1,-1 1-1,1-1 1,-1 1 0,0 0-1,0-1 1,0 1-1,-1 0 1,1 0-1,-1 0 1,0 1-1,1-1 1,-6-3 0,3 4 42,1-1 1,-1 1-1,0 0 0,1 1 1,-1-1-1,0 1 1,0 0-1,0 0 1,0 0-1,0 1 1,0 0-1,-1 0 1,1 0-1,0 1 1,-6 1-1,7-1-31,1 0-1,0 0 1,-1 0-1,1 1 1,0-1 0,0 1-1,0 0 1,0 0-1,0 0 1,1 0 0,-1 1-1,1-1 1,-1 1-1,1-1 1,0 1-1,0 0 1,0 0 0,-2 5-1,-1 1-897,2-1 1,-1 1-1,1 0 0,1 0 1,-4 17-1,3-6-5528</inkml:trace>
</inkml:ink>
</file>

<file path=ppt/ink/ink2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2:04:28.4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 15 6467,'0'0'7139,"0"-15"-7043,0 51 497,0 15 207,0 6-432,0 4-352,0 5 80,-3-9-96,3 0-384,0-15-1313,0-12-3377</inkml:trace>
</inkml:ink>
</file>

<file path=ppt/ink/ink2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2:04:28.8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51 7 3986,'0'0'8492,"0"-6"-7588,-4 68 527,-17 101-1,10-100-1365,-4 110 0,15-120-977,0-19-4464</inkml:trace>
</inkml:ink>
</file>

<file path=ppt/ink/ink2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2:04:29.8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89 0 7780,'0'0'1936,"-8"6"-1669,4-3-221,1-2 4,0 1 1,0 0 0,1 0-1,-1 0 1,1 0 0,-1 1-1,1-1 1,0 1 0,0-1-1,0 1 1,0 0 0,1 0 0,-1 0-1,1 0 1,-1 0 0,1 0-1,0 0 1,0 0 0,0 5-1,-16 106 2564,-2 150-1,18-235-2325,1-13-111,0 0 0,0 0 0,2 0 0,3 19 0,-4-31-161,0 1 0,1-1 1,-1 0-1,1 1 0,0-1 0,0 0 0,1 0 0,-1-1 1,1 1-1,0 0 0,0-1 0,0 0 0,0 0 0,1 0 1,-1 0-1,1 0 0,0 0 0,0-1 0,5 3 0,-4-3-4,1 0 0,0 0 0,-1 0 0,1-1 0,0 1 0,0-1 0,0-1-1,0 1 1,0-1 0,0 0 0,0-1 0,0 1 0,0-1 0,0 0 0,0-1-1,6-2 1,-3 1-13,0-1-1,0-1 0,0 1 0,-1-2 0,0 1 1,0-1-1,0 0 0,-1-1 0,7-7 1,5-6-257,-2-1 1,0-1-1,-1-1 1,20-37-1,-29 45-120,0 0 0,-1-1-1,-1 1 1,0-1-1,-1-1 1,-1 1 0,-1-1-1,1-29 1,-2 32 88,-1 0 0,-1 0 1,0 1-1,-1-1 0,-5-19 1,5 29 294,0 0-1,0 0 1,0 0 0,0 0 0,0 0 0,-1 0 0,0 0 0,0 1 0,0 0-1,0-1 1,0 1 0,-1 0 0,1 0 0,-1 1 0,0-1 0,0 1-1,0 0 1,0 0 0,-8-3 0,2 3-24,0-1 0,-1 2 0,1-1-1,0 2 1,-1-1 0,-18 2 0,-1 0-4935</inkml:trace>
</inkml:ink>
</file>

<file path=ppt/ink/ink2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2:04:30.9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145 82 5378,'0'0'5582,"0"-4"-4998,0-10-165,0 11 1363,-24 4 627,19 2-2368,-1 1-1,1-1 1,0 1 0,0 0 0,0 1-1,1-1 1,-1 1 0,-4 8 0,-28 43 203,31-44-158,1 0 0,0 0 1,1 0-1,1 1 0,-1 0 0,2-1 1,0 1-1,0 15 0,1 9 413,6 57 0,-4-84-433,1 0 0,0 0 0,1 0 0,0 0 0,0-1 0,1 1 0,0-1-1,1 0 1,11 16 0,-14-22-51,0 0 0,0 0 0,0 0 0,1-1 0,-1 1 0,1-1 0,0 1 0,0-1 1,0 0-1,0 0 0,0-1 0,0 1 0,0 0 0,0-1 0,1 0 0,-1 0 0,1 0 0,-1 0 0,1-1 0,-1 1 0,1-1 0,-1 0 0,1 0 0,-1 0 0,1 0 0,-1-1 0,1 1 0,-1-1 0,1 0 0,-1 0 0,1 0 0,2-2 0,-1 0-21,-1 1 0,0-1 0,0 0 0,0 0 0,-1-1 0,1 1-1,-1-1 1,0 0 0,5-7 0,22-42-181,-15 20-323,-1-1-1,-1-1 0,10-51 1,-18 60 21,0 0 0,-2 0 0,-2-1 0,0 1 0,-5-42 1,3 63 460,0 1 1,0-1 0,0 1 0,-1 0 0,0 0 0,0 0-1,0 0 1,0 0 0,-1 0 0,0 1 0,1-1-1,-1 1 1,0 0 0,-1 0 0,1 0 0,-1 0 0,1 0-1,-1 1 1,-4-3 0,6 4 47,-1-1 0,1 1 0,-1 0 1,0 0-1,1 0 0,-1 0 0,0 1 0,0-1 0,1 1 1,-1-1-1,0 1 0,0 0 0,0 0 0,1 1 0,-1-1 0,0 0 1,0 1-1,1 0 0,-1-1 0,0 1 0,1 0 0,-1 0 1,0 1-1,1-1 0,0 1 0,-1-1 0,1 1 0,0 0 1,0-1-1,0 1 0,-2 3 0,-1 1-4,0 1 0,1 0 1,0 0-1,0 0 0,1 1 0,-1-1 1,-1 9-1,-4 33-3473,8-33-1369</inkml:trace>
</inkml:ink>
</file>

<file path=ppt/ink/ink2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2:04:31.8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 0 1569,'0'0'6835,"-7"196"-5074,7-130-657,0 3-656,0 0-368,0-6-80,0-3-240,0-14-3105,0-4-4195</inkml:trace>
</inkml:ink>
</file>

<file path=ppt/ink/ink2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2:04:32.2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 0 5987,'0'0'4738,"0"202"-4146,0-145-352,0-3-240,0-9-160,0-3-1569,-3-15-2448</inkml:trace>
</inkml:ink>
</file>

<file path=ppt/ink/ink2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2:04:33.0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106 24 672,'0'0'7953,"-14"-3"-6755,12 4-1128,0-1 0,0 1 0,1 0 0,-1-1-1,0 1 1,1 0 0,-1 0 0,1 0 0,-1 1 0,1-1-1,-1 0 1,1 1 0,0-1 0,0 1 0,0-1 0,-1 1-1,0 1 1,-20 36 622,20-35-627,-4 9 85,0 0 0,1 1 0,1 0 0,0 0 0,1 1 0,-2 21 0,1 91 884,4-110-879,-1 15 172,0-13-140,0 1 0,2 0 0,1 0 0,3 20 1,-4-36-163,0 0 1,0-1 0,0 1-1,0 0 1,0-1-1,1 1 1,0-1 0,0 1-1,0-1 1,0 0 0,0 0-1,0 0 1,1 0 0,0 0-1,0 0 1,-1-1 0,1 1-1,1-1 1,-1 0 0,0 0-1,1 0 1,-1 0 0,1-1-1,-1 1 1,1-1 0,7 1-1,-7-1-5,1-1 1,0 0-1,-1 0 0,1 0 0,0-1 0,-1 0 0,1 1 0,0-2 0,-1 1 0,1-1 1,-1 1-1,0-1 0,1 0 0,-1-1 0,0 1 0,0-1 0,-1 0 0,1 0 0,0 0 0,-1 0 1,4-5-1,7-9-104,-1 0 1,-1 0 0,14-29 0,-20 36-32,12-23-415,-1-1 1,17-51-1,-27 63 241,-1 0 1,-1 0-1,-1-1 0,-1 0 0,1-30 0,-4 36 99,1 9 113,-1 0 1,0-1 0,-1 1-1,0 0 1,-3-13 0,4 19 97,-1 0 1,0 0-1,0 1 1,0-1 0,0 0-1,0 0 1,0 1 0,0-1-1,-1 1 1,1-1 0,0 1-1,-1 0 1,1-1 0,-1 1-1,0 0 1,1 0 0,-1 0-1,0 0 1,0 0 0,1 0-1,-1 1 1,0-1 0,0 1-1,0-1 1,0 1-1,0 0 1,-4-1 0,2 1 18,0 0 0,0 0 0,0 0-1,0 1 1,0-1 0,-1 1 0,1 0 0,0 0 0,1 0 0,-1 1 0,0 0 0,0-1 0,0 1-1,1 0 1,-1 1 0,-3 2 0,-2 4-29,0 0-1,1 0 1,0 1 0,-7 12-1,15-21-5,-7 9-113,1 0-1,-9 20 1,5-6-2616,6-12-1990</inkml:trace>
</inkml:ink>
</file>

<file path=ppt/ink/ink2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2:04:34.0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124 92 3185,'0'0'2292,"0"-12"-1729,0-54 232,0 65-686,0 1 0,0-1 0,0 0 0,0 1 0,0-1 0,-1 1 0,1-1 0,0 1 0,0-1 0,0 1 1,-1-1-1,1 1 0,0-1 0,-1 1 0,1-1 0,0 1 0,-1 0 0,1-1 0,0 1 0,-1-1 0,1 1 0,-1 0 0,1-1 0,-1 1 0,1 0 0,-1 0 0,1-1 0,-1 1 0,1 0 0,-1 0 0,1 0 0,-1 0 0,0 0 0,1 0 0,-1-1 0,1 1 0,-1 0 0,1 1 0,-1-1 0,1 0 1,-2 0-1,0 0-53,1 1 1,-1-1 0,0 0-1,1 1 1,-1 0 0,0-1-1,1 1 1,-1 0 0,1 0-1,-1-1 1,1 1 0,-1 1 0,-1 0-1,-5 10-18,0 0 0,0 0 0,1 0 1,1 1-1,0 0 0,0 0 0,2 1 0,0 0 0,-4 23 0,2 1 448,1 1 0,2 53-1,1-59-107,1-20-156,1 0 0,0 0 0,0 0 0,5 22 1,-5-32-191,1 0 0,0-1 0,0 1 0,0 0 0,0-1 0,0 1 0,1 0 0,-1-1 0,1 0 0,-1 1 0,1-1 0,0 0 0,0 0 0,0 0 0,0 0 0,1 0 0,-1 0 0,0-1 0,1 1 0,-1-1 0,1 0 0,0 0 0,-1 0 0,1 0 0,0 0 0,3 0 1,4 1 43,0 0 0,-1-1 0,1-1 0,13 0 0,-19-1-74,0 1 0,-1-1-1,1 1 1,0-1 0,-1 0-1,1 0 1,-1-1-1,0 1 1,1-1 0,-1 0-1,0 0 1,0 0 0,0 0-1,4-4 1,3-5-219,0 0-1,-1-1 1,0 0 0,-1 0-1,-1-1 1,1-1 0,-2 1-1,0-1 1,-1 0-1,0 0 1,-1-1 0,-1 1-1,0-1 1,-1 0 0,-1 0-1,0-19 1,0 20 3,-2 0 0,1 0 0,-2 0 1,0 0-1,-5-19 0,6 30 232,-1-1 0,1 1 0,0 0 0,-1 0 0,1 0 0,-1 0 0,0 1 0,0-1 0,0 0-1,0 1 1,-1 0 0,1-1 0,-1 1 0,1 0 0,-1 0 0,0 0 0,0 1 0,0-1 0,0 1 0,0-1 0,0 1 0,0 0 0,0 0 0,-1 0 0,1 1 0,0-1 0,-1 1 0,1 0 0,-4 0 0,-123 0 24,130 0-82,4 27-3607,1-11 947,-1 1-3321</inkml:trace>
</inkml:ink>
</file>

<file path=ppt/ink/ink2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2:04:34.9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15 9316,'0'0'5760,"0"-2"-5525,0-11 3476,0 16-3508,10 342 392,-10-318-590,0 2-352,0-9-8275</inkml:trace>
</inkml:ink>
</file>

<file path=ppt/ink/ink2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2:04:35.5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57 6 3362,'0'0'10527,"-5"-4"-9356,5 4-1127,0 0-1,0 0 0,0 0 0,0 0 1,0 0-1,-1 0 0,1 0 0,0 0 1,0 0-1,0-1 0,0 1 0,0 0 1,0 0-1,0 0 0,0 0 0,-1 0 1,1 0-1,0 0 0,0 0 0,0 0 1,0 0-1,0 0 0,0 0 0,0 0 1,-1 0-1,1 0 0,0 0 0,0 0 1,0 0-1,0 0 0,0 0 0,0 0 1,0 0-1,-1 0 0,1 0 0,0 0 1,0 0-1,0 0 0,0 1 1,0-1-1,0 0 0,0 0 0,0 0 1,0 0-1,-1 0 0,1 0 0,0 0 1,0 0-1,0 0 0,0 1 0,0-1 1,0 0-1,0 0 0,0 0 0,0 0 1,0 0-1,0 0 0,0 0 0,0 1 1,0-1-1,1 69 53,0-20 7,-1 0 0,-12 81 0,4-80-192,4-20-149,-2-1 0,-12 42 0,17-69 244</inkml:trace>
</inkml:ink>
</file>

<file path=ppt/ink/ink2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2:04:37.7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124 64 5426,'0'0'3709,"0"0"-3585,0 0 0,0-1 1,0 1-1,-1 0 0,1 0 1,0-1-1,0 1 0,-1 0 1,1-1-1,0 1 0,-1 0 1,1 0-1,0-1 0,-1 1 1,1 0-1,0 0 0,-1 0 1,1 0-1,0 0 0,-1-1 1,1 1-1,0 0 0,-1 0 1,1 0-1,-1 0 0,1 0 1,0 0-1,-1 0 0,0 0 1,-2 2-104,1-1 1,-1 0-1,0 1 1,1 0 0,-1 0-1,1 0 1,-1 0 0,1 0-1,0 0 1,0 0-1,0 1 1,0-1 0,0 1-1,-1 3 1,-21 44 256,17-35-152,-2 8 29,1 0 0,1 0 1,1 1-1,1 0 0,-2 36 1,2 125 1052,6-127-728,-2-49-411,2 0 1,-1 1 0,1-1-1,1 0 1,0 0 0,0-1-1,0 1 1,1 0 0,8 16-1,-8-22-52,-1 1 1,1 0-1,0-1 0,0 1 0,0-1 0,0 0 0,1 0 1,-1 0-1,1-1 0,-1 1 0,1-1 0,0 0 0,0 0 0,1 0 1,-1 0-1,0-1 0,0 0 0,1 0 0,-1 0 0,1 0 1,-1-1-1,5 1 0,-2-1 9,1 1 0,-1-1 0,0 0 0,0 0 0,0-1 0,1 0 0,-1-1 0,0 1 0,0-1 0,-1-1 0,1 1 0,0-1 0,-1 0 1,1-1-1,-1 0 0,0 0 0,0 0 0,-1 0 0,1-1 0,5-6 0,9-10-245,-1-2 0,-1 0 1,-1-1-1,-1 0 0,-1-1 0,-1-1 0,-2-1 1,0 0-1,-2 0 0,11-46 0,-18 52-12,-1-1 0,0 1-1,-3-24 1,0 13 129,1 24 99,-1-1 0,0 0 1,-1 0-1,0 1 0,0-1 0,-1 1 0,0-1 0,-1 1 0,0 0 0,-6-10 0,-2 0-69,-1 0 0,0 1 0,-17-16 0,27 30 38,0 0 0,-1 0 0,1 0 0,-1 0 1,0 1-1,0-1 0,0 1 0,0 0 0,0 0 0,0 1 0,-8-3 0,10 4 33,0 0 1,0-1-1,0 1 0,-1 0 0,1 0 1,0 0-1,0 0 0,0 1 0,-1-1 1,1 1-1,0-1 0,0 1 1,0 0-1,0 0 0,0-1 0,0 2 1,0-1-1,1 0 0,-1 0 0,0 0 1,0 1-1,1-1 0,-1 1 0,1 0 1,-1-1-1,-1 4 0,-3 4-173,-49 76 381,47-70-2440,-12 30-1,12-17-3112</inkml:trace>
</inkml:ink>
</file>

<file path=ppt/ink/ink2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2:04:38.5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233 68 1809,'0'0'5095,"-11"0"-4382,-33-2 338,40 1-870,0 2-1,1-1 1,-1 0-1,0 1 1,1-1-1,-1 1 1,1 0-1,-1 1 1,1-1-1,-1 0 1,1 1-1,0 0 1,0 0-1,-5 4 1,1 0 89,0 1 1,0-1-1,-9 15 1,9-11 24,-2 1-97,1 1 0,0 0 0,1 1 0,1-1 1,0 1-1,0 1 0,-4 17 0,6-10 35,0 0 0,1 0 0,0 1 0,2 24 0,0-3 226,0-19-190,1 0 0,1 0 1,6 36-1,-6-53-239,1-1 0,0 0 1,0 1-1,0-1 0,1 0 1,0 0-1,0 0 0,0-1 0,1 1 1,0-1-1,0 0 0,0 0 1,1 0-1,0 0 0,0-1 0,0 0 1,8 6-1,-8-8-13,0 0 0,1 1 0,-1-2 0,0 1 0,0 0-1,1-1 1,-1 0 0,1-1 0,-1 1 0,1-1 0,0 0 0,-1 0 0,1-1 0,-1 1-1,1-1 1,-1-1 0,1 1 0,-1-1 0,0 0 0,0 0 0,0 0 0,0-1 0,0 0 0,0 0-1,-1 0 1,7-6 0,6-9-145,0-1 0,-2-1 0,0-1 0,-1 0 0,-2-1 0,0 0 0,-1-1 0,-1-1 0,-1 1 0,-1-2 0,-2 1 0,0-1-1,-1 0 1,-2 0 0,-1 0 0,0-30 0,-2 55 127,0-18-42,-4-30-1,3 42 41,0 0 1,-1-1-1,0 1 0,0 0 1,0 0-1,-1 0 1,0 1-1,-4-7 0,-1 0-4,-1 1-1,0-1 0,-1 2 1,0-1-1,0 1 0,-20-14 1,29 23-15,-1 0-1,1 0 1,0 0-1,0 0 1,-1 1 0,1-1-1,-1 0 1,1 1 0,0-1-1,-1 0 1,1 1 0,-1 0-1,1-1 1,-1 1 0,0 0-1,1 0 1,-1 0 0,1 0-1,-1 0 1,1 0 0,-1 0-1,1 1 1,-1-1 0,1 0-1,-1 1 1,1-1 0,-1 1-1,1 0 1,-1 0 0,1-1-1,0 1 1,-1 0 0,1 0-1,0 0 1,0 0 0,-2 2-1,-1 3-443,0 1 1,0 0-1,0-1 0,1 1 0,0 0 0,-2 9 1,-8 24-3799</inkml:trace>
</inkml:ink>
</file>

<file path=ppt/ink/ink2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2:04:39.3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168 8 5074,'0'0'6510,"-1"-1"-6452,1 1 0,-1-1 0,1 1 0,-1-1 0,1 1 0,-1-1 0,1 1 0,-1 0 0,1-1 0,-1 1 0,0 0 0,1-1 0,-1 1 0,1 0 0,-1 0 0,0-1 0,0 1 0,1 0 0,-1 0 0,0 0 0,1 0 0,-1 0 0,0 0 0,1 0 0,-1 0 0,-1 0 0,-10 11 431,0 0 1,1 0-1,0 1 0,-17 25 0,20-27-299,0 2-73,0 1 0,1 0 0,0 0 0,1 0 0,0 1 0,2 0 0,-1 0-1,2 0 1,-4 28 0,2 9 235,3 76-1,3-78-46,-2-43-271,2 0 1,-1 0-1,1 0 1,0 0 0,0 0-1,0 0 1,1-1-1,0 1 1,0 0-1,0-1 1,1 0-1,0 1 1,5 6-1,-5-8-15,1-1 0,-1 1 1,1-1-1,0 0 0,-1 0 0,1-1 0,1 1 0,-1-1 0,0 0 0,0 0 0,1 0 0,0 0 0,-1-1 1,1 0-1,0 0 0,-1 0 0,7-1 0,-2 1 17,1 0 1,0-1-1,0 0 1,14-3-1,-20 2-34,0 0 0,1 0 0,-1-1 0,0 1 0,0-1 0,0 0 0,0-1 0,-1 1 0,1-1 0,-1 1 0,1-1 0,3-4 0,9-12-184,0 0 0,-2-2 1,0 0-1,-1 0 0,-1-1 0,-1 0 1,-1-1-1,-1-1 0,0 1 0,-2-1 1,-2-1-1,0 1 0,-1-1 0,1-47 0,-4 45-130,-1 16 130,1 0-1,-2 0 1,1-1 0,-5-20 0,4 29 173,0 0 0,0 0 0,-1 0 0,1 0 0,-1 0 1,1 0-1,-1 1 0,0-1 0,0 0 0,0 1 0,0-1 0,-1 1 0,1 0 0,-1 0 0,1 0 1,-1 0-1,0 0 0,0 1 0,0-1 0,0 1 0,-3-1 0,-5-2 5,0 1 0,-1 1 0,1 0 0,0 1 0,-1 0-1,1 1 1,-1 0 0,1 1 0,-1 0 0,-16 4 0,27-5-37,0 1-1,0-1 1,1 0 0,-1 1 0,0-1-1,0 0 1,0 1 0,0 0 0,0-1-1,0 1 1,1-1 0,-1 1 0,0 0-1,0 0 1,1-1 0,-1 1 0,1 0-1,-2 1 1,0 13-5610,2-4 1777</inkml:trace>
</inkml:ink>
</file>

<file path=ppt/ink/ink2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2:04:40.1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181 67 5827,'0'0'5037,"0"-3"-4362,0 2-608,0 1 1,0-1 0,0 0 0,0 1-1,0-1 1,0 0 0,-1 1 0,1-1-1,0 1 1,0-1 0,-1 0-1,1 1 1,0-1 0,-1 1 0,1-1-1,0 1 1,-1-1 0,1 1 0,-1-1-1,1 1 1,-1-1 0,1 1 0,-1 0-1,1-1 1,-1 1 0,1 0 0,-1 0-1,-1-1 1,1 1-28,0 0 0,-1-1 0,1 1 0,-1 0 0,1 0 0,-1 0 0,1 1 0,-1-1 0,1 0 0,-1 0 0,1 1 0,-1-1 0,1 1 0,-1 0 0,1-1 0,-2 2-1,-5 3-12,1 1 0,0 0 0,0 0 0,0 0 0,1 1 0,-8 10 0,1 1 155,-17 30 0,23-35-44,1 1 0,0 0 0,1 0 0,1 0 0,0 1 0,-3 27 0,2 91 717,5-110-710,0-14-63,0 0 1,1 0-1,0 0 0,1 0 1,0 0-1,1 0 1,0 0-1,6 13 0,-7-17-51,0-1 0,1 0-1,0 0 1,0 0-1,0 0 1,0 0 0,1-1-1,-1 1 1,1-1 0,0 0-1,0 0 1,0 0-1,0-1 1,1 1 0,-1-1-1,1 0 1,-1 0 0,6 1-1,-2-1-10,0-1 0,-1 0 0,1 0 0,0 0 0,0-1 0,0 0-1,0-1 1,0 0 0,0 0 0,0-1 0,0 0 0,12-5 0,-10 3-14,-1-1 0,0 0 0,0 0 0,0-1 1,-1 0-1,0-1 0,0 0 0,0 0 0,7-10 0,1-3-300,-1 0 0,0-2 0,-2 0-1,0 0 1,-1-1 0,-2 0-1,0-1 1,-2 0 0,0-1 0,-2 0-1,0 0 1,3-48 0,-8 50-47,0 8 209,-1 1 0,0 0 0,0 0 0,-2-1 0,-4-21 0,5 33 166,0 0-1,0 0 0,0 0 0,-1 0 1,1 0-1,-1 0 0,1 1 0,-1-1 1,0 1-1,0-1 0,-1 1 0,1 0 1,0 0-1,-1 0 0,1 0 0,-1 0 1,0 0-1,1 1 0,-1-1 0,0 1 1,0 0-1,0 0 0,0 0 0,0 0 1,0 0-1,-1 1 0,1 0 0,0-1 1,0 1-1,-5 1 0,3-2 0,1 1-1,-1 0 0,0 0 1,1 1-1,-1 0 1,1-1-1,-1 1 0,1 1 1,-1-1-1,1 1 0,0 0 1,-1 0-1,1 0 1,0 0-1,0 1 0,1-1 1,-1 1-1,0 0 0,1 0 1,0 1-1,-5 5 1,-27 34-378,7-9-5892,17-21-1126</inkml:trace>
</inkml:ink>
</file>

<file path=ppt/ink/ink2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2:04:40.9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 1 7491,'0'0'6019,"-7"51"-5475,7-3-79,0 12 63,0 15-224,0 3-176,-3 1-96,-4-10-64,4-9-1024,3-12-961,-4-12-3122</inkml:trace>
</inkml:ink>
</file>

<file path=ppt/ink/ink2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2:04:41.4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11 7411,'0'0'6595,"0"-3"-6293,0-5-238,0 9-35,0 21 17,0 311 1077,0-323-1273,3 31-197,-3-39 110,0-1-1,1 1 1,-1 0-1,1 0 0,0-1 1,-1 1-1,1 0 1,0-1-1,0 1 1,0 0-1,0-1 0,1 0 1,-1 1-1,0-1 1,0 0-1,1 1 1,-1-1-1,3 1 1,7 3-6097</inkml:trace>
</inkml:ink>
</file>

<file path=ppt/ink/ink2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2:04:42.2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 0 3618,'0'0'9572,"-17"184"-8612,14-112-367,-7 3-401,10-12-192,0-9-560,0-18-1938,0-18-4657</inkml:trace>
</inkml:ink>
</file>

<file path=ppt/ink/ink2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2:04:42.7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9124,'0'0'5523,"7"171"-5075,-4-96 32,-3 7-256,0-10-112,0-6-112,0-18-784,0-12-1681,0-12-2994</inkml:trace>
</inkml:ink>
</file>

<file path=ppt/ink/ink2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2:04:43.9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158 7 5282,'0'0'6646,"-4"-1"-6475,1 1-150,1-1 1,0 1-1,0-1 0,-1 1 1,1 0-1,0 0 0,-1 0 1,1 0-1,0 0 0,-1 1 1,1-1-1,0 1 0,0 0 1,-1-1-1,1 1 0,0 0 1,0 0-1,0 0 0,0 1 1,0-1-1,0 0 0,0 1 1,1-1-1,-1 1 0,0 0 1,1 0-1,-3 2 0,-6 13 212,0 0-1,1 1 0,0 0 0,2 0 0,0 1 0,-4 20 0,3-3 174,1 1-1,-3 47 1,7-39 232,2 0 1,5 54-1,-2-92-593,-1 0 0,1 0 0,0-1 0,0 1 0,0-1 0,1 0 0,0 0 0,1 0 0,-1 0 0,1 0 0,0-1 0,0 1 0,1-1 0,0 0 0,0-1 0,0 1 0,0-1 0,1 0 0,0 0 0,0 0 0,0-1 0,0 0 0,0-1 0,0 1 0,1-1 0,0 0 0,-1 0 0,1-1 0,12 1 0,-7-1 2,0-1-1,1 0 0,17-3 1,-25 2-49,-1 0 0,0-1 1,1 1-1,-1-1 0,0 0 0,0 0 1,1 0-1,-2-1 0,1 1 0,0-1 1,0 0-1,2-4 0,4-3-139,-2 0-1,1-1 1,-2 0 0,1 0 0,-1-1-1,9-22 1,-6 9-262,-2 0 0,9-39 0,-14 41 290,0-1 0,-2 0 0,-2-36 1,-1 10 104,2 38-35,0 0 1,-2 1-1,1-1 1,-2 0-1,1 1 1,-1 0-1,-1-1 1,0 2-1,-1-1 1,0 0-1,-1 1 1,0 0-1,0 0 1,-13-15-1,13 21 43,1 0-1,0 1 1,-1-1-1,0 1 1,0 0-1,0 1 1,0-1-1,0 1 1,0 0-1,-1 1 1,1 0-1,-8-1 1,4 0-3,0 0 1,0-1 0,-11-4-1,20 7-77,-3 9-2476,-3 13 582,-2 7-1275</inkml:trace>
</inkml:ink>
</file>

<file path=ppt/ink/ink2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2:04:44.8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194 47 5715,'0'0'4623,"-14"0"-2422,9 1-2122,1 0-1,-1 0 1,1 0 0,-1 1 0,1-1-1,0 1 1,-1 0 0,1 0-1,0 0 1,0 1 0,1 0 0,-1-1-1,0 1 1,1 0 0,0 1-1,-3 3 1,-2 1 76,1 1 0,0 0 0,1 0 0,0 1 0,-8 18 0,1 9 20,1 1-1,2 0 1,-8 68 0,11 82 897,7-171-933,-1-12-112,1 0 0,1-1 0,-1 1-1,1 0 1,0 0 0,0-1 0,0 1 0,0-1 0,1 1 0,0-1-1,0 0 1,0 0 0,0 1 0,7 6 0,-7-8 0,1-1 0,0 1 1,0-1-1,1 0 0,-1 0 0,0 0 1,1 0-1,-1-1 0,1 1 0,0-1 1,-1 0-1,1 0 0,0 0 0,0-1 0,0 1 1,0-1-1,-1 0 0,8 0 0,-6-1-16,0 0-1,0 0 0,0-1 0,0 1 0,0-1 0,0 0 0,0 0 1,-1-1-1,1 1 0,-1-1 0,1 0 0,6-7 0,6-6-38,25-30 0,-20 21-88,1 0-213,-1-1-1,19-30 1,-34 46 131,-1-1 0,0 0 0,-1 0 0,0 0 0,-1 0-1,0-1 1,-1 0 0,-1 0 0,2-15 0,-3-138-1299,-2 156 1451,0 1 0,0 0 0,-1 0 0,0 0-1,-1 0 1,0 0 0,0 1 0,-1-1 0,1 1-1,-2 0 1,1 0 0,-8-9 0,8 11 92,1 1 0,-1 0 0,-1-1 0,1 2 0,-1-1-1,1 0 1,-1 1 0,0 0 0,0 0 0,-1 0 0,1 1 0,0 0 0,-1 0 0,0 0 0,1 1 0,-1-1 0,0 2 0,-7-2-1,-3 1-204,-15 1-516,14 5-2786,10 0 452</inkml:trace>
</inkml:ink>
</file>

<file path=ppt/ink/ink2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2:04:45.7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144 67 5523,'0'0'7040,"0"1"-6893,0 0 0,0 0 1,0 0-1,0 1 0,0-1 0,0 0 1,0 0-1,0 0 0,0 0 0,-1 0 0,1 0 1,-1 0-1,1 0 0,0 0 0,-1 0 0,0 1 1,-23 25-26,14-16-82,0 0 0,1 0 0,0 1 0,-12 22 0,11-11-10,1 0 0,1 0 0,1 1 0,1 0 0,-5 39 0,7-12 280,3 84 1,1-130-282,0 0-1,1-1 1,-1 1 0,1-1 0,0 1 0,0-1 0,1 0 0,-1 1-1,1-1 1,0 0 0,0 0 0,1 0 0,-1 0 0,1-1-1,0 1 1,-1-1 0,2 1 0,-1-1 0,0 0 0,1 0 0,-1 0-1,1-1 1,0 1 0,0-1 0,0 0 0,0 0 0,0 0-1,1-1 1,-1 0 0,1 1 0,7 0 0,1 0 79,0-1-1,0 0 1,0-1 0,26-2 0,-32 0-80,0 1 1,0-1 0,0 0-1,0 0 1,-1-1-1,1 0 1,-1 0 0,1 0-1,-1-1 1,6-5 0,5-5-168,-2-1 1,0 0 0,0-1 0,-1-1 0,-2 0 0,1-1 0,-2-1-1,-1 0 1,0 0 0,-1-1 0,-1 0 0,-1 0 0,-1-1 0,0 0 0,-2 0-1,0 0 1,0-35 0,-3 46 118,0-9-514,-3-37 0,1 49 416,0 1 1,-1 0-1,1 0 0,-1 0 0,0 0 1,-1 0-1,1 0 0,-1 0 1,-7-8-1,1 1 122,-1 0 1,-1 1-1,0 0 0,-14-11 1,20 19 19,0 0-1,0 1 1,0-1 0,-1 1 0,1 0 0,-1 1-1,0-1 1,0 1 0,0 0 0,0 1-1,0 0 1,-1-1 0,-9 1 0,0 1-63,10-1 39,1 1 0,-1 0 0,0 1-1,0-1 1,1 1 0,-10 2-1,13-2-19,0 0-1,0 1 0,0-1 0,0 0 0,0 1 1,0-1-1,0 1 0,1-1 0,-1 1 0,1 0 0,-1 0 1,1 0-1,0 0 0,-1 0 0,1 0 0,0 0 1,0 0-1,0 0 0,1 0 0,-1 3 0,-13 57-3052,7-29 322</inkml:trace>
</inkml:ink>
</file>

<file path=ppt/ink/ink2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2:04:46.6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201 61 5090,'0'0'5782,"-27"0"-3184,23 0-2514,0 0-1,0 1 0,0-1 1,0 1-1,0 0 0,1 0 1,-1 0-1,0 0 1,0 1-1,1 0 0,-1-1 1,-3 4-1,1-1-69,1 1-1,0 0 1,0 0-1,0 0 1,0 0 0,-3 7-1,0-1 72,2 0-1,0 0 1,0 1-1,1 0 1,0 0-1,-4 17 1,-10 75 393,12-53-275,1 2 343,2 86 1,4-128-490,0-7-14,0 0 0,0 0 0,0 0 0,1 0 0,0 0 1,0 0-1,0 0 0,0 0 0,1 0 0,-1-1 0,1 1 0,0 0 0,0-1 0,0 0 1,0 1-1,1-1 0,0 0 0,3 4 0,-1-4-3,-1 0 0,1 0 0,0-1 0,-1 1 0,1-1 0,0 0 0,0 0 0,1-1 0,-1 1 0,0-1 0,1 0 0,-1-1 0,7 1 0,1 0 9,-1-1 0,22-2 0,-29 1-43,0 0-1,-1-1 1,1 1-1,-1-1 1,0 0-1,1 0 1,-1 0 0,0 0-1,0-1 1,6-5-1,9-10-265,-1-2 0,-1 0 1,-1 0-1,-1-2 0,-1 0 0,-1 0 0,-1-1 0,-1-1 0,-1 0 0,-1-1 0,7-30 0,-10 23-345,-1 0 0,-2 0 0,-2 0 0,-2-41 0,0 67 625,0 0 0,0 0 0,-1 0-1,0 0 1,0 0 0,0 0 0,-1 0 0,0 1 0,0-1 0,-6-8-1,1 4 65,0 0 0,0 1 0,-1-1 0,-12-8 0,18 15-65,-1 1 1,0 0 0,0 0-1,0 0 1,0 0-1,-1 1 1,1-1 0,0 1-1,-5 0 1,7 0-44,0 1 0,0-1 0,-1 1-1,1 0 1,0 0 0,0 0 0,0 0 0,-1 0 0,1 1 0,0-1 0,0 1 0,0-1 0,0 1 0,0 0 0,0 0 0,0-1 0,0 2-1,0-1 1,0 0 0,-2 2 0,-14 31-2931,13-24 1175,-5 9-3271</inkml:trace>
</inkml:ink>
</file>

<file path=ppt/ink/ink2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2:04:47.6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 1 2785,'0'0'10277,"0"87"-9781,0-42-224,0 9 273,0 6-97,0 16-176,0-7-240,-10-3-32,10-6-304,0-15-1841,0-12-4290</inkml:trace>
</inkml:ink>
</file>

<file path=ppt/ink/ink2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2:04:48.1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 12 3185,'0'0'10507,"-2"-3"-9910,0 0-516,-3-2 126,3 20-20,2 322 773,0-111-4214,1-189 23,2-13-934</inkml:trace>
</inkml:ink>
</file>

<file path=ppt/ink/ink2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2:04:48.6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 9 4706,'0'0'10053,"0"-9"-9477,-3 9-272,-1 25-272,4 8 80,0 18 160,-3 12-80,0 3-192,-4 6-352,0-6-848,4-11-497,3-13-2465,0-9-1985</inkml:trace>
</inkml:ink>
</file>

<file path=ppt/ink/ink2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2:04:49.1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44 1 7668,'0'0'6018,"-3"135"-6002,3-69 192,0 0-48,0-3-80,0 4-80,-10-13-160,3-3-352,-3-15-1105,4-9-1392,-1-3-753</inkml:trace>
</inkml:ink>
</file>

<file path=ppt/ink/ink2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2:04:51.1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241 1 6627,'0'0'3775,"-2"0"-3353,-5 0-138,4 0-152,0 0 0,-1-1-1,1 1 1,0 1 0,0-1 0,0 0 0,0 1-1,0 0 1,-1-1 0,1 1 0,0 1 0,0-1-1,1 0 1,-1 1 0,-5 3 0,-15 19 0,2 2 0,0 0 0,2 2 0,1 0 0,-19 40 0,30-53-4,1 1 1,1-1-1,0 1 0,1 0 1,-3 30-1,3 83 723,4-108-708,-1-9-56,1-1 1,1 1 0,0-1-1,0 0 1,1 0 0,0 1-1,1-1 1,1-1-1,0 1 1,0 0 0,1-1-1,0 0 1,7 10 0,-6-12-61,-1 0 1,1-1-1,1 1 0,-1-2 1,1 1-1,1-1 1,-1 0-1,1 0 0,0-1 1,0 0-1,1-1 1,-1 0-1,1 0 0,0 0 1,0-1-1,0-1 1,1 0-1,-1 0 0,0 0 1,1-2-1,-1 1 1,1-1-1,0 0 0,-1-1 1,12-2-1,-17 2-3,1-1-1,-1 0 1,0 0-1,0 0 1,0 0 0,0 0-1,0-1 1,0 0-1,-1 0 1,1 0 0,-1 0-1,0-1 1,0 1-1,0-1 1,0 0-1,-1 0 1,1 0 0,1-5-1,3-4-44,-1-1 0,-1 0-1,0-1 1,4-18 0,-2-10-283,-3 0 0,-1-1 1,-4-64-1,0 31 99,1 67 186,0 0 0,0 1 0,-1-1 1,0 0-1,0 1 0,-1-1 0,-1 1 0,0-1 0,-6-14 0,-44-71 88,51 93-79,1 1 0,-1-1 0,1 1-1,-1-1 1,0 1 0,1 0 0,-1-1-1,0 1 1,0 0 0,0 0 0,0 0-1,0 1 1,0-1 0,0 0 0,0 1-1,-1 0 1,1-1 0,0 1 0,-4 0-1,2 0-6,1 0 0,0 0 0,0 0-1,-1 1 1,1-1 0,0 1-1,0 0 1,0 0 0,0 0 0,0 0-1,0 1 1,-5 2 0,-3 3-176,-11 9-94,15-7-5057</inkml:trace>
</inkml:ink>
</file>

<file path=ppt/ink/ink2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2:04:52.2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171 152 4114,'-2'-1'11355,"-10"-4"-11017,-4 5-321,11 0-22,-1 0 1,0 0-1,0 0 1,-10 3-1,13-3 3,1 1 0,0 0 0,0 0 0,0 0 0,0 0 0,0 0 0,0 1 0,1-1 0,-1 1 0,0-1 0,1 1 0,-1-1 0,1 1 0,-1 0 0,1 0 0,-2 2 0,-8 16 83,1 1 0,1 0 0,1 0-1,0 1 1,2 0 0,0 0 0,2 1-1,0-1 1,2 1 0,0 39 0,3 89 575,-1-148-640,1 1 0,0 0 0,0 0 0,0 0 1,0 0-1,1-1 0,-1 1 0,1-1 0,0 1 0,0-1 0,0 0 0,1 0 0,-1 1 1,1-2-1,-1 1 0,1 0 0,0 0 0,0-1 0,1 0 0,-1 0 0,6 3 1,-1-1 21,-1 0 1,1-1 0,0 0-1,0-1 1,0 1 0,1-2-1,-1 1 1,1-1 0,9 0 0,-14-1-31,0 0 0,0 0 0,-1 0 0,1 0 0,0 0 0,-1-1 0,1 0 0,0 0 0,-1 0 0,1 0 0,-1 0 0,1-1 0,-1 0 0,0 1 0,1-1 0,-1 0 0,0-1 0,0 1 0,-1-1 0,1 1 0,0-1 0,-1 0 0,0 0 0,1 0 0,2-6 0,7-13-97,0 0 1,-2 0 0,-1-1-1,10-39 1,-7 25-52,-5 13 70,-1 0-1,-2-1 1,4-38-1,-6-75-380,-2 89 338,0 38 76,0-1-1,-1 1 1,0 0-1,-1-1 1,-6-20 0,7 29 28,0 0 0,0 0 0,-1 0 1,1 0-1,-1 1 0,0-1 1,1 0-1,-1 1 0,0-1 1,-1 1-1,1 0 0,0 0 1,-1 0-1,1 0 0,-1 0 0,0 0 1,1 1-1,-1-1 0,0 1 1,0 0-1,0 0 0,0 0 1,0 0-1,0 1 0,-6-1 0,0 0 11,1 0 0,-1 1 0,0 0 0,0 0 0,1 1 0,-13 3 0,18-3-8,-1 0-1,1 0 1,-1 1-1,1 0 1,0 0-1,-1 0 1,1 0-1,0 0 1,0 1 0,1-1-1,-1 1 1,0 0-1,1-1 1,0 1-1,-1 1 1,-2 5-1,-10 21-1761,9-9-5921,3-12 859</inkml:trace>
</inkml:ink>
</file>

<file path=ppt/ink/ink2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2:04:53.5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125 37 4290,'0'0'10810,"0"0"-10783,-1 0-1,1 0 1,-1 0-1,1 0 1,0 0-1,-1 0 1,1 0-1,-1 0 0,1 0 1,-1 0-1,1 0 1,-1 0-1,1 0 1,-1 0-1,1 0 1,0 0-1,-1 1 1,1-1-1,-1 0 1,1 0-1,0 0 0,-1 1 1,1-1-1,-1 1 1,-5 5 39,1 0 0,0 1 0,0 0-1,0 0 1,1 0 0,-5 12 0,0-2-23,-3 8 2,2 0 1,1 1-1,0 0 1,2 0-1,1 1 0,2 0 1,-2 31-1,4 66 433,3-71-38,-1-44-388,1 0 0,0 0 0,1-1 0,0 1 0,0-1 0,1 1 0,0-1-1,1 0 1,0 0 0,0 0 0,0-1 0,1 0 0,0 1 0,1-2 0,0 1 0,7 6 0,-8-8-33,1 0 0,-1 0-1,1-1 1,0 0 0,0 0-1,0-1 1,1 1-1,-1-1 1,1-1 0,-1 1-1,1-1 1,0 0 0,0-1-1,0 0 1,0 0 0,1 0-1,-1-1 1,0 0 0,0-1-1,11-1 1,-14 1-25,0-1 0,-1 1 1,1-1-1,-1 0 0,1 0 0,-1 0 0,0 0 1,0-1-1,0 1 0,0-1 0,0 0 0,-1 0 1,1 0-1,-1 0 0,3-4 0,4-8-65,-1-1-1,7-17 0,-9 20 9,9-21-81,-2-2-1,-1 1 1,-2-1 0,-1-1-1,-2 0 1,-2 0-1,2-63 1,-7 79 83,0 0 26,-3-34-1,1 48 38,1 0-1,-1 0 1,0 0 0,0 0-1,-1 0 1,1 1-1,-2-1 1,-5-9 0,2 6-1,0 1 1,0-1 0,-1 1 0,-11-10 0,16 16 3,-1 0 0,1 1 0,-1 0 0,0-1 0,1 1-1,-1 1 1,0-1 0,0 0 0,-1 1 0,1 0 0,0 0 0,0 0 0,-1 1-1,-6-1 1,7 1-2,1 0 1,-1 0-1,0 0 0,1 0 0,-1 1 1,0 0-1,1 0 0,-1 0 0,1 0 1,-6 3-1,6-2-11,1-1 1,0 1-1,0 0 1,0 1-1,1-1 1,-1 0-1,0 0 1,1 1-1,-1-1 1,1 1-1,0-1 0,0 1 1,0-1-1,-1 6 1,-4 19-993,5-9-3904</inkml:trace>
</inkml:ink>
</file>

<file path=ppt/ink/ink2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2:04:54.5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147 0 5683,'0'0'9351,"-7"4"-8762,0 3-495,1-1-1,-1 1 0,1 1 1,0-1-1,1 1 1,0 0-1,-8 18 1,-5 7 68,8-16-82,1 0 0,2 0 1,-1 1-1,2 0 0,0 1 0,2-1 1,-6 38-1,5 5 297,3 69 0,2-86-71,0-39-263,0 0 0,0 1 0,1-1 0,0 0 0,0 0 0,0 0 0,0 0 0,1 0 0,0 0 0,0 0 0,0 0 0,4 5-1,-4-7-32,1 0 0,0 0 0,-1-1 0,1 1 0,0-1 0,0 0 0,0 0 0,1 0-1,-1 0 1,1 0 0,-1-1 0,1 1 0,-1-1 0,1 0 0,0 0 0,-1 0-1,8 0 1,0 0 15,-1 0-1,0 0 0,1-1 1,-1 0-1,1 0 1,-1-1-1,0-1 0,0 0 1,1 0-1,-1-1 0,-1 0 1,1-1-1,0 0 0,11-7 1,-9 2-129,0 0 0,0 0 0,-1-1 1,0 0-1,-1-1 0,0 0 0,-1 0 0,0-1 1,-1-1-1,0 1 0,-1-1 0,-1-1 0,0 1 1,0-1-1,-2 0 0,0 0 0,0-1 0,-1 1 1,-1-1-1,0 0 0,-1-22 0,-1 17-7,1 8 77,-1-1 0,0 0 0,-1 0 0,0 1 0,-1-1 0,0 1 0,-1-1 0,-1 1 0,-8-20 0,7 22 26,-1 0 0,0 0 1,0 0-1,-1 1 0,-1 0 0,-16-15 0,20 20 15,-2 1-1,1-1 1,0 1-1,-1 0 1,1 0-1,-1 1 1,0-1-1,0 1 1,0 1-1,0-1 1,0 1-1,-1 0 1,1 1-1,-9-1 1,2 1-22,9 0 17,0-1 1,0 1-1,0 0 0,0 1 1,0-1-1,1 1 0,-6 1 0,7-1-31,1 0 0,0 0 0,-1-1 0,1 1 0,0 0 0,0 1 0,0-1 0,0 0 0,0 0 0,0 0 0,0 1 0,0-1 0,0 0 0,1 1 0,-1-1 0,0 0 0,1 1 0,-1-1 0,1 1 0,0-1 0,-1 1 0,1 1 0,-1 30-3610,1-18-587</inkml:trace>
</inkml:ink>
</file>

<file path=ppt/ink/ink2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2:04:55.7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152 36 5539,'0'0'3334,"-4"-6"-2475,-11-16 161,14 21-911,0 1 0,1-1 0,-1 1 1,0-1-1,0 0 0,0 1 1,1-1-1,-1 1 0,0 0 1,0-1-1,0 1 0,0 0 0,0-1 1,0 1-1,0 0 0,0 0 1,1 0-1,-1 0 0,0 0 0,0 0 1,0 0-1,0 0 0,0 0 1,0 0-1,-1 1 0,-2 0 195,1-1-269,1 0 1,0 1-1,-1-1 1,1 1-1,0 0 1,-1 0-1,1 0 1,0 0-1,0 0 1,0 0-1,0 1 1,0-1-1,0 1 0,0-1 1,1 1-1,-1 0 1,0 0-1,1 0 1,-1-1-1,1 1 1,0 1-1,0-1 1,0 0-1,0 0 0,0 0 1,-1 3-1,-3 10 45,1 1-1,-6 29 0,8-29 87,-12 70 480,4 1 1,1 117-1,9-187-554,-1-1 49,1 0 0,1 1 0,0-1 0,1 0 0,7 25 1,-8-37-119,1 0 0,0 0 0,-1 0 1,1 0-1,1-1 0,-1 1 0,0-1 1,1 0-1,0 1 0,0-1 0,0 0 1,0 0-1,0-1 0,1 1 0,-1-1 1,1 0-1,0 0 0,-1 0 0,1 0 1,0-1-1,0 1 0,0-1 0,0 0 1,1 0-1,-1 0 0,7-1 0,-2 1-4,-1 0 0,1-1 0,0 0 0,-1-1 0,1 0 0,11-3 0,-15 3-22,0-1 1,-1 0-1,1 0 1,-1 0-1,1-1 0,-1 0 1,0 1-1,0-2 0,0 1 1,0 0-1,6-7 1,8-12-164,-1-1-1,-1-1 1,-1 0 0,-1-1 0,-2-1 0,0 0 0,13-46 0,-14 33-28,-2-1 0,-2-1 1,-1 1-1,0-71 1,-6 100 186,0 0 0,0 0 1,-1 1 0,0-1 0,-2-11 0,2 18 5,0 1 1,-1 0-1,1 0 0,-1-1 1,1 1-1,-1 0 1,0 0-1,0 1 0,0-1 1,0 0-1,-1 1 1,1-1-1,-1 1 0,0-1 1,1 1-1,-6-2 1,1 0-1,-1 0 0,0 1 0,0 0 1,0 1-1,0 0 0,-1 0 0,1 1 1,-1 0-1,1 0 0,-1 1 1,-12 1-1,13-1-1,7 0-6,0 0-1,1 0 1,-1 1 0,1-1 0,-1 0-1,0 1 1,1-1 0,-1 0-1,1 1 1,-1-1 0,1 1 0,-1-1-1,1 1 1,0-1 0,-1 1-1,1-1 1,0 1 0,-1-1 0,1 1-1,0 0 1,0-1 0,-1 2 0,-5 17-482,5-15 268,-12 49-4615,6-23-170</inkml:trace>
</inkml:ink>
</file>

<file path=ppt/ink/ink2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2:04:56.9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148 49 5330,'0'0'4829,"-17"0"-3724,14 0-970,0 0 1,0 0-1,0 1 1,0-1-1,0 1 1,0 0-1,0 0 1,0 0-1,0 0 1,1 0-1,-1 0 1,1 1-1,-1 0 1,-4 3-1,3-1 3,1 0 0,-1 0-1,1 0 1,0 0 0,0 1-1,0 0 1,-4 8-1,0 6 54,0 1 0,2-1 0,-5 30 0,9-44-166,-10 69 570,4 0 0,2 97-1,5-166-546,0-1-1,0 0 0,0 0 0,1 1 1,0-1-1,0 0 0,0 0 0,0 0 1,1 0-1,2 5 0,-3-7-24,0 0-1,1 0 1,-1 0-1,1-1 1,0 1 0,0 0-1,-1-1 1,1 0-1,0 1 1,0-1-1,1 0 1,-1 0 0,0 0-1,0 0 1,0 0-1,1-1 1,-1 1-1,0-1 1,4 1 0,-1 0-4,0 0 0,1 0 0,-1-1 0,1 1 0,-1-1 0,1-1 0,-1 1 0,1-1 0,-1 0 0,0 0 0,1-1 0,-1 1 1,0-1-1,0 0 0,0-1 0,0 1 0,-1-1 0,1 0 0,7-6 0,5-8-151,-2-1-1,0-1 1,-1 0-1,-1-1 1,0 0-1,-2-1 1,0 0-1,-2-1 1,0 0 0,-1-1-1,-2 0 1,0 0-1,-1 0 1,-2-1-1,0 1 1,-1-29-1,-2 41 83,0-2 24,0 0 0,-4-21 0,3 29 39,0 0 0,0 0 0,-1 1 0,0-1 0,0 1 0,0-1-1,-1 1 1,0 0 0,1 0 0,-6-5 0,3 2-5,-1 1-1,0 0 1,0 0 0,-1 1 0,1-1 0,-1 2 0,-1-1 0,1 1-1,0 0 1,-1 0 0,0 1 0,0 0 0,0 0 0,0 1 0,-1 0 0,1 1-1,0 0 1,-14 0 0,20 1-11,0 0-1,0 0 1,0 0 0,1 1-1,-1-1 1,0 0 0,0 1-1,1 0 1,-1-1 0,0 1-1,1 0 1,-1 0 0,1 0-1,-1 0 1,1 0 0,-1 1-1,0 0 1,-1 2 10,0-1 1,1 0-1,0 1 1,-1 0-1,1-1 1,1 1-1,-3 5 0,0 6-451,0 0-1,1 0 0,-2 19 1,4-5-2080,1-4-2060</inkml:trace>
</inkml:ink>
</file>

<file path=ppt/ink/ink2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2:04:58.0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154 62 5843,'0'0'4991,"-14"-6"-3697,12 6-1156,-1 0 0,0 1-1,1-1 1,-1 0 0,0 1 0,1-1 0,-1 1-1,1 0 1,-1 0 0,1 0 0,-1 0-1,1 1 1,0-1 0,-3 3 0,0 0-19,1 0 1,0 0 0,1 1 0,-1-1 0,-5 11-1,-2 7 77,1-1 0,1 2 0,0-1 0,-9 45 0,12-26 159,1 1 0,2 82 0,3-92-137,0-24-146,1-1-1,-1 1 1,1 0-1,0-1 1,1 1 0,-1-1-1,2 0 1,-1 1 0,7 12-1,-7-17-31,0 1-1,1-1 1,0 1-1,-1-1 1,1 0-1,1 0 1,-1 0-1,0 0 1,1-1 0,-1 1-1,1-1 1,0 0-1,0 0 1,0-1-1,0 1 1,0-1-1,0 1 1,7 0-1,0 0 12,0-1-1,0 0 1,0 0 0,13-1-1,-20-1-43,1 1 0,-1-1 0,0 0 0,0 0 1,1 0-1,-1 0 0,0-1 0,0 0 0,0 0 0,0 0 0,-1 0 0,1 0 0,5-5 0,3-6-97,0-1-1,-1 0 0,-1 0 1,0-1-1,12-24 0,-4 1-293,17-49 0,-27 64 223,-2-1 0,0 1 1,-1-1-1,-2 0 0,0-1 1,-1 1-1,-2 0 0,-4-43 1,3 61 139,0 0 0,-1 0 1,0 0-1,0 0 0,0 0 1,0 1-1,-1-1 0,0 1 0,0-1 1,-1 1-1,1 0 0,-1 1 1,0-1-1,0 1 0,-1-1 1,1 1-1,-1 1 0,0-1 0,0 1 1,-1-1-1,1 1 0,0 1 1,-1-1-1,0 1 0,0 0 1,0 0-1,1 1 0,-8-1 0,3 1-162,-5 0 269,1 0 0,-1 1 1,0 1-1,-22 4 0,34-5-188,1 1 0,-1-1 0,0 1 0,1 0 1,-1 0-1,1 0 0,-1 0 0,1 0 0,0 1 0,-1-1 0,1 1 0,0-1 0,0 1 0,0 0 0,0 0 0,0 0 0,1 0 0,-1 0 0,0 0 0,1 1 0,0-1 0,-1 0 0,1 1 0,0-1 0,0 1 1,1-1-1,-1 1 0,0 0 0,1-1 0,0 1 0,-1 5 0,1 3-3300,0 2-295</inkml:trace>
</inkml:ink>
</file>

<file path=ppt/ink/ink2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2:04:59.2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204 10 8340,'0'0'3900,"-11"-9"-1176,8 9-2684,0 0-1,0 0 1,0 0-1,0 0 1,0 1-1,0 0 1,1-1-1,-1 1 1,0 0-1,0 0 1,1 0-1,-1 1 0,0-1 1,1 1-1,-1-1 1,1 1-1,0 0 1,0 0-1,-1 0 1,1 0-1,1 0 1,-1 1-1,0-1 1,-2 5-1,-13 18 20,1 1 1,1 1-1,2 0 0,0 1 0,2 0 0,1 1 0,2 0 0,0 1 0,2 0 0,1 0 0,2 0 1,0 45-1,3 37 263,0-108-299,1 0-1,-1 0 0,1 0 0,0 0 0,0 0 0,0 0 0,0 0 0,1 0 0,-1 0 0,1-1 0,0 1 0,0-1 0,0 1 0,1-1 0,0 0 0,-1 0 1,1 0-1,0 0 0,0 0 0,0-1 0,1 1 0,-1-1 0,1 0 0,-1 0 0,1 0 0,6 2 0,0 0 28,1-1 0,0 0-1,0-1 1,0 0 0,1 0-1,-1-1 1,0-1 0,20-1 0,-24-1-59,0 1 1,-1-1-1,1-1 1,0 1-1,-1-1 1,0 0-1,1-1 1,-1 1-1,-1-1 1,1 0-1,0-1 1,-1 0-1,0 1 1,5-8-1,8-8-207,-2-1 0,20-31-1,-29 40 166,-1 1 0,0-1 0,-1 0 0,-1-1 0,0 1-1,0-1 1,-1 0 0,-1 0 0,0 0 0,-1 0 0,0-25 0,-1 37 51,0-9 5,1 1 1,-1 0 0,-1-1 0,0 1 0,0 0-1,-1-1 1,0 1 0,-1 0 0,1 0-1,-2 0 1,-5-10 0,3 9-1,-42-63-24,42 65 21,0 1 0,-1 0 0,0 1 1,0-1-1,0 2 0,-1-1 0,-10-6 0,14 11 5,-1-1 1,1 1-1,0 0 1,-1 0-1,1 0 1,0 1-1,-1-1 1,1 1-1,-1 0 1,-4 1-1,-5-1-49,13 0 20,0 1 1,0-1-1,0 0 1,0 0-1,0 1 1,0-1 0,0 1-1,0-1 1,0 1-1,0-1 1,0 1-1,0 0 1,0-1-1,1 1 1,-1 0 0,0 0-1,0-1 1,1 1-1,-1 0 1,1 0-1,-1 0 1,1 0-1,-1 0 1,1 0-1,-1 0 1,1 0 0,-1 1-1,-3 16-1969,3-2-3917</inkml:trace>
</inkml:ink>
</file>

<file path=ppt/ink/ink2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2:05:00.5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 14 2897,'0'0'5520,"-1"-3"-4706,0-1-1273,-3-2 3254,3 22-454,12 433-434,1-352-2950,1-34-3474,-5-29-1480</inkml:trace>
</inkml:ink>
</file>

<file path=ppt/ink/ink2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2:05:01.0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6915,'0'0'5123,"0"33"-4499,0 6 80,0 7-160,0 8-207,0 9-1,0 6-208,0-3-128,0-3-160,0-11-641,0-19-1856,0-12-2017</inkml:trace>
</inkml:ink>
</file>

<file path=ppt/ink/ink2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2:05:01.9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 5 3506,'0'0'7192,"4"-4"-5748,-4 4-1400,0 0 0,0 0 0,-1 0 0,1 0-1,0 0 1,0 0 0,0 0 0,0 0 0,0 1 0,0-1 0,0 0 0,0 0 0,0 0 0,0 0 0,0 0 0,0 0 0,0 0 0,0 1-1,0-1 1,0 0 0,0 0 0,0 0 0,0 0 0,1 0 0,-1 0 0,0 0 0,0 0 0,0 0 0,0 1 0,0-1 0,0 0 0,0 0-1,0 0 1,0 0 0,0 0 0,0 0 0,0 0 0,1 0 0,-1 0 0,0 0 0,0 0 0,0 0 0,0 0 0,0 0 0,0 0 0,0 0 0,0 0-1,1 0 1,-1 0 0,0 0 0,0 0 0,0 0 0,0 0 0,0 0 0,0 0 0,0 0 0,1 0 0,-1 0 0,0 0 0,0 0 0,0 0-1,0 8 49,-10 286 745,0-174-3471,7-73-1276,-1-6-1882</inkml:trace>
</inkml:ink>
</file>

<file path=ppt/ink/ink2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2:05:02.5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11 5106,'0'0'8228,"1"-3"-7654,5-5-44,-3 12 247,0 22 254,-2-15-1243,3 283 633,-5-174-7546</inkml:trace>
</inkml:ink>
</file>

<file path=ppt/ink/ink2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2:05:03.2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6147,'0'0'8596,"3"0"-8532,4 12 320,0 15-336,-4 9 80,-3 15 48,0 9-176,0 9 0,0 1-176,-13 5-1345,6-15-1568,7-12-3906</inkml:trace>
</inkml:ink>
</file>

<file path=ppt/ink/ink2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2:05:03.8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 1 6099,'0'0'5810,"-7"84"-5505,7-33 239,0-3-224,0 12-192,0 6 112,0 7-240,-10-10 0,3 0-704,4-6-1121,3-12-1537,0-12-3937</inkml:trace>
</inkml:ink>
</file>

<file path=ppt/ink/ink2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2:05:04.3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 16 2769,'0'0'6739,"3"-3"-5479,-2 3-972,0-1-90,-1 0-1,1-1 1,0 1-1,0 0 0,1 1 1,-1-1-1,0 0 0,0 0 1,0 0-1,1 1 1,-1-1-1,2 0 0,-3 4 612,0 73 151,-1 125-91,-14-2-3835,8-145-449,3-13-1134</inkml:trace>
</inkml:ink>
</file>

<file path=ppt/ink/ink2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2:05:04.9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 6659,'0'0'6045,"1"-2"-5442,0 35 2393,0 63-2646,-1-49-467,0 101-831,-2-50-3928,1-58-1402</inkml:trace>
</inkml:ink>
</file>

<file path=ppt/ink/ink2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2:07:10.059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195 45 6611,'0'0'4423,"-2"-4"-4070,-6-14 364,1 19 181,7-1-891,-1 0 0,1 0 0,-1 0 0,1 0 0,-1 0 0,1 0 0,-1 0-1,1 0 1,-1 0 0,1 0 0,-1 0 0,1 0 0,-1 0 0,1 0 0,-1 0 0,1 0 0,-1 1 0,1-1 0,-1 0 0,1 0-1,-1 1 1,1-1 0,-1 0 0,1 0 0,0 1 0,-1-1 0,1 1 0,0-1 0,-1 0 0,1 1 0,-12 24 138,2 0 0,0 1 1,-9 45-1,2-9 202,-16 38 218,15-51-59,-22 100 0,38-136-414,1 0 1,0 19-1,1-31-153,2-1-126,-1 0 128,1 0 1,0 0-1,-1-1 0,1 1 0,-1-1 0,1 1 1,0-1-1,-1 1 0,1-1 0,-1 0 0,1 0 1,-1 1-1,0-1 0,1 0 0,-1-1 1,0 1-1,0 0 0,1 0 0,-1 0 0,1-2 1,1-3 30,0 1 0,0-1 0,0 0 1,2-9-1,3-6-312,16-44-1069,-2-1 0,22-112 0,-12 37 1776,-28 127-275,-2 4 344,0 1-1,1 0 0,7-16 0,-10 25-394,0 0 0,0 0 1,0 0-1,0 0 0,0 0 1,0 0-1,0-1 0,1 1 290,-1 0-290,0 0 0,0 0 1,0-1-1,0 1 0,1 0 0,-1 0 1,0 0-1,0 0 0,0 0 1,0 0-1,0 0 0,0 0 1,0 0-1,1 0 0,-1 0 0,0 0 1,0 0-1,0 0 0,0 0 1,0 0-1,0 0 0,1 0 1,-1 0-1,0 0 0,0 0 0,0 0 1,1 1 371,-1-1-372,0 0 0,5 11 417,1 11-399,35 223 2043,-6-30-564,-21-151-954,26 79-1,-37-134-566,0-1-16,-1 0 0,1 0 0,0 0 0,1 0 0,0-1 0,0 1 0,1-1 0,0 0 0,8 9 0,-11-15-257,-2-8-1356,-1-1 1025,0 1 0,-1-1 0,0 1-1,0-1 1,0 1 0,-1 0-1,0 0 1,0 0 0,-1 0 0,0 0-1,0 1 1,0 0 0,-1 0-1,-7-7 1,-27-34-4799</inkml:trace>
</inkml:ink>
</file>

<file path=ppt/ink/ink2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2:07:10.420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 0 8292,'0'0'7235,"217"72"-7235,-170-65-176,-11-4-1265,-9 0-2240,-10 3-3154</inkml:trace>
</inkml:ink>
</file>

<file path=ppt/ink/ink2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2:07:10.919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24 34 672,'0'0'7388,"-4"-6"-6164,-16-21 2650,20 37-3079,0 303 3186,0-309-4078,3 38 331,-3-41-301,0 0 0,0 0 0,0 0 0,0 0 0,1 0 0,-1 0 0,0 0 0,1 0 0,-1 0 0,0 0 0,1 0 0,-1 0 0,1 0 0,0 0 0,-1 0 0,1 0 0,0-1 0,0 1 0,-1 0 0,1 0 0,0-1 0,0 1 0,0-1 0,0 1 0,0 0 0,0-1 0,0 0 0,0 1 0,0-1 0,2 1 0,2-4-2405,-4-7-141,-1 6 1901,0-30-4923</inkml:trace>
</inkml:ink>
</file>

<file path=ppt/ink/ink2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2:07:11.280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0 1 2609,'0'0'10757,"20"42"-9844,10-30-273,14-3 0,6 0 0,3-6-415,4 0-225,-7-3 0,0 0-1377,-6 0-1953,-7 0-4769</inkml:trace>
</inkml:ink>
</file>

<file path=ppt/ink/ink2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2:07:12.013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170 1 3586,'0'0'3246,"-2"2"-2653,-2 5-233,0 1 0,0-1 0,1 1 0,0-1 0,1 1 0,-4 16-1,-3 9 302,-32 88 1235,-37 124 378,75-230-2250,0-1 1,1 1-1,0 0 1,1 18-1,1-33-117,-1-8-568,0 1 256,0-1 0,1 0 0,0 0 0,2-11 0,-1-12-695,-1 9 61,0 0 0,1 0 0,2 0 0,0 0 0,10-38 0,4 12-1296</inkml:trace>
</inkml:ink>
</file>

<file path=ppt/ink/ink2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2:07:12.396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46 22 3714</inkml:trace>
  <inkml:trace contextRef="#ctx0" brushRef="#br0" timeOffset="1">46 22 3714,'-41'-2'1408,"41"2"-1365,0 0 0,-1 0 0,1 0 0,0 0-1,-1-1 1,1 1 0,0 0 0,0 0 0,-1 0-1,1-1 1,0 1 0,0 0 0,0 0 0,-1-1 0,1 1-1,0 0 1,0 0 0,0-1 0,0 1 0,0 0-1,-1-1 1,1 1 0,0 0 0,0-1 0,0 1 0,0 0-1,0 0 1,0-1 0,0 1 0,0 0 0,0-1-1,0 1 1,0 0 0,0-1 0,1 1 0,-1 0-1,0-1 1,0 1 0,0 0 0,0 0 0,0-1 0,1 1-1,-1 0 1,0 0 0,0-1 0,0 1 0,1 0-1,-1 0 1,0-1 0,0 1 0,1 0 0,-1 0 0,0 0-1,0 0 1,1-1 0,0 1 69,-1-1 0,0 1 0,1 0 1,-1-1-1,1 1 0,-1-1 0,0 1 0,1 0 0,-1-1 0,1 1 1,-1 0-1,1 0 0,0-1 0,-1 1 0,1 0 0,-1 0 1,1 0-1,-1 0 0,1 0 0,0 0 0,-1 0 0,1 0 0,-1 0 1,1 0-1,-1 0 0,1 0 0,0 0 0,-1 0 0,1 0 0,-1 1 1,1-1-1,-1 0 0,1 0 0,0 1 0,3 5 92,-1 0 0,0 0 0,0 0 0,-1 1 0,1-1 0,-2 1 0,1-1 0,1 11 0,2 6 177,37 205 2097,-31-153-1522,37 136-1,-37-186-1482,-6-20-1628,-7-18-1051,-6-12-2250</inkml:trace>
</inkml:ink>
</file>

<file path=ppt/ink/ink2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2:07:12.723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 52 9012,'0'0'2065,"170"-33"-2065,-133 24-1088,-7 0-2674</inkml:trace>
</inkml:ink>
</file>

<file path=ppt/ink/ink2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2:07:13.083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4 59 6995,'0'0'5784,"0"0"-5750,0 0 0,0 0 0,0 0 0,1 0 0,-1 0 0,0 0 0,0 0 0,0 0 0,0 0 0,0 0 0,1 0 0,-1 0-1,0 0 1,0 0 0,0 0 0,0 0 0,0 0 0,1 0 0,-1 0 0,0 0 0,0 1 0,0-1 0,0 0 0,0 0 0,0 0 0,1 0 0,-1 0 0,0 0 0,0 0 0,0 1 0,0-1-1,0 0 1,0 0 0,0 0 0,0 0 0,0 0 0,0 1 0,0-1 0,0 0 0,0 0 0,0 0 0,0 0 0,0 1 0,0-1 0,0 0 0,0 0 0,0 0 0,0 0 0,0 0-1,0 1 1,0-1 0,0 0 0,0 0 0,0 0 0,0 0 0,-1 0 0,1 1 0,-7 205 3584,8-204-3609,-1 0 1,0 0-1,0 0 0,1 0 1,-1 1-1,1-1 1,0 0-1,-1 0 1,1 0-1,0 0 0,0 0 1,1-1-1,-1 1 1,0 0-1,1 0 0,-1-1 1,0 1-1,1-1 1,0 1-1,-1-1 1,1 0-1,0 0 0,0 0 1,0 1-1,0-2 1,0 1-1,0 0 0,0 0 1,0-1-1,0 1 1,0-1-1,4 1 1,0 0-22,-1-1 1,1 0-1,0 0 1,-1 0 0,1 0-1,0-1 1,-1 0-1,1 0 1,-1-1 0,0 1-1,1-1 1,6-4-1,-4 1-187,-1-1-1,1 1 1,-2-2-1,1 1 1,-1-1-1,0 1 1,0-2-1,-1 1 1,0-1-1,0 1 0,0-1 1,-1-1-1,3-9 1,-3 8-323,-1 1 0,0-1 0,-1 0 0,1 0 0,-2 0 0,0 0 0,0 0 0,-1-1 0,0 1 0,-1 0 0,-3-20 0,3 27 488,0 0 0,-1 0-1,1 0 1,-1 0 0,1 0 0,-1 0-1,0 0 1,0 1 0,-1-1 0,1 1 0,0-1-1,-1 1 1,1 0 0,-1 0 0,0 0-1,0 0 1,0 1 0,0-1 0,0 1 0,0 0-1,0 0 1,0 0 0,-1 0 0,-3-1 0,-10 0 939,0 0 1,0 1 0,-28 1 0,22 1 176,21-1-1448,-7 0 1230</inkml:trace>
</inkml:ink>
</file>

<file path=ppt/ink/ink2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2:07:13.458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0 3 1457,'0'0'10682,"46"-3"-8465,-8 3-2167,12 0-1827,-17 0-6207</inkml:trace>
  <inkml:trace contextRef="#ctx0" brushRef="#br0" timeOffset="1">0 3 2545</inkml:trace>
</inkml:ink>
</file>

<file path=ppt/ink/ink2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2:07:13.831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0 185 2545,'123'-155'1668,"-99"125"-617,-27 40-353,1 0 0,0 0 0,1 0 0,0 0 0,1 14 0,-1 10 271,-9 268 4102,10-316-10868,0-13-1177</inkml:trace>
</inkml:ink>
</file>

<file path=ppt/ink/ink2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2:07:14.280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411 89 4018,'0'0'4607,"-3"-9"-4065,-13-29-267,14 36-243,1 0 0,-1 0 1,1 0-1,-1 0 0,0 0 0,0 0 1,0 1-1,0-1 0,0 1 0,0-1 1,-1 1-1,1 0 0,0 0 1,-4-2-1,-34-5 211,28 7-13,-24-3 529,-1 1 0,-39 4 0,26 0-365,49-1-374,-1 0-1,1 0 1,0 1-1,-1-1 1,1 1 0,-1-1-1,1 1 1,0-1 0,0 1-1,-1 0 1,1 0-1,0 0 1,0 0 0,0 0-1,0 0 1,0 0-1,0 0 1,0 0 0,0 0-1,0 1 1,-1 1 0,-15 34 128,10-18-29,-3 1 77,2 0 0,0 0 0,1 1 0,2-1 0,0 2 1,1-1-1,-2 40 0,2 88 2085,4-144-2219,0 0 0,1 1 0,-1-1 0,1 0-1,0 0 1,0 0 0,1 0 0,-1 0 0,1-1 0,0 1 0,0 0 0,1-1 0,0 1 0,-1-1 0,1 0 0,1 0 0,-1 0 0,1 0 0,-1-1 0,1 1 0,0-1 0,0 0-1,0 0 1,1 0 0,-1-1 0,1 0 0,0 0 0,-1 0 0,1 0 0,0-1 0,10 2 0,1 1-58,-1-2-1,1 0 1,-1-1 0,1 0-1,-1-1 1,1-1 0,0 0-1,-1-2 1,21-4 0,-29 5-127,1-1 0,-1 0 0,0 0 0,0 0 0,0-1 0,0 0 0,0-1 0,-1 1 0,0-1 0,0 0 0,0-1 0,-1 1 0,0-1 0,0 0 0,0-1 1,-1 1-1,0-1 0,0 0 0,0 0 0,3-12 0,-3 6-247,-2 0 0,0 0-1,0-1 1,-2 1 0,0-24 0,-1 11-21,1 14 283,-1 0 1,0 1-1,-1-1 1,-1 1-1,0-1 1,0 1-1,-1 0 0,-9-18 1,-2 2 597,-1 0 0,-22-26 0,34 48-275,2 3-150,0 0 0,1 0 1,-1 0-1,1 0 0,0 0 1,0-1-1,-1 1 0,0-3 1</inkml:trace>
</inkml:ink>
</file>

<file path=ppt/ink/ink2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2:07:14.825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172 1 4082,'0'0'4162,"0"0"-4131,0 0 1,0 0-1,0 0 1,0 0 0,0 0-1,0 0 1,0 0-1,0 0 1,1 2 662,-1-2-663,0 0 1,0 0-1,1 0 1,-1 0 0,0 0-1,0 0 1,0 0-1,0 0 1,0 0-1,0 0 1,0 0-1,0 0 1,0 0-1,0 0 1,1 0 0,-1 0-1,0 0 1,0 0-1,0 0 1,0 0-1,0 0 1,1 0 252,-1 0-253,-2 12 275,1 0-1,-2 0 0,0 0 1,0-1-1,-1 1 0,-1-1 1,0 0-1,-10 18 0,-5 11 240,18-35-492,-31 67 1465,-37 120 0,69-187-1463,-1 1-15,0-1 0,0 1 0,1 0 0,0 0 0,1 0 1,-1 0-1,1 0 0,0 0 0,2 11 0,-1-17-114,0 0-1,0 0 1,0-1-1,0 1 1,1 0 0,-1-1-1,0 1 1,0-1-1,0 1 1,-1-1-1,1 1 1,0-1 0,0 0-1,0 0 1,0 1-1,0-1 1,-1 0 0,1 0-1,1-1 1,9-19-481,-9 17 368,7-16-1819,-1-1-1,-1 0 1,6-24 0,-6 9-3511</inkml:trace>
</inkml:ink>
</file>

<file path=ppt/ink/ink2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2:07:15.212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0 4 4594,'0'0'5787,"0"0"-5759,0-1 0,1 1 0,-1 0 0,0 0 0,0 0 1,0-1-1,0 1 0,0 0 0,1 0 0,-1 0 0,0 0 0,0 0 1,0-1-1,1 1 0,-1 0 0,0 0 0,0 0 0,0 0 0,1 0 1,-1 0-1,0 0 0,0 0 0,0 0 0,1 0 0,-1 0 0,0 0 1,0 0-1,1 0 0,-1 0 0,0 0 0,0 0 0,0 0 0,1 0 1,-1 0-1,0 0 0,0 0 0,1 0 0,-1 1 0,0-1 0,0 0 1,0 0-1,0 0 0,1 0 0,-1 0 0,0 1 0,0-1 1,0 0-1,0 0 0,0 0 0,1 1 0,1 28 1155,-2 59 0,-2-29-177,2 254 2246,4-285-2988,-2-19-666,-1-15-2133,-2-55-3857,-5 23 619</inkml:trace>
</inkml:ink>
</file>

<file path=ppt/ink/ink2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2:07:15.568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0 0 8548,'0'0'5683,"181"19"-5683,-134-19-481,-11 0-3392,-16 0-3747</inkml:trace>
</inkml:ink>
</file>

<file path=ppt/ink/ink2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2:07:15.939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44 1 4002,'0'0'8086,"14"6"-5754,-7-1-2241,-1 0 0,1 0 0,-1 1 0,-1-1 0,1 2 1,-1-1-1,0 0 0,0 1 0,-1 0 0,0 0 0,0 1 0,-1-1 0,1 1 0,-2 0 1,1 0-1,-1 0 0,-1 0 0,1 0 0,0 10 0,-2-9-7,0 1 140,0 1 0,-1 0 1,-3 21-1,2-28-199,1 0 0,-1 0-1,1 0 1,-1 0 0,-1 0-1,1-1 1,0 1 0,-1 0-1,0-1 1,0 0 0,0 0-1,-6 5 1,-28 15-49,32-21 4,0 0 0,0 0-1,0 1 1,1 0 0,-1 0 0,1 0-1,0 1 1,0-1 0,0 1 0,0 0-1,-5 7 1,8-9 16,1 0 1,-1 0-1,0-1 0,1 1 0,-1 0 0,1 0 0,0 0 0,0 0 1,-1 0-1,1 0 0,0 0 0,1 0 0,-1 0 0,0 0 0,1 0 1,-1 0-1,1-1 0,-1 1 0,1 0 0,0 0 0,0 0 0,0-1 1,0 1-1,0 0 0,0-1 0,0 1 0,1-1 0,-1 1 0,0-1 1,1 0-1,-1 0 0,1 1 0,0-1 0,-1 0 0,5 1 1,10 2-60,1 0 1,0-2 0,0 0 0,0-1 0,1 0 0,22-3 0,1 1-1734,-21 2-1707</inkml:trace>
</inkml:ink>
</file>

<file path=ppt/ink/ink2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2:07:21.468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0 1 304,'0'0'15324,"0"4"-16847,4 374 3062,-4-375-1757,2 33 709,-2-35-641,0 0 0,0-1 0,0 1-1,0 0 1,1 0 0,-1 0-1,0 0 1,0 0 0,1 0 0,-1-1-1,0 1 1,1 0 0,-1 0-1,1 0 1,-1-1 0,1 1 0,0 0-1,-1-1 1,1 1 0,0 0-1,-1-1 1,1 1 0,0-1-1,0 1 1,-1-1 0,1 0 0,0 1-1,0-1 1,0 0 0,1 1-1</inkml:trace>
</inkml:ink>
</file>

<file path=ppt/ink/ink2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2:07:21.997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 0 6947,'0'0'5811,"17"42"-4947,-7 3-191,-4 7-1,-6 5-80,0 3-224,0-9-320,0-6 0,0-9-48,0-9-544,0-6-1105,0-9-2417</inkml:trace>
</inkml:ink>
</file>

<file path=ppt/ink/ink2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2:07:22.962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394 0 6723,'0'0'4519,"-9"4"-4001,6-3-472,-4 1 95,1 1 1,0 0-1,-1 0 0,1 1 1,0-1-1,0 1 0,1 0 1,-1 1-1,-7 8 0,-40 41 718,8-9-528,1 4-6,-53 64 301,87-100-507,1 0 1,1 1-1,0 0 0,0 0 0,2 1 0,-10 29 0,13-27 98,0 1 0,1 0 0,1 1 0,1-1-1,0 0 1,4 21 0,-3-32-133,1 0 1,0 0-1,1-1 1,-1 1-1,1-1 0,0 1 1,1-1-1,0 0 0,0 0 1,0-1-1,1 1 1,0-1-1,0 0 0,0 0 1,0 0-1,1-1 0,0 0 1,6 4-1,-1-2-60,0 0 0,0 0 0,1-1-1,0-1 1,-1 0 0,1 0 0,1-1-1,-1-1 1,21 2 0,-30-4-30,16 1 73,33-4 0,-46 2-61,1 0 0,-1 0 0,1-1 0,-1 0 0,0 0 0,0-1 0,0 0-1,10-6 1,-2-2-164,-1 0 0,-1 0 0,1-1 0,-2-1 0,0 0 0,0 0 0,-1-1 0,15-29-1,-16 25-81,0-1-1,-1 0 0,-1-1 1,-1 0-1,0 0 0,-2 0 1,2-23-1,-3-75-824,-4 72 770,1 36 292,-1 0 0,0 0 0,0 0 1,-1 0-1,-1 0 0,-4-11 0,6 16 29,-1 0-1,-1 1 1,1-1-1,-1 0 1,1 1-1,-1 0 1,0 0-1,-1 0 1,1 0-1,-1 0 1,0 1-1,0-1 0,0 1 1,-5-3-1,7 5-8,1 0 1,0 1-1,-1-1 0,1 0 0,-1 1 0,1-1 0,-1 1 0,0-1 0,1 1 0,-1 0 0,1 0 0,-1 0 0,0-1 0,1 2 1,-1-1-1,0 0 0,1 0 0,-1 0 0,1 1 0,-1-1 0,0 1 0,1-1 0,-1 1 0,1 0 0,0 0 0,-1-1 1,-2 3-1,1 0-124,0 1 0,0-1 0,1 1 0,-1-1 1,1 1-1,0 0 0,0 0 0,-2 6 0,0-1-2126</inkml:trace>
</inkml:ink>
</file>

<file path=ppt/ink/ink2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2:07:24.298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147 51 5475,'0'0'10575,"-23"0"-9252,18 0-1308,1 1-1,0-1 0,-1 1 0,1 0 1,0 0-1,0 1 0,0-1 0,0 1 1,0 0-1,0 0 0,1 0 0,-1 1 1,1-1-1,-1 1 0,1 0 0,0 0 1,0 0-1,0 0 0,0 0 0,1 1 1,-3 4-1,0 0 19,0 2 1,0-1-1,1 0 0,0 1 1,1-1-1,0 1 0,1 0 1,-2 11-1,0 12 318,2 0 0,1 0-1,6 56 1,-3-80-293,0 0 0,0 1-1,1-1 1,0 0 0,0-1 0,1 1 0,0 0-1,1-1 1,7 11 0,-8-15-38,-1 1 0,1-1 1,0 1-1,0-1 0,0 0 1,1-1-1,0 1 0,-1-1 1,1 0-1,1 0 0,-1 0 1,0-1-1,0 0 0,1 0 1,0 0-1,8 1 0,-8-2-3,1 0 0,0-1 0,0 0 0,0 0 0,0-1 0,0 1 0,0-1-1,9-3 1,-12 2-10,0 0 0,0 1 0,0-1 0,0-1 0,0 1 0,-1 0 0,0-1 0,1 0 0,-1 0 0,0 0 0,0 0 0,0 0 0,-1-1-1,4-4 1,2-7-160,-1 1-1,-1-1 0,0 0 0,-1 0 0,-1 0 0,0-1 0,-1 0 0,2-21 0,-3-7-444,-5-80-1,1 105 567,-2 0 1,0 0-1,-1 1 1,-1-1-1,-12-25 0,17 43 29,0-1-1,1 0 0,-1 1 0,0-1 1,0 1-1,0-1 0,0 1 0,0-1 0,-1 1 1,1 0-1,0 0 0,-1-1 0,1 1 1,0 0-1,-1 0 0,0 0 0,1 1 0,-1-1 1,1 0-1,-1 0 0,0 1 0,0-1 1,1 1-1,-1 0 0,0 0 0,0-1 0,0 1 1,1 0-1,-1 0 0,0 0 0,0 1 0,1-1 1,-1 0-1,0 1 0,-2 0 0,-1 1-25,0 0 0,0 0-1,1 0 1,-1 1 0,0 0-1,1 0 1,0 0 0,0 1-1,0-1 1,-6 6 0,-26 38-3360,25-31-620</inkml:trace>
</inkml:ink>
</file>

<file path=ppt/ink/ink2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2:07:24.874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0 30 6419,'0'0'6272,"2"-5"-5800,8-15-21,-10 20-432,0 0-1,0-1 1,0 1-1,0 0 0,0 0 1,0 0-1,0-1 1,0 1-1,0 0 1,0 0-1,0 0 0,1-1 1,-1 1-1,0 0 1,0 0-1,0 0 1,0 0-1,0-1 0,1 1 1,-1 0-1,0 0 1,0 0-1,0 0 1,1 0-1,-1 0 1,0-1-1,0 1 0,0 0 1,1 0-1,-1 0 1,0 0-1,0 0 1,0 0-1,1 0 0,-1 0 1,0 0-1,0 0 1,0 0-1,1 0 1,-1 0-1,0 0 1,0 0-1,1 1 0,-1-1 1,0 0-1,0 0 1,0 0-1,1 0 1,-1 0-1,0 0 0,0 0 1,0 1-1,0-1 1,0 0-1,1 0 1,-1 0-1,0 0 0,0 1 1,0-1-1,0 0 1,0 0-1,0 0 1,0 1-1,1-1 1,-1 0-1,4 15 265,0 16 58,-2 0 0,-3 60 1,0-32-24,0 7-203,-1-22-964,6 55 0,2-78-3110</inkml:trace>
</inkml:ink>
</file>

<file path=ppt/ink/ink2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2:07:25.558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54 29 576,'0'0'8439,"0"-7"-7239,-4-15 484,1 48 715,0 9-1824,-12 114 1403,0 12-3150,11-137-2019,-5-5-2526</inkml:trace>
</inkml:ink>
</file>

<file path=ppt/ink/ink2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2:07:26.305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181 128 5955,'0'0'4215,"-1"-5"-3607,1 1-428,0 2-116,0 1 0,0-1 1,0 0-1,0 1 0,-1-1 1,1 1-1,0-1 0,-1 0 1,1 1-1,-1-1 0,0 1 1,0-1-1,1 1 0,-1 0 0,-2-3 1,0 3 121,1-1 0,-1 1 0,0 0 0,0 0 1,0 1-1,0-1 0,0 1 0,0-1 0,-1 1 0,1 0 1,0 0-1,0 0 0,-5 1 0,-5 0 191,10-1-352,0 1 0,0 0 1,0-1-1,-1 1 1,1 1-1,1-1 1,-1 0-1,0 1 1,0-1-1,0 1 1,1 0-1,-1 0 1,1 0-1,-1 0 1,1 0-1,0 0 1,0 1-1,0-1 1,0 1-1,0 0 1,-1 3-1,-5 8 173,1 1 1,-10 28-1,12-26-1,0 0 0,1 0 0,1 1 0,-1 27 0,5 72 701,-1-104-794,0-8-65,0 1-1,1-1 1,-1 0 0,1 0-1,0 1 1,0-1-1,1 0 1,0 0 0,0 0-1,0 0 1,0-1-1,1 1 1,-1-1 0,1 1-1,0-1 1,1 0-1,-1 0 1,1 0 0,0 0-1,0-1 1,0 1-1,0-1 1,1 0 0,-1-1-1,1 1 1,0-1-1,-1 0 1,1 0 0,0 0-1,1-1 1,7 2 0,-4-1-48,0-1 1,0-1 0,0 0 0,0 0-1,-1 0 1,15-4 0,-18 3-2,0-1 1,1 0-1,-1 0 0,0 0 1,0-1-1,-1 1 0,1-1 1,0-1-1,-1 1 0,0-1 1,6-5-1,3-5-247,-1-1-1,0 0 0,-1-1 1,-1 0-1,0 0 1,-1-1-1,12-34 1,-13 27-354,-2 1 0,-1-1 0,-1-1 0,0 1 1,-1-43-1,-3 52 452,0 0 0,-1 0 0,-1 0 0,-6-25 0,7 35 191,-1 1 0,0-1 0,0 0 0,0 1 0,-1-1 0,1 1 0,-1 0 0,0 0 0,-1 0 0,1 0 0,-1 0 0,1 1 0,-1-1 0,0 1 0,0 0 0,-1 0 0,-6-3 0,7 4-42,1 1 0,0 0 0,-1 0 0,1 0 0,-1 0 0,1 0 0,-1 1 1,1 0-1,-1-1 0,0 1 0,1 1 0,-1-1 0,1 0 0,-5 2 0,6-1-341,0-1 0,-1 1 0,1 0 0,0 0 0,0 0 0,0 0 0,0 1 0,0-1 0,0 0 0,0 1 0,1 0-1,-1-1 1,-2 4 0,-7 13-5398</inkml:trace>
</inkml:ink>
</file>

<file path=ppt/ink/ink2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2:07:27.079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76 104 2721,'0'0'6422,"0"-3"-5387,0-8-311,0 1 2231,-29 10-1442,28 0-1491,-1 1 0,1-1 0,0 0 1,0 1-1,0-1 0,0 0 0,0 1 1,0-1-1,0 1 0,0 0 0,0-1 1,0 1-1,0 0 0,0 0 0,0-1 0,0 1 1,0 0-1,1 0 0,-1 0 0,0 0 1,1 0-1,-1 0 0,1 0 0,-2 2 1,-7 30 341,8-30-319,-5 37 566,2 0-1,1 0 0,5 68 0,-1-63-167,0-35-350,-1 1-1,1-1 0,1 1 1,0-1-1,0 0 0,1 0 1,1 0-1,4 10 0,-6-16-69,0 0 1,0 0-1,1 0 0,-1-1 0,1 1 1,0-1-1,0 0 0,1 0 0,-1 0 1,0 0-1,1 0 0,0-1 0,0 1 0,0-1 1,0 0-1,0 0 0,0-1 0,0 1 1,1-1-1,-1 0 0,6 1 0,-4-2-11,0 1 1,1-1-1,-1 1 0,0-2 0,0 1 0,1-1 0,-1 0 0,0 0 0,0-1 0,0 1 0,0-2 0,0 1 0,0 0 0,-1-1 0,1 0 0,-1-1 1,6-3-1,-2-2-71,0 1 1,-1-1 0,0-1 0,0 0 0,-1 0 0,0 0-1,9-21 1,-5 7-450,-1 0 0,-1 0 0,-1-1 0,-1-1 0,-1 0 0,-1 1 0,-2-1 0,0-1 0,-2 1 0,-1 0 0,-3-32 0,2 53 517,0 0 0,-1 0 0,1 0 0,-1 0 0,0 0 0,0 0 0,-1 0 0,1 1 0,-1-1 0,0 1 0,0 0 0,-1-1 0,1 2 0,-1-1 0,0 0 0,0 1 0,0-1 1,0 1-1,-1 0 0,1 1 0,-1-1 0,-6-1 0,7 2 80,-1 0 1,0 0-1,0 1 1,0 0-1,0 0 1,1 1-1,-1-1 1,0 1-1,0 0 1,0 0-1,0 1 1,0-1-1,0 1 1,0 0-1,0 1 1,0-1-1,0 1 1,1 0-1,-1 0 1,1 0-1,-1 1 1,1-1-1,-5 5 1,-1 2 3,0 0 0,1 1 0,0 0 0,-10 16 0,14-18-643,1 0 0,-1 0-1,1 0 1,-3 11 0,3 1-3732</inkml:trace>
</inkml:ink>
</file>

<file path=ppt/ink/ink2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2:07:28.008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4 68 4370,'0'0'3575,"-1"-14"-2857,1 7-182,-1-30-793,0 28 1510,1 19 2721,0 308-1526,0-106-7596,0-195-286</inkml:trace>
</inkml:ink>
</file>

<file path=ppt/ink/ink2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2:07:28.462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0 38 2193,'0'0'8254,"5"-7"-7341,16-19-233,-21 26-634,0 0-1,0 0 0,0-1 1,0 1-1,0 0 1,0 0-1,0-1 0,0 1 1,0 0-1,1 0 0,-1 0 1,0 0-1,0-1 1,0 1-1,0 0 0,0 0 1,0 0-1,1 0 1,-1-1-1,0 1 0,0 0 1,0 0-1,0 0 1,1 0-1,-1 0 0,0 0 1,0 0-1,0 0 1,1 0-1,-1-1 0,0 1 1,0 0-1,0 0 1,1 0-1,-1 0 0,0 0 1,0 0-1,1 0 0,-1 0 1,0 1-1,0-1 1,0 0-1,1 0 0,-1 0 1,0 0-1,0 0 1,0 0-1,1 0 0,-1 10-218,0-7 409,0 51 8,1 13 360,-10 76-1,4-97-2701,1 47-1,4-78-3479</inkml:trace>
</inkml:ink>
</file>

<file path=ppt/ink/ink2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2:07:29.515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145 60 3922,'0'0'7304,"0"-2"-6751,0-7-221,0 2 2233,-17 7-1290,13 0-1254,0 0-1,1 1 1,-1-1-1,1 1 0,-1 0 1,1 0-1,0 0 1,-1 0-1,1 1 0,0-1 1,0 1-1,0 0 1,0 0-1,-3 3 0,1-1-9,0 1-1,1-1 0,0 1 1,0 0-1,0 1 0,0-1 1,-3 9-1,1 0 44,0 0-1,1 1 1,0 0-1,2 0 0,-1 0 1,0 16-1,0 106 1056,4-110-806,0-22-254,0 0 0,0 0 1,0 0-1,1 0 1,0-1-1,-1 1 1,2 0-1,-1 0 1,1 0-1,-1-1 0,1 1 1,1-1-1,-1 0 1,1 1-1,-1-1 1,1 0-1,0 0 0,1-1 1,-1 1-1,1-1 1,-1 1-1,1-1 1,0 0-1,0-1 0,1 1 1,-1-1-1,0 0 1,1 0-1,0 0 1,-1 0-1,1-1 1,0 0-1,7 1 0,-5 0-41,1-1-1,-1 0 1,1-1 0,0 1-1,-1-1 1,1-1-1,-1 0 1,1 0-1,-1 0 1,1-1-1,-1 0 1,0 0-1,0-1 1,0 0-1,0 0 1,11-8-1,-4-1-265,-1 0-1,-1-1 1,0 0-1,-1-1 0,0 0 1,-1-1-1,-1 0 0,0-1 1,-1 0-1,-1 0 0,-1-1 1,0 1-1,-1-2 1,-1 1-1,0 0 0,-1-1 1,0-29-1,-3 36 93,1 0-41,-1 0 0,-1 0 0,0 0 0,-3-11 0,3 18 219,0 1-1,0-1 0,-1 1 0,0-1 0,1 1 0,-1-1 1,0 1-1,-1 0 0,1 0 0,-1 0 0,1 0 0,-1 0 1,0 1-1,0-1 0,-4-1 0,0-1 139,-1 2 0,1-1-1,-14-3 1,16 5-133,-1 1 0,1-1-1,0 0 1,0-1 0,1 1-1,-1-1 1,0 0 0,1 0-1,-8-6 1,10 3-141</inkml:trace>
</inkml:ink>
</file>

<file path=ppt/ink/ink2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2:07:30.247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141 1 5619,'0'0'5202,"-4"0"-4655,2 0-485,-1 0 0,1 0 0,0 1 0,0 0 0,-1-1 0,1 1 0,0 0 0,0 0 0,0 0 0,0 0 0,0 0 0,0 1 0,0-1 0,-2 3 0,-1 1 128,0 0 1,0 1-1,0 0 0,-5 9 1,0 1 190,1 2 0,1-1 1,-6 19-1,6-11 22,2 1 0,0-1 0,-3 52 0,7 80 975,2-96-767,0-48-474,0 0-1,1 0 0,1 0 1,0 0-1,1-1 1,7 23-1,-9-31-112,1 0 1,0-1-1,-1 1 0,1-1 1,0 0-1,1 0 0,-1 0 0,1 0 1,-1 0-1,1 0 0,0 0 1,0-1-1,0 1 0,0-1 1,1 0-1,-1 0 0,1-1 1,-1 1-1,1 0 0,-1-1 1,1 0-1,0 0 0,0 0 1,0-1-1,-1 1 0,1-1 1,4 0-1,-2 1-27,0-1 0,0 0 0,0-1 1,0 1-1,0-1 0,0-1 0,0 1 1,0-1-1,-1 0 0,1 0 0,0 0 0,-1-1 1,0 0-1,0 0 0,0 0 0,0-1 1,0 0-1,-1 0 0,1 0 0,-1 0 0,0-1 1,3-4-1,4-6-180,-1-1 0,0 1 0,-2-1 0,0-1 1,0 0-1,-2 0 0,0 0 0,6-28 0,-6 5-910,-1-1 0,-1-70 0,-4 97 905,0 0 0,-1 1 0,-1-1 0,0 1 0,-1-1 0,-6-16 0,6 23 212,0-1-1,-1 1 1,1 1-1,-2-1 0,1 1 1,-1-1-1,1 1 1,-2 0-1,1 1 1,-1 0-1,0-1 0,-8-5 1,11 10 5,1-1 1,0 1-1,0 0 1,0-1-1,-1 1 1,1 0-1,0 1 1,-1-1-1,1 0 1,-1 1-1,1-1 1,-1 1-1,1 0 1,-1 0-1,1 0 1,-1 0-1,1 0 1,-1 0-1,1 1 1,-1-1-1,1 1 1,-1 0-1,1 0 1,-3 1-1,0 1-509,1 0 1,-1 1-1,0-1 0,1 1 0,0 0 1,0 0-1,0 1 0,-6 8 0,-1 3-4669</inkml:trace>
</inkml:ink>
</file>

<file path=ppt/ink/ink2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2:07:31.006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0 1 4466,'0'0'10002,"0"3"-9492,2 256 2246,0-1-7071,-2-231-1020</inkml:trace>
</inkml:ink>
</file>

<file path=ppt/ink/ink3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2:07:31.506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17 1 7459,'0'0'7601,"0"8"-7222,-13 355 184,9-276-4461,4-58-795</inkml:trace>
</inkml:ink>
</file>

<file path=ppt/ink/ink3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2:07:32.299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163 17 2657,'0'0'6462,"-3"3"-5400,-3 3-289,-1 0 1,0 0 0,-11 7-1,10-7-623,-1 0 0,1 0 0,0 1-1,1 0 1,0 1 0,0 0 0,0 0 0,1 1-1,1-1 1,-1 1 0,1 0 0,1 1-1,-4 10 1,2-2-30,0 1 0,2 0-1,1 1 1,0-1 0,1 1-1,1 21 1,0 4 323,0-18-65,1 1 0,6 45 0,-4-65-320,-1 0-1,1-1 1,0 1-1,1-1 0,0 0 1,0 1-1,0-1 1,1-1-1,0 1 0,0-1 1,1 1-1,0-1 1,0 0-1,7 6 1,-8-9-58,1-1 1,-1 1 0,1 0 0,-1-1 0,1 0 0,0 0 0,0-1 0,-1 1 0,1-1 0,0 0 0,1 0 0,-1-1-1,0 1 1,0-1 0,0 0 0,0-1 0,0 1 0,0-1 0,0 0 0,0 0 0,0-1 0,0 1 0,0-1 0,0 0-1,-1-1 1,1 1 0,-1-1 0,0 0 0,0 0 0,0 0 0,7-7 0,-2-1-213,0-1 0,-1 0 1,0 0-1,-1-1 0,-1 1 0,0-2 1,0 1-1,-1-1 0,-1 0 0,-1 0 0,4-20 1,-1-18-1617,-2-95 1,-4 116 1305,0 21 615,0 0 0,0 0 0,-1 0 1,-1 0-1,1 0 0,-2 0 0,1 1 0,-1-1 0,-5-9 0,0 1 321,6 12-259,-1 0 0,0 0 0,0 0 0,-1 0 0,1 1 0,-1-1 0,-1 1 0,-7-8 0,10 12-137,0 0 1,-1 0-1,1 0 0,0 0 0,-1 1 1,1-1-1,0 1 0,-1 0 1,1 0-1,-1-1 0,1 2 0,-1-1 1,1 0-1,0 0 0,-1 1 0,1-1 1,0 1-1,-1 0 0,-3 2 1,2 3-153,0 0 1,0 0 0,1 1-1,-1-1 1,2 1 0,-1 0 0,-2 11-1,-11 56-3278,15-69 2923,-6 32-4407</inkml:trace>
</inkml:ink>
</file>

<file path=ppt/ink/ink3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2:07:33.112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92 19 2785,'0'0'7022,"0"17"-1257,-2-3-5172,-40 78 146,33-68-593,0 0 1,2 1 0,1 0 0,-6 51-1,8 164 1165,4-159-946,0-69-313,1-1 0,-1 0 1,2 0-1,0 0 0,0 0 1,1-1-1,5 15 0,-7-22-41,1 1 1,-1-1-1,1 0 0,0 0 0,0 0 0,0 0 0,0-1 1,1 1-1,-1 0 0,1-1 0,0 0 0,-1 1 1,1-1-1,0 0 0,0-1 0,1 1 0,-1 0 1,0-1-1,0 0 0,1 0 0,-1 0 0,1 0 0,-1 0 1,1-1-1,-1 1 0,6-1 0,-7 0-33,1-1-1,-1 1 0,1-1 1,-1 1-1,1-1 0,-1 0 1,1 0-1,-1 0 0,1 0 1,-1 0-1,0-1 1,0 1-1,0-1 0,0 1 1,0-1-1,0 0 0,0 0 1,0 0-1,-1 0 1,1 0-1,1-3 0,3-6-70,0 1 0,-1-1-1,5-16 1,-7 19 68,8-24-518,-2-1 1,-1 0-1,-1 0 0,3-59 1,-9-142-1829,-2 126 2738,2 85-277,0 12-69,-1 0 0,0-1 1,-1 1-1,-2-13 0,3 22-11,-1 0-1,1 1 0,0-1 1,-1 0-1,1 1 1,-1-1-1,0 0 0,0 1 1,0-1-1,1 1 1,-1-1-1,-1 1 1,1 0-1,0-1 0,0 1 1,0 0-1,-1 0 1,1 0-1,-1 0 0,1 0 1,-1 0-1,1 0 1,-1 0-1,1 1 1,-1-1-1,0 0 0,1 1 1,-1 0-1,0-1 1,0 1-1,1 0 0,-3 0 1,3 0-46,-7 0 224,0 0-1,0 0 1,0 1 0,0 0-1,-9 2 1,15-2-251,0 0 1,0 0 0,0 0 0,-1 0-1,1 0 1,0 1 0,0-1-1,1 1 1,-3 1 0,2-1-310,1 0 0,-1-1 0,1 1 0,0 0 0,0 0 0,0 1-1,0-1 1,0 0 0,0 0 0,-1 4 0</inkml:trace>
</inkml:ink>
</file>

<file path=ppt/ink/ink3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2:07:42.214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247 65 2657,'0'0'12264,"0"-1"-12199,0 0-1,0 0 0,0 1 0,0-1 0,-1 0 0,1 0 0,0 1 0,0-1 0,0 0 0,-1 1 0,1-1 0,0 0 0,-1 1 0,1-1 0,-1 0 0,-17 0 36,13 1-100,0-1 0,0 1 0,0 0-1,0 0 1,0 1 0,0-1-1,0 1 1,0 0 0,0 0 0,1 1-1,-1 0 1,0 0 0,1 0 0,-1 0-1,-4 4 1,-1 1 2,-9 8 4,0 2 0,-26 26 0,40-37 4,1 1 1,-1-1 0,1 0-1,0 1 1,0 0-1,1 0 1,0 0-1,0 1 1,0-1 0,1 1-1,0-1 1,0 11-1,-3 27 591,4 86-1,2-126-578,0 1-1,0 0 1,1-1 0,0 1-1,0-1 1,0 1 0,1-1-1,0 0 1,0 0 0,0 0-1,0 0 1,1-1 0,0 0-1,0 1 1,7 5 0,-6-6-7,0 0 1,0 0 0,1-1-1,0 1 1,-1-1-1,1 0 1,0-1 0,0 1-1,1-1 1,-1-1 0,0 1-1,1-1 1,11 1 0,29 0 248,-29-1-218,1-1 0,0 0 0,22-4 0,-39 4-39,0-1 1,-1 1-1,0-1 0,1 0 1,-1 0-1,1 0 1,-1 0-1,0 0 1,0 0-1,1 0 0,-1 0 1,0-1-1,0 1 1,0 0-1,1-3 0,14-26 162,-11 18-173,11-17-69,24-52-51,-36 72 113,-1-1 0,0 0-1,-1 0 1,0 0 0,0-1 0,0-16 0,-2-160-141,0 185 117,0 0 1,-1 0 0,1 0 0,-1 0-1,1 0 1,-1 0 0,0 0-1,1 1 1,-1-1 0,0 0-1,0 0 1,0 1 0,0-1 0,-1 1-1,1-1 1,0 1 0,-3-3-1,2 2 41,0 0 0,0 0 0,0 0 0,0-1-1,1 1 1,-1-1 0,-2-4 0,1-2 41,0 1 0,-1 0 1,-9-15-1,13 23-41,-1-1-1,0 1 1,1-1-1,-1 1 1,1-1 0,-1 1-1,0 0 1,1-1-1,-1 1 1,0 0-1,1 0 1,-1 0-1,0-1 1,1 1 0,-1 0-1,0 0 1,0 0-1,1 0 1,-1 0-1,0 0 1,1 0-1,-1 0 1,0 1 0,-1-1-1,-1 1 8,-3-2-19,1 1-1,-1 0 1,0 1-1,1-1 1,-1 1-1,1 0 1,-1 1-1,1-1 1,-1 1-1,1 0 1,0 0-1,0 1 1,-6 3 0,5-2-552,-4 4 893</inkml:trace>
</inkml:ink>
</file>

<file path=ppt/ink/ink3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2:07:47.583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0 58 2753,'0'0'6200,"0"-3"-5357,0-52 6081,0 58-6919,0 405 2257,0-400-2235,3 54 76,-2-57-98,-1 0 0,2 1 0,-1-1 1,0 0-1,1 0 0,0 0 0,0-1 0,1 1 1,3 6-1,-6-11-43,0 0 0,0 0 0,1 0 0,4-9-3491,-4-16-773</inkml:trace>
</inkml:ink>
</file>

<file path=ppt/ink/ink3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2:07:49.851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155 127 3057,'0'0'5491,"-4"-1"-4803,-18-4 193,-8 2 2066,27 4-2912,1-1 0,-1 1 0,0-1 0,1 1-1,-1 0 1,1 0 0,-1 1 0,1-1 0,-1 0-1,1 1 1,0 0 0,0-1 0,0 1 0,0 0 0,0 0-1,0 0 1,0 0 0,0 0 0,1 1 0,0-1-1,-1 0 1,-1 4 0,-4 8 62,1 0 0,0 0 0,1 0 0,0 0 0,1 1 0,-2 19 0,2 1 705,1 56 1,2-82-688,1 1 0,0 0 0,0 0-1,1-1 1,1 1 0,0 0 0,0-1 0,1 1 0,0-1 0,0 0 0,1 0 0,6 11 0,-5-13-24,0 1-1,0-1 1,1-1 0,-1 1 0,1-1 0,1 0 0,9 7-1,-11-10-56,0 0 0,0 0-1,0-1 1,0 0-1,1 0 1,-1 0-1,1-1 1,-1 0 0,1 0-1,0 0 1,0-1-1,5 1 1,-4-1 1,-1 0-22,0 1-1,0-1 1,0 0 0,0-1-1,0 0 1,0 0-1,-1 0 1,1 0-1,0-1 1,0 0 0,-1 0-1,1 0 1,-1-1-1,7-4 1,-1-2-141,-1 0-1,0-1 1,0-1-1,-1 1 1,0-1-1,-1-1 1,0 0-1,-1 0 1,0 0-1,9-26 1,-9 16 24,-1 0 0,-1 0 0,-1-1 1,0 1-1,-2-1 0,-1-25 0,-1-164 206,0 209-96,-1 1 0,1 0-1,0-1 1,-1 1 0,0 0 0,0 0 0,0-1 0,0 1 0,0 0 0,0 0-1,0 0 1,-1 0 0,1 0 0,-1 1 0,1-1 0,-1 0 0,0 1-1,1-1 1,-1 1 0,0-1 0,0 1 0,0 0 0,-1 0 0,1 0 0,0 0-1,0 0 1,0 1 0,-1-1 0,1 0 0,-3 1 0,-4-2-4,0 0 1,-1 1 0,1 0-1,-1 1 1,1 0-1,-14 2 1,20-1-2,0 0 0,-1 0 0,1 0-1,0 1 1,-1 0 0,1-1 0,0 1 0,0 0 0,0 0 0,1 1 0,-1-1 0,-2 3-1,-30 37-4,31-37 0,-3 7-3,6-10-1,0 0 1,0 0-1,0 1 0,0-1 0,0 0 1,-1 0-1,1 0 0,-1-1 0,1 1 1,-1 0-1,0-1 0,0 1 0,0-1 1,-2 2-1</inkml:trace>
</inkml:ink>
</file>

<file path=ppt/ink/ink3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2:07:52.383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4 22 5042,'0'0'6723,"0"-3"-5885,0-15 3071,0 21-3816,-3 547 2607,3-573-9431,0 7 2049</inkml:trace>
</inkml:ink>
</file>

<file path=ppt/ink/ink3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2:07:54.151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 52 6051,'0'0'5074,"5"-22"-4435,-3 14 2220,-1 7-2850,-1 0 0,1 0 0,0-1 0,-1 1 1,1 0-1,0 0 0,0 0 0,0 0 0,0 0 0,0 0 1,0 1-1,2-2 0,3-3 8,-5 3 335,2 23-187,6 48 931,-1 123-1,-1 10 116,-6-198-1166,-1-1 1,1 0 0,-1 0-1,1 1 1,0-1 0,0 0-1,1 0 1,2 5-1,-4-8-58,1 1-1,-1 0 0,1-1 1,-1 1-1,1-1 0,-1 1 1,1 0-1,0-1 0,-1 0 1,1 1-1,0-1 0,-1 1 1,1-1-1,0 0 0,0 1 0,-1-1 1,1 0-1,0 0 0,0 0 1,0 0-1,-1 1 0,1-1 1,0 0-1,0 0 0,0-1 1,0 1-1,-1 0 0,1 0 1,0 0-1,0 0 0,0-1 1,-1 1-1,1 0 0,0-1 1,-1 1-1,1-1 0,1 0 0,-1 0-124,0 0 0,0 0 0,-1 0 0,1 0 0,0 0 0,0 0 0,-1 0 0,1 0 0,-1 0 0,1-1 0,-1 1 0,1 0-1,-1 0 1,0-1 0,1 1 0,-1 0 0,0-2 0</inkml:trace>
</inkml:ink>
</file>

<file path=ppt/ink/ink3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2:07:56.221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198 70 6771,'0'0'1809,"-3"-1"-1409,-4-1 144,-1 0 1,1 0-1,-1 1 0,1 0 0,-1 0 1,0 1-1,-10 0 0,14 0-470,0 1 0,-1-1 0,1 1-1,0 0 1,-1 0 0,1 1 0,0-1 0,0 1-1,0 0 1,0 0 0,0 0 0,1 0 0,-1 1-1,-5 5 1,3-1 2,0 0-1,1 1 1,0-1 0,0 1-1,1 0 1,0 1-1,0-1 1,1 1 0,0 0-1,1-1 1,0 1-1,-2 14 1,1 10 464,2 1 1,3 36-1,-1-11 114,-1-40-440,-1-9-31,1-1-1,0 1 1,1-1 0,0 0 0,3 11 0,-3-17-133,0 0 0,0 0 0,0-1 0,1 1 0,-1-1-1,1 1 1,-1-1 0,1 1 0,0-1 0,0 0 0,0 0 0,0 0 0,0 0 0,1 0 0,-1-1-1,1 1 1,-1-1 0,1 1 0,-1-1 0,1 0 0,3 1 0,11 2 17,1 0 1,-1-2-1,1 0 0,0-1 1,0-1-1,-1 0 0,22-4 1,-31 3-119,-1 0 0,-1-1-1,1 0 1,0 0 0,0 0 0,-1-1 0,1 0 0,-1 0 0,0 0 0,0-1 0,0 0-1,10-9 1,-10 7-34,1-1 0,-2-1 0,1 1 0,-1-1 0,0 0 0,0 0 0,-1 0 0,5-16 0,-1-1-134,-2-1-1,-1-1 1,-1 1 0,-1-1 0,-1-45 0,-2-51-270,0 119 496,0 0 0,-1 0 0,1 0 0,-1 1-1,0-1 1,0 0 0,0 0 0,-1 1 0,1-1 0,-1 0-1,0 1 1,0 0 0,0-1 0,0 1 0,-1 0 0,1 0-1,-1 0 1,0 0 0,1 1 0,-1-1 0,-1 1-1,1 0 1,0 0 0,-1 0 0,1 0 0,-1 0 0,1 1-1,-1 0 1,0 0 0,1 0 0,-1 0 0,0 0 0,-6 0-1,0 1-3,6 0 1,0-1-1,0 1 1,0 0 0,0 0-1,0 1 1,1-1 0,-1 1 0,0 0-1,0 0 1,0 0 0,1 0-1,-1 1 1,1-1 0,-1 1 0,1 0-1,-1 0 1,-2 3 0,-5 5-40,1 1 1,1-1 0,-1 2-1,2-1 1,-10 17 0,1 12-4355</inkml:trace>
</inkml:ink>
</file>

<file path=ppt/ink/ink3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2:07:58.426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 16 1153,'0'0'10842,"0"-3"-10325,0-7-79,0 8 480,0 5-721,27 209 2316,-4-21-1496,-20-175-957,0 1 0,6 14 1,-7-25-52,0-1-1,1 0 1,-1 0 0,1-1 0,0 1 0,0 0 0,0-1-1,1 0 1,5 6 0,-5-3-647</inkml:trace>
</inkml:ink>
</file>

<file path=ppt/ink/ink3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2:08:00.634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138 4 4818,'0'0'4578,"-7"1"-4212,3 1-276,0-1 0,0 1 0,0-1 0,1 1 0,-1 1 0,0-1 0,1 0 1,-1 1-1,1-1 0,0 1 0,0 0 0,-5 6 0,2-3 105,1 0 1,0 1-1,0 0 0,1-1 0,-1 1 1,1 1-1,1-1 0,0 1 1,-4 12-1,-4 24 495,3 1 1,1 1-1,3-1 1,2 80-1,1-121-603,2 1 0,-1-1-1,0 1 1,1-1 0,0 0 0,0 1-1,0-1 1,1 0 0,-1 0 0,1 0-1,0 0 1,0 0 0,3 4 0,-2-5-29,-1 0 0,0-1 1,1 1-1,0-1 1,0 0-1,0 0 0,0 0 1,0 0-1,0-1 0,0 1 1,1-1-1,-1 0 0,0 0 1,1 0-1,-1 0 0,1 0 1,3-1-1,0 2-39,0-1 1,1-1-1,-1 1 0,0-1 1,1-1-1,-1 1 0,0-1 1,0 0-1,1-1 0,-1 0 1,0 0-1,-1-1 0,1 1 0,0-1 1,-1-1-1,11-6 0,4-7-264,0-1-1,0-2 1,19-24 0,-34 37 126,0-1 0,-1 0 0,0 0 1,-1 0-1,0 0 0,0 0 1,-1-1-1,0 0 0,0 0 0,-1 0 1,0 0-1,0 0 0,-1-14 0,0 5-105,-1 12 229,1 0 0,-1 0 0,0 0 0,0 0 0,-1 0 0,1 0 0,-1 0 0,-1 0 0,1 0 0,-1 1 0,0-1 0,0 1 0,-1-1 0,-4-7 0,-93-102 377,89 105-358,9 9-13,0-1-1,0 0 0,0 0 0,0 0 1,0 0-1,0 0 0,0 0 1,-2-6-1,4 8 17</inkml:trace>
</inkml:ink>
</file>

<file path=ppt/ink/ink3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2:08:07.718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116 209 2961,'0'0'4074,"-1"-8"-3365,-2-5 4913,-4 13-5566,4-1-45,0 1 1,0 0 0,0 0-1,0 0 1,0 0-1,0 0 1,0 1 0,0-1-1,0 1 1,0 0 0,0 0-1,1 0 1,-1 0-1,0 0 1,0 1 0,1-1-1,-1 1 1,1 0-1,-1 0 1,1 0 0,0 0-1,-3 3 1,0 1 12,1 0-1,0 0 1,1 0 0,-1 0-1,1 1 1,0-1 0,1 1 0,0 0-1,0 0 1,0 0 0,-1 13-1,1 8 566,3 50 0,0-32-50,0-34-373,0 0 1,1 1-1,1-1 1,0 0-1,0-1 1,1 1-1,0 0 1,1-1-1,1 0 1,0 0-1,0-1 1,1 0-1,0 0 1,1 0-1,0-1 1,16 14-1,-21-21-144,1 0-1,-1 0 0,0 0 0,1-1 0,-1 1 0,1-1 1,0 0-1,-1 0 0,1-1 0,0 1 0,4-1 0,49-1 285,-25 0-231,-29 1-97,0 0 0,-1-1 0,1 1 0,0-1-1,0 0 1,-1 1 0,1-1 0,0 0 0,-1 0-1,1-1 1,-1 1 0,0-1 0,1 1 0,-1-1-1,0 0 1,0 0 0,0 0 0,0 0 0,0 0-1,0 0 1,-1 0 0,1-1 0,1-2 0,3-7-198,-1-1 1,0 1-1,6-24 1,1-4-25,-7 28 218,-2 0 0,1 0 1,-2 0-1,0-1 0,1-19 0,-3-66-195,-1 44-171,1 41 488,0-12-254,0 1 0,-1-1 0,-2 0 1,-10-45-1,12 65 130,-1 0 1,1 0-1,-1 0 0,0 1 1,-1-1-1,1 1 0,-1-1 1,0 1-1,0 0 0,0 0 1,-1 0-1,1 0 0,-1 1 1,0-1-1,0 1 0,0 0 0,0 0 1,-1 1-1,1-1 0,-1 1 1,0 0-1,1 0 0,-1 0 1,0 1-1,0 0 0,0 0 1,0 0-1,0 1 0,-10-1 1,-1 1 49,7 0-13,-1 0 0,1 0 0,-13 3 0,19-2-4,0-1-1,1 1 1,-1 0-1,0 0 1,0 1-1,0-1 1,1 1-1,-1-1 0,1 1 1,-1 0-1,1 0 1,0 0-1,-1 0 1,-1 3-1,-1 1-63,-1 1 0,1 0 0,1 0 1,-1 0-1,1 1 0,1-1 0,-1 1 0,1 0 0,0 0 0,1 0 0,0 1 1,0-1-1,1 0 0,0 17 0,-1-19-2518</inkml:trace>
</inkml:ink>
</file>

<file path=ppt/ink/ink3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2:08:10.327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0 9 624,'0'-8'15893,"6"148"-15720,-3 71 22,-5-109-59,2 27-974,0-150-3150</inkml:trace>
</inkml:ink>
</file>

<file path=ppt/ink/ink3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2:08:12.373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141 99 1649,'0'0'7384,"0"-3"-6276,0-35 4385,0 37-5322,-23 1 87,20 1-271,1-1 0,0 0 0,0 1-1,-1 0 1,1 0 0,0 0-1,0 0 1,0 0 0,0 0 0,0 0-1,0 0 1,0 1 0,-3 3 0,-24 26-35,21-21 23,3-3 22,0-1 0,0 1 1,1 0-1,0 0 1,1 0-1,0 0 0,0 1 1,0-1-1,1 1 1,0 0-1,-1 8 1,0 12 28,1 50 1,2-64-4,0-6 27,1-1 1,0 1-1,0-1 0,1 1 0,0-1 1,0 0-1,1 0 0,0 0 1,0 0-1,1 0 0,0-1 0,0 0 1,0 0-1,1 0 0,0 0 1,0 0-1,0-1 0,1 0 1,0 0-1,0-1 0,0 0 0,0 0 1,1 0-1,0-1 0,0 1 1,8 1-1,-3-1-8,0-1 0,1-1 0,-1 0 0,1-1 0,-1 0 0,1-1 0,24-3 0,-34 2-40,1 0 1,-1 0-1,1 0 0,-1-1 1,0 0-1,1 1 0,-1-1 1,0 0-1,0 0 0,0-1 1,0 1-1,-1-1 0,4-3 1,34-43-44,-31 37-4,5-7-64,-1 0 0,-1-1 0,0 0 0,-2-1 0,0 0 0,10-36 0,-15 40 122,-3 12-13,-1 1 1,1-1-1,-1 0 0,0 0 1,-1 0-1,1-6 1,-1-1-45,1 3 16,-1 0 0,-1 0 0,0 0-1,-2-11 1,2 16 39,-1 1 0,1-1-1,-1 1 1,1-1 0,-1 1-1,-1 0 1,1 0 0,0-1 0,-1 2-1,1-1 1,-1 0 0,-6-4-1,-2-3 2,-1 1-1,0 1 0,-17-10 1,22 15-9,0 1 0,0-1 0,0 1 0,0 0 0,0 1 0,0 0-1,0 0 1,-13 0 0,16 1 2,0 0 1,0 0-1,0 1 0,-1 0 0,1-1 0,0 1 0,0 1 0,1-1 1,-1 1-1,0-1 0,-4 4 0,1 0-4,0 0-1,0 1 0,1 0 1,-8 9-1,8-9-78,1 0-1,0 0 0,0 1 1,0 0-1,1 0 0,-5 12 0,1 10-4006,8-17-1198</inkml:trace>
</inkml:ink>
</file>

<file path=ppt/ink/ink3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2:08:13.746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 0 4690,'0'0'8239,"0"3"-8103,7 39 637,-3 1 1,0 74-1,-3-46-209,-1-29-395,-1-27-255,1 1 1,0-1-1,1 1 0,1-1 1,7 29-1,-7-41-1148</inkml:trace>
</inkml:ink>
</file>

<file path=ppt/ink/ink3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2:08:15.295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 0 2289,'1'2'8360,"-1"-2"-8217,1 0 0,-1 1 0,0-1 0,0 0 0,1 1 0,-1-1 0,0 1 1,0-1-1,0 1 0,0-1 0,0 0 0,1 1 0,-1-1 0,0 1 0,0-1 0,0 1 0,0-1 0,0 0 0,0 1 0,0-1 1,-1 1-1,1 0 0,7 263 1129,-7-89-1021,0-175-261,0 1 1,0-1-1,-1 0 0,1 1 1,0-1-1,0 1 0,0-1 1,0 1-1,1-1 0,-1 1 1,0-1-1,0 1 0,0-1 1,0 1-1,0-1 0,1 0 1,-1 1-1,0-1 0,0 1 1,1-1-1,-1 0 0,0 1 1,1-1-1,-1 0 0,0 1 1,1-1-1,-1 0 0,0 1 1,1-1-1,-1 0 0,1 0 1,-1 1-1,0-1 0,1 0 1,-1 0-1,1 0 0,-1 0 0,1 0 1,-1 0-1,1 0 0,-1 0 1,1 0-1,-1 0 0,1 0 1,-1 0-1,1 0 0,-1 0 1,1 0-1,1 0-44,-1-2-284,-1 1 0,1-1 0,0 0 0,-1 1 0,0-1 1,1 0-1,-1 0 0,0 1 0,0-1 0,0 0 0,0-3 0,0-7-3547</inkml:trace>
</inkml:ink>
</file>

<file path=ppt/ink/ink3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2:08:16.805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223 3 3314,'-1'-1'9900,"1"1"-9893,-1 0 0,1 0 1,0-1-1,-1 1 0,1 0 0,0 0 1,-1 0-1,1 0 0,0 0 0,-1 0 1,1-1-1,-1 1 0,1 0 0,0 0 1,-1 0-1,1 0 0,0 1 0,-1-1 1,1 0-1,-1 0 0,1 0 0,0 0 1,-1 0-1,1 0 0,0 0 0,-1 1 1,1-1-1,-8 5 32,1 0 0,1 1 1,-1 0-1,1 0 0,0 0 1,0 1-1,1 0 0,-6 9 1,-3 3 9,-5 5-31,2 1 0,0 1 0,2 1 0,-12 28 0,19-36 77,1 0-1,1 0 0,1 0 1,1 1-1,0-1 1,2 1-1,-1 25 0,3-28 1,-1-8 22,1 1 1,0-1 0,1 0-1,-1 1 1,2-1-1,-1 0 1,2 0-1,-1 0 1,7 16-1,-2-13-26,0-1 1,0 0-1,1 0 0,1-1 0,0 0 0,0-1 0,1 0 0,0 0 0,17 10 0,-22-15-72,0-1-1,1-1 0,-1 1 0,1-1 1,0 1-1,0-2 0,0 1 1,0-1-1,0 0 0,0 0 0,0 0 1,0-1-1,0 0 0,0 0 0,0-1 1,0 0-1,0 0 0,0 0 1,0-1-1,0 1 0,0-2 0,9-4 1,-3 0-64,0-1 1,-1 0-1,0-1 1,-1 0-1,0-1 1,0 0-1,-1 0 1,0-1-1,-1-1 1,10-17-1,-9 12-207,0 0 0,-1-1 0,-1 0 0,0 0 0,-2-1-1,7-37 1,-7 18 25,-2-1-1,-1 1 1,-6-60-1,2 91 252,1 0 0,-1 1 0,-1-1 0,1 1 0,-1 0-1,0 0 1,-1 0 0,1 0 0,-1 0 0,-1 1 0,1-1-1,-1 1 1,1 1 0,-8-6 0,5 3 23,-1 1 0,1 1 0,-1 0 0,0 0 0,-1 0 0,1 1 0,-1 0 0,0 1 0,-17-4 36,25 6-71,-1 1 1,1 0-1,-1 0 1,1-1-1,-1 1 0,1 0 1,-1 0-1,1 1 1,-1-1-1,1 0 1,-1 0-1,1 1 1,-1-1-1,1 1 1,0-1-1,-3 2 1,-2 44-1916,2-24-2632</inkml:trace>
</inkml:ink>
</file>

<file path=ppt/ink/ink3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2:08:20.780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239 135 7027,'0'0'3850,"-27"0"-1822,16 0-1773,5-1-215,1 1 0,0 0 0,-1 0 0,1 0 0,0 1 0,0 0 0,-1 0 0,1 0 0,0 0 0,0 1 1,0 0-1,0 0 0,0 1 0,1-1 0,-8 6 0,3-1-23,0 2 0,1-1 0,0 1 1,0 1-1,1-1 0,0 1 0,1 1 0,0-1 0,0 1 1,-3 11-1,3-5 26,1-1 1,0 1-1,1-1 1,1 1-1,1 0 1,0 27 0,2-23 124,-1-12-110,0-1 0,1 1 0,0 0 0,1-1 0,0 1 0,1-1 0,-1 1 0,2-1 1,-1 1-1,1-1 0,0 0 0,6 10 0,-8-16-46,7 11 65,1 0 0,0-1 0,15 16 0,-21-25-59,0 0 1,1 0-1,-1 0 0,1-1 1,0 1-1,-1-1 0,1 0 1,0 0-1,1-1 0,-1 1 1,0-1-1,0 0 1,1 0-1,-1 0 0,1 0 1,5-1-1,-4 0 8,1 0 0,0 0 0,-1-1 0,1 0 0,0-1 0,-1 1 0,0-1 0,1 0 0,-1-1 0,0 0 0,0 0 0,0 0 0,-1 0-1,7-6 1,12-6-109,31-14 0,-33 18-33,0-1 0,22-17-1,-37 24 100,-1 0 0,0-1-1,0 1 1,0-2-1,-1 1 1,0 0-1,0-1 1,0 0-1,-1 0 1,5-11-1,-4 4 3,-1 1 0,0-1 0,-1 0 0,0-1 0,0-17-1,-1-74-128,-3 60 113,0 42 39,1 0 1,-1 0 0,0 0-1,0 1 1,-1-1-1,1 0 1,-1 1 0,0-1-1,0 1 1,-3-5 0,-28-35 149,24 32-139,-8-10 67,10 11-71,-1 0 0,0 1 0,-13-13 0,18 20-23,-1-1 0,1 1 0,-1 0 0,1 0 0,-1 0 0,0 0 0,0 1 0,0-1 0,0 1 0,0 0 0,0 0 0,0 1 0,0-1 0,-6 1 0,-26-1 2,17 0 23,0 0 0,-32 5 0,47-4-22,-1 1 1,1 0-1,-1 0 1,1 0-1,0 1 1,-1 0-1,1 0 1,0 0-1,0 0 1,0 0-1,0 1 1,1 0-1,-1 0 1,1 0-1,0 0 1,-4 4-1,6-4-153,0-1-1,0 0 1,0 0-1,0 1 1,0-1-1,0 1 1,1-1-1,0 0 1,-1 1-1,1-1 1,0 1-1,0-1 1,0 4-1,0-1-788,0 13-2711</inkml:trace>
</inkml:ink>
</file>

<file path=ppt/ink/ink3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2:08:31.928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1 126 4130,'0'0'5963,"1"-5"-5107,1 1-958,0-1 649,0 0 0,-1 0-1,1 0 1,-1-1-1,0 1 1,0-10-1,5-13-47,-4 24-355,-1 0 0,0 0 0,0 0 1,0 0-1,0 0 0,-1-5 0,6 1 647,-6 7-773,0 1 0,1 0 0,-1 0 0,0 0 0,0 0-1,0 0 1,0 0 0,1 0 0,-1 0 0,0 0 0,0-1 0,0 1 0,1 0 0,-1 0 0,0 0-1,0 0 1,0 0 0,1 0 0,-1 0 0,0 1 0,0-1 0,0 0 0,1 0 0,-1 0 0,0 0 0,0 0-1,0 0 1,1 0 0,-1 0 0,0 0 0,0 1 0,0-1 0,0 0 0,0 0 0,1 0 0,-1 0-1,0 0 1,0 1 0,0-1 0,0 0 0,0 0 0,0 0 0,0 1 0,0-1 0,1 0 0,-1 0 0,0 0-1,0 1 1,0-1 0,0 0 0,0 0 0,0 0 0,0 1 0,0-1 0,0 0 0,0 0 0,0 0 0,-1 1-1,1-1 1,0 0 0,7 83 396,-5 131-1,-4-104-325,2 10-24,0-119 78,0-17-6022,0 4 1427</inkml:trace>
</inkml:ink>
</file>

<file path=ppt/ink/ink3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2:09:09.872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27 52 2257,'0'0'3226,"-1"-5"-2704,-1-29 1853,-11 22-3298,2 12-1972</inkml:trace>
</inkml:ink>
</file>

<file path=ppt/ink/ink3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2:09:54.751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0 1 12342,'0'0'1184,"10"0"-1136,-6 0 0,2 0-448,1 0-1201</inkml:trace>
</inkml:ink>
</file>

<file path=ppt/ink/ink3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2:09:59.777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19 0 2977,'-16'5'12378,"16"-4"-12097,-3 32 89,4 59-1,0-33-211,-1 347 66,0-437-2179,0 17-1959</inkml:trace>
</inkml:ink>
</file>

<file path=ppt/ink/ink3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2:10:02.416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4 4 1088,'-3'-3'13825,"3"5"-13864,0 351 2748,0-200-10109</inkml:trace>
</inkml:ink>
</file>

<file path=ppt/ink/ink3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2:10:05.023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7 0 5378,'0'0'7993,"0"5"-7499,-6 492 2113,5-324-1516,2-48-5464</inkml:trace>
</inkml:ink>
</file>

<file path=ppt/ink/ink3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2:10:07.352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17 34 3586,'0'0'4290,"-1"0"-4037,0 0 0,0 0 0,1-1 0,-1 1 0,0 0 1,0 0-1,1-1 0,-1 1 0,0 0 0,0-1 0,1 1 0,-1-1 1,0 1-1,1-1 0,-1 1 0,1-1 0,-2-1 0,1-8-431,0-6 936,6 26-319,10 40-280,-2 0-1,-2 1 1,-2 0-1,4 103 1,-13 21 209,0-175-370,0 0 1,0-1-1,0 1 1,0 0-1,0 0 1,1 0-1,-1 0 1,0 0-1,0 0 1,0 0-1,0 0 0,0 0 1,0 0-1,0 0 1,1 0-1,-1 0 1,0 0-1,0 0 1,0 0-1,0 0 1,0 0-1,0 0 0,1 0 1,-1 0-1,0 0 1,0 0-1,0 0 1,0 0-1,0 0 1,0 0-1,1 0 1,-1 0-1,0 0 0,0 0 1,0 0-1,0 0 1,0 0-1,0 0 1,0 1-1,1-1 1,-1 0-1,0 0 1,0 0-1,0 0 0,0 0 1,0 0-1,0 0 1,0 1-1,0-1 1,0 0-1,0 0 1,0 0-1,0 0 0,0 0 1,0 0-1,0 1 1,0-1-1,0 0 1,0 0-1,0 0 1,0 0-1,0 0 1,0 0-1,0 1 0,0-1 1,0 0-1,0 0 1,0 0-1,0 0 1,5-6-545,-2-30-3336,-3 35 3675,0-18-4059</inkml:trace>
</inkml:ink>
</file>

<file path=ppt/ink/ink3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2:10:10.062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441 82 6771,'0'0'4159,"-6"-4"-3847,-42-28 1094,39 29-1299,1 0 0,-1 1 0,0 0-1,0 1 1,0 0 0,1 0-1,-1 1 1,0 0 0,-16 2-1,-8-1-41,19-1-54,8 0 6,0-1 1,0 1-1,0 1 0,0-1 1,0 1-1,0 0 0,0 0 0,1 1 1,-1 0-1,0 0 0,-9 4 0,-2 5-14,0 0 0,0 0-1,-18 19 1,30-25-8,0 0 1,0 0-1,1 1 0,-1-1 1,1 1-1,1 0 1,-1 0-1,1 1 1,1-1-1,-1 1 1,1 0-1,0-1 1,-1 9-1,-5 41 311,-1 99-1,8-115-191,0-20 79,1-1 0,0 1 0,2 0 0,6 34 1,-7-49-154,1 1 1,0-1-1,0 0 1,1 0-1,-1 1 1,1-2-1,0 1 1,1 0 0,-1-1-1,1 1 1,0-1-1,0 0 1,0 0-1,0 0 1,1-1-1,-1 0 1,1 0-1,0 0 1,0 0-1,0-1 1,8 3 0,-1-1 31,0-1 0,1 0 0,0-1 1,24 1-1,56-5 201,-65 1-307,-19 0-6,1 0 1,-1-1-1,0 0 1,0 0 0,0-1-1,0 0 1,0 0-1,-1-1 1,1 0-1,-1-1 1,0 0-1,0 0 1,-1-1-1,0 0 1,0 0-1,12-14 1,-10 10-98,-2 0 0,1-1 0,-1 0 0,-1 0 0,0-1 0,-1 0-1,0 0 1,0 0 0,-2-1 0,1 1 0,1-21 0,0-33-221,-5-72 0,-1 59 970,1 76-572,-1 1 1,1 0-1,-1 0 1,0 0-1,0-1 0,0 1 1,0 0-1,-1 0 0,1 0 1,0 0-1,-1 1 1,1-1-1,-1 0 0,0 1 1,1-1-1,-1 1 0,0-1 1,0 1-1,0 0 1,0 0-1,-4-2 0,-8-4 77,0 1-1,-16-4 1,25 8-133,3 1 10,-1 1 0,1-1 1,0 0-1,-1 0 0,1-1 0,0 1 1,-1 0-1,1-1 0,0 1 0,0-1 1,0 0-1,1 0 0,-1 0 0,0 0 1,1 0-1,-1 0 0,1 0 0,0 0 1,-3-5-1,3 0-687,-1 0 0,1 0 0,0 0 0,0-1 0,2-12 0,-1 16 188,0-9-3204</inkml:trace>
</inkml:ink>
</file>

<file path=ppt/ink/ink3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2:10:11.248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112 87 5539,'0'0'5287,"-1"0"-5039,0 0 1,-1 0-1,1 0 0,0 0 0,-1 0 0,1 0 0,0 0 0,-1 0 0,1 1 0,0-1 1,-3 1-1,-5 10-26,0-1 0,1 1 0,0 1 0,1 0 0,0 0 0,-7 16 1,4-8-143,6-11-29,0 1 0,1-1-1,0 1 1,1 0 0,0-1-1,0 1 1,1 11 0,1 76 521,1-48-93,-1-40-385,0-1 0,1 1 0,0-1 0,1 1 1,-1-1-1,2 0 0,-1 1 0,1-1 0,0 0 0,8 12 0,-8-15-51,1 1 0,1-1-1,-1 1 1,1-1 0,0-1-1,0 1 1,0-1 0,1 0-1,-1 0 1,1 0 0,0-1-1,0 0 1,0 0 0,7 2-1,-4-2 18,1-1 0,-1 0 0,0 0 0,0-1-1,1 0 1,14-1 0,-19-1-60,0 1 0,0-1 0,0 1 0,1-1 0,-1-1 0,0 1 0,0-1 0,0 0 0,-1 0 0,1 0 0,0-1 0,8-5 0,-3-2-172,0 0 1,-1-1-1,0 1 1,-1-2-1,0 1 0,-1-1 1,0 0-1,-1-1 0,0 0 1,-1 0-1,0 0 1,4-26-1,-2-4-236,-2 0 0,-2-78 0,-3 118 416,-1-7 14,0 1 0,0 0 0,-1 0 0,0 0 0,0 0 0,-1 0 0,0 1 1,-1-1-1,0 1 0,0 0 0,-1 0 0,0 0 0,0 0 0,-1 1 0,0 0 0,0 0 0,-1 1 0,0 0 0,0 0 0,0 0 0,-1 1 0,0 0 0,0 1 0,0-1 0,0 1 0,-1 1 0,1 0 0,-1 0 1,0 1-1,0 0 0,0 0 0,-1 1 0,-13 0 0,15 1-34,0 0 0,0 1 0,0 0-1,-9 2 1,13-2-65,1 0 0,0 0 0,-1 1 0,1 0 0,0-1 0,0 1 0,0 0 0,0 0 0,1 1 0,-1-1 0,-3 5 0,-12 15-1574,4-6-1633</inkml:trace>
</inkml:ink>
</file>

<file path=ppt/ink/ink3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2:10:14.024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 19 2369,'0'0'6235,"2"-3"-5531,9-12 1257,-10 19-1690,-1 1 0,1-1 0,0 1-1,0-1 1,0 1 0,0-1 0,4 7-1,8 16-159,0-1-1,1-1 0,1-1 0,2 0 0,23 26 0,-11-18 0,2-2 1,64 50 0,-85-73-99,0 0 1,1-1-1,0 0 1,0-1-1,0 0 1,1-1-1,-1 0 1,1-1-1,0 0 0,0-1 1,1 0-1,-1-1 1,0-1-1,15 0 1,-14 0-24,14 1-44,1-1-1,0-2 0,-1 0 1,0-2-1,50-13 1,-15-4-130,1 2 0,0 3 0,93-10 1,265 0 274,-384 25-87,-18 0 3,0 0-1,0 2 1,0 0 0,1 1-1,-1 1 1,-1 1 0,28 9-1,-36-10 14,0 1-1,0 1 0,-1 0 0,0 0 1,0 1-1,0 0 0,-1 1 0,1 0 1,-1 0-1,-1 1 0,0 0 0,10 14 1,9 1 2,-25-22-18,-1 1-57,0-1-55,1-4-70,2-4 118,1-1 1,0 1-1,0-1 0,0 1 0,1 1 0,1-1 1,-1 1-1,1-1 0,0 2 0,0-1 1,1 1-1,-1 0 0,14-8 0,-6 6 102,1 0 0,-1 1-1,1 1 1,1 0 0,-1 1-1,25-4 1,98-2 418,-38 5-477,234-3 298,-278 13-221,-1 2 1,89 24-1,-94-18 0,1-2 0,0-3 0,70 4-1,-103-12-52,88-4 11,-91 2-17,-1 0 1,0-1-1,0 0 0,0-1 0,17-8 0,110-51-130,-139 63 133,-1-1 1,0 0-1,0 0 0,0 0 1,0 0-1,0 0 0,0 0 1,-1 0-1,1 0 1,0 0-1,0 0 0,-1 0 1,1-1-1,-1 1 0,1 0 1,-1-1-1,1 1 1,-1 0-1,0-1 0,0-1 1,0-33-68,-1 18-1088,0 10-1596</inkml:trace>
</inkml:ink>
</file>

<file path=ppt/ink/ink3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2:10:14.707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4 27 5074,'0'0'6318,"-1"-6"-5243,1 4-810,-2-13-139,2 12 389,-1 9 1041,12 376-326,-9-339-1010,-1-21-135,1 0-1,6 31 0,-8-51-74,1 0 1,-1 1 0,1-1-1,0 0 1,0 0-1,0 0 1,0 0 0,0 0-1,2 2 1,-3-3-53,1-1 0,0 1 0,0 0 0,0-1 0,0 1 0,0-1 0,0 1 0,0-1 0,0 1 0,0-1 0,0 0 0,0 1 0,0-1 0,0 0 0,0 0 1,0 0-1,0 0 0,1 0 0,-1-1-60,-1 1 1,1-1 0,-1 0 0,1 1 0,-1-1 0,0 0-1,1 0 1,-1 1 0,0-1 0,1 0 0,-1 0 0,0 0-1,0 1 1,0-1 0,0 0 0,0 0 0,0 0 0,0 0-1,0 1 1,0-1 0,0 0 0,-1-1 0,1-2-440,0-27-2834,0 1-288</inkml:trace>
</inkml:ink>
</file>

<file path=ppt/ink/ink3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2:10:15.078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 25 2689,'0'0'8868,"19"1"-7502,250 10 1796,-259-12-3153,-1 0 1,1 0 0,-1-1-1,0 0 1,1 0 0,-1-1-1,16-8 1,6-1-933,-26 11 98</inkml:trace>
</inkml:ink>
</file>

<file path=ppt/ink/ink3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2:10:15.453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 0 6323,'0'0'7427,"177"6"-6578,-144-6-465,-3 0-384,-10-3-16,-3 3-1025,-10 0-1536</inkml:trace>
</inkml:ink>
</file>

<file path=ppt/ink/ink3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2:10:15.822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 1 6323,'0'0'7763,"23"213"-6978,-19-149-257,2-4-256,-2-12-272,6-15-208,3-12-2161</inkml:trace>
</inkml:ink>
</file>

<file path=ppt/ink/ink3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2:10:17.966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 54 5138,'0'0'2842,"2"-5"-2586,1-1-52,-1 1 0,1 0 0,0 0 1,1 0-1,-1 0 0,1 0 0,0 1 1,5-5-1,-9 11-23,1-1-1,0 0 1,-1 1-1,1-1 1,-1 1-1,0-1 1,1 1 0,-1-1-1,0 1 1,0-1-1,0 1 1,0-1-1,0 1 1,0-1 0,-1 3-1,3 26-273,1-11 149,2-1-1,0 1 1,1-1 0,0-1-1,2 1 1,0-1 0,1 0 0,1-1-1,12 16 1,-16-23-15,1 0-1,0-1 1,1 0 0,0 0-1,1-1 1,-1 0 0,1 0-1,0-1 1,1 0 0,0-1-1,0 0 1,0 0 0,0-1-1,1-1 1,-1 0 0,22 4-1,-19-6-20,1 1-1,-1-2 0,0 0 1,1 0-1,-1-2 0,1 1 1,-1-2-1,0 1 0,0-2 0,0 0 1,-1-1-1,20-9 0,7-9-33,98-50-2932,-120 66 2453,0 0-1,1 1 1,-1 2 0,1-1-1,0 2 1,28-2 0,158 3 1720,-199 2-1116,0 1 1,0 0-1,-1 1 1,1-1-1,0 1 1,0 0-1,-1 0 1,1 0-1,-1 1 1,1-1-1,-1 1 0,0 0 1,0 1-1,6 6 1,5 5 132,-2 1 0,15 20 0,-25-32-227,0 0 3,1 1 0,0 0 0,-1-1 1,0 1-1,0 1 0,-1-1 0,0 0 0,1 1 0,-2-1 0,1 1 0,-1 0 0,0-1 0,1 11 0,-1 28 111,0-50-320,1 0 1,0 0-1,1 0 0,0 0 1,-1 1-1,2-1 0,-1 1 0,1-1 1,-1 1-1,2 0 0,-1 1 1,0-1-1,9-6 0,1-1-343,1 0 0,1 1 0,26-14 0,-27 18 137,0 0-1,0 1 1,1 1 0,0 0 0,0 1-1,19-2 1,9 2 1559,48 2-1,-88 2-1079,1 1 0,-1 0 0,1-1 0,-1 2 1,1-1-1,-1 0 0,0 1 0,1 0 0,3 3 0,40 26 617,-3-2 70,-26-21-516,1 0 0,0-1 0,0-1 0,1 0 1,0-2-1,0-1 0,0 0 0,0-2 0,1 0 0,32-4 0,-44 2-187,0-1 0,-1 0-1,1 0 1,0-1-1,-1-1 1,1 1 0,-1-2-1,0 1 1,14-10-1,-12 6-311,0 0-1,-1-1 0,0 0 0,0 0 0,-1-1 0,13-19 1,-19 26 222,-1 0 0,-1-1 1,1 1-1,0-1 0,-1 0 1,0 1-1,0-1 0,0 0 1,0 0-1,0 0 0,-1 0 1,0 0-1,0 0 0,0 0 1,0 0-1,-2-5 0,2 8 39,0 1-1,-1-1 0,1 0 0,0 1 0,-1-1 1,1 1-1,-1-1 0,1 1 0,-1-1 0,1 1 1,-1 0-1,1-1 0,-1 1 0,1 0 0,-1-1 1,1 1-1,-1 0 0,0-1 0,1 1 0,-1 0 1,0 0-1,1 0 0,-1 0 0,-1 0 1,-20-1-2266,15 2 293,-13-1-4764</inkml:trace>
</inkml:ink>
</file>

<file path=ppt/ink/ink3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2:10:18.526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4 3 1697,'0'0'6472,"0"-2"-5570,-2 25 2667,1 114-2934,21 172 644,-13-241-1194,-7-64-102,4 24 174,-4-27-174,0 0 0,0-1 0,1 1 0,-1 0 0,0 0 1,0-1-1,1 1 0,-1 0 0,0 0 0,1-1 0,-1 1 0,1 0 0,-1-1 0,1 1 0,-1-1 0,1 1 0,0 0 0,-1-1 1,1 1-1,-1-1 0,1 0 0,0 1 0,0-1 0,-1 0 0,1 1 0,0-1 0,1 1 0,-1-5-1130,1-16-448,-1-17-1068</inkml:trace>
</inkml:ink>
</file>

<file path=ppt/ink/ink3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2:10:18.898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 0 6835,'0'0'4930,"24"0"-4151,82 0-176,90 0 1636,-128 0-7346,-88 0 1759</inkml:trace>
</inkml:ink>
</file>

<file path=ppt/ink/ink3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2:10:19.239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 1 5555,'0'0'7987,"194"45"-7122,-151-45-353,-6 0-352,-4-9-160,-6-3-80,-7 0-1121,-3 6-2320</inkml:trace>
</inkml:ink>
</file>

<file path=ppt/ink/ink3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2:10:19.674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 22 2401,'0'0'9919,"5"-2"-9100,5-2-636,-1 1 0,1 0 0,0 0-1,0 1 1,0 1 0,0-1 0,13 1-1,-11 1-38,-8 0-26,0 0 1,0 0-1,0 0 1,1 0 0,6 2-1,-10-1-90,0-1 1,0 1-1,0-1 0,0 1 1,0-1-1,0 1 0,0 0 1,0-1-1,0 1 0,0 0 0,0 0 1,-1 0-1,1 0 0,0 0 1,0 0-1,-1 0 0,1 0 1,-1 0-1,1 0 0,-1 0 0,1 0 1,-1 1-1,1 1 0,1 6 49,-1-1 1,0 1-1,0 0 0,-1 0 0,0 0 0,0 0 0,-1 0 0,0 0 0,-1 0 0,0-1 0,0 1 0,-1-1 0,0 1 0,0-1 0,-1 0 1,0 0-1,-10 13 0,-6 4-166,-1-2 0,-46 41 0,51-50-85,16-14 175,0 0-1,0 0 0,0 0 1,1 0-1,-1 0 1,0 0-1,0 0 0,0 0 1,0 0-1,0 0 1,0 0-1,1 0 0,-1 0 1,0 0-1,0 0 1,0 0-1,0 0 0,0 0 1,1 0-1,-1 1 1,0-1-1,0 0 0,0 0 1,0 0-1,0 0 1,0 0-1,0 0 0,0 0 1,1 0-1,-1 1 1,0-1-1,0 0 0,0 0 1,0 0-1,0 0 0,0 0 1,0 0-1,0 1 1,0-1-1,0 0 0,0 0 1,0 0-1,0 0 1,0 0-1,0 1 0,0-1 1,0 0-1,0 0 1,0 0-1,0 0 0,0 0 1,0 0-1,0 1 1,0-1-1,0 0 0,0 0 1,-1 0-1,1 0 1,0 0-1,0 0 0,0 1 1,0-1-1,0 0 1,0 0-1,0 0 0,-1 0 1,1 0-1,27 0 147,4 1 75,0-2 1,53-7-1,-63 4-441,37-1 0,-24 4-7267</inkml:trace>
</inkml:ink>
</file>

<file path=ppt/ink/ink3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2:10:22.622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254 56 4002,'0'0'9471,"-3"-20"-8492,-3 17-960,0 1-1,-1 0 1,1 1 0,0-1 0,-1 1 0,-11 0-1,14 1-10,0 0 0,1 0 0,-1 0 0,0 1 0,1-1 0,-1 1 0,0 0 0,1 0 0,-1 0 0,1 1 0,0-1 0,-1 1 0,-3 3 0,-4 3-1,2 0 1,-1 1-1,1 1 1,1 0 0,-1 0-1,2 0 1,-1 1-1,2 1 1,-1-1-1,2 1 1,-9 24-1,3 2 258,2 1 0,2 0-1,2 0 1,1 1-1,2 68 1,3-101-201,0 0 0,0 0 0,0 0 0,1 0 0,0 0 0,0 0 0,0-1 0,1 1 0,1 0 0,-1-1 0,1 0 0,0 0 0,0 0 0,0-1 0,1 1 0,0-1 0,0 0 0,1 0 0,-1-1 0,1 0 0,0 1 1,7 2-1,1 1-4,0-1 0,1 0 0,0-1 0,0-1 0,0-1 0,0 0 0,1-1 0,0 0 0,18 0 0,-22-2-49,0-1 1,0 0-1,12-3 1,-20 2-16,1 0 0,-1 0 0,1-1 0,-1 1 1,0-1-1,0 0 0,0 0 0,0-1 0,0 1 0,-1-1 1,5-3-1,6-8-192,1 0 0,-2-2 1,0 1-1,-1-2 0,-1 0 0,0 0 1,-1-1-1,13-34 0,-14 28-37,-1-1 0,-2-1 0,-1 1 0,0-1-1,-2 0 1,0-37 0,-3 49 231,-1 0 1,0 0-1,-1 0 0,-4-16 0,4 21 18,-1 1 0,0 0 0,-1 1-1,0-1 1,0 1 0,-1-1 0,1 1 0,-8-7 0,4 5 96,0 1-1,0 0 1,-1 1 0,0-1 0,0 2 0,0-1 0,-1 2 0,0-1 0,-1 1 0,1 1 0,-1 0 0,0 0 0,0 1 0,0 0-1,0 1 1,0 0 0,-1 1 0,1 1 0,-1-1 0,-19 3 0,30-1-102,-1-1 0,0 1 0,1 0 0,-1-1 0,1 1 0,-1 0 0,1 0 0,-1 0 1,1 0-1,0 0 0,0 0 0,-1 0 0,1 0 0,0 1 0,0-1 0,0 0 0,0 1 0,0-1 0,1 1 0,-1-1 0,-1 3 0,-10 36-3336</inkml:trace>
</inkml:ink>
</file>

<file path=ppt/ink/ink3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2:10:24.107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132 149 1361,'0'0'5343,"0"-5"-4526,0-13-259,0 4 4905,-24 14-4913,20 1-495,1 0 0,-1 0 1,0 0-1,0 0 0,1 0 1,-1 1-1,1-1 0,-1 1 1,1 0-1,0 0 0,0 0 0,0 1 1,0-1-1,0 1 0,0-1 1,1 1-1,-1 0 0,1 0 1,0 1-1,0-1 0,0 0 1,-3 7-1,-1 3 30,1-1 0,0 1 0,1 0 0,0 0 0,-2 18 0,2 6 284,3 70 0,2-56-115,-1-42-166,0 0 0,1 1 0,0-1 0,0 0 0,1 0 0,0 0 0,1 0-1,6 14 1,-6-18-59,0 0-1,0 0 0,1 0 0,-1 0 0,1-1 1,0 1-1,1-1 0,-1 0 0,1 0 0,0-1 0,0 0 1,0 1-1,0-2 0,9 5 0,0-3 89,0 0 0,0-1 0,1 0-1,-1-1 1,1 0 0,-1-2 0,1 0 0,23-2-1,-29 0-105,0 0-1,0 0 1,0 0-1,0-2 1,0 1-1,0-1 1,-1 0-1,0 0 1,0-1-1,0-1 0,0 1 1,-1-1-1,0 0 1,9-11-1,-6 7-129,-1-2 0,1 1 0,-2-1 0,0-1 0,0 0 0,-1 0 0,-1 0-1,8-23 1,-10 17-116,1-1-1,-2 0 0,1-36 0,-6-62-614,1 97 813,1 13 78,-2-1 0,1 1 0,-1 0 0,-1 0 0,0 0 0,0 0 1,0 1-1,-1-1 0,0 1 0,0 0 0,-1 0 0,0 0 0,0 0 0,-1 1 0,0 0 0,0 0 0,0 1 0,-1-1 0,1 1 0,-1 1 0,0-1 0,-1 1 0,1 1 0,-1-1 1,0 1-1,0 1 0,0-1 0,0 1 0,0 1 0,-1-1 0,1 2 0,0-1 0,-1 1 0,1 0 0,-9 2 0,12-1-115,1 0 0,-1 1 0,1 0-1,-1 0 1,1 0 0,0 1 0,0-1-1,0 1 1,0 0 0,1 0 0,-1 0 0,-4 7-1,-6 6-1286,-18 30-1,0 0-1812</inkml:trace>
</inkml:ink>
</file>

<file path=ppt/ink/ink3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2:10:25.349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247 30 3762,'0'0'4298,"-9"0"-3525,0 0-822,1 0 342,0 0 0,1 0 0,-1 0 0,0 1 0,0 0 0,1 0 0,-1 1 0,1 0 0,-1 0 0,1 1 0,0 0-1,-12 7 1,11-3-93,0 0-1,0 0 0,1 0 0,-1 1 0,2 1 0,-1-1 0,1 1 0,-7 14 1,5-7-45,2 0 0,0 0 0,0 0 1,-4 29-1,3 1 308,3 0 1,3 91 0,1-130-377,1 0 0,0 1 0,0-1-1,1 0 1,0 0 0,0 0 0,0 0 0,1 0 0,0 0 0,0-1 0,1 1 0,0-1 0,0 0 0,1 0 0,-1 0 0,1-1 0,9 8 0,-6-7-8,0 0 0,0-1 0,1 0-1,-1 0 1,1-1 0,0 0 0,1 0 0,-1-1 0,1-1 0,-1 0-1,1 0 1,17 1 0,-8-2-22,-1 0 0,1-2 0,24-3-1,-34 3-60,-1-1 0,0 0 0,0-1 0,0 0 0,0 0 0,0-1 0,-1 0 0,1 0 0,10-9 0,-8 5-135,0-1 0,-1 1-1,0-2 1,0 1 0,-1-1 0,0-1 0,-1 1 0,0-1-1,-1-1 1,0 1 0,-1-1 0,-1 0 0,1 0 0,-2 0 0,0-1-1,0 0 1,-1 1 0,1-25 0,-1 1-306,-1 1 0,-6-53 0,3 76 434,0 0 1,0 0-1,-2 1 0,1-1 1,-1 1-1,-1 0 1,0 0-1,-1 0 1,0 1-1,-1 0 1,-9-12-1,10 15 29,0 1-1,0-1 1,-1 1 0,0 0-1,0 1 1,0 0 0,-1 0 0,0 0-1,0 1 1,0 1 0,0-1-1,-1 1 1,0 0 0,1 1-1,-1 0 1,0 1 0,0-1-1,-17 1 1,-33 1-62,33 0-6165</inkml:trace>
</inkml:ink>
</file>

<file path=ppt/ink/ink3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2:10:26.216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231 2 1377,'0'0'9679,"-7"0"-8815,-4 0-727,4-1 34,1 1 1,-1 0 0,1 0 0,-1 1-1,1-1 1,-1 1 0,1 1 0,-1-1-1,1 1 1,0 1 0,0-1-1,-9 6 1,5-1-58,1 1 0,0 0 0,1 0 0,0 1 0,0 0 0,1 1 1,0 0-1,1 0 0,0 0 0,1 1 0,0-1 0,0 1 0,1 1 0,-4 20 0,1 6 212,3 1 1,1-1-1,2 48 0,1-71-207,0-7-42,0-1 1,1 1-1,0-1 0,0 1 1,1-1-1,0 0 0,0 1 1,1-1-1,0 0 0,6 10 1,-6-13-38,0 1 0,0-1 0,0 0 0,1 0 1,-1-1-1,1 1 0,0-1 0,0 0 0,1 0 1,-1 0-1,0 0 0,1-1 0,0 0 0,0 0 1,0 0-1,8 2 0,-4-2 19,0-1 1,0 0-1,-1 0 0,1 0 1,0-1-1,15-2 1,-20 1-62,1 0-1,0 0 1,-1-1 0,1 1 0,0-1 0,-1 0 0,0 0 0,1 0 0,-1-1 0,0 0 0,0 0 0,-1 0 0,6-5 0,5-8-323,-2 0 1,0-1-1,-1-1 1,-1 0-1,0 0 1,-1-1-1,-1 0 1,7-28-1,-9 24 84,0 0 0,-2 0 0,-1-1 1,-1 1-1,-1-1 0,-1 0 0,-3-26 0,2 44 264,-1-1-1,0 0 0,-1 1 0,1 0 0,-1-1 1,-1 1-1,1 0 0,-1 0 0,0 1 1,0-1-1,0 1 0,-1 0 0,0 0 1,0 1-1,0-1 0,-1 1 0,-10-6 0,12 9-86,1 0-1,-1 0 0,1 1 0,-1-1 0,1 1 0,-1 0 0,1 0 0,-1 0 0,1 1 0,-5 0 0,-16 9-5277</inkml:trace>
</inkml:ink>
</file>

<file path=ppt/ink/ink3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2:10:27.226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176 100 2145,'0'0'6211,"0"-5"-4768,0-13-448,0 17-909,-1 1-1,1-1 1,0 1-1,-1-1 0,1 1 1,-1-1-1,1 1 1,0-1-1,-1 1 1,1 0-1,-1-1 0,1 1 1,-1 0-1,1-1 1,-1 1-1,0 0 1,1 0-1,-1-1 0,1 1 1,-1 0-1,0 0 1,1 0-1,-1 0 1,1 0-1,-1 0 0,0 0 1,0 0-1,-22 1 438,18-1-423,1 0-19,0 0 1,0 0-1,0 1 1,0 0-1,0 0 1,1 0-1,-1 0 1,0 0-1,1 1 1,-1 0-1,1-1 1,-1 1-1,1 1 1,-6 4-1,4-3 50,0 1 0,1 1 0,0-1 0,0 0-1,0 1 1,0 0 0,1 0 0,-3 7 0,0 5 86,0 1 0,1-1 0,1 1 1,0 0-1,0 26 0,1 21 738,6 79 0,-3-141-916,0-1 0,1 1-1,0 0 1,0-1 0,0 1-1,0 0 1,1-1 0,-1 0-1,1 1 1,0-1 0,0 0-1,0 0 1,0 0 0,1 0-1,-1 0 1,1 0 0,-1-1 0,1 1-1,0-1 1,0 0 0,1 0-1,-1 0 1,0 0 0,1-1-1,-1 1 1,0-1 0,1 0-1,0 0 1,-1 0 0,1 0-1,4 0 1,1 0 0,0-1 0,0 1-1,0-1 1,0-1 0,0 0 0,0 0 0,0-1-1,0 0 1,0 0 0,0-1 0,-1 0 0,11-6-1,-2-1-143,-1-1 0,0 0 0,-1-1-1,-1-1 1,0 0 0,0-1 0,14-20 0,-20 24-130,-1-1 0,0 0 1,0 0-1,-1 0 0,0-1 1,-1 0-1,-1 0 0,0-1 1,0 1-1,-1-1 0,2-24 1,-5 35 203,1-22-286,-4-37 0,3 54 326,-2 1 0,1-1 1,-1 0-1,0 0 0,0 1 0,0-1 0,-1 1 0,0 0 0,-8-12 0,1 5 98,0 0 1,-1 1-1,-1 0 0,-14-12 0,21 20-101,-1 0-1,1 0 1,-1 1-1,1 0 1,-1 0-1,0 0 1,0 1-1,0 0 1,-1 0 0,1 0-1,-1 1 1,1 0-1,-9 0 1,9 0-38,-1 2 1,1-1 0,0 0-1,-11 4 1,14-3-41,1 0 1,-1 0-1,1 0 0,0 0 0,-1 1 1,1-1-1,0 1 0,0-1 0,0 1 1,0 0-1,0 0 0,1 0 1,-1 0-1,-2 3 0,-2 5-1998,0 1 0,-8 18-1,6-4-6079</inkml:trace>
</inkml:ink>
</file>

<file path=ppt/ink/ink3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2:10:28.580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264 1 4898,'0'0'6515,"-13"9"-6307,-43 30-34,48-33-40,1 0 0,0 0 1,0 0-1,1 1 0,0 0 0,0 1 1,0-1-1,-5 12 0,-3 3 218,-3 6-166,1 0-1,2 1 0,1 1 0,1 0 0,2 0 1,1 1-1,1 1 0,1-1 0,3 1 0,0 1 1,1 52-1,3-78-131,0-1 0,1 1-1,-1 0 1,1-1 0,1 1 0,-1-1 0,1 0 0,0 0 0,1 1-1,-1-1 1,8 11 0,-7-13-1,1 1-1,0-1 1,0 0-1,0 0 1,1 0-1,-1-1 1,1 1-1,0-1 1,0 0 0,0 0-1,1-1 1,-1 0-1,9 3 1,-2-2 52,-1-1 1,1 0-1,0-1 1,0-1 0,14 0-1,-8 0-29,-12-1-77,1 1 0,-1-1 0,0-1 0,0 1 0,0-1 0,-1 0 0,1 0 0,0-1-1,-1 0 1,1 0 0,-1 0 0,0 0 0,0-1 0,7-7 0,3-3-235,-1-1 0,-1 0 0,14-21 0,-18 22-20,-1 0 1,-1 0-1,0-1 1,-1 0-1,0 0 1,-1-1-1,-1 1 1,-1-1-1,2-19 1,0-21 98,-3-73 0,-2 84 542,0 42-340,0-1 1,0 0-1,-1 1 0,0-1 0,1 1 0,-1-1 1,0 1-1,-1-1 0,1 1 0,-1 0 0,1 0 1,-1-1-1,0 1 0,0 0 0,-1 1 1,1-1-1,0 0 0,-1 1 0,0-1 0,1 1 1,-1 0-1,0-1 0,0 2 0,-1-1 0,-4-2 1,-2 0-34,0 0 1,1 2-1,-1-1 1,0 1-1,0 0 0,-1 1 1,-16 0-1,24 1-24,0 0 0,0 0 0,0 0-1,1 0 1,-1 0 0,0 1-1,0-1 1,0 1 0,1 0 0,-1 0-1,0 0 1,-3 2 0,3 0-129,1-1 1,-1 1 0,1 0-1,0 0 1,0 0 0,0 0-1,1 0 1,-1 1-1,0 3 1,-5 7-1690,0-4-1937</inkml:trace>
</inkml:ink>
</file>

<file path=ppt/ink/ink3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2:10:29.713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248 1 5555,'0'0'3364,"-7"0"-2679,3 0-600,1 0 1,-1 0 0,1 0 0,0 0 0,0 0 0,-1 0 0,1 1 0,0-1 0,0 1 0,-1 0 0,1 0 1,0 0-1,0 1 0,0-1 0,0 1 0,1 0 0,-4 2 0,-84 95 2373,80-85-2307,0 1-1,0 0 0,1 1 0,1 0 0,-9 26 1,9-11 29,1 0 1,2 0 0,1 1 0,2 0 0,1 52 0,1-75-99,0-3-19,0-1 0,1 1 0,-1-1 0,1 1 0,0-1 0,0 1 0,1-1 0,0 0 0,0 0 0,0 0 0,0 0 0,1 0 0,0 0 0,0-1 0,0 1 0,0-1 0,1 0 0,0 0 0,0 0 0,0 0 0,0-1 0,1 1 0,-1-1 0,1 0 0,0-1 0,0 1 0,0-1 0,0 0 0,0 0 0,0-1 0,11 3 0,0-2 60,0 0 0,0 0 0,0-2 0,0 0 0,23-3 0,-29 2-102,0-1 0,1-1 0,-1 0 0,-1 0 0,1-1 0,0 0 0,-1 0 0,0-1 0,12-9 0,1-3-221,-2-1 1,0-1 0,-2 0-1,0-1 1,-1-2 0,-1 1-1,-1-2 1,20-40 0,-29 49-15,-2 1-1,0-1 1,-1 0 0,0 0 0,-1 0 0,0 0 0,-2 0 0,0-22 0,0 31 229,-1 0 0,1 1 0,-1-1 0,0 0 0,0 1 0,-1-1 0,0 1 0,1 0 1,-1-1-1,-1 1 0,1 0 0,0 0 0,-1 0 0,0 1 0,0-1 0,0 0 1,-1 1-1,1 0 0,-1 0 0,-7-5 0,4 4 73,-1-1-1,1 2 1,-1-1 0,0 1 0,0 0-1,0 1 1,0 0 0,0 0 0,0 0-1,-1 1 1,-9 0 0,5 1-134,3 0 133,0 0 1,0 0-1,-14 3 1,22-3-133,0 1 0,0-1 0,1 0 0,-1 1 0,0-1 0,0 1 0,1 0 0,-1 0 0,1 0 0,-1 0 0,1 0 0,-1 0 0,1 0 0,-1 0 0,1 0 0,0 1 0,0-1 0,0 0 0,-1 1 0,1-1 0,1 1 0,-1 0 0,0-1 0,0 1 0,0 2 0,0 9-5119</inkml:trace>
</inkml:ink>
</file>

<file path=ppt/ink/ink3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2:10:30.862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305 76 64,'0'0'10693,"-1"-5"-9813,1 3-835,0 0-1,-1 1 1,1-1-1,-1 0 0,1 0 1,-1 1-1,0-1 1,1 0-1,-1 1 0,0-1 1,0 1-1,0-1 1,-1 1-1,1-1 1,0 1-1,0 0 0,-1 0 1,1-1-1,-1 1 1,1 0-1,-1 0 0,1 1 1,-1-1-1,0 0 1,1 0-1,-1 1 1,0-1-1,0 1 0,1-1 1,-1 1-1,0 0 1,0 0-1,0 0 0,0 0 1,1 0-1,-3 0 1,-16 0 461,-25 1 237,42-1-715,0 1-1,0-1 0,1 1 1,-1 0-1,0 0 0,1 0 1,-1 0-1,1 1 1,-1-1-1,1 1 0,-1-1 1,1 1-1,-3 3 0,-11 12 161,0 0-1,2 1 1,0 0-1,1 1 1,0 1-1,2 0 0,-12 27 1,17-28-67,0 0-1,1 1 1,1-1 0,-2 32-1,3 79 552,3-88-416,0-37-204,0 0-1,0 1 1,1-1 0,-1 0-1,1 0 1,1 1 0,-1-1-1,1 0 1,-1 0-1,1 0 1,1-1 0,5 10-1,-6-11-18,1 0 0,0 0 0,0-1 0,0 1 0,1-1 0,-1 1 0,0-1 0,1 0 0,0-1 0,-1 1-1,1 0 1,0-1 0,0 0 0,0 0 0,0 0 0,0-1 0,0 1 0,4-1 0,3 1 46,1 0 1,-1 0-1,0-1 0,1-1 1,-1 0-1,0 0 0,1-1 1,-1-1-1,0 0 1,-1 0-1,19-9 0,-12 2-169,0-1-1,-1-1 0,0 0 0,-1-2 1,0 1-1,-1-2 0,12-16 0,-17 20-124,-1 0 0,-1-1-1,0 0 1,0-1 0,-1 1-1,-1-1 1,0-1 0,0 1-1,-2 0 1,5-29-1,-5 4-453,-2 0-1,-6-60 1,4 89 709,-1-1 0,0 1 0,0 0 0,-1 0 0,-1 1 0,1-1 0,-1 0 0,-1 1 0,1 0 0,-2 0 0,1 1 0,-1-1 0,0 1 0,0 0 0,-10-8 0,12 13-17,-1 0 1,1 0 0,0 0-1,-1 0 1,0 1-1,1 0 1,-1 0-1,0 0 1,1 0-1,-1 1 1,0 0-1,0 0 1,0 0 0,1 1-1,-1-1 1,0 1-1,0 0 1,1 1-1,-1-1 1,1 1-1,-1 0 1,1 0 0,0 0-1,-1 0 1,1 1-1,1 0 1,-1 0-1,-5 5 1,2 0-764,1 1 1,1 0-1,0 0 1,-6 14-1,0 12-4564</inkml:trace>
</inkml:ink>
</file>

<file path=ppt/ink/ink3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2:10:31.825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214 89 2049,'0'0'11120,"-4"0"-10018,2 0-1052,-2-1 17,-1 1-1,0 0 1,0 0 0,1 0 0,-1 1 0,0-1 0,1 1 0,-1 0 0,0 1-1,1-1 1,0 1 0,-1 0 0,1 0 0,0 0 0,0 0 0,0 1 0,-4 3-1,-4 4 2,1 0-1,0 0 0,1 1 1,1 1-1,-1 0 0,2 0 0,0 0 1,-9 19-1,12-17 35,0-1 0,1 1 0,0 0 0,1 1 0,-1 17 0,1 70 615,4-66-344,-2-31-325,2 1 0,-1-1-1,0 0 1,1 0 0,0 0-1,0 0 1,1 0 0,-1 0 0,1 0-1,0 0 1,4 7 0,-3-9-11,-1 0 0,0-1 1,1 1-1,-1-1 0,1 0 0,0 1 1,0-1-1,0 0 0,0-1 0,0 1 1,0 0-1,0-1 0,1 0 0,-1 0 1,0 0-1,1 0 0,-1 0 0,6-1 1,-2 2 19,1-2 1,0 1-1,0-1 0,-1 0 1,1 0-1,0-1 1,-1 0-1,1-1 1,0 0-1,-1 0 0,1 0 1,-1-1-1,0 0 1,0-1-1,0 1 1,-1-1-1,1-1 0,-1 1 1,0-1-1,10-10 1,-2 0-184,-1-1 0,-1 0 0,0 0 1,-2-1-1,1-1 0,-2 0 0,-1 0 1,0-1-1,-1 0 0,-1 0 0,-1-1 1,0 0-1,-2 0 0,2-37 0,-4 7-280,-2-56 199,1 104 206,-1-1 0,1 1 0,-1 0 0,1 0 1,-1-1-1,1 1 0,-1 0 0,0 0 0,0 0 0,0 0 0,-1 0 0,1 0 1,0 0-1,-1 0 0,1 0 0,-1 1 0,1-1 0,-1 1 0,0-1 1,0 1-1,0 0 0,0-1 0,0 1 0,0 0 0,0 0 0,0 0 1,0 1-1,-5-2 0,-4 0-23,0 0-1,-1 1 1,1 0 0,-19 1 0,16 0-6,9 1-55,1-1-1,0 0 1,0 1 0,0 0 0,0 0-1,0 0 1,0 0 0,0 1 0,0 0 0,0 0-1,0 0 1,1 0 0,-1 0 0,1 1-1,0-1 1,-1 1 0,1 0 0,0 0 0,-3 5-1,-1 2-1402,0 1 0,1-1-1,0 2 1,0-1 0,-4 16 0,-1 6-4961</inkml:trace>
</inkml:ink>
</file>

<file path=ppt/ink/ink3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2:10:32.790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174 0 6243,'0'0'4815,"-21"1"-1765,14 2-2814,0 1 0,0-1 1,1 1-1,-1 1 1,1-1-1,0 1 0,0 0 1,-10 11-1,8-5-79,-1-1-1,2 1 1,-1 0 0,-8 18-1,9-13 22,2-1 0,-1 1-1,2 0 1,0 1 0,-3 30-1,3 87 299,4-102-241,0-22-168,1 0-1,0 0 0,0 0 1,1 0-1,0 0 0,0-1 1,1 1-1,1 0 0,6 12 1,-7-16-43,1 0 1,0-1-1,0 1 0,1-1 1,-1 0-1,1 0 1,0 0-1,1 0 1,-1-1-1,1 0 0,-1 0 1,1-1-1,1 0 1,9 5-1,-2-5 58,0 0 0,1-1 0,-1 0 1,0-1-1,1-1 0,-1 0 0,0-1 0,17-3 0,-25 2-99,-1 0 0,1 0 0,-1 0 0,0 0 1,0-1-1,0 0 0,0 0 0,-1 0 0,1 0 0,-1-1 0,0 0 0,0 0 0,0 0 0,0 0 0,-1-1 1,0 1-1,0-1 0,0 0 0,3-7 0,2-4-222,-1-1 0,-1-1-1,0 1 1,5-31 0,-5 0-396,-2 0 0,-2-62 0,-2 77 267,0 29 396,0-1-1,0 0 1,-1 0-1,1 1 1,-1-1-1,0 0 1,0 1 0,-1-1-1,1 0 1,-1 1-1,0 0 1,0-1-1,-1 1 1,1 0 0,-1 0-1,0 1 1,0-1-1,0 0 1,-1 1-1,1 0 1,-1 0 0,0 0-1,0 0 1,0 0-1,0 1 1,0 0-1,0 0 1,-1 0 0,-6-2-1,6 3 61,-1-1 1,0 1-1,0 1 0,0-1 0,0 1 1,0 0-1,-1 0 0,1 1 0,0 0 1,0 0-1,1 0 0,-9 3 0,3 0-228,0 1-1,0 0 1,1 1-1,-1 0 1,-9 9-1,-13 6-5237</inkml:trace>
</inkml:ink>
</file>

<file path=ppt/ink/ink3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2:10:35.908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8 58 624,'0'0'6635,"-1"-9"-5431,-1-2-735,-2-26 5601,4 50-5428,3 607 1258,1-610-1912,-4-10 8,0 0-1,0 0 0,0 0 1,1 0-1,-1 0 1,0 1-1,0-1 0,0 0 1,0 0-1,0 0 1,1 0-1,-1 0 0,0 0 1,0 0-1,0 0 1,0 0-1,1 0 0,-1 0 1,0 0-1,0 0 1,0 0-1,0 0 0,1 0 1,-1 0-1,0 0 1,0 0-1,0 0 0,0 0 1,0 0-1,1 0 1,-1 0-1,0 0 0,0 0 1,0 0-1,0-1 1,0 1-1,1 0 0,-1 0 1,0 0-1,0 0 1,0 0-1,0 0 0,0-1 1,0 1-1,0 0 1,0 0-1,0 0 0,1 0 1,-1 0-1,0-1 1,0 1-1,0 0 0,0 0 1,0 0-1,0 0 0,0-1 1,0 1-1,0 0 1,0 0-1,0 0 0,0 0 1,0 0-1,0-1 1,0 1-1,-1 0 0,1 0 1,4-25-1359,-1 1 0,-2-1 0,-1-38 0,-1 21-2299,1 15 338</inkml:trace>
</inkml:ink>
</file>

<file path=ppt/ink/ink3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2:10:36.377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0 1 5699,'2'4'11954,"5"-2"-12212,220 1 1303,-201-1-1073,0 2 0,0 0 0,47 15 0,-67-18-1553</inkml:trace>
</inkml:ink>
</file>

<file path=ppt/ink/ink3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2:10:36.735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0 0 5507,'0'0'7907,"174"15"-7251,-141-6 161,-3 3-449,-6-3-80,-4-6-80,-3 0-160,-4-3-48,-3 0-16,-3 0-736,-1 0-1041</inkml:trace>
</inkml:ink>
</file>

<file path=ppt/ink/ink3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2:10:37.466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1 168 5859,'0'0'7846,"9"-9"-7678,17-18-165,106-102-3906,-132 129 3940,0 0 1,0-1-1,0 1 1,1 0 0,-1 0-1,0 0 1,0 0-1,0-1 1,0 1 0,1 0-1,-1 0 1,0 0-1,0 0 1,0 0 0,1 0-1,-1 0 1,0 0-1,0-1 1,0 1 0,1 0-1,-1 0 1,0 0-1,0 0 1,1 0 0,-1 0-1,0 0 1,0 0-1,0 1 1,1-1 0,-1 0-1,0 0 1,0 0-1,0 0 1,1 0 0,-1 0-1,0 0 1,0 0-1,0 0 1,1 1 0,-1-1-1,0 0 1,0 0-1,0 0 1,1 1-1,3 14 886,-3 35-309,-1-23-273,16 304 1340,-11-266-1537,0 14-3071,-5-60-2518</inkml:trace>
</inkml:ink>
</file>

<file path=ppt/ink/ink3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2:11:48.836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218 10 2673,'0'0'3733,"-7"-9"-775,-14 10-122,20 0-2819,-1-1-1,1 1 1,-1 0 0,1 0-1,-1-1 1,1 1 0,-1 0 0,1 0-1,0 1 1,0-1 0,-1 0 0,1 0-1,0 1 1,0-1 0,0 0-1,0 1 1,1-1 0,-1 1 0,0-1-1,1 1 1,-1 0 0,0 1-1,-65 181 676,22-53-202,31-97-378,1-5-16,-16 60 0,28-88-97,0 0-1,0 0 0,0-1 0,-1 1 1,1 0-1,0 0 0,0 0 0,0-1 0,0 1 1,0 0-1,1 0 0,-1-1 0,0 1 0,0 0 1,0 0-1,1 1 0,-1-2-13,1 0-1,-1 0 0,0 0 1,0 1-1,1-1 1,-1 0-1,0 0 1,1 0-1,-1 0 0,0 0 1,0 0-1,1 0 1,-1 0-1,0 0 1,1 0-1,-1 0 1,0 0-1,1 0 0,-1 0 1,0 0-1,0 0 1,1 0-1,-1 0 1,0 0-1,0 0 0,1-1 1,0 1-1,1-1-60,0-1 0,0 1 0,0-1 0,0 1 0,0-1 0,0 0 1,-1 1-1,3-4 0,6-13-513,0 0 0,-2-1 0,0 0 0,-1 0 0,0-1 0,4-27 0,8-24-870,-4 21-899,10-69 0,-6 30 10038,-17 97-6426,2 80 479,5 0-1,35 157 0,-41-228-1613,1 0 0,0 0 0,2-1 0,0 1 0,1-1 0,16 28 0,-20-43-167,-3-1-139,1-5-1012,0 0 529,-1 0-1,1-1 0,-2 1 1,1 0-1,0 0 1,-1 0-1,0 0 0,0 0 1,-1 0-1,1 0 1,-1 0-1,0 0 1,0 0-1,-1 1 0,-4-8 1,-13-7-3473</inkml:trace>
</inkml:ink>
</file>

<file path=ppt/ink/ink3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2:11:49.164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1 1 6739,'0'0'6867,"144"0"-6675,-111 0-192,-6 0-368,-7 0-1441</inkml:trace>
</inkml:ink>
</file>

<file path=ppt/ink/ink3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2:11:49.582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113 8 6003,'0'0'6176,"7"-1"-5680,10-2-346,0 1-1,1 1 0,-1 1 1,21 2-1,-36-2-107,0 1 1,0 0-1,0 0 0,0 0 1,0 0-1,-1 0 0,1 0 0,0 0 1,0 1-1,-1-1 0,1 1 1,-1-1-1,1 1 0,-1 0 1,0 0-1,1-1 0,-1 1 0,0 0 1,0 0-1,0 0 0,-1 0 1,1 0-1,0 0 0,-1 1 0,1 1 1,0 1 68,0 0 0,-1 0 1,1 0-1,-1 0 0,0 0 0,-1 0 1,1 0-1,-1 0 0,0-1 1,-2 10-1,0-9-42,0 1-1,0-1 1,0 0 0,-1 0 0,1 0 0,-1 0-1,0-1 1,-5 5 0,-42 31 138,31-25-121,-122 84-126,141-99 27,1 0-1,-1 1 0,1-1 1,-1 0-1,0 1 0,1-1 1,-1 1-1,1-1 0,-1 1 1,1-1-1,-1 1 0,1-1 1,-1 1-1,1-1 0,0 1 1,-1 0-1,1-1 0,0 1 0,0 0 1,-1-1-1,1 1 0,0 0 1,0-1-1,0 1 0,0 1 1,0-2 4,0 1 0,1 0 0,-1-1 0,1 1 0,0-1 1,-1 1-1,1 0 0,-1-1 0,1 0 0,0 1 0,-1-1 1,1 1-1,0-1 0,0 0 0,-1 1 0,1-1 0,0 0 0,1 0 1,45 6 5,-41-6 28,157 2 270,-92-3-3165,-60-1-1769</inkml:trace>
</inkml:ink>
</file>

<file path=ppt/ink/ink3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2:11:50.108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27 3 3009,'0'0'6438,"-3"0"-5622,-21-3 4816,27 3-5152,265 0 258,-91 0-4773,-136 3-548,-15 9-3256</inkml:trace>
</inkml:ink>
</file>

<file path=ppt/ink/ink3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2:11:50.998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201 1 1953,'0'0'9113,"0"6"-8160,-2 2-802,0 1 0,0-1 0,-1 1 0,0-1 1,0 0-1,-1 0 0,-9 14 0,-3 8 51,-116 301 1567,127-319-1681,1 0-1,1 0 1,0 1-1,1-1 1,-2 23 0,4-34-227,0-12-1777,2-10 847,1 0 0,1 0 0,1 0 0,1 0-1,1 1 1,10-21 0,3-13-984,-4 10 401,1-6-669</inkml:trace>
</inkml:ink>
</file>

<file path=ppt/ink/ink3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2:11:51.371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31 1 4386</inkml:trace>
  <inkml:trace contextRef="#ctx0" brushRef="#br0" timeOffset="1">31 1 4386,'-30'33'8932,"30"-27"-8730,1-1-1,0 1 1,1-1 0,-1 1-1,1-1 1,1 1-1,2 4 1,6 17 39,5 34-105,-2 0 0,-2 0 0,-3 1 1,0 122-1,-17-184-3502,6-1 2922,-1 1 0,1-1 0,-1 0 1,1 0-1,-1 0 0,1 0 0,0 0 1,-1-1-1,1 1 0,0-1 0,0 1 0,0-1 1,0 0-1,0 0 0,-2-3 0,-13-13-4846</inkml:trace>
</inkml:ink>
</file>

<file path=ppt/ink/ink3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2:11:51.727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1 19 6531,'0'0'9108,"177"0"-8820,-141 0-144,-2-6-144,-7 0-1088,-11 0-737</inkml:trace>
</inkml:ink>
</file>

<file path=ppt/ink/ink3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2:11:52.271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1 25 3954,'0'0'4626,"3"-16"-2124,3 14-2334,0 0-1,1 1 1,-1-1-1,1 1 1,-1 1-1,0-1 1,14 2-1,-11-1-93,-8 0-57,-1 0-1,1 0 1,-1 0-1,1 0 0,-1 1 1,1-1-1,-1 0 1,1 1-1,-1-1 0,1 0 1,-1 1-1,1-1 1,-1 0-1,0 1 0,1-1 1,-1 1-1,1-1 1,-1 1-1,0-1 0,0 1 1,1-1-1,-1 1 1,0-1-1,0 1 0,0-1 1,1 1-1,-1 0 1,0-1-1,0 1 0,0-1 1,0 1-1,0 0 1,0 25 622,0-18-288,0-5-270,-1 1 1,1-1-1,-1 0 1,1 0-1,-1 0 1,0 0-1,0 0 1,0 0-1,0 0 1,-1 0-1,1 0 1,-1 0-1,-3 4 1,-11 20 105,16-27-226,1 1-1,-1-1 1,0 0 0,0 1-1,0-1 1,0 1-1,1-1 1,-1 0-1,0 1 1,0-1-1,1 0 1,-1 0-1,0 1 1,0-1-1,1 0 1,-1 0-1,0 1 1,1-1 0,-1 0-1,0 0 1,1 0-1,-1 1 1,1-1-1,-1 0 1,0 0-1,1 0 1,-1 0-1,1 0 1,-1 0-1,0 0 1,1 0-1,-1 0 1,1 0 0,-1 0-1,1 0 1,24 1-386,-16-1 347,-3 1 85,1 0 1,-1 1-1,0-1 1,0 1 0,1 1-1,-2-1 1,1 1-1,0 0 1,0 0-1,-1 1 1,0 0 0,0 0-1,0 0 1,0 0-1,-1 1 1,1 0-1,-1 0 1,0 0-1,-1 0 1,1 1 0,-1-1-1,0 1 1,0 0-1,-1 0 1,0 0-1,0 0 1,0 1-1,-1-1 1,1 8 0,-2-10 51,1 0 0,-1 1 0,0-1 0,-1 0 1,1 0-1,-1 0 0,1 1 0,-1-1 0,-1 0 1,1 0-1,-3 5 0,2-6-39,0-1 1,0 1-1,0-1 1,-1 1-1,1-1 0,-1 0 1,1 0-1,-1 0 1,0 0-1,0-1 0,0 1 1,0-1-1,0 1 1,-6 1-1,-11 2-353,-1 1 0,0-2 0,0-1 0,0-1 0,-41 0 0,62-33-10664</inkml:trace>
</inkml:ink>
</file>

<file path=ppt/ink/ink3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2:11:52.645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1 12 4066,'0'0'11013,"184"-12"-10485,-121 12-96,4 12-31,-7-3-401,-10-3-193,-6-3-1199,-14-3-1650,-10 0-5313</inkml:trace>
</inkml:ink>
</file>

<file path=ppt/ink/ink3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2:11:57.013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1 1 1185,'0'0'11909,"0"7"-11912,2 40 331,14 78 1,-8-75 235,2 57 0,-10 56-252,0-161-368,3 21-12,-3-23-61,1 1 0,-1-1 0,1 1 0,-1 0 0,0-1 0,1 1 0,0-1 0,-1 1 0,1-1 0,-1 0 0,1 1 0,0-1 0,-1 1 0,1-1 0,-1 0 0,1 0 0,0 1 0,0-1 0,-1 0 0,1 0 0,0 0 0,-1 0 0,1 0 0,0 0 0,0 0 0,1 0 0</inkml:trace>
</inkml:ink>
</file>

<file path=ppt/ink/ink3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2:11:57.637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48 1 5763,'0'0'6707,"-7"177"-6083,7-119 48,0-1-480,0-3-160,0-6-32,0-6-192,-10-6-1104,-4-9-2338,-2 0-3233</inkml:trace>
</inkml:ink>
</file>

<file path=ppt/ink/ink3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2:11:58.120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0 0 4626,'0'0'7748,"20"36"-6676,-13 0-255,-4 12 191,0 4-336,-3 5-384,0-3 1,0-12-209,0-6-80,0-12-401,0-9-1231</inkml:trace>
</inkml:ink>
</file>

<file path=ppt/ink/ink3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2:11:58.896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0 1 6051,'0'0'4450,"0"210"-2673,0-149-833,0-4-592,0-9-272,0-9-80,7-9-16,6-9-1056,4-12-3138</inkml:trace>
</inkml:ink>
</file>

<file path=ppt/ink/ink3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2:12:00.078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186 37 4946,'0'0'5886,"-5"-3"-5294,1 1-472,2 1-86,1 1-1,-1-1 0,1 0 0,-1 0 1,1 1-1,-1-1 0,1 0 0,-1 0 0,1-1 1,0 1-1,0 0 0,0 0 0,0 0 1,-2-2-1,2 2 40,-1 0 1,0 0-1,0 1 0,0-1 1,0 1-1,0 0 1,0-1-1,0 1 0,0 0 1,0 0-1,0 0 0,0 0 1,-2 1-1,-3 0 79,4-1-111,0 0 0,0 0 0,0 1 0,0-1 0,0 1 0,0 0 0,0 0 0,0 0 0,0 0 0,1 0-1,-1 1 1,0 0 0,1-1 0,-1 1 0,-1 2 0,-1 0 21,1 1 0,0 0-1,0-1 1,1 1 0,-1 1-1,1-1 1,-2 7 0,-2 4 137,1 1 0,1 0 0,0 0 1,-2 24-1,0 26 459,5 124-1,3-101-72,-1-82-514,0-1 1,1 1-1,0-1 1,0 0-1,0 1 1,1-1-1,0 0 1,4 8 0,-5-13-51,0 1 1,0-1 0,1 1-1,0-1 1,-1 0 0,1 0 0,0 0-1,0 0 1,0 0 0,0-1 0,0 1-1,1 0 1,-1-1 0,0 0-1,1 1 1,-1-1 0,1 0 0,0 0-1,-1-1 1,1 1 0,0 0 0,-1-1-1,1 0 1,3 1 0,1-1 19,-1-1 0,1 1 0,0-1 0,0 0 0,-1-1 1,1 1-1,-1-1 0,0-1 0,1 1 0,-1-1 0,0 0 0,0 0 0,-1-1 0,1 0 1,-1 0-1,0 0 0,0-1 0,6-6 0,5-7-204,-2-1-1,0-1 1,20-37 0,-24 38-106,0 0 1,-1-1-1,-1 0 0,-1-1 1,-1 1-1,-1-1 0,0-1 1,-2 1-1,1-23 0,-3 25-56,0-3 14,-3-39 0,1 55 314,0 0-1,0 0 1,0 0 0,-1 0-1,0 1 1,0-1 0,-1 0-1,1 1 1,-1 0 0,-1 0 0,-3-6-1,-5-2 69,0 1 0,-1 1 0,0 0 0,-23-14 0,36 25-95,-1 0 1,1 0-1,0-1 0,-1 1 1,1 0-1,0 0 0,0 0 0,-1 0 1,1 0-1,0 0 0,-1 0 1,1 0-1,0 0 0,-1 0 1,1 0-1,0 0 0,-1 0 1,1 0-1,0 0 0,-1 0 0,1 0 1,0 1-1,-1-1 0,1 0 1,0 0-1,0 0 0,-1 0 1,1 1-1,0-1 0,0 0 0,-1 0 1,1 1-1,0-1 0,0 0 1,0 0-1,-1 1 0,1-1 1,0 0-1,0 0 0,0 1 1,0-1-1,0 0 0,0 1 0,-1-1 1,1 0-1,0 1 0,0-1 1,0 0-1,0 1 0,0-1 1,0 0-1,0 1 0,1-1 0,-1 0 1,0 1-1,0-1 0,0 1 1,0 1-308,-4 28-2699,-2 8-1071</inkml:trace>
</inkml:ink>
</file>

<file path=ppt/ink/ink3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2:12:00.792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162 124 6115,'0'0'6501,"-18"0"-4793,15 0-1650,1 1 1,-1 0-1,1 0 1,-1 0-1,1 0 1,0 0-1,-1 1 1,1-1-1,0 1 1,0-1-1,0 1 1,0 0-1,0 0 1,1 0-1,-1 0 1,-1 2-1,-28 41 194,30-43-247,-10 17 196,1 1 0,1 0-1,1 1 1,1 0 0,0 0 0,2 0-1,-5 37 1,6-9 329,1 0 0,6 67 0,-3-111-495,0 0-1,1 0 1,0 0-1,0 0 1,0 0-1,0 0 1,1 0-1,0-1 1,0 1-1,0 0 1,1-1-1,-1 0 1,1 0-1,0 0 1,4 5-1,-4-7-26,0 1-1,1-1 0,-1 0 0,0 0 1,1 0-1,-1-1 0,1 1 0,-1-1 1,1 0-1,0 0 0,0 0 0,0 0 1,-1 0-1,1-1 0,0 0 0,0 0 1,0 0-1,0 0 0,0-1 0,5-1 1,-4 1 7,1 0 1,-1-1 0,0 0 0,-1 0 0,1 0-1,0-1 1,-1 1 0,1-1 0,-1 0 0,6-6 0,1-1-47,-1-1 1,14-19-1,-2 0-601,-2-2-1,-1-1 1,-1 0-1,-2-1 1,-1-1-1,20-71 1,-26 68-1590,-2-1 1,-1 1 0,1-71 0,-7 88 1958,1 13 273,-1 1 0,0 0-1,0-1 1,-1 1 0,-1-9 0,1 14 58,1 1 1,-1-1 0,1 1-1,-1 0 1,0-1 0,1 1-1,-1 0 1,0-1 0,0 1-1,0 0 1,0 0 0,0 0 0,0 0-1,-1 0 1,1 0 0,0 0-1,0 0 1,-1 0 0,1 1-1,0-1 1,-1 0 0,1 1 0,-1-1-1,1 1 1,-1 0 0,1-1-1,-1 1 1,1 0 0,-3 0-1,-1-1 264,-1 1 0,1 0 0,-1 1-1,1-1 1,-1 1 0,1 0 0,0 0 0,-1 1-1,1-1 1,-9 5 0,6-1-46,1 0 0,-1 0 0,1 1 0,0 0 0,-11 12-1,4-2-211,-9 7 728,-29 41 1,46-56-1136,1-1 1,1 1-1,-1 1 1,1-1-1,0 1 1,1-1-1,0 1 1,1 0-1,-1 0 0,0 11 1,0 1-4113</inkml:trace>
</inkml:ink>
</file>

<file path=ppt/ink/ink3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2:12:01.527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205 27 3698,'0'0'7526,"0"-3"-6648,0-11-225,-1 13-599,1 1-1,-1 0 1,0-1-1,1 1 1,-1-1-1,1 1 0,-1 0 1,0 0-1,1-1 1,-1 1-1,1 0 1,-1 0-1,0 0 1,1 0-1,-1-1 1,0 1-1,0 0 1,1 0-1,-1 1 1,0-1-1,1 0 0,-1 0 1,0 0-1,0 0 59,-4 0 20,0-1 0,0 1-1,0 0 1,0 1 0,0-1-1,0 1 1,0 0 0,0 0-1,1 1 1,-1-1 0,0 1-1,1 0 1,-1 0 0,1 1-1,0-1 1,-7 6 0,2 0-37,1 0 1,0 0 0,0 1-1,1 0 1,0 1-1,1-1 1,0 1 0,0 1-1,1-1 1,0 1 0,1 0-1,1 0 1,-5 21-1,3 0 313,1 1 0,2 0-1,3 53 1,-1-83-382,1 1-1,-1-1 0,1 1 1,-1-1-1,1 1 0,0-1 1,0 0-1,1 1 1,-1-1-1,1 0 0,-1 0 1,1 0-1,0 0 0,0 0 1,1 0-1,4 4 1,-3-4-2,0 0 0,0 0 1,0 0-1,1-1 0,-1 1 1,1-1-1,0-1 0,0 1 1,0-1-1,9 2 1,-5-1-10,-1-2 1,0 1-1,1-1 1,-1 0 0,0-1-1,1 0 1,-1-1 0,0 1-1,0-1 1,0-1-1,0 0 1,0 0 0,-1 0-1,13-8 1,-9 2-213,0 0 0,0-1 0,-1 0 1,-1-1-1,1 0 0,-2 0 0,1-1 0,-2 0 0,1 0 0,-2-1 0,0 0 1,0 0-1,-1-1 0,-1 0 0,0 0 0,-1 0 0,-1 0 0,1-16 1,-2 16-307,0 0 1,-2 0 0,0-1-1,0 1 1,-7-27 0,6 37 491,1 1-1,-1-1 1,1 0 0,-1 0-1,0 1 1,-1-1-1,1 1 1,-1 0 0,1-1-1,-1 1 1,0 0 0,0 1-1,0-1 1,0 0 0,-1 1-1,1 0 1,-1 0 0,0 0-1,1 0 1,-1 1-1,0-1 1,0 1 0,0 0-1,-7-1 1,-4 0 433,-1 1-1,1 0 1,0 1-1,-23 3 1,33 0-871</inkml:trace>
</inkml:ink>
</file>

<file path=ppt/ink/ink3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2:12:02.248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180 13 4002,'0'0'6867,"0"-1"-6684,0 1 1,0-1-1,-5-5 2567,5 6-2567,0-1 0,-1 1 1,-4 0-69,1 1 0,0 0 1,0 0-1,0 1 1,0-1-1,0 1 0,1 0 1,-1 0-1,0 0 0,1 1 1,-1-1-1,1 1 0,0 0 1,0 0-1,0 0 0,0 0 1,1 0-1,-5 8 1,-5 7-3,0 1 1,-10 24 0,22-43-107,-10 24 174,1-1 1,1 2 0,1-1 0,1 1 0,-5 40 0,7-9 562,2 80 0,2-131-701,1 0 0,-1 0 0,1-1-1,0 1 1,0 0 0,0-1-1,0 1 1,1 0 0,0-1 0,0 1-1,3 4 1,-3-6-30,1 0 0,-1-1 0,1 1 0,-1-1 0,1 0 0,0 0 0,-1 0 0,1 0 0,0 0 0,1-1 0,-1 1 0,0-1 0,0 0 0,1 0 0,-1 0 0,6 1 0,-2-1 3,0 0 0,0 0 0,1-1 0,-1 0-1,0 0 1,0-1 0,0 0 0,0 0 0,0-1 0,0 1 0,0-1 0,0-1 0,-1 0-1,1 0 1,6-4 0,-3 0-51,0-1-1,-1 0 0,1 0 1,-2-1-1,1 0 0,-1 0 1,-1-1-1,8-12 0,-3 1-298,0-1-1,0 0 1,-2 0-1,-1-1 1,-1 0-1,8-38 1,-10 23-760,-1 1 0,-1 0 0,-4-62 0,0 95 1068,0 0 0,0-1 0,-1 1 0,1 0 0,-1 0 0,0 0 1,-1 0-1,1 0 0,-1 0 0,1 0 0,-1 1 0,0-1 0,-1 0 1,-2-3-1,2 4 161,0 1 1,1 0 0,-1 0-1,0 0 1,0 0 0,0 0-1,0 1 1,-1-1 0,1 1-1,0 0 1,-1 0 0,1 0 0,-1 1-1,1-1 1,-1 1 0,1 0-1,-6 0 1,5 1-55,-1 0 0,0 0 1,1 0-1,0 1 0,-1 0 0,1 0 0,0 0 1,0 0-1,0 1 0,0 0 0,0 0 0,1 0 1,-1 0-1,1 0 0,0 1 0,0-1 0,-4 7 1,1-2-274,0 0 1,1 1 0,-1 0-1,2 0 1,-1 1-1,1-1 1,-3 15 0,5-3-2451,2-3-2405</inkml:trace>
</inkml:ink>
</file>

<file path=ppt/ink/ink3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2:12:03.119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7 7 8468,'0'0'4946,"-3"-6"-4562,3 9 417,0 30-145,0 15 176,0 18-47,0 12-449,0 12-208,0 1-128,0-4-192,0-12-2129,-3-24-3922</inkml:trace>
</inkml:ink>
</file>

<file path=ppt/ink/ink3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2:12:03.509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7 0 5843,'0'0'7427,"11"42"-6450,-11-2 79,0 2-512,0 9 49,0 0-561,0-3-32,-7-9-113,3-9-1455,-2-18-2498</inkml:trace>
</inkml:ink>
</file>

<file path=ppt/ink/ink3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2:12:03.943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64 1 6067,'0'0'7347,"-13"117"-6867,13-78 177,-3 3-449,-4 3-128,0 3-80,-3 0-32,4-5-641,-1-10-1279,-3-6-2530</inkml:trace>
</inkml:ink>
</file>

<file path=ppt/ink/ink3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2:12:04.676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58 0 6467,'0'0'6275,"-17"154"-5539,10-103-96,1 9-159,2-6-97,-2-3-224,-1-6-128,4-9-64,-1-6-720,4-12-1329,-3-6-3090</inkml:trace>
</inkml:ink>
</file>

<file path=ppt/ink/ink3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2:12:06.153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228 1 5539,'0'0'3863,"-12"0"-2964,-77 0 1913,86 0-2756,0 1-1,0-1 1,0 1 0,1 0 0,-1 0 0,0 0 0,0 1-1,1-1 1,-1 0 0,1 1 0,-1 0 0,1 0 0,-1 0 0,1 0-1,0 0 1,0 0 0,0 0 0,0 1 0,1-1 0,-1 1 0,-2 4-1,-3 7 91,1-1 0,0 1-1,-4 14 1,0 7 204,1 1 0,-8 68 0,10 73 1121,7-170-1379,0 0-1,0 0 1,1 1 0,0-1-1,0 0 1,1 0-1,0 0 1,0-1-1,1 1 1,3 6-1,-4-9-59,0-1 1,0 0-1,1-1 0,-1 1 0,1 0 0,0-1 0,0 1 0,0-1 0,0 0 0,0 0 0,0 0 0,1 0 0,-1-1 1,1 0-1,-1 1 0,1-1 0,-1 0 0,1-1 0,0 1 0,5 0 0,-2 0-13,-1-1-1,1 1 1,-1-1-1,0-1 1,1 1-1,-1-1 1,1 0 0,-1 0-1,0-1 1,0 0-1,0 0 1,0 0-1,0-1 1,0 0 0,0 0-1,-1-1 1,0 1-1,0-1 1,0 0-1,0-1 1,0 1-1,-1-1 1,7-8 0,3-6-309,0 0 0,-1-2 1,-1 1-1,-1-2 1,-1 1-1,0-1 1,-2-1-1,-1 0 1,0 0-1,-2 0 0,-1-1 1,2-32-1,-6 46 186,1-6 92,0 0 0,-2 1-1,0-1 1,0 1 0,-6-21 0,6 32 56,0 1 0,0 0 0,0 0-1,-1-1 1,1 1 0,-1 0 0,0 1 0,0-1 0,0 0 0,0 0 0,0 1 0,-1-1 0,1 1 0,-1 0 0,0 0 0,1 0 0,-1 0 0,0 0 0,0 1-1,0-1 1,0 1 0,-1 0 0,1 0 0,0 0 0,-1 0 0,1 1 0,0-1 0,-1 1 0,1 0 0,-5 0 0,7 0-32,-13 0 199,-1 0 0,-27 5 0,38-4-207,1 0-1,-1 0 1,0 0-1,0 1 1,1-1-1,-1 1 1,1 0-1,-1 0 1,1 0-1,0 0 1,0 1-1,0 0 1,0-1-1,0 1 1,-4 5-1,6-6-169,0 1 0,0-1-1,-1 1 1,2-1 0,-1 1-1,0 0 1,0-1 0,1 1-1,-1 0 1,1-1 0,0 1 0,0 4-1,-1 12-2035,-2 12-2563</inkml:trace>
</inkml:ink>
</file>

<file path=ppt/ink/ink3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2:12:06.962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72 304 2273,'0'0'5741,"5"-15"-5095,1-3-498,1-1 508,-1-1 0,7-40 0,-13 19 328,0 25 2591,-3 16-3510,0 1 1,0-1-1,-1 1 1,1 0-1,0 0 0,0 0 1,0 1-1,1-1 0,-1 1 1,0-1-1,0 1 1,1 0-1,-1 0 0,1 0 1,0 1-1,-1-1 0,1 1 1,0-1-1,1 1 1,-1-1-1,-2 5 0,-2 5 38,0 0-1,0 0 0,2 0 1,-5 14-1,3 6 256,0 2 0,2-1-1,2 0 1,2 60 0,1-38 6,-1-50-324,0 1-1,0 0 0,1 0 0,0-1 1,0 1-1,0-1 0,0 1 1,1-1-1,0 1 0,0-1 1,1 0-1,4 7 0,-5-9-30,1 0 0,0 0 1,0 0-1,0 0 0,0-1 0,1 1 0,-1-1 0,1 0 0,0 0 0,-1 0 0,1 0 1,0-1-1,0 0 0,0 1 0,0-1 0,0-1 0,8 1 0,-7 0 11,0-1 0,1 0-1,-1 0 1,0 0-1,1-1 1,-1 0 0,0 0-1,0 0 1,0-1 0,0 0-1,0 0 1,9-4 0,-7 1-29,0 0 1,0 0-1,0-1 1,-1 0-1,0 0 1,0 0 0,6-10-1,1-2-217,-2-1 0,0-1 0,-1 0 0,-1 0 0,7-26 0,-8 18-209,-1-1 0,-1 0 0,-2 0 0,-1 0 0,-1-1 0,-1 1 1,-5-43-1,3 64 418,0 1 0,-1-1 1,0 1-1,0-1 0,-1 1 0,1 0 1,-1 0-1,-1 0 0,0 1 0,-8-13 1,9 15 71,0 1 1,0-1 0,-1 1 0,1-1-1,-1 1 1,0 1 0,0-1 0,0 0-1,0 1 1,0 0 0,0 0 0,-1 0 0,1 0-1,-1 1 1,1 0 0,-1 0 0,0 0-1,1 0 1,-6 0 0,5 2-12,1 0 0,0-1 1,0 1-1,0 1 0,-1-1 0,1 1 1,0-1-1,1 1 0,-1 0 0,0 1 0,0-1 1,1 1-1,0-1 0,-1 1 0,1 0 1,0 0-1,-2 4 0,-8 9 125,0 0 0,-12 24 1,23-36-167,-7 10-150,1 0 1,1 1-1,1-1 0,0 2 0,0-1 1,2 0-1,0 1 0,1 0 1,-2 17-1,2 3-2052,3 0-1690</inkml:trace>
</inkml:ink>
</file>

<file path=ppt/ink/ink3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2:12:07.646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76 26 6963,'0'0'6344,"0"-3"-5829,0 3-465,1-1-1,-1 0 0,0 1 0,0-1 1,0 1-1,0-1 0,0 0 1,0 1-1,-1-1 0,1 1 1,0-1-1,0 1 0,0-1 0,0 0 1,-1 1-1,1-1 0,0 1 1,-1-1-1,1 1 0,0-1 0,-1 1 1,1 0-1,-1-1 0,1 1 1,0-1-1,-1 1 0,1 0 0,-1-1 1,1 1-1,-1 0 0,0-1 1,1 1-1,-1 0 0,1 0 0,-1 0 1,1 0-1,-1-1 0,0 1 1,1 0-1,-1 0 0,1 0 0,-1 0 1,0 0-1,1 0 0,-1 1 1,1-1-1,-1 0 0,1 0 0,-1 0 1,0 0-1,1 1 0,-1-1 1,1 0-1,-1 1 0,1-1 0,-1 0 1,1 1-1,-1 0 0,-3 3-14,1 1 0,-1 0-1,1-1 1,0 2 0,0-1 0,1 0-1,0 0 1,0 1 0,0-1 0,1 1-1,-1 0 1,0 6 0,1-8-9,-6 33 453,2 0 0,-1 58 0,9 79 536,-2-163-954,0 0 0,0-1 0,2 1 1,-1 0-1,1-1 0,1 0 0,0 1 0,10 17 1,-13-25-53,1 0 0,0 0 1,0 0-1,0-1 0,0 1 1,0-1-1,1 1 1,-1-1-1,1 0 0,-1 0 1,1 0-1,0 0 0,0 0 1,0-1-1,0 1 1,0-1-1,0 0 0,0 0 1,1 0-1,-1 0 1,0-1-1,1 1 0,-1-1 1,0 0-1,1 0 0,-1 0 1,0 0-1,1-1 1,-1 0-1,0 1 0,1-1 1,-1 0-1,6-3 0,-5 2-4,0 0 0,0-1 0,0 1 0,0-1 0,0 0 0,-1 0 0,1-1 0,-1 1 0,0-1 0,5-5 0,0-5-108,15-28-1,-11 16-329,-1-2-1,-1 0 0,-1 0 1,-2 0-1,0-1 0,-3 0 1,0-1-1,-1-40 0,-2 43 90,-1 9-44,0-1 0,-3-23 0,2 37 369,0 0 0,0 0-1,-1 0 1,0 0 0,1 0 0,-2 0-1,1 1 1,0-1 0,-1 1 0,0 0 0,0-1-1,-6-5 1,7 8 56,1 1 0,-1-1 0,1 1 0,-1 0 0,1 0 0,-1-1 0,0 1 0,0 1-1,0-1 1,0 0 0,0 0 0,0 1 0,0-1 0,0 1 0,0-1 0,0 1 0,0 0 0,0 0 0,0 0 0,0 0 0,0 0 0,0 0 0,0 1 0,0-1-1,0 1 1,0-1 0,0 1 0,-3 1 0,1 1 45,-1 0-1,1-1 1,0 1 0,0 1-1,1-1 1,-1 1 0,1-1-1,0 1 1,0 0-1,-3 5 1,-2 4-71,1 0 1,1 0-1,0 1 1,0 0-1,2 0 0,-5 21 1,6-17-1808,0 1 1,1 28 0,2-25-4398</inkml:trace>
</inkml:ink>
</file>

<file path=ppt/ink/ink3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2:12:08.297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94 54 6739,'0'0'6512,"-2"0"-5946,0 0-500,1 0 0,0 0 0,0 1 0,-1-1 0,1 0 0,0 0 0,0 0 0,0 1-1,-1-1 1,1 1 0,0-1 0,0 1 0,0-1 0,0 1 0,0 0 0,0 0 0,0-1 0,0 1 0,-1 1 0,-13 26 759,12-21-851,-6 17 340,1 1 0,0 0 0,2 1 1,1-1-1,-2 30 0,1 131 1390,6-162-1464,0-9-108,1-1 0,0 1 1,1 0-1,0-1 0,8 25 1,-8-35-113,-1 1 0,1-1 0,0 1 0,0-1 0,1 0 0,-1 0 0,1 0 1,0 0-1,0 0 0,0 0 0,1-1 0,-1 0 0,1 0 0,0 0 0,0 0 1,0 0-1,0-1 0,0 0 0,1 1 0,8 2 0,-8-4-13,-1 0 0,1 0 0,0-1 0,0 1 0,-1-1-1,1 0 1,0-1 0,0 1 0,-1-1 0,1 1 0,0-2-1,-1 1 1,1 0 0,-1-1 0,1 0 0,-1 0 0,0 0-1,0 0 1,0-1 0,0 0 0,0 0 0,5-5 0,2-4-81,-1 0 1,0-1 0,-1 0-1,-1 0 1,11-22-1,-6 8-580,-1-2-1,-1 1 1,-1-1-1,-2-1 0,-1 0 1,-2 0-1,0 0 1,-2-1-1,-2 1 0,-2-36 1,1 58 563,-1 0 0,0 0 1,0 0-1,-1 0 0,0 0 0,0 1 1,-1-1-1,0 0 0,0 1 0,-7-10 1,4 7 375,-1 1-1,0 1 1,-1-1 0,0 1 0,0 1 0,0 0 0,-11-7-1,14 11-96,0 0 0,0 0 0,0 1-1,-1 0 1,1 0 0,-1 0 0,1 1-1,-1 0 1,0 0 0,-5-1 0,-11 1 665,-29 3 0,12-1-423,29-1-3794</inkml:trace>
</inkml:ink>
</file>

<file path=ppt/ink/ink3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2:12:10.672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0 15 2817,'0'0'2823,"12"-4"-1871,44-7 7012,-55 12-7751,4 16 1938,-2 31-3393,-3-30 2078,9 249-498,-8-151-4443,-1-84-1151</inkml:trace>
</inkml:ink>
</file>

<file path=ppt/ink/ink3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2:12:11.061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1 1 7523,'0'0'6740,"36"51"-6100,-29 3-128,-7 12-160,0 9-64,0 1-128,0-7-160,0-9-688,0-18-576,0-12-2210</inkml:trace>
</inkml:ink>
</file>

<file path=ppt/ink/ink3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2:12:11.590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1 1 6547,'0'0'7347,"33"3"-6978,-26 36 287,-4 15-304,-3 9 208,0 3-560,0-6 0,0-12-1024,4-15-1057,-1-14-2609</inkml:trace>
</inkml:ink>
</file>

<file path=ppt/ink/ink3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2:12:12.074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24 0 3906,'0'0'8292,"-16"24"-7556,16 15 80,0 9-303,0 9-81,0-2 32,-4-1-368,1-6-96,3-12-16,0-12-1153</inkml:trace>
</inkml:ink>
</file>

<file path=ppt/ink/ink3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2:12:12.937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4 1 7203,'0'0'8308,"-3"195"-7716,3-120-303,0-6-1,0-14-288,0-10-321,0-12-1551,0-15-3539</inkml:trace>
</inkml:ink>
</file>

<file path=ppt/ink/ink3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2:12:13.764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17 1 7235,'0'0'6243,"7"171"-5827,-7-111-256,0 0-160,0-6-160,-7-5-1793,-9-7-2865</inkml:trace>
</inkml:ink>
</file>

<file path=ppt/ink/ink3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2:12:14.231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10 0 5763,'0'0'9956,"4"18"-9812,-1 30 288,1 19 273,-4 8-353,0 6-336,0 0-16,0-6-864,-4-9-753,-3-14-1713,-3-22-3633</inkml:trace>
</inkml:ink>
</file>

<file path=ppt/ink/ink3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2:12:14.667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1 1 8340,'0'0'7171,"20"12"-6819,-17 21 289,1 15-113,-4 15-160,0 0 16,0 4-384,0-7-352,0-15-432,0-12-1762,0-15-3744</inkml:trace>
</inkml:ink>
</file>

<file path=ppt/ink/ink3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2:12:15.710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154 17 4402,'0'0'5685,"0"-3"-4908,0 2-719,0 1 1,0-1 0,0 1-1,0-1 1,0 1 0,0-1-1,-1 0 1,1 1 0,0-1 0,0 1-1,-1-1 1,1 1 0,0-1-1,-1 1 1,1-1 0,-1 1-1,1 0 1,0-1 0,-1 1 0,1-1-1,-1 1 1,1 0 0,-1 0-1,1-1 1,-1 1 0,1 0-1,-2-1 1,1 1 12,-1 0 0,1-1 0,0 1 1,-1 0-1,1 0 0,-1 0 0,1 0 0,-1 0 0,1 1 0,0-1 1,-1 0-1,1 0 0,0 1 0,-3 0 0,0 2 4,0 0 0,0 0-1,0 0 1,1 0-1,-1 0 1,1 1 0,0 0-1,0-1 1,-3 6 0,-22 40 261,19-30-146,1 0 0,0 1-1,2 0 1,1 0 0,0 1 0,-2 24-1,1 126 1183,6-153-1281,0-3 25,0 1 0,1-1-1,1 0 1,1 0 0,8 28 0,-9-38-84,0 0 0,0 0 1,0 0-1,1-1 0,0 1 1,0-1-1,0 1 1,0-1-1,1 0 0,-1 0 1,1 0-1,0-1 0,0 1 1,1-1-1,-1 0 0,1 0 1,-1 0-1,1-1 0,0 0 1,7 3-1,-5-3-6,1-1 0,-1 1 0,1-1 0,0 0 0,0-1 0,-1 0 0,1 0 0,0-1 0,0 0 0,-1 0 0,1-1 0,9-3 0,-6 1-20,-1-1 0,1 0 0,-1-1 1,0 0-1,0 0 0,-1-1 0,13-12 0,-2-2-471,-1 0 0,-1-1 0,-1 0-1,-2-2 1,27-50 0,-34 56-427,0 0-1,-1 0 0,-2-1 1,1 0-1,-2 0 0,-1 0 1,0-1-1,-1 1 1,-1-1-1,-1 0 0,-3-23 1,2 38 918,0 0 0,0 0 0,0 0 0,0 1 1,-1-1-1,0 1 0,0-1 0,0 1 0,-1-1 0,0 1 1,1 0-1,-1 0 0,-1 0 0,1 1 0,0-1 1,-1 1-1,0 0 0,0 0 0,-8-5 0,7 5 304,-1 0 1,0 1-1,1 0 0,-1 0 1,0 0-1,-1 0 0,1 1 0,0 0 1,0 1-1,0-1 0,-1 1 1,1 0-1,0 1 0,0 0 0,-12 2 1,12-1-158,1 1 0,-1 0 1,1 0-1,0 0 1,-1 1-1,2 0 0,-1 0 1,0 0-1,1 0 1,0 1-1,0 0 0,0-1 1,-3 7-1,-1 1-19,1 0 1,0 0-1,1 1 0,-9 23 0,9 0-1027,5-10-2792,1-6-1100</inkml:trace>
</inkml:ink>
</file>

<file path=ppt/ink/ink3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2:12:16.705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155 46 2961,'0'0'4848,"0"-7"-4507,0-31 2618,-17 38-584,10 0-2088,1-1-75,0 1 1,0 1 0,0-1 0,0 1-1,-7 2 1,10-2-176,1 0 0,-1 0 0,1 0 0,0 0-1,0 1 1,0-1 0,0 1 0,0 0 0,0 0-1,0-1 1,0 1 0,1 0 0,-1 1 0,1-1 0,-2 2-1,-5 12 106,0-1-1,1 1 0,1 0 0,0 1 0,1 0 1,1 0-1,1 0 0,-2 19 0,2 20 394,4 64 1,0-85-255,-1-24-184,1 0 0,0 0 0,1 0 0,0-1 0,1 1 0,0-1 0,5 13 0,-6-19-63,0 0-1,0 0 0,1 0 1,-1 0-1,1-1 1,-1 1-1,1-1 1,0 0-1,0 0 0,1 0 1,-1 0-1,1-1 1,-1 1-1,1-1 1,0 0-1,0 0 0,0 0 1,0-1-1,0 1 1,7 1-1,-4-2-9,-1 0-1,1 0 1,-1-1-1,1 0 1,-1 0-1,1 0 1,-1-1-1,1 0 1,-1 0-1,1-1 1,-1 1-1,0-2 1,0 1-1,0-1 1,7-3-1,-3-1-36,-1 0-1,-1 0 1,1-1 0,-1 0-1,0 0 1,-1-1 0,13-19-1,-11 14-155,0-1-1,-2 0 0,1-1 1,-2 0-1,0 0 0,-1-1 1,3-16-1,-2 0-643,-2-1 0,0-55 0,-4 81 735,0 0 1,-1 0-1,0 0 0,0 0 1,-1 0-1,0 0 1,0 0-1,-1 1 0,0-1 1,0 1-1,-6-9 0,7 13 173,-1-1-1,0 1 1,0-1-1,0 1 1,0 0-1,-1 0 1,1 0-1,-1 1 1,0-1-1,1 1 1,-1 0-1,0 0 1,-1 0-1,1 1 1,0-1-1,0 1 1,-1 0-1,1 0 1,-1 0-1,1 1 1,-8 0-1,-2 0 280,9-1-337,-1 1-1,1 0 1,0 0-1,0 1 1,-1-1-1,1 1 1,0 0-1,0 1 1,-7 2-1,5-2 117,2-1-1183</inkml:trace>
</inkml:ink>
</file>

<file path=ppt/ink/ink3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2:12:18.020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111 22 3986,'0'0'5856,"0"-3"-5128,0-11-136,0 13-515,0 1 0,0 0-1,-1-1 1,1 1-1,0 0 1,0-1-1,-1 1 1,1 0 0,0 0-1,-1 0 1,1-1-1,0 1 1,-1 0-1,1 0 1,-1 0 0,1 0-1,0-1 1,-1 1-1,1 0 1,-1 0-1,1 0 1,0 0 0,-1 0-1,1 0 1,-1 0-1,1 0 1,0 0 0,-1 1-1,-13 1 201,12-1-250,-1 1 0,1-1 0,0 1 0,0 0 0,0 0 0,0 0 0,1 0 0,-1 0 0,1 0 0,-1 1 0,1-1 0,-1 1 0,-1 4 0,-13 41 485,13-36-389,-8 27 236,3 0 0,-8 78 0,11 81 1014,5-193-1349,0 1 1,0-1 0,1 0 0,-1 0 0,1 0 0,0 0 0,0 0 0,1 0 0,0 0 0,0-1 0,0 1 0,4 6 0,-4-8-20,0-1-1,1 1 1,0-1-1,-1 0 0,1 0 1,0 0-1,0 0 0,0 0 1,0 0-1,1-1 1,-1 0-1,0 1 0,1-1 1,-1 0-1,1-1 1,-1 1-1,1-1 0,5 1 1,5 0 78,0-1 0,26-2 0,-34 2-75,-1-1 0,1-1 0,0 1 0,-1-1 0,0 0-1,1 0 1,-1-1 0,0 0 0,10-6 0,-3-1-239,0 0 0,0-1-1,-1-1 1,-1 0 0,0 0 0,0-1 0,-1 0 0,-1-1 0,0 0 0,-1 0-1,-1-1 1,0 0 0,0 0 0,-2 0 0,0 0 0,-1-1 0,0 0 0,0-22-1,-3 31 241,0 0 0,0 0 0,0 0 0,-1 0 0,0 0 0,0 0 0,-1 0 0,0 0 0,0 1 0,-1-1 0,0 1 0,0-1 0,0 1 0,-1 0 0,0 0-1,0 0 1,0 1 0,-1 0 0,-7-7 0,1 1 122,-2-3-42,-1 2 0,0-1 0,0 2 0,-19-12 1,32 22-219,-9-2-53,7 24-7887</inkml:trace>
</inkml:ink>
</file>

<file path=ppt/ink/ink3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2:12:18.921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136 96 1345,'0'0'10669,"-18"0"-9095,14 0-1495,-1 0 1,0 0-1,0 1 1,0 0-1,1-1 1,-1 1 0,0 1-1,1-1 1,-6 3-1,6-2-30,1 0 0,0 1 0,0-1-1,0 1 1,1-1 0,-1 1 0,1 0 0,-1 0-1,1 0 1,0 0 0,0 1 0,-2 4 0,-1 3 105,0 0 0,1 0 0,1 1 1,0-1-1,0 1 0,-1 19 1,3 73 546,2-58-562,-2-8 56,0-9 137,3 36 0,-2-58-293,1 0 0,1 0 1,-1 0-1,1 0 0,0 0 1,0 0-1,1 0 1,0-1-1,0 1 0,6 7 1,-6-11-31,0 0 1,0-1 0,0 1-1,0-1 1,0 1 0,1-1-1,-1 0 1,1 0 0,0 0 0,0-1-1,-1 1 1,1-1 0,0 0-1,0 0 1,0-1 0,0 1-1,0-1 1,5 0 0,-2 1 3,0-2 0,0 1 1,-1-1-1,1 0 0,0 0 1,-1-1-1,1 0 0,-1 0 1,1-1-1,8-4 0,-3-1-53,-1-1-1,0 0 0,-1 0 0,0-1 0,0 0 0,-1-1 0,-1 0 0,9-14 0,0-3-488,-1-2 0,17-40 0,-27 53 232,0 1 0,0-1 1,-2 0-1,0 0 0,-1-1 0,-1 1 0,1-25 1,-3 37 256,0-16-74,-1 1 0,-5-38 0,4 51 173,1 1 1,-2-1-1,1 1 1,-1-1-1,0 1 1,0 0-1,0 0 1,-1 0-1,0 0 1,-1 0 0,1 1-1,-6-5 1,5 5-12,1 1-1,-1 0 1,0 0 0,-1 1 0,1 0 0,-1-1 0,1 2 0,-1-1 0,0 1 0,0 0 0,0 0 0,0 0-1,0 1 1,-1 0 0,1 0 0,0 1 0,-1 0 0,1 0 0,0 0 0,-1 1 0,-11 2 0,16-2-117,-1 0 1,1 1-1,-1-1 1,1 1-1,-1-1 1,1 1-1,0 0 1,0-1-1,0 1 1,0 0-1,0 1 1,0-1-1,1 0 1,-1 0-1,1 1 1,-1-1-1,-1 5 1,0 1-719,0 0 1,0 1-1,1-1 1,-2 12-1,0 11-3017</inkml:trace>
</inkml:ink>
</file>

<file path=ppt/ink/ink3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2:12:19.732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208 4 4386,'0'0'5795,"-7"1"-5408,1 0-211,-1 0 0,1 1 0,0-1 1,0 2-1,-1-1 0,1 1 1,1 0-1,-1 0 0,0 0 1,-9 8-1,4 0 63,0 1-1,1 0 0,1 0 1,0 1-1,0 0 1,1 1-1,1 0 1,0 0-1,1 1 1,1-1-1,0 1 1,-5 29-1,2 7 283,3 0 1,1 95-1,4-125-351,0-18-157,0 0-1,0 0 0,0 0 1,0-1-1,1 1 1,-1 0-1,1-1 0,0 1 1,0 0-1,0-1 1,0 1-1,2 3 0,-2-4-2,1-1-1,-1 0 0,1 1 0,0-1 1,-1 0-1,1 0 0,0 0 1,0 0-1,-1 0 0,1 0 0,0 0 1,0-1-1,0 1 0,0-1 1,0 1-1,0-1 0,3 0 0,1 1 6,-1-1 0,1 0 0,-1 0-1,0 0 1,1-1 0,-1 0-1,1 0 1,-1 0 0,0 0 0,0-1-1,0 0 1,0 0 0,0-1-1,5-2 1,-1-2-26,0-1 0,0 1 0,0-2 0,-1 1 0,10-16 0,-5 7-298,0-1 0,-2 0 0,0-1 0,-1 0 0,-1-1 0,-1 0-1,-1-1 1,0 1 0,-2-1 0,0-1 0,-2 1 0,0 0 0,-1-40 0,-2 52 295,1-2 74,-1-1 0,-1 1 0,0-1 0,-5-21 0,5 29-41,-1 0-1,0 0 1,0 1 0,0-1-1,0 0 1,0 1 0,0-1-1,-1 1 1,0 0-1,0 0 1,0 0 0,0 0-1,0 1 1,-1-1 0,1 1-1,-1 0 1,-5-3-1,2 2-563,0 0 0,-1 0-1,1 1 1,0 0-1,-1 0 1,1 1-1,-1 0 1,-13 0 0</inkml:trace>
</inkml:ink>
</file>

<file path=ppt/ink/ink3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2:12:20.586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174 1 6339,'0'0'4997,"-3"0"-4314,0 0-577,1 1 0,0-1 0,-1 1 1,1 0-1,0-1 0,-1 1 0,1 0 1,0 1-1,0-1 0,0 0 0,0 0 0,0 1 1,0 0-1,0-1 0,1 1 0,-1 0 1,0 0-1,-1 3 0,-36 48 742,29-38-593,0 0-109,0 1-1,2 0 0,0 0 1,1 1-1,0 0 1,1 0-1,-6 35 0,6-10 225,2 0 0,1 53 0,3-88-309,1 1-1,-1 0 0,1 0 1,1 0-1,-1-1 1,1 1-1,1-1 0,0 1 1,-1-1-1,2 0 1,4 8-1,-5-11-33,0 0 0,0 0 0,0-1 0,1 1 0,-1-1 0,1 1 0,0-1 0,0 0 0,0-1 0,0 1 0,0-1 0,1 1 0,-1-1 0,1-1 0,0 1 0,-1-1 0,1 0 0,8 1 0,-5 0 7,0-2-1,0 1 1,0-1 0,0 0-1,0-1 1,0 0-1,0 0 1,0-1 0,8-2-1,-10 1-53,0 0 0,0 0 0,0 0-1,0-1 1,-1 0 0,0 0 0,0 0-1,0-1 1,0 0 0,-1 0 0,5-6 0,2-4-211,0-1 0,-1 0 0,-1-1 0,-1 0 0,0-1 0,-2 1 1,0-1-1,8-37 0,-9 15-584,-1 0 1,-1 0-1,-4-47 1,1 80 819,-1 0-1,0 0 1,0 0 0,-1 0-1,1 0 1,-1 0 0,-1 1-1,-4-11 1,5 15 50,1-1 1,0 1-1,-1 0 0,0-1 1,0 1-1,1 0 0,-1 0 0,-1 0 1,1 1-1,0-1 0,0 0 0,-1 1 1,1-1-1,-1 1 0,1 0 0,-1 0 1,1 0-1,-1 0 0,0 0 0,1 1 1,-1-1-1,0 1 0,-4 0 0,-12-1-27,14 1-85,0-1 0,0 1 0,0 0 0,0 1-1,0-1 1,-7 3 0,11-2-234,-1-1-1,0 1 1,1 0 0,-1 0-1,1 0 1,-1 0 0,1 0-1,0 1 1,-1-1 0,1 0-1,0 1 1,0-1 0,0 0-1,0 1 1,0 0 0,0-1-1,0 1 1,0-1 0,1 1-1,-1 0 1,0 3 0,-3 15-4616</inkml:trace>
</inkml:ink>
</file>

<file path=ppt/ink/ink3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2:12:21.391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147 187 5555,'0'0'6192,"-21"1"-4970,18 0-1115,-1 0 1,1 1 0,0-1 0,0 1 0,0 0 0,0 0 0,0 0 0,0 0-1,0 1 1,-2 2 0,-26 29 720,28-31-697,-2 3-26,-1 0 1,1 0 0,0 0 0,0 1-1,1-1 1,0 1 0,0 0 0,1 1-1,0-1 1,0 1 0,0-1 0,1 1 0,-2 13-1,4 166 1341,1-178-1390,-1-1 0,2 1-1,-1 0 1,1-1 0,0 1-1,1-1 1,0 0 0,0 1-1,1-1 1,0-1 0,8 13 0,-9-17-39,-1 0 1,1 0 0,-1 0 0,1-1-1,0 1 1,0-1 0,0 1 0,0-1-1,1 0 1,-1 0 0,0-1-1,1 1 1,-1-1 0,1 1 0,0-1-1,0 0 1,-1-1 0,1 1 0,0-1-1,0 1 1,0-1 0,-1 0 0,1 0-1,0-1 1,0 1 0,0-1 0,0 0-1,-1 0 1,5-2 0,-3 1-26,1-1-1,-1 0 1,0-1 0,0 1-1,0-1 1,0 0 0,0 0-1,-1 0 1,0-1 0,0 1-1,0-1 1,5-10 0,2-3-84,-1 0 0,10-29 0,-10 18-371,-2 0 1,-1-1 0,-2 0 0,0 0 0,-2 0 0,-2-1 0,-1 1 0,-5-47-1,3 64 348,0 0-1,-2 0 1,1 0-1,-2 1 1,0-1-1,-9-17 1,-45-68 312,58 97-203,0-1-1,0 1 0,0-1 0,0 1 1,-1-1-1,1 1 0,0 0 0,0-1 0,-1 1 1,1 0-1,-1 0 0,1 0 0,-1 0 1,0 0-1,1 0 0,-1 1 0,0-1 0,0 1 1,1-1-1,-1 1 0,0-1 0,0 1 0,0 0 1,1 0-1,-1 0 0,0 0 0,0 0 1,0 0-1,0 1 0,1-1 0,-1 1 0,0-1 1,0 1-1,1-1 0,-1 1 0,0 0 1,1 0-1,-1 0 0,1 0 0,-1 0 0,1 0 1,-1 1-1,1-1 0,0 0 0,0 1 1,-1-1-1,0 3 0,-8 15-731,0 0 1,1 0-1,1 1 0,-6 23 1,13-37 434,-13 39-3352</inkml:trace>
</inkml:ink>
</file>

<file path=ppt/ink/ink3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2:12:22.340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185 1 4130,'0'0'6731,"-5"0"-5872,2 0-923,1 0 179,0-1 0,0 1 0,-1 1 0,1-1 1,0 0-1,0 0 0,0 1 0,-1-1 0,1 1 0,0 0 0,0 0 1,0 0-1,0 0 0,0 0 0,0 0 0,0 0 0,0 1 1,-2 2-1,-20 23 394,13-15-348,1-1 1,0 1-1,1 1 1,0 0-1,1 0 1,0 0-1,-7 20 1,7-6 5,2 0 0,1 0 1,-3 36-1,5 81 816,3-110-699,0-27-213,0 1-1,1-1 1,0 1-1,0-1 1,1 1-1,-1-1 1,2 0-1,3 9 1,-5-13-54,1 0 1,-1-1-1,1 0 1,-1 1-1,1-1 1,0 0-1,0 0 1,0 0-1,0 0 0,0 0 1,1 0-1,-1 0 1,0-1-1,1 0 1,-1 1-1,1-1 1,0 0-1,-1 0 1,1 0-1,0 0 1,0-1-1,0 1 0,0-1 1,-1 0-1,4 0 1,0 1-15,-1-1 0,0 0 0,1 0 0,-1 0-1,0-1 1,0 0 0,1 0 0,-1 0 0,0-1 0,0 0 0,0 0 0,0 0 0,-1 0 0,1-1 0,0 0-1,-1 0 1,0 0 0,0-1 0,0 1 0,0-1 0,6-8 0,4-5-274,-2-1 0,0-1 0,-1 0 0,-1 0 0,0-1 0,-2 0 0,0-1 0,-2 0 0,0 0 0,-1-1 0,-1 1 0,-1-1 0,0-35 0,-3 50 321,0 3-28,0 0 0,0 1 0,0-1 0,0 0 0,0 1 0,-1-1 0,0 0 0,1 1 0,-1-1 0,-1 0 0,1 1 0,-1-1 0,1 1 0,-1 0 0,0 0 0,-3-5 0,-14-12 173,-21-19 0,-9-9-198,45 44-70,0 0 0,-1-1 0,1 1 0,-1 1 0,0-1 0,0 1 0,0 0 0,-7-3 0,10 5-111,1 0-1,-1 1 0,0-1 0,0 1 0,1 0 0,-1-1 1,0 1-1,0 0 0,0 0 0,0 0 0,1 0 0,-1 1 0,0-1 1,0 0-1,0 1 0,1-1 0,-1 1 0,0 0 0,1 0 1,-1-1-1,0 1 0,1 0 0,-1 0 0,1 1 0,0-1 1,-1 0-1,1 0 0,0 1 0,-1-1 0,-1 3 0,-13 22-5049</inkml:trace>
</inkml:ink>
</file>

<file path=ppt/ink/ink3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2:12:26.733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17 57 3169,'0'0'4949,"-17"0"112,22 0-4584,1-1 0,-1 0 0,0-1-1,0 1 1,0-1 0,0 0-1,8-5 1,-8 4-618,1 0 1,0 0-1,1 1 0,-1 0 1,0 0-1,1 0 1,-1 1-1,9-1 0,-8 2 37,4 0 19,1 0 0,18 3-1,-25-1 92,-1-1 1,1 0-1,-1 1 0,0 0 0,1 0 0,-1 0 0,0 0 0,0 1 0,5 4 0,4 2-1,1 0-1,0-1 1,1-1-1,0 0 0,25 7 1,16 7 120,-53-19-177,0-1 0,0 0 0,0 0 0,1 0 0,-1 0 0,0-1 0,1 1 0,-1-1 0,0 0 0,1 0 0,-1 0 0,1-1 0,-1 1 0,0-1 0,0 0 0,1 0 0,-1 0 0,0 0 0,0 0 0,0-1 0,0 1 0,0-1 0,0 0 0,0 0 0,-1 0 0,1 0 0,-1 0 0,1-1 0,-1 1 0,0-1 0,3-5 0,14-25-1570,-14 23 1213,1 1 0,0-1 1,0 1-1,1 0 0,14-3 4349,-15 49-2933,0-3-506,-5-30-467,-1 0 1,2 0-1,-1 0 1,0 0-1,1 0 0,0 0 1,0-1-1,0 1 1,0-1-1,1 1 0,-1-1 1,1 0-1,0 0 1,0 0-1,0 0 1,0 0-1,0-1 0,1 1 1,-1-1-1,1 0 1,4 2-1,4 0-61,0-1 0,1 0-1,0 0 1,-1-1 0,19 0 0,-14-1-343,0 1 1,22 5-1,-32-5 272,1 0 0,-1 1 0,0-1 0,-1 1 0,1 1 0,-1-1 0,9 7 0,-12-8 92,-1 0 0,0 1 0,1-1 0,-1 1-1,0-1 1,-1 1 0,1 0 0,0 0 0,-1-1 0,1 1-1,-1 0 1,0 0 0,0 1 0,0-1 0,-1 0 0,1 0-1,-1 0 1,0 0 0,0 5 0,1 3 103,-2 1-1,0 0 1,-2 11 0,2-18-67,0-1 1,-1 1 0,0-1-1,0 1 1,0-1 0,0 0-1,-1 1 1,1-1 0,-7 7 0,-3 3-134,-23 24 284,33-35-407,-1 0 0,0-1 0,0 0 0,0 1-1,0-1 1,0 0 0,-1-1 0,1 1 0,-1-1 0,-4 2-1,-6-2-4009</inkml:trace>
</inkml:ink>
</file>

<file path=ppt/ink/ink3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2:12:28.640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0 7 4002,'0'0'6048,"0"-6"-3480,0 10-2145,3 33-102,1-1 1,15 64-1,-5-39-5,-5-11-151,-2-7 121,27 86 0,-34-126-232</inkml:trace>
</inkml:ink>
</file>

<file path=ppt/ink/ink3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2:12:29.073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0 36 6771,'0'0'6443,"15"0"-4768,105-5 600,-104 3-2881,1-1-1,-1 0 1,1-1 0,-1-1-1,17-8 1</inkml:trace>
</inkml:ink>
</file>

<file path=ppt/ink/ink3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2:12:29.416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0 1 5282,'0'12'1905,"0"0"-576,17 0 272,10 0-241,6-9-239,-3-3-753,4 0-176,-4 0-192,-7-3-224,-6-9-1729</inkml:trace>
</inkml:ink>
</file>

<file path=ppt/ink/ink3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2:12:29.920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0 24 576,'0'0'6611,"9"-4"-5784,0 0-462,0 1 0,0 0 0,1 0 0,-1 1 0,1 0-1,-1 1 1,13-1 0,-21 2-289,0 0 0,-1 1 0,1-1 0,0 0 0,0 0 0,-1 1 0,1-1 0,0 0 1,-1 1-1,1-1 0,0 1 0,-1-1 0,1 1 0,-1-1 0,1 1 0,-1-1 0,1 1 0,-1-1 0,1 1 0,-1 0 0,1-1 0,-1 1 0,0 0 0,1-1 0,-1 1 1,0 0-1,0 0 0,0-1 0,0 1 0,1 0 0,-1 0 0,0-1 0,0 2 0,-1 36 817,1-21-512,-2-1-243,0 0 0,-1 0 0,-1-1 0,0 1 0,-1-1 0,0 0 0,-15 27 0,13-27-25,-1 1 1,2-1-1,0 1 1,1 0-1,1 0 1,1 0 0,-4 34-1,9-50-87,-1 1 0,1 0 0,-1-1 0,1 1-1,-1-1 1,1 1 0,-1-1 0,1 0 0,0 0 0,-1 0 0,1 0 0,0 0-1,-1 0 1,1 0 0,1-1 0,1 1 35,7 0-39,0 0 1,0-1-1,0-1 1,-1 0-1,19-5 0,-24 5-342,1-1-1,-1 1 1,1-1-1,8-6 1,-10 6-407,0 0 1,-1-1 0,0 1-1,1-1 1,-1 1 0,5-9 0</inkml:trace>
</inkml:ink>
</file>

<file path=ppt/ink/ink3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2:12:30.340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4 0 5539,'0'0'7219,"0"99"-6947,0-63-224,0 4-48,0-7-1649,-3-3-3057</inkml:trace>
</inkml:ink>
</file>

<file path=ppt/ink/ink3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2:13:24.691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17 107 4370,'0'0'1729,"0"-106"3265,0 212-2545,-16-106-9108</inkml:trace>
</inkml:ink>
</file>

<file path=ppt/ink/ink3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2:13:25.766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0 0 3618,'0'0'2700,"0"3"-2303,0 483 8004,0-485-8408,0 0 0,0 0-1,1 0 1,-1 0 0,0 0-1,0 0 1,0 0 0,1 0-1,-1-1 1,1 1 0,-1 0 0,1 0-1,-1 0 1,1 0 0,-1 0-1,1-1 1,-1 1 0,1 0-1,0-1 1,0 1 0,-1 0-1,1-1 1,0 1 0,0-1 0,1 1-1,-1-1-73,-1 1-1,1-1 1,0 0-1,-1 0 1,1 0-1,0 0 1,-1 0-1,1 0 1,-1 0-1,1 0 1,0 0-1,-1-1 1,1 1-1,0 0 1,-1 0-1,1 0 1,-1-1-1,1 1 1,-1 0-1,1-1 1,-1 1-1,1 0 1,-1-1 0,1 1-1,-1-1 1,1 1-1,-1-1 1,0 1-1,1-1 1,-1 1-1,0-1 1,1 1-1,-1-1 1,0 0-1,0 1 1,1-1-1,-1 1 1,0-1-1,0-1 1,4-20-3238,-1-2-659</inkml:trace>
</inkml:ink>
</file>

<file path=ppt/ink/ink4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2:13:26.169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0 12 4082,'0'0'5056,"10"-2"-4451,38-3 296,78 0-1,-114 6-916,1 0-1,-1 1 1,1 1 0,-1 0 0,0 1-1,0 0 1,0 0 0,-1 1-1,17 10 1</inkml:trace>
</inkml:ink>
</file>

<file path=ppt/ink/ink4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2:13:26.530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1 0 6003,'0'0'4866,"180"46"-4594,-136-46-256,-11 0-16,-10 0-1056,-6 0-1906</inkml:trace>
</inkml:ink>
</file>

<file path=ppt/ink/ink4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2:13:26.950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1 4 4802,'0'0'3933,"21"-1"-3664,114-1 510,-135 2-720,1 0-1,-1 0 1,1 0-1,0 0 1,-1 1 0,1-1-1,0 0 1,-1 0-1,1 1 1,-1-1-1,1 0 1,-1 1 0,1-1-1,-1 1 1,1-1-1,-1 0 1,1 1-1,-1-1 1,1 1-1,-1-1 1,0 1 0,1-1-1,-1 1 1,0 0-1,0-1 1,1 1-1,-1-1 1,0 2 0,3 27 1089,-4-23-1002,1 0 0,-1 0 0,-1 0 0,1 0 0,-1 0 0,0 0 0,-4 8 0,-4-1 33,0 0-1,-1-1 1,-17 16-1,17-18-61,0 0-1,1 1 1,0 0-1,-15 24 1,24-33-115,0 0 0,0 1-1,0-1 1,0 1 0,0 0 0,0-1 0,0 1 0,1 0-1,0-1 1,-1 1 0,1 5 0,0-7 0,1 0 1,-1 0 0,0 0-1,0-1 1,1 1-1,-1 0 1,0 0-1,1 0 1,-1 0 0,1 0-1,-1 0 1,1 0-1,0-1 1,-1 1-1,1 0 1,0 0 0,-1-1-1,1 1 1,0-1-1,0 1 1,0 0-1,0-1 1,-1 0-1,1 1 1,0-1 0,0 1-1,0-1 1,0 0-1,0 0 1,0 0-1,2 1 1,33 1-73,62-4 0,-98 2 66,6 0-539,0-1 0,0 0 0,0 0 0,0-1 0,-1 0 0,1 0 0,0 0 1,-1-1-1,7-3 0,-1 0-2568</inkml:trace>
</inkml:ink>
</file>

<file path=ppt/ink/ink4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2:13:27.468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74 4 4034,'0'0'6835,"0"-3"-6467,0 15 272,0 9 353,0 3-369,-3 0-336,-7-3-288,0 0 32,0 0-96,0 0-464,-3-3-2353,-4 0-3602</inkml:trace>
</inkml:ink>
</file>

<file path=ppt/ink/ink4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2:13:30.370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0 55 2785,'0'0'4296,"0"-4"-3536,0-46 6227,2 50-6950,-1 1-23,0 1-1,0-1 1,0 0-1,0 0 0,0 1 1,0-1-1,0 0 1,0 1-1,0-1 0,-1 1 1,1-1-1,0 1 1,-1-1-1,0 1 0,1 0 1,-1-1-1,0 3 1,3 7 78,14 54 562,-3 1 1,9 118-1,-18-46-4959,-5-119-772</inkml:trace>
</inkml:ink>
</file>

<file path=ppt/ink/ink4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2:13:30.882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1 0 7043,'0'0'5699,"0"139"-4835,3-76 241,4 12-273,-7-3-48,3-8-479,0-10-289,4-18-16,0-12-160,-1-9-273,1-6-1840</inkml:trace>
</inkml:ink>
</file>

<file path=ppt/ink/ink4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2:13:31.408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20 0 2865,'0'0'9591,"0"5"-8622,1 111 1888,-8 260-1253,6-345-1964,1-22-592,-1 0-1,1 0 0,-1 0 1,-4 12-1,-1-7-4687</inkml:trace>
</inkml:ink>
</file>

<file path=ppt/ink/ink4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2:13:32.543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4 1 8548,'0'0'5058,"-4"204"-4049,8-119-65,2-4-111,-2-6-593,-4-9-128,0-12-112,0-11-128,0-10-1489,0-15-4290</inkml:trace>
</inkml:ink>
</file>

<file path=ppt/ink/ink4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2:13:36.545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235 154 3025,'0'0'4472,"0"-10"-4342,0-93 281,0 101-360,0 0 0,0 1-1,0-1 1,-1 0-1,1 1 1,-1-1-1,1 1 1,-1-1 0,1 1-1,-1-1 1,0 1-1,0-1 1,0 1-1,0 0 1,0 0 0,0-1-1,0 1 1,0 0-1,-1 0 1,1 0-1,0 0 1,-1 0 0,1 0-1,-1 0 1,1 1-1,-1-1 1,1 1-1,-1-1 1,1 1 0,-1-1-1,-3 1 1,-5-2 285,-1 1 1,1 0-1,-21 2 0,15-1 692,13 1-960,0 0 0,0-1 1,0 1-1,0 1 1,0-1-1,1 0 1,-1 1-1,1-1 1,-1 1-1,1 0 1,-1 0-1,1 0 0,0 0 1,0 0-1,0 1 1,0-1-1,0 1 1,-1 3-1,-5 7 0,0-1 0,-8 21 0,8-13 85,1 0 1,1 0-1,1 0 0,1 1 0,-2 21 0,1 105 1365,5-141-1455,0-2-30,0 0 0,0 0 0,0 1 1,0-1-1,1 0 0,0 0 0,0 0 0,0 0 0,0 0 0,0 0 0,1-1 1,0 1-1,0 0 0,0-1 0,0 1 0,0-1 0,1 0 0,0 1 1,-1-1-1,1 0 0,0-1 0,0 1 0,1-1 0,-1 1 0,1-1 0,-1 0 1,1 0-1,0 0 0,-1-1 0,9 3 0,6 0 43,0-1 0,0-1 0,0-1 0,1 0-1,-1-1 1,34-5 0,-45 4-165,0-1 0,0 0 0,-1 0 0,1 0 0,-1-1 0,1 0 0,-1 0 0,0-1 0,0 0 0,-1 0 0,1 0 0,-1-1 0,0 1 0,0-1 0,7-9 0,-7 8-23,-1 0-1,1-1 1,-1 0 0,0 0 0,-1 0-1,0-1 1,0 1 0,0-1-1,-1 0 1,0 1 0,-1-1 0,1 0-1,-1-10 1,-1-11-158,1 1 87,-5-38 0,2 56 185,1 1 0,-2-1-1,1 1 1,-1 0 0,-1-1 0,0 1 0,-8-14-1,9 17-53,-1 1-1,1-1 1,-1 0-1,0 1 0,-1 0 1,1 0-1,-1 0 1,0 1-1,0-1 1,-1 1-1,1 1 0,-1-1 1,0 1-1,0 0 1,0 0-1,0 0 1,0 1-1,-1 0 0,1 0 1,-1 1-1,0 0 1,1 0-1,-12 0 0,8 3-2118,-3 5-1439</inkml:trace>
</inkml:ink>
</file>

<file path=ppt/ink/ink4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2:13:37.340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181 55 5907,'0'0'7102,"-4"-1"-6571,1 1-490,0-1 1,0 1-1,0 0 1,0 0-1,0 0 1,0 0-1,0 0 1,-1 1-1,1 0 1,0-1-1,1 1 1,-1 0-1,0 0 1,0 1-1,0-1 1,0 1-1,1-1 1,-1 1-1,1 0 1,-1 0-1,1 0 1,0 0-1,0 0 1,-3 5-1,-5 7 159,1 0-1,1 1 0,0 0 0,-9 26 1,-14 67 794,23-69-723,2 0 1,2 0 0,1 0-1,3 1 1,5 53 0,-5-89-247,1 0 0,0 1 0,0-1 0,1 0 0,-1 0 0,1 0 0,0-1 0,0 1 0,0 0 0,0-1 0,1 1 1,0-1-1,-1 1 0,1-1 0,1 0 0,-1-1 0,0 1 0,1 0 0,-1-1 0,1 0 0,0 0 0,-1 0 0,1 0 0,0 0 1,7 1-1,-5-2-15,0 1 1,0-1 0,0 0 0,0-1 0,1 1 0,-1-1 0,0 0 0,0-1 0,0 0 0,0 0 0,0 0 0,0 0-1,0-1 1,0 0 0,0-1 0,-1 1 0,11-7 0,-4 0-179,-1-1 0,0 0 0,0-1 0,-1 0-1,-1-1 1,16-24 0,-11 14-505,-2-1-1,-1 0 1,11-34-1,-13 28 97,-2-1 1,-1 0-1,-2 0 1,-1 0-1,-1-1 0,-2 1 1,-3-36-1,2 61 725,0-1 0,0 0 0,-1 1 0,0 0-1,0-1 1,0 1 0,-1 0 0,1 0 0,-1 0 0,0 0 0,-1 0-1,1 1 1,-1 0 0,0 0 0,-6-6 0,-5-2 23,0 1 0,-1 0 0,-23-11 0,28 18-3557</inkml:trace>
</inkml:ink>
</file>

<file path=ppt/ink/ink4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2:13:38.333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57 93 3153,'0'0'8418,"-16"-5"-5929,14 7-2441,1 1 1,-1-1-1,1 1 1,0-1-1,0 1 0,0 0 1,0 0-1,1-1 1,-1 5-1,-2 4 33,-4 18 150,1 0-1,1 1 1,-2 33-1,5 89 1008,3-96-599,-2-49-509,2 0 1,-1 0-1,1 0 1,0 0-1,0 0 1,4 11-1,-4-15-99,1-1-1,-1 1 1,0-1-1,1 1 1,-1-1-1,1 0 1,0 0-1,0 0 1,0 0-1,0 0 1,0 0-1,0 0 1,0-1-1,1 1 1,-1-1-1,1 0 1,-1 1-1,1-1 1,3 1-1,0-1 14,0 1-1,0-1 0,0 0 0,0 0 1,0-1-1,0 1 0,0-1 1,0-1-1,0 1 0,0-1 0,0 0 1,10-4-1,-8 2-47,0 0 0,0-1 0,0 0 0,0-1 0,-1 0 0,0 0 0,13-12 0,-4 0-355,-1 0 0,0-2 1,-2 0-1,0 0 0,17-36 0,-20 34-242,-1-1 0,-2 1-1,0-1 1,-1 0 0,-2-1-1,0 1 1,-1-1 0,-1 0-1,-2-31 1,1 49 615,-1 0 0,0 0 0,0 0 0,-1 0 0,0 0 0,1 0 0,-2 0 1,1 0-1,0 0 0,-1 0 0,0 0 0,0 0 0,-1 1 0,1-1 0,-1 1 0,0 0 0,0 0 0,-1 0 0,1 0 1,-1 0-1,0 1 0,0-1 0,0 1 0,-9-5 0,4 4 283,-2 0 1,1 0-1,0 1 0,-1 0 0,1 1 1,-1 0-1,0 1 0,0 0 1,0 1-1,-17 1 0,6 0 128,16-1-289,1 0 0,0 1 0,0-1 0,0 1 0,0 1 0,0-1 0,1 1 0,-1 0 0,0 0 0,1 0 0,-1 0 0,-7 7 0,9-7-276,0 1 1,0-1-1,0 1 1,1 0 0,-1 0-1,1 0 1,-3 6-1,3-6-456,1 1-1,-1-1 0,1 0 1,0 1-1,0-1 0,1 0 1,-1 1-1,1-1 0,-1 5 1,1 10-5447</inkml:trace>
</inkml:ink>
</file>

<file path=ppt/ink/ink4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2:13:39.114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198 16 3650,'0'0'6600,"-3"-2"-5701,-1 0-340,1 0-1,-1 1 1,1-1-1,-1 1 1,0 0 0,0 0-1,-6-1 1,8 2-480,-1-1 0,1 1-1,0 0 1,-1 0 0,1 0 0,0 0 0,-1 0 0,1 1 0,0-1-1,-1 1 1,1 0 0,0-1 0,0 1 0,0 0 0,0 0-1,0 0 1,-3 2 0,-1 4 10,0 0 0,1 0 0,0 0 0,0 1 1,0 0-1,1 0 0,-5 14 0,-21 68 465,17-35-161,3 0 0,2 1 0,2 0-1,2 84 1,4-134-364,0-1 0,1 1 0,-1 0 0,1-1 0,0 1 0,0 0 0,1-1 0,-1 1 0,1-1 0,4 7 0,-4-9-21,0 0-1,0-1 1,0 1-1,0-1 1,1 0-1,-1 0 1,1 1-1,0-2 1,-1 1-1,1 0 1,0-1-1,0 1 1,0-1-1,0 0 1,0 0-1,1 0 1,-1 0-1,6 0 0,1 1 6,0-1-1,0-1 0,0 1 0,0-2 0,0 1 0,0-2 0,0 1 0,0-1 1,0-1-1,0 1 0,-1-2 0,1 1 0,-1-1 0,11-7 0,-8 3-144,0-1 0,-1 0-1,0 0 1,0-1 0,-1-1-1,-1 0 1,1 0-1,-2-1 1,10-17 0,-8 10-284,-1-1 1,-1 0 0,0-1 0,-2 0 0,-1 0 0,0 0-1,-2 0 1,0-1 0,-1 1 0,-2-1 0,0 0 0,-5-34-1,4 51 418,1 0 0,-1 1-1,0-1 1,-1 1-1,1-1 1,-1 1-1,0 0 1,0-1-1,0 1 1,0 0-1,-1 0 1,0 1-1,0-1 1,0 1-1,0-1 1,0 1-1,-7-5 1,4 5 182,1 0 1,-1 0 0,0 0 0,0 1 0,-1-1 0,1 2 0,0-1 0,-1 1-1,1 0 1,-1 0 0,1 0 0,-7 1 0,-8 0 268,-9 0-195,11 0-3247</inkml:trace>
</inkml:ink>
</file>

<file path=ppt/ink/ink4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2:13:40.126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135 142 5475,'0'0'4588,"-3"-2"-4105,2 1-367,-1-1 0,-1 1 0,1-1 0,0 1-1,0 0 1,0 0 0,-1 0 0,1 0 0,0 1 0,-1-1 0,1 1-1,-1-1 1,1 1 0,-1 0 0,1 0 0,-1 0 0,1 0 0,0 0-1,-4 1 1,3 0-27,0 0 0,0 1-1,0-1 1,0 1-1,1 0 1,-1 0 0,0 0-1,1 0 1,0 0 0,-1 0-1,1 1 1,0-1 0,-2 4-1,-2 3 17,1 1 0,0-1 0,0 1 0,1 0 0,0 0 0,1 1 0,0-1 1,-1 15-1,0 24 687,3 81 0,2-64-303,-2-56-385,2-1 1,-1 0-1,1 1 1,4 16-1,-4-23-69,0-1-1,0 1 0,0-1 1,0 1-1,1-1 0,-1 1 0,0-1 1,1 0-1,0 0 0,0 0 1,0 0-1,-1 0 0,2 0 1,-1 0-1,0-1 0,0 1 1,1-1-1,-1 1 0,0-1 0,6 2 1,-3-2-17,0 1 0,1-1 1,-1 0-1,1-1 1,-1 1-1,0-1 0,1 0 1,-1-1-1,1 1 0,-1-1 1,0 0-1,1 0 1,-1-1-1,0 1 0,0-1 1,0-1-1,0 1 0,0 0 1,-1-1-1,1 0 1,-1 0-1,1-1 0,6-7 1,5-5-208,-1-2 0,-1 0 0,0 0 0,12-25 0,-22 37 58,12-21-790,-1 0 1,14-36-1,-23 48 353,-1-1-1,0 0 0,-2-1 1,1 1-1,0-32 0,-3 32 309,-1 0 0,0 0 0,-2 0 0,-3-17-1,4 26 310,-1 1-1,0 0 1,-1 0-1,1 0 0,-1 0 1,-1 1-1,1-1 0,-1 1 1,0 0-1,0 0 0,0 0 1,-11-8-1,10 9 158,0 0 0,0 0 0,0 1 0,-1 0 0,0 0 0,0 0 0,1 1 0,-2 0 0,-7-2 0,1 2 210,-1 0 0,0 0 0,-16 2 0,28 0-483,0 0 0,0 0-1,0 0 1,0 1 0,1-1-1,-1 1 1,0-1-1,0 1 1,1 0 0,-1 0-1,0-1 1,1 1 0,-1 0-1,1 1 1,-1-1 0,1 0-1,0 0 1,-1 0-1,1 1 1,0-1 0,0 1-1,0-1 1,0 1 0,0 0-1,0-1 1,0 1 0,0 2-1,-9 17-3659</inkml:trace>
</inkml:ink>
</file>

<file path=ppt/ink/ink4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2:13:40.873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244 20 4178,'0'0'7980,"-24"0"-4864,17 0-2988,4-1-85,0 1 0,0 0 0,1 0 0,-1 0-1,0 0 1,0 0 0,0 1 0,0-1 0,0 1 0,0 0 0,0 0 0,0 0 0,1 0 0,-1 0 0,0 1 0,1-1 0,-1 1-1,1 0 1,0 0 0,-1 0 0,-2 3 0,-11 15 181,1 0 1,2 1-1,-1 0 0,2 1 0,1 1 1,1 0-1,1 0 0,-11 46 0,10-22 230,2 1-1,2 0 0,0 78 0,6-119-402,0 0-1,0 0 1,1 0 0,0 0-1,0 0 1,1 0 0,3 9-1,-4-14-38,1 1 0,-1-1 0,0 0 0,1 1 0,0-1 0,0 0 0,0 0-1,0 0 1,0 0 0,0 0 0,0-1 0,0 1 0,1-1 0,-1 1 0,1-1 0,-1 0 0,1 0 0,-1 0-1,1 0 1,0 0 0,2 0 0,7 0-7,-1 0 0,1 0 0,0-1 0,-1 0 0,1-1 0,0 0 0,-1-1 0,1 0 0,-1-1 0,0-1 0,0 1 0,0-2-1,0 0 1,-1 0 0,0 0 0,0-2 0,0 1 0,-1-1 0,17-15 0,-14 10-230,0-1 0,-1 1-1,0-2 1,-1 0 0,0 0 0,-1 0-1,-1-1 1,-1-1 0,0 1-1,0-1 1,-2-1 0,0 1 0,3-23-1,-4 9-824,0-55 0,-4 74 943,0 0-1,-2 0 0,1 0 0,-1 0 0,-1 0 0,0 1 0,0-1 1,-7-13-1,4 13 110,-1 0 1,1 1-1,-2 0 0,1 0 1,-1 1-1,-1 0 1,-10-9-1,14 14-3,-1 0 0,0 0 0,0 0 0,0 1 0,0 0 0,-1 0 0,1 1 0,-1-1 0,0 1 0,0 1 0,1-1 0,-1 1 0,-13 0 0,17 1-193,1-1 0,0 1 0,0 0 0,0 0 1,0 0-1,0 0 0,0 0 0,0 1 0,-1-1 0,1 0 0,0 1 0,0 0 0,0-1 1,0 1-1,1 0 0,-1 0 0,0 0 0,0 1 0,0-1 0,1 0 0,-1 1 0,1-1 0,-1 1 1,1-1-1,-1 1 0,1 0 0,-2 3 0,-14 21-5323</inkml:trace>
</inkml:ink>
</file>

<file path=ppt/ink/ink4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2:13:41.619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218 82 5699,'0'0'6541,"-17"-1"-5778,-4-1-580,-54-1 568,73 3-701,0 0 1,0 0-1,0 1 0,0-1 1,0 0-1,0 1 0,1 0 1,-1 0-1,0-1 1,1 1-1,-1 0 0,0 0 1,1 0-1,-1 1 0,1-1 1,-1 0-1,1 1 0,0-1 1,0 0-1,-2 3 0,-2 3 65,1 1 1,0-1-1,-4 12 0,4-10 29,-5 13 189,2 0-1,0 1 1,1-1-1,2 1 1,-4 40 0,6 117 1391,2-171-1629,0 3 5,1-1 0,0 1-1,1-1 1,1 0 0,-1 0 0,2 0-1,8 21 1,-9-27-79,-1-1-1,1 1 1,0-1 0,0 1-1,0-1 1,0 0 0,1-1-1,0 1 1,0 0 0,0-1-1,0 0 1,0 0 0,1 0-1,-1-1 1,1 1 0,0-1-1,-1 0 1,1-1 0,9 3-1,-5-2-27,-1-1 0,1 0 1,-1 0-1,1-1 0,-1 0 0,1 0 0,-1-1 0,1 0 0,-1-1 0,0 0 0,0 0 0,1-1 0,-1 0 0,-1 0 0,1-1 0,0 0 0,-1 0 0,0-1 0,0 0 0,0 0 0,-1-1 0,0 0 0,0 0 0,0 0 0,9-14 0,-3 3-438,-1-1-1,-1-1 1,-1 1-1,-1-2 1,0 1-1,-1-1 1,-1 0-1,5-37 1,-4-3-1064,-1-104 0,-6 155 1539,0-1 0,-1 1 1,1 0-1,-2 0 0,0 0 1,0 0-1,0 0 0,-1 1 0,0-1 1,-1 1-1,0-1 0,0 1 1,-1 0-1,0 1 0,0-1 0,-9-8 1,11 13 70,-1 1-1,0 0 1,1 0 0,-1 0 0,0 1 0,0-1 0,0 1-1,0 0 1,0 0 0,0 0 0,-1 0 0,1 1 0,0 0 0,0 0-1,-1 0 1,1 0 0,0 1 0,0-1 0,-5 2 0,7-1-127,0 0 0,0 0 1,0 0-1,0 0 0,0 0 1,0 1-1,0-1 0,0 1 1,1-1-1,-1 1 0,0 0 1,1-1-1,0 1 0,-1 0 0,1 0 1,0 0-1,0 0 0,-2 3 1,-16 47-1598,15-39 975,-10 28-2247,-2 4-2198</inkml:trace>
</inkml:ink>
</file>

<file path=ppt/ink/ink4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2:13:42.379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136 55 5426,'-5'0'10526,"-18"-3"-9961,21 4-528,-1-1 1,1 0-1,-1 0 0,1 1 1,-1 0-1,1-1 0,-1 1 1,1 0-1,-1 0 0,1 0 1,0 1-1,0-1 1,-1 0-1,1 1 0,0 0 1,-1 1-1,-1 1 46,0 1 0,0-1-1,1 1 1,0 0 0,0 0 0,-5 10 0,2 2 213,1-1 1,0 1-1,-4 34 1,2 1 221,3 1 0,2 0 1,6 55-1,-4-103-498,1 1 0,0-1-1,0 0 1,0 0 0,0 0 0,1 0 0,0 0-1,0 0 1,1 0 0,3 5 0,-4-7-9,0 0 1,1-1 0,-1 1-1,1-1 1,-1 0 0,1 1-1,0-1 1,0-1 0,0 1-1,0 0 1,0-1 0,1 1-1,-1-1 1,0 0 0,1 0-1,3 0 1,-1 1 2,0-1-1,1-1 1,0 1 0,-1-1-1,1 0 1,-1-1 0,1 1-1,-1-1 1,1-1 0,-1 1-1,0-1 1,0 0-1,1 0 1,-1-1 0,6-4-1,-2 1-51,-1-1 0,0 0 0,-1-1-1,0 0 1,0-1 0,0 1-1,11-20 1,-6 7-230,0 0 0,-2 0 0,-1-2 0,0 1 0,-2-1 0,-1-1 0,0 1 0,-2-1 0,-1 0 0,-1 0 0,-1-1 0,-1 1 0,-1-1 0,-4-32 0,3 52 286,1 1 0,-1 0 0,0 0 1,0 0-1,-1 0 0,1 0 0,-1 0 1,0 1-1,0-1 0,0 0 0,-1 1 1,1 0-1,-1-1 0,1 1 0,-1 0 1,0 0-1,-1 0 0,1 1 0,0-1 1,-8-3-1,4 3 150,0 0 1,-1 1 0,0 0-1,1 0 1,-1 0 0,0 1-1,0 1 1,0-1 0,0 1-1,-8 1 1,10 0-281,0 0 1,1 0-1,-1 1 1,0 0-1,1 0 1,-1 1 0,1-1-1,0 1 1,0 0-1,0 1 1,0-1-1,0 1 1,1 0-1,0 0 1,0 0-1,0 1 1,0-1-1,-5 10 1,5-3-2917</inkml:trace>
</inkml:ink>
</file>

<file path=ppt/ink/ink4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2:13:43.188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188 79 6499,'0'0'5389,"-21"0"-4186,17-1-1112,-1 1 0,1 0 1,0 0-1,-1 0 0,1 1 0,0-1 0,0 1 0,0 0 0,-1 1 0,1-1 0,0 0 0,0 1 0,0 0 0,1 0 0,-1 0 0,0 1 1,1-1-1,-1 1 0,1 0 0,0 0 0,-4 4 0,-2 5 99,1 1 0,0 0 0,1 0 0,0 1 1,1-1-1,0 1 0,1 1 0,1-1 0,0 1 0,1 0 0,-1 19 0,-1 23 674,4 90-1,2-126-672,-1-14-134,0 0-1,1 0 1,0 0 0,0 0-1,1 0 1,0-1 0,0 1-1,5 10 1,-5-14-35,0 0-1,0 0 1,0 0 0,0 0 0,1-1 0,-1 1-1,1 0 1,0-1 0,-1 0 0,1 0-1,0 0 1,1 0 0,-1 0 0,0 0 0,0-1-1,1 0 1,5 2 0,-2-1-6,-1-1 1,1 0-1,0 0 0,0 0 1,0-1-1,0 0 0,0-1 1,0 1-1,0-1 0,0-1 0,-1 1 1,1-1-1,6-3 0,-4 1-41,0-1 0,0 1-1,-1-2 1,0 1-1,0-1 1,0-1 0,-1 1-1,9-11 1,0-2-350,-1-2 0,-2 1 0,0-2 0,-1 1 0,-1-2 0,12-34 0,-14 27-293,-1 0 0,-1 0 1,-2-1-1,-1 0 1,-1 0-1,-2 0 0,-3-41 1,1 66 687,1 1 0,-1-1 0,0 1 1,0-1-1,0 1 0,-1 0 1,0 0-1,0 0 0,0 0 0,-1 0 1,0 0-1,-5-7 0,5 9 83,1 1-1,-1-1 0,1 1 0,-1 0 1,0 0-1,0 0 0,0 0 0,0 1 1,0-1-1,0 1 0,0 0 0,-1 0 1,1 0-1,0 0 0,-1 1 0,1-1 1,-1 1-1,1 0 0,0 0 0,-1 0 1,-4 1-1,4 0-26,0 0-1,1 0 1,-1 0 0,0 1 0,1 0 0,-1-1-1,1 1 1,0 1 0,-1-1 0,1 0 0,0 1 0,0 0-1,1-1 1,-1 1 0,-4 7 0,-4 5-27,1 1-1,-8 18 1,12-22-136,-5 8-1495,-12 36 0,9-18-2305</inkml:trace>
</inkml:ink>
</file>

<file path=ppt/ink/ink4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2:13:43.918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78 123 2289,'0'0'12363,"-1"0"-12229,1 0-1,-1 0 1,0-1-1,0 1 1,0 0-1,0 1 1,0-1 0,1 0-1,-1 0 1,0 0-1,0 0 1,0 1-1,1-1 1,-1 0-1,-1 1 1,-1 2-32,0 1-1,0-1 1,0 1-1,0-1 1,0 1 0,1 0-1,-1 0 1,-1 6-1,-14 38 442,12-27-329,2 0 1,0 0 0,0 32-1,3 69 632,2-61-504,-1-45-264,1 0-1,0 0 1,1-1 0,0 1-1,1 0 1,9 25 0,-10-37-70,0 1 1,0 0-1,1-1 0,-1 0 1,1 0-1,0 0 1,0 0-1,0 0 1,0 0-1,1-1 0,0 1 1,0-1-1,0 0 1,0 0-1,0-1 1,0 1-1,1-1 1,-1 0-1,1 0 0,0 0 1,-1-1-1,1 1 1,0-1-1,0-1 1,7 1-1,-4 0-40,0-2 0,0 1 1,0-2-1,-1 1 0,1-1 0,0 0 1,-1 0-1,1-1 0,-1 0 0,0 0 1,0-1-1,0 1 0,0-2 0,-1 1 1,0-1-1,0 0 0,0 0 0,0-1 1,-1 0-1,8-10 0,1-4-334,0 0 0,-2-1 0,0-1 0,-1 0 0,11-35 0,-13 30-116,-1 0 0,-2-1-1,0 0 1,-2 0 0,-2-1 0,0 1-1,-1-1 1,-7-53 0,3 69 506,0 0 1,-1 1 0,0-1 0,-1 1-1,0 0 1,-1 0 0,-1 0 0,1 1-1,-2 0 1,-14-17 0,20 25 57,0 1 1,-1 0 0,1-1-1,0 1 1,-1 0-1,0 0 1,1 1 0,-1-1-1,0 0 1,0 1 0,0 0-1,0 0 1,0 0-1,0 0 1,0 0 0,0 0-1,0 1 1,0 0-1,-1-1 1,1 1 0,0 0-1,0 1 1,-1-1 0,1 0-1,0 1 1,0 0-1,0 0 1,0 0 0,-5 2-1,3 1-37,0 1 0,0 0-1,1 0 1,-1 0-1,1 0 1,0 0 0,0 1-1,-4 10 1,-25 56-218,28-59 3,0-1-985,1 0 0,0 1-1,1-1 1,0 1 0,-1 24 0,3-9-5213</inkml:trace>
</inkml:ink>
</file>

<file path=ppt/ink/ink4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2:13:44.732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204 1 1697,'0'0'13980,"-23"0"-13287,16 0-622,1 1 0,-1 0 0,1 1 0,0-1-1,-1 1 1,1 0 0,0 1 0,0-1 0,1 1 0,-1 1 0,1-1-1,-1 1 1,1 0 0,0 0 0,0 0 0,1 1 0,-1-1 0,-5 9-1,3-3 17,0 0-1,0 1 1,1 0-1,0 0 0,0 0 1,2 1-1,-1 0 0,-4 22 1,3 19 753,1 0 1,6 103-1,-1-141-800,0-9-12,1 0 1,-1-1-1,1 1 0,0 0 1,1 0-1,-1-1 1,1 1-1,0-1 0,1 1 1,3 5-1,-4-8-22,0 0 0,0 0 0,1 0-1,0 0 1,-1 0 0,1-1 0,0 1 0,0-1-1,1 0 1,-1 0 0,0 0 0,1 0 0,-1-1-1,1 0 1,-1 1 0,5 0 0,-1 0-30,1-1-1,-1 0 1,0 0 0,1 0-1,-1-1 1,1 0 0,-1 0 0,0-1-1,1 0 1,-1 0 0,0-1-1,0 0 1,0 0 0,0-1 0,0 1-1,0-2 1,-1 1 0,1-1-1,-1 0 1,0 0 0,0-1 0,0 1-1,-1-2 1,0 1 0,0 0-1,0-1 1,-1 0 0,7-10 0,2-7-442,-1-1 0,-1 0 0,-1-1 0,-1 0 0,-1-1 0,-2 0 0,0 0 0,-2 0 0,-1-1 0,-1 0 0,-1-31 0,-1 38 80,1 10 204,-1-1 0,-1 1-1,1 0 1,-2 0 0,-2-15-1,3 22 241,-1 0-1,1 0 0,0 0 0,-1 0 0,1 0 0,-1 1 1,0-1-1,0 1 0,0-1 0,-1 1 0,1 0 0,0-1 1,-1 1-1,0 0 0,1 1 0,-1-1 0,0 0 0,0 1 1,0 0-1,0-1 0,-5 0 0,2 1 78,1 0 0,0 0 0,-1 1 1,1-1-1,-1 1 0,1 1 0,0-1 0,-1 1 0,1 0 0,-1 0 0,1 0 0,0 1 0,0 0 1,0 0-1,-7 4 0,5-2-233,0 0 0,0 0 1,1 1-1,0 0 0,-1 0 1,2 1-1,-1 0 0,1 0 0,-9 13 1,12-17-450,1 1 0,0 0 0,0 0 0,0 0 0,0 0 0,0 6 0,0 3-4346</inkml:trace>
</inkml:ink>
</file>

<file path=ppt/ink/ink4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2:13:45.572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158 11 5106,'0'0'7126,"-17"1"-3999,0 15-2584,1 0 0,1 1 1,-15 20-1,22-27-410,2 1 0,-1 0 1,1 1-1,1-1 0,0 1 0,1 0 1,-4 16-1,2 11 223,1 1 0,2 0 0,3 50 0,1-44-70,-1-36-211,0-1 0,1 1 0,0-1 1,1 0-1,0 1 0,1-1 0,0 0 0,0 0 0,9 17 1,-9-22-59,-1 0 0,1 1 0,1-1 1,-1 0-1,0-1 0,1 1 1,0-1-1,0 1 0,0-1 1,0 0-1,1-1 0,-1 1 1,1-1-1,-1 1 0,1-2 1,0 1-1,0 0 0,0-1 1,0 0-1,8 1 0,-8-1-49,-1-1 0,1 0-1,0 0 1,-1 0 0,1 0-1,0-1 1,-1 1 0,1-1-1,-1 0 1,1-1 0,-1 1-1,0-1 1,1 0 0,-1 0-1,0 0 1,0-1 0,0 1 0,-1-1-1,1 0 1,0 0 0,-1 0-1,0-1 1,0 1 0,0-1-1,0 1 1,3-7 0,7-12-413,0-1 0,-2-1 0,0 0 0,-2-1 0,0 0 0,-2 0 0,-1-1 0,4-33 0,-2-26-709,-4-105 0,-4 152 2048,0 37-784,-1 1 1,1-1-1,0 1 0,-1-1 0,1 0 0,-1 1 0,1-1 0,-1 1 0,1 0 1,-1-1-1,1 1 0,-1-1 0,1 1 0,-1 0 0,1-1 0,-1 1 0,0 0 1,1 0-1,-1-1 0,1 1 0,-1 0 0,0 0 0,1 0 0,-1 0 0,0 0 1,1 0-1,-1 0 0,0 0 0,1 0 0,-2 0 0,-24 2 684,18 0-746,1 1 0,-1-1 1,0 2-1,1-1 1,-1 1-1,1 0 1,0 0-1,0 1 1,-7 6-1,-25 15-2008,27-19-542</inkml:trace>
</inkml:ink>
</file>

<file path=ppt/ink/ink4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2:14:04.40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27 3826,'0'-5'7779,"3"-17"-7205,-1 24 154,-1 8-605,-1 13-152,0 497 3841,0-514-3748,0-5-46,0 0 1,0 1 0,-1-1-1,1 0 1,0 1 0,0-1-1,0 1 1,1-1 0,-1 1 0,0-1-1,1 0 1,-1 1 0,0-1-1,1 0 1,0 0 0,-1 1-1,1-1 1,0 0 0,1 2 0,-2-2-30,1-1 1,-1 0 0,0 0 0,1 0 0,-1 0 0,0 0 0,1 0-1,-1 0 1,0 0 0,0 0 0,1 0 0,-1 0 0,0 0 0,1 0 0,-1 0-1,0-1 1,1 1 0,-1 0 0,0 0 0,0 0 0,1 0 0,-1 0-1,0-1 1,0 1 0,1 0 0,-1 0 0,0-1 0,0 1 0,0 0-1,1 0 1,-1-1 0,0 1 0,0 0 0,0 0 0,0-1 0,0 1 0,1 0-1,-1-1 1,0 1 0,0-1-67,16-55-4798,-8 23-295</inkml:trace>
</inkml:ink>
</file>

<file path=ppt/ink/ink4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2:14:04.91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7 10 5186,'-6'-7'9070,"6"7"-8989,11-3 1265,27 4-1562,-21-1 583,233 0-1528</inkml:trace>
</inkml:ink>
</file>

<file path=ppt/ink/ink4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2:14:05.32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 3249,'0'0'7302,"12"3"-5997,23 6-353,1-1 0,-1-3-1,57 3 1,18-8-322</inkml:trace>
</inkml:ink>
</file>

<file path=ppt/ink/ink4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2:14:06.04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12 4898,'0'0'6304,"6"0"-5762,115-12 835,-117 12-1333,0 0 1,0 0-1,0 0 0,0 1 1,0 0-1,0-1 1,0 1-1,0 0 1,6 3-1,-9-3-20,1 0 1,-1 1-1,0-1 0,1 0 0,-1 1 1,0-1-1,0 0 0,0 1 1,0 0-1,0-1 0,0 1 0,-1-1 1,1 1-1,0 0 0,-1 0 1,1-1-1,-1 1 0,0 0 0,0 0 1,1 0-1,-1 0 0,0-1 1,-1 4-1,1 0 55,1 1 16,-1 1 1,-1 0-1,1-1 1,-1 1 0,-2 6-1,2-10-84,0 0 1,0-1-1,-1 1 0,1-1 1,-1 1-1,0-1 0,1 0 0,-1 1 1,0-1-1,0 0 0,-1 0 1,1-1-1,0 1 0,-3 1 1,-7 5 5,0-1 1,0-1-1,0 0 1,-24 7 0,36-13-15,-1 0 0,1 0 1,-1 0-1,1 0 1,-1 1-1,0-1 1,1 0-1,-1 0 1,1 1-1,-1-1 1,1 0-1,0 0 1,-1 1-1,1-1 0,-1 1 1,1-1-1,0 0 1,-1 1-1,1-1 1,0 1-1,-1-1 1,1 1-1,0-1 1,-1 1-1,1-1 1,0 1-1,0-1 0,0 1 1,0-1-1,0 1 1,0 0-1,-1-1 1,1 1-1,0-1 1,1 1-1,-1-1 1,0 1-1,0-1 1,0 1-1,0 0 0,0-1 1,0 1-1,1 0 1,0 0 26,0 1 1,-1-1-1,1 0 1,0 0-1,0 0 1,0 1-1,0-1 1,0 0-1,0 0 1,1 0-1,-1-1 1,0 1-1,0 0 1,1 0-1,1 0 1,12 3 169,1 0 0,0-1 0,0-1 0,30 0 0,1-2-2184,-19 0-1287</inkml:trace>
</inkml:ink>
</file>

<file path=ppt/ink/ink4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2:14:22.30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24 9 6739,'-4'-9'10840,"4"9"-10805,-1 0 0,1 1 0,-1-1 0,1 0 0,-1 0 0,0 1 0,1-1 0,-1 0 0,1 1 0,0-1 0,-1 0 0,1 1 0,-1-1 1,1 1-1,-1-1 0,1 1 0,0-1 0,-1 1 0,1-1 0,0 1 0,0-1 0,-1 1 0,1-1 0,0 1 0,0-1 0,0 1 0,0 0 0,0-1 0,-1 1 1,1-1-1,0 1 0,1 0 0,-1 28-147,0-19 225,1 53-39,0 1 88,-9 79-1,4-12-1186,4-110-4668</inkml:trace>
</inkml:ink>
</file>

<file path=ppt/ink/ink4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2:14:29.47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 3522,'0'0'3484,"4"0"-2884,23 0 5491,-24 11-6054,1 15 71,-1 1-1,-1 44 1,-2-26 17,1 178 487,-1-170-3529,0-73-1613</inkml:trace>
</inkml:ink>
</file>

<file path=ppt/ink/ink4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2:14:34.21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158 99 5282,'0'0'4101,"1"-2"-3647,1 0-212,-2 2-145,1 0 1,-1-1-1,1 1 1,-1-1-1,1 1 1,-1-1 0,1 1-1,-1-1 1,1 1-1,-1-1 1,0 0-1,0 1 1,1-1 0,-1 0-1,0 1 1,1-3 1169,-6 3-1219,1 1 0,0-1 0,-1 1 0,1 0 0,0 1 0,0-1 0,-1 1 0,1-1 0,0 1 0,1 0 0,-1 1 0,0-1 0,1 1 0,-4 3 0,-6 5-62,1 2 0,-13 16 0,19-22 62,1 0-33,-1 1 1,2-1-1,-1 1 1,1 0-1,0 0 1,1 1-1,0-1 1,1 1-1,-1 0 1,-1 13-1,1 9 290,1 53-1,3-55-45,-2-18-125,2 1 0,-1-1 0,2 0 0,0 1 0,0-1 0,1 0 0,7 20 0,-7-26-98,0 1 1,0-1-1,0 0 0,1 0 1,0 0-1,0 0 1,0-1-1,1 1 1,-1-1-1,1 0 1,0-1-1,0 1 0,0-1 1,1 0-1,-1 0 1,8 2-1,3 0 6,-1-2 0,1 0 0,0 0-1,-1-1 1,1-1 0,0-1 0,0 0 0,28-5-1,-37 4-51,0-1-1,0-1 0,0 1 0,0-1 1,0 0-1,0 0 0,-1-1 0,1 0 0,-1 0 1,0-1-1,-1 0 0,1 0 0,-1 0 1,0 0-1,0-1 0,0 0 0,4-8 1,-2 3-199,0-1 1,-1 0-1,0 0 1,-1-1-1,0 0 1,-1 0-1,-1 0 1,4-22-1,-3-128-2377,-5 110 1725,1 44 861,-2-1-1,1 1 1,-1-1 0,-1 1-1,0 0 1,0 0 0,0 0-1,-1 1 1,-1-1-1,0 1 1,0 0 0,0 0-1,-1 0 1,0 1 0,-1 0-1,1 0 1,-1 1 0,-1 0-1,1 0 1,-1 0-1,-9-4 1,15 9-1,0 0 0,-1 0 0,1 1 0,-1-1 0,1 0 0,-1 1 1,0 0-1,1-1 0,-1 1 0,1 0 0,-1 1 0,0-1 0,1 0 0,-1 1 0,1-1 0,-1 1 0,1 0 0,-1 0 0,1 0 0,0 0 0,0 0 0,-1 1 0,1-1 0,0 1 0,0-1 1,0 1-1,0 0 0,0 0 0,1-1 0,-3 5 0,-22 36-1776,15-21-1163</inkml:trace>
</inkml:ink>
</file>

<file path=ppt/ink/ink4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2:14:35.25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185 3 1008,'0'0'7825,"-10"0"-6864,-34-2-252,43 2-648,-1 0 0,1 0 0,-1 0-1,1 0 1,0 0 0,-1 0 0,1 1-1,-1-1 1,1 1 0,0-1 0,-1 1-1,1-1 1,0 1 0,0 0 0,0 0-1,-1 0 1,1-1 0,0 1 0,0 0-1,0 0 1,-1 2 0,-11 24 345,9-16-214,-15 26 355,-21 61-1,34-79-418,1 0-1,1 1 0,0 0 0,1 0 0,0 27 1,3-44-112,0 18 226,1 0 0,5 38 0,-4-53-185,-1 1-1,1 0 1,1-1-1,-1 1 1,1-1-1,1 1 1,-1-1 0,1 0-1,0-1 1,0 1-1,1-1 1,5 7 0,-1-5 31,0 0 0,0 0 0,1-1 1,-1 0-1,1 0 0,1-1 1,-1-1-1,1 0 0,-1 0 1,1-1-1,0 0 0,1-1 1,-1 0-1,0-1 0,1 0 0,-1-1 1,0 0-1,1-1 0,14-3 1,-21 3-95,0-1 0,0 0 1,0 0-1,0 0 1,-1-1-1,1 0 0,-1 1 1,0-2-1,0 1 0,0 0 1,0-1-1,0 0 0,-1 0 1,0 0-1,0 0 1,0 0-1,0-1 0,-1 1 1,1-1-1,2-9 0,0 1-109,-1-1-1,0 0 0,-1 1 0,-1-1 1,0 0-1,0-22 0,-2-5-219,1 17 190,-1 0 0,-6-43 0,5 60 161,0-1 1,-1 1-1,-1 0 0,1 0 1,-1 0-1,0 1 0,-1-1 1,1 1-1,-1-1 0,-1 1 1,1 1-1,-1-1 0,-8-7 1,4 5 25,-2 0 0,1 0 0,-1 1 0,0 1 0,0 0 1,-1 0-1,0 1 0,0 0 0,0 1 0,-15-2 0,-4 0-1436,0 3 0,-62-1 0,77 6-1979,2 8-1954</inkml:trace>
</inkml:ink>
</file>

<file path=ppt/ink/ink4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2:14:45.12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100 63 4306,'0'0'4693,"-5"0"-4474,0 0-248,1 0 199,1 0-1,0 0 0,-1 0 0,1 0 0,-1 0 1,1 1-1,0-1 0,-1 1 0,1 0 0,0 0 1,0 0-1,-1 1 0,1-1 0,0 1 0,0 0 1,1-1-1,-6 6 0,5-4-126,0 1-1,1 0 1,-1 0 0,1 0-1,0 0 1,0 0 0,0 1-1,1-1 1,0 0 0,-1 1-1,2 0 1,-2 6 0,1 8 220,2 35 1,0-20 92,-1-21-213,0 22 587,7 59 0,-6-82-590,2 0 1,0-1-1,0 1 0,1-1 0,1 0 1,0 0-1,0 0 0,13 18 0,-16-26-106,1 0-1,-1 0 1,1 0-1,0 0 0,-1-1 1,1 1-1,0-1 1,1 0-1,-1 0 1,0 0-1,1 0 1,-1-1-1,5 2 0,0-1 16,-1 0-1,1-1 0,0 0 0,0 0 1,9-1-1,-14 0-44,-1-1 0,1 1 0,0-1 0,-1 1 1,1-1-1,0 0 0,-1 0 0,1 0 0,-1 0 0,1-1 0,-1 1 0,0-1 0,1 1 1,-1-1-1,0 0 0,0 0 0,0 0 0,-1 0 0,1 0 0,1-3 0,4-5-24,0-1 0,-1-1 0,5-13 0,-4 9-18,3-8-169,-1-1 1,-1 0-1,-1-1 0,-2 1 1,0-1-1,-2-1 1,-1 1-1,-1-36 0,-1 38 70,1 3 64,-5-37 0,3 51 80,0 1 0,0 0 1,-1 0-1,0 0 0,0 1 1,-1-1-1,1 0 1,-1 1-1,0 0 0,-7-9 1,9 13-16,-1 0 0,1 0 0,-1 0 1,0 1-1,1-1 0,-1 0 0,0 1 1,0-1-1,1 1 0,-1-1 0,0 1 1,0 0-1,0 0 0,0 0 0,1 0 1,-1 0-1,0 0 0,-3 1 0,0 0 2,1-1 0,-1 1-1,1 1 1,0-1-1,-1 1 1,-6 3 0,1 2 21,2 0 1,-1 1 0,1 0 0,0 1 0,1 0-1,0 0 1,-12 20 0,12-17-613,0-1-1,-1 0 1,0-1 0,-1 0-1,-12 12 1,7-14-3095</inkml:trace>
</inkml:ink>
</file>

<file path=ppt/ink/ink4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2:14:46.27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155 33 4466,'0'0'4338,"-8"4"-3823,7-4-530,-8 4 318,1-1-1,0 2 1,0-1 0,1 1-1,-1 0 1,1 0 0,0 1 0,0 0-1,-6 8 1,6-2-132,-1 0-1,1 0 1,1 1 0,0 0-1,1 1 1,1-1 0,0 1-1,0 0 1,-1 21 0,0 14 344,3 69 0,2-80-117,0-30-322,1 0 1,-1 0 0,1 0-1,1-1 1,0 1-1,0 0 1,0-1-1,1 1 1,0-1 0,5 7-1,-6-9-37,1-1 0,0 1 0,1-1 0,-1 0 0,1 0 0,0 0-1,0-1 1,0 1 0,0-1 0,1 0 0,-1 0 0,1-1 0,0 1 0,-1-1 0,11 3-1,-5-2-12,0-1 1,0-1-1,1 0 0,-1 0 0,0-1 0,1 0 0,-1-1 0,0 0 0,1-1 0,-1 0 0,0 0 0,10-4 0,-11 0-145,-1 0-1,0 0 1,0 0-1,0-1 1,-1 0-1,1-1 1,-2 0-1,1 0 1,-1 0-1,-1-1 1,6-11-1,-1 2-184,-2 0 0,-1-1 1,0 0-1,7-35 0,-9 17-22,-2 0 1,-1 0-1,-5-53 1,2 81 368,0 1 1,-1-1-1,0 1 0,0-1 1,0 1-1,-1 0 1,-1 0-1,1 0 0,-1 0 1,-1 1-1,1 0 0,-7-8 1,7 10-2,1 1 1,-1 0-1,0-1 1,-1 2-1,1-1 1,-1 0-1,0 1 1,0 0-1,0 0 1,0 0-1,0 1 1,0 0-1,-1 0 1,1 0-1,-1 1 1,0-1-1,1 1 1,-10 0-1,-40 1-586,55 0 441,0 0 0,-1 1-1,1-1 1,0 0 0,-1 1-103,1-1 102,0 0 1,0 0 0,0 1 0,0-1 0,-1 0-1,1 0 1,0 1 0,0-1 0,0 0 0,0 1-1,0-1 1,0 0 0,0 1 0,0-1 0,0 0 0,0 1-1,0-1 1,0 0 0,0 1 0,-1 4-1113,-4 12-2460</inkml:trace>
</inkml:ink>
</file>

<file path=ppt/ink/ink4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2:14:47.37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211 4 816,'0'0'7708,"-9"0"-7161,0-1-448,-9-1 276,0 2 0,-18 1 0,32-1-273,0 1 0,0 1 0,0-1 0,0 0-1,1 1 1,-1 0 0,0 0 0,1 0-1,0 0 1,-1 1 0,1-1 0,0 1 0,0 0-1,0 0 1,1 0 0,-1 0 0,1 0 0,-3 5-1,-1 2 58,1 0 0,0 0 0,0 0-1,1 0 1,-4 18 0,-1 28 366,1 1-1,3 0 1,4 87 0,2-92 15,-2-44-442,1 1 1,1-1 0,-1 0 0,2 0 0,2 13 0,-3-19-68,0 0 1,0 0 0,0 0 0,0 0-1,0 0 1,1 0 0,-1 0 0,0 0 0,1-1-1,0 1 1,-1-1 0,1 1 0,0-1-1,0 1 1,0-1 0,0 0 0,0 0-1,0 0 1,0 0 0,0 0 0,0-1-1,0 1 1,5 0 0,1 0-11,0 0-1,0-1 1,0 0 0,-1-1-1,1 1 1,0-1 0,0-1-1,-1 0 1,1 0 0,-1 0 0,1-1-1,-1 0 1,0 0 0,0-1-1,0 0 1,-1 0 0,1-1-1,-1 0 1,8-7 0,-2 0-91,0-1 1,-1 0 0,-1 0-1,0-1 1,0 0-1,-2-1 1,1 0 0,5-16-1,-10 15-106,0 0-1,-1-1 0,0 1 1,-1-1-1,-1 1 1,-1-1-1,-2-22 1,1-5-234,1 34 377,-1 1 0,1-1-1,-1 1 1,-1-1 0,0 1 0,0 0 0,-1 0-1,0 0 1,-1 0 0,0 0 0,0 1 0,-1 0-1,0-1 1,0 2 0,-1-1 0,0 1 0,-8-9-1,11 14 63,0 0 0,0 0 0,1 0 0,-2 0 0,1 1 0,-6-3 0,9 4-26,0 0-24,-1 0 0,0 0 1,1 0-1,-1 0 0,1 0 0,-1 0 1,1 0-1,-1 0 0,0 0 1,1 1-1,-1-1 0,1 0 0,-1 0 1,1 1-1,-1-1 0,1 0 1,-1 1-1,1-1 0,0 0 1,-1 1-1,1-1 0,-1 1 0,1-1 1,0 1-1,-1-1 0,1 1 1,0-1-1,0 1 0,0-1 0,-1 1 1,1-1-1,0 2 0,-9 22-1215,8-20 701,-8 22-2805,2 1-606</inkml:trace>
</inkml:ink>
</file>

<file path=ppt/ink/ink4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2:14:48.28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187 181 5426,'0'0'4568,"0"-8"-3824,0-19-434,0 4 2736,-23 23-2229,0 0-677,12-1-99,0 1 0,0 1 0,0-1 0,1 2 0,-13 2 0,20-3-39,0 0 1,0 0-1,-1 0 1,1 1 0,1 0-1,-1-1 1,0 1-1,0 0 1,1 0 0,-1 0-1,1 1 1,0-1-1,-1 1 1,1-1 0,0 1-1,1 0 1,-1 0-1,0 0 1,1 0 0,0 0-1,-2 5 1,-1 7 91,2 1 0,-1-1 0,2 1-1,0 0 1,1 0 0,2 16 0,0 12 265,-3-34-283,2 0 1,-1-1-1,2 1 0,-1 0 0,1-1 1,0 0-1,1 1 0,0-1 0,6 11 1,-7-17-30,0 1 0,1 0 0,-1-1 1,1 1-1,0-1 0,0 0 0,0 0 1,0 0-1,1 0 0,-1-1 0,1 1 0,0-1 1,0 0-1,0 0 0,0 0 0,0-1 1,0 0-1,0 1 0,0-1 0,1 0 1,-1-1-1,8 1 0,-3-1 54,-1 1-1,1-1 1,-1-1 0,0 0-1,10-2 1,-13 2-83,-1-1 1,0 0-1,1 0 0,-1 0 1,0 0-1,0-1 0,0 1 1,-1-1-1,1 0 0,5-6 1,1-2-244,1-1 0,-1 0 0,-1-1 1,-1 0-1,0-1 0,0 0 0,-1 0 1,-1 0-1,0-1 0,-1 0 0,-1 0 0,0 0 1,-1-1-1,-1 1 0,1-27 0,-3 26-145,0-4-107,0 0 0,-1 0 1,-8-37-1,8 52 487,0 0 0,-1 0-1,1 1 1,-1-1 0,0 0-1,-1 1 1,1-1 0,-1 1 0,0 0-1,0 0 1,0 0 0,-1 0 0,1 1-1,-1 0 1,0-1 0,0 1 0,0 0-1,0 1 1,-1-1 0,-7-3-1,8 5 70,-1-1 0,1 1 0,0 0 0,0 0-1,-1 0 1,1 1 0,0 0 0,-1 0 0,1 0-1,0 0 1,-1 0 0,1 1 0,0 0 0,-1 0-1,1 0 1,0 1 0,0-1 0,0 1-1,0 0 1,0 0 0,0 0 0,1 1 0,-1-1-1,-6 7 1,4-3-318,0 1 1,0 0-1,0 0 0,-7 12 0,-14 35-4872,17-21-595</inkml:trace>
</inkml:ink>
</file>

<file path=ppt/ink/ink4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2:14:49.09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181 88 4706,'0'0'8543,"-34"-3"-6692,29 3-1839,1 1-1,-1-1 1,1 1-1,0 1 1,-1-1 0,1 0-1,0 1 1,0 0-1,0 0 1,0 0-1,0 1 1,1-1 0,-1 1-1,1 0 1,-1 0-1,1 0 1,0 0-1,0 1 1,1-1-1,-1 1 1,-3 5 0,-2 5 85,1 1-1,0 0 1,0 0 0,-6 26 0,6-9 182,2 2 1,1-1-1,1 0 0,2 1 0,7 66 1,-5-91-211,0 1 0,1-1 1,0 0-1,1 0 0,0 0 1,0 0-1,8 14 0,-9-19-31,1 0-1,-1-1 0,1 1 0,-1-1 0,1 1 1,0-1-1,1 0 0,-1 0 0,0 0 1,1-1-1,0 1 0,-1-1 0,1 1 0,0-1 1,0-1-1,0 1 0,0-1 0,7 2 1,-6-2-6,0 0 0,0 0 0,0-1 1,0 0-1,1 0 0,-1 0 0,0-1 1,0 0-1,0 0 0,0 0 0,0-1 1,0 1-1,0-1 0,0 0 0,-1 0 0,1-1 1,5-3-1,-2-1-46,0-1 0,-1 1-1,0-1 1,0-1 0,0 1 0,-1-1 0,7-15-1,1-1-506,-2-1 0,0-1 0,-2 0 0,-1 0-1,-2-1 1,0 0 0,-2-1 0,-1 1 0,-1-1-1,-1-31 1,-1 13-1184,-3-58 668,2 103 1112,0-1 1,-1 1 0,1-1 0,-1 1 0,1 0-1,-1-1 1,0 1 0,0 0 0,0 0 0,0-1 0,0 1-1,0 0 1,-1 0 0,1 0 0,-1 0 0,0 1-1,1-1 1,-1 0 0,0 1 0,0-1 0,0 1-1,0-1 1,0 1 0,0 0 0,-4-2 0,-2 1 182,1 0 1,-1 1-1,0 0 1,0 0-1,0 0 1,-10 2-1,15-1-232,0 0 0,1 1 0,-1-1 1,1 1-1,-1 0 0,0 0 0,1 0 0,0 0 0,-1 0 0,1 1 0,0-1 1,-1 1-1,1 0 0,0-1 0,0 1 0,0 0 0,0 0 0,1 0 0,-3 4 1,1-2-359,0 0 0,1 1 1,-1 0-1,1-1 1,0 1-1,0 0 0,0 0 1,1 0-1,-1 8 1,1 2-3612</inkml:trace>
</inkml:ink>
</file>

<file path=ppt/ink/ink4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2:14:50.18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235 0 5394,'0'0'3858,"-7"0"-3364,1 0-343,0 0 0,0 1 0,0-1 0,-1 1 0,1 0 0,0 1 0,1-1-1,-1 1 1,0 0 0,0 1 0,-5 3 0,-5 3 134,1 1 0,1 0-1,-21 19 1,30-23-232,-1 1 0,0-1 0,1 1 0,0 0-1,1 0 1,0 0 0,0 0 0,0 1 0,-4 13 0,1 11 174,2-1 0,1 1 0,1 0 0,3 48 0,0-71-170,0 2 38,0 0 0,1 0 0,0 0 0,1-1 0,1 1 0,-1 0 0,2-1 0,-1 1 0,7 10 0,-7-15-11,1 1 1,0-1-1,1 0 0,-1 0 1,1-1-1,1 1 0,-1-1 0,1 0 1,0-1-1,0 1 0,0-1 1,0 0-1,1-1 0,9 4 1,-5-3 12,0 0 0,0-2 0,1 1 1,0-1-1,-1-1 0,1 0 0,0-1 0,14-1 1,-21 0-89,0 0 1,1-1-1,-1 0 1,0 0-1,0 0 0,0 0 1,0-1-1,-1 0 1,1 0-1,-1 0 1,1 0-1,-1-1 1,0 0-1,0 0 1,-1 0-1,1 0 0,-1 0 1,0-1-1,4-8 1,2-4-220,0 0 1,-2 0-1,0-1 0,7-27 1,-9 14-423,0 0 1,-2-1 0,-2-53 0,-1 70 464,0 10 125,0-1 1,0 1 0,-1 0 0,1 0-1,-1 0 1,0-1 0,-1 1 0,0 0-1,1 0 1,-1 0 0,-1 1 0,-2-6-1,3 7 57,0 1-1,-1 0 0,1-1 1,-1 1-1,1 0 1,-1 0-1,1 0 0,-1 1 1,0-1-1,0 1 0,0-1 1,0 1-1,0 0 0,0 0 1,0 0-1,-1 1 1,1-1-1,0 1 0,0 0 1,-6 0-1,1 0 63,-1 0 94,-1 0 0,0 0 0,-12 3 0,18-2-180,1 0-1,-1 1 1,1-1 0,-1 1 0,1-1 0,0 1 0,-1 0 0,1 0-1,0 1 1,1-1 0,-6 5 0,-6 9-3697</inkml:trace>
</inkml:ink>
</file>

<file path=ppt/ink/ink4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2:14:51.10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151 46 3554,'0'0'5487,"-5"-1"-4443,-8-2-13,-1 1 0,0 0 0,-24 1 0,36 2-999,0-1 1,1 1-1,-1 0 0,0 0 0,0 0 0,1 0 0,-1 0 0,0 0 1,1 0-1,-1 0 0,1 1 0,-1-1 0,1 1 0,0-1 1,0 1-1,-1 0 0,1-1 0,0 1 0,1 0 0,-1 0 1,-1 1-1,-15 43 311,10-14-34,3 0 0,0 0-1,2 0 1,4 58 0,-1-24 74,-1-56-324,0 0 0,1 0 1,0 0-1,0 0 0,1-1 1,1 1-1,0-1 0,0 1 1,6 10-1,-7-16-31,0 0 0,1-1 1,-1 1-1,1-1 0,0 0 0,-1 0 1,2 0-1,-1 0 0,0 0 0,1-1 1,-1 1-1,1-1 0,-1 0 0,1 0 0,0-1 1,0 1-1,0-1 0,0 0 0,0 0 1,1 0-1,-1 0 0,0-1 0,0 1 1,5-1-1,-5 0-35,1 0 0,-1 0 0,1 0-1,-1 0 1,1-1 0,-1 0 0,0 0 0,1 0 0,-1 0 0,0 0 0,0-1 0,0 0 0,0 0 0,0 0 0,0-1 0,-1 1 0,1-1-1,-1 0 1,1 0 0,-1 0 0,0 0 0,3-4 0,5-7-251,-1 0-1,0-1 1,0 0-1,-2-1 1,0 0-1,-1 0 1,10-33-1,-10 21-510,-2 1-1,-1-1 1,-1-1 0,0-36-1,-3 51 787,0 0-1,-1 0 0,-1 1 1,0-1-1,-1 0 1,-8-24-1,10 34 49,-1 0 1,0 0-1,0 1 0,0-1 0,0 1 1,-1-1-1,0 1 0,1 0 0,-1 0 1,0 0-1,0 0 0,-1 1 1,1-1-1,-1 1 0,1 0 0,-1 0 1,0 0-1,1 0 0,-1 1 0,0-1 1,0 1-1,0 0 0,-1 0 0,1 1 1,0-1-1,0 1 0,-5 0 1,3 0-34,1 0 0,-1 0 1,1 0-1,-1 1 0,1 0 1,-11 3-1,13-3-107,1 0 0,0 1 0,0 0 1,0-1-1,-1 1 0,2 0 0,-1 0 0,0 0 0,0 0 1,1 0-1,-1 0 0,1 1 0,-1-1 0,1 1 0,0-1 1,-1 4-1,-15 48-5338,10-24-1759</inkml:trace>
</inkml:ink>
</file>

<file path=ppt/ink/ink4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2:14:51.90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160 0 5042,'0'0'8519,"-14"1"-7102,8 2-1336,-1 0 0,1 1 0,0 0 0,0 0 0,0 0 0,0 1 0,1 0 0,0 0 0,0 0 0,0 1 0,1-1 0,-6 11 0,-3 5 84,1 0 1,-12 33 0,20-41-123,0 0 1,1 0-1,0 0 1,1 0-1,-1 22 1,4 71 507,1-78-384,-2-21-126,1 1 0,0 0 0,1-1 0,-1 1 0,2-1-1,-1 0 1,1 1 0,0-1 0,0 0 0,1-1 0,0 1 0,7 9 0,-7-12 13,0 1-1,0-1 0,0 0 0,1 0 1,0 0-1,0 0 0,0-1 0,0 0 1,0 0-1,0 0 0,1-1 0,0 0 1,-1 0-1,1 0 0,0-1 0,8 1 1,-9-1-11,1 0 0,0-1-1,-1 0 1,1 0 0,0-1 0,-1 0 0,1 1 0,9-4 0,-11 2-48,0 0-1,-1 0 1,1 0 0,-1-1 0,1 1-1,-1-1 1,0 0 0,0 0-1,0 0 1,0 0 0,4-6-1,2-6-209,1 1 0,-2-2 0,0 1-1,-1-1 1,-1 0 0,0-1 0,-1 1-1,-1-1 1,3-20 0,-2-15-1080,-2-89 1,-4 87 1140,1 52 189,0 0-1,0 0 1,0 0 0,0 0-1,-1 0 1,1 0-1,-1 0 1,1 1 0,-1-1-1,0 0 1,0 0 0,0 0-1,0 1 1,0-1 0,0 0-1,0 1 1,0-1 0,-1 1-1,1-1 1,-1 1 0,1 0-1,-1-1 1,1 1 0,-1 0-1,0 0 1,0 0 0,1 0-1,-1 1 1,0-1 0,0 0-1,-3 0 1,-2 0 90,-1 0 0,1 0-1,-1 1 1,1 0 0,-1 0 0,0 1 0,-7 1 0,11-1-159,1 0 0,-1 0 0,1 1 0,-1-1 0,1 1 0,-1 0 0,1-1 0,0 1 0,0 1 0,-4 3 0,-26 28-2694,33-33 2655,-17 19-4604</inkml:trace>
</inkml:ink>
</file>

<file path=ppt/ink/ink4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2:14:53.27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178 1 6403,'0'0'4642,"-6"0"-3775,-94 0 2383,98 0-3217,1 0 0,-1 0 1,0 0-1,1 1 1,-1-1-1,1 0 0,-1 1 1,0-1-1,1 1 0,-1 0 1,1-1-1,0 1 1,-1 0-1,1 0 0,-1 0 1,1 0-1,0 0 0,0 0 1,0 0-1,0 1 1,0-1-1,0 0 0,0 1 1,0-1-1,-1 3 1,-1 3 32,1 0 0,0 1 0,0-1 1,-1 12-1,0 1 58,-7 44 21,3 1-1,3-1 1,6 89 0,-2-147-123,0 1 0,0 0 0,1 0-1,0-1 1,1 1 0,0 0 0,0-1 0,0 1 0,0-1 0,1 0 0,0 0 0,1 0 0,-1 0 0,1 0 0,0-1-1,1 0 1,-1 0 0,1 0 0,0 0 0,0-1 0,0 0 0,1 0 0,0 0 0,0 0 0,0-1 0,0 0 0,10 3-1,-5-3 39,1 0-1,0-1 0,0-1 0,-1 0 0,1 0 0,21-2 0,-26 0-55,1 0 0,-1 0 0,0-1 0,0 1 1,-1-2-1,1 1 0,0-1 0,-1 0 0,1 0 0,-1-1 0,0 0 0,8-6 0,-2-1-178,0-2-1,-1 1 0,0-2 1,-1 1-1,-1-1 0,0-1 1,-1 0-1,0 0 0,10-32 1,-10 20-123,-1 0 0,-2-1 0,-1 1 1,-1-1-1,0-38 0,-3 48 303,0-1-1,-2 1 1,0 0-1,-7-29 1,9 43 24,-1 1 0,0-1 0,-1 1 0,1-1 0,-1 1 0,1-1 0,-1 1 0,0 0 0,0 0 0,0 0 0,-1 0 0,1 0 0,-1 1 0,1-1 0,-1 1 0,0-1 0,0 1 0,0 0 0,-1 0 0,1 0 0,0 1 1,-1-1-1,1 1 0,-1 0 0,1 0 0,-1 0 0,0 0 0,1 1 0,-8-1 0,5 1 51,-1 0 0,1 0 0,0 0 0,-1 1 0,1 0 0,0 0 0,-9 4 0,13-4-271,-1 1 1,1-1-1,0 1 1,-1 0-1,1-1 1,0 1-1,0 0 0,0 0 1,1 1-1,-1-1 1,0 0-1,1 1 1,-1-1-1,1 1 1,0-1-1,0 1 1,0-1-1,0 1 1,0 3-1,-3 13-4052,1 4-1470</inkml:trace>
</inkml:ink>
</file>

<file path=ppt/ink/ink4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2:14:54.21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208 81 6835,'0'0'5851,"-8"0"-5528,-4 0-282,5-1 93,-1 1 0,1 0 0,-1 0 0,1 1 0,-1 0 0,1 0 0,-1 1 0,1-1 0,0 2 0,-10 3 0,11-2-3,-1 1 0,1 0-1,0 0 1,0 0 0,1 0 0,0 1 0,0 0-1,0 0 1,0 1 0,1-1 0,-3 9 0,1-3-62,2 0 1,0 0-1,0 1 1,1-1 0,1 1-1,-1 15 1,-1 126 354,4-104-165,1-36-201,0 1 0,0-1 0,1 0 0,1 0-1,0 0 1,1 0 0,1 0 0,0-1 0,7 14 0,-9-21-22,0-1 0,0 1 1,1-1-1,0 0 0,0 0 0,0 0 0,0-1 0,1 1 1,0-1-1,0 0 0,0 0 0,0-1 0,1 0 1,-1 0-1,1 0 0,0 0 0,0-1 0,0 0 0,0 0 1,0-1-1,0 1 0,11 0 0,-11-2 12,-2 0-21,0 1 1,0-1-1,0 0 1,0 0-1,1 0 1,-1-1-1,0 1 1,0-1 0,0 0-1,0-1 1,0 1-1,0 0 1,-1-1-1,1 0 1,7-5-1,-3-1-20,0-1-1,-1 0 0,0 0 0,0-1 0,-1 0 0,9-17 1,26-73-336,-29 65-277,-2 0 0,-2 0 0,-1-1 1,3-42-1,-7 16-103,-6-99 0,3 155 658,-1 0 0,0 0 1,0 1-1,0-1 0,0 0 1,-5-9-1,6 13 56,-1 1 1,0-1 0,0 1-1,0-1 1,0 1 0,-1 0-1,1 0 1,0-1 0,-1 1-1,1 0 1,0 0 0,-1 0-1,1 1 1,-1-1-1,0 0 1,1 0 0,-1 1-1,0-1 1,1 1 0,-1 0-1,0-1 1,1 1 0,-1 0-1,0 0 1,-2 0 0,2 0 18,0 1 0,0-1 0,0 1 0,0-1 0,0 1 0,0 0 0,0-1 0,0 1 0,0 0 0,0 0 0,0 0 0,0 1 1,1-1-1,-1 0 0,1 1 0,-1-1 0,1 1 0,-1 0 0,1-1 0,-1 3 0,-4 5 79,1 0-1,-8 18 1,9-20-79,-12 29-108,2 0 0,1 1 0,-10 44 0,19-51-1565,4-10-2329,0-5-1645</inkml:trace>
</inkml:ink>
</file>

<file path=ppt/ink/ink4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2:14:55.17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171 24 5587,'0'0'5458,"-1"0"-5353,0-1 0,0 1 0,0-1 1,0 1-1,0-1 0,0 1 0,0 0 0,-1-1 0,1 1 1,0 0-1,0 0 0,0 0 0,0 0 0,0 0 0,-1 0 0,0 0 1,-15 11 602,1-1 0,1 2 0,-23 20 0,33-26-602,-1 0 0,1 0 0,0 0 0,0 1 0,0 0-1,1 0 1,0 0 0,1 0 0,0 1 0,0-1 0,-3 12 0,1 20 225,1 0 0,2 59 0,2-73-166,0-17-124,1 1 1,-1 0 0,2-1 0,-1 1 0,1-1 0,0 1-1,1-1 1,-1 0 0,2 0 0,6 12 0,-8-16-13,1 0 1,0-1 0,0 1 0,0-1-1,0 0 1,0 0 0,1 0 0,-1 0-1,1-1 1,0 1 0,-1-1 0,1 0 0,1 0-1,-1 0 1,0-1 0,0 1 0,1-1-1,-1 0 1,0 0 0,1-1 0,-1 1-1,7-1 1,-8 0-18,4 0-2,0 0 0,0 0 0,0-1 0,13-3 0,-17 3-24,0 0 1,0 0-1,0-1 0,-1 0 0,1 1 1,0-1-1,-1 0 0,1 0 0,-1-1 0,0 1 1,1 0-1,-1-1 0,2-2 0,5-9-211,-1 1-1,0-1 1,0 0-1,-2-1 1,0 0-1,0 0 1,-1 0-1,3-23 1,-2-1-876,-2 1 1,-1-54 0,-4 85 1168,0 0 0,0 0 1,-1 0-1,0 0 0,0 0 0,0 1 1,-1-1-1,0 0 0,0 1 0,-1 0 1,0 0-1,-5-6 0,0 0 268,0 1 0,-1 1 0,0 0 0,-1 0 0,-13-9 0,22 17-355,-1 1 1,1-1 0,-1 1 0,1 0-1,-1 0 1,1 0 0,-1 0 0,0 0-1,1 0 1,-1 1 0,-3-1 0,5 1-51,0 0 1,0 0 0,0 0-1,0 0 1,0 1-1,0-1 1,0 0 0,1 0-1,-1 1 1,0-1-1,0 1 1,0-1 0,0 1-1,0-1 1,1 1-1,-1-1 1,0 1 0,0 0-1,1-1 1,-1 1-1,0 0 1,1-1 0,-1 1-1,1 0 1,-1 0 0,1 0-1,0 0 1,-1 0-1,1 0 1,0-1 0,-1 1-1,1 2 1,-3 13-3236,-1 33-1,4-7-3570</inkml:trace>
</inkml:ink>
</file>

<file path=ppt/ink/ink4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2:14:56.21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160 94 5074,'0'0'6134,"-22"-6"-3376,20 7-2693,-1-1 0,0 0 0,0 1-1,1-1 1,-1 1 0,1 0 0,-1 0-1,0 0 1,1 0 0,0 1 0,-1-1 0,1 1-1,0-1 1,0 1 0,-3 2 0,-29 36 417,22-23-202,6-9-264,1 1 1,0 0-1,1 0 1,-1 0 0,2 0-1,-1 0 1,2 1-1,-1 0 1,-2 19 0,2 9 102,0 46 1,3-77-83,0 32 99,-1-14 7,4 41 0,-2-58-106,0 0-1,1-1 1,0 0-1,0 1 1,1-1-1,0 0 1,0 0-1,1 0 1,7 11-1,-5-10 33,1 1-1,0-1 0,0 0 1,1-1-1,0 0 0,13 10 1,-15-14-40,0 0 1,0 0-1,0 0 1,1-1-1,-1 0 1,1 0-1,-1 0 1,1-1-1,0 0 1,0 0-1,8-1 1,-13 0-29,6 0-19,0 0 1,0 0-1,0-1 1,12-2-1,-17 1 0,0 1 0,0-1 0,1 1-1,-1-1 1,0 0 0,-1 0 0,1 0 0,0 0 0,0-1-1,-1 1 1,0-1 0,4-4 0,5-8-309,-1-1 1,0 0-1,-1-1 1,-1 0-1,0 0 1,-1-1-1,-1 0 0,-1 0 1,6-37-1,-4-8-804,-2-103-1,-5 157 1256,-1 1 92,1 1 0,-2-1 0,1 1 0,-1 0 0,0 0-1,0-1 1,-1 1 0,0 1 0,0-1 0,-5-8 0,-7-7 739,-26-31-1,30 40-881,8 8-109,-1 1-1,0 0 1,0 1 0,0-1 0,0 0 0,0 1 0,-1 0 0,0 0 0,1 1 0,-1-1 0,0 1 0,0 0 0,-1 0 0,1 1 0,0-1 0,-1 1 0,1 0 0,0 1 0,-1-1 0,1 1 0,-9 1 0,11 0-76,0-1 1,1 1-1,-1-1 0,1 1 1,0 0-1,-1 0 0,1 0 1,0 1-1,-1-1 0,1 0 1,0 1-1,0 0 0,0-1 0,-3 4 1,-23 30-4625,13-9-1138</inkml:trace>
</inkml:ink>
</file>

<file path=ppt/ink/ink4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2:15:51.982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12 184 1473,'0'0'4162,"-1"-3"-3666,-6-5 1500,7 26 813,1 0-3177,8 167 2774,0-83-1433,6 42 12,-15-160-1270,-1-18-546,-5-39 0,-3-1 83,2-1 1,6-115 0,2 96 796,-1 93-42,0 0 1,0-1-1,0 1 1,0-1 0,0 1-1,1-1 1,-1 1-1,0 0 1,1-1 0,-1 1-1,1 0 1,0-1-1,-1 1 1,1 0 0,0 0-1,0 0 1,-1-1-1,1 1 1,2-1 0,10-13 37,-10 11-58,0 1 0,1-1 1,0 1-1,0 0 0,0 0 0,0 0 0,0 1 1,0 0-1,1-1 0,-1 1 0,1 1 0,0-1 0,0 1 1,-1 0-1,1 0 0,6 0 0,1-1 70,1 2-1,-1 0 0,1 0 0,-1 1 1,17 3-1,-26-3-56,0-1 0,0 1 1,0 0-1,-1 0 0,1 1 0,0-1 0,-1 0 1,1 1-1,-1-1 0,1 1 0,-1 0 1,0 0-1,0 0 0,0 0 0,0 0 0,0 1 1,0-1-1,0 0 0,-1 1 0,0 0 0,1-1 1,-1 1-1,0 0 0,0-1 0,0 1 0,0 3 1,1 8 85,0-1 0,-1 1 0,-1-1 0,-1 21 0,0-3 193,1-16-158,0-1-57,0-1-1,-3 19 0,2-27-54,0-1 0,-1 1 0,1 0 0,-1-1 0,0 1 0,0-1 0,-1 1-1,1-1 1,-7 7 0,0 2 8,-2-2-1,0 1 1,0-1-1,-1-1 0,-15 10 1,20-16 9,0 0 1,0 0-1,-1 0 1,1-1-1,-1 0 1,0-1-1,0 1 1,0-2-1,0 1 1,-1-1-1,-11 0 0,20-16 20,0 13-64,1-1-1,0 1 1,0-1 0,0 1 0,0-1 0,0 1 0,0 0-1,1-1 1,-1 1 0,1 0 0,0 0 0,-1 0-1,1 0 1,0 1 0,0-1 0,0 0 0,0 1 0,1-1-1,-1 1 1,0 0 0,5-2 0,2-1 7,-1 0 0,0 1 1,0 0-1,1 1 0,13-2 1,-7 2 6,-1 1 1,0 0 0,0 1 0,29 4 0,-41-3 0,1 0 1,-1 1-1,0-1 1,0 1 0,0-1-1,0 1 1,0 0 0,0-1-1,-1 1 1,1 0 0,0 0-1,-1 1 1,0-1-1,1 0 1,0 4 0,16 36 90,-14-24 76,0 0 0,-1 1 0,0-1-1,-2 1 1,0-1 0,-1 1-1,-4 23 1,4-39-142,-1 1 1,0-1-1,0 1 0,-1-1 0,1 0 0,-1 0 0,1 1 0,-1-1 1,0 0-1,0 0 0,0-1 0,-1 1 0,1 0 0,-1-1 1,1 1-1,-1-1 0,0 0 0,0 0 0,0 0 0,0 0 1,-1-1-1,1 1 0,-5 0 0,-3 3 23,0-2 0,0 1-1,-1-2 1,1 1 0,-23 0 0,18-2-47,3 0-19,0 0 0,0-1-1,0-1 1,-1 0 0,-19-4 0,30 4-32,0 0 0,0 0 0,1 0 0,-1 0 0,0-1 0,1 1 0,-1-1 0,1 1 0,0-1 0,-1 0 0,1 0 0,0 0 0,0 0 0,0-1 0,0 1 0,1 0 0,-1-1 0,1 1 0,-1-1 0,1 0 0,0 1 0,0-1 0,0 0 0,0 0 0,1 0 0,-1 0 0,1 1 0,0-1 0,-1 0 0,2-5 0,-2 2-338,1 5 182,0 0 1,0 0-1,0 0 0,0 0 1,0 0-1,0 0 0,0 0 1,0 0-1,1 0 0,-1 0 1,0 0-1,1 0 0,-1 0 1,0 0-1,2-1 0,11-12-3550</inkml:trace>
</inkml:ink>
</file>

<file path=ppt/ink/ink4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2:15:52.85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12 5491,'0'0'5314,"7"0"-4740,28-4 22,47-4 83,4 8-530,-83 1-125,0-1-1,-1 1 1,1-1 0,0 1-1,-1 0 1,1 0-1,-1 0 1,0 1-1,1-1 1,-1 0 0,0 1-1,0 0 1,1-1-1,-1 1 1,-1 0-1,1 0 1,0 0 0,0 0-1,-1 0 1,1 1-1,-1-1 1,0 0-1,0 1 1,0-1 0,1 4-1,0-3 14,-1 0-1,0 0 1,0 0-1,0 1 1,-1-1-1,1 0 1,-1 1-1,0-1 1,0 1-1,0-1 1,0 0-1,0 1 1,-1-1-1,0 1 1,0-1-1,1 0 1,-2 0-1,1 0 1,0 1-1,-3 3 1,-1-1 16,-1 0 1,0 0-1,0-1 1,0 0-1,-1 0 1,-8 5-1,-49 25 79,31-18 15,-60 30-16,93-47-131,0 0 0,0 0 1,0 0-1,0 0 0,0 0 1,0 0-1,-1 0 0,1 0 0,0 0 1,0 0-1,0 0 0,0 0 1,0 0-1,0 0 0,0 1 0,0-1 1,0 0-1,0 0 0,0 0 1,0 0-1,0 0 0,0 0 0,-1 0 1,1 0-1,0 1 0,0-1 1,0 0-1,0 0 0,0 0 0,0 0 1,0 0-1,0 0 0,0 0 1,0 0-1,0 1 0,1-1 0,-1 0 1,0 0-1,0 0 0,0 0 1,0 0-1,0 0 0,0 0 0,0 0 1,0 1-1,0-1 0,0 0 0,0 0 1,0 0-1,0 0 0,0 0 1,1 0-1,-1 0 0,0 0 0,0 0 1,0 0-1,0 0 0,0 0 1,8 4-2,33 3 129,1-2 0,0-2-1,47-3 1,-62 0-111,-24 0-48,3 0 13,1 0 0,-1 0-1,0 1 1,0-1 0,0 1-1,8 3 1,-13-4-89,1 1 0,-1 0 0,1 0 0,-1 0 0,0 0 0,1 0 0,-1 0 0,0 0 0,0 0 0,0 0 0,1 0 0,-1 1 0,-1-1 0,1 0 0,0 1 0,0-1-1,0 1 1,-1-1 0,1 1 0,-1 0 0,1-1 0,-1 1 0,0-1 0,1 1 0,-1 0 0,0-1 0,0 1 0,0 2 0,0 12-3169</inkml:trace>
</inkml:ink>
</file>

<file path=ppt/ink/ink4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2:15:49.88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40 0 496,'0'0'1585,"0"54"-1057,-3-48-336,0-3 80,-4 3-31,0 0-81,1-3 16,2 0-176,-2 0 0,2-3-256</inkml:trace>
</inkml:ink>
</file>

<file path=ppt/ink/ink4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2:15:50.23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30 0 2017,'-30'30'432</inkml:trace>
</inkml:ink>
</file>

<file path=ppt/ink/ink4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2:16:02.137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227 36 3265,'0'0'6588,"-30"0"-2653,26 1-3931,1-1 1,0 0 0,-1 1-1,1 0 1,0 0 0,-1 0 0,1 0-1,0 0 1,0 1 0,0-1-1,0 1 1,0 0 0,0 0 0,1 0-1,-1 0 1,1 1 0,-5 3-1,0 2-3,-17 14 11,-23 27 1,39-40-10,0 1 0,1 0 0,1 0 0,0 0-1,0 0 1,-5 15 0,9-14 13,0 0 0,0 0 1,1 0-1,0 0 0,1 0 0,2 16 0,0 8 184,-2-27-134,1 1 1,0-1 0,0 0 0,1 1-1,0-1 1,1 0 0,0 0 0,0 0 0,1-1-1,0 1 1,0-1 0,0 0 0,1 0-1,0 0 1,1-1 0,0 0 0,0 0 0,0 0-1,0 0 1,1-1 0,0-1 0,0 1-1,1-1 1,-1 0 0,1 0 0,0-1 0,0 0-1,0-1 1,0 0 0,0 0 0,0 0-1,15 0 1,-8-2-6,-3 0-12,0 0-1,22-3 1,-30 2-50,0 0 1,-1-1-1,1 1 1,0 0-1,0-1 1,-1 0-1,1 0 1,-1 0-1,1 0 1,-1-1-1,0 1 1,4-5-1,8-9-127,0-2 0,-1 0 0,-1 0 0,0-1 0,-2-1 0,0 0 0,-1 0 0,11-38 0,-18 42 90,0 0 1,-2 0-1,0 0 0,-1 0 1,-2-17-1,0-10 13,3 25-6,0 14 40,-1 0 0,1 1 0,-1-1 0,0 0 0,0 1 0,-1-1 0,1 0 0,-1 1 0,1-1 0,-1 1 0,0-1 0,-1 1 0,1-1 0,-1 1 0,1 0 0,-1-1 0,-3-2 0,-1-1-3,-1 1 0,0 0 1,0 0-1,0 1 1,-1 0-1,0 1 0,0-1 1,0 1-1,-1 1 0,1 0 1,-1 0-1,0 1 1,0 0-1,0 0 0,0 1 1,0 0-1,-11 0 0,15 1-10,-1 0 0,0 0 0,1 1 0,-1 0-1,0 0 1,1 0 0,-1 0 0,1 1 0,0 0 0,-1 0-1,1 0 1,0 1 0,0 0 0,0 0 0,1 0-1,-1 1 1,1-1 0,0 1 0,0 0 0,-6 8-1,10-12-12,-19 25-500,4-12-2812</inkml:trace>
</inkml:ink>
</file>

<file path=ppt/ink/ink4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2:16:03.982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0 114 4610,'0'0'10682,"6"0"-9719,-5 0-915,5 1 8,1-1 1,-1 0 0,1-1 0,-1 1-1,0-1 1,0 0 0,1-1 0,-1 0-1,0 0 1,0 0 0,6-4 0,50-35-403,-56 35-18,1 0-1,-1 0 0,1 0 1,-2 0-1,1-1 1,8-13-1,-12 42 580,-1 41 0,-3 165 1590,1 4-3186</inkml:trace>
</inkml:ink>
</file>

<file path=ppt/ink/ink4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2:16:05.72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6 187 4722,'0'0'5675,"-2"-2"-4771,2 2-846,-1-1 0,1 1 0,0 0 0,-1 0 1,1-1-1,0 1 0,0 0 0,0-1 0,-1 1 0,1 0 0,0-1 0,0 1 0,0 0 0,0-1 0,0 1 0,-1 0 0,1-1 0,0 1 1,0-1-1,0 1 0,0 0 0,0-1 0,0 1 0,0 0 0,0-1 0,0 1 0,1 0 0,-1-1 0,0 1 0,0-1 0,13-1 1983,-1 2-2344,-5-1 325,0-1 1,0 1-1,0-2 1,0 1-1,-1 0 0,1-1 1,-1-1-1,1 1 1,-1-1-1,0 0 1,8-7-1,-5 4-635,-1-1 0,0-1 1,0 1-1,-1-1 0,0-1 0,8-13 0,-13 19 523,0-1-1,-1 0 0,0 1 1,0-1-1,-1 0 0,1 1 1,-1-1-1,0-9 0,0 8 2076,0 552 2577,0-545-4562,0-9-3636,0-11-393</inkml:trace>
</inkml:ink>
</file>

<file path=ppt/ink/ink4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2:16:07.857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0 214 10597,'0'0'3575,"24"-9"-3626,72-30-146,-92 38 140,-1-1 1,0 1-1,0-1 0,0 0 1,0 0-1,0 0 1,0 0-1,0-1 1,0 1-1,-1-1 0,0 0 1,1 0-1,-1 0 1,0 0-1,0 0 0,-1 0 1,4-6-1,-4 3-135,0 0 1,0 0-1,-1 0 0,1 0 0,-1 0 0,0 0 0,-2-8 0,1-7-368,-3-11-117,2 24 484,1 22 562,11 260 2867,-12-193-2692,1-30-403,5 64 1,-1-106 196,-1-5-1469</inkml:trace>
</inkml:ink>
</file>

<file path=ppt/ink/ink4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2:16:09.37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0 133 7379,'0'0'4130,"5"-6"-3882,13-14-236,26-30 17,-40 45-206,0-1-1,0 1 1,-1-1-1,0 0 1,0 0-1,0-1 1,3-8-1,-19 180 480,3-65 411,-20 229 1311,26-193-3689</inkml:trace>
</inkml:ink>
</file>

<file path=ppt/ink/ink4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2:16:14.592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175 118 4034,'0'0'4981,"-2"0"-4496,-20 0 571,-25 0 166,44 0-1187,0 0 0,1 1 0,-1-1-1,1 1 1,-1 0 0,1 0 0,0 0 0,-1 0 0,1 0 0,0 0 0,0 1 0,0-1 0,0 1-1,0-1 1,-3 3 0,-2 5 32,1-1-1,-1 1 0,1 0 1,1 0-1,0 1 0,0 0 1,1 0-1,0 0 1,1 0-1,0 1 0,0-1 1,1 1-1,1-1 0,0 1 1,0 14-1,1-10 51,0 12 460,4 32 0,-3-49-437,1-1 0,0 0-1,0 0 1,1 0-1,1 0 1,0 0-1,5 9 1,-2-5 40,1-1-1,1 1 1,0-2 0,20 21 0,-25-28-157,1 0 1,-1 0 0,1-1 0,0 1 0,0-1 0,0-1 0,0 1 0,1-1-1,-1 1 1,1-2 0,-1 1 0,1 0 0,0-1 0,0 0 0,7 0-1,-13-1-22,11 0 64,1 0 0,-1-1 0,23-4 0,-30 4-60,1-1 1,0 0-1,-1 0 1,0 0-1,1-1 0,-1 1 1,0-1-1,0 0 1,-1 0-1,1 0 1,5-8-1,-1 1-105,-1 0 0,0-1 0,-1 1 0,0-2 0,-1 1 0,0 0 0,-1-1 0,0 0 0,0 0 0,-2-1-1,2-12 1,1-23-1052,-1-72-1,-4 101 919,0 6 168,-1 1 0,0-1 0,-1 1 0,0 0 0,0 0 0,-6-13 1,6 17 71,-2 1 0,1 0 0,-1 0 1,0 0-1,-1 0 0,1 1 0,-1-1 1,-1 1-1,1 1 0,-11-9 0,7 6 26,-1 1-1,1 1 1,-1 0-1,-1 0 1,-15-6-1,23 11-12,0-1-1,1 1 1,-1 0 0,0 1-1,0-1 1,0 1-1,0-1 1,0 1 0,0 0-1,0 0 1,0 0-1,-1 0 1,1 1 0,0-1-1,0 1 1,1 0-1,-1 0 1,0 0 0,0 0-1,0 0 1,1 1-1,-1-1 1,0 1 0,1 0-1,-1 0 1,-1 2-1,-5 6-3,0 0 0,1 1 0,1 0-1,0 0 1,0 1 0,-7 18 0,11-21-1044,0-1 1,0 1 0,-1 12 0</inkml:trace>
</inkml:ink>
</file>

<file path=ppt/ink/ink4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2:16:16.76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178 149 3298,'0'0'4305,"0"-1"-4095,0 1 0,0-1 0,0 0 0,0 0-1,0 1 1,0-1 0,-1 0 0,1 1-1,0-1 1,0 0 0,-1 0 0,1 1-1,0-1 1,-1 1 0,0-2 0,-18 2 41,15-1-245,0 0-1,-1 1 1,1 0-1,0 0 1,-1 0-1,1 0 1,0 1-1,0 0 0,-1 0 1,1 0-1,0 0 1,0 1-1,0-1 1,0 1-1,-4 2 1,1 3 21,0 1 0,0-1 1,1 1-1,-1 1 1,2-1-1,-1 1 1,1 0-1,1 0 1,-1 0-1,2 1 1,-1 0-1,-3 18 1,2 3 449,2-1 1,1 60-1,2-72-183,0-10-141,0 1 1,1-1-1,0 1 0,0-1 1,1 1-1,0-1 0,0 0 0,1 0 1,0 0-1,5 8 0,-5-11-85,0-1-1,0-1 1,0 1-1,0 0 1,0-1-1,1 1 1,-1-1-1,1 0 1,0-1-1,0 1 1,0 0-1,1-1 1,-1 0-1,0 0 1,1 0-1,0-1 1,-1 0-1,1 1 1,6-1-1,-3 1-49,-1-1 0,0 0 0,0-1 0,0 1 0,0-1 0,1-1 0,-1 0-1,0 0 1,0 0 0,0-1 0,0 0 0,0 0 0,0 0 0,-1-1 0,1 0 0,-1-1 0,0 0 0,0 1 0,0-2-1,6-5 1,-2 2-86,-1-1 0,-1 0-1,0-1 1,0 0 0,-1 0 0,0-1-1,0 0 1,8-22 0,-10 18-20,0 0 0,-1-1 0,-1 1 0,-1-1 0,0 0 0,0-26 0,-2-132 96,-1 169-12,0 0-1,0 0 0,0 1 1,0-1-1,0 1 0,-1-1 0,0 1 1,0-1-1,0 1 0,-1 0 0,0 0 1,1 0-1,-1 0 0,-1 1 0,1-1 1,0 1-1,-1 0 0,0-1 1,1 2-1,-1-1 0,-5-2 0,-7-4 13,0 0-1,0 2 1,0 0-1,-25-7 1,35 12-5,0 0 0,0 1 1,0 0-1,-1 0 0,1 1 1,0-1-1,0 1 0,-12 2 1,14-1-11,1-1 0,0 1 0,-1 1 0,1-1 0,0 0 0,0 1 0,0 0 0,0-1 0,0 1 0,1 0 0,-1 1 0,0-1 0,1 0 0,-1 1 0,1-1 0,0 1 0,-3 4 0,2 0-126,-1 0 0,1 0 0,0 0 1,0 1-1,-2 8 0,-2 21-3907,5-19-1139</inkml:trace>
</inkml:ink>
</file>

<file path=ppt/ink/ink4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2:16:18.09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155 34 3762,'0'0'5720,"-3"-1"-5251,0 0-347,0-1 0,0 1 0,0 0 0,0 0-1,0 1 1,0-1 0,-1 1 0,1 0 0,0 0 0,0 0-1,-1 0 1,1 0 0,0 1 0,0-1 0,-1 1-1,1 0 1,0 0 0,0 0 0,-4 2 0,3 0-81,0-1 1,0 1 0,0 0-1,1 0 1,-1 0 0,1 1 0,0-1-1,0 1 1,0-1 0,1 1-1,-1 0 1,1 0 0,-3 8-1,-3 9 31,1 0-1,1 0 1,1 1-1,1-1 1,-1 26-1,2 111 1177,4-98-625,-1-51-522,0 1 0,1-1 0,1 0 0,-1 1 0,1-1 0,1 0 0,0 0 0,0 0 0,9 16 0,-10-21-59,1 1 0,0-1 0,0 0 0,1 0 0,-1 0 0,1-1 0,0 1 0,0-1 0,0 0 0,0 0 0,0 0-1,1-1 1,-1 1 0,1-1 0,0 0 0,0 0 0,0-1 0,0 0 0,9 2 0,-5-2 10,0 0 0,-1-1 0,1 0 0,0-1 0,-1 1 0,1-2 0,0 1 0,-1-1 0,0-1 0,1 1 0,11-6 0,-10 2-57,0-1 0,0 1-1,0-1 1,-1-1 0,0 0-1,0 0 1,12-17-1,-8 10-159,-1-1 0,-1 0 0,0-1 0,8-19 0,-13 24-55,-2 0 1,0 0-1,0-1 1,-1 0-1,0 1 0,-1-1 1,0-16-1,-2 25 171,1-22-325,-3-34 0,1 53 345,0-1 1,0 1 0,-1-1 0,0 1 0,0-1-1,-1 1 1,0 0 0,-7-12 0,-46-58-3,48 68 60,1 1-1,-1 0 0,-1 0 1,0 1-1,0 0 0,-12-7 1,17 12-21,0 0 1,0 0 0,0 0-1,0 1 1,0 0 0,0 0-1,0 0 1,-1 0-1,1 1 1,0-1 0,0 1-1,-7 1 1,8-1-29,1 1 1,0-1-1,0 1 1,-1 0-1,1 0 1,0 0-1,0 0 0,0 0 1,0 0-1,0 0 1,0 1-1,1-1 1,-1 1-1,0-1 0,1 1 1,-1 0-1,1 0 1,-1 0-1,1-1 1,0 1-1,0 0 0,0 1 1,-1 2-1,-9 40-5556,8-24-421</inkml:trace>
</inkml:ink>
</file>

<file path=ppt/ink/ink4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2:16:19.52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156 159 5555,'0'0'4996,"0"-6"-4577,0-27 1956,-23 33-1698,19 0-658,0 1 0,0 0-1,0 0 1,1 0-1,-1 0 1,0 1-1,1-1 1,-1 1 0,1 0-1,-1 0 1,1 1-1,0-1 1,0 0 0,0 1-1,0 0 1,0 0-1,1 0 1,-1 0-1,1 0 1,-2 5 0,-4 3-14,2 1 1,-1 1 0,1 0 0,-6 21-1,4 0 205,2 0 0,1 1 0,2-1 0,1 1 0,6 65 0,-4-95-158,1 1 1,-1-1-1,1 1 1,1-1-1,-1 1 1,1-1-1,0 0 1,0 0 0,1 1-1,-1-2 1,1 1-1,0 0 1,0 0-1,1-1 1,0 0-1,-1 0 1,1 0 0,1 0-1,-1-1 1,0 1-1,1-1 1,0 0-1,0 0 1,0-1-1,0 1 1,0-1 0,0-1-1,1 1 1,7 1-1,-3-1-24,1-1-1,-1 0 1,1-1 0,0 0-1,-1 0 1,1-1-1,0 0 1,-1-1 0,1-1-1,-1 1 1,0-2 0,0 1-1,0-1 1,0-1-1,-1 0 1,0 0 0,0-1-1,0 0 1,-1-1-1,0 0 1,0 0 0,7-9-1,-5 6-134,0-1 0,-1-1 1,-1 0-1,0 0 0,0-1 0,-2 1 0,1-2 0,-2 1 0,1-1 0,-2 1 1,0-1-1,-1-1 0,0 1 0,-1 0 0,-1-1 0,0-20 0,-1 32 87,1-6-10,-1 1-1,0-1 1,-1 0 0,0 0-1,0 0 1,0 0-1,-2 0 1,1 1-1,-1-1 1,-7-14 0,-5-2 38,-2-1 0,-1 2 0,-1 0 0,-1 2 0,-1 0 0,-37-30 0,57 51-30,0 0 0,0 0 0,0 0 0,0 0 0,0 0 0,0 1 0,-1-1 0,1 0 0,0 1 0,0-1 0,0 1 0,-1-1 0,1 1 0,0 0 0,-1-1 0,1 1 0,0 0 0,-1 0 0,1 0 0,0 0 0,-1 0 0,1 0 0,0 0 0,-1 1 0,1-1 0,0 0 0,-1 1 0,1-1 0,-2 1 0,1 2-382,0-1 0,-1 0 0,1 1 0,0 0 0,0-1 0,1 1 0,-1 0 0,0 0 0,1 0 0,-2 5 0,-8 22-6479</inkml:trace>
</inkml:ink>
</file>

<file path=ppt/ink/ink4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2:16:21.467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5 244 4466,'-5'0'9292,"9"-1"-9241,-1 1-1,0-1 0,0 1 1,0-1-1,0 0 0,0 0 1,0-1-1,-1 1 0,1-1 1,4-2-1,30-24 66,-19 13-121,9-5-1036,-1-1 1,-2-1-1,31-35 1,-53 54 997,0 0 0,0 0 0,0-1 0,-1 1 0,0 0 1,1-1-1,-1 1 0,0-1 0,-1 0 0,1 1 0,-1-1 1,0 1-1,1-1 0,-2 0 0,1-3 0,0-1 2511,0 20-2228,0 606 4154,3-599-4557</inkml:trace>
</inkml:ink>
</file>

<file path=ppt/ink/ink4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2:16:23.427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79 133 5026,'0'0'4730,"0"-2"-4252,0-17 1976,-1 19-2389,1-1-1,-1 1 0,0 0 0,0 0 0,0-1 0,0 1 0,0 0 0,0 0 0,0 0 0,0 0 0,0 0 0,0 0 0,0 0 0,0 0 0,-2 1 0,0 2-53,0 0 0,0 0-1,1 0 1,-1 1 0,1-1 0,-1 1-1,1 0 1,0-1 0,1 1 0,-1 0 0,-1 7-1,-13 52 116,12-41-96,-2 17 258,2 0-1,1 0 1,4 60-1,1-31 271,-3-62-517,2 0-1,-1-1 1,1 1 0,-1 0-1,2-1 1,-1 1 0,1-1-1,-1 1 1,5 6 0,-5-9-11,1 0 1,0-1-1,0 0 1,0 1-1,0-1 1,0 0-1,0 0 1,0 0 0,1 0-1,-1 0 1,1-1-1,0 1 1,-1-1-1,1 1 1,0-1-1,0 0 1,0 0-1,5 1 1,-1-1 10,1 0 0,0 0 0,-1 0 0,1-1 0,0 0 0,-1 0 0,1-1 0,-1 0 0,1 0 0,-1-1 0,1 0 0,-1 0 0,0-1 0,0 1 0,0-2 0,0 1 0,0-1 0,-1 0 0,1-1 0,-1 1 0,5-7 0,7-6-153,-2-1 1,0-1-1,-1 0 0,-1-1 1,0-1-1,-2 0 0,-1-1 1,0 0-1,-2-1 1,0 0-1,6-26 0,-12 28-132,-1 0-1,-1-1 0,-2-30 0,1 14 157,-1 33 104,0 1 0,0 0-1,0-1 1,0 1 0,0 0 0,-1-1-1,0 1 1,0 0 0,0 0 0,-1 1-1,1-1 1,-1 0 0,0 1-1,-5-7 1,-2 1 95,1 1 1,-1 0-1,0 0 0,-13-7 1,13 9-75,0 1 0,-1 0 0,0 0 0,0 1 0,0 1 0,0 0 0,-1 0 1,1 1-1,-1 1 0,-14-1 0,26 2-77,-1 0 1,0 1-1,1-1 1,-1 0-1,0 1 1,1-1-1,-1 0 1,0 1-1,1-1 1,-1 1-1,1-1 1,-1 1-1,1-1 1,-1 1-1,1 0 1,-1-1-1,1 1 1,0 0-1,-1-1 1,1 1-1,0 0 1,-1 0-1,-6 19-734,6-16 483,-6 23-1985,-3-3-2083</inkml:trace>
</inkml:ink>
</file>

<file path=ppt/ink/ink4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2:16:24.700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182 19 4562,'0'0'5963,"-4"-2"-5323,-1 1-358,0-1-1,0 0 1,0 1-1,0 0 1,-1 0 0,1 1-1,-11-1 1,13 1-208,0 1 0,0-1 0,0 0 0,0 1 0,0 0 0,0-1 0,0 1 0,0 0 0,0 1 0,0-1 0,0 0 0,1 1 0,-1 0 0,0-1 0,1 1 0,-3 3 0,-3 5-19,0 1 1,1 0-1,0 0 0,1 0 0,0 1 1,1 0-1,0 0 0,1 0 0,1 1 1,-1-1-1,0 18 0,-1 16 276,3 85-1,2-82 5,0-42-279,0 0-1,1 0 0,0 0 1,0-1-1,0 1 0,1-1 1,0 1-1,0-1 0,7 12 0,-7-14-24,1 0 0,0 0 0,0 0 0,0-1-1,0 1 1,0-1 0,1 0 0,0 0 0,0 0-1,-1 0 1,2-1 0,-1 1 0,0-1 0,0 0-1,6 1 1,-1 0 6,0-1 0,1 0 0,-1 0-1,0-1 1,1 0 0,-1-1 0,0 0 0,1-1-1,-1 1 1,0-2 0,1 1 0,-1-2 0,0 1-1,0-1 1,-1 0 0,1-1 0,0 0 0,15-10-1,-8 1-121,0 0 0,0-2 0,-1 1-1,-1-2 1,19-26 0,-25 31-71,-2 0 1,1-1-1,-2 1 1,1-1-1,-2-1 1,1 1-1,-2-1 1,0 1-1,0-1 0,0-14 1,-2-105-779,-1 128 941,0-1 1,-1 1-1,0-1 0,0 1 0,0-1 0,0 1 0,-1 0 1,1 0-1,-1-1 0,0 1 0,0 0 0,-1 1 0,1-1 1,-7-7-1,5 7 42,-1 0 1,0 0-1,0 0 0,0 1 1,-1 0-1,1 0 1,-1 0-1,0 1 1,-9-4-1,-8 1 151,0 1 0,0 1-1,0 1 1,-37 1 0,8 1-1185</inkml:trace>
</inkml:ink>
</file>

<file path=ppt/ink/ink4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2:16:25.795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0 210 5090,'2'0'8556,"1"-2"-8484,1 1 0,-1-1 0,0 0 0,0 0 0,-1 0 0,1 0 1,0-1-1,-1 1 0,1-1 0,-1 1 0,3-5 0,24-37-124,-19 28 66,1 0-206,0-1 0,-1-1 0,-1 0 0,11-32 0,-17 120 565,-3 67 322,0 107 221,0-82-3975</inkml:trace>
</inkml:ink>
</file>

<file path=ppt/ink/ink4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2:16:27.09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194 128 4930,'0'0'5416,"-5"0"-4973,-30-3 80,25 1-373,0 1 0,0 1-1,0-1 1,-11 2-1,18 0-143,0-1 1,-1 1-1,1 0 0,0 0 1,0 0-1,0 0 0,0 0 1,1 1-1,-1-1 0,0 1 0,0 0 1,1 0-1,-1 0 0,1 0 1,0 0-1,0 1 0,-4 3 1,2 2-2,-1 0 0,1 1 0,0-1 0,1 1 1,0 0-1,0 0 0,1 0 0,-2 14 1,-3 76-4,6-91 5,1 239 1401,0-239-1310,1-1-1,0 1 0,0 0 1,0 0-1,1-1 0,0 1 1,1-1-1,0 0 0,6 12 1,-7-16-50,0 0 1,0 0 0,0 0 0,1 0 0,-1-1 0,1 1 0,-1-1-1,1 0 1,0 0 0,0 0 0,0 0 0,1 0 0,-1-1 0,0 1-1,1-1 1,-1 0 0,1 0 0,-1 0 0,1 0 0,-1-1-1,1 1 1,6-1 0,-4 0-21,0 0 0,0 0-1,0-1 1,1 0 0,-1 0-1,0 0 1,0-1-1,-1 1 1,1-2 0,0 1-1,0 0 1,-1-1 0,0 0-1,1-1 1,-1 1 0,-1-1-1,1 0 1,5-6 0,3-4-153,0 0 0,-1-1 0,-1 0 0,0-1 0,-1-1 0,-1 1 1,-1-2-1,0 1 0,-1-1 0,-1 0 0,-1 0 0,-1-1 0,0 0 0,-1 0 0,0-33 1,-3 15 74,-5-39 1,3 61 45,-1 0-1,-1 1 1,0-1-1,0 1 1,-11-21-1,9 24-17,-6-15 42,-18-26 1,26 45-24,-1 1 1,0-1 0,0 1-1,-1 0 1,1 1 0,-1-1-1,0 1 1,-13-8-1,18 13 1,1-1-1,-1 0 0,-1 1 0,1-1 0,0 1 0,0-1 1,0 1-1,0-1 0,0 1 0,0 0 0,0-1 0,-1 1 1,1 0-1,0 0 0,0 0 0,0 0 0,-1 0 0,1 0 1,0 1-1,0-1 0,0 0 0,0 0 0,-1 1 0,1-1 1,0 1-1,0-1 0,0 1 0,0-1 0,0 1 0,0 0 1,0 0-1,0-1 0,0 1 0,1 0 0,-1 0 0,0 0 1,0 0-1,1 0 0,-2 2 0,-1 3-57,0 1-1,1 0 1,0 0-1,0 0 1,-1 11 0,-1-2-228,-10 38-2337,-2 2-3319</inkml:trace>
</inkml:ink>
</file>

<file path=ppt/ink/ink4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2:16:28.45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161 44 4738,'0'0'5899,"-14"0"-3437,10 1-2383,-1 0-1,1 0 1,-1 0-1,1 1 0,0-1 1,0 1-1,0 0 1,0 0-1,0 1 0,0-1 1,1 1-1,-1 0 1,1 0-1,-1 0 1,1 0-1,0 0 0,1 1 1,-1 0-1,-4 7 1,-2 3-63,1 1 0,0 0 0,1 0 0,-6 19 0,7-10 24,1-1 1,0 1-1,2 0 1,-1 28-1,3-5 386,7 51 0,-6-90-387,1-1 0,1 0 1,-1 0-1,1 1 0,1-1 0,-1 0 1,1-1-1,1 1 0,-1 0 0,8 10 1,-8-13-22,1 0 0,-1 0 1,1 0-1,0-1 0,0 1 1,1-1-1,-1 0 1,0 0-1,1-1 0,0 1 1,0-1-1,0 0 0,0 0 1,0-1-1,7 2 1,-4-2 15,0 1 1,0-2-1,0 1 1,0-1-1,0-1 1,1 1-1,-1-1 1,0-1 0,0 0-1,0 0 1,-1 0-1,1-1 1,0 0-1,-1-1 1,0 1-1,8-6 1,-2-1-58,0-1-1,-1 0 1,0 0 0,0-1-1,-2-1 1,18-26 0,-14 19-347,-1 0 0,-2-1 1,0-1-1,-1 0 0,-1 0 0,-1-1 1,-1 0-1,-1-1 0,-1 1 1,-2-1-1,2-38 0,-4 47 75,-1 1 0,-1-1 0,-1 1 0,-5-25 0,6 35 291,-1 0 0,1-1 0,-1 1 0,0 0 0,-1 0 0,1 0 0,-1 0 0,0 1 0,0-1 1,0 1-1,0-1 0,-1 1 0,1 0 0,-1 0 0,0 1 0,0-1 0,0 1 0,-7-3 0,1 1 80,-1 2-1,0 0 1,1 0-1,-1 1 1,0 0-1,0 0 1,-16 3 0,5-2-70,19 0-25,0 0 0,-1 1 0,1 0-1,0-1 1,0 1 0,0 0 0,0 0 0,0 0 0,1 1 0,-1-1 0,0 1-1,0 0 1,1-1 0,-1 1 0,1 0 0,0 1 0,-4 2 0,-8 17-3604,10-7-2369</inkml:trace>
</inkml:ink>
</file>

<file path=ppt/ink/ink4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2:16:29.74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125 7 7187,'0'0'3578,"-20"-6"-134,18 6-3383,0 0 0,0 0 0,1 0 0,-1 0-1,0 0 1,0 0 0,0 1 0,0-1 0,0 1 0,0 0 0,0-1-1,1 1 1,-1 0 0,0 0 0,1 0 0,-3 2 0,1 0-53,1 0 0,0 0 0,0 0 0,0 1 0,1-1 0,-1 1 0,-1 5 0,-9 24 29,2 1 0,1 0-1,1 0 1,2 0-1,2 1 1,0 47-1,3-53 177,1-8-52,0-1-1,1 1 1,6 36-1,-5-51-131,0 0 0,0 0 0,0 0 0,1 0-1,-1 0 1,1-1 0,1 1 0,-1-1 0,1 0-1,0 0 1,0 0 0,0-1 0,1 1 0,0-1-1,0 0 1,8 5 0,-3-4 27,0 0 1,1-1-1,-1-1 1,1 1-1,0-2 0,0 1 1,0-2-1,0 0 1,0 0-1,0 0 0,1-2 1,-1 1-1,0-2 0,18-3 1,-22 2-51,-1 1 0,0-1-1,-1-1 1,1 1 0,0-1 0,-1 0 0,0 0 0,0 0 0,0-1-1,-1 0 1,1 0 0,4-7 0,-1 1-43,-1 0 1,0-1-1,-1 1 0,-1-2 0,6-14 1,-6 7-220,-1 0 1,-1-1 0,0 1-1,-2-1 1,0 0 0,-4-27-1,3 32 155,-1 6 40,-1 0 1,0-1-1,0 1 1,-1 0 0,0 0-1,-1 0 1,0 1-1,0-1 1,-8-10-1,4 7 135,-1 0 0,-1 0-1,0 1 1,-1 0-1,-16-15 1,21 23-35,-1-1 0,0 1 0,1 0 0,-2 0 0,1 1 0,0-1 0,-1 2 0,1-1 0,-1 1 0,0 0 0,1 1 0,-1 0-1,0 0 1,-12 1 0,19 0-126,-1 0-1,1 0 1,-1 0-1,1 0 1,0 1-1,-1-1 1,1 0-1,-1 1 0,1-1 1,-1 1-1,1 0 1,0-1-1,-1 1 1,1 0-1,0 0 1,0 0-1,0 0 0,0 0 1,-1 0-1,1 0 1,-1 2-1,-18 27-3324</inkml:trace>
</inkml:ink>
</file>

<file path=ppt/ink/ink4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2:17:16.7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19 3330,'0'0'3420,"-1"-12"-2215,3 6 3040,826 6-1929,-728 7-2193,808-7 125,-879 8 846,-32 3-4205,-15-3-854,-2 3-4428</inkml:trace>
</inkml:ink>
</file>

<file path=ppt/ink/ink4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2:31:32.370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162 0 1761,'0'0'7417,"-3"19"-7055,-23 123 800,-6 31-584,2-26-437,20-62-78,1 89 0,7-149 3,0 0 0,-2 0 0,-6 26 0,4-26 42,1-1 0,1 1 0,0 28 0,4 1791 2989,7-1453-2246,-9-227-800,4 179 200,41 157 256,-32-406-499,-4 1 1,-7 113 0,-1-94-27,2 45 61,-3 174 45,-5-183-6,-2 86-68,-2 123 95,2-102-53,-6 22 29,0 74 46,2 328 448,12-548-280,2 150 88,15-155-256,-3-35-78,27 250 192,-19-129-211,6 44-20,-2-109 28,27 206 55,-46-267-151,-2-19 42,23 121 1,-19-137-74,-1 1 1,-3-1 0,-5 92 0,-1-49-20,0-58 60,-11 61 0,1-8-36,5 149 30,8-180 79,-1-59-48,-7 23-178,6-22 204,-5 19 39,6-20-72,-1 1 27,-1 1 1,1-1 0,0 1-1,0 0 1,0-1 0,0 1-1,0 3 1,0 5 19,1-10-7,0 23 162,0 8-96,0-31-67,1-1-76,-1 0 1,1 0-1,-1 0 1,0 0-1,1 0 1,-1 0-1,1 0 1,-1-1-1,1 1 1,-1 0-1,0 0 1,1 0-1,-1-1 1,1 1-1,-1 0 1,0 0-1,1-1 1,-1 1-1,0 0 1,0-1-1,1 1 1,-1 0-1,0-1 1,1 1-1,-1 0 1,0-1-1,0 1 1,0-1-1,0 1 1,1 0-1,-1-1 1,0 1-1,0-1 1,0-19-2018,-1 9 152,1-12-4406</inkml:trace>
</inkml:ink>
</file>

<file path=ppt/ink/ink4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2:31:39.997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7 68 3314,'-7'0'10148,"348"0"-10009,-314 1-123,39 7 0,-32-3-11,54 9 123,-43-6 56,86 4 0,-112-11-106,1 0-1,0 1 1,0 2-1,22 6 0,-13-5 19,1-1-1,-1-2 0,1 0 0,40-5 0,-5 2-74,242 13 179,-122-2-168,-1 1 93,-2-9-90,313-12 61,-367 7-119,-28 2 11,133 0 483,-120 2-318,18 9-114,-77-4-8,-1-1-25,221 13 89,-131-20-84,220 10 23,193 10-6,-497-18-26,-29-1-3,55-11 0,-52 6-15,35-1-1,207-11-123,-172 10 112,153-24-129,47-2-41,-144 18 148,36 0-17,754 16 16,-749-17 120,1 1-20,397-20 183,-241 28-152,-223 10-8,14-3-67,252 5 72,-254 12-55,-58-4-12,58 8 0,-76-8 1,116 3 0,297-9-32,541-6-195,-634 3-11,-125 3 174,86 21-278,-321-24 256,255 8 105,-92-7-20,226 0-71,-237-5 45,272-11 128,-302 13-113,231-6-27,-254 0-114,17-4 220,1928 12 570,-1860-15-651,4 12 65,-189 0-26,0-1 1,52-10-1,-70 10 82,-1-1-1,1 2 1,0 0-1,17 1 0,7 1 758,87-2 1075,-127 0-984,-135 1-8012,91 4 2780</inkml:trace>
</inkml:ink>
</file>

<file path=ppt/ink/ink4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2:31:58.969"/>
    </inkml:context>
    <inkml:brush xml:id="br0">
      <inkml:brushProperty name="width" value="0.35" units="cm"/>
      <inkml:brushProperty name="height" value="0.35" units="cm"/>
      <inkml:brushProperty name="color" value="#9FAAAF"/>
    </inkml:brush>
  </inkml:definitions>
  <inkml:trace contextRef="#ctx0" brushRef="#br0">584 332 3730,'0'-6'4735,"0"-35"-3523,-1-71-775,0 108-453,1 0 0,-2 0 0,1 0 1,0 0-1,-1 1 0,1-1 0,-1 0 0,0 1 1,-5-7-1,-27-29-300,14 16-138,17 22 451,1-1-1,0 0 1,0 1 0,-1 0 0,1 0 0,0-1 0,-1 2 0,1-1 0,-1 0 0,0 0 0,1 1 0,-1-1 0,0 1 0,1 0 0,-1 0 0,0 0 0,1 0 0,-1 0 0,-4 2 0,-9-2 2,14 1 2,1-1 0,-1 1 0,0-1 0,0 1-1,0 0 1,0-1 0,1 1 0,-1 0 0,0 0 0,1 1 0,-1-1-1,1 0 1,-1 0 0,1 1 0,0-1 0,-1 1 0,1-1 0,-1 3-1,-22 35 27,20-31-22,-5 7 57,2 1-1,0-1 0,1 1 1,0 1-1,1-1 0,1 1 1,1-1-1,0 1 0,1 0 1,0 26-1,2-40-39,0 11 21,-1 1 0,2-1 1,0 1-1,1-1 0,0 1 1,2-1-1,7 23 0,-6-23-40,0-1 0,-1 1-1,0 0 1,-1 0 0,0 0-1,-2 1 1,1 26 0,-2-34 5,0 1 1,0-1 0,-1 0 0,0 0 0,0 1 0,0-1-1,-1 0 1,0 0 0,-6 11 0,-2 6 14,9-19-18,-1 0 0,0 0 0,0-1-1,0 1 1,-1-1 0,0 0-1,-3 4 1,1 0-3,0-1 0,0 1 0,1 0 0,-6 17 0,4-11-4,5-14 4,1 0 0,0 0 1,0 1-1,0-1 0,0 0 0,-1 1 0,1-1 0,0 0 0,0 0 1,0 1-1,0-1 0,0 0 0,0 1 0,0-1 0,0 0 1,0 1-1,0-1 0,0 0 0,0 1 0,0-1 0,0 0 0,0 0 1,0 1-1,0-1 0,0 0 0,1 1 0,-1-1 0,0 0 1,0 1-1,0-1 0,0 0 0,1 0 0,-1 1 0,1-1 5,-1 0-1,1 0 0,0 0 0,0 0 1,-1 0-1,1 0 0,0 0 0,-1 0 1,1-1-1,0 1 0,0 0 0,-1 0 1,1-1-1,0 1 0,-1 0 0,1-1 1,-1 1-1,2-1 0,9-8 86,0 0-1,-1-1 0,0 0 1,0 0-1,12-19 0,2-1-44,25-31-47,-31 36-142,2 1-1,1 0 0,44-38 0,-59 58 114,0 0 0,0 1-1,0 0 1,0 0 0,0 0-1,1 1 1,-1 0 0,1 0-1,12-1 1,2 1 6,38 1 1,-33 1 43,-23 1-20,0-1 1,0 0 0,0 1 0,0 0-1,0 0 1,0 0 0,0 0 0,0 0-1,0 1 1,0-1 0,-1 1-1,1 0 1,4 4 0,32 34 323,-12-10-34,-9-13-92,18 16 32,-33-31-209,-1 0 0,1 0 1,0 0-1,-1-1 0,1 0 1,0 1-1,0-1 1,0 0-1,0 0 0,0-1 1,0 1-1,6 0 99,-18-1-33,-3-1-81,0-1 0,0 0 0,-21-6 0,-26-5-323,-5 9 120,-80 7 0,139-2 195,-1-1 0,1 1 0,-1 0 0,1 1 0,-1 0 1,1-1-1,0 2 0,0-1 0,0 1 0,0-1 0,0 1 0,0 1 1,1-1-1,0 1 0,-1-1 0,1 1 0,1 0 0,-1 1 0,1-1 0,-1 1 1,1 0-1,0-1 0,-3 9 0,-4 11 38,1 0 1,1 1-1,-10 48 1,11-38-23,6-31-9,-4 17 24,0 0 0,-2 0 0,-15 36-1,16-50-154,3-11 52,1-13-105,2 15 125,0-69-363,-1-42-1202,16-124-1,-13 191 3580,-17 62-1331,-23 29-1,-2 2-375,-21 22 247,4 2-1,-57 91 1,109-155-480,1-1-1,0 1 1,0 0-1,1 0 1,0 1 0,0-1-1,1 0 1,0 1 0,0 0-1,-1 11 1,4-19-24,-1 0 1,1 0 0,0 0 0,-1 0-1,1 0 1,-1 0 0,1 0 0,0 0-1,-1 0 1,1 0 0,-1-1 0,1 1-1,-1 0 1,1 0 0,-1-1-1,1 1 1,-1 0 0,1-1 0,0 0-1,7-9 29,1 0 0,-2-1 0,0 1 0,0-2 0,-1 1 0,6-15-1,3-6 5,-7 17-10,87-179-1787,-92 187 1717,-1 0 0,0 0 1,-1 0-1,1 0 0,-1 0 1,-1 0-1,0-11 0,0 18 62,0-1-1,0 1 1,0-1-1,-1 1 1,1 0-1,0-1 1,0 1-1,-1 0 1,1-1-1,0 1 0,-1 0 1,1-1-1,0 1 1,-1 0-1,1-1 1,-1 1-1,1 0 1,0 0-1,-1 0 1,1 0-1,-1-1 1,1 1-1,-1 0 1,1 0-1,-1 0 1,1 0-1,-1 0 1,1 0-1,0 0 1,-2 0-1,-18 0 156,16 1-90,-12-2 115,10 1-171,0-1 1,0 1-1,0 1 1,1-1 0,-1 1-1,0 0 1,0 0 0,0 0-1,1 1 1,-1 0 0,-8 4-1,-8 8 30,-22 19-1,37-27-6,-1 0-1,1 1 1,0 0-1,1 1 1,0 0-1,-7 10 1,12-16-28,0 0 0,0-1 1,0 1-1,0 0 0,0 0 0,1 0 1,-1 1-1,1-1 0,-1 0 0,1 0 1,0 0-1,-1 0 0,1 0 0,0 1 1,1-1-1,-1 0 0,0 0 0,1 2 1,0-2 2,0 0 1,0-1-1,0 1 1,0 0-1,0-1 1,0 1-1,1-1 1,-1 0-1,1 1 1,-1-1-1,1 0 1,-1 0-1,1 0 1,0 0-1,-1 0 1,3 1 0,6 1 31,-1 0 0,0-1 0,1 0 0,-1-1 0,1 0 0,17 0 0,12 0-65,1-3 1,-1-1 0,0-1-1,52-14 1,-56 9-373,1 2 0,0 2 1,0 1-1,48 1 0,-69 3 213,301-6-1297,-280 5 1256,42 2 1,-75 0 236,0 0 0,0-1 0,0 1 0,0 0 1,0 1-1,0-1 0,-1 0 0,1 1 0,0 0 1,-1-1-1,0 1 0,1 0 0,-1 0 0,0 0 0,0 1 1,2 2-1,5 7 331,0 0 0,7 16 0,2 2 177,-11-21-428,1 0 0,1-1 0,16 14 0,-4-4-13,45 52 67,-47-47-51,-17-19-77,1-1 0,-1 1 0,1-1 0,0 1 0,1-1 0,-1 0 0,0 0 0,1-1 0,0 1 0,0-1 0,0 1 0,0-1 0,5 2 1,-4-3-70,0 0 0,-1 0-1,1 0 1,0 0 0,0-1 0,0 0 0,0 0 0,0 0 0,0-1 0,0 1 0,-1-1 0,1 0 0,8-4 0,70-25-181,-82 30 227,-1 0 0,0-1-1,1 1 1,-1 0 0,0 0 0,0-1 0,0 1 0,1 0-1,-1-1 1,0 1 0,0 0 0,0-1 0,0 1 0,1 0-1,-1-1 1,0 1 0,0 0 0,0-1 0,0 1 0,0-1-1,0 1 1,0 0 0,0-1 0,0 1 0,0 0 0,0-1-1,0 1 1,-1 0 0,1-1 0,0 1 0,0-1 0,0 1-1,0 0 1,0 0 0,-1-1 0,1 1 0,0 0 0,0-1-1,-1 1 1,1 0 0,0 0 0,-1-1 0,1 1 0,0 0-1,0 0 1,-1 0 0,0-1 0,-7-3 23,0 1 0,0-1 0,0 1 0,0 1 0,-12-3 0,-5-1 61,-113-40 90,-243-118 0,355 153-41,-1 0-1,0 2 0,0 1 0,-55-9 0,24 11-104,-77 1-1,178 3 1,46-8 1,23-1-27,100 10-754,27 0 12,-38-26 799,-52 4 24,217 4 116,87-10-1829,74-74 21,-489 91 1623,-1-1 0,0-2 0,-1-2 0,-1-1 1,0-1-1,48-37 0,-33 14 40,14-9-136,-40 33-17,-1-2-1,-1 0 1,28-35 0,26-24-129,-16 34 393,-59 43-122,1 1 0,0 0 0,-1-1 1,1 1-1,0 0 0,0 0 0,0 0 0,-1 1 1,1-1-1,0 0 0,0 1 0,0-1 0,0 1 0,1 0 1,-1-1-1,0 1 0,0 0 0,0 0 0,0 0 1,0 1-1,2 0 0,-2 0 36,0 0-1,0 0 1,0 0 0,0 1 0,0-1-1,0 1 1,0-1 0,-1 1-1,1 0 1,0-1 0,-1 1 0,0 0-1,1 0 1,-1 0 0,1 3 0,3 8 181,0 1 0,-1-1 1,0 1-1,2 23 1,-1 11 28,-3 0 0,-3 53-1,-1-20-45,0-26-117,-15 79 0,-1 12-86,17-138-43,1 0 0,-2 0 1,1 0-1,-4 11 0,4-18-43,1-3-211,1-15 136,0 1 0,1 0 0,1 0 0,1 1 0,9-30 0,40-74 27,-10 26-313,-30 60 194,-1 1 0,-2-2 0,0 1 0,-3-1 0,-1-1 0,4-68 0,-10 102 303,-1 2-82,0-1 0,0 1 0,0-1 0,0 1 0,0 0 0,0-1 0,0 1 0,0 0 0,1 0 0,-1 0 0,0-1 0,1 1 0,-1 0 0,1 0 0,-1 0 0,1 0 0,-1 0 0,1 0 0,-1 0 0,1 0 0,0 0 0,0 0 0,0 0 0,-1 2 0,0 3 85,-8 27 350,1 0 0,2 1 0,-3 54 0,7 105 1318,2-117-1115,0 39 1,0-113-637,0 0-1,0 0 1,0 0-1,0 0 0,0 0 1,1 0-1,-1 0 0,0 0 1,1 0-1,0 0 1,-1 0-1,1 0 0,0-1 1,2 4-1,-2-4 6,1 0-1,-1 0 1,1 0 0,0 0-1,-1 0 1,1-1 0,0 1-1,-1-1 1,1 1 0,0-1-1,0 0 1,-1 0-1,1 0 1,0 0 0,0 0-1,1 0 1,0 0 6,-1 0 0,1-1 0,-1 1-1,1-1 1,-1 0 0,1 1 0,-1-1 0,0 0 0,1 0 0,-1-1 0,0 1-1,0 0 1,0-1 0,3-1 0,0-2 0,-1 0 0,1 0 0,-1 0 0,0-1 0,4-6 1,2-5-78,-2 0 1,0-1 0,6-19-1,-8 14-172,-1 0-1,0 0 0,-2-1 1,-1 1-1,0-1 1,-5-45-1,2 59 169,0 1-1,-1 0 1,-1-1 0,0 1 0,0 0-1,-1 1 1,-5-11 0,-1 1 88,-1 1 1,-17-22-1,25 36 33,3 2-16,-1 0 0,0 0 0,0 0 0,0 0 0,1 0 0,-1 0 0,0 0 0,0 0 0,0 0 0,0 0 0,-1 1 0,1-1 0,0 0 0,0 1 0,0-1 0,-1 1 0,1-1-1,-2 1 1,3 20 107,1-3-83,1 1 1,0-1-1,1-1 0,0 1 1,2 0-1,8 20 0,49 95 217,-48-104-169,-3-6-36,79 145 255,-74-141-309,2 0 1,0-1 0,2-1-1,23 23 1,-40-44-39,1 1 0,-1-1-1,1 0 1,0 0 0,0-1-1,0 1 1,0-1 0,0 0-1,0 0 1,1 0 0,-1-1-1,1 1 1,-1-1 0,1 0-1,-1-1 1,7 1 0,-9-1 6,-1 0 1,1 0 0,-1 0 0,0-1 0,1 1 0,-1-1 0,0 1-1,0-1 1,1 1 0,-1-1 0,0 0 0,0 0 0,0 0 0,0 1 0,0-1-1,0 0 1,0 0 0,0 0 0,0-1 0,0 1 0,0 0 0,-1 0-1,1 0 1,-1-1 0,1 1 0,-1 0 0,1-1 0,-1 1 0,1-2 0,1-5-75,-1 0 1,1-1-1,-1-12 1,0 15 20,-1 4 34,2-112-788,-3 102 709,0 1 1,-1-1 0,0 0-1,-1 1 1,0 0-1,-1-1 1,-8-15 0,3 9 28,-1 1 0,-1 0 0,0 1 1,-1 0-1,-1 1 0,-19-18 0,24 26 64,0 0 0,-1 1 0,1 0 0,-1 1 0,-1 0 0,1 0 0,-1 1 0,0 0 0,0 0 0,0 1 0,0 1 0,0 0 0,-18-1 0,8 1 116,0 2 1,-23 2 0,35-1-92,1 1 0,-1-1 0,1 1 0,-1 1 0,1-1 1,0 1-1,0 1 0,-10 5 0,-14 11 137,1 1 0,-36 35 0,55-46-92,1 0 1,0 1 0,0 1 0,1-1 0,1 1 0,0 1-1,1 0 1,-10 24 0,16-35-55,0 1 0,0 0 0,0-1 0,1 1 0,-1 0 0,1 0 0,0 0 0,0-1-1,0 5 1,0-7-18,0 1-1,1 0 0,-1 0 0,0 0 0,0 0 0,1-1 1,-1 1-1,1 0 0,-1 0 0,1 0 0,-1-1 0,1 1 1,-1 0-1,1-1 0,-1 1 0,1-1 0,0 1 1,0-1-1,-1 1 0,2 0 0,2 0-52,1 0-1,-1 0 1,1 0 0,-1 0 0,1-1-1,0 0 1,-1 0 0,9-1-1,-1 0-11,-2 0-121,0 0 0,0-1 0,1-1 1,-1 0-1,0 0 0,-1-1 0,1 0 1,-1-1-1,0 0 0,0-1 0,14-10 0,10-11-1004,44-48-1,-60 58 871,-16 16 355,0 1 1,0-1-1,-1 1 1,1-1-1,-3-14 1778,1 15-1760,-2 1 96,-1-1 0,1 1-1,-1 0 1,1 0-1,0 0 1,-1 0 0,-3 2-1,-5 5 70,-1 1-1,2 0 1,-17 15-1,2 0 32,-46 41 797,3 3 1,-81 103-1,142-165-1000,7-15-97,8-19-227,13-34-632,19-66-43,-33 104 816,-2 0-1,0-1 0,0-37 1,-4 38 743,-2 26-453,-3 3-97,0 0 0,0 1 1,0-1-1,1 1 0,0 0 1,0 0-1,1 0 0,0 1 1,-3 8-1,-5 7 116,-45 100 360</inkml:trace>
</inkml:ink>
</file>

<file path=ppt/ink/ink4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2:31:59.918"/>
    </inkml:context>
    <inkml:brush xml:id="br0">
      <inkml:brushProperty name="width" value="0.35" units="cm"/>
      <inkml:brushProperty name="height" value="0.35" units="cm"/>
      <inkml:brushProperty name="color" value="#9FAAAF"/>
    </inkml:brush>
  </inkml:definitions>
  <inkml:trace contextRef="#ctx0" brushRef="#br0">3 12 7043,'0'0'6086,"-1"22"-5697,-1 67-79,4-66-81,-2-22-229,0-1 0,0 0 1,1 0-1,-1 0 0,0 0 1,0 0-1,0 0 0,0 0 0,0 0 1,0 0-1,0 0 0,0 0 0,0 0 1,1 0-1,-1 0 0,0 0 1,0 0-1,0 0 0,0 0 0,0 0 1,0 0-1,0 0 0,1 0 0,-1 0 1,0 0-1,0 0 0,0 0 1,0 0-1,0 0 0,0 0 0,0 0 1,1 0-1,-1 0 0,0 0 0,0 0 1,0 0-1,0 0 0,0 0 1,0 0-1,0-1 0,0 1 0,0 0 1,0 0-1,1 0 0,-1 0 0,0 0 1,0 0-1,1-1 27,1 0-14,0 1 1,0-1-1,0 1 0,0-1 1,0 0-1,0 0 0,0 0 1,0 0-1,0 0 0,-1 0 1,1-1-1,0 1 0,-1 0 1,1-1-1,-1 1 0,0-1 1,1 0-1,-1 0 0,0 1 1,0-1-1,0 0 0,0 0 0,1-4 1,4-7-149,-1-1 0,4-19 0,-6 21-103,-3 12 232,2-5-89,-1 0 0,0-1 1,0 1-1,1-12 141,2 21 443,2 10-109,0-1 1,6 26 0,-9-28-193,0 0 1,0-1-1,1 1 0,0-1 1,1 0-1,1 0 1,10 15-1,-15-24-177,-1 0-1,1 0 1,0 0 0,-1-1-1,1 1 1,0 0 0,0-1-1,0 1 1,0 0 0,0-1-1,0 1 1,0-1 0,0 1-1,0-1 1,1 1 0,-1-1-22,-1 0 0,0 0 0,1-1 0,-1 1 0,0 0 0,1 0 1,-1 0-1,1 0 0,-1-1 0,0 1 0,1 0 0,-1 0 1,0 0-1,0-1 0,1 1 0,-1 0 0,0-1 0,1 1 0,-1 0 1,0-1-1,0 1 0,0 0 0,1-1 0,-1 1 0,0 0 1,0-1-1,0 0 0,1-4-192,0-1 0,0 1 0,0-1 0,-1-8-1,0 3 16,5-23 1279,-1 39-979,-1 0-1,0 0 1,-1 0-1,1 0 1,2 8-1,-3-5-24,2 0-1,-1-1 1,8 12-1,-10-17-101,0-1-1,0 1 1,0-1-1,1 0 1,-1 1-1,0-1 0,1 0 1,-1 0-1,1 0 1,-1 0-1,1 0 1,0 0-1,-1-1 1,1 1-1,0 0 1,0-1-1,0 1 0,-1-1 1,1 0-1,3 1 1</inkml:trace>
</inkml:ink>
</file>

<file path=ppt/ink/ink4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2:32:02.438"/>
    </inkml:context>
    <inkml:brush xml:id="br0">
      <inkml:brushProperty name="width" value="0.35" units="cm"/>
      <inkml:brushProperty name="height" value="0.35" units="cm"/>
      <inkml:brushProperty name="color" value="#9FAAAF"/>
    </inkml:brush>
  </inkml:definitions>
  <inkml:trace contextRef="#ctx0" brushRef="#br0">418 102 4786,'2'-4'6296,"6"-16"-4596,-13 22-1076,0 2-514,1 1-1,0 0 0,-1 0 1,1 0-1,1 0 1,-1 1-1,-4 9 0,-4 7 1,-123 217 193,34-57-102,-25 28 362,115-188-171,10-21-440,2-7-680,4-13 704,0 0 1,1 0 0,2 1-1,15-30 1,-12 25-29,143-275-1421,-37 79-55,-95 170 1335,-16 32 267,2 1 1,0 1-1,13-21 0,-20 35 103,-1 1-141,1-1-1,-1 1 1,0 0-1,1 0 0,-1 0 1,0-1-1,1 1 1,-1 0-1,0 0 0,1 0 1,-1 0-1,0 0 1,1 0-1,-1 0 1,1 0-1,-1 0 0,0 0 1,1 0-1,-1 0 1,1 0-1,-1 0 0,0 0 1,1 0-1,-1 0 1,0 0-1,1 0 1,-1 1-1,0-1 0,1 0 1,-1 0-1,0 0 1,1 1 35,0 0-36,9 11 352,4 14 140,-1 1-1,13 41 1,-2-5-93,1-2-47,190 401 1494,-207-447-1810,0-1 0,1 0 0,1-1 0,0 0 0,18 17 0,-28-29-65,1 0-1,0 0 0,0 0 0,0 0 0,0 0 0,0-1 0,0 1 0,0 0 0,1-1 0,-1 1 0,0-1 0,0 1 0,0-1 0,1 0 0,-1 0 0,2 1 0,-3-1-5,0 0 1,0 0-1,1 0 0,-1 0 1,0 0-1,0 0 0,0 0 1,1-1-1,-1 1 1,0 0-1,0 0 0,0 0 1,0 0-1,1 0 1,-1 0-1,0-1 0,0 1 1,0 0-1,0 0 0,1 0 1,-1 0-1,0 0 1,0-1-1,0 1 0,0 0 1,0 0-1,0 0 0,0-1 1,0 1-1,0 0 1,0 0-1,0 0 0,0-1 1,0 1-1,0 0 0,0 0 1,0-1-1,0 1 1,0 0-1,0 0 0,0 0 1,0-1-1,0 1 0,0 0 1,0 0-1,0-3-20,-1-4-55,0-1 0,-1 1 0,1 0 0,-2 0 0,1 0 0,-1 0 0,0 0-1,0 1 1,0-1 0,-9-11 0,1 3-106,-1 0-1,0 1 0,-20-18 0,11 13 30,-1 2-1,-1 0 0,0 2 0,-1 0 1,0 2-1,-2 0 0,1 2 0,-1 1 0,-1 1 1,0 1-1,0 1 0,-1 2 0,1 0 1,-40 0-1,-59 5 230,126 0-67,-1 0 0,0 0 1,1 1-1,-1-1 0,0 0 0,1 0 0,-1 1 0,0-1 0,1 0 1,-1 1-1,1-1 0,-1 1 0,1-1 0,-1 1 0,1-1 0,-1 1 1,1-1-1,-1 1 0,1-1 0,0 1 0,-1 0 0,1-1 1,0 1-1,-1-1 0,1 1 0,0 0 0,0-1 0,0 1 0,0 0 1,-1 0-1,1-1 0,0 1 0,0 0 0,0-1 0,1 1 0,-1 0 1,0-1-1,0 1 0,0 0 0,0-1 0,1 1 0,-1 0 0,0-1 1,1 1-1,-1 0 0,0-1 0,1 1 0,-1-1 0,1 1 1,0 0-1,1 2 21,1-1 0,-1 1 0,1-1 0,-1 1 1,1-1-1,0 0 0,0 0 0,0 0 0,0-1 0,1 1 1,-1-1-1,0 1 0,7 0 0,51 9 61,-56-10-84,76 5 166,83-5 1,-85-2-183,-25-1-161,1-3-1,-1-2 0,0-3 1,55-16-1,-102 25 172,0 0 1,0 1-1,0-1 0,0 2 1,0-1-1,0 1 0,0 0 0,0 1 1,0-1-1,-1 1 0,1 1 1,0-1-1,9 7 0,24 6-18,37 4-115,33 11-28,-97-25 114,1 1-1,-1 0 1,0 1-1,-1 0 1,23 17-1,-20-11 26,0 2 0,0 0 0,-2 0-1,0 1 1,0 1 0,17 32 0,-29-47 26,2 4 11,0 0 0,0 0 0,1 0 0,0-1-1,0 1 1,0-1 0,1 0 0,0 0 0,0-1 0,7 6 0,-11-9-32,-1-1 0,1 0-1,-1 0 1,1 1 0,-1-1 0,1 0 0,-1 0 0,1 0 0,-1 0 0,1 0-1,-1 0 1,1 0 0,-1 0 0,1 0 0,-1 0 0,1 0 0,-1 0 0,1 0-1,-1 0 1,1 0 0,-1-1 0,1 1 0,-1 0 0,1 0 0,-1 0-1,0-1 1,1 1 0,-1 0 0,1-1 0,-1 1 0,0 0 0,1-1 0,-1 1-1,1-1 1,5-17-134,-5 15 110,35-96-1067,-31 105 1725,5 13-369,24 52 202,-14-31-403,-1 0 1,-2 1-1,-1 1 0,13 65 1,-19-52 46,-10-55-99,0 0 0,0 0-1,0 0 1,0 0 0,0 0 0,0 0 0,0 1 0,0-1 0,0 0 0,0 0 0,0 0 0,0 0 0,0 0 0,0 0 0,0 1-1,0-1 1,0 0 0,0 0 0,0 0 0,0 0 0,0 0 0,0 0 0,0 1 0,1-1 0,-1 0 0,0 0 0,0 0-1,0 0 1,0 0 0,0 0 0,0 0 0,0 0 0,0 0 0,0 1 0,1-1 0,-1 0 0,0 0 0,0 0 0,0 0-1,0 0 1,0 0 0,0 0 0,0 0 0,1 0 0,-1 0 0,0 0 0,0 0 0,0 0 0,0 0 0,0 0 0,0 0-1,1 0 1,-1 0 0,0 0 0,0 0 0,0 0 0,0 0 0,0 0 0,0 0 0,0-1 0,1 1 0,-1 0 0,0 0-1,0 0 1,0 0 0,3-11-292,-3-85-425,-1 96 738,1 0 1,0-1-1,-1 1 1,1 0-1,0-1 1,-1 1-1,1 0 1,-1-1-1,1 1 1,0 0 0,-1 0-1,1 0 1,-1-1-1,1 1 1,-1 0-1,1 0 1,-1 0-1,1 0 1,-1 0-1,1 0 1,-1 0 0,1 0-1,-1 0 1,0 0-1,-19 0 414,14 0-244,2 1-121,-1-1 0,0 1 0,0 0 0,1 0-1,-1 0 1,-8 5 0,8-4-39,0 0 0,0-1 0,0 1 0,0-1-1,0 0 1,0 0 0,-6-1 0,-4 1-17,-4-1-23,-29-3 0,41 1-12,0 1 1,1-1 0,0 1-1,-1-2 1,1 1-1,0-1 1,0 0-1,-6-4 1,-10-8-7,3 2 14,-32-16 0,44 25 9,-1 1 0,1 1 0,0-1 0,-1 1 0,0 1 0,0-1-1,1 1 1,-12 0 0,17 1 21,1 0-1,-1 0 1,0 0-1,0 0 1,1 0-1,-1 0 1,0 0-1,0 1 0,1-1 1,-1 0-1,0 1 1,1 0-1,-1-1 1,0 1-1,1 0 1,-3 2-1,3-1 8,0 0 1,0 0-1,0 0 0,0 0 0,1 0 0,-1 0 0,1 1 1,0-1-1,-1 0 0,1 0 0,0 0 0,1 5 0,-2 10 141,3 24 215,-2-39-354,1 1 0,-1-1 0,1 0 0,0 0 0,0 0 0,0 1 0,0-1 0,0 0 0,1-1 0,-1 1 0,1 0 0,-1 0 0,1 0 0,-1-1 0,4 3 0,4 2 0,0-1 0,0 0 0,0-1 0,1 0 0,0 0-1,0-1 1,0 0 0,0 0 0,15 0 0,13 1 21,49-3 1,-22-1-56,-38 1-4,-12-2-16,1 2 1,-1 0-1,0 1 1,18 4-1,-95-3-236,-78 2 236,117-3 53,1 2-1,-1 0 1,1 1 0,-25 10 0,40-9 117,12-3 12,14 0-9,8-1-118,-1-2 0,1-1 0,-1-1 0,1-1 0,-1-1 0,0-2 0,-1 0 0,1-2 0,25-11 0,-50 18-76,1 0-1,0 1 1,0-2-1,-1 1 1,1 0-1,-1 0 1,1 0-1,-1-1 1,0 1-1,1-1 1,-1 1-1,0-1 1,0 1 0,0-1-1,0 0 1,0 0-1,0 1 1,-1-1-1,1 0 1,0 0-1,-1 0 1,0 0-1,1 0 1,-1-3-1,0 3-131,0 1-1,0-1 0,-1 0 1,1 1-1,0-1 0,-1 1 1</inkml:trace>
</inkml:ink>
</file>

<file path=ppt/ink/ink4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2:32:06.998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205 31 1409,'0'0'5730,"1"-6"-5396,-1 0-248,0 4-34,0 0 0,0 0 0,1 0-1,6-9 4339,-8 25-4500,-4 2 286,-1-1 0,-9 19 0,-7 16 88,-19 85 264,-32 176 0,64-264-416,-1-2-81,0-2-57,2 1 0,-5 86-1,13-129-79,7-12-1765,8-36 663,-7 23-428,12-30 1,6-12-878,-15 30 501</inkml:trace>
</inkml:ink>
</file>

<file path=ppt/ink/ink4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2:32:07.417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1 1 3121,'0'0'7318,"4"10"-5354,55 113-180,-11-26-1052,-17-28-287,140 338 1524,-167-395-1978,-1 1-1,-1-1 1,0 1-1,0 0 1,-1 0-1,-1 13 1,0-25-16,0-1 1,0 0 0,0 1 0,-1-1 0,1 1-1,0-1 1,0 0 0,-1 1 0,1-1 0,0 0-1,-1 0 1,1 1 0,0-1 0,-1 0 0,1 0-1,-1 1 1,1-1 0,0 0 0,-1 0 0,1 0-1,-1 0 1,1 0 0,0 0 0,-1 1 0,1-1-1,-1 0 1,1 0 0,-1 0 0,1-1 0,-17 2-703,14-1 512,-1 0-29,1 0 1,-1 0-1,0 0 1,1-1-1,-1 1 0,0-1 1,1 0-1,-4-1 0,5 0 110,0 1 0,0 0 0,0-1 0,1 1 0,-1-1 0,0 1 0,1-1 0,-1 0 0,1 0 1,0 1-1,-1-1 0,1 0 0,-1-3 0,-8-16-2835,-9-28 0,18 44 2546,-13-37-4699</inkml:trace>
</inkml:ink>
</file>

<file path=ppt/ink/ink4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2:32:07.760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1 1 3282,'0'0'8900,"177"33"-7604,-120-33-800,-7 0-288,-7 0-111,-13 0-97,-6-6-161,-11 0-111,-10 0-1665</inkml:trace>
</inkml:ink>
</file>

<file path=ppt/ink/ink4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2:32:08.131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0 1 4610,'0'0'5440,"5"0"-4722,3 0-303,44-1 739,0 3 1,74 12 0,-101-8-1146,5 1-71,-10-5-3263</inkml:trace>
</inkml:ink>
</file>

<file path=ppt/ink/ink4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2:32:08.736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10 0 3458,'0'0'4458,"-1"4"-3722,-1-1-406,1-2 4,0 1 0,0 0 0,1 0 0,-1 0 0,0 0 1,1 0-1,-1 0 0,1 0 0,-1 4 1056,182-15 356,-6 0-1555,-167 9-164,-5 0 15,-1 0 1,0 0-1,0 0 0,0 0 1,1 0-1,-1 0 1,0 1-1,0-1 0,4 2 1,-5-1-34,-1 0 1,1 0 0,0-1-1,-1 1 1,1 0 0,0 0-1,-1 0 1,1 0 0,-1 0-1,1 0 1,-1 0 0,0 0-1,1 0 1,-1 0 0,0 0-1,0 0 1,0 0-1,0 1 1,0-1 0,0 0-1,0 0 1,0 1 0,3 30-568</inkml:trace>
</inkml:ink>
</file>

<file path=ppt/ink/ink4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2:32:09.962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54 61 768,'0'0'6633,"-3"0"-5635,-2 0-580,-18-1 3064,22 1-3427,0 0 1,1 0-1,-1 0 1,0 0-1,0 0 1,1 0-1,-1 1 1,0-1-1,0 0 1,1 0-1,-1 0 1,0 1-1,1-1 0,-1 0 1,0 1-1,1-1 1,-1 1-1,1-1 1,-1 1-1,1-1 1,-1 1-1,1-1 1,-2 2-1,-1 19 169,1 0 0,1 1 0,3 38 0,0-8-90,-2 15 640,3 1-1,24 130 1,-25-190-604,4 13-533,-5-18-32,-4-11-92,-4-18-74,2-1 0,1 1 0,1-1 1,1-34-1,-1 13 209,-3-244 464,6 288-101,1 0 0,-1 0 0,1 0 0,0 0 0,0 0 0,0 0 0,1 0 0,-1 0 0,1 0 1,0 1-1,3-6 0,-3 7-9,0-1 1,-1 1 0,1 0-1,0 0 1,0 0 0,0 0 0,1 0-1,-1 1 1,0-1 0,1 1-1,-1-1 1,1 1 0,-1 0-1,1 0 1,-1 0 0,1 0 0,3-1-1,19-1 135,2-1-66,33 0-1,-51 4-21,-1 0 0,0 0 1,0 1-1,0 0 0,0 0 1,0 1-1,12 4 0,-17-4-18,1 0-1,-1 0 0,0 0 0,0 1 0,0-1 0,0 1 0,0 0 0,0 0 0,-1 0 0,1 0 1,-1 0-1,0 0 0,0 1 0,0-1 0,0 1 0,-1-1 0,3 8 0,-1 1 156,0 1 0,-1 0 0,-1 0 0,0-1 0,-1 25 0,0-18 8,-1-12-170,0-1 0,0 0 0,-1 1 0,1-1-1,-2 0 1,1 0 0,0 0 0,-1-1 0,0 1 0,-1-1 0,1 1 0,-5 5-1,-10 10-24,-27 27-1,39-42 10,-33 27 95,36-30-203,0-1 0,0-1 0,0 1 0,0 0 0,0-1 0,-1 0 0,1 0 0,-1 0 0,1 0 0,-1 0 0,-5 0 0,11-2 56,-1 1 0,1-1-1,-1 0 1,1 1 0,-1-1-1,1 0 1,-1 0-1,0 0 1,1 0 0,-1 0-1,0-1 1,1-1 0,10-7 23,-7 7 25,1 1-1,-1-1 1,1 1 0,0 0-1,0 0 1,0 0 0,0 1 0,10-1-1,53 2-76,-34 1 59,-32-1 12,0 0-1,0 0 1,0 1-1,1-1 1,-1 1-1,0 0 1,0 0-1,0 0 1,0 0-1,0 0 1,0 1-1,-1-1 0,1 1 1,0 0-1,-1 0 1,4 2-1,-3 0 61,0 0 0,1 0-1,-2 0 1,1 1-1,0-1 1,-1 1 0,0-1-1,0 1 1,2 7-1,-1 1 154,0 0-1,-1-1 1,-1 1-1,0 0 1,0 1-1,-2-1 1,-2 18-1,1-22-168,0-1 0,-1 1 0,0 0-1,0-1 1,-1 0 0,0 0 0,-1 0-1,0 0 1,0-1 0,-1 1 0,0-2-1,0 1 1,0 0 0,-1-1 0,-7 5-1,4-3-32,0-1 0,0 0-1,-1-1 1,0 0 0,0-1-1,-1 0 1,1-1 0,-1 0-1,0-1 1,-18 3-1,18-4-20,0-1-199,0 0 0,1 0 0,-20-2 0,28 1 33,1-1 1,-1 1-1,0-1 0,1 0 1,-1 1-1,0-1 0,1 0 1,-1-1-1,1 1 0,-1 0 1,1-1-1,0 0 0,0 1 1,0-1-1,0 0 0,0 0 1,0 0-1,0 0 0,-2-5 0,-14-25-3530</inkml:trace>
</inkml:ink>
</file>

<file path=ppt/ink/ink4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2:32:14.028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96 0 1793,'0'0'2975,"14"2"-2295,-6 18 436,-3-7-692,0 0 0,0 0 0,-2 0 0,1 1 0,-2 0 0,2 23 0,-5 196 2099,3 246-630,3-354-1514,3 97 15,-7 11-199,-3 261 235,-22-252-325,0-23-40,22 19 198,-11 128-245,-17 10-5,23 625 423,7-722-373,-21 18-48,2-85 2,18-190-30,-14 432-73,14-368 85,-1 0-217,15 122 0,-7-138 229,-2 92 0,-1-2-31,1-95 0,22 249-144,-15-166-378,8 56 511,-6-111 22,2 97 0,-13 94-136,1 3 174,0-161-110,9 121 127,5 335-166,-18-400 102,-1-45 29,4 144 28,6-204-37,0 36-6,-8 373-252,-13-271 170,13 104-938,-2-282 895,-9 53 0,5-49 181,-13 39-188,1 16-1110,12-75 1537,6-21-308,0 0 1,0 0-1,-1 0 1,1 0 0,0 0-1,0 0 1,0 0-1,0 0 1,-1 0 0,1 0-1,0 0 1,0 0-1,0 0 1,0 0 0,0-1-1,-1 1 1,1 0-1,0 0 1,0 0 0,0 0-1,0 0 1,0 0-1,0-1 1,0 1 0,0 0-1,-1 0 1,1 0 0,0 0-1,0 0 1,0-1-1,0 1 1,0 0 0,0 0-1,0 0 1,0 0-1,0-1 1,0 1 0,0 0-1,0 0 1,0 0-1,0 0 1,0-1 0,0 1-1,0 0 1,0 0-1,1 0 1,-1 0 0,0-1-1,-2-39-1164,-1 12-908,-11-2-1787</inkml:trace>
</inkml:ink>
</file>

<file path=ppt/ink/ink4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2:32:16.832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127 1 4946,'0'0'3890,"0"19"-3148,0 63 55,1-72-611,-1 0 0,-1 0 0,0 0 0,0 0 0,-1-1 0,-4 14 0,-1 3 191,-70 350 1510,62-270-1343,-3 170-1,18-275-567,3-33-2079,-3-43 406,1-8-1111,2 32 831,-3-3-792</inkml:trace>
</inkml:ink>
</file>

<file path=ppt/ink/ink4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2:32:17.205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1 5 2977,'0'0'5083,"5"-1"-4064,19-3-101,-22 4-834,-1 0 1,1 0 0,-1 0 0,0 0 0,1 0-1,-1 1 1,1-1 0,-1 0 0,1 1 0,-1-1-1,0 1 1,1 0 0,-1-1 0,0 1 0,0 0-1,1 0 1,-1 0 0,1 1 0,17 21 708,-14-17-562,10 16 158,-2 0 0,0 1 0,-1 0 0,10 29 0,28 105 590,-35-107-581,-2-6-235,91 267 1232,-96-301-2327,-6-12 99,-4-6 50,-1-1 61,-1 1-1,0 1 1,-1-1-1,0 1 1,-1-1 0,1 1-1,-1 1 1,-8-8-1,7 6-469,-22-19-2700</inkml:trace>
</inkml:ink>
</file>

<file path=ppt/ink/ink4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2:32:17.549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0 112 5907,'0'0'5554,"174"-28"-4833,-120 10-497,-8-3-224,-5 6-128,-15 0-353,-12 9-783,-11-3-1970</inkml:trace>
</inkml:ink>
</file>

<file path=ppt/ink/ink4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2:32:18.060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0 2 800,'7'-1'14207,"13"1"-13412,-15 3-708,-1 0 1,1 1-1,-1-1 1,0 1-1,0 0 1,0 0-1,5 7 1,7 7 127,18 16-97,116 110 800,-130-128-817,0 0 1,2-1-1,-1-1 0,2-2 0,45 20 0,-54-27-358,-8-3-288,-19-2 235,-1 0 300,4 0-96,0 0 0,1 0 0,-1 1 1,-10 3-1,16-3 29,-1 0 1,1 1-1,-1 0 1,1 0-1,0 0 1,0 1-1,0 0 1,0-1 0,1 1-1,-1 0 1,-4 6-1,-3 4-10,1 1 0,0 0 0,1 0 0,1 0 0,0 1 0,1 1 0,-6 17 0,-29 120 161,30-103-113,2-14-13,6-23-266,0 0 0,1 0 0,1 0 1,-2 22-1,4-116-6034,0 47 2000</inkml:trace>
</inkml:ink>
</file>

<file path=ppt/ink/ink4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2:32:19.100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0 128 2273,'0'0'8190,"3"7"-6645,-1 10-1022,-1 0 0,7 23 0,1 22 45,1 77 785,17 159 149,-26-292-1491,3 17 119,-4-23-127,1 1 0,-1-1 0,0 1 0,1 0 0,-1-1 0,0 1 0,1-1 0,-1 1 1,1-1-1,-1 1 0,1-1 0,-1 1 0,1-1 0,0 1 0,-1-1 0,1 0 0,-1 1 0,1-1 0,0 0 0,-1 1 0,1-1 0,0 0 0,-1 0 0,1 0 0,0 0 0,-1 0 0,2 0 1,-2 0-6,0 0 0,1 0 0,-1 0 0,0 0 1,0 0-1,1 0 0,-1 0 0,0 0 1,0 0-1,0 0 0,1 0 0,-1 0 0,0-1 1,0 1-1,0 0 0,1 0 0,-1 0 1,0 0-1,0-1 0,0 1 0,0 0 0,1 0 1,-1 0-1,0-1 0,0 1 0,0 0 1,0 0-1,0-1 0,0 1 0,0 0 0,0 0 1,0 0-1,0-1 0,0 1 0,0-1 1,4-18-223,-2-1 1,-1 1 0,0-1 0,-3-26 0,0-3-529,3 21 274,-1 7 48,0 0 1,-1 0 0,-1 1-1,-6-28 1,1 14 201,2-1-1,1 1 1,2 0 0,3-59-1,0 33 301,-1 56-64,1-1 1,0 0-1,0 1 0,0-1 1,0 0-1,1 1 0,0 0 0,0-1 1,0 1-1,0 0 0,1 0 1,0 0-1,0 0 0,0 1 1,4-5-1,-2 3 68,0 0 0,0 1 0,1 0 0,-1 0 0,1 0 0,0 1 0,0-1 1,0 1-1,13-3 0,-16 5 6,0 0 0,0 0 0,0 1 0,1-1 0,-1 1 0,0 0 0,0 0 1,0 0-1,1 0 0,-1 1 0,0 0 0,0-1 0,0 1 0,1 0 0,-1 0 0,0 1 1,-1-1-1,1 1 0,0-1 0,0 1 0,-1 0 0,1 0 0,-1 0 0,1 0 0,-1 1 0,0-1 1,0 1-1,0-1 0,3 5 0,1 5 162,0 0 0,-1 0 0,-1 0 0,0 0 0,5 26 0,-4-7 131,-2 0-1,-1 0 1,-3 41 0,1-23-71,0-35-240,0-10-81,1 1 1,-1-1-1,0 1 0,-1-1 0,1 0 0,-1 1 1,0-1-1,0 1 0,-3 6 0,10-13-2359,-5 1 2234,0 1 0,0-1 1,0 0-1,0 0 0,0 1 0,2-3 0,2-1-106,0 1 228,0 1-1,1-1 1,-1 2 0,1-1 0,0 1 0,-1-1 0,1 1 0,0 1-1,9-1 1,-12 1 67,1 0 0,0 0-1,-1 1 1,1-1 0,-1 1-1,1-1 1,-1 1 0,1 0-1,-1 0 1,0 1 0,1-1 0,-1 1-1,0 0 1,0 0 0,0 0-1,3 3 1,-2-1 33,-1 1-1,0 0 1,0 0 0,-1 0-1,1 0 1,-1 0 0,0 0-1,0 1 1,-1-1 0,0 1-1,1 7 1,1 10 295,-2 33 0,-1-46-379,0-3 16,0-1-1,0 0 1,-1 0-1,0 0 1,0 0-1,-1 0 1,0 0 0,0 0-1,0 0 1,0-1-1,-1 1 1,0-1-1,0 0 1,-1 0-1,1 0 1,-1 0 0,0 0-1,0-1 1,-1 0-1,-7 6 1,-10 6-128,-1-1 1,-1-1 0,-42 19-1,35-18 96,-45 27 0,70-40-1101,1-26-9078</inkml:trace>
</inkml:ink>
</file>

<file path=ppt/ink/ink4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2:32:22.440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143 115 288,'0'0'3925,"2"-2"-3192,2 1-1050,-2 0 719,0 0-1,0 0 0,-1 0 1,1 0-1,0 0 0,0 0 1,-1-1-1,1 1 0,0 0 1,1-3-1,6-5-296,-9 9-103,1-1 0,0 1 0,0-1-1,-1 0 1,1 1 0,0-1 0,-1 1 0,1-1-1,-1 0 1,1 0 0,-1 1 0,1-1 0,-1 0 0,1 0-1,-1 0 1,0 0 0,1 0 0,-1 1 0,0-1-1,0 0 1,0 0 0,0-2 0,14-20 772,-13 20-738,1 1 151,-1-1 0,1 1 0,-1-1 0,0 0 0,0 0 0,0 0 1,0 1-1,0-1 0,-1 0 0,1 0 0,-1-4 0,1 3-187,2 3 741,-2 1-662,0 0 0,0 1 1,0-1-1,0 1 0,0-1 0,0 1 0,0 0 0,0-1 0,0 1 0,0 0 0,0 0 0,0 0 1,-1-1-1,1 1 0,0 0 0,0 0 0,-1 0 0,1 0 0,-1 0 0,1 1 0,-1-1 0,1 0 0,-1 0 1,0 0-1,1 2 0,7 40 14,-6-30 44,7 33 40,0-2-11,5 73 0,-9 390 329,-6-326-136,11 165-188,-8-223-158,-10 205 80,-24 181 11,23-291-2,3-122-60,-4 159 7,10-97-8,-16 646 561,3-467-418,4-46-96,-18 82-243,22-267 164,-22 248-458,21-296 399,3 73 0,3-47 88,-4 31-38,-13 339-96,7-224 366,-6 89-150,8-82-147,10-168-1,-4-1 0,-3 0 0,-16 83 0,11-98 25,-4 102-1,4-31-82,0 3 33,9 136 0,2-127-15,-1-102 35,0 58-85,16 142 0,45 107-2078,-24 109-83,-24-214 1872,-11-207 381,-1-9-209,1 0 0,0 0 0,11 37 0,-3-22-1745,9 55 1,1 99 2011,-19-172 72,1 221-90,-4-124 239,2 379 574,0-369 1872,0-108-2346,0-5 161,0-6-1416</inkml:trace>
</inkml:ink>
</file>

<file path=ppt/ink/ink4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2:32:24.029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141 32 4290,'0'0'5072,"5"-5"-4323,18-17 57,-23 21-753,0 1 0,0 0 1,1 0-1,-1-1 0,0 1 0,0 0 0,0 0 1,0 0-1,1-1 0,-1 1 0,0 0 0,0 0 1,1 0-1,-1 0 0,0 0 0,0-1 0,1 1 1,-1 0-1,0 0 0,0 0 0,1 0 0,-1 0 1,0 0-1,0 0 0,1 0 0,-1 0 1,0 0-1,0 0 0,1 0 0,-1 0 0,0 0 1,1 0-1,-1 0 0,0 0 0,0 0 0,1 1 1,-1-1-1,0 0 0,0 0 0,0 0 0,1 0 1,-1 1-1,0-1 0,0 0 0,0 0 0,1 0 1,-1 1-1,0-1 0,0 0 0,0 0 0,0 0 1,0 1-1,1-1 0,-1 0 0,0 0 0,0 1 1,0-1-1,0 0 0,0 1 0,0-1 0,0 0 1,0 0-1,0 1 0,0-1 0,0 22-528,0-19 773,-3 46-196,-3-1-1,-19 81 1,12-65-102,-112 551 205,123-609-186,0 5 22,0 0 0,1 0 1,-1 21-1,2-31-124,0-15-1010,4-36-184,1 0 1,3 0 0,16-54-1,-15 65 116,8-33-1486</inkml:trace>
</inkml:ink>
</file>

<file path=ppt/ink/ink4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2:32:24.417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0 8 3025,'0'0'6491,"0"0"-6412,0-1-1,0 1 0,1-1 0,-1 1 1,0-1-1,0 1 0,0 0 0,1-1 1,-1 1-1,0-1 0,1 1 0,-1 0 1,0-1-1,1 1 0,-1 0 0,0-1 1,1 1-1,-1 0 0,1 0 1,0-1-1,0 1-1,-1 1 1,1-1-1,0 1 1,-1-1-1,1 1 1,0 0 0,-1-1-1,1 1 1,-1 0-1,1-1 1,-1 1-1,1 0 1,-1-1-1,0 1 1,1 0-1,-1 0 1,0 0 0,1 1-1,7 22 806,-6-15-571,100 238 2891,22 63-2268,-90-208-898,23 119 0,-57-220-93,0-1-1,0 0 0,0 0 1,0 0-1,0 1 0,0-1 1,0 0-1,0 0 0,0 0 1,0 1-1,0-1 0,0 0 1,0 0-1,0 1 0,0-1 1,0 0-1,0 0 0,0 0 1,0 1-1,0-1 0,0 0 1,0 0-1,0 0 0,0 1 1,-1-1-1,1 0 0,0 0 1,0 0-1,0 0 0,0 1 1,0-1-1,-1 0 0,1 0 1,0 0-1,0 0 0,0 0 1,-1 0-1,1 1 0,0-1 1,0 0-1,0 0 0,-1 0 1,1 0-1,0 0 0,0 0 1,0 0-1,-1 0 0,1 0 1,0 0-1,0 0 0,-1 0 1,1 0-1,0 0 0,0 0 1,0 0-1,-1-1 0,-12-6-1117,6 0 131,1 0 0,0 0 0,1-1 0,-10-15 0,-5-9-2034,-1 6-170</inkml:trace>
</inkml:ink>
</file>

<file path=ppt/ink/ink4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2:32:24.746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1 205 7123,'0'0'8660,"133"-36"-8084,-93 15-127,-3 0-177,-7-3-256,-3 3-32,-7-1-576,-7 4-1009,1-3-1361,2 0-4529</inkml:trace>
</inkml:ink>
</file>

<file path=ppt/ink/ink4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2:32:25.490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234 58 2961,'0'0'3116,"7"-8"-2963,23-27-100,-16 22 424,-6 12 610,-1 0 1177,-7 1-2190,0 1 1,0-1-1,-1 0 1,1 0-1,0 0 0,0 0 1,0 1-1,0-1 1,0 0-1,0 0 0,0 1 1,0-1-1,0 0 1,0 0-1,0 0 0,0 1 1,0-1-1,0 0 1,0 0-1,0 0 0,0 1 1,0-1-1,2 2 893,-2-2-892,0 0-1,0 0 0,1 1 1,-1-1-1,0 0 1,0 0-1,0 0 0,1 0 1,-1 0-1,0 0 1,0 0-1,0 0 0,1 0 1,-1 0-1,0 0 1,0 0-1,1 0 0,-1 0 1,0 0-1,0 0 1,0 0-1,1 0 0,-1 0 1,0 0-1,0 0 1,0-1-1,1 1 298,0-1-298,-2 14 18,-1 0-1,0-1 1,0 1-1,-1-1 1,-1 0-1,0 0 1,0 0-1,-1 0 1,-1-1-1,-7 12 1,-11 14-79,-45 53 0,53-69-85,-1-1 0,-1 0 0,-1-1 0,-1-1 0,0-1 0,-38 24 0,59-37-347,10 1 302,23 7 285,-14-5-171,5 4 51,0 1 1,-1 2-1,0 0 0,-1 1 1,-1 1-1,-1 2 1,28 27-1,-4 3 836,73 104 0,-116-150-892,0 1 1,0-1-1,-1 1 1,1-1 0,0 1 0,-1 0-1,1 0 1,-1 0 0,0 0 0,0 0 0,0 3-1,-1-6-114,0-62-5284,0 13 956</inkml:trace>
</inkml:ink>
</file>

<file path=ppt/ink/ink4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2:32:26.483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4 1 4370,'-4'3'10013,"11"16"-9821,-2 1 1,0 0 0,-1 0 0,1 26 0,-2 84 218,-1-5 62,20 59 217,-16-153-557,1-1-1,2 0 0,23 55 1,-27-75-95,0 0 0,1 0 0,0-1 0,0 0 0,1 0 0,13 13 0,-16-18-48,0-1 1,1 1-1,-1-1 0,0 0 1,1-1-1,0 1 1,0-1-1,0 0 0,0 0 1,0 0-1,0-1 0,0 0 1,1 0-1,-1 0 0,8 0 1,-8-1-1,-1 0 1,1 0 0,-1-1 0,0 0-1,1 1 1,-1-1 0,0-1-1,0 1 1,1-1 0,-1 1 0,0-1-1,6-4 1,-3 0-31,0-1 0,0 1 0,0-1 0,8-13 1,-3 5-26,13-16-515,23-38 0,-42 59 436,0 0 1,-1-1 0,0 0 0,-1 1 0,0-2 0,-1 1 0,0 0 0,1-17-1,-3-95-354,-2 115 518,0 0 0,0 0 0,-1 1 0,0-1 0,-1 0 0,0 1 0,0 0 0,0-1 0,-1 1 0,0 0 0,-1 1 0,1-1 0,-1 1 0,-1 0 0,1 0 0,-1 0 0,0 1 0,0 0 0,0 0 0,-1 1 0,-14-8 1,6 4 89,-1 1 0,1 1 1,-2 0-1,1 1 0,-1 0 1,1 2-1,-1 0 0,0 0 1,-23 1-1,-40 2 701,79 0-777,0 0-1,0 0 0,0 0 0,0 0 1,0 0-1,-1 1 0,1-1 0,0 0 1,0 0-1,0 1 0,0-1 0,0 1 1,0-1-1,0 1 0,0-1 0,0 1 1,1 0-1,-1 0 0,0-1 0,0 1 1,0 0-1,1 0 0,-1 0 1,0 0-1,1-1 0,-1 1 0,1 0 1,-2 3-1,1 0 58,0 1-1,0 0 1,1-1 0,0 1 0,0 8 0,0-13-88,0 1 1,0 0 0,0-1 1,0 1-1,1-1 0,-1 1 0,0 0 0,0-1 1,1 1-1,-1-1 0,1 1 0,-1-1 0,0 1 1,1-1-1,-1 0 0,1 1 0,-1-1 0,1 1 1,-1-1-1,1 0 0,-1 1 0,1-1 0,0 0 1,-1 0-1,1 0 0,-1 1 0,1-1 0,0 0 1,-1 0-1,1 0 0,0 0 0,0 0 0,27 1-54,-21-2 46,0 1-4,-1-1 1,0-1-1,0 1 1,0-1-1,0 0 1,0 0-1,0-1 1,0 0-1,-1 0 1,1 0-1,-1-1 0,0 1 1,0-1-1,0-1 1,-1 1-1,6-6 1,3-5-222,-1 0 1,-1 0 0,-1-1-1,12-21 1,-17 26-28,0 0 1,-1 0-1,5-22 0,-7 27 142,-1 1-1,0-1 0,-1 0 0,1 1 0,-1-1 0,0 0 0,-1 0 0,1 0 0,-4-10 0,4 15 110,-1 0 0,0-1-1,1 1 1,-1 0 0,0 0-1,0-1 1,0 1-1,0 0 1,0 0 0,0 0-1,0 0 1,0 1 0,-1-1-1,1 0 1,0 0-1,0 1 1,-1-1 0,1 0-1,0 1 1,-1 0-1,1-1 1,-3 1 0,-35-3 251,30 4-155,1-2 40,0 1 0,0 0 0,0 1 0,0 0 0,1 0-1,-1 1 1,0 0 0,1 0 0,-1 1 0,1 0 0,-1 0 0,-8 6 0,2 0 63,-8 5 261,-32 26 0,56-58-4043,12-5-48</inkml:trace>
</inkml:ink>
</file>

<file path=ppt/ink/ink4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2:32:26.825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1 1 2561,'0'0'11429,"10"0"-13446,-7 9-1872</inkml:trace>
</inkml:ink>
</file>

<file path=ppt/ink/ink4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2:32:50.543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167 1 4098,'0'0'2017,"-3"9"-1766,-47 158 837,-43 217 1364,88-360-2389,0-2-37,1 1 0,-3 42 0,7-79-1602,1 1 953,0-1 0,1 1 1,4-13-1,1-8-982,0-5-721</inkml:trace>
</inkml:ink>
</file>

<file path=ppt/ink/ink4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2:32:50.964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5 4802,'1'-4'7628,"66"169"-6865,-53-125-654,128 398 1772,-133-408-1841,-4-16-61,-1 0 0,0 0 0,-1 1 0,-1-1 1,1 18-1,-12-47-3482,-9-15 344,-5-8-331</inkml:trace>
</inkml:ink>
</file>

<file path=ppt/ink/ink4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2:32:51.341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0 8628,'0'0'4738,"198"9"-4738,-162-9-368,-6 0-1905,-9 0-1569</inkml:trace>
</inkml:ink>
</file>

<file path=ppt/ink/ink4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2:32:51.731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104 9 3362,'0'0'5191,"-13"0"-2536,17-2-2544,1 1 0,-1-1 0,0 1 0,1 0 0,-1 1 0,1-1 0,-1 1 0,1 0 0,-1 0 0,0 0 0,8 2 0,5-2 142,-14 0-208,0 0 0,0 1 1,0-1-1,1 1 0,-1-1 1,0 1-1,0 0 1,0 0-1,0 0 0,0 1 1,0-1-1,0 1 0,-1-1 1,1 1-1,0 0 0,-1 0 1,0 0-1,1 0 1,-1 1-1,0-1 0,0 1 1,0-1-1,0 1 0,-1 0 1,3 4-1,-3-3 9,1 0 0,-1 0-1,0 0 1,0 0 0,-1 0-1,1 0 1,-1 0 0,0 0 0,0 1-1,-1-1 1,1 0 0,-1 0 0,0 0-1,0 0 1,0 0 0,0 0-1,-1-1 1,1 1 0,-1 0 0,-4 5-1,-6 8-23,-2-1-1,-26 25 1,2-2-41,5-3 5,8-10 9,-32 43 0,56-68-3,1 0 1,-1 0-1,0 1 1,0-1-1,0 0 1,1 0-1,-1 1 1,1-1-1,-1 1 1,1-1-1,-1 1 1,1-1 0,0 0-1,0 3 1,0-4-1,1 1 0,-1-1 0,1 1 1,0-1-1,-1 0 0,1 1 1,0-1-1,-1 0 0,1 1 0,0-1 1,0 0-1,-1 0 0,1 0 1,0 0-1,0 0 0,-1 0 0,1 0 1,0 0-1,0 0 0,0 0 0,1-1 1,0 1 11,19 1-34,-1-2-1,1 0 1,-1-2-1,1 0 1,-1-1-1,24-9 1,-32 9-319,-8 2-328,1 0 0,0 0 0,-1 1 0,1 0 0,0 0 0,8-1 0</inkml:trace>
</inkml:ink>
</file>

<file path=ppt/ink/ink4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2:32:52.152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1 6739,'0'0'4146,"57"0"-4082,-37 0-32,0 0-16,-6 0-32,-1 0-192,0 0-1025,-6 0-623</inkml:trace>
</inkml:ink>
</file>

<file path=ppt/ink/ink4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2:32:52.523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44 211 6115</inkml:trace>
  <inkml:trace contextRef="#ctx0" brushRef="#br0" timeOffset="1">44 211 6115,'-43'-211'1168,"66"214"-223,4 9-65,6 0 465,1-3-913,-1-3-416,-3-3-16,-6-3-1425,-8 0-912</inkml:trace>
</inkml:ink>
</file>

<file path=ppt/ink/ink4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2:32:54.511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304 0 3073,'0'0'6438,"-1"8"-5424,-6 8-978,-1-1 0,0-1-1,-14 20 1,1 0 18,-115 220 330,36-62-352,99-191-85,1-4-203,2-11-329,0 0-1,0 1 1,2-1-1,0 1 1,0 0-1,1 0 1,1 0-1,12-20 1,-12 21-373,1-4-1675</inkml:trace>
</inkml:ink>
</file>

<file path=ppt/ink/ink4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2:32:54.899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8 3874,'0'0'2614,"2"-5"-1651,-2 5-921,0 0-1,0-1 1,0 1 0,0 0-1,0 0 1,0 0-1,1-1 292,-1 1-292,0 0 1,0 0-1,0 0 1,0 0-1,0 0 1,1 0 0,-1 0-1,0 0 1,0 0-1,0 0 1,0 0-1,0 0 1,0 0-1,1 0 1,-1 0 0,0 0-1,0 0 1,0 0-1,0 0 1,0 0-1,0 0 1,1 0-1,-1 0 1,0 0 0,0 0-1,0 0 1,0 0-1,1 1 292,-1-1-292,0 0 1,0 0-1,0 0 1,0 0 0,0 0-1,0 0 1,0 1-1,8 13 342,0 1-1,6 19 1,3 6-26,50 115 1322,64 127 142,-130-282-1930,-1 0 1,0 1-1,1-1 0,-1 0 0,0 1 1,0-1-1,1 0 0,-1 1 0,0-1 1,0 1-1,0-1 0,0 1 0,0-1 1,1 0-1,-1 1 0,0-1 0,0 1 1,0-1-1,0 1 0,0-1 0,0 1 1,-1-1-1,1 0 0,0 1 0,0-1 1,0 1-1,-1 0-116,0-1-1,0 0 1,1 0 0,-1 0 0,0 0 0,0 0-1,1 0 1,-1 0 0,0 0 0,0 0 0,1 0-1,-1 0 1,0 0 0,1-1 0,-1 1 0,0 0-1,0-1 1,-27-11-4203</inkml:trace>
</inkml:ink>
</file>

<file path=ppt/ink/ink4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2:32:55.255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1 7203,'0'0'2033,"190"9"-2033,-146-3-400,-11 0-1569,-10 3-1616</inkml:trace>
</inkml:ink>
</file>

<file path=ppt/ink/ink4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2:32:55.580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0 5042,'0'0'2105,"1"5"-1993,3 20 747,-2 0 1,0 1-1,-2 33 0,1 20 539,-1-42-803,0-28-524,-1 0 0,2 0 0,-1 0 0,1 0 0,0 0 0,1 0-1,0 0 1,0 0 0,7 14 0,-8-23-91,-1 1 0,1 0 1,0 0-1,0 0 0,0 0 0,-1-1 0,1 1 0,0 0 0,0-1 0,0 1 1,0 0-1,0-1 0,1 1 0,-1-1 0,2 1 0,-3-1-132,1 0 0,-1 0-1,1 0 1,-1 0 0,1 0-1,-1 0 1,1 0 0,0 0 0,-1 0-1,1 0 1,-1 0 0,1-1-1,-1 1 1,1 0 0,-1 0 0,1-1-1,-1 1 1,1 0 0,-1 0-1,1-1 1,0 0 0,6-14-4280</inkml:trace>
</inkml:ink>
</file>

<file path=ppt/ink/ink4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2:32:55.984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18 1 5539,'0'0'4156,"-3"1"-3340,1-1-715,-9 3 484,9 0-213,8 0 6,13 0-457,-1 0 1,1-1 0,0-1-1,34-2 1,-16 1-5101</inkml:trace>
</inkml:ink>
</file>

<file path=ppt/ink/ink4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2:32:56.373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14 166 6515,'-13'-160'1905,"30"160"-1361,9 0 144,11 6 401,0 0-97,3-6-816,-3 0-176,-7 0-448,0 0-1937,-13-18-2353</inkml:trace>
</inkml:ink>
</file>

<file path=ppt/ink/ink4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2:32:57.534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117 0 4306,'0'0'2631,"-1"18"-2335,-4 58-38,3-58 15,-1 0-1,0-1 1,-11 33-1,2-10 58,-60 235 1705,70-268-1956,0 12-112,12-102-5172,-10 62 3644</inkml:trace>
</inkml:ink>
</file>

<file path=ppt/ink/ink4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2:32:57.894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1 4786,'0'0'4277,"11"0"-3525,33 0-69,-43 0-637,0 0 1,0 0-1,0 1 0,1-1 0,-1 0 0,0 1 1,0-1-1,0 1 0,0-1 0,0 1 0,0-1 0,0 1 1,0 0-1,-1-1 0,1 1 0,0 0 0,0 0 1,0 0-1,-1-1 0,1 1 0,0 0 0,-1 0 1,1 0-1,-1 0 0,1 0 0,-1 1 0,0-1 1,1 0-1,-1 0 0,0 0 0,0 1 0,2 5 229,15 47 622,-3 1 0,9 60-1,-14-60-432,3 0 0,20 57 0,-31-110-471,1 5-32,1 0-1,0 1 1,0-1-1,1 0 1,0 0-1,9 12 1,-28-52-8904,-7 7 6094</inkml:trace>
</inkml:ink>
</file>

<file path=ppt/ink/ink4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2:32:58.235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57 7684,'0'0'4129,"177"-12"-3760,-117-3-369,-6 0-2193,-14 6-1153,-17 3-3297</inkml:trace>
</inkml:ink>
</file>

<file path=ppt/ink/ink5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2:32:58.762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6 1 2769,'0'0'9180,"0"7"-8144,-3 83 305,1-40-370,4 53 1,-1-99-937,0 0 1,-1-1-1,1 1 0,0-1 1,1 1-1,-1-1 1,0 0-1,1 0 0,0 1 1,0-1-1,0 0 0,0 0 1,1-1-1,-1 1 1,1 0-1,-1-1 0,1 1 1,0-1-1,6 4 1,-7-5-41,0-1 1,0 1 0,0 0 0,0 0-1,0-1 1,0 1 0,0-1 0,0 0-1,0 1 1,0-1 0,0 0 0,0 0-1,0 0 1,0-1 0,0 1 0,0 0-1,0-1 1,0 0 0,0 1 0,0-1-1,0 0 1,0 0 0,0 0 0,0 0-1,-1 0 1,1 0 0,0-1 0,-1 1-1,1-1 1,-1 1 0,1-1 0,-1 1-1,0-1 1,0 0 0,2-2 0,2-5-206,0-1 0,-1 1 0,0-1 0,-1 0 0,0 0 0,0 0 0,-1-1 0,1-11 1,1-87-4390,-4 86 3080,1 20 1418,-1 1-1,0-1 0,-1 0 1,1 0-1,0 0 1,-1 0-1,1 0 0,-1 1 1,0-1-1,0 0 0,0 0 1,-1 1-1,1-1 0,-2-2 1,1 3 148,0 1 1,0-1 0,1 1-1,-1 0 1,0 0 0,0 0-1,0 0 1,0 0 0,-1 0-1,1 0 1,0 1 0,0-1-1,0 1 1,0 0-1,-1-1 1,1 1 0,-5 1-1,4-1 174,-1 0-1,0 0 1,0 0-1,0 1 0,0-1 1,0 1-1,0 0 1,1 0-1,-1 1 0,0-1 1,1 1-1,-1 0 1,1 0-1,0 0 1,0 0-1,-1 0 0,1 1 1,1 0-1,-1-1 1,0 1-1,1 0 0,-1 0 1,1 1-1,0-1 1,-2 4-1,2-2 83,0-27-6499</inkml:trace>
</inkml:ink>
</file>

<file path=ppt/ink/ink5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2:32:59.402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31 0 4386,'0'0'5816,"-30"6"-1643,30-5-4053,0 0 0,0 0 0,0 0 1,0 0-1,0 0 0,0 0 0,0 0 1,1 0-1,-1 1 0,0-1 0,1 0 1,-1-1-1,0 1 0,1 0 0,-1 0 1,2 2-1,18 5 242,3-1-349,1-2-1,39 4 1,12-6-3591</inkml:trace>
</inkml:ink>
</file>

<file path=ppt/ink/ink5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2:32:59.836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10 1 4626,'0'0'5859,"-10"3"-5331,10 6 16,14-3 465,2 0-593,4 3-160,4-6-256,-1 0 0,0-3-1120,-3 0-2690,-3 0-3249</inkml:trace>
</inkml:ink>
</file>

<file path=ppt/ink/ink5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2:33:07.742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288 52 4162,'0'0'5490,"6"-9"-4764,22-33 4562,-28 44-5008,-1 6-220,-1 0 1,1 0-1,-1 0 0,0 0 0,-1-1 1,-4 11-1,-3 9 36,-186 617 168,137-438-262,53-187-87,-2 5-123,1 0 0,2 1 0,0 0 0,-2 47-1,7-100-7933,3-6 4810</inkml:trace>
</inkml:ink>
</file>

<file path=ppt/ink/ink5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2:33:08.238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17 1024,'0'0'8762,"1"-2"-8173,0 0-484,0 1 0,0 0 0,0 0 0,0 0-1,0 0 1,0 0 0,0 1 0,0-1-1,0 0 1,1 0 0,-1 1 0,0-1 0,1 1-1,-1-1 1,0 1 0,1-1 0,-1 1-1,1 0 1,-1 0 0,0 0 0,1 0 0,-1 0-1,1 0 1,-1 0 0,1 0 0,1 1 0,3-1-221,-4 0 143,-1 1 0,1-1 0,-1 1 1,1-1-1,-1 1 0,0 0 0,1-1 1,-1 1-1,0 0 0,1 0 0,-1 0 0,0 0 1,0 0-1,0 0 0,0 1 0,0-1 1,0 0-1,0 0 0,1 3 0,16 31 735,-16-29-580,13 32 35,-3 1-1,-1 0 0,9 59 1,-14-67-40,59 396 1326,-16-87-764,-45-315-691,1 0 0,1 0 0,15 37 0,-21-62-61,1 1 0,-1 0 1,0 0-1,0 0 0,1-1 1,-1 1-1,0 0 0,1 0 1,-1-1-1,1 1 0,-1 0 1,1-1-1,-1 1 0,1-1 0,0 1 1,-1-1-1,1 1 0,1 0 1,1-11-1235,-5-25-1059,-2 27 1102,0 0 0,0 0 0,-1 1 0,0-1 0,-1 1 0,-10-11 0,-10-10-562</inkml:trace>
</inkml:ink>
</file>

<file path=ppt/ink/ink5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2:33:08.565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24 9156,'0'0'1681,"170"15"-513,-86-15-175,0 0-689,-11-6-304,-13-6 0,-13 0-1585,-14 3-2256</inkml:trace>
</inkml:ink>
</file>

<file path=ppt/ink/ink5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2:33:09.140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169 76 5475,'0'0'3054,"6"-9"-2928,20-30 132,-24 37-160,-1 0 0,1 0 0,0 0-1,-1 0 1,1 0 0,0 0-1,0 1 1,1-1 0,-1 1-1,0-1 1,0 1 0,1 0 0,-1 0-1,0 0 1,1 0 0,-1 1-1,1-1 1,-1 1 0,1-1 0,0 1-1,-1 0 1,1 0 0,4 0-1,-4 0 128,-2 1-158,0-1 0,-1 0 0,1 1 0,0-1 0,0 1 0,-1-1 0,1 1 0,0-1 0,-1 1 0,1 0 0,0-1 0,-1 1 0,1 0 0,-1 0 0,1-1 0,-1 1 0,1 0 0,-1 0 0,1 1 0,6 18 31,-2 7 28,-1 0 1,-1 0 0,-2 1 0,-2 45 0,0-15 252,1-45-312,-1 0 0,0-1 0,0 1 0,-1-1 0,-1 1-1,0-1 1,0 0 0,-1 0 0,-1 0 0,0-1 0,-1 1 0,0-1-1,-1-1 1,0 1 0,0-1 0,-1 0 0,-11 10 0,13-14-123,0-1 1,0 1-1,0-1 1,-1 0-1,0 0 0,0-1 1,0 0-1,0 0 1,-1-1-1,0 0 1,1 0-1,-1-1 1,0 0-1,-1 0 1,1-1-1,0 0 1,0 0-1,0-1 1,-1 0-1,-12-2 1,20 1-66,-1 1-1,0 0 1,1-1 0,-1 1 0,1-1 0,-1 0 0,0 1 0,1-1-1,0 0 1,-1 0 0,1 0 0,-1 0 0,1 0 0,0 0 0,0-1-1,0 1 1,0 0 0,0-1 0,0 1 0,0 0 0,0-1 0,0 1-1,0-1 1,1 0 0,-1 1 0,1-1 0,-1 0 0,1 1 0,0-3-1,-1-3-82,0 0-1,1 0 0,-1-1 0,2 1 0,1-12 0,-2 17 249,1 1 0,0-1 0,-1 0 0,1 1 0,0-1 0,0 1 0,0-1-1,0 1 1,0-1 0,0 1 0,1 0 0,-1 0 0,0 0 0,1-1 0,-1 1 0,1 0 0,-1 1 0,1-1-1,-1 0 1,1 0 0,0 1 0,-1-1 0,1 1 0,0-1 0,0 1 0,-1 0 0,1 0 0,3 0 0,3-1 253,-1 1 1,1 0 0,-1 0 0,0 1-1,15 3 1,-10 0 78,0 1 0,-1 0 0,0 0 0,0 1 0,15 12 0,-18-12-249,0 0 0,1-1 1,0 0-1,-1 0 0,2-1 0,-1 0 0,0-1 1,1 1-1,-1-2 0,19 3 0,-24-4-217,1-1 0,0 0 0,-1 0 0,1-1 0,0 1 0,-1-1 0,1 0 0,-1 0 0,7-3 0,-8 2-161,-1 1 0,1-1 1,-1 0-1,1 0 0,-1 0 1,0-1-1,1 1 0,-1 0 0,0-1 1,-1 0-1,1 1 0,0-1 1,-1 0-1,2-5 0,15-44-6733</inkml:trace>
</inkml:ink>
</file>

<file path=ppt/ink/ink5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2:33:09.703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2 7091,'0'0'7486,"1"0"-7091,31 0 452,-3-1-461,1 1 1,0 2 0,48 9-1,-50-4-915,0-1-1,0-1 1,41 1-1,-68-21-4947</inkml:trace>
</inkml:ink>
</file>

<file path=ppt/ink/ink5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2:33:10.491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31 0 3650,'0'0'5749,"-31"0"126,80 6-2508,40 17-2969,0-1-543,-15-11-1231,-41-10-7221</inkml:trace>
</inkml:ink>
</file>

<file path=ppt/ink/ink5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2:33:41.005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54 109 3169,'0'0'3234,"-27"-105"-3218,24 102-16,0 3-64,-4 0-800,-6 0-1506</inkml:trace>
</inkml:ink>
</file>

<file path=ppt/ink/ink5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2:33:42.075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308 31 3810,'0'0'5197,"3"-3"-4343,13-18 3583,-14 28-3536,-4 12-861,0-1 0,-2 1 1,0 0-1,0-1 0,-12 28 0,0 1 170,-132 364 921,48-143-920,93-250-227,1 0 1,1 0-1,1 0 0,0 0 1,1 1-1,0 25 0,3-43-114,0-4-940,1-16 561,0 0 0,2 1-1,0-1 1,7-20 0,28-76-1505,-17 57 702,61-172-2228,34-104 3822,-64 163 3083,-52 171-3270,0 0 0,0 0 0,0-1 0,0 1 1,0 0-1,0-1 0,0 1 0,0 0 0,0-1 1,0 1-1,0 0 0,0 0 0,1-1 0,-1 1 1,0 0-1,0 0 0,1-2 476,-1 2-475,1 0-1,-1 0 0,0 0 0,0-1 0,1 1 1,-1 0-1,0 0 0,0 0 0,1 0 0,-1 0 1,0 0-1,1 0 0,-1 0 0,0 0 1,0 0-1,1 0 0,-1 0 0,1 0 0,9 12 714,6 22-852,11 55 832,-3 1 0,18 146 0,-26-95-7,11 65-164,-23-169-751,-24-45-7388,4-11 3386</inkml:trace>
</inkml:ink>
</file>

<file path=ppt/ink/ink5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2:33:42.402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1 103 11109,'0'0'4210,"207"-30"-4338,-160 15-16,-4 0-833,-13-7-2048,-16 1-3346</inkml:trace>
</inkml:ink>
</file>

<file path=ppt/ink/ink5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2:33:42.758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1 8500,'0'0'5426,"210"60"-5362,-153-60-128,-7-3-1184,-13-18-1954,-14 6-5298</inkml:trace>
</inkml:ink>
</file>

<file path=ppt/ink/ink5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2:33:43.770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23 1 5074,'0'0'4779,"5"2"-4262,-3-1-413,0 0 0,1 1-1,-1-1 1,0 1 0,0-1 0,0 1-1,0-1 1,0 1 0,-1 0-1,1 0 1,0 0 0,-1 0 0,1 0-1,-1 1 1,0-1 0,0 0 0,0 1-1,0-1 1,0 0 0,0 1 0,-1-1-1,1 1 1,-1-1 0,0 1 0,0 3-1,0 440 3912,1-439-3994,0 0 0,1 0 0,-1 0-1,1 0 1,1-1 0,-1 1-1,1-1 1,0 0 0,1 1 0,-1-2-1,1 1 1,0 0 0,1-1-1,-1 1 1,1-1 0,0-1 0,1 1-1,-1-1 1,1 0 0,9 6-1,-13-9-31,0 0 0,0-1 0,0 1 0,0 0 0,0-1 0,1 0 0,-1 1 0,0-1 0,0 0 0,1 0-1,-1 0 1,0 0 0,0-1 0,0 1 0,1-1 0,-1 1 0,0-1 0,0 0 0,0 0 0,0 1 0,0-1 0,0-1-1,0 1 1,0 0 0,-1 0 0,1-1 0,0 1 0,-1-1 0,1 0 0,-1 1 0,0-1 0,2-3 0,3-4-111,0-1 1,-1 0 0,0 0-1,-1 0 1,4-12 0,-2-1-81,0 0 0,-2 0 0,0 0 0,-2 0 0,0-43 0,-3 64 204,1 1 0,-1-1-1,0 0 1,1 0-1,-1 1 1,0-1 0,0 1-1,0-1 1,0 1-1,0-1 1,0 1 0,0-1-1,0 1 1,-1 0-1,1 0 1,-1 0 0,1 0-1,-1 0 1,1 0-1,-1 0 1,1 0 0,-1 0-1,0 1 1,0-1-1,1 1 1,-1-1 0,-2 1-1,-8-3 152,0 1 0,-22-2 1,-79 3 1372,121 2-1525,0-1 1,0 0-1,0-1 1,0 1 0,-1-2-1,1 1 1,0-1 0,0 0-1,-1-1 1,1 0 0,-1 0-1,13-8 1,-10 4-228,-2 1-1,1-2 1,-1 1-1,0-1 1,0-1 0,9-13-1,-13 17 82,-1-1 0,0-1 0,0 1 0,0 0-1,-1-1 1,0 1 0,0-1 0,0 1 0,-1-1-1,0 0 1,0-11 0,-1 1-138,0 11 157,0 0 0,0-1 0,0 1 0,-3-10 0,3 13 132,-1 1 1,0 0-1,0 0 0,0 0 0,0 0 0,0 0 0,0 0 0,-1 0 1,1 0-1,-1 1 0,1-1 0,-1 0 0,0 1 0,1-1 0,-1 1 1,-3-2-1,-5-3 93,-1 2-1,1-1 1,-1 1 0,0 1 0,0 0 0,0 0 0,-19-1 0,-85 0 1257,92 4-905,63 3-5824,-10-3 221</inkml:trace>
</inkml:ink>
</file>

<file path=ppt/ink/ink5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2:33:44.112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1 5378,'0'0'5571,"110"78"-5571,-57-78-32,-3 0-1921,-3-18-2577</inkml:trace>
</inkml:ink>
</file>

<file path=ppt/ink/ink5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2:33:44.546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0 6851,'0'0'5235,"17"0"-4958,117 0 83,-71 1-425,122 17-1,-178-15-1479</inkml:trace>
</inkml:ink>
</file>

<file path=ppt/ink/ink5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2:33:44.903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0 4210,'0'0'3217,"1"4"-3017,7 32 1094,-3 1 0,-1-1 0,-1 71 0,0 2-728,-3-107-687,4 20 287,-4-22-374,1 1 1,-1-1 0,0 1 0,1 0 0,-1-1 0,1 1 0,-1-1 0,1 0 0,-1 1 0,1-1 0,-1 1 0,1-1-1,-1 0 1,1 1 0,-1-1 0,1 0 0,0 0 0,-1 1 0,1-1 0,0 0 0,-1 0 0,1 0 0,0 0-1,-1 0 1,1 0 0,1 0 0</inkml:trace>
</inkml:ink>
</file>

<file path=ppt/ink/ink5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2:33:45.341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84 72 3858,'0'0'3596,"11"-11"-3193,2-4-286,33-31 3530,-46 64-3076,1 9-269,-2 0-1,-1 1 1,-1-1-1,-9 38 1,-104 327 2008,110-372-2411,1 1-1,2 1 1,0-1-1,1 1 1,0 21 0,12-46-4093,-6-5 3424,0-1-1,-1 0 1,0 0 0,-1-1-1,2-9 1,-1 2-598,4-21-2473</inkml:trace>
</inkml:ink>
</file>

<file path=ppt/ink/ink5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2:33:45.684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3 4834,'0'0'4522,"4"-1"-4135,-2 1-292,-1-1 0,1 1 0,0 0 1,0-1-1,0 1 0,0 0 0,0 0 0,0 0 0,0 0 0,0 1 0,0-1 0,-1 0 0,1 1 1,3 1-1,-3-1 11,0 0 0,0 1 0,0 0 0,0-1 0,0 1 1,0 0-1,0 0 0,-1 0 0,1 0 0,-1 0 0,1 1 1,1 3-1,21 47 1024,-2 2 0,-3 0 0,15 69 1,30 88-557,-60-203-774,2 7 248,-5-4-3065,-19-11 683,-55-1-4101,47 0 3737</inkml:trace>
</inkml:ink>
</file>

<file path=ppt/ink/ink5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2:33:46.011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37 196 3169,'0'0'8772,"-37"-57"-8483,81 33-161,2-3-128,5 3-417,-8-1-959,-3 4-1329,-10 3-1954</inkml:trace>
</inkml:ink>
</file>

<file path=ppt/ink/ink5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2:33:46.545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1 2353,'0'0'5661,"14"0"-762,-7 18-4425,-1-1 1,-1 1-1,-1 0 1,0 1-1,-1-1 1,1 33-1,-5-12-280,1 10 257,5 53 0,-3-89-380,0 1 0,1-1 0,0 0 0,1 0 0,0 0 0,1-1-1,0 1 1,13 20 0,-14-28-69,-1-1 1,1 1-1,0-1 0,0 0 0,1 0 0,-1 0 1,1 0-1,0-1 0,0 0 0,0 0 0,0 0 1,0-1-1,1 1 0,-1-1 0,1-1 1,9 3-1,4-2-306,0 0 1,0-1-1,34-4 1,-50 3 203,0 0 0,1-1 0,-1 1 0,0-1 0,0 0 0,1 0 1,-1-1-1,0 1 0,0-1 0,0 1 0,0-1 0,-1 0 0,1 0 0,0 0 0,-1 0 1,0-1-1,1 1 0,-1-1 0,0 1 0,0-1 0,0 0 0,-1 0 0,1 0 1,-1 0-1,1 0 0,-1 0 0,0 0 0,1-6 0,1-8-157,0 1-1,-1-1 1,-1 0-1,0-23 0,-1 30 203,-1 2 106,0 0 0,-1 1-1,0-1 1,0 1-1,0-1 1,-1 1 0,0 0-1,-1-1 1,1 2-1,-1-1 1,-1 0 0,1 1-1,-1 0 1,0 0-1,0 0 1,-1 1 0,0-1-1,0 1 1,0 1-1,-1-1 1,1 1 0,-1 0-1,0 1 1,-1 0-1,1 0 1,0 0 0,-1 1-1,1 0 1,-12-1-1,17 2-7,-10 1 228,1-1 1,0 1-1,0 1 1,-18 3-1,26-4-217,1 1 0,-1 0-1,0 0 1,1 0-1,-1 0 1,1 0 0,-1 1-1,1-1 1,0 1-1,0-1 1,-1 1 0,1 0-1,0 0 1,1 0 0,-1 0-1,0 0 1,1 0-1,-1 1 1,1-1 0,-1 0-1,1 1 1,0-1-1,-1 6 1,1-7-49,1-1 1,0 1-1,0-1 1,0 1-1,0-1 1,0 0-1,0 1 1,0-1-1,0 1 1,0-1-1,0 1 1,0-1-1,0 1 0,0-1 1,0 1-1,0-1 1,1 1-1,-1-1 1,0 0-1,0 1 1,0-1-1,1 1 1,-1-1-1,0 0 1,1 1-1,-1-1 0,0 0 1,1 1-1,-1-1 1,0 0-1,1 1 1,-1-1-1,1 0 1,-1 0-1,1 0 1,-1 1-1,0-1 1,1 0-1,-1 0 0,1 0 1,-1 0-1,1 0 1,-1 0-1,1 0 1,-1 0-1,1 0 1,-1 0-1,1 0 1,-1 0-1,1 0 0,26-5-342,-19 1 8,0 0-1,1 0 1,-2 0-1,1-1 0,0 0 1,-1-1-1,0 0 1,11-12-1,-6 5-1293,0-1-1,-1 0 1,14-24-1,-6-1-3709</inkml:trace>
</inkml:ink>
</file>

<file path=ppt/ink/ink5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2:33:46.903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205 0 4258,'0'0'10821,"-188"31"-9845,175-16-864,10-6-112,3-6-48</inkml:trace>
</inkml:ink>
</file>

<file path=ppt/ink/ink5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2:33:48.206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43 1 3666,'0'0'4933,"11"9"-1169,-11-7-3731,1 0-1,0 0 1,1 0-1,-1 0 1,0 0 0,0 0-1,1-1 1,-1 1-1,1 0 1,0-1 0,0 1-1,2 1 1,2 2 117,26 23 590,-23-21-727,-1 0 1,0 1 0,12 14 0,-18-20-20,0 1 0,-1 0 1,1 0-1,-1-1 0,0 1 1,0 0-1,0 0 1,0 0-1,-1 0 0,1 1 1,-1-1-1,1 0 0,-1 0 1,0 0-1,-1 0 0,1 0 1,0 0-1,-1 1 1,-1 4-1,0-3-2,1-1 0,-1 1 1,-1-1-1,1 1 0,-1-1 1,1 0-1,-1 0 0,0 0 0,-1 0 1,1-1-1,-7 6 0,4-3-486,-1-1-1,0 1 1,-1-2-1,1 1 1,-1-1-1,0 0 1,0 0 0,0-1-1,0-1 1,-1 1-1,-15 2 1,3-5-4938</inkml:trace>
</inkml:ink>
</file>

<file path=ppt/ink/ink5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2:34:30.075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0 6963,'0'0'7588,"5"0"-5977,49 3-1016,86 15 0,-55-6-550,-51-11-37,-28-2-8,1 1-1,-1 0 0,0 0 1,0 1-1,0 0 0,1 0 1,9 3-1</inkml:trace>
</inkml:ink>
</file>

<file path=ppt/ink/ink5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2:34:30.761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24 4 4098,'0'0'8009,"-17"0"-7745,12 0-149,4 0 346,195-3 1180,-182 4-1570,0 0 0,0 1 0,-1 1 0,1 0 1,15 6-1,-15-5-76,1 0 0,-1-1 0,1 0 0,0 0 0,19 0 1,4-4-4703,-23-1 655</inkml:trace>
</inkml:ink>
</file>

<file path=ppt/ink/ink5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2:34:33.313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332 2 6099,'5'-1'7855,"-6"7"-7173,-113 270-74,-81 216 854,186-469-1446,5-16-15,2 0-1,-1 0 0,1 1 1,0-1-1,1 0 1,-2 14-1,3-20-173,4-4-532,5-6-276,1-1 1,-2 0-1,1 0 0,-1 0 0,-1-1 1,0 0-1,11-24 0,6-16-3706</inkml:trace>
</inkml:ink>
</file>

<file path=ppt/ink/ink5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2:34:33.732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16 7491,'0'0'4648,"8"-3"-4229,5 0 84,-1 0 1,1 0 0,0 1 0,16 1-1,-27 1-483,-1 0 0,1 0 1,0 1-1,-1-1 0,1 1 0,0-1 0,-1 1 0,1 0 0,-1 0 0,1 0 0,-1 0 1,1 0-1,-1 0 0,0 0 0,1 0 0,-1 0 0,0 1 0,0-1 0,0 0 0,0 1 1,1 1-1,18 38 286,-16-30-129,19 48 450,21 88 0,3 66 284,-21-85-371,30 83 293,-42-185-1895,-19-36-1197,0-1 183,-1 0 0,-13-18 0,-9-7-2280</inkml:trace>
</inkml:ink>
</file>

<file path=ppt/ink/ink5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2:34:34.088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1 112 10101,'0'0'2369,"190"-51"-1729,-103 32-640,-7 1-656,-13 3-2034,-27 6-3168</inkml:trace>
</inkml:ink>
</file>

<file path=ppt/ink/ink5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2:34:34.413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2 5907,'0'-1'7692,"0"6"-7445,0 319 3328,0-204-8305,0-147-358</inkml:trace>
</inkml:ink>
</file>

<file path=ppt/ink/ink5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2:34:34.802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1 9444,'0'0'6163,"90"0"-5875,-56 0 16,-4 0-240,0 0 32,-7 0-96,-6 0 0,-7 0 33,-6 0-33,-1 0-97</inkml:trace>
</inkml:ink>
</file>

<file path=ppt/ink/ink5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2:34:35.163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0 1 496</inkml:trace>
</inkml:ink>
</file>

<file path=ppt/ink/ink5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2:34:35.538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0 229 496,'4'-196'8228,"-4"187"-5139,16 3-2000,14 3-337,0 0-304,4 3 65,-1-3-209,4 0-288,-7 3 48,0-6-64,-10 6-144,-6 0-1297</inkml:trace>
</inkml:ink>
</file>

<file path=ppt/ink/ink5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2:34:44.835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198 1 5122,'4'2'8898,"-5"-2"-8858,0 18 3,-1 0 1,-1-1-1,-1 1 1,-1-1-1,-10 25 1,-2 11 12,-98 331-5,104-344-566,2 1 0,2 0 0,1 0 0,1 62 0</inkml:trace>
</inkml:ink>
</file>

<file path=ppt/ink/ink5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2:34:45.253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1 6531,'0'0'5032,"7"2"-3981,6 16-531,-1 0-1,-1 1 1,14 33 0,-12-24-259,3 10 54,-1 0 1,-2 1-1,10 48 1,14 126 773,-28-153-877,0 2-98,-3-16-3,20 77 1,-18-104-607,-8-18 462,0-1 0,0 1 1,1-1-1,-1 1 1,0-1-1,0 1 0,0-1 1,0 0-1,1 1 1,-1-1-1,0 1 0,0-1 1,1 0-1,-1 1 1,0-1-1,1 0 0,-1 1 1,0-1-1,1 0 1,-1 0-1,1 1 0,-1-1 1,0 0-1,1 0 1,-1 0-1,1 0 1,-1 1-1,1-1 0,-1 0 1,1 0-1,-1 0 1,0 0-1,1 0 0,-1 0 1,1 0-1,-1 0 1,1 0-1,0-1 0,0-5-2101,-1-19-1953,0-12-2834</inkml:trace>
</inkml:ink>
</file>

<file path=ppt/ink/ink5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2:34:45.580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70 6835,'0'0'656,"191"-42"-479,-131 24-177,-14 9-753</inkml:trace>
</inkml:ink>
</file>

<file path=ppt/ink/ink5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2:34:45.909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10 34 8772,'0'0'6499,"-10"21"-6163,20-42-3185,0-12-897</inkml:trace>
</inkml:ink>
</file>

<file path=ppt/ink/ink5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2:34:46.890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18 1 4786,'0'0'10114,"0"5"-9305,4 26-267,-2 1 0,-3 56 0,-1-25-229,2 5-153,-13 100 0,8-119-41,3 81 0,2-84-7,0-41-96,1 0 1,-1 0 0,1 0 0,0 0-1,1-1 1,-1 1 0,1 0-1,0-1 1,0 1 0,0-1 0,1 0-1,-1 0 1,1 1 0,0-2-1,0 1 1,1 0 0,-1-1-1,8 6 1,-5-4 2,-1-1 1,1-1-1,0 1 0,1-1 0,-1 0 1,1 0-1,-1-1 0,1 0 0,0 0 1,0-1-1,0 0 0,0 0 0,7 0 1,-9-1-20,6 0 17,-1 0 0,21-4-1,-27 4-20,0-1-1,-1-1 1,1 1 0,-1 0-1,1-1 1,-1 0-1,1 0 1,-1 0-1,0 0 1,0 0-1,5-6 1,1-2-163,0 0 0,-1-1 0,0 0 0,-1-1 0,0 0 0,-1 0 0,-1 0 0,1-1 0,-2 1-1,0-1 1,3-17 0,-1-9 315,-1 1 0,-2-68 0,-3 104-138,-1 0 0,1 0-1,-1 0 1,0 0 0,0 1-1,1-1 1,-1 0 0,0 0-1,0 1 1,-1-1 0,1 0-1,0 1 1,0 0 0,-1-1-1,1 1 1,-1 0 0,1-1-1,-1 1 1,0 0 0,0 0 0,-1-1-1,-44-18-110,43 18 109,-10-2 23,-1 1-1,0 0 0,-1 1 1,-17 0-1,-43 1 513,72 1-325,21-1-248,0-2 0,0 1 0,0-2 0,-1 0 0,1-1 0,-1-1 0,0 0 0,0-1 0,-1-1 0,0 0 0,-1-1 0,19-15 0,-28 20-44,-1 1 1,-1-1-1,1 0 0,-1 0 1,1 0-1,-1 0 0,0-1 0,0 0 1,-1 1-1,0-1 0,1 0 0,-2 0 1,1 0-1,0 0 0,-1 0 0,0-1 1,0 1-1,-1 0 0,0-1 0,1 1 1,-2 0-1,1-1 0,-1 1 0,-1-8 1,1 10 87,0 0 0,0 0 0,-1 1 0,1-1 0,-1 0 0,0 0 0,1 1 0,-1-1 0,0 1 0,-1 0 0,1 0 0,0-1 0,-1 1 0,1 1 1,-1-1-1,1 0 0,-1 1 0,-3-2 0,-9-5 248,-32-10 1,41 16-218,-14-5 114,0 2 0,0 0 0,0 2-1,0 0 1,-41 0 0,60 3-153,-1 0-1,0 1 1,0-1 0,1 1-1,-1-1 1,1 1-1,-1-1 1,0 1 0,1 0-1,-1 0 1,1 0 0,0 0-1,-1 0 1,1 0 0,0 0-1,-1 0 1,1 1 0,0-1-1,0 0 1,0 1 0,0-1-1,0 1 1,1-1 0,-1 1-1,0-1 1,1 1 0,-2 3-1,0 2-261,1 1-1,-1-1 0,1 1 0,0 0 1,1 8-1</inkml:trace>
</inkml:ink>
</file>

<file path=ppt/ink/ink5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2:34:47.325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1 5651,'0'0'6947,"87"27"-6339,-30-27 0,3 0 417,-3 0-961,-4 0-64,-9 0-64,-11 0-1233,-10 0-3457</inkml:trace>
</inkml:ink>
</file>

<file path=ppt/ink/ink5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2:34:50.564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262 62 2625,'0'0'8201,"0"-9"-7592,0-41 786,0 49-1051,-1 0-340,1 1 1,-1 0-1,1 0 0,0 0 0,-1 0 1,1 0-1,-1 0 0,1 0 0,0 0 1,-1 0-1,1 0 0,-1 0 0,1 0 1,0 0-1,-1 0 0,1 0 0,-1 1 1,1-1-1,0 0 0,-1 0 0,1 0 1,0 1-1,-1-1 0,1 0 0,0 0 1,-1 1-1,-2 2 7,1-1 1,-1 1 0,1 0 0,-1 0-1,1 0 1,0 0 0,0 0-1,0 1 1,1-1 0,-1 1-1,0 4 1,-3 2 18,-53 146 106,-45 186-1,100-328-125,-16 55 270,-16 134 0,34-147-244,1-33-3314,8-39-78,4-16 1305</inkml:trace>
</inkml:ink>
</file>

<file path=ppt/ink/ink5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2:34:50.998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25 5042,'0'0'5469,"0"-4"-5039,0-16 1291,14 26-771,-3 8-774,-1 0-1,0 1 1,-1 0 0,-1 1 0,9 23 0,-8-19 12,12 29 432,27 100 1,-2 57 384,-8-33-295,-20-106-363,50 127-1</inkml:trace>
</inkml:ink>
</file>

<file path=ppt/ink/ink5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2:34:51.339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0 102 10117,'0'0'1184,"171"-9"-207,-81-12 575,0 0-959,-6 3-513,-21 0 0,-13 9-80,-16 3-449,-14 6-1183</inkml:trace>
</inkml:ink>
</file>

<file path=ppt/ink/ink5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2:34:52.067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74 67 3682,'6'-15'10823,"-9"15"-10808,0 1 0,0-1-1,0 0 1,0 1-1,0 0 1,0-1 0,0 1-1,0 1 1,0-1-1,1 0 1,-1 1 0,0-1-1,1 1 1,-1 0-1,1 0 1,0 0 0,-1 0-1,1 0 1,0 0-1,0 1 1,0-1 0,1 1-1,-1-1 1,1 1-1,-1 0 1,1-1 0,0 1-1,0 0 1,0 0-1,-1 4 1,-1 10 122,0 0 0,1 0 1,1 1-1,1 20 0,0-28 13,0-7-115,0 0 1,0 1 0,0-1-1,0 0 1,1 0-1,-1 1 1,1-1-1,0 0 1,0 0-1,0 0 1,1 0-1,-1 0 1,1 0-1,0 0 1,-1 0 0,1-1-1,0 1 1,1-1-1,-1 1 1,0-1-1,1 0 1,-1 0-1,1 0 1,0 0-1,0 0 1,0-1 0,0 1-1,0-1 1,0 0-1,4 1 1,-1 0-6,1 0 1,0 0 0,0-1-1,-1 0 1,1-1 0,0 0-1,0 0 1,0 0-1,0-1 1,0 0 0,0 0-1,-1-1 1,1 1 0,0-1-1,-1-1 1,11-5 0,-12 5-84,0-1 1,1 0 0,-2 0 0,1-1 0,0 0-1,-1 0 1,0 0 0,0 0 0,0 0 0,-1-1-1,0 1 1,0-1 0,0 0 0,-1 0-1,1-1 1,-2 1 0,3-10 0,-1 4-274,-1 0-1,-1-1 1,0 1 0,0-1 0,-2-14-1,0 23 283,1-1 1,-1 1-1,0-1 0,0 1 0,-1-1 0,1 1 1,-1 0-1,0-1 0,0 1 0,-1 0 0,1 1 0,-1-1 1,0 0-1,0 1 0,0-1 0,-6-4 0,4 4 71,1 1 0,-1 0 0,0 0 0,0 0-1,0 1 1,-1-1 0,1 1 0,0 1 0,-1-1 0,1 1-1,-1 0 1,0 0 0,1 0 0,-1 1 0,0 0 0,1 0-1,-9 2 1,14-2-56,-1 0 0,1 0 0,-1 0 0,1 0 0,-1 0 0,1 1 0,-1-1 0,1 0 0,-1 0 0,1 1 0,0-1 0,-1 0-1,1 1 1,0-1 0,-1 0 0,1 1 0,0-1 0,-1 0 0,1 1 0,0-1 0,0 1 0,-1-1 0,1 1 0,0 0 0,-1 8-3481</inkml:trace>
</inkml:ink>
</file>

<file path=ppt/ink/ink5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2:34:52.748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4 7 7251,'0'0'5488,"-3"0"-4599,250 0 2435,-217-6-6712</inkml:trace>
</inkml:ink>
</file>

<file path=ppt/ink/ink5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2:34:53.091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10 8036,'0'0'5058,"187"0"-5058,-154 0 0,-9 0-912,-14-9-2434</inkml:trace>
</inkml:ink>
</file>

<file path=ppt/ink/ink5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2:34:56.306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181 1 4866,'2'-1'6798,"-2"8"-6083,-31 79-546,-20 66-103,46-134-16,-55 223 528,46-175-78,-7 113-1,20-131-112,2-48-417,-1 0 0,1 0 0,-1 1 1,0-1-1,1 0 0,-1 0 0,0 0 0,1 0 0,-1 0 0,1 0 1,-1 0-1,0 0 0,1-1 0,-1 1 0,0 0 0,1 0 0,-1 0 1,0 0-1,1 0 0,-1 0 0,0-1 0,1 1 0,-1 0 0,0 0 1,1-1-1,2-5-432,0 0 0,0-1 0,-1 1 0,0-1 1,0 1-1,-1-1 0,1 0 0,-2 0 0,1-7 1,-1 12 290,2-28-3129</inkml:trace>
</inkml:ink>
</file>

<file path=ppt/ink/ink5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2:34:56.801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87 5138,'0'0'3146,"3"-13"-2842,12-39 160,-14 50-386,-1 1 0,1-1 0,0 1 0,0 0-1,0 0 1,0 0 0,0-1 0,0 1 0,0 0 0,0 0 0,0 0-1,0 0 1,1 1 0,-1-1 0,0 0 0,1 0 0,-1 1-1,0-1 1,1 1 0,-1-1 0,1 1 0,-1 0 0,1-1 0,-1 1-1,1 0 1,-1 0 0,1 0 0,-1 0 0,1 0 0,-1 1 0,1-1-1,-1 0 1,2 1 0,5 0 573,-3-1-405,-1 0 1,0 0-1,1 0 1,-1 1-1,0-1 1,5 3-1,-7-2-205,0 0 0,0 0-1,0 0 1,0 0 0,0 1 0,-1-1 0,1 1-1,0-1 1,-1 1 0,1 0 0,-1 0-1,0 0 1,0 0 0,2 2 0,23 44 632,-2 1 0,26 76 0,21 108 58,23 64-189,-87-280-477,1 3-21,8 29-1,-15-47-184,-9-4-2557,5 1 2381,1-1-1,-1 1 1,1 0-1,0-1 1,-1 1-1,1-1 1,0 0-1,0 0 0,0 0 1,0 0-1,1 0 1,-1 0-1,0 0 1,1-1-1,-2-2 1,-2-3-1038,-15-19-3068</inkml:trace>
</inkml:ink>
</file>

<file path=ppt/ink/ink5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2:34:57.144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45 8452,'0'0'5410,"191"0"-4737,-141 0-369,-4 0 0,-2-6-304,-7-6 0,-7 0 0,-7 3-528,-10 3-1361</inkml:trace>
</inkml:ink>
</file>

<file path=ppt/ink/ink5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2:34:57.547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22 6787,'0'0'6051,"168"-6"-5395,-115 6-336,-3 0 48,-6 0-319,-4 0-49,-4 0-97,-9 0 33,0-6-704,-7-3-1793</inkml:trace>
</inkml:ink>
</file>

<file path=ppt/ink/ink5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2:34:57.934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64 9588,'0'0'5059,"0"3"-5283,7-15-1345,-1-12-1521,1-6-2688</inkml:trace>
</inkml:ink>
</file>

<file path=ppt/ink/ink5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2:34:58.964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71 21 5394,'0'0'4861,"1"7"-4116,5 24 122,-2 0-1,0 40 1,-4 74-119,-2-55-236,2-85-497,-1 11 173,1 1 0,0-1 0,2 1 0,0-1 0,0 1 0,2-1 0,0 0 0,10 27 1,-8-31-94,-1 1 4,1-1 0,0 1 1,0-2-1,2 1 0,-1-1 0,12 14 0,-16-23-93,0 0-1,0-1 0,0 1 0,0-1 1,0 1-1,0-1 0,1 0 0,-1 0 1,0 0-1,1 0 0,-1-1 0,1 0 1,-1 1-1,0-1 0,1 0 0,-1-1 1,1 1-1,-1-1 0,0 1 0,1-1 1,-1 0-1,0 0 0,0-1 0,1 1 1,-1 0-1,0-1 0,0 0 0,-1 0 1,1 0-1,0 0 0,-1 0 0,4-4 1,2-6-185,0 0 0,-2 0-1,1-1 1,-2 0 0,1 0 0,-2 0 0,0-1 0,0 1 0,1-17 0,-2 1-32,-1 0-1,-1 0 1,-4-42 0,2 68 250,0 0 0,0 0 1,0 1-1,0-1 0,-1 0 1,1 0-1,-1 1 0,0-1 1,1 1-1,-1-1 0,0 1 1,-1 0-1,1 0 0,0 0 1,-1 0-1,1 0 0,-1 0 1,1 1-1,-1-1 0,-4-1 1,-2-1 74,0 0 1,0 1-1,0 0 1,0 0-1,-16-1 1,-3 2 53,-38 2 1,25 1 24,19 1 8,21-2-179,0 0-1,1 0 0,-1 0 0,0 0 1,1 0-1,-1 0 0,0 0 1,0 1-1,1-1 0,-1 0 1,1 0-1,-1 1 0,0-1 1,1 0-1,-1 1 0,1-1 1,-1 1-1,1-1 0,-1 1 1,1-1-1,-1 1 0,1-1 0,-1 1 1,1 0-1,-1 1 222,14-2-48,-6 0-185,-1 0 1,1 0 0,0-1 0,-1 0 0,1 0 0,0-1 0,-1 1-1,1-1 1,-1-1 0,0 1 0,0-1 0,0 0 0,0-1 0,7-5-1,-4 3 11,12-10-191,0-1 0,18-19 0,-34 31 18,0-1-1,-1 1 0,0-1 1,0 1-1,0-1 1,0 0-1,-1-1 0,0 1 1,-1-1-1,1 1 0,-1-1 1,2-12-1,-3 13 25,-1 1-1,1-1 0,-1 0 0,-1 1 1,1-1-1,-1 1 0,-2-11 0,2 14 130,0 0 0,0-1-1,0 1 1,0 0 0,-1 0-1,1 0 1,-1 0 0,1 0-1,-1 0 1,0 1 0,0-1-1,0 0 1,0 1 0,0-1-1,0 1 1,0 0 0,0 0-1,0 0 1,-4-1 0,-9-3 253,-1 1 0,0 0 0,0 1 0,0 1 0,-18-1 0,-82 5 708,112-2-933,3 0-23,-1 0 0,1 0 0,-1 0 1,1 0-1,-1 0 0,1 0 0,-1 1 0,1-1 0,-1 0 1,1 1-1,-1-1 0,1 1 0,0 0 0,-1-1 1,1 1-1,0 0 0,-1 0 0,1 0 0,0 0 0,0 0 1,0 0-1,-2 2 0,3-2-337,26-1-10919</inkml:trace>
</inkml:ink>
</file>

<file path=ppt/ink/ink5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2:35:09.373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285 2 3682,'0'0'7054,"0"0"-7014,0 0 0,0 0 1,0 0-1,0-1 0,0 1 1,0 0-1,0 0 1,0 0-1,1 0 0,-1 0 1,0 0-1,0 0 0,0 0 1,0-1-1,1 1 1,-1 0-1,0 0 0,0 0 1,0 0-1,0 0 0,0 0 1,1 0-1,-1 0 1,0 0-1,0 0 0,0 0 1,1 0-1,-1 0 0,0 0 1,0 0-1,0 0 1,0 0-1,1 0 0,-1 0 1,0 0-1,0 1 0,0-1 1,0 0-1,0 0 1,1 0-1,-1 0 0,0 0 1,0 0-1,0 1 0,-1 11 46,-1 1 0,-1 0 0,0-1 0,-1 1 0,0-1 0,-12 21-1,1 3-27,-113 298 684,21 6 93,102-303-572,3-27-786,1-29-687,3-7-760,1 0 0,6-28 0,-5 36 949,5-27-2149</inkml:trace>
</inkml:ink>
</file>

<file path=ppt/ink/ink5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2:35:09.793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1 4722,'0'0'4058,"8"1"-3327,-4-1-646,-1 0-14,0 0 0,-1 1 0,1-1 0,0 1 0,0-1 0,0 1 0,-1 0 0,1 0 0,0 0 0,-1 0 0,1 0 0,-1 1 0,1-1 0,-1 1 0,0 0 0,0 0 0,0 0 0,0 0 0,0 0 0,0 0 0,0 0 0,2 4 0,12 26 633,-1 0 0,-2 1 0,11 39 0,19 108 976,-27-106-960,86 384 1417,-87-363-3079,-27-95-1160,11 0 2039,-4 1-484,1-1 1,0 0-1,0 0 0,-1-1 1,1 1-1,0-1 1,0 0-1,-1 0 1,1-1-1,0 1 0,0-1 1,-5-3-1,-12-12-3308</inkml:trace>
</inkml:ink>
</file>

<file path=ppt/ink/ink5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2:35:10.116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49 10117,'0'0'3649,"240"-3"-3489,-163-9-160,-10-3-368,-20 6-3249,-21 0-6324</inkml:trace>
</inkml:ink>
</file>

<file path=ppt/ink/ink5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2:35:11.450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1 4834,'4'3'10178,"79"-4"-9790,-29-1-375,-1 2 0,93 12 0,-79 7 2,-49-13 57,0-1 1,23 4-1,-36-9-64,9 3 94,-13-3-92</inkml:trace>
</inkml:ink>
</file>

<file path=ppt/ink/ink5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2:35:13.035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10 52 576,'-10'-4'12441,"10"4"-12443,0-1 1,0 1 0,0-1 0,0 1-1,0-1 1,0 1 0,1-1 0,-1 0 0,0 1-1,0-1 1,0 1 0,0-1 0,1 1-1,-1-1 1,0 1 0,0-1 0,1 1-1,-1 0 1,0-1 0,1 1 0,-1-1 0,1 1-1,-1 0 1,0-1 0,1 1 0,-1 0-1,1-1 1,-1 1 0,1 0 0,-1 0-1,1 0 1,-1-1 0,1 1 0,-1 0 0,1 0-1,-1 0 1,1 0 0,0 0 0,0 0 67,0-2-60,0 0-1,1 1 0,-1-1 0,1 0 1,-1 1-1,1 0 0,0-1 0,3-1 1,5-5-75,-1-2 34,-10 16 425,-4 20-259,5 465-916,0-515-2123,0 4-240</inkml:trace>
</inkml:ink>
</file>

<file path=ppt/ink/ink5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2:35:14.169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14 4 480,'0'0'3634,"-10"-3"-4827,7 3 561</inkml:trace>
</inkml:ink>
</file>

<file path=ppt/ink/ink5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2:35:17.983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946 263 848,'0'0'7748,"-20"0"-5699,19 0-1998,0 0 0,-1 0 0,1 0 0,0 0 0,0 0 0,-1-1 0,1 1 0,0 0 0,-1-1 0,1 1 0,0-1 0,0 1 0,0-1 0,0 1 0,0-1 0,-1 0 0,1 0 0,0 1 0,0-1 0,1 0 0,-2-2 0,0 1 79,1 0 1,1 0-1,-1 0 1,0 0-1,0-1 0,1 1 1,-1 0-1,1-1 0,0 1 1,0-1-1,0-2 0,-1 1-4,0 0-1,1 0 0,-2 0 0,1 0 0,0 0 1,-1 0-1,0 1 0,0-1 0,0 1 0,0-1 0,-6-5 1,-12-25 260,20 33-374,-1-1-1,0 0 0,-1 0 1,1 0-1,0 1 1,0-1-1,-1 1 0,1-1 1,-3-1-1,-9-12 70,9 10 6,0 0 1,0 1-1,-1-1 0,1 1 0,-1 0 1,0 0-1,-1 0 0,1 1 0,-12-6 1,-9-6-35,18 11 6,0 1 0,0 0 0,0 1 0,0-1 1,-13 0-1,-9-2-29,4 0 75,-49-1 0,-3 3-96,49 0-7,0 2 1,-55 6-1,66-2 3,0 1-1,-26 11 1,23-8-3,-14 2 3,28-7-2,-1 0 0,1 0 0,-1 0 0,1 1 0,0 0 0,0 0 0,-10 7 0,0 3 22,0 1-1,-21 20 0,33-29-27,1 0 0,-1 0 0,1 1 0,0-1-1,1 1 1,-1 0 0,1 0 0,0 0-1,0 1 1,1-1 0,-3 11 0,3 7 33,1 0 0,2 39-1,1-10 34,-2 231-116,0-277 65,1 1 0,0-1 0,1 0 1,3 12-1,3 15-12,-5-22 16,0 0 1,1 0-1,1 0 0,9 19 1,1 0-27,-9-19 17,1-1-1,0 0 1,1-1 0,0 0-1,12 12 1,-8-11 21,0-1 0,1 0 1,0-1-1,0-1 0,1 0 0,26 12 0,-22-14-17,-1-1-1,0-1 0,1 0 1,35 2-1,76-4 68,-80-2-66,100 0-58,-142-1 28,-1 1 0,0-1 0,0-1 0,0 1 0,-1-1-1,1 0 1,0 0 0,0 0 0,-1-1 0,0 0 0,1 0 0,6-6-1,5-5-68,-1 0-1,16-18 0,-28 27 86,10-9-15,-1-1 1,-1 0-1,0-1 1,-1 0-1,-1 0 1,0-2-1,-1 1 0,-1-1 1,10-36-1,-6 10 50,-1 3 49,7-58 1,-14-75-66,-5 105 91,1 65-104,0 1 0,0-1 0,-1 1-1,1-1 1,-1 1 0,0-1 0,0 1-1,0-1 1,0 1 0,0 0 0,-1 0-1,0-1 1,1 1 0,-1 0 0,0 0-1,-1 1 1,1-1 0,0 0 0,-1 1-1,0 0 1,-4-4 0,5 5 4,1-1-1,-1 1 1,1 0 0,0 0 0,0-1 0,0 1-1,0 0 1,0-1 0,0 1 0,0-1-1,0 1 1,0-1 0,1 0 0,-1 1-1,1-1 1,-1 0 0,1 0 0,0 1-1,-1-1 1,1 0 0,0-2 0,0 4 32,0-2-247,0 1 14,0 0 0,0 0 0,0-1 0,0 1 0,0 0 0,0 0 0,0 0 0,0-1 0,1 1 0,-1 0 0,0 0 0,2-2 0,9-3-2771,2 0-2692</inkml:trace>
</inkml:ink>
</file>

<file path=ppt/ink/ink5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2:35:19.847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77 0 4306,'-1'2'7682,"-1"14"-7310,2 685 4252,0-700-4651,0-1 1,0 1-1,0-1 1,0 1-1,0-1 1,0 0-1,0 1 0,0-1 1,0 1-1,0-1 1,0 1-1,0-1 1,0 1-1,0-1 1,0 0-1,0 1 1,0-1-1,-1 1 1,1-1-1,0 0 0,0 1 1,-1-1-1,1 0 1,0 1-1,-1-1 1,1 0-1,0 1 1,-1-1-1,0 0-10,1 0 0,-1-1 0,1 1 0,-1-1 0,1 1 0,0-1 0,-1 1 0,1-1 0,-1 1 0,1-1 0,0 1 0,0-1 0,-1 0 0,1 1 0,0-1 0,0 1 0,0-1-1,-1 0 1,1 1 0,0-2 0,-16-32 3,12 8-171,1-1 0,0 0 0,3 0-1,2-32 1,-1-3-146,-1-196-1338,1 250 1706,0 0-1,0 0 0,0 1 0,1-1 1,1 0-1,-1 1 0,1-1 0,0 1 1,1 0-1,-1 0 0,1 0 0,1 1 1,-1-1-1,1 1 0,1 0 0,-1 0 1,1 1-1,0 0 0,0 0 1,10-6-1,3-2 31,-15 10-23,1 0-1,-1 1 1,0-1 0,1 1-1,8-3 1,-5 2 70,1 1 1,0 0-1,0 0 0,0 1 0,0 0 0,0 1 0,0 0 1,0 0-1,13 3 0,-20-2-56,0 0-1,0 0 1,-1 0-1,1 0 1,-1 1-1,1-1 1,-1 0-1,1 1 1,-1-1-1,0 1 1,0 0-1,1-1 1,-1 1-1,0 0 1,-1 0-1,1-1 1,0 1-1,0 3 1,9 36 193,-8-27-141,0 1 0,-2-1 0,1 1 0,-2 0-1,-2 20 1,1-24-46,-1-1-1,0 0 1,0 0 0,-1-1-1,0 1 1,-1-1-1,0 0 1,-8 12 0,0-4 7,-1 0 1,0 0 0,-1-2 0,-27 23 0,31-30-90,1-1 0,-1 0 0,0 0 0,0-1 0,-1 0 0,0-1 0,0-1 0,0 0 0,-14 3 0,93-16-12,-25 0 17,0 2 1,1 2-1,0 2 1,43 3-1,-84 0 39,0 1 0,0-1 1,0 0-1,-1 1 0,1-1 0,0 1 0,0 0 0,-1 0 1,1 0-1,0 0 0,-1 0 0,1 0 0,-1 0 1,1 0-1,-1 0 0,0 1 0,1-1 0,-1 1 1,0-1-1,0 1 0,0-1 0,0 1 0,0 0 0,0 0 1,-1-1-1,1 1 0,-1 0 0,1 0 0,-1 0 1,1-1-1,-1 4 0,2 9 181,0 0 0,-1 0 0,-2 17 0,1-17 38,0 14 8,1-2 114,-4 30-1,2-48-261,-1 1-1,0-1 1,0 1 0,0-1-1,-1 0 1,0 0 0,-7 10 0,4-6-12,-1-2 0,-1 1 0,0-1 0,0 0 1,-1 0-1,0-1 0,0-1 0,-1 1 0,-1-2 1,-14 10-1,16-12-122,-1-1 1,0 0 0,0 0-1,0-1 1,0 0-1,0-1 1,-1 0 0,1 0-1,-1-1 1,1-1-1,-1 0 1,-21-2 0,28 1-90,0 0 1,0 0 0,0 0-1,0 0 1,1-1 0,-1 0-1,0 0 1,1 0 0,-1 0-1,1 0 1,0-1-1,-6-5 1,0-1-1035,0-2-1,-12-17 1,16 21 333,-25-38-6295</inkml:trace>
</inkml:ink>
</file>

<file path=ppt/ink/ink5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2:35:21.504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4 1 3217,'0'0'4731,"-1"6"-3936,-2 51 3913,21-52-3723,49 0 217,-37-4-872,36 6 0,154 20 318,-199-25-620,34 1 0,6 1 50,34 1-23,-70-6-52,-1 2 0,0 1 0,32 6 0,-17-1 12,1-2 0,0-2 0,78-4 0,-42-1-3,421 8 241,-424-9-134,97-18 0,0 1 179,181 7 911,-367 14-2157,3-1-731,0 2 1,0-1-1,-21 6 1,-24 12-9877</inkml:trace>
</inkml:ink>
</file>

<file path=ppt/ink/ink5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2:48:37.1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46 1 2401</inkml:trace>
</inkml:ink>
</file>

<file path=ppt/ink/ink5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2:48:50.3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1361,'0'0'0</inkml:trace>
</inkml:ink>
</file>

<file path=ppt/ink/ink5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2:52:07.7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0 125 2593,'0'0'4122,"2"-6"-3604,13-41 3150,-13 45-3504,0 0 1,0 0-1,0 0 1,0 0-1,0 0 1,0 0-1,1 0 0,4-2 1,15-13 73,-21 15-196,1 0 0,0 0 0,0 0-1,-1 0 1,2 0 0,-1 0 0,0 1 0,0-1 0,0 1 0,1-1-1,-1 1 1,1 0 0,-1 0 0,1 0 0,2 0 0,3 0 90,0 0-1,-1 0 1,16 2 0,-2 0-235,1050-1 207</inkml:trace>
</inkml:ink>
</file>

<file path=ppt/ink/ink5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2:52:50.2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571 87 2369,'0'0'192,"-296"-56"416,192 33 481,29 16-721,21 7-368,25 0-368,16 37-897,13 8-623</inkml:trace>
</inkml:ink>
</file>

<file path=ppt/ink/ink5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2:53:12.2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11493,'0'0'0</inkml:trace>
</inkml:ink>
</file>

<file path=ppt/ink/ink5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2:50:38.7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 34 4018,'0'0'6043,"-2"-3"-5867,-9-9 2564,11 10-2369,8 0-214,107-5 98,8-1-227,99 8-2,-214 1-26,1 0-1,0 0 0,15 5 0,22 4 18,113-6 115,-25-1-139,147 12-57,-247-13 72,70 6 5,-68-5 4,69-3-1,-43-1-3,284 1 165,-333-1-102,0-1 0,0 0-1,13-5 1,-8 3-29,-15 3-322,-3 1 319,1 0 0,-1 0 0,0-1 0,1 1-1,-1 0 1,0 0 0,0 0 0,1 0 0,-1-1-1,1 1 1,-1 0 0,0 0 0,1 0 0,-1 0-1,0 0 1,1 0 0,-1 0 0,0 0-1,1 0 1,-1 0 0,1 0 0,-1 0 0,0 0-1,1 1 1,-1-1 0,0 0 0,1 0 0,-1 0-1,0 0 1,1 1 0,-1-1 0,0 0 0,0 0-1,1 1 1,-1-1 0,0 0 0,0 0 0,1 1-1,-1-1 1,0 0 0,0 1 0,0-1 0,1 0-1,-1 1 1,0-1 0,0 0 0,0 1-1,1-1-27,2 0-5,-3 0-32,-21 0-10453</inkml:trace>
</inkml:ink>
</file>

<file path=ppt/ink/ink5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2:50:41.5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1 992,'0'0'4405,"11"0"1945,45 0-6292,-9 0-46,381 11 144,-340-7-166,-47-3-1,63 9 0,-83-7 15,0-2-1,26 0 0,-28-2 6,-1 2 0,1 0 0,24 4 0,-7 4 4,457 80 185,68-76-165,-367-15-21,-17 3-17,203-3 18,-203-13-20,-42 1 9,-23 3 109,0-5 0,156-43 0,-246 54 164,1 0 1,1 1-1,-1 1 0,28 1 1,93 2 1226,-143 0-1022,-1 1-525,-1 1 0,1-1 0,-1 0 0,1 0 0,-1 0 1,1 1-1,-1-1 0,1 0 0,-1 0 0,0 0 0,0 0 0,0 0 0,0 0 0,1 0 1,-1 0-1,0-1 0,-1 1 0,1 0 0,0-1 0,0 1 0,0 0 0,0-1 0,0 1 0,-1-1 1,1 0-1,0 1 0,0-1 0,-3 0 0,-4 3-312,-33 11-2877,-7-2-2625</inkml:trace>
</inkml:ink>
</file>

<file path=ppt/ink/ink5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2:50:43.8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114 21 864,'0'0'2524,"-2"-4"-2132,0 2-255,1 1-93,1 0 0,-1 0-1,0 0 1,1 0 0,-1 0 0,0 1-1,0-1 1,0 0 0,0 1-1,0-1 1,1 0 0,-1 1 0,0-1-1,0 1 1,0-1 0,-1 1-1,1 0 1,0-1 0,-1 1 0,0 0 497,-11-1 2547,12 1-2966,0 0-1,1 0 0,-1-1 0,1 1 1,-1 0-1,0 0 0,1 1 0,-1-1 1,0 0-1,1 0 0,-1 0 1,0 0-1,1 0 0,-1 1 0,1-1 1,-1 0-1,0 1 0,1-1 0,-1 0 1,1 1-1,-1-1 0,0 2 0,-1 17 372,1 0-1,2 30 0,0-8-109,-37 681 1178,13-371-1028,23 2-184,1-157-404,-1-195 46,1 0 0,-1-1 0,0 1 1,1 0-1,-1 0 0,1-1 0,-1 1 0,1 0 0,-1-1 1,1 1-1,-1-1 0,1 1 0,0 0 0,-1-1 1,1 0-1,0 1 0,0-1 0,-1 1 0,1-1 1,0 0-1,0 1 0,-1-1 0,1 0 0,0 0 1,1 0-1,27 6 30,-24-6-3,41 5 141,92-4 0,-65-3-154,331 6 38,-362-2-47,0 2-1,0 2 1,63 18 0,-99-23 15,100 25 83,-105-26-346,10 1 758,-11-1-609,1 0 1,-1-1-1,0 1 0,0 0 0,1 0 0,-1-1 0,0 1 0,0 0 0,0 0 1,0-1-1,0 1 0,1 0 0,-1-1 0,0 1 0,0 0 0,0 0 0,0-1 1,0 1-1,0 0 0,0-1 0,0 1 0,0 0 0,0-1 0,0 1 0,0 0 1,0-1-1,0 1 0,0 0 0,0 0 0,-1-1 0,-6-28-4136</inkml:trace>
</inkml:ink>
</file>

<file path=ppt/ink/ink5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2:50:44.3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 1 3121,'0'0'4469,"0"7"-4018,-5 269 3607,6-159-3292,-21 369 1112,15-283-1094,5-168-723,0-34-258,1-6-1252,11-119-6488,-8 65 3501</inkml:trace>
</inkml:ink>
</file>

<file path=ppt/ink/ink5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2:50:44.8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 0 6051,'0'0'2841,"18"10"-2446,1 0-213,-3-2 91,0 1 0,0 1 0,-1 0 0,-1 0 0,18 18-1,309 270 3712,-202-207-3827,-132-87-146,-7-4-4,1 0 0,-1 0-1,0 1 1,1-1 0,-1 0 0,1 1 0,-1-1 0,0 0 0,1 0 0,-1 1 0,0-1 0,1 0 0,-1 1 0,0-1 0,0 1 0,1-1 0,-1 0 0,0 1 0,0-1 0,0 1 0,0-1-1,0 1 1,1-1 0,-1 1 0,0-1 0,0 1 0,0-1 0,0 0 0,0 1 0,0-1 0,0 1 0,-1-1 0,1 1 0,0-1 0,0 1 0,0-1 0,0 1 0,-1-1 0,1 0-1,0 1 1,0-1 0,-1 1 0,1-1 0,-17 15 247,17-15-253,-48 36 145,-81 79 1,-31 59-136,99-101 1,21-22-7,-3-3 0,-65 58 0,100-99-6,4-4 3,1 0 1,-1 0 0,0-1 0,1 1 0,-1-1 0,-8 3-1,11-4 17,1-14-1168,-1 1 470,1 0-1,1 0 0,0 0 1,0 0-1,2 0 0,3-15 0,20-34-4012</inkml:trace>
</inkml:ink>
</file>

<file path=ppt/ink/ink5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2:50:45.4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145 45 3810,'0'0'4423,"-22"0"-1414,19 1-2906,0-1 0,0 1 0,-1 0 0,1 0 0,0 1 0,0-1 0,0 0 0,1 1 0,-1 0 0,0 0 0,1 0 0,-1 0-1,1 0 1,-1 0 0,1 1 0,0-1 0,0 1 0,0-1 0,0 1 0,1 0 0,-3 4 0,-3 7 68,0 0 0,1 1 0,-6 20-1,2 1 317,2 2-1,2-1 0,-2 52 0,7 114 1257,1-198-1707,0-1 1,1 1 0,-1-1 0,1 1-1,0-1 1,0 0 0,1 0 0,-1 1 0,1-1-1,0 0 1,0 0 0,0 0 0,0-1 0,1 1-1,4 5 1,-3-6-23,0 0 0,0 0 0,0 0-1,0 0 1,1-1 0,-1 0 0,1 0 0,0 0-1,0 0 1,0-1 0,-1 0 0,1 0-1,7 1 1,3 0 19,0-1-1,0 0 1,1-1-1,27-4 1,-35 2-37,0 0 1,0 0 0,0 0-1,0-1 1,0-1-1,0 1 1,-1-1 0,0 0-1,0-1 1,9-7 0,-4 1-261,0 0 1,-1-1-1,0 0 1,-1-1-1,-1 0 1,0 0-1,-1-1 1,0 0-1,-1-1 1,10-30-1,-9 17-394,-1-1-1,-2 0 1,-1 0 0,-1 0-1,-1-36 1,-2 36 355,1 5 100,-4-34 0,2 51 232,-1-1 0,1 1-1,-1-1 1,0 1 0,-1 0-1,0 0 1,0 0 0,-6-9-1,5 9 187,0 1-1,-1 1 1,1-1-1,-1 0 1,0 1-1,-9-7 1,11 10-101,-1 0 0,1 0 0,-1 0 0,0 1 0,1-1 0,-1 1 1,0 0-1,0 0 0,0 0 0,0 1 0,0-1 0,-7 1 1,6 0-83,-1 1 1,1-1 0,0 1 0,-1 0-1,1 0 1,0 1 0,0-1-1,0 1 1,0 1 0,0-1 0,0 1-1,1-1 1,-1 1 0,1 0 0,0 1-1,0-1 1,0 1 0,0 0 0,0 0-1,1 0 1,0 0 0,0 1-1,0 0 1,0-1 0,-2 8 0,3-9-388,1 0 1,-1 0-1,1 1 0,0-1 1,0 0-1,1 0 1,-1 1-1,1-1 1,-1 6-1,1 3-4282</inkml:trace>
</inkml:ink>
</file>

<file path=ppt/ink/ink5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2:50:46.1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2193,'0'0'6694,"15"2"-6121,-2 0-476,15 1 208,42 1 0,86-4 263,621 19 644,-414 0-577,-153-12-620,111 1-14,-257-8 4,-20 2 79,1-2-1,-1-3 0,66-11 1,-97 12-84,-1-1 1,23 0 0,-9 3 3524,-26 23-2448,0-19-1007,0 0-1,0 1 0,-1-1 1,1 0-1,-1 0 1,0 1-1,0-1 0,0 0 1,-1 0-1,0 0 0,1 0 1,-1-1-1,-1 1 0,-3 6 1,4-10-353,1 1 1,-1 0 0,0 0-1,0 0 1,0-1-1,0 1 1,0-1 0,1 0-1,-1 1 1,0-1 0,0 0-1,0 0 1,0 0-1,0-1 1,-3 0 0,-4 1-2478,-12 0-5679</inkml:trace>
</inkml:ink>
</file>

<file path=ppt/ink/ink5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2:50:48.2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84 6115,'0'0'3228,"8"0"-2681,219-2 2742,17 0-3182,59-9-75,-73 1-16,803-32 61,-610 30-35,-283 9-6,330 2 756,-253 2-525,215 36-51,3 1-42,-1-49 106,-2 7 29,-56 2 183,-197 4 409,-71 1 1815,-113-3-4728,-80 0-2859,13 0-551</inkml:trace>
</inkml:ink>
</file>

<file path=ppt/ink/ink5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2:50:49.6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 1 1201,'-2'1'10286,"0"10"-9306,2 28-530,8 379 1173,-2 80-664,-8-292-928,1-73-5,7 245-23,-2-337-3,13 56 0,-17-96 1,0 0-1,1 0 0,-1 0 1,0 0-1,1 0 1,-1 0-1,1 0 1,-1 0-1,1 0 0,0-1 1,-1 1-1,1 0 1,0 0-1,-1 0 1,1-1-1,0 1 0,0 0 1,0-1-1,0 1 1,0-1-1,0 1 1,0-1-1,1 1 0,24 2 61,-15-3 66,73 4 111,119-11 1,197-8-258,-387 15 19,10 0 0,1 0-1,-1 1 0,43 9 1,-32-1 16,1-2 1,0-1-1,0-2 1,41 0-1,159-4-48,-235 0 42,1 0 0,-1 0-1,0 0 1,0 1-1,0-1 1,1 0 0,-1 0-1,0 0 1,0 0-1,0 0 1,1 0 0,-1 0-1,0 1 1,0-1-1,0 0 1,1 0-1,-1 0 1,0 0 0,0 1-1,0-1 1,0 0-1,0 0 1,0 0 0,0 1-1,1-1 1,-1 0-1,0 0 1,0 1 0,0-1-1,0 0 1,0 0-1,0 0 1,0 1-1,0-1 1,0 0 0,0 0-1,0 1 1,0-1-1,0 0 1,0 0 0,0 0-1,-1 1 1,1-1-1,0 0 1,0 0 0,0 1-1,0-1 1,0 0-1,0 0 1,-1 0 0,1 0-1,0 1 1,0-1-1,0 0 1,0 0-1,-1 0 1,1 0 0,0 0-1,0 0 1,0 1-1,-1-1 1,1 0 0,0 0-1,0 0 1,-1 0-1,1 0 1,0 0 0,-1 0-1,-1 1-118,-1-1 0,0 1 1,0-1-1,0 0 0,1 0 0,-1 0 0,0 0 1,0 0-1,0-1 0,0 1 0,1-1 1,-1 1-1,0-1 0,0 0 0,1 0 0,-1-1 1,1 1-1,-1-1 0,1 1 0,0-1 0,-1 1 1,1-1-1,0 0 0,0 0 0,0 0 0,0-1 1,-2-3-1,-2-5-924,0 0 1,1-1-1,0 1 1,1-1-1,-4-15 1,-4-21-1674</inkml:trace>
</inkml:ink>
</file>

<file path=ppt/ink/ink5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2:50:50.0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27 2577,'0'0'4528,"4"-4"-4379,-2 3-81,1-2 81,-1 1-1,1-1 0,0 1 0,0 0 0,0 0 0,0 0 1,1 1-1,-1-1 0,5-1 4509,-8 23-3865,0 13-224,8 62 1,3-6-81,-2 137 1,-8-184-391,0 588 1040,-2-339-892,1-289-250,2 13 3,-2-14-5,0-1 0,1 0 1,-1 1-1,0-1 0,1 0 0,-1 1 0,0-1 0,1 0 0,-1 0 1,1 1-1,-1-1 0,0 0 0,1 0 0,-1 0 0,1 1 1,-1-1-1,1 0 0,-1 0 0,0 0 0,1 0 0,-1 0 0,1 0 1,-1 0-1,1 0 0,0 0 0,-1 0-17,1 0 0,-1 0 1,1 0-1,-1 0 0,1 0 0,-1 0 0,1-1 1,-1 1-1,1 0 0,-1 0 0,1 0 0,-1 0 1,1-1-1,-1 1 0,1 0 0,-1 0 0,0-1 1,1 1-1,-1 0 0,1-1 0,-1 1 0,0-1 1,1 1-1,-1 0 0,0-1 0,0 1 0,1-1 0,-1 1 1,0-1-1,0 0 0,5-15-611,0-1 1,-2 0-1,0 0 0,-1 0 1,0-18-1,-1 26 213,3-83-4894</inkml:trace>
</inkml:ink>
</file>

<file path=ppt/ink/ink5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2:50:50.6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76 24 5026,'0'0'6819,"22"-4"-6077,73-14 66,-88 17-690,-1 1 0,0-1-1,1 1 1,-1 0 0,1 1-1,-1-1 1,0 1 0,1 0-1,-1 1 1,0 0 0,0 0-1,0 0 1,0 1 0,8 4-1,-2 1 87,-1 1 0,0 0 0,0 1 0,14 16-1,-5-5-44,23 28 298,-2 1-1,50 82 1,-54-77-418,-31-46-28,-2-2-6,0-1 0,0 1 1,1-1-1,0 0 0,0 0 1,0-1-1,1 0 0,0 0 1,0 0-1,7 4 0,-12-9-6,-1 1 0,0-1-1,1 0 1,-1 0 0,0 0 0,1 0-1,-1 1 1,1-1 0,-1 0 0,0 0-1,1 0 1,-1 0 0,1 0-1,-1 0 1,1 0 0,-1 0 0,0 0-1,1 0 1,-1 0 0,1-1 0,-1 1-1,0 0 1,1 0 0,-1 0 0,1 0-1,-1-1 1,0 1 0,1 0 0,-1 0-1,0-1 1,1 1 0,-1 0 0,0-1-1,0 1 1,1-1 0,-1 1-8,0 0 1,0 0-1,0-1 1,0 1-1,0 0 1,0 0-1,0 0 1,0-1-1,1 1 1,-1 0-1,0 0 1,0-1-1,0 1 1,-1 0 0,1 0-1,0 0 1,0-1-1,0 1 1,0 0-1,0 0 1,0 0-1,0-1 1,0 1-1,0 0 1,0 0-1,-1 0 1,1-1-1,0 1 1,0 0-1,0 0 1,0 0-1,0 0 1,-1-1-1,1 1 1,0 0-1,0 0 1,0 0-1,-1 0 1,1 0-1,0 0 1,0 0-1,-1 0 1,1 0-1,0 0 1,0 0-1,0 0 1,-1-1 0,1 2-1,0-1 1,-1 0 7,-18-1-97,-35 5-1,46-2 95,1-1 0,0 2 0,0-1 0,0 1 0,0-1 0,0 2 0,-11 6 0,-12 11-2,1 2 0,1 1-1,1 1 1,-37 44 0,-82 126 95,130-174-91,-18 29 30,2 1 1,2 1-1,2 2 0,-30 86 1,47-92-1900,57-143-2130,-20 35-239</inkml:trace>
</inkml:ink>
</file>

<file path=ppt/ink/ink5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2:50:51.8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172 61 944,'0'0'10341,"-17"12"-8441,-11 6-1345,21-14-489,0 0 0,1 0 1,-1 1-1,1 0 0,0 0 1,1 0-1,-7 8 1,5-5-17,1 0 1,0 0 0,0 1 0,1 0 0,0 1 0,0-1 0,1 1 0,0 0 0,1 0 0,-3 14 0,-1 37 1151,1 117 1,6-144-959,0-24-163,0 1-1,1-1 1,0 1-1,1-1 1,0 1-1,0-1 1,1 0-1,7 16 1,-8-22-70,0 0 0,1 0 0,-1-1 0,1 1 0,0-1 0,0 0 0,0 1 0,0-1 0,1-1 0,-1 1 0,1 0 0,0-1 1,-1 0-1,1 0 0,0 0 0,1 0 0,-1-1 0,0 0 0,0 1 0,1-2 0,-1 1 0,8 0 0,-5-1-17,0 0 1,-1 0-1,1-1 0,0 0 0,-1 0 1,1 0-1,-1-1 0,0 0 1,1-1-1,-1 1 0,0-1 0,0 0 1,-1-1-1,1 0 0,0 1 0,-1-2 1,0 1-1,0-1 0,-1 1 1,8-11-1,3-5-185,-1-1 1,0-1 0,-2 0-1,11-28 1,-9 14-225,-1-1 0,-2 0 1,-2-1-1,-1 0 0,-2 0 0,-1 0 1,-2-1-1,-4-62 0,1 98 442,0-1 0,0 1 0,-1 0 0,1-1 0,-1 1 0,0-1-1,0 1 1,0 0 0,-1 0 0,1 0 0,-1-1 0,1 1 0,-1 1 0,0-1 0,0 0 0,-1 0-1,1 1 1,0-1 0,-1 1 0,1 0 0,-1 0 0,0 0 0,0 0 0,0 0 0,0 0-1,0 1 1,-7-3 0,-4 1 137,1 0 0,-1 1 0,0 0 0,0 1 1,-21 2-1,27-1-130,3 0 3,0 0 0,1 1 0,-1-1 0,1 1 0,-1 1 0,1-1 0,0 0-1,-1 1 1,1 0 0,-5 3 0,-36 29 119,2-2-2002,39-31-920</inkml:trace>
</inkml:ink>
</file>

<file path=ppt/ink/ink5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2:51:00.2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197 165 3265,'0'0'3888,"0"-7"-3475,1-9 283,0 1 1,2-1-1,4-17 0,14-45 2960,-21 78-3613,0 0 1,0 0 0,0 0-1,0 0 1,0 0-1,0 0 1,0 0 0,0 0-1,0 0 1,0 0-1,0 0 1,0 0 0,1 0-1,-1 0 1,0 0-1,0 0 1,0 0 0,0 0-1,0 0 1,0 0-1,0 16 193,-4 27-283,-59 236 206,37-178-54,-26 94 161,-23 102 202,70-268-476,2 0 0,1 0 0,2 35 1,0-33-397,0-36-2992,0-78-2004,0 21 1339</inkml:trace>
</inkml:ink>
</file>

<file path=ppt/ink/ink5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2:51:00.7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66 3858,'0'0'6003,"2"-10"-5646,5-31-50,-7 40-242,0 1 0,0-1 0,1 0 0,-1 0 0,1 0 0,-1 1 0,1-1 0,-1 0 0,1 1 0,-1-1 0,1 0 0,-1 1 0,1-1 0,0 1 0,-1-1 0,1 1 0,0-1 0,0 1 0,0-1 0,-1 1 0,1 0 0,0 0 0,0-1 0,0 1 0,-1 0 0,3 0 0,22 0 977,-18 1-1161,-2 0 145,-1-1-1,0 1 1,0 1 0,0-1-1,1 0 1,-1 1-1,-1 0 1,1 0-1,0 0 1,0 0-1,-1 1 1,1 0-1,-1-1 1,0 1-1,0 0 1,0 1 0,0-1-1,3 4 1,4 8 68,0 0 0,-1 0 0,9 19 0,-4 0 213,0 0 0,-3 1-1,15 70 1,4 113 700,-25-168-792,4 34 68,-1-7 39,25 117-1,-32-190-309,0-1-9,-1 0 0,1-1 0,-1 1 0,1 0 0,0-1 0,0 1 1,0-1-1,0 0 0,1 1 0,-1-1 0,0 0 0,1 1 0,0-1 0,0 0 0,-1 0 0,4 2 0,-4-4-48,-1-7-2962,0-1 2143,-1 1 1,0-1-1,-1 1 1,0 0-1,0-1 1,0 1-1,-1 0 1,-5-10-1,-8-12-3367</inkml:trace>
</inkml:ink>
</file>

<file path=ppt/ink/ink5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2:51:01.1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68 7043,'0'0'6019,"237"-22"-5875,-162 3-96,-8 4-48,-9 4-128,-24 11-1041,-14 0-3169</inkml:trace>
</inkml:ink>
</file>

<file path=ppt/ink/ink5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2:51:02.7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 1 5010,'0'1'7436,"0"17"-7207,-5 121 596,-2 32-86,-2-62-304,8 135 0,2-118-244,0-112-165,-1 0-1,2 0 1,0 0-1,1 0 1,0-1-1,9 24 1,-9-29 24,1 0 0,0 0 1,0-1-1,1 1 0,0-1 0,0 0 1,0 0-1,1-1 0,1 0 0,-1 0 1,14 10-1,-15-13-36,-1-1 0,1 1-1,0-1 1,1 0 0,-1-1 0,0 1 0,0-1-1,1 0 1,-1 0 0,1-1 0,-1 0 0,1 0-1,-1 0 1,1 0 0,-1-1 0,0 0 0,1 0-1,-1 0 1,0-1 0,0 0 0,0 0 0,0 0-1,0-1 1,0 0 0,0 1 0,-1-2 0,1 1-1,4-6 1,2-3-69,0-2 0,-1 0-1,-1 0 1,-1 0 0,0-1-1,0-1 1,-2 1 0,0-1-1,7-30 1,-6 9-425,-1-1 0,-3 0 0,0-50 0,-2 64 342,-1 19 128,1-1-1,-1 1 1,1-1-1,-2 0 1,1 1-1,0-1 0,-1 1 1,0 0-1,-1-1 1,1 1-1,-1 0 1,0-1-1,-3-5 1,3 9 39,0-1 0,0 1-1,0 0 1,0 0 0,0 0 0,-1 0 0,1 0 0,-1 0 0,1 1 0,-1-1 0,0 1 0,1 0 0,-1 0 0,0 0 0,0 0 0,0 0 0,0 0 0,0 1 0,0 0 0,0-1 0,0 1 0,-3 0-1,5 0-26,-158-2 618,87 4 323,70-9-522,3 2-389,0 0-1,0 0 1,0 0-1,1 1 0,-1-1 1,1 0-1,0 1 1,1-1-1,-1 1 0,1 0 1,0 0-1,3-5 0,49-51-80,-31 34 21,-21 22 42,18-18-533,31-47 0,-47 62 438,-1-1 0,0 0 0,0 0 1,-1 0-1,0 0 0,0-1 0,-1 1 1,0-1-1,0 0 0,0-17 0,-2 17 21,-1-9 359,0 17-278,1 1-1,0-1 1,-1 1-1,1-1 1,-1 1-1,1-1 1,-1 1-1,1 0 1,-1-1-1,1 1 0,-1 0 1,1-1-1,-1 1 1,0 0-1,1-1 1,-1 1-1,1 0 1,-1 0-1,0 0 1,1 0-1,-1 0 1,0 0-1,1 0 1,-1 0-1,-1 0 0,-7 0 8,0 0 0,1-1 0,-1 0 1,0-1-1,0 1 0,0-2 0,-11-3 0,19 5-1096</inkml:trace>
</inkml:ink>
</file>

<file path=ppt/ink/ink5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2:51:29.8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5895 992,'3'1'13673,"-1"-3"-14484,0-7 951,0-1 0,-1 1 0,0-1 0,-1 0 0,0 0 0,-2-13 0,1-7 332,1 30-235,0-31 49,0-778 599,4 731-873,15-88 0,0 1-22,-8 35 7,7-149 128,-8 99-45,0 35-77,-13-678-64,-3 677 66,-13-165 8,-8-91-62,24-2-46,4 272 58,-2 6-161,5-265-31,-2 68-104,-3 171 231,2 132 97,1 0-1,1 0 0,1 1 1,9-27-1,2-10-8,9-48 8,-11 60 20,-9 33-8,-1 1 0,0-1-1,-1 0 1,0 0 0,0-15-1,-2 23-3,0 0 0,0 0 0,0 0 0,1 0 0,-1 1 0,1-1 0,-1 0 0,1 0 0,0 0 0,0 1 0,2-5 0,-1 5 0,-1 1-1,1-1 1,-1 0-1,1 1 1,0 0-1,0-1 1,0 1-1,0 0 1,0 0-1,0 0 1,0 0-1,0 1 1,0-1-1,0 0 1,4 0-1,43-7-6,1 2-1,92 1 0,-46 2 2,135 0 1,88-5-10,-91 3-49,-149 6 57,-77-1 56,-31 0-305,27 0 154,0 0-1,0-1 1,1 1-1,-1 0 0,0-1 1,1 1-1,-1-1 0,0 0 1,1 1-1,-1-1 1,1 0-1,-1 0 0,1 0 1,-1 0-1,1 0 1,0-1-1,-2 0 0,-17-27-3190,15 22 2297,-15-29-4480</inkml:trace>
</inkml:ink>
</file>

<file path=ppt/ink/ink5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2:51:30.5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3089,'0'0'3663,"0"1"-3571,1 0 0,-1-1-1,0 1 1,0-1-1,0 1 1,1-1-1,-1 1 1,0-1-1,1 1 1,-1-1 0,1 1-1,-1-1 1,0 1-1,1-1 1,-1 1-1,1-1 1,-1 0-1,1 1 1,-1-1 0,1 0-1,0 1 1,65 7 705,1-3 0,95-5 1,-69-1-413,-66 1-364,-3-1-6,0 0-1,0 2 1,0 1-1,0 1 1,-1 1-1,43 13 1,-56-13 40,0 0 0,0-1 0,1 0 1,-1-1-1,1 0 0,14 0 1,-24-2-46,-18 0-2376,15 0 2179,1 0 1,0 0-1,0 0 1,-1 0-1,1-1 1,0 1-1,0 0 0,-1-1 1,1 1-1,0-1 1,0 1-1,0-1 1,-1 1-1,1-1 1,0 0-1,0 0 1,0 1-1,0-1 1,0 0-1,1 0 0,-1 0 1,0 0-1,0 0 1,-1-2-1,-10-19-4847</inkml:trace>
</inkml:ink>
</file>

<file path=ppt/ink/ink5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2:51:32.2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22 128 2177,'0'0'5298,"0"-3"-5164,0-7-78,0 8 53,1 2-36,-1-1-1,1 1 1,-1 0-1,1 0 1,-1 0-1,1-1 1,0 1-1,-1 0 1,1 0-1,-1 0 1,1 0-1,0 0 1,-1 0-1,1 0 1,-1 1-1,1-1 1,-1 0-1,1 0 1,0 0-1,-1 1 1,1-1-1,-1 0 1,1 0-1,-1 1 1,1-1-1,-1 0 1,1 1-1,4 12 84,-1-1-1,-1 1 1,0 0-1,-1 0 1,2 18-1,-3-23-76,15 228 302,-15-113-256,-6 205 217,1-135-299,0 14-14,-5 208 83,9-290-16,0-125 139,14-1-171,0 0 0,0-2 0,-1 0 0,26-8 1,9-3-23,56-4 275,21-5 225,-98 17-492,0 2-1,0 1 1,1 1 0,33 3 0,45-4 277,-89 1-216,0-2 0,-1 0 0,1 0 0,-1-1 0,22-11 0,77-44 359,-86 43-360,14-9 46,0-3 0,-3-1 0,0-2 0,-2-1 0,-2-3 0,-1 0 0,32-45 1,-49 55-52,0-1 1,-2 0-1,-1-1 1,-1-1-1,-1 0 1,15-55-1,-11 16-69,16-138 1,-26 118-45,-7-132 0,-1 205 12,-1 0 0,-1-1 0,-1 1 1,0 0-1,0 1 0,-2-1 0,0 1 0,0 0 1,-2 1-1,1-1 0,-2 1 0,0 1 1,0-1-1,-1 2 0,0-1 0,-24-18 1,-8-3 14,-112-82 39,126 97-82,-57-27 0,70 39 17,0 1 0,-1 0 0,1 1 1,-1 0-1,0 1 0,-16 0 0,-246-7-25,87 5 11,173 5 13,8 1-4,0 1 0,0 0 1,0 0-1,0 1 1,0 0-1,1 1 1,-16 8-1,-15 4-15,-36 8-71,41-14 67,-44 19 0,68-25 25,1 1 1,0 1 0,1 0-1,-1 0 1,1 1 0,0 0-1,1 0 1,-12 14-1,18-19-64,1 1 0,-1-1-1,1 1 1,-1 0-1,1 0 1,0 0-1,0 0 1,0 0-1,0 0 1,1 0 0,-1 0-1,1 0 1,0 0-1,0 0 1,0 6-1,0-5-293,1-4 209,-1 1 0,1-1 0,0 1 0,-1-1 0,1 1-1,0-1 1,-1 0 0,1 0 0,0 1 0,-1-1 0,1 0 0,0 0 0,0 0 0,-1 1-1,1-1 1,0 0 0,0 0 0,-1 0 0,1 0 0,0-1 0,0 1 0,0 0 0,20-2-2836,12-4-4273</inkml:trace>
</inkml:ink>
</file>

<file path=ppt/ink/ink5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2:51:33.8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 4 1745,'0'0'5119,"0"0"-4966,-12 0 2312,21 0-2028,1353-4 2943,-1085 13-3270,-149-4-105,-42-2 0,177 10 22,-4 2 56,-101-5 31,54 6 57,159-7 257,-238-10-333,168 1 2384,-312 0-3401,5 0-2534</inkml:trace>
</inkml:ink>
</file>

<file path=ppt/ink/ink5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2:51:37.1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115 158 2193,'0'0'7513,"20"-14"-6619,60-43-166,-41 31 50,-14 7 250,32-23 1736,-66 54-2844,-1 10 111,0 0 1,-10 38-1,6-18 6,-158 383 414,106-264-307,59-138-110,1 0 1,1 1-1,1-1 0,1 1 0,0 27 0,3-48-31,-1-5-956,-1-12-7,0 1 0,1 0 0,1-1 0,1-18-1,0 0-1110,2-13-1128,15 0-1585</inkml:trace>
</inkml:ink>
</file>

<file path=ppt/ink/ink5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2:51:37.5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 3810,'0'0'4466,"4"0"-3965,9-2 290,-1 0 0,1 2 0,0-1-1,24 4 1,-35-2-765,0-1 0,-1 1-1,1 0 1,0 0 0,-1 0 0,1 0-1,-1 0 1,1 1 0,-1-1 0,1 0-1,-1 1 1,0-1 0,0 1 0,0 0-1,0-1 1,2 3 0,12 34 29,-11-27-17,26 82 1012,18 105 1,-22-85 71,-16-64-795,-6-29-223,0 0 0,2 0 1,0-1-1,15 34 0,-18-51-109,-2-2-118,-22 0-4978,0-2 2036,0-8-772</inkml:trace>
</inkml:ink>
</file>

<file path=ppt/ink/ink5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2:51:38.0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6339,'0'0'6291,"270"0"-5683,-178 0-192,0 0-224,-9 0-192,-25 0-16,-20 0-608,-21 0-2241</inkml:trace>
</inkml:ink>
</file>

<file path=ppt/ink/ink5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2:51:38.9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0 256 6115,'0'0'2081,"11"-27"-1969,32-86-150,-37 97 234,13-41-552,-17 50 1162,-1 1 0,0-1-1,-1 0 1,1-8 0,-1 15-278,0 17-581,2 32 121,9 50 0,1 14 145,-9-44 237,23 125-1,-23-184-524,0 0 0,1 0-1,0 0 1,8 13-1,-1-2-1734,-2-5-2710</inkml:trace>
</inkml:ink>
</file>

<file path=ppt/ink/ink5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2:51:44.5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 15 1473,'0'0'3121,"-1"-1"-2577,-2-4-355,-1-3 4369,22 7-2452,-12 1-2905,-5 0 740,12 0-8801</inkml:trace>
</inkml:ink>
</file>

<file path=ppt/ink/ink5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2:51:45.4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 16 1857,'0'0'2748,"-8"-15"2774,37 15-4953,359 0-156,-376 1-402,0 0-1,0 1 1,20 5-1,-20-4 5,-1 0 0,2-1 0,20 1-1,183-3 80,-215 0-73</inkml:trace>
</inkml:ink>
</file>

<file path=ppt/ink/ink5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2:51:47.9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1 204 800,'0'0'2217,"0"-26"2980,21 246-1323,-13-159-3476,9 191 394,-13-42-565,-4-204-227,7 221 131,-4-43 7,-5-95 46,1-79-183,0-1 0,0 0 0,-1 0 0,-4 10 0,0 7 90,3-15-77,-2 24 36,5-33-43,0 0-1,-1 0 0,1 0 0,-1 0 0,1 0 1,-1 0-1,0 0 0,0 0 0,1-1 0,-1 1 1,-1 0-1,1 0 0,-2 2 0,-5 8 22,8-12-3,0 0-1,0 0 1,0 0-1,0 1 0,0-1 1,1 0-1,-1 0 1,0 0-1,0 1 1,0-1-1,0 0 1,1 0-1,-1 0 0,0 1 1,0-1-1,0 0 1,0 0-1,1 0 1,-1 0-1,0 0 1,0 0-1,1 0 1,-1 0-1,0 1 0,0-1 1,0 0-1,1 0 1,-1 0-1,0 0 1,0 0-1,1 0 1,-1 0-1,0 0 0,0 0 1,1 0-1,-1-1 1,0 1-1,0 0 1,15 0-77,-13 0 127,32 0 13,-16-1-54,1 1 0,-1 1-1,1 0 1,-1 1 0,23 7-1,-7 0 36,1-2 0,0-1-1,51 2 1,108-7 47,-91-2-8,-91 1-33,8 0 19,1 0 0,-1-1 1,1-1-1,-1-1 0,26-7 1,9-9-81,-1-2 0,-2-3 1,0-2-1,50-33 1,-75 40 39,-1-1 0,-2-1 0,0-2 1,-1 0-1,28-36 0,-38 41-27,0 0 0,-1-1 0,-1 0 0,0-1 0,-2 0 0,0-1 1,-2 0-1,0 0 0,-1-1 0,-1 0 0,-1 1 0,-1-2 0,0-32 0,-3-367 149,-1 409-172,0-1-1,-1 1 1,-1 0-1,0 1 1,-1-1-1,0 0 1,-1 1 0,-9-19-1,-9-9 18,-28-39 0,49 77-20,-22-34 14,-3 1 0,-1 1 0,-34-32 0,45 51-39,-1 0-1,0 1 1,-1 1-1,-1 0 0,0 2 1,0 0-1,-36-12 1,32 16 36,1 1 0,-1 1 0,0 1 0,-30-1 0,-101 4 4,73 3-31,61-2 26,9-1-16,-1 1 0,0 0 0,1 1 0,-1 0 0,1 1 0,-1 1 0,1 0-1,-18 7 1,3 3-15,-25 18 1,-14 7-3,35-20-8,2 0 1,-51 43-1,65-49 26,-9 10 0,19-16-2,-1-1 1,0 0-1,0 0 1,0 0-1,-12 6 0,-65 27-186,77-35 327,-3 3-1504,7 4-2551</inkml:trace>
</inkml:ink>
</file>

<file path=ppt/ink/ink5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2:51:49.7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1440 2657,'3'-7'11153,"-2"3"-11381,15-382 941,1-69-773,-17 376 58,8-100 21,-8 147-19,-1-17 0,3 0 0,1 0 0,11-53 0,-4 82-7,-9 19 8,1-1 1,-1 1 0,0-1-1,0 0 1,-1 1-1,1-1 1,0 0 0,0 0-1,-1 0 1,1-2 0,-1 4 8,12 0-146,139 1 196,164-3 134,60-5-192,-374 7 4,-1 1-98,0-1 65,0 1 0,0 0 0,0 0 0,0-1-1,0 1 1,0 0 0,0-1 0,0 1 0,-1 0-1,1-1 1,0 1 0,-1-1 0,1 1 0,0 0-1,-1-1 1,1 1 0,0-1 0,-1 1 0,1-1-1,-1 1 1,1-1 0,-1 1 0,1-1 0,-1 1-1,0-1 1,1 0 0,-2 1 0,-20 1-4104,17-2 1532,-4 0-4217</inkml:trace>
</inkml:ink>
</file>

<file path=ppt/ink/ink5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2:51:51.6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 49 144,'0'0'3650,"-2"-2"-3421,-2-4 826,1 0-1,0 0 0,0 0 1,-3-9-1,6 15-994,-1 0 1,1 0-1,0 0 0,0 0 0,0 0 1,-1 0-1,1 0 0,0 0 1,0 0-1,0 0 0,0 0 1,-1-1-1,1 1 0,0 0 1,0 0-1,0 0 0,0 0 1,0 0-1,-1-1 0,1 1 1,0 0-1,0 0 0,0 0 0,0 0 1,0-1-1,0 1 0,0 0 1,0 0-1,0 0 0,0 0 1,0-1-1,0 1 0,0 0 1,0 0-1,0 0 0,0-1 1,0 1-1,0 0 0,0 0 0,0 0 1,0-1-1,0 1 0,0 0 1,0 0-1,0 0 0,0 0 1,0-1-1,0 1 0,1 0 1,-1 0-1,0 0 0,0 0 1,0 0-1,0-1 0,1 1 0,389 0 490,-216 11-499,6 1-48,-2-1 4,-148-11 4,2-1-9,-1 1 0,1 2 0,57 11 0,-47-5 14,1-2 1,0-2-1,62-2 1,-52-2-7,84 11-1,-48-1 395,161-1-1,-242-9-415,32 2 29,-1 2-1,1 2 0,39 11 0,73 10 2,44 3-3,-130-18-20,1-2 0,79 2 0,520-12 37,-644 1-34,29 5 0,-28-3 12,36 2 1081,-39-5-10162</inkml:trace>
</inkml:ink>
</file>

<file path=ppt/ink/ink5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2:51:52.4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434 8 2673,'0'0'4458,"-2"-1"-4242,0 0-187,0 0-1,1 0 0,-1 0 1,0 1-1,0-1 0,0 0 1,0 1-1,0 0 0,0 0 1,0-1-1,0 1 0,0 0 1,0 1-1,0-1 0,0 0 1,0 0-1,0 1 0,0 0 1,0-1-1,0 1 0,0 0 1,0 0-1,0 0 0,0 0 1,1 0-1,-1 0 0,1 0 1,-1 1-1,-2 2 0,-4 4 71,1 1 0,0-1 0,0 2 0,-6 11 0,-20 40 564,-44 112 0,60-131-447,10-26-138,-158 417 1581,158-411-1478,0 0 0,2 1 0,1-1 0,0 1 0,0 46 0,5-75-1003,-1 0 0,2-1 0,-1 1 1,1 0-1,3-7 0,1-7-1034,6-21-2269</inkml:trace>
</inkml:ink>
</file>

<file path=ppt/ink/ink5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2:51:52.8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15 912,'0'0'6617,"3"-3"-6137,-2 2-400,1 0-1,-1 0 1,1 0-1,-1 0 1,1 0-1,-1 0 1,1 0-1,-1 1 1,1-1-1,0 0 1,-1 1-1,1 0 1,0-1-1,0 1 1,-1 0-1,1 0 1,0 0-1,0 0 1,0 0-1,-1 0 1,1 1-1,0-1 1,-1 0-1,1 1 1,0 0-1,-1-1 1,1 1 0,0 0-1,-1 0 1,1 0-1,-1 0 1,1 0-1,-1 0 1,0 0-1,3 3 1,5 7 189,0 1 0,-1 0 0,-1 1 0,0-1 0,10 24 0,19 73 912,-33-98-1076,61 220 1483,16 56-266,-70-256-1237,-4-14-61,0 0 1,-1 1-1,-1-1 1,-1 1 0,2 24-1,-5-41-133,-6-2-1660,1-2 1370,0 1 0,0-1 0,0 0 0,0 0-1,-4-4 1,-18-12-2099,-22-11-3096,27 15 1893</inkml:trace>
</inkml:ink>
</file>

<file path=ppt/ink/ink5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2:51:53.2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8 6243,'0'0'7171,"284"-7"-6867,-201 7-80,-8 0-112,-12 0-112,-18 0-16,-24 0-528,-12 0-2913</inkml:trace>
</inkml:ink>
</file>

<file path=ppt/ink/ink5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2:51:54.3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64 42 2609,'0'0'5389,"0"-3"-4591,0-12-96,0 14-635,-1 1 0,1-1 0,0 1-1,0 0 1,0-1 0,-1 1 0,1-1 0,0 1 0,-1 0 0,1-1 0,0 1 0,-1 0 0,1 0 0,-1-1 0,1 1 0,0 0 0,-1 0 0,1-1 0,-1 1 0,1 0 0,-1 0-1,1 0 1,-1 0 0,1 0 0,0 0 0,-1 0 0,0 0 0,-12-1-51,13 1 55,-12 0 99,-8 2 527,20-2-669,-1 1-1,0-1 1,1 1-1,-1 0 1,1-1-1,-1 1 1,1 0-1,-1-1 1,1 1-1,0 0 0,-1 0 1,1 0-1,0-1 1,0 1-1,-1 0 1,1 0-1,0 0 1,0 0-1,0 0 1,0-1-1,0 1 0,0 2 1,0 170 2485,0-170-2487,0-1 1,0 1-1,0 0 0,0-1 1,0 1-1,1 0 0,-1 0 1,1-1-1,0 1 0,0-1 1,0 1-1,0-1 0,0 1 1,0-1-1,1 1 0,-1-1 0,1 0 1,-1 0-1,1 0 0,0 0 1,0 0-1,0 0 0,0 0 1,0-1-1,1 1 0,-1-1 1,0 0-1,1 1 0,-1-1 1,1 0-1,-1 0 0,1-1 1,0 1-1,-1 0 0,1-1 1,3 0-1,5 2 39,0 0 0,0-2 1,12 1-1,-19-1-59,0 0 0,-1-1 0,1 1 1,0-1-1,-1 1 0,1-1 0,-1 0 0,1-1 0,-1 1 0,1-1 0,-1 1 0,0-1 1,5-4-1,-2 0-178,0-1 1,-1 0-1,0-1 1,0 1-1,-1-1 1,0 0-1,-1 0 1,0 0-1,0-1 0,0 1 1,-1-1-1,1-12 1,1-13-587,0-62-1,-4 90 797,-1 5-16,1 0 0,0 0 0,0 0-1,-1 1 1,1-1 0,-1 0 0,1 0-1,0 1 1,-1-1 0,0 0 0,1 1-1,-1-1 1,1 0 0,-1 1-1,0-1 1,1 1 0,-1-1 0,0 1-1,1-1 1,-1 1 0,0 0 0,0-1-1,0 1 1,1 0 0,-1 0 0,0-1-1,0 1 1,0 0 0,0 0 0,1 0-1,-3 0 1,-35 0 151,27 0-172,-39 0-1242,15 0-3145,-1 0-2275</inkml:trace>
</inkml:ink>
</file>

<file path=ppt/ink/ink5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2:52:12.0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5026,'0'0'4216,"21"0"-3704,81 0 4757,137 0-5229,-182 7-24,-55-7 659,-20 0-835,-27 5-6795,24-2-1684</inkml:trace>
</inkml:ink>
</file>

<file path=ppt/ink/ink5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2:52:13.7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93 17 4370,'0'0'7729,"-17"-11"-7689,13 10 6,-1 0-1,1 0 1,0 0 0,-1 1-1,1-1 1,-1 1 0,1 0-1,-6 1 1,-3-1-49,12 0 15,1 0 0,-1 1 0,0-1 0,1 0 0,-1 1 0,0-1 0,1 0 0,-1 1 0,1-1 0,-1 1 0,1-1 0,-1 1 0,1-1 0,-1 1 0,1-1-1,-1 1 1,1 0 0,-1-1 0,1 1 0,0 0 0,0-1 0,-1 1 0,1 0 0,0-1 0,0 1 0,0 0 0,-1 0 0,1 0 0,-3 27 426,3-20-230,-1 18 373,1-26-567,1 1 1,-1-1-1,0 0 0,1 1 0,-1-1 1,1 1-1,-1-1 0,0 0 1,1 1-1,-1-1 0,1 0 0,-1 0 1,1 1-1,0-1 0,-1 0 0,1 0 1,-1 0-1,1 0 0,-1 1 0,1-1 1,0 0-1,-1 0 0,1 0 1,-1 0-1,1 0 0,-1-1 0,1 1 1,0 0-1,-1 0 0,1 0 0,0 0 16,19 0-670,-31 17 507,10-14 119,-3 6-75,0-1 0,0 1-1,-2 12 1,3 0-3491</inkml:trace>
</inkml:ink>
</file>

<file path=ppt/ink/ink5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2:54:35.8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354 0 2257,'0'0'9925,"0"13"-9392,1 127 502,-3 156-125,-25-9-575,5-78-110,-30 109 181,13-115-145,29-139-155,-89 513 114,76-469-74,5 0-1,-8 197 1,27-136 28,-2 191-129,-18-172 21,2-5-33,17 19-33,1-189-2,1-1 1,0 1-1,1-1 1,1 0-1,0 0 1,0 0-1,8 12 1,-2-5 4,1 0 0,0 0 0,20 21 0,-11-16 22,2 0 1,0-2 0,-5-7-9</inkml:trace>
  <inkml:trace contextRef="#ctx0" brushRef="#br0" timeOffset="1">802 4169 16936,'231'-14'-147,"-182"9"419,74 2-1,-95 3 1219</inkml:trace>
</inkml:ink>
</file>

<file path=ppt/ink/ink6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2:53:49.7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274 7 4402,'0'0'6531,"-3"-1"-5917,-6-3 21,18 3 427,-7 1-978,0 0 0,0 0-1,1 0 1,-1 1 0,0-1 0,0 1-1,0 0 1,1-1 0,-1 1 0,0 0-1,2 1 1,3 7 62,-1 0 0,-1 0 0,9 17 0,6 11 127,105 202 733,-85-156-913,-31-65-55,0 2 1,-2-1-1,0 1 1,-1 0-1,-1 1 1,-1 0 0,-1-1-1,1 37 1,-3 14 58,1-37-54,-1 0 0,-2 0 0,-2 0 0,-1 0-1,-10 41 1,-131 294-27,58-166-45,30-78 34,18-43 3,33-69-65,0 0 0,-1-1 1,0 0-1,-1-1 0,0 1 0,-1-2 0,0 1 0,-1-1 0,0 0 0,-1-1 0,1-1 0,-2 1 0,1-2 0,-1 1 0,-1-2 0,-20 9 0,15-9-122,-6 3 24,24-9 155,0 0-1,0 0 1,0 0 0,0 0-1,1 0 1,-1 0 0,0 0-1,0 0 1,0 0 0,0 0-1,0 0 1,0 0 0,0 0-1,0 0 1,0 0 0,0 0 0,0 0-1,0 0 1,0 1 0,0-1-1,1 0 1,-1 0 0,0 0-1,0 0 1,0 0 0,0 0-1,0 0 1,0 0 0,0 0-1,0 0 1,0 0 0,0 0-1,0 0 1,0 0 0,0 0 0,0 0-1,0 1 1,0-1 0,0 0-1,0 0 1,0 0 0,0 0-1,0 0 1,0 0 0,0 0-1,0 0 1,0 0 0,0 0-1,0 0 1,0 0 0,0 0-1,0 0 1,0 1 0,0-1-1,0 0 1,0 0 0,0 0 0,0 0-1,0 0 1,0 0 0,0 0-1,-1 0 1,1 0 0,0 0-1,0 0 1,0 0 0,0 0-1,0 0 1,16 1 4,102-8 97,5-1-130,-9 9 94,2 1 132,176-20 0,-197 5-212,-1-4 1,147-46 0,-226 56 24,-1 0 1,0 0-1,0-1 0,-1-1 0,0 0 1,0-1-1,-1-1 0,-1 1 1,0-2-1,0 0 0,11-16 0,10-20 35,47-89 1,-60 100-57,-1 3 56,7-10 36,-2-1 0,27-77 0,-46 101 10,0-1 0,-2 0 0,0 1 0,-1-1 0,-3-32 0,0-2 121,2-335 276,-1 369-426,0 0 0,-2-1 0,-1 1 1,-11-35-1,-37-79 288,43 117-322,-1 1-1,-1 1 0,0 0 0,-1 1 1,-1 0-1,-23-22 0,-2 3-96,-58-41 1,87 70 50,-1-1 0,-1 1-1,1 1 1,-1 0 0,0 0 0,0 1 0,-23-5 0,9 5-34,0 1-1,-43 1 1,-7 0-62,-84 4-116,149 0 180,0 0 0,0 1 0,1 0 0,-1 0 0,0 1 0,-10 6 0,-29 11-160,23-6 104,1 1 9,4-9 82,16-6 10,0 1-1,0 0 1,0-1-1,1 2 1,-1-1 0,0 0-1,1 1 1,-1 0-1,1 0 1,0 0 0,0 1-1,1-1 1,-5 6-1,-3 6 10,6-7-15,-1-1-1,1 0 1,-2 1 0,-13 11-1,19-18-170,-1 0 0,1 0 0,-1 0 0,1 0 0,-1 0-1,1 1 1,0-1 0,-1 1 0,1-1 0,0 1 0,0-1 0,0 1 0,0-1-1,1 1 1,-1 0 0,0 0 0,1-1 0,-1 3 0,1 0-3294</inkml:trace>
</inkml:ink>
</file>

<file path=ppt/ink/ink6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2:54:38.1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97 12 3265,'0'0'5027,"-2"-11"148,-75 11-4729,77 0-440,-1 0 1,0 0-1,0 0 0,0 1 1,1-1-1,-1 0 0,0 1 1,0-1-1,1 1 0,-1-1 1,0 1-1,1-1 1,-1 1-1,1 0 0,-1-1 1,1 1-1,-1-1 0,1 1 1,-1 0-1,1 0 0,0-1 1,-1 1-1,1 0 0,0 0 1,-1-1-1,1 1 0,0 0 1,0 0-1,0 0 0,0 1 1,-2 30 346,2-27-279,0 42 767,0-45-810,0-1 0,1 1 1,-1-1-1,1 1 1,-1-1-1,1 1 0,-1-1 1,1 1-1,0-1 1,-1 0-1,1 1 0,0-1 1,0 0-1,0 0 1,0 0-1,0 0 0,1 0 1,-1 0-1,0 0 0,0 0 1,1 0-1,-1 0 1,0-1-1,1 1 0,-1-1 1,1 1-1,-1-1 1,1 1-1,-1-1 0,1 0 1,2 1-1,7 0 13,1 0-1,0 0 1,13-1-1,-12-1 33,-12 2-91,-1-1 1,1 0-1,0 0 1,0 0-1,0 0 0,0 0 1,0 0-1,0-1 1,-1 1-1,1 0 1,0 0-1,0-1 1,0 1-1,0 0 1,-1-1-1,1 1 1,0-1-1,0 1 1,-1-1-1,1 1 1,0-1-1,-1 1 0,1-1 1,0-1-1,0 0-77,-1 0 0,1 0 0,-1 0 0,0 0 0,0 0 0,1 0 0,-2 0 0,1 0 0,0-2 0,-1-10-321,1 13 403,0-1 1,-1 1 0,1 0-1,0 0 1,-1-1-1,0 1 1,1 0 0,-1 0-1,1 0 1,-1-1-1,0 1 1,0 0 0,0 0-1,0 0 1,0 0-1,0 1 1,0-1 0,0 0-1,0 0 1,0 1-1,0-1 1,-1 0 0,1 1-1,0-1 1,0 1-1,-1 0 1,1-1 0,0 1-1,-1 0 1,1 0-1,0 0 1,-2 0-1,-9-2 212,0 2 0,-20 1 0,17-1 172,15 0-369,-1 1 0,1-1 0,-1 1-1,1-1 1,0 1 0,-1-1-1,1 1 1,-1-1 0,1 1-1,0-1 1,-1 1 0,1-1-1,0 1 1,0 0 0,0-1-1,-1 1 1,1 0 0,0-1-1,0 1 1,0-1 0,0 1-1,0 0 1,0-1 0,0 1-1,0 0 1,1 26 69,-1-19-21,-1 142 111,3 170-8,5-221-122,2 41 1,36 695 149,-36-451-171,-9-278 4,-2-75-17,-2 1 1,0-1 0,-16 53-1,-4 28-2,12 41-39,6-44 20,-1-8-566,7-101 384,6 0-188,1-1 403,0 0-1,0 0 1,-1-1-1,1 0 1,0 0-1,7-4 1,-5 3-51,0-1 1,0 1 0,12-2-1,69-5-108,0 5-1,92 4 1,-140 2 138</inkml:trace>
  <inkml:trace contextRef="#ctx0" brushRef="#br0" timeOffset="-597.18">1317 2832 14387,'308'0'25,"-203"7"583,-95-6-442,-1 0 0,0 1 0,17 4 1,-5 0 257,-21-6-426,1 0 1,-1 0 0,0 0 0,1 0 0,-1 0-1,0 0 1,1 0 0,-1 0 0,0 0 0,0 0-1,1 0 1,-1 0 0,0 0 0,0 0-1,1 1 1,-1-1 0,0 0 0,1 0 0,-1 0-1,0 0 1,0 1 0,0-1 0,1 0 0,-1 0-1,0 1 1,0-1 0,0 0 0,0 0-1,1 1 1,-1-1 0,0 0 0,0 0 0,0 1-1,0-1 1,0 0 0,0 1 0,0-1-1,0 0 1,0 0 0,0 1 0,0-1 0,0 0-1,0 1 1,0-1 0,0 0 0,0 1 0,0-1-1,0 0 1,0 0 0,-1 1 0,1-1-1,0 0 1,0 0 0,0 1 0,0-1 0,-1 0-1,1 0 1,0 1 0,0-1 0,0 0-1,-1 0 1,1 0 0,0 0 0,0 1 0,-1-1-1,1 0 1,-1 0 0,-20 13-4548,-3-2-4847</inkml:trace>
</inkml:ink>
</file>

<file path=ppt/ink/ink6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2:55:14.2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27 2913,'0'0'4461,"0"-4"-3610,0-18 5336,11 22-5645,542 0 211</inkml:trace>
</inkml:ink>
</file>

<file path=ppt/ink/ink6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2:54:35.8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1 101 1601,'0'0'3479,"0"-2"-3362,0-19 585,0 11 2537,0 10-3037,0-27 972,0-13-768,0 39-398,28 2-4293,-26 0 4308,-1 1 0,0 0 0,0 0 0,0 0 0,0 0 0,0-1-12</inkml:trace>
</inkml:ink>
</file>

<file path=ppt/ink/ink6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2:54:43.959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6 140 1201,'0'0'5701,"0"-13"-4733,4-60 2506,-4 53-1663,0 15-1657,0 4-123,1 0 1,-1 0 0,0 0 0,0 0 0,0 0 0,0 0-1,0 0 1,0 0 0,0 0 0,-1 0 0,1 0-1,0 0 1,0 0 0,-1 0 0,1 0 0,-1 0 0,1 0-1,-1 0 1,0-1 0,-4-5 108,6 15 24,-1 856 3158,-1-857-3306,3 19 43,-2-26-63,0 1 0,0 0 0,0-1 0,0 1 0,1 0 0,-1-1 0,0 1 0,0-1 0,1 1 1,-1 0-1,0-1 0,1 1 0,-1-1 0,1 1 0,-1-1 0,0 1 0,1-1 0,-1 0 0,1 1 0,0-1 0,-1 1 0,1-1 0,-1 0 0,1 0 1,-1 1-1,1-1 0,0 0 0,-1 0 0,1 0 0,0 1 0,0-1 0,0-7-546,-1-139-8134,0 89 2399</inkml:trace>
</inkml:ink>
</file>

<file path=ppt/ink/ink6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2:54:44.688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143 0 3249,'0'0'6049,"1"0"-5855,0 0 1,0 0-1,0 0 1,1 1-1,-1-1 1,0 0 0,0 1-1,0-1 1,0 0-1,0 1 1,0-1 0,0 1-1,0-1 1,1 2-1,50 39 666,1-1 0,62 33 1,-6-4-734,52 50 183,-159-118-306,0 0 1,0 1 0,0-1 0,-1 0 0,1 0-1,0 0 1,0 0 0,0 0 0,1-1 0,-1 1-1,0-1 1,0 1 0,0-1 0,4 0 0,-6 0-7,0 1 0,0-1 0,0 0 1,0 0-1,0 0 0,0 1 1,1-1-1,-1 0 0,0 0 0,0 1 1,0-1-1,0 0 0,0 0 0,0 0 1,0 1-1,0-1 0,0 0 0,0 0 1,0 1-1,-1-1 0,1 0 1,0 0-1,0 0 0,0 1 0,0-1 1,0 0-1,0 0 0,0 0 0,-1 1 1,1-1-1,0 0 0,0 0 0,0 0 1,0 0-1,-1 1 0,1-1 1,0 0-1,0 0 0,0 0 0,-1 0 1,1 0-1,0 0 0,0 0 0,0 0 1,-1 0-1,1 0 0,0 0 0,0 0 1,-1 0-1,1 0 0,0 0 0,0 0 1,0 0-1,-1 0 0,1 0 1,0 0-1,0 0 0,-1 0 0,1 0 1,-30 0 63,1 2-1,-1 1 1,1 1 0,-49 14 0,59-12-60,0 1 0,0 1-1,1 0 1,0 1 0,1 1 0,0 1 0,0 1-1,-15 13 1,7-2 6,0 0 1,2 2-1,1 0 1,1 1-1,1 2 0,-31 55 1,26-37 35,-48 66-1,72-110-42,-13 12 0,10-13-226,8-10-392,5-3-478,-1 2-1,1-1 0,16-13 0,8-3-3559</inkml:trace>
</inkml:ink>
</file>

<file path=ppt/ink/ink6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2:54:45.356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150 64 912,'0'0'5422,"-4"-3"-4705,-59-39 2399,30 31-920,32 10-2178,0 0 0,0 0 1,0 1-1,0-1 0,-1 1 0,1-1 1,0 1-1,0-1 0,0 1 0,-1-1 1,1 1-1,0 0 0,0 0 0,-1 0 1,1 0-1,0 0 0,-1 0 0,1 0 1,0 0-1,0 0 0,-1 0 0,1 1 1,0-1-1,0 1 0,-1-1 0,1 1 0,0-1 1,0 1-1,0 0 0,0-1 0,0 1 1,0 0-1,0 0 0,0 0 0,0 0 1,0 0-1,1 0 0,-1 0 0,0 0 1,1 0-1,-1 0 0,0 0 0,1 1 1,0-1-1,-1 0 0,1 0 0,0 1 0,-1 1 1,0 87 1245,1-52-677,0-34-555,1-1 0,-1 1-1,0-1 1,1 0-1,-1 0 1,1 1 0,0-1-1,0 0 1,0 0 0,1 0-1,-1 0 1,1 0-1,0 0 1,0 0 0,0 0-1,0-1 1,0 1 0,0-1-1,1 0 1,-1 1 0,1-1-1,0 0 1,-1 0-1,1-1 1,0 1 0,0-1-1,0 1 1,0-1 0,5 1-1,5 1-52,0 0-1,-1-1 0,1-1 1,0 0-1,0 0 1,17-3-1,-26 2-98,-1 0 0,0-1 0,0 1 0,0-1 0,0 0 0,-1 0 0,1 0 0,0 0 0,0 0 0,0-1 0,-1 1 0,1-1 0,-1 0 1,1 0-1,-1 0 0,0 0 0,0 0 0,0 0 0,0 0 0,0-1 0,0 1 0,0-1 0,-1 0 0,1 1 0,-1-1 0,0 0 0,0 0 0,1-3 0,1-8-648,-1 0-1,0 1 1,0-1 0,-2-25-1,0 35 700,0 2 118,0 0 0,-1 0 0,1 0 0,-1-1 0,1 1 0,-1 0 0,0 0 0,0 0 0,0 0 0,0 0 0,0 0 0,0 0 0,-1 0 0,1 0 0,-1 1 0,1-1 0,-1 1 0,1-1 0,-1 1 0,0-1 0,0 1 0,-3-2 0,-6-3 497,0 1 1,-1 0-1,-13-4 0,-19-8-1534,34 12-2937</inkml:trace>
</inkml:ink>
</file>

<file path=ppt/ink/ink6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2:54:46.538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0 5 576,'0'0'2524,"13"-4"347,57 3-302,60 2-2092,8 0-168,-69-2-207,-68 3 558</inkml:trace>
</inkml:ink>
</file>

<file path=ppt/ink/ink6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2:54:47.055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33 87 384,'0'0'4207,"0"-9"-3350,0-26-105,0 7 2012,0 28-2717,0-1 0,0 0 0,1 1 0,-1-1 0,0 1 0,0-1-1,0 0 1,0 1 0,1-1 0,-1 1 0,0-1 0,0 1 0,1-1 0,-1 1 0,1-1-1,-1 1 1,0-1 0,1 1 0,-1-1 0,1 1 0,-1 0 0,1-1 0,-1 1 0,1 0 0,-1-1-1,1 1 1,0 0 0,-1 0 0,1-1 0,-1 1 0,1 0 0,0 0 0,-1 0 0,1 0 0,2 0 1339,-3 80-189,2 23-200,-5 1-1,-18 107 0,9-124-359,3 1 0,2 89-1,7-176-692,0-3-219,0-255-11754,0 201 8318</inkml:trace>
</inkml:ink>
</file>

<file path=ppt/ink/ink6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2:54:47.571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0 1 4258,'0'0'5269,"24"9"-4114,80 31-229,-89-34-693,0 2 1,-1 0-1,0 1 1,-1 0-1,19 17 1,12 8 222,-19-19-307,0 0 0,46 19-1,-56-28-294,-1-1 0,1-1 0,0 0 0,1-1 0,-1-1 0,25 1 0,-41-3 168,-3-1 22,-1 1 0,0 0 0,1 0 0,-1 0 0,1 1-1,-1 0 1,1-1 0,0 2 0,-1-1 0,1 0 0,0 1 0,0 0-1,0 0 1,0 0 0,0 0 0,-6 5 0,-37 35 466,-20 17-197,-69 80 0,106-105 66,3 1 0,0 1 0,-30 56 0,53-85-337,3-6-37,1 1 0,-1 0 0,0-1 0,1 1 0,-1 0 0,1 0 0,-1 0 0,1-1 0,0 1 0,-1 0 0,1 0 0,0 0 0,1 3 0,-1-4-37,4-2-1713,-2 1 1535,1-1 1,-1 1-1,0-1 1,0 1-1,0-1 1,1 0-1,-1 0 0,2-2 1,28-26-3553</inkml:trace>
</inkml:ink>
</file>

<file path=ppt/ink/ink6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2:54:48.098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140 35 1105,'0'0'4743,"-7"-4"-4145,0-1-27,-1 1 0,0 1 0,0-1 0,0 1 0,-1 0 1,1 1-1,-1 0 0,0 0 0,1 1 0,-12 0 0,19 1-534,0 0 0,-1 0 0,1 1 0,0-1 0,0 0 0,-1 1 0,1-1 0,0 1 0,0-1 0,0 1 0,0 0 0,-1-1 0,1 1 0,0 0 0,0 0 0,0 0 0,1 0 0,-1 0 0,0 0 0,0 0 0,0 0 0,1 0 0,-1 0 0,1 0 0,-1 1 0,1-1 0,-1 0 0,1 0 0,-1 1 0,1-1 0,0 0 0,0 3 0,-1 6 171,0 1 1,0-1 0,2 15-1,0-7 99,-1-5-100,0-5-35,0 0 0,0-1-1,1 1 1,1 8 0,-1-13-140,0-1-1,0 1 1,0 0-1,0-1 1,1 1-1,-1-1 1,1 0-1,-1 1 1,1-1-1,0 0 1,0 0-1,0 0 1,0 0-1,4 2 1,1 0-24,1 0 0,-1 0 0,1-1 0,0 0 0,0 0 0,0-1 0,0 0 0,1-1 0,-1 0 0,0 0 0,1-1 0,14 0 0,-18 0-126,0 0-1,-1-1 1,1 1 0,-1-1-1,1 0 1,-1 0 0,1 0-1,-1-1 1,1 1 0,-1-1 0,0 0-1,0 0 1,0-1 0,0 1-1,0-1 1,-1 0 0,1 0-1,-1 0 1,6-7 0,-6 6-275,0-1 1,-1 0-1,1 0 1,-1 0 0,0 0-1,0 0 1,0-1-1,-1 1 1,0 0-1,1-9 1,0-28-3415</inkml:trace>
</inkml:ink>
</file>

<file path=ppt/ink/ink6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2:54:48.476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134 31 1393,'-59'-30'3713,"22"37"-2608,12 12-1105,12 0-801</inkml:trace>
</inkml:ink>
</file>

<file path=ppt/ink/ink6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2:54:57.147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292 0 4514,'0'0'3338,"0"23"-887,1 117 943,-3 154-1745,-16-123-999,11-116-460,-30 180 226,30-189-398,-2-1-1,-18 54 1,-5 15 52,-89 416 285,110-481-299,3 0 0,1 1 0,0 63 0,7-56 152,26-57-405,932 0 1074,-945-1-845,0 0 0,0 0 0,0-2-1,0 0 1,-1 0 0,19-7 0,70-39 39,-6 4-39,-81 40-36,29-11 75,-1-2 0,-1-2 0,60-38 0,-70 37-37,-1-2 0,-1-1 0,48-51 0,-67 63-34,0 0 0,-1-1 0,-1 0-1,0 0 1,-1-1 0,0 0 0,-1 0-1,-1-1 1,0 1 0,-1-1 0,-1 0 0,3-20-1,39-372 209,-40 352 83,-4-102 0,-2 77-262,1 29-32,-1-60-23,0 107 54,1-1-1,-1 1 1,-1 0-1,1 0 1,0-1-1,-1 1 1,0 0-1,0 0 1,0 0-1,-1 1 1,-3-6-1,-38-37 17,15 18 62,28 27-102,-35-39 116,-62-54 0,84 83-126,-1 0-1,-1 1 1,1 0 0,-2 1-1,1 1 1,-1 0 0,0 2-1,-25-7 1,-132-35 19,160 44-25,0 1 0,-1 1-1,0 0 1,1 0 0,-1 2-1,-16 1 1,15 0 11,1-1 1,0-1-1,0 0 0,0-1 0,-25-6 1,16-1 3,0 2 0,-1 1 0,1 0 0,-1 2 0,-38-2 0,-209 6-83,260 1 76,0 1 0,0 0 0,1 1 0,0 0 0,-1 1 0,1 0 0,0 0 0,1 1 0,-1 1 0,-12 8-1,-4 1-16,27-15-26,-1 1 0,1-1 0,-1 0 1,1 0-1,-1 0 0,1 1 1,-1-1-1,1 0 0,-1 0 1,1 1-1,-1-1 0,1 0 1,0 1-1,-1-1 0,1 0 0,-1 1 1,1-1-1,0 1 0,0-1 1,-1 1-1,1-1 0,0 1 1,0-1-1,-1 1 0,1-1 0,0 1 1,0-1-1,0 1 0,0-1 1,0 1-1,0 0 0,0 0-38,1 0 0,0 0 0,0-1 0,-1 1 0,1 0-1,0-1 1,0 1 0,0-1 0,0 1 0,0-1 0,0 1 0,-1-1-1,1 1 1,2-1 0,41 9-2828,-43-9 2560,29 3-3963,3-2-2936</inkml:trace>
</inkml:ink>
</file>

<file path=ppt/ink/ink6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2:55:17.554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2 1 512,'-2'0'11347,"19"0"-10700,-1 1 0,0 1 0,31 7 0,-1 0-117,1-1 0,72 2 0,98-10-354,-94-2 88,-123 2-323,0 0 1,1 0-1,-1 0 0,1-1 1,-1 1-1,0 0 0,1-1 1,-1 1-1,0 0 0,1-1 1,-1 1-1,0 0 0,0-1 1,1 1-1,-1-1 0,0 1 1,0 0-1,0-1 0,0 1 1,1-1-1,-1 1 0,0-1 1,0 1-1,0-1 0,0 1 1,0 0-1,0-1 1,0 1-1,0-1 0,0 1 1,0-1-1,0 1 0,-1-1 1,1 1-1,0-1 0,-1-5-1012,1-11-2843</inkml:trace>
</inkml:ink>
</file>

<file path=ppt/ink/ink6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2:55:18.220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425 8 3201,'4'-7'10360,"-6"20"-10334,0 1 1,-1-1-1,-1 1 0,0-1 1,-1 0-1,-7 14 1,-2 6 1,-197 448 1621,164-396-1340,17-32-134,2 2-1,-29 80 0,54-127-131,1 1-1,0-1 0,1 1 1,0 0-1,0-1 0,1 15 1,0-23-118,1-15-2102,3 2 1357,0 0-1,1 0 1,1 1 0,12-22 0,-2 3-935,9-21-1439</inkml:trace>
</inkml:ink>
</file>

<file path=ppt/ink/ink6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2:55:18.673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1 2 4898,'0'0'4760,"9"-1"-4448,29 0 85,-36 1-347,0 0-1,0 1 0,0-1 1,0 1-1,0-1 0,0 1 1,0 0-1,0 0 0,0-1 1,0 1-1,0 1 0,0-1 1,-1 0-1,1 0 0,-1 1 1,1-1-1,-1 1 0,1-1 1,1 4-1,3 1 149,19 19 571,-1 2-1,36 50 1,-48-59-566,-1 1-1,-1 0 1,-1 0-1,-1 1 1,11 38 0,-8-8 460,-2-1 0,3 85 1,-12 104 1014,-1-114-1363,1-123-542,0-28-10642,0 1 5917</inkml:trace>
</inkml:ink>
</file>

<file path=ppt/ink/ink6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2:55:19.029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1 1 9700,'0'0'5315,"254"15"-4947,-154-4-224,-4-3-112,-9-1-32,-16-3-224,-25 0-977,-21-4-2016</inkml:trace>
</inkml:ink>
</file>

<file path=ppt/ink/ink6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2:55:20.773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112 1 5042,'0'0'10525,"7"0"-9722,131 0-461,-136 0-345,1 0 0,-1 0 0,1 0 0,-1 0 0,1 1 0,-1-1 0,0 1 0,1 0 0,-1 0 1,0 0-1,1 0 0,-1 0 0,0 0 0,0 1 0,0-1 0,0 1 0,0-1 0,0 1 0,0 0 0,-1-1 1,1 1-1,0 0 0,-1 0 0,0 1 0,0-1 0,1 0 0,-1 0 0,1 3 0,0 5 0,1-1-1,-1 1 1,-1-1-1,0 1 0,0-1 1,-1 12-1,-1-18 21,1 1 0,-1 0-1,0 0 1,0 0 0,0 0-1,0-1 1,-1 1 0,1-1-1,-1 1 1,0-1 0,0 1-1,0-1 1,-1 0 0,1 0-1,-1 0 1,1 0 0,-6 3-1,-7 6 78,0-1 0,-26 14 0,12-7 7,26-16-93,-25 15 85,1 1 0,1 2 0,0 0 0,-26 29-1,49-45-40,0 1 0,0-1-1,0 1 1,1-1-1,0 1 1,0 0 0,0 0-1,0 0 1,1 0-1,0 0 1,-1 7 0,1-8-28,1 0 0,0-1 0,0 1 0,0 0 0,0-1 1,1 1-1,-1 0 0,1-1 0,0 1 0,0 0 0,0-1 0,0 0 1,1 1-1,0-1 0,-1 0 0,1 0 0,4 5 0,1-2-2,0 0 0,0-1 0,1 0 0,0 0 0,0 0 0,0-1 0,1-1 0,-1 1-1,14 2 1,11 3-48,43 6-1,113 0-3400,-160-14 1881,15 0-2806</inkml:trace>
</inkml:ink>
</file>

<file path=ppt/ink/ink6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2:55:53.3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446 123 4130,'0'0'3351,"14"-11"-3018,45-32 329,-34 26 612,-13 6 10,-10 7-1137,0 3-94,-1-1-1,1 1 0,0-1 1,-1 1-1,1-1 1,0 1-1,0 0 1,0 0-1,2-1 0,9-6 187,-11-2 134,-2 10-371,0 0 0,0-1 0,0 1 0,0 0 0,0 0 0,0 0 0,0-1 0,0 1 0,0 0 0,-1 0 0,1 0 0,0-1-1,0 1 1,0 0 0,0 0 0,0 0 0,-1-1 0,1 1 0,0 0 0,0 0 0,0 0 0,0 0 0,-1 0 0,1 0 0,0-1-1,0 1 1,-1 0 0,1 0 0,0 0 0,0 0 0,0 0 0,-1 0 0,1 0 0,0 0 0,0 0 0,-1 0 0,1 0 0,0 0-1,0 0 1,0 0 0,-1 0 0,1 0 0,0 0 0,0 1 0,-1-1 0,1 0 0,0 0 0,0 0 0,0 0 0,-1 0 0,1 0-1,0 1 1,0-1 0,0 0 0,0 0 0,-1 0 0,-10 8 12,-1 0 1,1 1-1,1 0 0,-1 1 0,2 0 1,-14 16-1,-49 79 25,-45 101 405,-108 262 0,204-420-377,-17 64 1,31-84-49,1-1 1,2 2-1,1-1 1,0 36-1,17-81 3,110-213-8061,-91 172 5876</inkml:trace>
</inkml:ink>
</file>

<file path=ppt/ink/ink6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2:55:53.6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0 121 1249,'0'0'4306,"7"-20"-3170,18-57-13,-18 54 677,-7 23-1793,0 0 1,0 0 0,0 0 0,0 0-1,0 0 1,0 0 0,0 0-1,0 0 1,0 0 0,0 0 0,0 0-1,0 0 1,0 0 0,0 0-1,0 0 1,0 0 0,-1 0 774,2 1-344,5 13-97,-1-1 0,0 2 0,-1-1 0,0 0 0,2 19 1,5 22 87,95 376 2961,-54-213-2290,-35-151-796,29 74 0,-37-117-287,2-1 0,0 1 0,2-2 1,0 0-1,2-1 0,23 28 0,-50-61-4251,-35-31 211,-13-5-1065</inkml:trace>
</inkml:ink>
</file>

<file path=ppt/ink/ink6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2:55:54.0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75 10197,'0'0'2209,"313"-45"-1361,-188 34-848,-13 0-1649,-24 3-5522</inkml:trace>
</inkml:ink>
</file>

<file path=ppt/ink/ink6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2:55:54.3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53 3810,'0'0'6675,"5"-9"-6312,15-26-225,-13 26-19,-5 15 179,-2-2-154,6 92 2430,-10 124 1,-7-113-1494,5-65-740,0 48 0,10-88-469,-1-3 17,0 1 0,0-1 1,-1 1-1,1-1 0,0 0 0,0 0 0,0 0 1,-1 0-1,1 0 0,-1-1 0,1 1 0,-1-1 0,1 0 1,-1 0-1,0 0 0,0 0 0,3-3 0,2-4-836,0 0 0,-1 0-1,7-14 1,13-33-6045</inkml:trace>
</inkml:ink>
</file>

<file path=ppt/ink/ink6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2:55:54.7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98 8580,'0'0'6067,"44"-1"-5838,143-1-122,-61 2-39,-69 1-38,0-3 1,95-14 0,-142 14-31,0 0 0,1-1 0,17-8 0,-28 11-108,1-1 0,0 0 0,-1 0 0,1 0 0,0 0 0,-1 0 0,1 1 0,-1-1 0,0 0 0,1 0 0,-1 0 0,0 0 0,1 0 0,-1 0 0,0 0 0,0-1 0,0 1 0,0 0 0,0 0 0,0-1 0,0 0-584,0-1 0,-1 1 1,1 0-1,0 0 0,-1-1 0,1 1 0,-1 0 0,-1-4 0,-16-9-5956</inkml:trace>
</inkml:ink>
</file>

<file path=ppt/ink/ink6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2:55:55.1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 0 5074,'0'0'5646,"0"31"-4894,0 218 1462,-4 350 1937,4-597-4236,0-12-1894,1-26-1514,6-11-2944</inkml:trace>
</inkml:ink>
</file>

<file path=ppt/ink/ink6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2:55:55.4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500 7 7299,'0'0'5496,"1"-3"-5250,0-1-116,0 10-88,-3 12 23,-4 0 67,-1-1 0,0 0 0,-16 27 0,10-20 2,-346 644 3321,350-651-3438,-44 95 330,48-98-317,0 0 0,1-1 1,1 2-1,0-1 0,1 0 1,0 21-1,2-34-174,2-2-5,0 1 1,0 0 0,0-1-1,0 1 1,-1-1-1,1 0 1,0 0 0,0 1-1,-1-1 1,1 0-1,0-1 1,-1 1-1,1 0 1,-1 0 0,0-1-1,1 1 1,-1 0-1,2-3 1,2-2-372,6-5-467,-2-1 1,1 0 0,-2 0 0,1-1-1,5-13 1,12-35-4061</inkml:trace>
</inkml:ink>
</file>

<file path=ppt/ink/ink6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2:55:55.8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9 5859,'0'0'6880,"9"-3"-6554,-6 2-302,-1 0 1,0 0 0,1 1-1,-1-1 1,1 1 0,-1-1-1,1 1 1,-1 0 0,1 0-1,-1 0 1,1 0 0,2 1-1,-3 0 2,0 0 0,0 0 0,0 0 0,-1 0 0,1 1 0,-1-1 0,1 1 0,-1-1-1,1 1 1,-1-1 0,0 1 0,0 0 0,1 0 0,-1 0 0,-1 0 0,1 0 0,0 0-1,0 0 1,-1 0 0,1 3 0,95 397 4289,-54-202-2472,-13-72-620,82 224 0,-108-343-1210,-3-7-9,1 0-1,0 1 0,0-1 1,0 0-1,0 0 1,0 0-1,0 0 0,0 0 1,1 0-1,2 2 1,-6-13-877,-12-24-957,-2 1-1,-2 0 0,0 2 1,-2 0-1,-29-33 1,-1 9-5584</inkml:trace>
</inkml:ink>
</file>

<file path=ppt/ink/ink6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2:55:56.2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11989,'0'0'2706,"250"15"-2242,-150-15-464,-13 0-1217,-20-4-3761</inkml:trace>
</inkml:ink>
</file>

<file path=ppt/ink/ink6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2:55:56.7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24 170 3778,'0'0'7806,"-4"-15"-5434,-1 20-2343,1 6 184,1 0-1,1 0 1,-1 1-1,2 0 1,-1 22-1,5 66 1795,-2-85-1679,-1-11-277,1-1 0,-1 0 0,1 1 0,0-1-1,0 0 1,0 0 0,1 0 0,-1 0 0,1 0 0,-1 0 0,1 0 0,0-1 0,0 1 0,1 0 0,-1-1 0,0 0 0,1 1 0,-1-1 0,1 0 0,0-1 0,0 1 0,0 0 0,0-1 0,0 1-1,0-1 1,0 0 0,7 1 0,5 2 26,1-1-1,0-1 1,0 0-1,25-1 1,-13-1-75,-4 1 26,0-2 0,40-5 0,-56 5-92,-1-1 1,1 0-1,-1-1 1,0 0-1,1 0 1,-1 0-1,-1-1 1,1 0-1,0 0 1,-1-1-1,0 1 1,8-10 0,-8 8-159,-1 0 0,0-1 0,0 0 0,-1 0 0,0 0 0,0-1 0,0 1 0,-1-1 0,-1 0 0,1 0 0,1-11 0,0-5-410,-2 0 0,0-37 0,-2 55 611,-1 0 0,1 0 0,-1 1-1,0-1 1,-1 0 0,1 0 0,-1 1 0,0-1 0,0 1-1,-1 0 1,0-1 0,0 1 0,-4-5 0,2 3 97,-1 1 1,0 0-1,-1 0 1,1 0-1,-1 1 0,0 0 1,-1 0-1,-9-4 1,0 1 144,-1 1 0,0 1 0,0 0 0,-1 1 1,0 2-1,0-1 0,-30 0 0,-102 4 417,151 0-942</inkml:trace>
</inkml:ink>
</file>

<file path=ppt/ink/ink6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2:55:57.3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8852,'0'0'8431,"19"0"-8085,128 4-52,-141-4-290,22-1 27,-1 2 1,0 0 0,52 11 0,-70-9-119,0-2 0,1 1 1,11 0-1,-3-6-2707,-14-3-1295,-3-3-2973</inkml:trace>
</inkml:ink>
</file>

<file path=ppt/ink/ink6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2:55:57.7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 20 2065,'0'0'10007,"-3"-2"-8801,-8-6-189,8 6 26,22 2 421,219-3-437,-119 0-2239,-1 2-5166,-100 1 1149</inkml:trace>
</inkml:ink>
</file>

<file path=ppt/ink/ink6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2:56:00.5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488 7 3970,'0'0'5408,"0"0"-5365,0 0 1,-1-1-1,1 1 1,0 0 0,0-1-1,0 1 1,-1 0-1,1-1 1,0 1-1,0 0 1,-1-1 0,1 1-1,0 0 1,-1 0-1,1-1 1,0 1-1,-1 0 1,1 0 0,0 0-1,-1-1 1,1 1-1,0 0 1,-1 0-1,1 0 1,0 0 0,-1 0-1,1 0 1,-1 0-1,1 0 1,0 0-1,-1 0 1,1 0 0,-1 0-1,1 0 1,0 0-1,-1 0 1,1 0 0,-1 0-1,1 1 1,0-1-1,-1 0 1,-3 2-25,1 0 1,-1 1-1,1-1 1,-1 1-1,1 0 1,0-1-1,0 1 1,1 1-1,-5 5 1,-21 37 102,21-33-92,-164 345 741,25 12 557,117-296-1192,24-61-112,-5 10 101,1 0-1,2 1 1,0 0 0,1 1 0,1-1 0,2 1-1,-2 40 1,9-63-242,-2-2 23,0 0-1,0-1 1,0 1 0,0 0 0,0 0 0,0-1 0,0 1-1,0-1 1,0 0 0,0 0 0,0 0 0,0 0 0,0 0-1,-1 0 1,1 0 0,0 0 0,-1-1 0,1 1 0,2-3-1,0-2-654,0 0 0,-1-1 0,0 1-1,0-1 1,3-8 0,6-22-3133</inkml:trace>
</inkml:ink>
</file>

<file path=ppt/ink/ink6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2:56:01.0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3169,'0'0'7956,"11"6"-7382,-5-3-477,0 1 0,-1-1 0,1 1 0,-1 0 0,0 1 0,0-1 0,-1 1 0,0 0-1,1 0 1,-2 1 0,1-1 0,0 1 0,-1 0 0,0 0 0,-1 0 0,1 0 0,-1 0 0,0 0 0,1 13 0,64 360 3061,-21-93-1377,-25-174-1276,57 175 1,-72-273-509,0 0 1,9 14 0,-9-17-82,-5-10-378,-1-8-1200,0 0 970,0 1 0,-1 0 0,0-1 0,-2-7 0,-2-2-2071,-14-26 1</inkml:trace>
</inkml:ink>
</file>

<file path=ppt/ink/ink6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2:56:01.3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0 169 12854,'0'0'1248,"246"0"-863,-92-30-273,9-11-112,-13-4-3154,-29-7-5874</inkml:trace>
</inkml:ink>
</file>

<file path=ppt/ink/ink6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2:56:01.8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160 181 6307,'0'0'5648,"0"5"-4762,1 28 555,0-15-905,-1 1 0,0-1 0,-2 1 0,-4 23 0,-23 69-210,-56 233 737,71-268-391,3 0 0,-3 120 0,14-190-638,0 17 157,0 1-1,1-1 0,2 0 1,8 38-1,-9-55-166,0 0 0,0 1 0,1-1 0,0-1 0,0 1 0,1 0 0,-1-1 0,1 1 0,0-1 1,1 0-1,-1 0 0,1-1 0,0 0 0,0 1 0,1-2 0,-1 1 0,1 0 0,0-1 0,0 0 0,11 3 0,0-1-4,1-1 0,0-1 1,0-1-1,0 0 0,0-1 0,35-4 0,-40 2-62,-1-1 0,1 0 0,-1-1 0,0 0 0,0-1 0,0-1 0,-1 0 0,0 0-1,0-1 1,0 0 0,0-1 0,-1-1 0,0 1 0,-1-1 0,17-18 0,-16 14-253,-1 0 0,1-1 0,-2 0 0,0-1 0,-1 0 0,0 0 0,-1 0 0,0-1 0,-1 0 0,-1 0 0,-1 0 0,3-22 0,-4 15-58,0-1 1,-2 1 0,-1-1-1,-3-21 1,1 31 290,1 0 0,-2 1 0,0 0 0,0 0 1,-1 0-1,-1 0 0,0 1 0,-7-12 0,0 5 80,0 0-1,-1 2 1,-1-1 0,0 1-1,-21-15 1,26 23 109,-1 0 0,0 1 0,0 1 0,0 0 0,-1 0 0,0 1 0,0 1-1,0 0 1,0 0 0,-16-1 0,14 3 96,0 1 0,0 0 0,-17 2-1,27-1-134,-1 1 0,0-1-1,0 1 1,1 1 0,-1-1-1,0 1 1,1 0-1,-1 0 1,1 0 0,0 0-1,0 1 1,-7 5 0,6-4 8,1 1 1,-1 0-1,1 0 1,0 1 0,0-1-1,1 1 1,-1 0 0,1 0-1,1 0 1,-1 0 0,1 0-1,0 0 1,0 1-1,1-1 1,0 1 0,0 0-1,0 9 1,1-14-90,0 0-1,0 0 1,0 0 0,0 0-1,1 0 1,-1 0 0,1 0-1,-1 0 1,1 0 0,-1 0-1,2 2 1,-1-3-5,0 0-1,0 0 1,0 0 0,1 0-1,-1 0 1,0-1-1,0 1 1,1 0 0,-1 0-1,0-1 1,1 1 0,-1-1-1,1 0 1,-1 1 0,1-1-1,-1 0 1,3 0-1,11 2-137,0-1-1,1-1 0,-1 0 0,0-1 0,0-1 0,0-1 0,0 0 0,0 0 0,0-2 0,-1 0 0,0 0 0,0-2 1,0 0-1,-1 0 0,0-1 0,0 0 0,-1-2 0,0 1 0,-1-1 0,0-1 0,17-21 0,-21 23-61,-1 0-1,0-1 0,0 1 1,-1-1-1,-1 0 1,0 0-1,0-1 0,-1 1 1,0-1-1,0 0 0,-2 0 1,1 0-1,-1 0 0,-1 0 1,0 0-1,0 0 1,-1 0-1,-1 0 0,0 0 1,0 1-1,-8-22 0,2 19 172,0 0 0,0 0 0,-1 1 0,0 0 0,-1 1 0,-14-13-1,0 2 63,-51-35 0,58 46 280,-1 0-1,0 1 0,-1 1 0,1 1 0,-2 1 1,1 0-1,-1 1 0,-22-3 0,40 9-209,1 0-1,-1-1 0,0 1 0,0 0 0,0-1 1,0 0-1,0 1 0,1-1 0,-1 0 1,0 0-1,1 0 0,-3-1 0,4 1-91,-1 0-1,1 0 0,-1 1 0,1-1 1,0 0-1,0 0 0,-1 0 0,1 1 1,0-1-1,0 0 0,0 0 0,0 0 1,0 0-1,0 0 0,0 1 0,0-1 1,0 0-1,1 0 0,-1 0 0,0 0 1,0 1-1,1-1 0,-1 0 0,0 0 1,1 1-1,-1-1 0,1 0 0,-1 0 1,1 1-1,-1-1 0,1 1 0,0-1 0,0 0 1,10-10-336,0 1 0,1 0 0,24-15 0,-11 6-669,43-32-3151,-4-4-3383</inkml:trace>
</inkml:ink>
</file>

<file path=ppt/ink/ink6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2:56:02.2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10837,'0'0'6323,"233"0"-6051,-104 0-272,0 0-128,-8 0-1649,-17 0-5602</inkml:trace>
</inkml:ink>
</file>

<file path=ppt/ink/ink6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2:56:03.2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53 11397,'0'0'5107,"188"0"-4947,-113-7-64,0-4-96,-9 3 16,-3-3-16,-13 11-64,-17-8-256,-8 5-1681,-8 3-657,-5-4-1776</inkml:trace>
</inkml:ink>
</file>

<file path=ppt/ink/ink6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2:56:03.6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96 0 4290,'0'0'2561,"-17"210"-784,5-105 320,-9 11-544,0 4-273,4-15-399,9-18-577,8-35-240,0-29-64,13-23-192,24-4-2065,5-52-5091</inkml:trace>
</inkml:ink>
</file>

<file path=ppt/ink/ink6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2:56:03.9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435 0 9764,'0'0'3087,"0"0"-3086,0 0 0,0 1 0,0-1 0,0 0 0,0 0 0,0 0 0,0 0 0,0 0 0,0 1 0,0-1 0,0 0 0,0 0 0,0 0 0,0 0 0,1 0 0,-1 0 0,0 1 0,0-1 0,0 0 0,0 0 0,0 0 0,0 0 0,0 0 0,0 0 0,0 0 0,1 1 0,-1-1 0,0 0 0,0 0 0,0 0 0,0 0 0,0 0 0,1 0 0,-1 0 0,0 0 0,0 0 0,0 0 0,0 0 0,0 0 0,1 0 0,-1 0 0,0 0 0,0 0 0,0 0 0,0 0 0,0 0 0,1 0 0,-1 0 0,0 0 0,0 0 0,0 0 0,0 0 0,0 0 0,0-1 0,1 1 0,-3 9 37,0 1 0,-1-1 0,0 0 0,0-1 0,-1 1 0,0-1 0,-7 11 0,6-9 5,-278 570 3980,280-575-3984,-76 188 1037,71-166-970,0-1 0,1 1 0,2 1 0,1-1-1,-1 39 1,5-57-72,-1-9-33,1 1 0,0 0 0,0 0 0,-1-1 0,1 1 0,0 0 0,0 0 0,0 0 0,0-1 0,0 1 0,0 0 0,0 0 0,0-1 0,1 1 0,-1 0 0,0 0 0,0-1 0,1 1 0,-1 0 0,0 0 0,1-1 0,-1 1 0,1 0 0,-1-1 0,1 1 0,-1-1 0,1 1 0,-1 0 0,1-1 0,-1 1 0,1-1 0,0 0 0,-1 1 0,1-1 0,0 0 0,0 1 0,-1-1 0,1 0 1,0 1-1,0-1 0,-1 0 0,1 0 0,0 0 0,0 0 0,0 0 0,-1 0 0,1 0 0,0 0 0,0 0 0,0-1 0,7 1-178,0-1 1,0-1 0,0 1 0,0-1-1,-1-1 1,1 1 0,-1-1-1,0-1 1,0 1 0,0-1 0,0 0-1,0-1 1,-1 0 0,0 0 0,0 0-1,0-1 1,-1 0 0,0 0-1,5-7 1,4-6-845,-1 0 0,-2-1 0,0-1 0,0 0-1,10-34 1,-2-17-4757</inkml:trace>
</inkml:ink>
</file>

<file path=ppt/ink/ink6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2:56:04.3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222 0 7459,'0'0'6427,"18"37"-5952,-15-32-442,24 49 524,-2 1 1,-2 1-1,24 92 1,40 265 2557,-38-169-2231,-45-224-859,1 1 0,1-1-1,1 0 1,0-1 0,18 32 0,-25-50 29,8 10-491,-5-12-987,-3-10-1035,-1 4 1606,-1 0 0,1 0 0,-1 0-1,-5-9 1,-2-3-2076,-18-23-1,27 42 2920</inkml:trace>
  <inkml:trace contextRef="#ctx0" brushRef="#br0" timeOffset="1">1 675 12102,'0'0'4290,"337"-34"-3602,-195 8-688,-9-4-320,-20 0-2690,-34-4-5057</inkml:trace>
</inkml:ink>
</file>

<file path=ppt/ink/ink6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2:56:04.9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91 6723,'0'0'10133,"255"-38"-9925,-155 27-176,0 0-32,-9-1-288,-16 1-3618,-16 4-5570</inkml:trace>
</inkml:ink>
</file>

<file path=ppt/ink/ink6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2:56:05.7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53 113 7187,'0'0'4827,"0"12"-4267,-11 184 2020,-4-76-1182,-12 157 600,27-115-1086,0-154-853,1 0 0,-1 1 0,2-1 0,-1 0 0,1 0 0,0 0 0,1 0 0,6 13 0,-7-17-34,1 1 0,0-1 0,0 0 1,1 0-1,-1 0 0,1 0 1,0-1-1,0 1 0,0-1 1,1 0-1,-1 0 0,1 0 0,-1-1 1,9 3-1,0-1 14,1 0 1,-1-2-1,1 1 1,0-2-1,0 0 1,22-1-1,-27 0-27,3 0-57,0-1 1,-1 0-1,1-1 1,0 0-1,-1 0 0,1-1 1,-1-1-1,0 0 0,0-1 1,0 0-1,-1 0 0,1-1 1,-1-1-1,-1 0 0,1 0 1,-1-1-1,0 0 0,-1 0 1,0-1-1,-1 0 0,1-1 1,6-11-1,-7 8-245,0 0 1,-1 0-1,-1-1 1,0 0-1,0 0 1,-2 0-1,4-20 0,-3-5-420,-1-60-1,-2 92 707,-2 0 0,1 0 0,-1 0 0,0 0 0,0 0 0,-1 0-1,0 0 1,0 1 0,-1-1 0,0 1 0,0-1 0,0 1 0,-1 0 0,0 0 0,0 1-1,-1-1 1,1 1 0,-1 0 0,0 0 0,-1 0 0,1 1 0,-1 0 0,-9-6 0,6 5 87,0 0 1,-1 0 0,0 1 0,0 0 0,0 0-1,0 1 1,-1 1 0,-20-3 0,2 3 261,0 1 0,-30 3 1,50-1-209,0 0 1,1 1-1,-1 0 1,0 0 0,1 1-1,0 0 1,0 0-1,0 1 1,0 0 0,0 1-1,1-1 1,0 2-1,0-1 1,0 1 0,1 0-1,0 0 1,0 0-1,0 1 1,1 0-1,-7 12 1,2 2 230,10-21-360,-1 0-1,1 1 1,0-1-1,0 1 1,0-1-1,-1 1 1,1-1-1,0 1 1,0-1-1,0 1 1,0-1 0,0 1-1,0-1 1,0 1-1,0-1 1,0 1-1,0-1 1,0 1-1,0-1 1,0 1-1,1-1 1,-1 1-1,0-1 1,0 1 0,0-1-1,1 1 1,-1-1-1,0 0 1,1 1-1,-1-1 1,0 1-1,1-1 1,-1 0-1,0 1 1,1-1 0,-1 0-1,1 0 1,-1 1-1,1-1 1,13 2-24,-1-1 1,0 0 0,0-1 0,1-1-1,-1 0 1,0 0 0,0-2 0,0 0-1,0 0 1,0-1 0,-1 0 0,23-12-1,-19 7-401,-1 0-1,1 0 0,-2-2 0,1 0 1,-1 0-1,-1-1 0,0-1 1,-1 0-1,11-17 0,-18 23 154,-1 0 0,0-1 0,0 0-1,-1 0 1,0 0 0,0 0 0,-1 0 0,0 0-1,1-11 1,-1 3-197,-2 0 0,0 0-1,-3-30 1,0 35 482,1 1-1,-1 0 1,-1 0-1,0 0 1,0 1-1,-1-1 1,0 1-1,-1 0 1,0 1 0,0-1-1,-1 1 1,0 0-1,0 1 1,-1 0-1,-15-11 1,12 10 397,0 0 0,0 1-1,0 1 1,-1 0 0,0 0 0,0 1-1,-1 1 1,1 0 0,-1 1 0,0 0-1,0 1 1,-17-1 0,24 3-125,22-6-1583,-4 0 195,30-8-3731</inkml:trace>
</inkml:ink>
</file>

<file path=ppt/ink/ink6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2:56:06.5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42 46 3314,'0'0'4538,"-7"-2"-3303,0-1-588,-7-2-118,0 4 5407,93-7-4303,19 2-1849,177-10 562,-93 12-6276,-168 4 2579</inkml:trace>
</inkml:ink>
</file>

<file path=ppt/ink/ink6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2:56:06.9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 9188,'0'0'4850,"284"-4"-4449,-184 4-401,-4 4-96,-17-4-1265,-21 0-6243</inkml:trace>
</inkml:ink>
</file>

<file path=ppt/ink/ink6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2:56:07.7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547 9 6035,'0'0'3820,"-5"-2"-3732,3 1-57,0 1-1,1-1 1,-1 0-1,0 0 0,1 1 1,-1-1-1,0 0 1,0 1-1,0 0 1,0 0-1,0-1 1,1 1-1,-1 0 0,0 0 1,0 1-1,0-1 1,0 0-1,0 1 1,0-1-1,1 1 0,-1-1 1,0 1-1,0 0 1,1 0-1,-1 0 1,1 0-1,-1 0 1,1 0-1,-1 0 0,1 0 1,-1 1-1,1-1 1,0 1-1,0-1 1,0 1-1,0-1 1,0 1-1,-1 2 0,-47 76 1292,-54 118-1,43-76-685,-29 43 257,-59 122 63,143-276-974,0 1 0,1 0 0,0 0 1,1 0-1,1 0 0,0 0 0,0 1 0,1-1 0,1 15 0,3-36-763,50-74-3438,-26 43 605,6-11-3083</inkml:trace>
</inkml:ink>
</file>

<file path=ppt/ink/ink6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2:56:08.1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2017,'0'0'8756,"14"0"-8409,-5 0-264,-5-1-43,1 1 0,0 0 0,0 1 0,-1-1 0,1 1 0,7 1 0,-10-1 5,0 0-1,0 0 0,0 0 1,0 0-1,0 1 1,0-1-1,0 0 0,0 1 1,-1 0-1,1-1 1,-1 1-1,1 0 0,-1 0 1,1-1-1,-1 1 0,0 0 1,0 1-1,0-1 1,1 4-1,14 47 1242,-3 0 0,10 91 0,-12-70-574,-5-31-372,68 378 2297,-53-333-2294,3-1 1,62 145-1,-78-216-341,-6-13-12,0 0 0,-1 1 0,1-1 0,-1 0 0,0 1 0,0-1 0,0 1 0,0-1 0,0 6 0,-15-12-1765,-2-7 602,-1 0-1,1-2 0,1 0 0,0 0 0,0-2 1,-21-25-1,25 27 288,-46-50-3677</inkml:trace>
</inkml:ink>
</file>

<file path=ppt/ink/ink6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2:56:08.4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46 11269,'0'0'3570,"279"0"-2290,-121 0-1184,1 0-96,-5-11-336,-21-4-1921,-29-4-5154</inkml:trace>
</inkml:ink>
</file>

<file path=ppt/ink/ink6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2:56:08.8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51 1 5491,'0'0'7414,"-11"0"-6134,-22 0-18,26 0-253,31 0-553,262 0 55,-163 0-6057</inkml:trace>
</inkml:ink>
</file>

<file path=ppt/ink/ink6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2:56:09.2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 0 2065,'0'0'6659,"-4"240"-4770,4-150-160,0 11 111,0 1-127,0-12-688,0-12-305,0-18-256,0-18-320,0-12-96,0-15-48,0-12-16,0-21-2241,0-35-2753</inkml:trace>
</inkml:ink>
</file>

<file path=ppt/ink/ink6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2:56:09.6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487 15 4130,'0'0'7337,"-29"-2"-6897,-92-8 11,57 7 195,49 3-479,10 1-94,0 0-1,-1 0 1,1 0-1,0 0 1,0 1-1,0 0 1,0 0-1,0 0 1,0 1-1,0-1 1,1 1-1,-1 1 1,1-1-1,0 0 1,0 1-1,-7 7 1,-3 7 237,-1 1 0,-16 29 0,29-46-285,-14 27 233,2 1 1,0 0-1,2 0 1,1 1-1,2 1 1,1 0-1,-7 58 1,8-5 820,6 150 0,1-218-993,1 0-1,1 0 1,1 0 0,1-1-1,0 1 1,1-1 0,0 0-1,2 0 1,0-1 0,0 1 0,1-2-1,1 1 1,1-1 0,0-1-1,1 1 1,17 15 0,-15-17-55,1 0 0,1 0 0,0-2 0,1 0 0,0-1 0,1 0 1,-1-1-1,2-1 0,-1-1 0,23 5 0,-15-5-7,0-2 1,0-1-1,0-1 0,1-1 0,-1-1 1,49-6-1,-64 3-68,-1 1 1,1-1 0,0-1-1,-1 0 1,0 0 0,0-1-1,0 0 1,-1 0-1,1-1 1,-1 0 0,-1 0-1,1-1 1,-1 0-1,0-1 1,-1 0 0,1 0-1,-2 0 1,6-9 0,1-3-296,-2-1 1,0 0-1,-1-1 1,-1 0-1,-1 0 1,7-43-1,-7 9-353,-3-1 0,-4-57 0,0 57 178,0 21 102,-8-59 1,5 80 403,0 0 1,-1 1 0,0-1-1,-1 1 1,-1 0-1,-12-22 1,5 16 63,0 1 0,-1 0 0,-1 1 0,-1 1 0,-1 0 0,0 1 0,-1 1 0,-1 0 0,0 2 0,-1 0 0,0 1 0,-1 1 0,0 1 0,-24-8 0,35 14-82,9 4-401,5 0-1966,17 0-3357</inkml:trace>
</inkml:ink>
</file>

<file path=ppt/ink/ink6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2:56:10.3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151 148 4578,'0'0'8124,"-7"-1"-7180,5 0-872,0 1 0,0 0 0,0-1-1,0 1 1,0 0 0,0 0 0,0 0 0,0 1-1,0-1 1,0 0 0,0 1 0,0-1-1,0 1 1,0 0 0,0-1 0,1 1 0,-1 0-1,0 0 1,0 0 0,1 1 0,-1-1-1,0 0 1,1 1 0,0-1 0,-1 1 0,1-1-1,0 1 1,-1 0 0,1-1 0,0 1 0,-1 3-1,-14 32 432,2 1-1,2 0 0,1 0 1,2 2-1,-8 74 0,8 205 878,10-233-1049,-1-70-272,1-1-1,1 1 1,1-1-1,0 0 0,1 1 1,1-2-1,0 1 1,1 0-1,0-1 1,1 0-1,1-1 1,0 1-1,1-1 1,19 20-1,-17-20-31,1-1 1,1-1-1,0 0 0,1 0 1,0-2-1,1 1 0,0-2 1,0 0-1,1-1 0,0-1 0,0 0 1,0-1-1,22 4 0,-12-5-1,1 0 0,42-1-1,-62-3-41,-1 0 0,1 0 0,0-1-1,0 0 1,-1-1 0,1 0-1,-1 0 1,1 0 0,-1 0-1,0-1 1,0 0 0,0-1-1,0 1 1,-1-1 0,7-6-1,-2-1-138,0 0 1,-1-1-1,0-1 0,-1 0 0,-1 0 0,0 0 0,0-1 0,-2 0 0,1 0 0,-2 0 0,4-22 1,-2 4 79,-2 1 1,-2-1 0,-1 0-1,-4-46 1,2 70 114,0 0 0,-1 1-1,0-1 1,0 1 0,-1 0 0,0 0 0,0 0 0,0 0-1,-1 0 1,0 0 0,-1 1 0,0 0 0,1 0 0,-2 0 0,1 1-1,-1 0 1,0 0 0,0 0 0,0 1 0,-1-1 0,1 1-1,-10-3 1,-2-1 26,1 1 0,-2 0 0,1 2 0,0 0 0,-1 1 0,0 1-1,-36-1 1,-117 3 476,168 1-510,-8 1 85,11-1-113,1 0 0,0 0 0,0 0-1,0 0 1,-1 0 0,1 0 0,0 0 0,0 0-1,0 1 1,-1-1 0,1 0 0,0 0 0,0 0-1,0 0 1,-1 0 0,1 1 0,0-1 0,0 0-1,0 0 1,0 0 0,0 1 0,0-1 0,0 0-1,-1 0 1,1 0 0,0 1 0,0-1 0,0 0-1,0 0 1,0 1 0,0-1 0,0 0 0,2 1-4,-1-1 1,1 0 0,0 0-1,-1 0 1,1 0 0,-1 0 0,1-1-1,-1 1 1,1 0 0,0-1-1,-1 1 1,1-1 0,-1 0 0,3-1-1,20-9-197,-1-2-1,0-1 0,32-25 0,62-62-1948,-96 80 1142,-1-1 1,0-1-1,-2 0 0,0-2 1,21-39-1,-32 51 795,-1-1-1,0 0 1,-1-1-1,0 1 1,-1-1-1,-1 1 1,0-1-1,-1 0 1,-1-1-1,0 1 1,-1 0-1,-4-26 1,4 38 381,-1-1 0,0 1 0,0-1 0,-1 1 0,1 0 0,-1-1 0,1 1 0,-1 0 0,0 0 0,0 0 0,0 0 1,-1 0-1,1 1 0,-1-1 0,0 1 0,1-1 0,-1 1 0,0 0 0,0 0 0,-1 0 0,1 1 0,0-1 0,0 1 0,-1-1 1,-5 0-1,-7-1 493,0 0 1,0 1 0,0 1-1,-23 0 1,31 1-419,2 0-71,-10 0 309,0 0 0,0 1 0,0 1 0,-29 6 0,42-7-485,0 0-1,0 0 1,-1 0-1,1 1 1,0-1-1,0 1 1,0 0-1,1 0 0,-1 0 1,0 0-1,1 0 1,-1 0-1,1 1 1,0-1-1,0 1 1,0 0-1,0-1 0,0 1 1,1 0-1,-1 0 1,1 0-1,-1 0 1,1 1-1,0-1 1,1 0-1,-1 1 1,0-1-1,1 0 0,0 7 1,0-10-140,0 1 0,1 0 0,-1-1 1,0 1-1,1-1 0,-1 1 0,1-1 0,-1 1 1,0-1-1,1 1 0,-1-1 0,1 0 0,-1 1 1,1-1-1,-1 1 0,1-1 0,0 0 0,-1 0 1,1 1-1,-1-1 0,1 0 0,0 0 0,-1 0 1,1 0-1,0 0 0,-1 1 0,1-1 0,0 0 1,-1-1-1,1 1 0,0 0 0,-1 0 0,1 0 1,-1 0-1,1 0 0,0-1 0,5 1-1410,22 0-7052</inkml:trace>
</inkml:ink>
</file>

<file path=ppt/ink/ink6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2:56:11.9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643 1 4818,'0'0'3597,"-10"15"-3528,-131 197 1598,-37 117 1435,28 9-1974,131-295-1006,-17 39 13,-69 186 47,104-266-167,-1 8-78,13-24-220,13-23-2198,29-63 0,-11 2-3829</inkml:trace>
</inkml:ink>
</file>

<file path=ppt/ink/ink6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2:56:12.3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5346,'0'0'5878,"9"10"-4944,32 40-154,-3 1 0,-2 2 1,-3 1-1,-2 2 0,45 110 1,51 285 913,-39 16-1331,-83-446-764,-12-25-3632,-27-24 105,-17-14-2189</inkml:trace>
</inkml:ink>
</file>

<file path=ppt/ink/ink6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2:56:12.6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83 9220,'0'0'7139,"263"-45"-6546,-130 27-593,0 6 0,-8 5-1297,-16 7-4930</inkml:trace>
</inkml:ink>
</file>

<file path=ppt/ink/ink6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2:56:13.0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198 16 4210,'0'0'10557,"21"-2"-10232,-4 0-276,131-9 382,-128 11-289,-12-1-46,1 1 0,0 0 0,0 1 1,0 0-1,12 3 0,-19-3-61,0-1 1,0 1-1,1 0 1,-1 0-1,0 1 1,0-1-1,0 0 1,0 1 0,0-1-1,0 1 1,-1 0-1,1-1 1,-1 1-1,1 0 1,-1 0-1,1 0 1,-1 0-1,0 0 1,0 1-1,0-1 1,0 0-1,0 0 1,-1 1-1,1 2 1,0-1 34,0 1 0,-1-1 1,0 0-1,0 0 1,0 0-1,0 0 1,0 0-1,-1 0 0,0 0 1,0 0-1,0 0 1,0 0-1,-1 0 1,0 0-1,0 0 1,0-1-1,-4 7 0,-2 0 61,0-2 0,0 1-1,-1-1 1,-17 12-1,-150 95 467,116-79-584,-97 75-1,152-106-14,0-1-1,1 1 1,-1 0-1,1 0 1,-6 11 0,9-15 1,0 0 1,1-1 0,-1 1-1,1 0 1,-1 0 0,1 0 0,0 0-1,-1 0 1,1 0 0,0 0-1,0 0 1,-1 0 0,1 0-1,0 0 1,0 0 0,0 0 0,0 0-1,1 0 1,-1 0 0,0 0-1,0 0 1,1 0 0,-1 0 0,0 0-1,1 0 1,-1 0 0,1 0-1,-1 0 1,1 0 0,-1-1 0,1 1-1,0 0 1,-1 0 0,1-1-1,0 1 1,0 0 0,0-1-1,0 1 1,-1-1 0,1 1 0,0-1-1,0 1 1,0-1 0,0 0-1,0 1 1,0-1 0,0 0 0,0 0-1,0 0 1,1 0 0,25 4 53,0-2 0,46-2 1,-36 0 18,362 0 15,-135 0-5734,-200 0-265</inkml:trace>
</inkml:ink>
</file>

<file path=ppt/ink/ink6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2:56:13.4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8 10149,'0'0'6371,"133"-7"-6067,-50 7-160,1 0-112,-9 7-32,-13 1 0,-12-5-176,-12-3-1089,-9 0-320,-17 0-1472</inkml:trace>
</inkml:ink>
</file>

<file path=ppt/ink/ink6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2:56:13.7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8 11461,'0'0'1089,"242"0"-577,-113 0-368,0-8-144,-8 8-2785,-21 0-3954</inkml:trace>
</inkml:ink>
</file>

<file path=ppt/ink/ink6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2:56:14.4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491 49 2481,'0'0'7654,"6"-8"-6592,19-24-45,-19 23 1394,-7 13-2291,-3 5-88,0 0-1,0-1 0,-1 0 0,-6 9 0,-3 4-3,-165 297 205,23 11 175,107-224-269,45-97-131,-79 184 133,70-153-146,12-34-40,3-5 33,5-7 10,-5 5-3,26-32-1071,-1-2 0,-1-1 0,-3-1 1,22-46-1,-2-7-2835</inkml:trace>
</inkml:ink>
</file>

<file path=ppt/ink/ink6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2:56:14.8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3554,'0'0'6357,"10"4"-6021,-4-2-238,-1 1 0,0-1-1,0 1 1,0 0 0,0 0-1,0 1 1,-1-1 0,1 1-1,-1 0 1,0 0-1,0 1 1,-1-1 0,1 1-1,-1-1 1,0 1 0,0 1-1,-1-1 1,1 0 0,1 9-1,97 306 3627,-27 10-1644,-12-45-1150,-56-259-914,0 0 1,2 0-1,0-1 1,2 0-1,1 0 0,21 34 1,-32-59-64,0 0 1,0 0-1,-1 0 1,1 0-1,0 0 0,0 0 1,0 0-1,-1 0 1,1 0-1,0 0 1,0 0-1,-1 0 1,1 0-1,0 0 1,0 0-1,-1 0 1,1 0-1,0 0 1,0 0-1,-1 0 0,1 0 1,0 1-1,0-1 1,0 0-1,-1 0 1,1 0-1,0 0 1,0 1-1,0-1 1,0 0-1,0 0 1,-1 0-1,1 1 0,0-1 1,0 0-1,0 0 1,0 0-1,0 1 1,0-1-1,0 0 1,0 0-1,0 1 1,0-1-1,0 0 1,0 0-1,0 1 0,0-1 1,0 0-1,0 0 1,0 1-1,0-1 1,0 0-1,0 0 1,0 0-1,0 1 1,0-1-1,0 0 1,1 0-1,-1 1 0,0-1 1,0 0-1,0 0 1,0 0-1,1 0 1,-1 1-1,0-1 1,0 0-1,0 0 1,1 0-1,-22-6-2122,-22-22-2745</inkml:trace>
</inkml:ink>
</file>

<file path=ppt/ink/ink6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2:56:15.2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0 124 12342,'0'0'1873,"271"-56"-1329,-130 37-32,1 0-512,-13 4-2609,-25 0-6675</inkml:trace>
</inkml:ink>
</file>

<file path=ppt/ink/ink6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2:56:15.6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1 424 5539,'0'0'8003,"241"-37"-7971,-145 25-32,-4 9-48,-21-1-656,-17 4-1377,-17 0-272,-24-8-48,-9-3-1505</inkml:trace>
  <inkml:trace contextRef="#ctx0" brushRef="#br0" timeOffset="1">209 0 4770,'0'0'5763,"-46"252"-4483,29-155 145,5-3-112,-5-12-353,9-14-528,8-19-336,0-23-48,0-15-48,0-22-4033,0-30-4531</inkml:trace>
</inkml:ink>
</file>

<file path=ppt/ink/ink6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2:56:16.1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775 94 4066,'0'0'3988,"-29"-5"-3449,-96-18 232,109 20-392,0 1 0,0 0 0,0 1 0,-28 2 0,18 1 79,-5 1-72,0 2-1,0 1 0,1 1 0,-58 22 1,73-24-272,1 1 0,-1 1 0,1 0 0,1 1 0,-1 0 0,1 1 0,1 1 1,0 0-1,0 0 0,1 1 0,0 1 0,1 0 0,0 0 0,1 1 0,0 0 1,1 1-1,-10 23 0,7-6 143,1 0 1,2 1-1,1 0 1,-6 58-1,6 133 863,7-222-1118,0 10 48,0 45 505,10 77-1,-8-116-456,1-1 0,1 1 0,1-1-1,0 0 1,1 0 0,1-1 0,0 1-1,1-2 1,10 15 0,-9-16-34,1-1 1,1-1 0,0 0-1,0 0 1,1-1-1,1 0 1,-1-1-1,2-1 1,-1 0 0,1-1-1,0 0 1,1-1-1,24 7 1,-8-6 14,0-1 1,1-1 0,-1-2 0,1-1-1,51-4 1,-61 1-66,1-1 1,-1-1-1,0-1 0,0-1 0,0-1 1,0-1-1,-1 0 0,0-2 1,-1-1-1,34-21 0,-27 13-210,-2-2 0,0-1-1,-1 0 1,-2-2 0,0-1-1,-1 0 1,-2-2-1,0 0 1,-2-1 0,-1-1-1,-1-1 1,-2 0 0,0-1-1,-2 0 1,-2 0 0,0-2-1,-2 1 1,-2-1 0,2-32-1,-5-120-1141,-4 157 1141,-1 1 0,-1 0 0,-1-1 0,-15-43-1,10 45 149,-1-1 0,-1 2 0,-1 0-1,-1 0 1,-22-29 0,30 45 84,-1 1 0,0-1 0,0 1 0,0 0 0,-1 1 1,0 0-1,-1 0 0,1 0 0,-1 1 0,0 1 0,0-1 0,0 2 0,-1-1 0,0 1 0,1 1 0,-1-1 1,-17 0-1,6 1 80,13 1-95,-1 0 1,1 1-1,0 0 0,-1 0 0,1 1 1,-1 0-1,-9 3 0,17-4-24,0 1 0,0-1-1,0 1 1,0 0 0,0 0-1,0-1 1,1 1 0,-1 0 0,0 0-1,0 0 1,1 0 0,-1 0 0,0 0-1,1 0 1,-1 0 0,1 0-1,0 0 1,-1 0 0,1 0 0,0 1-1,-1-1 1,1 2 0,2 27-2579,5-11-1918</inkml:trace>
</inkml:ink>
</file>

<file path=ppt/ink/ink6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2:56:16.8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124 37 6435,'0'0'7414,"0"-7"-6644,0 7-714,0 0 0,0 0 0,0 0 0,0 0 0,0 0 0,0 0 0,0 0 0,0 0 0,0 0 0,0 0 0,0 0 1,-1 0-1,1 0 0,0 0 0,0 0 0,0 0 0,-1 0 729,1 0-729,-35 58 746,25-44-598,1 1-1,0 0 1,1 0-1,-10 27 0,10-11 75,1 1 1,1 1-1,-2 50 0,7 105 608,1-109-569,-1-18 3,0-34-137,0 0 0,2 0 0,1 1 0,10 51 0,-10-73-164,0 1 0,1-1 0,0 0-1,-1 0 1,2-1 0,-1 1 0,1-1 0,0 1-1,0-1 1,0 0 0,1-1 0,0 1-1,0-1 1,0 0 0,0 0 0,1 0 0,0-1-1,-1 0 1,1 0 0,0 0 0,11 2 0,1 0 11,1-1 1,1-1 0,-1-1 0,0-1 0,0-1 0,21-1 0,-27 0-84,0-1-1,1-1 1,-1 0-1,-1 0 1,1-1 0,0-1-1,-1 0 1,0-1 0,0 0-1,-1-1 1,0 0 0,0-1-1,0 0 1,-1 0 0,0-1-1,-1-1 1,0 0-1,0 0 1,-1-1 0,-1 0-1,10-17 1,-12 18-125,0 0 0,-1 0 0,-1-1 0,1 1 0,-2-1 0,4-20 0,-2-66-716,-4 91 854,0 0 50,0 0-1,0 1 0,0-1 0,-1 1 1,0-1-1,0 1 0,0 0 0,-1-1 1,0 1-1,0 0 0,0 0 0,0 0 1,-1 0-1,0 0 0,0 0 0,0 1 1,-1 0-1,1-1 0,-1 1 0,0 1 0,0-1 1,-1 0-1,1 1 0,-1 0 0,1 0 1,-1 0-1,-8-2 0,2 1 160,1 0-1,-1 1 1,0 0 0,0 1-1,0 1 1,-17-1-1,-67 4 976,92-2-1116,1 0-1,-1 0 1,1 0-1,-1 1 1,1-1 0,-1 1-1,1 0 1,-1 0 0,1 0-1,-1 0 1,1 0-1,0 0 1,-4 3 0,4-2 54,2-3-75,1-1-1,-1 1 0,1-1 0,-1 1 0,1-1 0,-1 1 0,1-1 0,0 1 0,-1 0 0,1-1 0,1 0 0,1-2 1,34-54-54,46-83-1312,-75 126 984,-1 0-1,-1-1 0,-1 0 0,0-1 0,-1 1 0,-1-1 1,3-26-1,-6 25 5,1 9 164,0 0 0,-1 1 0,-1-1-1,1 0 1,-3-10 0,2 17 191,0-1 1,0 1-1,0 0 1,0 0-1,0 0 0,-1 0 1,1 0-1,0 0 1,-1 0-1,0 0 1,1 0-1,-1 1 1,0-1-1,0 0 1,0 1-1,0 0 1,0-1-1,0 1 0,0 0 1,-1 0-1,1 0 1,-3 0-1,-9-3 123,0 1 0,-1 1-1,0 0 1,1 1 0,-1 0 0,0 1-1,0 1 1,-23 4 0,30-3-22,1 0 1,0 0 0,1 1 0,-1-1 0,0 2 0,1-1-1,-1 1 1,1 0 0,0 0 0,1 1 0,-10 8-1,12-10 43,11-3-2793,26-13-2959</inkml:trace>
</inkml:ink>
</file>

<file path=ppt/ink/ink6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2:56:17.8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7812,'0'0'4738,"24"0"-4087,131 4 597,-122 0-964,-1 2-1,0 1 1,0 1 0,38 17-1,-8-4 17,2-4-105,1-2-1,72 8 0,134 0 108,-161-16-101,269-1-121,-230-7-74,-42-3 8,134-22 1,-120 14 349,162 5 0,-242 7-305,67 4 312,-129 11-12798</inkml:trace>
</inkml:ink>
</file>

<file path=ppt/ink/ink6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2:56:20.1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0 233 9412,'0'0'2455,"43"-2"-1900,305-13-139,-76-10-283,-101 7-66,-95 11 70,170-8 1260,-245 14-1443,1 0-1,-1 0 1,1 1 0,-1-1-1,0-1 1,1 1-1,-1 0 1,0 0 0,0 0-1,0-1 1,0 1 0,0 0-1,0-1 1,0 1 0,0-1-1,-1 1 1,1-1-1,0 1 1,0-4 0,0 1-177,4-8-937,-1 0 0,0 0 0,-1 0 0,2-14 0,-1-18-3277</inkml:trace>
</inkml:ink>
</file>

<file path=ppt/ink/ink6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2:56:20.5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6851,'0'0'4997,"37"24"-4413,119 81-151,-99-67-335,24 17-36,-68-44-61,-1 0-1,-1 0 1,16 19-1,-22-22 30,0 0 0,0-1 0,-1 2 1,0-1-1,-1 0 0,1 1 0,-1 0 0,-1-1 0,0 1 0,0 0 0,-1 0 0,0 0 0,0 1 0,-1-1 0,-1 0 0,1 0 0,-1 0 0,-1 0 1,0 0-1,0 0 0,-1 0 0,0-1 0,0 1 0,-1-1 0,-5 9 0,-4 2 161,-2 0 0,1-2 0,-2 0 0,-1 0 0,-21 16-1,-103 69 114,64-48-294,64-45-32,9-7-17,0 1 1,0 0-1,1 0 0,0 0 0,-1 0 0,1 0 0,-3 5 0,5-6-538,6-2-628,19 0-3304</inkml:trace>
</inkml:ink>
</file>

<file path=ppt/ink/ink6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2:56:21.6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580 0 2945,'0'0'5470,"-5"5"-5233,-27 26 595,2 1 0,-43 58-1,-44 85 816,107-160-1550,-245 435 1373,199-325-1411,55-121-86,4-10-680,17-34-1215,-5 13-329,-2-1-1,18-52 1,-17 28-2551</inkml:trace>
</inkml:ink>
</file>

<file path=ppt/ink/ink6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2:56:22.0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57 4562,'0'0'5493,"4"-9"-4383,13-28-144,-16 36-915,-1 0-1,0 1 1,1-1 0,-1 0 0,0 1 0,1-1-1,-1 1 1,0-1 0,1 0 0,-1 1 0,1-1-1,-1 1 1,1-1 0,-1 1 0,1 0 0,0-1-1,-1 1 1,2-1 0,5 5 286,-6-3-265,3 4 36,0 0 0,-1 0 0,1 0 0,-1 1 0,0-1 0,-1 1 0,1 0 0,-1 0 1,2 11-1,0-5 86,20 74 983,17 114 1,-2 88 207,-35-256-1200,16 168 776,11 80-412,-7-161-485,-23-117-1033,-1-4 244,-2-8-218,-8-21-521,-17-23-1807,-6-5-2065</inkml:trace>
</inkml:ink>
</file>

<file path=ppt/ink/ink6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2:56:22.3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0 105 13030,'0'0'2513,"329"-30"-1825,-200 4-688,-8 7-32,-25 4-1312,-17 8-3106,-29-1-5555</inkml:trace>
</inkml:ink>
</file>

<file path=ppt/ink/ink6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2:56:22.8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213 64 9364,'0'0'6854,"-9"5"-6379,2 0-391,-12 8-11,19-12-60,0-1 0,-1 0 0,1 1-1,0-1 1,0 1 0,0-1 0,-1 1 0,1-1 0,0 0 0,0 1-1,0-1 1,0 1 0,0-1 0,0 1 0,0-1 0,0 1-1,0-1 1,0 1 0,0-1 0,0 0 0,0 1 0,0-1 0,0 1-1,0-1 1,1 1 0,-1-1 0,0 0 0,0 1 0,0-1 0,1 1-1,-1-1 1,0 0 0,1 1 0,-1-1 0,0 0 0,1 1 0,-1-1-1,0 0 1,1 0 0,-1 1 0,1-1 0,0 0 0,2 3 79,-1-1 0,1 0 0,-1 0 0,0 1 1,0-1-1,0 1 0,0 0 0,0 0 0,0 0 1,-1 0-1,0 0 0,1 0 0,-1 0 0,0 0 1,1 6-1,0 5 127,-1-1 0,0 24 1,-1-31-192,-1 8 46,0 1 0,-1-1 0,0 0 0,-1 1 1,-1-1-1,-1-1 0,1 1 0,-11 18 1,-8 10 191,-34 48 1,30-51-112,-21 44 1,28-37-100,19-43-55,0-1 0,0 1 0,1-1 0,-1 1 0,1-1 0,0 1 0,-1-1 0,1 1 0,0-1 0,1 1 0,-1-1 0,0 1 0,1-1 0,-1 1 0,2 2 0,-1-4 0,-1 0-1,1 0 0,0 0 1,0-1-1,0 1 0,0 0 1,0 0-1,0-1 0,0 1 1,1-1-1,-1 1 1,0-1-1,0 1 0,0-1 1,0 0-1,1 1 0,-1-1 1,0 0-1,0 0 0,1 0 1,-1 0-1,3 0 0,19 0-77,1 0 0,0-2 0,0 0 0,-1-2 0,0 0 0,1-2-1,-1 0 1,-1-2 0,0 0 0,38-21 0,-12 3-784,57-43 1,-81 51-246,-1-1 0,-1-1 1,38-45-1,-35 31-2013,-14 6-2115</inkml:trace>
  <inkml:trace contextRef="#ctx0" brushRef="#br0" timeOffset="1">854 64 9012,'0'0'9140,"138"-4"-9012,-92 8-96,-9 0-32,1-4-32,-5 0-448,-4 0-1121,-16 0-912,-13-30-1008,0-8-1842</inkml:trace>
</inkml:ink>
</file>

<file path=ppt/ink/ink6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2:56:23.2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42 2193,'0'0'13830,"242"-8"-13333,-134 8-497,-3-7-80,-18-5-1473,-16-3-3890</inkml:trace>
</inkml:ink>
</file>

<file path=ppt/ink/ink6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2:56:23.6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588 7 5619,'0'0'4140,"0"0"-4107,1 0 1,-1-1-1,0 1 0,0 0 1,0 0-1,0 0 0,0 0 0,0-1 1,0 1-1,0 0 0,0 0 1,0 0-1,0-1 0,0 1 0,0 0 1,0 0-1,0 0 0,0 0 1,0-1-1,0 1 0,0 0 1,0 0-1,0 0 0,0-1 0,0 1 1,0 0-1,0 0 0,-1 0 1,1 0-1,0 0 0,0-1 0,0 1 1,0 0-1,0 0 0,0 0 1,-1 0-1,1 0 0,0 0 0,0-1 1,0 1-1,0 0 0,-1 0 1,1 0-1,0 0 0,0 0 1,-3 1 65,0 0 1,0 0 0,0 1-1,0-1 1,0 1 0,1 0-1,-1 0 1,1 0 0,-1 0 0,1 0-1,0 0 1,-3 4 0,-4 3 103,-6 6 16,-16 16 324,1 1 1,-47 66-1,-34 77 864,-119 258 0,223-419-1367,0 1-1,1-1 1,0 1-1,1 0 0,1 1 1,1-1-1,0 1 1,-1 29-1,4-44-48,0-1 0,0 1 0,0 0 0,0 0 0,1 0 0,-1 0 0,0-1 0,1 1 0,-1 0 0,0 0 0,1 0 0,-1-1 0,1 1 0,-1 0 0,1-1 0,0 1 0,-1-1 0,1 1 0,0 0 0,-1-1 0,1 1 0,0-1 0,0 0 0,-1 1 0,1-1 0,0 0 0,0 1 0,0-1 0,-1 0 0,1 0 0,0 1 0,0-1 0,0 0 0,0 0 0,0 0 0,-1 0 0,1 0 0,1-1 0,3 1-98,-1-1 0,0 1 0,0-1 1,0 0-1,0 0 0,0 0 0,6-4 0,-3 1-219,0-1-1,0 0 0,-1 0 1,0 0-1,0-1 1,8-9-1,31-45-3373,-2-10-1938</inkml:trace>
</inkml:ink>
</file>

<file path=ppt/ink/ink6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2:56:23.9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438 0 6371,'0'0'7214,"8"52"-5926,55 347 1620,-45-294-1686,34 115-1,-41-184-1098,2 1 1,1-1 0,2-1 0,1-1-1,2 0 1,35 48 0,-47-74-148,12 16 87,-18-23-86,0 0-1,0 0 0,0 0 1,0 0-1,1 0 0,-1 0 1,0 0-1,0-1 0,1 1 1,-1 0-1,0-1 0,1 1 1,-1-1-1,0 0 1,3 1-1,-4-5-1065,0-1 637,-1-1-1,1 0 1,-1 1-1,-1-1 0,1 1 1,-1-1-1,0 1 1,0-1-1,-1 1 0,1 0 1,-1 0-1,-6-7 1,7 8 114,-51-68-5275</inkml:trace>
  <inkml:trace contextRef="#ctx0" brushRef="#br0" timeOffset="1">0 615 11749,'0'0'4643,"238"53"-3763,-105-53-880,-4 0-64,-16-4-1121,-26-18-3281,-32 3-5298</inkml:trace>
</inkml:ink>
</file>

<file path=ppt/ink/ink6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2:56:24.3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5923,'0'0'7750,"0"8"-6389,0 313 3541,0 2-3607,6-347-3552,5-26-984,2-18-3160</inkml:trace>
</inkml:ink>
</file>

<file path=ppt/ink/ink6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2:56:24.7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53 5859,'0'0'9140,"221"0"-8948,-137 0 48,-5 0-128,-13 0-112,-11 0 16,-26 0-16,-21 0-240,-8-4-1937,-4-11-656,-34 0-65,1-4-3521</inkml:trace>
</inkml:ink>
</file>

<file path=ppt/ink/ink6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2:56:25.0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5715,'0'0'4786,"0"270"-2577,0-161-704,0 7 143,0-15-559,0-18-401,0-16-416,0-22-176,8-18 0,-3-12-96,-1-15-96,0 0-400,4-8-2033,1-37-3522</inkml:trace>
</inkml:ink>
</file>

<file path=ppt/ink/ink6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2:56:25.6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430 32 5250,'0'0'6475,"8"-6"-6018,25-19 73,-33 25-497,0 0 0,0 0 0,0 0 0,0 0 0,0 1 0,0-1 0,0 0 0,0 0 0,0 0 0,0 0 0,0 0 0,0 1 0,0-1 0,0 0 0,1 0-1,-1 0 1,0 0 0,0 0 0,0 0 0,0 1 0,0-1 0,0 0 0,0 0 0,0 0 0,1 0 0,-1 0 0,0 0 0,0 0 0,0 0 0,0 0 0,0 1-1,0-1 1,1 0 0,-1 0 0,0 0 0,0 0 0,0 0 0,0 0 0,0 0 0,1 0 0,-1 0 0,0 0 0,0 0 0,0 0 0,0 0 0,0 0 0,1 0-1,-1 0 1,0-1 0,-9 20-15,-68 96 647,-35 78 1001,-101 242 0,166-318-1227,43-100-328,-1 0-1,2 0 1,1 1 0,-2 34-1,4-52-108,0 1 0,1-1 0,-1 0 0,0 1 0,0-1-1,0 1 1,0-1 0,0 1 0,0-1 0,1 0 0,-1 1 0,0-1-1,0 1 1,1-1 0,-1 0 0,0 1 0,1-1 0,-1 0 0,0 1-1,1-1 1,-1 0 0,0 0 0,1 1 0,-1-1 0,1 0 0,-1 0-1,0 0 1,1 1 0,18 0 17,-14-1-64,-1 0-1,0-1 1,1 0-1,-1 0 1,0 0-1,7-4 1,-3 0-322,0-2 1,-1 1 0,1-1 0,-2 0-1,1 0 1,-1 0 0,0-1 0,8-14-1,0-2-1823,-2 0-1,10-27 0,5-24-6197</inkml:trace>
</inkml:ink>
</file>

<file path=ppt/ink/ink6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2:56:25.9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6867,'0'0'5571,"11"14"-5094,-3-4-339,1 1 96,1 2 0,-2-1 0,1 1 0,-2 1-1,0-1 1,0 1 0,5 19 0,18 87 1951,20 169 0,19 83-912,-60-341-1244,-5-21-40,-1 0 0,0 0 1,-1 0-1,0 1 1,1 12-1,-3-21-301,-3-19-3095,-10-25 190,-13-12-1975</inkml:trace>
</inkml:ink>
</file>

<file path=ppt/ink/ink6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2:56:26.3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46 11301,'0'0'5955,"271"-8"-5907,-171 1-48,-4-1 0,-8-3-272,-22 3-2497,-24 5-2482</inkml:trace>
</inkml:ink>
</file>

<file path=ppt/ink/ink6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2:56:26.7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98 0 7908,'0'0'8524,"-14"38"-6993,-44 126-112,53-149-1171,0 0 0,1 0 1,0 1-1,1 0 0,1-1 0,0 1 0,1 0 0,1 0 0,2 16 0,-1-18-53,-1-11-173,0-1-1,1 0 1,-1 1-1,1-1 0,0 0 1,-1 1-1,1-1 1,0 0-1,0 0 1,1 0-1,-1 0 1,0 0-1,1 0 1,-1 0-1,1-1 1,-1 1-1,1 0 1,0-1-1,0 1 1,0-1-1,0 0 0,0 1 1,0-1-1,0 0 1,0 0-1,1-1 1,-1 1-1,0 0 1,1-1-1,2 1 1,8 1 8,1 0 1,0-1 0,0-1 0,15-1-1,-16 0 21,-6 1-134,1-1 0,-1-1 0,0 1 0,1-1 0,-1-1 0,0 1-1,0-1 1,0 0 0,0-1 0,-1 0 0,1 0 0,-1 0 0,0-1 0,0 1 0,-1-2 0,0 1 0,1-1 0,-2 1 0,1-1 0,-1-1 0,0 1 0,7-13 0,-5 6-146,-1 0 0,0 0 0,0 0 1,-1 0-1,-1-1 0,-1 0 0,0 0 0,0 0 1,-1 0-1,-1 0 0,-3-25 0,2 33 245,0-1-1,-1 0 0,-1 1 1,1 0-1,-1 0 0,0-1 0,0 2 1,0-1-1,-1 0 0,0 1 1,0-1-1,-1 1 0,0 0 1,1 1-1,-2-1 0,1 1 0,0 0 1,-1 0-1,-9-5 0,3 4 155,0-1-1,0 1 0,0 1 0,-1 0 1,1 1-1,-1 0 0,0 1 0,0 1 0,-16-1 1,-57 2-18,84-1-2367</inkml:trace>
</inkml:ink>
</file>

<file path=ppt/ink/ink6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2:56:27.9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 39 5731,'0'0'5455,"-2"2"-4409,2-2-1009,0 0-1,0 1 1,0-1-1,0 0 1,-1 0-1,1 0 1,0 0-1,0 0 1,0 0-1,0 0 1,0 0-1,0 1 1,0-1-1,0 0 1,0 0-1,0 0 1,-1 0-1,1 0 1,0 1-1,0-1 1,0 0-1,0 0 1,0 0-1,0 0 1,0 0-1,0 1 1,0-1-1,0 0 1,0 0-1,0 0 1,0 0-1,0 0 1,0 1-1,1-1 1,-1 0-1,0 0 1,0 0-1,0 0 1,0 0-1,0 0 1,0 1-1,0-1 1,0 0-1,0 0 1,1 0-1,-1 0 1,0 0-1,0 0 1,0 0-1,0 0 1,0 0-1,0 1 1,1-1-1,-1 0 1,0 0-1,0 0 1,0 0-1,0 0 1,1 0-1,17 3 1189,35-3-167,-36 0-614,-7 0-279,184 7 1343,-109-2-1303,89-5 1,-71-1-182,103 2 3,229-3 50,-390-1-17,46-10 0,32-3 65,-8 10 73,100-6 149,-5 10-349,8-1 22,12-2-32,-141 6 11,-57 0 16,0 2-1,0 0 1,59 16 0,-75-16 96,1 0 1,0-2 0,27 0 0,-39-1 36,-5 0 19,0 0-261,0 1 0,-1-1 0,1 0 0,0 0 0,0 1 0,0-1-1,0 0 1,-1 0 0,1 0 0,0 1 0,0-1 0,0 0 0,-1 0 0,1 0 0,0 1 0,0-1-1,-1 0 1,1 0 0,0 0 0,0 0 0,-1 0 0,1 0 0,0 0 0,0 0 0,-1 0 0,1 0-1,0 0 1,-1 0 0,1 0 0,0 0 0,0 0 0,-1 0 0,1 0 0,0 0 0,0 0 0,-1 0 0,1 0-1,0 0 1,-1-1 0,-31 1-4041</inkml:trace>
</inkml:ink>
</file>

<file path=ppt/ink/ink6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2:56:40.6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88 49 4386,'0'0'6627,"-4"-5"-6125,-13-15 90,17 19-488,-1-1 1,0 1 0,1 0-1,-1 0 1,0 0-1,0 0 1,1 1 0,-1-1-1,0 0 1,0 0 0,0 0-1,0 1 1,0-1-1,0 0 1,0 1 0,0-1-1,-1 1 1,1 0-1,0-1 1,0 1 0,0 0-1,0-1 1,-1 1-1,1 0 1,0 0 0,-2 0-1,-7 0-2008,-19-6-4416</inkml:trace>
</inkml:ink>
</file>

<file path=ppt/ink/ink6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2:56:43.541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35 39 3169,'0'0'7300,"-6"0"-6297,-4 0-1808,-8 0 7265,35 0-5379,68 1-945,-9 0-68,150-15 0,-130 1-86,175 1-1,-230 11 6,3 0 16,0 3-1,70 9 1,-57-3 3,-1-3 0,87-3-1,-92-2-4,-26-1-21,33-6 1,-39 4 2,0 0 0,-1 2 1,1 0-1,24 2 1,-38 1 14,0 0 0,-1 0 0,1 0 1,-1 0-1,1 1 0,-1 0 0,0 0 1,0 0-1,4 4 0,18 13 41,-12-14-29,-12-6-6,1 1 1,-1 0-1,1 0 0,-1 0 0,1 0 0,-1 1 0,0-1 1,0 1-1,1 0 0,1 1 0,12 6 63,-3-9 315,-13 0-373,0 0 0,0 0 0,0 0 0,0 0 0,0 0 0,0 0 0,0 0 0,0 0 0,0 0 0,0 0 0,0 0 0,0 1 0,0-1 1,0 0-1,0 0 0,0 0 0,0 0 0,0 0 0,0 0 0,0 0 0,0 0 0,0 0 0,0 0 0,0 0 0,0 0 0,0 0 0,0 0 0,0 0 0,0 0 0,0 0 0,0 0 0,0 0 0,0 0 0,0 0 0,0 0 0,0 0 0,0 0 0,0 0 0,-23 2-1912,-8-2-1784</inkml:trace>
</inkml:ink>
</file>

<file path=ppt/ink/ink6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2:56:45.236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375 1 4930,'0'0'2932,"-4"5"-2585,-5 11 41,0 0 0,1 1 0,-9 27 0,1-4 112,-145 375 2296,131-342-2585,-52 140 171,72-181-443,2 0 0,1 0 0,1 0 0,-2 65 0,8-102-312,1 1 1,-1-1-1,1 1 1,0-1-1,0 1 0,2-6 1,1-4-555,15-43-3376</inkml:trace>
</inkml:ink>
</file>

<file path=ppt/ink/ink6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2:56:45.787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101 1 3666,'0'0'3399,"5"0"-3058,30 0 1612,-27 21-327,-6-16-1339,6 29 283,-1 1-1,5 62 1,-5-32-116,62 435 1713,-61-446-2050,0 10 10,-2 95 0,-7-158-131,1-1 0,0 1 1,-1-1-1,1 1 0,0 0 1,-1-1-1,1 1 0,-1-1 1,1 1-1,-1-1 0,1 1 1,-1-1-1,1 1 0,-1-1 1,0 0-1,1 1 0,-1-1 1,0 0-1,1 0 0,-1 1 1,0-1-1,1 0 0,-1 0 1,0 0-1,1 0 0,-1 0 1,0 0-1,1 0 0,-1 0 1,0 0-1,0 0 0,1 0 1,-1 0-1,0 0 0,1-1 0,-2 0 1,-5 1-40,-20 0-329,18 1-283,-1 0 0,0-1 0,0 0 0,0-1 0,0 0 0,1-1 0,-1 0 0,0 0 0,1-1 0,-17-7 0,-36-23-3678,29 18 641</inkml:trace>
</inkml:ink>
</file>

<file path=ppt/ink/ink6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2:56:46.146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0 23 4610,'0'0'7476,"246"-22"-7316,-192 22-160,-4 0-112,-12 0-817,-9 11-2416,-8 12-2866</inkml:trace>
</inkml:ink>
</file>

<file path=ppt/ink/ink6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2:56:46.537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0 61 880,'0'0'6531,"38"-60"-5682,-34 60-273,0 26 561,0 23 671,-4 15-703,4 11-497,0 3-320,5-3-288,-5-7 0,4-16-1376,-8-18-5475</inkml:trace>
</inkml:ink>
</file>

<file path=ppt/ink/ink6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2:56:47.477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 1 3073,'0'0'7657,"14"0"-7390,102 0 750,-7-1 381,132 3-585,-93 8-519,440-10 770,-434 8-496,-91-4 62,-66 12-256,1-14-431,-1 1 1,0-1-1,0 0 1,0 0 0,0 0-1,0-1 1,-1 1-1,1-1 1,0 1 0,-1-1-1,1 0 1,-1 0 0,-6 0-1,-2 2-245,-57 10-2387,-25-5-2569</inkml:trace>
</inkml:ink>
</file>

<file path=ppt/ink/ink6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2:56:48.128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201 4 2097,'0'0'3964,"5"0"-3241,23-4 651,-28 9-827,0 22-6,-1 0 0,-1 1-1,-2-1 1,-1 0 0,-9 29-1,-130 364 1120,136-395-1659,8-20-14,-1 0-1,-1-1 0,1 1 0,-1-1 0,1 1 0,-1-1 0,0 0 0,-1 0 1,1 0-1,-1 0 0,0 0 0,-5 6 0,7-10-116,0 1 0,-1-1 0,1 0-1,0 1 1,0-1 0,0 0 0,0 0-1,-1 0 1,1 0 0,0 0 0,0 0 0,-1 0-1,-1 0 1,-3-34-9812</inkml:trace>
</inkml:ink>
</file>

<file path=ppt/ink/ink6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2:56:48.502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0 1 2673,'0'0'4234,"3"13"-3594,73 500 6361,-43-275-6550,-32-225-464,-1-10-222,-34-29-8257</inkml:trace>
</inkml:ink>
</file>

<file path=ppt/ink/ink6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2:56:48.844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0 1 8356,'0'0'368,"234"15"-368,-159-11-464,-13-1-5923</inkml:trace>
</inkml:ink>
</file>

<file path=ppt/ink/ink6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2:56:49.204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140 0 8260,'0'0'5941,"0"33"-5346,0 139 165,0-172-748,0 0 0,1 0-1,-1 1 1,0-1 0,0 0-1,1 0 1,-1 0-1,0 1 1,1-1 0,-1 0-1,0 0 1,1 0-1,-1 0 1,0 0 0,1 0-1,-1 0 1,0 0-1,1 0 1,-1 0 0,0 0-1,1 0 1,-1 0-1,0 0 1,1 0 0,1 0 36,-1 0-34,-1 0 0,1-1-1,0 1 1,0 0 0,0 0 0,0 0-1,0-1 1,0 1 0,0 0-1,0-1 1,0 1 0,0-1 0,-1 1-1,1-1 1,0 0 0,0 1-1,-1-1 1,1 0 0,0 1-1,-1-1 1,2-1 0,-1-1-48,0 1 1,1-1-1,-1 0 1,0 0-1,0 0 1,0 1-1,0-5 1,1-6-508,-1-1-1,0-19 1,-2 26 181,2 4 232,-1 1 0,0 0-1,0-1 1,-1 1 0,1-1 0,-1 1-1,1 0 1,-1-1 0,0 1 0,1 0 0,-1-1-1,-1 1 1,1 0 0,0 0 0,0 0-1,-1 0 1,1 0 0,-1 0 0,0 1 0,-2-3-1,-1 1-152,0-1 0,-1 2 0,0-1 0,0 1 0,1 0-1,-12-3 1,3 2 331,0 0 1,0 0-1,0 2 0,0 0 0,-27 1 1,47-3-1945,36-13-4581</inkml:trace>
</inkml:ink>
</file>

<file path=ppt/ink/ink6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2:56:51.872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279 0 4514,'0'0'8455,"7"2"-7855,-2 1-531,-1-1 1,0 1-1,0 0 1,0 0-1,0 1 0,-1-1 1,1 1-1,-1 0 1,0 0-1,3 5 1,29 52 475,-12-20-259,-5-13-209,-1 0-1,-1 2 0,-1 0 1,-2 0-1,-1 1 0,-1 1 1,12 61-1,-10 48 308,-5 186 0,-8-257-375,-2-26-1,-2-1 0,-2 1 1,-2-1-1,-2 0 1,-27 75-1,27-84 13,-10 60-1,15-63-20,-2 0 0,-18 55-1,7-48-9,-35 55 0,8-14 36,-97 213 6,136-276-49,-1-1 0,-1 0 0,0 0 0,-1-1 1,0 0-1,-1 0 0,-1-1 0,0-1 0,-18 17 1,13-22 82,15-6-46,0-1 1,0 0-1,0 1 1,-1-1-1,1 1 1,0-1-1,0 1 1,0 0 0,0-1-1,0 1 1,1 0-1,-1 0 1,0-1-1,0 1 1,-1 2-1,4-5-7,0-1-1,0 1 1,1 0-1,-1 0 0,1 0 1,-1 0-1,1 0 1,0 0-1,0 1 0,5-3 1,38-13 156,-38 14-160,129-33 109,-74 19-104,106-13 0,-113 22 74,0-2-1,88-27 0,-91 18-21,-1-1 0,-1-3 0,72-43 1,65-69 95,-157 109-66,-1-1 0,-1-1 0,43-56 0,-58 64-51,-1-2 0,-1 1 0,-1-2 0,-1 1 0,-1-2-1,-1 1 1,-1-1 0,-1 0 0,5-42 0,-4-15 10,-5-132-1,-4 105-131,2 58 75,-2 0 0,-12-71 0,9 96-4,-26-110-159,25 117 143,0 1 0,-2-1 0,0 1 0,-1 0-1,-15-21 1,7 15 5,-1 2-1,-1 0 0,-1 1 1,-1 0-1,0 2 0,-2 1 1,0 1-1,-1 0 0,0 2 1,-1 1-1,-1 1 0,-29-10 1,-115-42-122,139 54 97,0 1 0,-1 2 1,0 1-1,0 2 0,-49-1 0,-1-2-3,-50 3-172,122 4 188,9 0 25,-1 0 0,0 1 0,0-1 0,0 1 0,0-1 0,0 1 0,1 0 0,-1 0 0,0-1 0,1 1 0,-1 0 0,0 1 0,1-1 0,-1 0 0,1 0 0,0 1 0,-1-1 0,1 0 0,0 1 0,0 0 0,0-1 0,0 1 0,0 0 0,0-1 0,1 1 0,-1 0 0,0 0 0,1-1 0,-1 1 0,1 3 0,-2 6-637,0 1-1,1-1 1,0 20-1,1-30 523,3 22-2861,11-6-2401</inkml:trace>
</inkml:ink>
</file>

<file path=ppt/ink/ink6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2:56:52.950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176 126 672,'0'0'3311,"0"-11"-2452,0-39 427,0 6 6579,-12 37-7611,-1 4-166,3 0-73,1 1 0,0 0 0,-1 0 0,0 1-1,1 0 1,-1 1 0,0 0 0,1 1 0,-13 1 0,19 0-2,1-1 0,0 0-1,-1 0 1,1 1 0,0-1 0,0 1-1,0-1 1,0 1 0,0 0 0,0 0-1,1 0 1,-1 0 0,1 0 0,-1 1 0,1-1-1,0 0 1,0 1 0,0-1 0,0 1-1,0-1 1,0 1 0,1-1 0,-1 5 0,-1 8 120,0-1 0,2 1 0,0 15 0,0-13-46,0-1 96,0-1 1,1 1 0,1-1 0,3 16-1,-3-26-149,-1 0-1,1 0 0,0-1 0,0 1 1,0-1-1,1 1 0,0-1 0,0 0 0,0 0 1,0 0-1,1 0 0,-1 0 0,1-1 0,0 0 1,0 1-1,6 2 0,-1-2 33,0 0-1,0-1 1,0-1-1,0 1 1,1-1-1,-1-1 1,0 0-1,1 0 1,-1-1 0,15-1-1,-11 1-36,-9 0-27,1 0 1,-1-1 0,1 0-1,-1 0 1,1 0-1,-1 0 1,0-1-1,0 1 1,0-1 0,0 0-1,0-1 1,0 1-1,0-1 1,-1 1 0,1-1-1,-1 0 1,0 0-1,0-1 1,0 1-1,0-1 1,3-5 0,-2 2-17,0 0 0,0-1 1,-1 1-1,0-1 0,0 0 1,-1 0-1,0 0 0,0-1 1,-1 1-1,1-16 0,-2 3-117,1 13 84,-1 0 0,0 1-1,-1-1 1,1 1 0,-1-1 0,-4-12-1,4 17 47,0 1-1,-1-1 0,1 1 1,-1 0-1,1 0 0,-1 0 1,0 0-1,0 0 1,0 0-1,0 0 0,0 1 1,0-1-1,0 1 0,-1-1 1,1 1-1,0 0 0,-1 0 1,1 0-1,-1 0 0,1 1 1,-1-1-1,0 0 0,-3 1 1,-47-4 706,30 4-4125,8 0-3101</inkml:trace>
</inkml:ink>
</file>

<file path=ppt/ink/ink6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2:56:53.715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13 39 1665,'-13'-8'12149,"17"8"-11967,181 1 1064,222-2-966,-235-14-9,31 0-198,-49 15 618,-154 0-665,1 0 0,0 0 0,0 0 0,-1 0 0,1-1 0,0 1 0,0 1 0,0-1 0,-1 0 0,1 0 0,0 0 0,0 0 0,-1 0 0,1 1 0,0-1 0,0 0 0,-1 1 0,1-1 0,0 0 0,-1 1 0,1-1 0,0 1 0,-1-1 0,1 1 0,-1 0 0,1-1 0,-1 1 0,1-1 0,-1 1 0,0 0 0,1 0 0,3 7 105,1 0 344,-30-4-9570</inkml:trace>
</inkml:ink>
</file>

<file path=ppt/ink/ink6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2:56:55.348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290 75 3986,'0'0'3700,"1"-9"-3294,0 6-298,-1-2 112,1 1 0,0-1 0,-1 1 0,2 0 0,-1 0 0,0 0 0,1-1 0,0 1 0,0 1 0,0-1 0,1 0 0,-1 0 0,6-5 616,-13 23-901,0-5 69,-12 28-13,-127 294 1677,102-226-1048,-51 153 49,89-243-658,1 1 1,1-1-1,1 0 1,0 30-1,1-43-18,0-8-816,-1 0 304,1-1-1,0 1 1,0-1-1,1 1 1,0-1 0,0 1-1,0 0 1,1 0-1,0-1 1,1 1 0,4-9-1,-3 4-278,17-44-2387</inkml:trace>
</inkml:ink>
</file>

<file path=ppt/ink/ink6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2:56:55.708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9 1 5859,'0'0'4335,"0"19"-3465,0 124 965,4-82-1087,2 0 0,3 0 0,18 67 0,-2-14-13,36 155-254,-59-255-497,0 0 0,-1 0 0,0 16 1,-1-29 8,-6 0-814,0-1 312,0-1 0,0 0-1,0 0 1,0 0 0,0 0 0,1-1 0,-1 0 0,1 0 0,-1-1-1,1 1 1,0-1 0,0 0 0,0-1 0,0 1 0,0-1 0,1 0-1,-7-8 1,-26-22-3965</inkml:trace>
</inkml:ink>
</file>

<file path=ppt/ink/ink6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2:56:56.085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 1 8036,'0'0'5058,"233"0"-4898,-154 0-160,-4 0-16,-12 0-640,-17 0-4595</inkml:trace>
</inkml:ink>
</file>

<file path=ppt/ink/ink6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2:56:56.411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11 1 2593,'0'0'10493,"10"0"-9362,-5 0-1051,7-1 44,0 1 0,0 1-1,-1 0 1,1 1 0,12 3 0,-21-4-106,0 0-1,0 0 1,0 0-1,-1 1 1,1-1-1,0 1 1,-1 0 0,1-1-1,-1 1 1,1 0-1,-1 1 1,0-1-1,0 0 1,0 1-1,0-1 1,0 1 0,-1 0-1,1-1 1,-1 1-1,0 0 1,0 0-1,0 0 1,0 0 0,1 6-1,0-2 49,-1 1 0,0 0 1,-1-1-1,0 1 0,0 0 0,0 0 0,-3 7 1,2-10-30,0-1 0,-1 1 0,0-1 1,0 0-1,0 1 0,0-1 0,-1 0 1,0 0-1,0-1 0,0 1 0,0-1 1,-6 6-1,-23 17 225,-19 19 89,45-40-293,2 0 1,-1 0 0,1 1 0,0 0 0,0 0-1,0 0 1,-3 7 0,7-12-48,-1 0 0,1 0-1,-1 0 1,1 0 0,-1 1 0,1-1 0,-1 0-1,1 1 1,0-1 0,0 0 0,0 0-1,0 1 1,0-1 0,0 0 0,0 1 0,0-1-1,0 0 1,1 0 0,-1 1 0,0-1 0,1 0-1,-1 0 1,1 1 0,0-1 0,-1 0 0,1 0-1,0 0 1,0 0 0,0 0 0,-1 0-1,1 0 1,0 0 0,0 0 0,0-1 0,0 1-1,1 0 1,-1-1 0,0 1 0,0-1 0,0 1-1,3 0 1,5 1 1,-1 0 0,1-1 0,0 0-1,0 0 1,9-1 0,-7 0 30,151 1-2274,-98-1-2537,-22 0-4771</inkml:trace>
</inkml:ink>
</file>

<file path=ppt/ink/ink6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2:57:12.3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488 38 7091,'0'0'5168,"4"-6"-4800,10-19-96,-13 24-126,3-4-252,-3 14 1763,-8 16-1621,0 1 1,-2-1-1,0 0 0,-25 43 0,3-4 12,-263 544 931,251-522-949,31-61-35,-2 1 57,1 1 0,2 1 0,-14 48 0,23-51-316,2-25 110,1 0 0,-1 0 1,1 0-1,-1 0 1,1 0-1,-1 0 1,0 0-1,1 0 0,-1 0 1,1 0-1,-1-1 1,1 1-1,-1 0 0,1 0 1,-1 0-1,0-1 1,1 1-1,-1 0 1,1 0-1,-1-1 0,0 1 1,1-1-1,18-21-4050</inkml:trace>
</inkml:ink>
</file>

<file path=ppt/ink/ink6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2:57:12.7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7027,'0'0'2449,"11"36"-773,42 122-318,60 126 1082,-56-155-1417,104 312 1055,-41-101-1451,-104-283-600,-10-29-1305,-11-29-598,-3-2 1132,0 0 0,0 0 0,1-1 1,-1 0-1,1 0 0,0-1 0,1 0 0,-1 0 0,-10-12 0,12 13 241,-60-58-7106</inkml:trace>
</inkml:ink>
</file>

<file path=ppt/ink/ink7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2:57:13.1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1297,'0'0'11973,"263"37"-11333,-151-26-640,1-7-96,-9 4-1889,-25-5-3841</inkml:trace>
</inkml:ink>
</file>

<file path=ppt/ink/ink7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2:57:13.4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12 7347,'0'0'3066,"12"-2"-2871,36-5-11,-40 5-89,-1 2 155,-6 4 145,-2 2-63,1 447 5297,0-451-5630,0 0 0,0 0-1,0 0 1,0 1-1,0-1 1,0 0 0,1 0-1,-1 0 1,1 0 0,-1 0-1,1 0 1,0 0-1,0 0 1,0 0 0,0 0-1,0 0 1,0 0 0,0-1-1,1 1 1,-1 0-1,3 1 1,0-1-68,0 0 0,0-1 0,0 0 0,0 0 0,0 0 0,0 0 0,0-1 0,0 1 0,0-1 0,7-1 0,-6 1-299,0 0 1,0 0-1,1 0 1,-1-1 0,0 0-1,8-2 1,-6-1-584,-1 1-1,0-1 1,0 0 0,11-9 0,-17 12 859</inkml:trace>
</inkml:ink>
</file>

<file path=ppt/ink/ink7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2:57:13.8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0 346 5939,'0'0'7987,"121"45"-7650,-54-42-33,8-3-256,0 0-48,-9 0-32,-16 0-433,-16 0-1375,-13 0-1586,-13 0 481</inkml:trace>
  <inkml:trace contextRef="#ctx0" brushRef="#br0" timeOffset="1">338 1 5843,'0'0'3905,"0"266"-1792,0-172-1072,0 3-433,0-7-192,0-7-160,0-12-143,0-15-65,0-7-48,0-19-80,0-8-465,-13-18-1568,5-4-1616,0 0-3187</inkml:trace>
</inkml:ink>
</file>

<file path=ppt/ink/ink7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2:57:14.2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300 1 5763,'0'0'2932,"0"9"-1769,-1 5-820,-2 0 0,1-1 0,-2 1 1,0-1-1,0 0 0,-1 0 0,-1 0 0,-7 12 0,0 2 42,-8 18 148,-53 112 1288,-56 177 1,124-309-1782,1-1 0,1 1 0,1 0 0,1 0 1,2 33-1,0-51-60,0-6 3,1 0 1,-1-1-1,0 1 0,0 0 0,1-1 1,-1 1-1,0-1 0,1 1 1,-1-1-1,0 1 0,1-1 0,-1 1 1,1-1-1,-1 1 0,1-1 0,-1 1 1,1-1-1,0 0 0,-1 1 1,1-1-1,-1 0 0,1 0 0,0 1 1,-1-1-1,1 0 0,-1 0 0,1 0 1,0 0-1,-1 0 0,1 0 1,0 0-1,-1 0 0,1 0 0,0 0 1,0 0-1,1 0-89,0-1-1,1 1 1,-1 0 0,0 0-1,0-1 1,0 0 0,0 1 0,0-1-1,0 0 1,3-2 0,2-5-520,-1 0 0,0-1 1,0 0-1,-1 0 1,0-1-1,-1 1 0,6-19 1,8-41-3687,-5-5-1432</inkml:trace>
</inkml:ink>
</file>

<file path=ppt/ink/ink7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2:57:14.6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5218,'0'0'6363,"10"21"-5280,2 5-615,-1 1 0,0 0 0,-3 1 0,11 51 0,-7 9 793,54 289 1416,-12-181-2357,-60-214-2866,-1 1-1,-1 0 1,-18-26-1,-22-33-4656</inkml:trace>
</inkml:ink>
</file>

<file path=ppt/ink/ink7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2:57:14.9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9620,'0'0'6323,"250"68"-6115,-170-68-208,-14 0-624,-12 0-2673,-8 0-5315</inkml:trace>
  <inkml:trace contextRef="#ctx0" brushRef="#br0" timeOffset="1">734 15 7523,'0'0'7577,"-11"33"-5875,-34 107-525,42-126-1047,0-1 0,0 1 0,1-1 0,1 1 0,1 0 0,0 15 0,1-4 80,-1-19-179,0 0 0,0 0-1,1 0 1,-1-1 0,2 1-1,-1 0 1,3 6 0,-3-10-27,0 0 0,0 0 0,0 0 0,0 0 0,1-1 0,-1 1 1,0 0-1,1-1 0,0 1 0,-1-1 0,1 0 0,0 1 0,0-1 1,0 0-1,0 0 0,0 0 0,0 0 0,0-1 0,0 1 0,0-1 0,3 1 1,1 0-32,0 0 0,1 0 0,-1-1 1,0 1-1,1-2 0,-1 1 0,1-1 1,-1 0-1,0 0 0,0-1 1,0 0-1,1 0 0,-2 0 0,1-1 1,0 0-1,0 0 0,-1 0 1,0-1-1,1 1 0,-2-1 0,1-1 1,0 1-1,-1-1 0,0 0 0,0 0 1,7-10-1,-5 5-218,-1 0 0,0 0 0,0-1 0,-1 0 0,0 1 0,-1-1 0,0-1 0,-1 1 0,0 0 0,-1-1 0,0 1 0,-1 0 0,0-1 0,-3-16 0,2 24 200,1 0 0,-2 0 1,1 1-1,0-1 0,-1 0 0,1 1 0,-1-1 1,0 1-1,0 0 0,-1-1 0,1 1 1,-1 0-1,1 0 0,-1 1 0,-4-4 1,1 2 21,0 0 0,0 0 1,-1 0-1,1 1 1,-1 0-1,0 1 0,-12-3 1,-7 0 47,0 1 0,0 2 0,-39 0 0,61 2-31,-8 0-66,6 1-139,0-1 0,0 0 0,0-1-1,1 1 1,-1-1 0,-9-3 0,0-6-6056</inkml:trace>
</inkml:ink>
</file>

<file path=ppt/ink/ink7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2:57:15.8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6675,'0'0'9439,"4"0"-9009,190-1 337,540 9-659,-251-4-6,-119-3-98,-263 5-33,119 24-1,-72-8 33,-84-17 30,-38-4-32,43 9 1,-61-9-1,0 1 1,-1 1 0,1 0 0,-1 0 0,0 0-1,0 1 1,0 0 0,0 0 0,11 10 0,-15-11 83,0 0 0,1 0 0,0-1 0,-1 1 1,1-1-1,0 0 0,0 0 0,0 0 0,1 0 1,-1-1-1,7 2 0,17-1-2273,-42-2-2788</inkml:trace>
</inkml:ink>
</file>

<file path=ppt/ink/ink7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2:57:16.3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45 4866,'0'0'10197,"104"-7"-10037,-45 7-48,-1 0 16,-8 0-128,-12 0-112,-9-4-592,-17-3-929,-8-5-1873,-4-3-303</inkml:trace>
</inkml:ink>
</file>

<file path=ppt/ink/ink7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2:57:16.7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7171,'0'0'5267,"213"27"-4227,-134-9-896,-4-10-144,-17-8-3617</inkml:trace>
</inkml:ink>
</file>

<file path=ppt/ink/ink7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2:57:17.4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514 8 5507,'0'0'6442,"2"-6"-5043,-3 5-946,-4 7-234,-287 485 204,230-383-291,27-49-59,-39 72 152,65-112-204,1 0 0,1 1 0,0 0 0,2 0 0,-4 23 0,8-40-333,0 6-2357,5-13-470,10-25 327</inkml:trace>
</inkml:ink>
</file>

<file path=ppt/ink/ink7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2:57:17.8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25 6915,'0'0'6777,"8"-4"-6540,27-11 3,-33 14-178,-1 1 0,1-1 0,0 0 0,0 0 0,0 1 0,0-1 0,0 1 0,-1 0 0,1 0 0,0 0 0,0-1 0,0 2 0,0-1 0,0 0 1,0 0-1,0 1 0,0-1 0,0 1 0,-1-1 0,1 1 0,0 0 0,0 0 0,-1-1 0,1 1 0,0 1 0,-1-1 0,1 0 0,-1 0 0,0 1 0,1-1 0,1 3 0,1 2 18,-1 1 0,0 0-1,0 0 1,0 0 0,-1 0 0,2 12-1,-1-9-13,88 480 2157,-55-280-1612,-23-153-556,33 91-1,-44-143-63,0 1-26,0-1-1,1 1 1,0 0-1,5 8 0,-7-12-588,-1-4 321,0 1 0,0 0 0,0 0 0,0 0 1,0 0-1,0 0 0,0 0 0,-1 0 0,1 0 0,0 0 0,-1 0 0,1 0 0,-1 0 0,-1-2 1,-25-42-4690,-20-16-2126</inkml:trace>
</inkml:ink>
</file>

<file path=ppt/ink/ink7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2:57:18.1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9172,'0'0'929,"325"11"-193,-183-7-736,-5 0-1089,-24 3-5698</inkml:trace>
</inkml:ink>
</file>

<file path=ppt/ink/ink7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2:57:18.5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7828,'0'0'6435,"67"247"-5299,-67-164-111,0-1-305,0-15-320,0-14-272,0-23-128,0-15-16,0-56-6435</inkml:trace>
</inkml:ink>
</file>

<file path=ppt/ink/ink7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2:57:18.8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7700,'0'0'6557,"41"9"-5444,-12-2-961,49 11 267,146 15-1,294-21-583,-443-12-232,-73 0 375,-1 0 1,1 0-1,0 1 1,-1-1-1,1 1 1,0-1-1,-1 1 1,1-1 0,-1 1-1,1 0 1,-1 0-1,0 0 1,1 0-1,-1 0 1,0 0-1,0 0 1,1 1-1,-1-1 1,0 0 0,0 1-1,1 1 1,17 38-1217,-7-14-1919,1-7-3787</inkml:trace>
</inkml:ink>
</file>

<file path=ppt/ink/ink7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2:57:20.0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 42 15863,'0'0'5539,"-4"7"-5171,16-7-64,-8 0-16,0 0-192,1 0 16,3 0-304,4 0-1088,9-15-2018,13-19-2080</inkml:trace>
</inkml:ink>
</file>

<file path=ppt/ink/ink7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2:57:20.6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209 53 4162,'0'0'3231,"14"-10"-2876,41-30 194,-49 38 3411,-8 11-2794,-13 20-1940,10-20 1203,-102 221 45,33-67 311,62-138-651,-35 81 356,42-92-484,1 0 0,0 0 1,1 0-1,1 1 0,-1 27 1,4-42-49,0 1 0,0-1 0,0 0 0,0 0 0,0 0 0,0 0 0,0 0 0,0 0 0,0 0 0,1-1 0,-1 1 0,0 0 0,0-1 0,2 0 0,0-1-166,1 0 1,0 0-1,-1-1 0,0 0 0,1 1 0,-1-1 0,0 0 1,-1-1-1,1 1 0,0 0 0,2-6 0,21-43-3103,-24 46 2828,16-36-3276</inkml:trace>
</inkml:ink>
</file>

<file path=ppt/ink/ink7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2:57:21.0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7507,'0'0'4205,"15"39"-3092,-5-14-933,22 56 681,29 118 0,128 470 2828,-185-658-3706,-1-2-21,0 0 0,-1 0 0,0 0 0,-1 0 0,2 16 0,-5-25-885,0 0 677,0-1 1,1 1-1,-1-1 1,0 0-1,1 0 1,-1 0-1,0 0 1,1 0-1,-1 0 0,1 0 1,0 0-1,-1-1 1,0-1-1,0 2-72,-30-38-4018</inkml:trace>
</inkml:ink>
</file>

<file path=ppt/ink/ink7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2:57:21.3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10917,'0'0'1137,"229"0"-769,-120 0-368,-14 3-753,-15-3-6450</inkml:trace>
</inkml:ink>
</file>

<file path=ppt/ink/ink7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2:57:21.7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63 0 9428,'0'0'5381,"-7"33"-4596,-23 111 242,24-113-501,2 0 1,0 1-1,2 0 1,2 0-1,3 39 1,-2-68-522,-1-1 0,1 0 0,-1 0 0,1 0 0,0 0 0,0 0 1,0-1-1,0 1 0,0 0 0,1 0 0,-1 0 0,0-1 0,1 1 0,-1-1 1,1 1-1,-1-1 0,1 0 0,0 0 0,0 1 0,0-1 0,0-1 1,0 1-1,-1 0 0,2 0 0,-1-1 0,0 1 0,0-1 0,0 1 0,0-1 1,3 0-1,1 1-28,0 0 1,0-1-1,0 0 0,1 0 1,-1-1-1,0 0 1,0 0-1,0 0 1,10-4-1,-11 3-134,0-1-1,0 0 1,0-1-1,0 1 1,-1-1-1,0 0 1,1 0 0,-1 0-1,0-1 1,-1 1-1,1-1 1,-1 0-1,0 0 1,0 0 0,-1-1-1,0 1 1,3-9-1,0-2-529,-2 0 0,1 0-1,-2 0 1,0-1 0,-1-20-1,-1 30 649,0 1-1,0 0 1,0 0-1,-1 0 1,1 0-1,-2 0 1,1 0-1,-1 0 1,0 0-1,0 1 1,0-1-1,-1 1 1,0-1-1,0 1 1,0 0-1,-1 0 1,0 0-1,0 1 1,0-1-1,0 1 1,-1 0-1,0 0 1,1 0-1,-1 1 1,-6-3-1,0 0 371,1 1 0,0 1-1,-1 0 1,0 1 0,0 0 0,0 0 0,-1 1 0,1 1-1,0 0 1,-1 0 0,-13 2 0,24-1-798,5-2-1814,17-7-2905</inkml:trace>
</inkml:ink>
</file>

<file path=ppt/ink/ink7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2:57:22.1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8116,'0'0'9380,"367"147"-8916,-180-110-352,17-14-112,-16-1-608,-30-14-4242</inkml:trace>
</inkml:ink>
</file>

<file path=ppt/ink/ink7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3:01:47.9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441 0 608,'0'0'15130,"-2"2"-14914,-5 9-164,0 1-1,1 0 1,-5 14-1,-7 13-6,-317 717 104,286-642-93,43-96-69,10-39-672,-2 4 35,2 1-1,7-22 1,14-33-2237,-1-4-1232</inkml:trace>
</inkml:ink>
</file>

<file path=ppt/ink/ink7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3:01:48.3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6627,'0'0'5963,"13"20"-5222,42 67-148,3 18 575,-29-50-450,24 50 254,-5 2-1,-5 2 1,55 217 0,-90-293-910,-2-7-22,0-1 0,2-1 0,1 1 0,14 27-1,-18-44-297,-3-10-946,-6-13-674,-5 1-653,-19-24-1,9 14-915,-14-21-4453</inkml:trace>
</inkml:ink>
</file>

<file path=ppt/ink/ink7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3:01:48.7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36 9204,'0'0'3602,"187"0"-1953,-93 0-1041,-4 0-464,-10-18-144,-13 9-272,-20 3-1393,-17 3-3953</inkml:trace>
</inkml:ink>
</file>

<file path=ppt/ink/ink7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3:01:49.3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116 1 5426,'0'0'5654,"7"6"-2213,-9-4-3281,1 0-1,0-1 1,-1 0-1,1 1 1,-1-1-1,0 0 0,1 0 1,-1 1-1,0-1 1,0-1-1,0 1 1,0 0-1,1 0 1,-4 0-1,-14 8-120,13-5-28,1 1 0,-1 0 0,1 0 0,0 1 0,0-1 1,0 1-1,1 1 0,0-1 0,0 0 0,1 1 0,0 0 0,0 0 1,0 0-1,1 0 0,0 0 0,-1 8 0,-1 12 317,2 1-1,0-1 1,3 30 0,0-13 290,-1-29-401,1 0 0,0 1-1,1-1 1,0 0 0,7 21 0,-8-32-177,0 0 0,1 1 0,0-1 0,0 0 1,0 0-1,1 0 0,-1 0 0,1-1 0,0 1 1,0-1-1,0 0 0,0 1 0,1-2 0,-1 1 1,1 0-1,0 0 0,0-1 0,0 0 0,0 0 0,0 0 1,0-1-1,8 3 0,-6-3-16,1 1 0,0-1 0,0-1 0,0 1 0,-1-1-1,1 0 1,0-1 0,0 0 0,0 0 0,-1 0 0,1-1 0,0 0 0,-1 0 0,0-1-1,1 1 1,-1-2 0,0 1 0,0-1 0,9-7 0,-7 4-67,-1-1 0,1 0 0,-1 0 0,-1-1 0,0 0 0,0 0 0,0-1 0,-2 0 1,1 1-1,-1-2 0,5-19 0,-4 10-294,-1-1 0,-1 0 0,-1 1 0,-1-1 1,-1 0-1,0 0 0,-5-24 0,4 38 336,-1 1 0,0-1-1,-1 0 1,0 1 0,0-1-1,0 1 1,-1 0 0,0 0 0,0 0-1,0 1 1,-1-1 0,0 1-1,0 0 1,0 1 0,-1-1 0,1 1-1,-1 0 1,0 0 0,0 1-1,-1 0 1,1 0 0,-1 0-1,0 1 1,1 0 0,-1 0 0,0 1-1,0-1 1,0 2 0,0-1-1,-8 1 1,-6 0 117,14-1-93,0 0 1,0 1-1,0 0 1,0 1-1,1 0 0,-1 0 1,0 0-1,0 1 1,1 0-1,-10 4 1,11-4-626,-10 6 1032,5-6-8481</inkml:trace>
</inkml:ink>
</file>

<file path=ppt/ink/ink7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3:01:58.1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52 9925,'0'0'7342,"2"-1"-7174,112-19 3531,164 4-3399,-204 16-626,-74 0 201,0 0 0,0-1 1,0 1-1,0-1 0,0 1 0,0-1 0,0 1 0,0-1 0,0 1 0,0-1 0,0 1 0,-1 0 0,1-1 0,0 1 0,0-1 0,0 1 1,-1-1-1,1 1 0,0 0 0,0-1 0,-1 1 0,1 0 0,0-1 0,-1 1 0,1 0 0,0-1 0,-1 1 0,0-1 0,-14-1-2807,-4 1-2545</inkml:trace>
</inkml:ink>
</file>

<file path=ppt/ink/ink7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3:01:59.3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3618,'0'5'14330,"2"6"-12610,3-9-1658,0 1 0,0-1 1,0-1-1,0 1 1,1-1-1,-1 0 0,0 0 1,1 0-1,-1-1 0,0 0 1,7 0-1,18 1 118,19 8 73,-27-5-234,0-1 0,32 2 0,243-5 47,-260 9 852,-47-9-2537,-15 0-2020,-7 3-3885</inkml:trace>
</inkml:ink>
</file>

<file path=ppt/ink/ink7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3:02:13.8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332 41 8772,'0'0'6158,"2"-6"-5942,5-16 250,-5 16 2541,-3 1-2958,1 5-51,0 0-1,0 0 0,0 0 0,0 1 1,0-1-1,0 0 0,-1 0 0,1 0 1,0 0-1,0 0 0,0 0 1,0 1-1,0-1 0,0 0 0,-1 0 1,1 0-1,0 0 0,0 0 0,0 0 1,0 0-1,-1 0 0,1 0 1,0 0-1,0 0 0,0 0 0,0 0 1,-1 0-1,1 0 0,0 0 0,0 0 1,0 0-1,0 0 0,-1 0 1,1 0-1,0 0 0,0 0 0,0 0 1,0 0-1,0 0 0,-1 0 1,1 0-1,0 0 0,0 0 0,0-1 1,0 1-1,0 0 0,-1 0 0,1 0 1,0 0-1,0 0 0,0-1 1,0 1-1,0 0 0,0 0 0,0 0 1,0 0-1,0 0 0,0-1 0,0 1 1,0 0-1,0 0 0,0 0 1,0 0-1,0-1 0,-6 7 23,0 0-1,1 1 0,0-1 1,0 1-1,1 0 1,0 0-1,0 1 0,-5 13 1,1-3-19,-152 418 58,49-117-6,108-311-49,-2 8-8,5-14-60,0-6-1099,1-11 643,0-1 0,1 1-1,1 0 1,6-21 0,25-63-2081,-9 32 442,1-9-311,0-4-129</inkml:trace>
</inkml:ink>
</file>

<file path=ppt/ink/ink7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3:02:14.3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0 104 5074,'0'0'3959,"4"-17"-3510,11-52 154,-12 51 1995,10 18-1822,0 1 0,0 0 0,0 0 0,22 6 0,-31-5-735,1-1 1,-1 1-1,1 0 1,-1 0-1,0 0 1,0 1 0,0-1-1,0 1 1,0 0-1,0 0 1,-1 1-1,0-1 1,1 1 0,-1-1-1,0 1 1,2 5-1,12 26 331,-2 2 0,-2 0-1,16 70 1,-14-51-346,2 8 39,119 416 1948,-127-452-1934,2 0 1,24 48-1,-28-69-624,-6-9-901,-4-7 152,-31-57-5183,15 26 616</inkml:trace>
</inkml:ink>
</file>

<file path=ppt/ink/ink7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3:02:14.6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7 8772,'0'0'6131,"194"0"-5203,-112 0-432,0-3-79,-15-1-1,-11 4-128,-19 0-272,-10 0-16,-13 0-176,-6 0-544</inkml:trace>
</inkml:ink>
</file>

<file path=ppt/ink/ink7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3:02:15.0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7876,'0'0'8259,"142"30"-7314,-75-13-209,8-7-96,3-10-159,-3 0-481,-8 0 80,-11-7-192,-11-3-465,-12-3-895,-10 6-1442,-9 7-2096</inkml:trace>
</inkml:ink>
</file>

<file path=ppt/ink/ink7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3:02:16.3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205 47 1217,'0'0'6923,"-12"0"-6443,-39 1 32,49-1-392,1 0 0,-1 0-1,0 0 1,1 1 0,-1-1-1,0 1 1,1-1 0,-1 1 0,1-1-1,-1 1 1,1 0 0,-1 0-1,1 0 1,0 0 0,-1 0-1,1 0 1,0 0 0,0 0 0,0 1-1,0-1 1,0 0 0,0 1-1,0-1 1,0 1 0,0-1-1,0 3 1,-8 9 1469,7-11-1506,1 1 0,-1-1-1,1 0 1,0 1 0,-1 0 0,1-1-1,0 1 1,0 0 0,1-1 0,-1 1-1,1 0 1,-1 4 0,-4 16 244,2-10-166,0 1 0,1-1 0,0 1 0,1 0 0,1 0 0,2 23 0,0 7 89,-2 44 256,2 152 1172,2-165-1043,16 88 1,-17-145-560,1 0 0,1 0-1,0 0 1,1-1 0,1 1 0,15 26 0,-10-30-7,-11-14-78,-1 0 0,0 0 0,0 0 1,0 1-1,1-1 0,-1 0 0,0 0 0,0 0 0,0 0 0,1 1 0,-1-1 0,0 0 1,0 0-1,1 0 0,-1 0 0,0 0 0,1 0 0,-1 0 0,0 0 0,0 0 0,1 0 0,-1 0 1,0 0-1,0 0 0,1 0 0,-1 0 0,0 0 0,1 0 0,-1 0 0,0 0 0,0-1 1,1 1-1,-1 0 0,0 0 0,0 0 0,0 0 0,1 0 0,-1-1 0,0 1 0,0 0 1,0 0-1,1 0 0,-1-1 0,0 1 0,0 0 0,0 0 0,0-1 0,0 1 0,0 0 1,1 0-1,-1-1 0,0 1 0,0 0 0,0-1 0,0 1 0,0 0 0,0 0 0,0-1 0,0 1 1,0 0-1,0 0 0,0-1 0,0 1 0,-1 0 0,1-1 0,0 1 0,0 0 0,0-1 1,1-35-379,0 13-119,-1 1 1,-1 0-1,-4-24 0,-27-67-1514,21 81 1445,2-1 0,-9-54 0,9-190-1124,10 199 1896,0 63-134,0 1 1,1-1 0,1 1 0,1 0-1,0 0 1,0 0 0,13-24-1,-14 30 60,-1 0-1,1 0 1,2-17-1,-1 4 255,-3 17-300,2 0 0,-1 1 0,0-1 0,1 0 0,0 1 0,0 0 0,0-1 0,0 1 0,0 0 0,1 1 0,-1-1 1,1 0-1,0 1 0,6-3 0,-3 3 28,1 1 1,-1-1 0,1 2 0,-1-1 0,1 1 0,-1 0 0,1 0 0,-1 1 0,9 2 0,-10-1-34,0 0 0,0 0 1,-1 0-1,1 1 0,-1 0 1,1 0-1,-1 1 0,0 0 1,0 0-1,0 0 0,-1 0 1,0 1-1,8 9 0,-2 0 228,0 0-1,-1 1 0,14 29 0,-17-26-132,0 1 0,-1-1 0,0 1 0,-2 0 0,0 1 0,-2-1 0,0 0 1,-1 1-1,-1-1 0,-4 29 0,3-39-124,-1 0 1,0 0 0,0 0-1,-1-1 1,0 1-1,0-1 1,-1 0-1,0 0 1,-9 10-1,-3 2 23,-1-1 0,-23 18-1,30-27-53,-2 0 0,-15 9 0,24-16-34,-1-1 0,1 0 0,-1 0 0,1 0 0,-1 0 0,0-1 0,0 0 1,0 0-1,0 0 0,-6 0 0,10-1-29,1 0 1,-1-1-1,0 1 1,0 0-1,0-1 0,0 1 1,1-1-1,-1 1 1,0-1-1,0 1 1,1-1-1,-1 0 1,0 1-1,1-1 1,-1 0-1,1 1 0,-1-1 1,1 0-1,-1 0 1,1 0-1,0 1 1,-1-1-1,1 0 1,0 0-1,-1 0 1,1 0-1,0 0 0,0 0 1,0 0-1,0 0 1,0 1-1,0-1 1,0 0-1,0 0 1,1 0-1,-1 0 1,0-1-1,0 0-19,1-1 0,-1 0-1,1 0 1,-1 1 0,1-1 0,0 1 0,0-1-1,0 0 1,0 1 0,1 0 0,-1-1 0,4-3-1,-2 3 61,1 1-1,-1-1 0,1 1 0,0 1 1,0-1-1,0 0 0,0 1 0,0 0 1,0 0-1,0 0 0,8-1 0,55 1 111,-47 1-39,-7 1 30,0 0 0,0 1 0,-1 1 0,1 0 0,-1 0 0,0 2 0,0-1 0,0 1-1,-1 1 1,0 0 0,0 1 0,0 0 0,-1 1 0,15 13 0,-16-12 40,1 0 1,-1 0 0,-1 1-1,0 1 1,0-1-1,-1 1 1,-1 0 0,0 1-1,0 0 1,-1 0 0,0 0-1,-1 0 1,-1 1-1,3 20 1,-4-17-72,-1-1 1,-1 0-1,0 0 1,-1 1-1,-4 20 1,3-30-52,1 0 1,-1 0-1,-1 0 1,1 0-1,-1 0 1,0-1-1,-1 1 1,1-1-1,-1 1 1,0-1-1,0-1 1,-1 1-1,1 0 1,-1-1-1,-8 5 1,-2 1-51,-1-1-1,-1 0 1,0-2 0,0 0 0,0-1-1,-1 0 1,1-2 0,-31 5 0,-11-3-1037,-78-3 0,119-3 702,1 0-99,0 0-169,0 0 1,-19-3-1,31 2 221,0 0 0,0 0 1,1-1-1,-1 0 0,0 1 0,0-1 0,1-1 0,0 1 0,-1-1 0,1 0 0,-5-4 0,-15-19-6665</inkml:trace>
</inkml:ink>
</file>

<file path=ppt/ink/ink7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3:02:17.8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443 78 3282,'0'0'6824,"5"-13"-5650,15-38 64,-15 38 2812,-8 21-3541,-48 75-387,3 1 0,-48 118 0,-80 316-257,130-368 40,30-102 34,-21 74-131,43-168-3442,27-57 643,-24 78 1980,17-42-2278</inkml:trace>
</inkml:ink>
</file>

<file path=ppt/ink/ink7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3:02:18.3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6627,'0'0'5440,"10"5"-4741,2 2-400,-1 0-1,0 1 1,-1 0 0,0 0 0,0 1 0,10 12-1,10 15 98,-2 2-1,-1 1 1,-1 1-1,20 44 0,-15-8 55,42 150-1,-7 86 797,-48-228-963,5 31-83,-20-107-149,-3-5-1400,-5-11-674,-41-63-5730,20 30 1510</inkml:trace>
</inkml:ink>
</file>

<file path=ppt/ink/ink7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3:02:18.6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41 8548,'0'0'6915,"224"0"-5490,-127 0-913,0-7-128,-15-6-304,-11 3-80,-15 3-144,-19 4-816,-11 3-1089,-11 0-2129</inkml:trace>
</inkml:ink>
</file>

<file path=ppt/ink/ink7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3:02:19.0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0 274 8100,'0'0'1024,"7"-30"-586,22-94-326,-24 105 226,-1 1 1,2-1 0,12-24-1,-12 29 618,-1 7 1567,-3 12-1708,-1 18-1096,-1-18 604,5 452 1148,-7-268-698,2-152-639,1 43 74,0-78-207,-1 0 1,0-1 0,1 1 0,-1 0-1,1-1 1,-1 1 0,1 0 0,0-1-1,0 1 1,-1-1 0,1 1 0,2 1-1,-3-3-7,0 0 1,1 1-1,-1-1 0,1 0 0,-1 0 0,0 1 0,1-1 0,-1 0 1,1 0-1,-1 1 0,1-1 0,-1 0 0,1 0 0,-1 0 0,1 0 0,-1 0 1,1 0-1,-1 0 0,1 0 0,-1 0 0,1 0 0,-1 0 0,1 0 1,-1 0-1,1 0 0,-1-1 0,1 1 0,-1 0 0,1 0 0,-1 0 0,0-1 1,1 1-1,-1 0 0,1-1 0,-1 1 0,0 0 0,1-1 0,-1 1 1,0 0-1,1-1 0,-1 1 0,0-1 0,4-6-124,-1 1 0,0-1 0,0 1 1,0-1-1,-1 0 0,0 0 0,-1 0 0,0-1 0,1-8 0,0 3-169,5-63-2470,-5-4-2660</inkml:trace>
</inkml:ink>
</file>

<file path=ppt/ink/ink7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3:02:19.4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 0 2369,'0'0'10992,"-2"5"-10109,-3 8-484,10-6 151,-2-6-398,1-1 1,0 1 0,-1-1 0,1 1 0,-1-1 0,7-1 0,4 1 64,-6 0-107,350 9 1404,-330-8-1623,-17-1-2957,-11-10-2867</inkml:trace>
</inkml:ink>
</file>

<file path=ppt/ink/ink7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3:02:19.9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9492,'0'0'1825,"198"0"-544,-120 0-33,-3 0-1104,-19 0-144,-11 7-608,-15 0-1217,-19 3-2609</inkml:trace>
</inkml:ink>
</file>

<file path=ppt/ink/ink7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3:02:22.1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 68 4434,'0'0'9917,"1"13"-8271,7 52-544,-3 0-1,-3 98 1,-3-85-598,-16 123 103,0-38-200,16-129-302,-2 24 236,5 74 0,-1-127-323,-1 1 0,1 0-1,1-1 1,-1 1 0,1 0-1,-1-1 1,2 0-1,-1 1 1,1-1 0,-1 0-1,1 0 1,1 0 0,-1-1-1,1 1 1,-1-1 0,1 0-1,1 0 1,-1 0 0,1-1-1,-1 1 1,1-1 0,0 0-1,0 0 1,0-1 0,0 0-1,1 0 1,-1 0 0,1 0-1,-1-1 1,1 0 0,0 0-1,0 0 1,9-1 0,-1 1-11,1-1 0,-1-1 0,0 0 0,27-6 0,-33 4-6,0 0-1,1 0 1,-1-1-1,-1 0 0,1 0 1,-1-1-1,1 0 1,-1 0-1,6-6 1,5-6-150,0-1 1,-2 0-1,0-1 1,-1-1 0,19-34-1,-26 39-145,0 0 0,-1-1 0,-1 0 0,-1 0 0,0 0-1,-1-1 1,-1 0 0,3-31 0,-6 44 226,1-8-111,-1 0 0,0 0 0,-1 1-1,0-1 1,-5-18 0,5 27 181,0-1-1,-1 1 1,1-1-1,-1 1 1,0 0-1,0 0 1,0 0-1,0 0 1,-1 0-1,1 1 1,-1-1-1,0 1 1,0-1-1,0 1 1,0 0-1,0 0 1,0 0-1,-1 1 1,1-1-1,0 1 1,-8-2-1,1 0 111,0 1-1,0 0 1,-1 1-1,1 0 1,0 0 0,-1 1-1,1 1 1,-1 0-1,1 0 1,0 1-1,0 0 1,-1 1 0,1 0-1,1 0 1,-1 1-1,-14 8 1,11-1 180,0-1 0,-20 22 0,27-26-179,1 0 0,0 1 0,0 0-1,0 0 1,1 0 0,0 0 0,-4 11 0,16-36-204,1 1-1,0-1 0,17-21 0,-11 16 33,25-37-374,54-90-1769,-79 123 1419,-1-1-1,-1-1 1,14-44 0,-25 64 674,0-1 0,0 1 0,-1-1 0,1-13 0,-2 22 157,-1 1-1,1-1 1,-1 0-1,1 1 1,0-1 0,-1 0-1,1 1 1,-1-1-1,1 1 1,-1-1-1,0 1 1,1-1-1,-1 1 1,1 0-1,-1-1 1,0 1-1,1 0 1,-1-1-1,0 1 1,0 0 0,1 0-1,-1-1 1,0 1-1,0 0 1,1 0-1,-1 0 1,0 0-1,0 0 1,1 0-1,-3 1 1,-28 0 905,26 0-776,-5 1 135,-1 0 0,1 1 0,-1 1 0,1-1 0,0 2 0,0-1 0,1 1 0,-18 13 0,19-12-171,0-1 0,-1 0 1,0 0-1,0 0 0,0-1 1,0-1-1,-1 1 0,1-1 1,-1-1-1,0 0 0,-11 1 1,21-3-137,-1 0 0,1 0 0,-1 0 0,0 0 0,1-1 0,-1 1 0,0 0 0,1 0 1,-1 0-1,0 0 0,1-1 0,-1 1 0,1 0 0,-1-1 0,0 1 0,1 0 0,-1-1 1,1 1-1,-1-1 0,1 1 0,0-1 0,-1 1 0,1-1 0,-1 1 0,1-1 0,-1 0 1,-2-20-109,2 16 49,-1-21-717,1-1 0,5-45 0,-2 58 120,0 0 0,1 1-1,1 0 1,0 0 0,0 0-1,2 0 1,7-14-1,10-12-4950</inkml:trace>
</inkml:ink>
</file>

<file path=ppt/ink/ink7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3:02:22.4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10389,'0'0'5506,"257"31"-5154,-190-31-352,-11-14-1264,-22 4-2178,-23 7-3585</inkml:trace>
</inkml:ink>
</file>

<file path=ppt/ink/ink7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3:02:20.6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391 45 6099,'0'0'3962,"4"-7"-3752,11-20 167,-8 16 2817,-6 13-2330,-4 13-867,-5 5 65,-1 0 0,-17 27 0,3-6-32,-107 246-30,21 8 0,50-132 0,55-154 0,-9 25-11,1 1 0,-9 50 1,21-78-1681,3-13 894,8-24-164,-10 27 784,24-65-1568,1-14-1464</inkml:trace>
</inkml:ink>
</file>

<file path=ppt/ink/ink7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3:02:21.0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6883,'0'0'3514,"6"4"-2866,-2-1-513,-2-2-39,1 0 0,-1 1 0,0 0 0,0-1 0,0 1 0,0 0 0,0 0 0,-1 0 0,1 0 0,0 0-1,-1 1 1,0-1 0,1 0 0,-1 1 0,0-1 0,0 1 0,0-1 0,0 6 0,72 348 3442,-38-207-2946,-10-28-140,26 110 294,-37-181-636,2 0 1,34 71-1,-46-112-114,-3-7-9,0 1-1,0-1 1,0 0 0,1 0 0,-1 0 0,1 1 0,-1-1-1,4 2 1,-4-3-494,-2-4 73,0 1 1,0-1-1,0 1 0,0-1 0,0 1 1,-1-1-1,1 1 0,-4-4 0,3 3-13,-31-35-4670</inkml:trace>
</inkml:ink>
</file>

<file path=ppt/ink/ink7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3:02:21.3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1 188 10485,'0'0'2209,"250"4"-384,-123-35-689,3-9-1040,-10 3-96,-16 4-448,-33 9-1041,-22 7-2032,-23 7-4051</inkml:trace>
</inkml:ink>
</file>

<file path=ppt/ink/ink7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3:02:23.1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240 55 5811,'0'0'3583,"-2"-8"-3132,-2-26 98,3 33-451,1 1 0,0-1 0,0 0 0,-1 1 0,1-1 0,0 0 0,-1 1 0,1-1 0,0 1 0,-1-1 0,1 1 0,-1-1 0,1 1 0,-1-1 0,1 1 0,-1-1 0,0 1 0,1-1 0,-1 1 0,1 0 0,-1-1 0,0 1 0,1 0-1,-1 0 1,0 0 0,1-1 0,-1 1 0,0 0 0,1 0 0,-2 0 0,-22 2 583,22-2-651,-2 1-19,0 0-1,0 0 0,1 1 0,-1-1 0,0 1 0,1 0 0,0 0 0,-1 0 0,-4 4 1,-28 27 23,31-28-33,-4 4-126,0 1 1,1 0-1,0 0 1,1 1-1,-10 20 1,-21 60-2415,37-88 2444,-10 22-4496</inkml:trace>
</inkml:ink>
</file>

<file path=ppt/ink/ink7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3:02:24.4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281 8 2177,'0'0'4880,"4"-3"-4416,15-1 8318,-28 19-7864,-2 3-1083,-22 48 250,4 2 0,-35 118 0,-18 148 202,64-256-221,10-40-53,-7 22-21,2 1 0,4 0 0,-3 77 0,12-138-20,1 0 0,-1 0 0,1 0 0,-1 1 0,0-1 0,1 0 0,-1 0 0,1 0 0,-1 0 0,1 0 0,-1 0 0,1 0 0,-1 0 0,0 0 0,1 0 0,-1-1 0,1 1-1,-1 0 1,0 0 0,1 0 0,-1 0 0,1-1 0,-1 1 0,0 0 0,1 0 0,-1-1 0,0 1 0,1 0 0,-1-1 0,0 1 0,1 0 0,-1-1 0,7-6-370,-1-1 1,0 0-1,-1 0 1,0 0-1,8-17 1,16-51-2560,-24 64 2112,18-55-3461</inkml:trace>
</inkml:ink>
</file>

<file path=ppt/ink/ink7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3:02:24.9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27 5891,'0'0'5362,"3"-4"-4980,12-19 3652,-2 28-3346,-8 3-472,1 2 0,-2-1 0,1 0 1,2 11-1,6 11 266,17 40-41,-3 0 0,32 142 1,5 152 515,-46-248-775,-17-107-169,2 13 15,1-1 0,0 0 1,2 0-1,0 0 0,2-1 0,12 25 0,-20-44-100,-1-19-2387,-2 8 1697,0 0 0,-1 0 1,0 0-1,0 0 0,-1 0 1,0 1-1,0 0 0,-10-11 1,4 4-1082,-18-22-3759</inkml:trace>
</inkml:ink>
</file>

<file path=ppt/ink/ink7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3:02:25.2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88 2625,'0'0'12118,"254"17"-11398,-168-40-720,-11-8-560,-20 1-1089,-17 10-3105</inkml:trace>
</inkml:ink>
</file>

<file path=ppt/ink/ink7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3:02:26.3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147 61 3265,'3'0'13927,"17"0"-13972,-15-2 74,1 0 0,-1 0 0,1 0 0,-1-1 0,0 0 0,0 0 0,0 0 1,7-6-1,-8 5-32,0 1-1,0 0 1,0 0 0,0 0 0,1 1 0,-1 0 0,1 0 0,-1 0 0,1 0 0,0 1 0,0-1-1,0 1 1,5 0 0,83 1-215,-91 0 213,-1 1 1,1 0-1,0 0 1,0-1-1,-1 1 1,1 0-1,0 1 1,-1-1-1,1 0 1,-1 0-1,0 1 1,1-1-1,-1 0 1,0 1-1,0 0 1,0-1-1,0 1 1,0 0-1,0-1 1,0 1-1,0 0 1,0 3-1,6 9 39,-2-6-18,0 1-1,0 0 0,-1 0 1,-1 0-1,1 1 1,-2-1-1,1 1 0,1 12 1,-2 1-34,-1 0 0,-3 34 1,2-49 18,-2-1 0,1 0 0,-1 0 1,0-1-1,0 1 0,0 0 0,-7 10 1,-29 43-14,26-42 16,-1 0-4,-1 0-1,-1-1 0,0 0 1,-1-1-1,-1-1 1,0 0-1,-23 13 1,27-19-16,0-2 0,-1 1 1,0-2-1,0 0 1,-1 0-1,0-2 0,0 1 1,0-2-1,0 0 0,-1-1 1,-16 0-1,29-2 12,1 0 0,0 0 1,-1 0-1,1 0 0,-1 0 0,1 0 0,0-1 1,-1 0-1,1 1 0,0-1 0,-1 0 0,1 0 1,0 0-1,-3-2 0,4 2-16,0-1 1,-1 0-1,1 0 0,0 0 0,0 1 1,0-1-1,1 0 0,-1 0 1,0 0-1,1 0 0,-1 0 0,1-1 1,0 1-1,0 0 0,0 0 1,0-2-1,-1-4-95,1 0 0,0 0 0,0 0 0,0 0 0,3-10 0,-2 15 92,0 1 0,0-1 1,1 0-1,-1 1 1,1-1-1,-1 0 0,1 1 1,0 0-1,0-1 0,0 1 1,0 0-1,0 0 0,0 0 1,1 1-1,-1-1 0,6-2 1,0-1 26,1 1 0,0 1 0,0 0 0,1 0 0,-1 0 0,1 2 0,-1-1 0,1 1 0,-1 0 0,1 1 1,0 0-1,0 0 0,-1 1 0,1 1 0,-1 0 0,1 0 0,-1 1 0,10 3 0,-7 2 124,0 0-1,0 1 1,-1 0-1,0 1 1,-1 0-1,14 17 1,-11-13 91,0 0 1,1-1 0,19 15 0,-29-25-205,-1-1 0,1 0 0,0-1 1,-1 1-1,1 0 0,0-1 1,0 0-1,0 0 0,4 0 1,-6 0-42,0-1 0,0 0 0,0 0 0,0 0 0,0 0 0,0-1 0,0 1 0,0 0 0,0-1 1,0 0-1,0 1 0,-1-1 0,1 0 0,0 0 0,0 0 0,-1 0 0,1 0 0,-1 0 0,1 0 0,-1-1 1,1 1-1,1-3 0,0-1-244,0 0-1,0 0 1,-1 0 0,0 0 0,0-1 0,0 1 0,1-7 0,4-50-4476</inkml:trace>
</inkml:ink>
</file>

<file path=ppt/ink/ink7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3:02:26.7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11429,'0'0'4066,"209"30"-3682,-164-30-320,-8 0-32,-3 3-32,-5-3-208,-6 0-688,-8 0-1073</inkml:trace>
</inkml:ink>
</file>

<file path=ppt/ink/ink7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3:02:27.0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10 8852,'0'0'3330,"202"-10"-2882,-158 10-448,-6 0-769,-16 0-1712,-11 0-3089</inkml:trace>
</inkml:ink>
</file>

<file path=ppt/ink/ink7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3:02:29.3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195 170 1505,'0'0'6157,"7"-19"-5578,21-61-93,-12 43 2590,-10 18-923,-1 8-1720,-3 8 986,-11 10-921,3-2-487,1 1 1,0 0-1,0 0 0,1 1 1,0-1-1,0 1 0,-6 13 1,-16 59 58,20-58-65,-141 575 56,138-559-94,2 0 1,2 1-1,-1 54 0,13-105-727,42-104-2778,-23 44-450</inkml:trace>
</inkml:ink>
</file>

<file path=ppt/ink/ink7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3:02:29.8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68 2097,'0'0'8321,"4"-7"-7657,-3 5-665,4-5 297,-1 1 0,1 0-1,0 0 1,6-6 0,-9 10-99,1 0 0,-1 0 0,1 0 0,0 0 0,0 0 0,0 1 0,0-1 0,0 1 0,0 0 0,0 0 0,0 0-1,0 0 1,1 1 0,-1-1 0,5 1 0,-7 0-138,1 1 0,-1-1-1,0 1 1,1-1 0,-1 1 0,0-1-1,0 1 1,1 0 0,-1 0-1,0 0 1,0-1 0,0 1 0,0 0-1,0 1 1,0-1 0,1 2-1,17 26 420,-11-17-241,19 35 61,-2 1 1,-2 2-1,-2 0 0,27 101 0,17 186 1003,-32-143-1001,-29-169-299,1-1 0,1 0 0,1 0 0,2-1 0,11 24-1,-19-46-325,-1-5-1045,-1 0 952,1 1 0,-1-1 0,1 0 0,-1 0 0,0 1 0,0-1 1,-1 0-1,1 1 0,-1-1 0,0 1 0,0 0 0,0-1 0,0 1 1,-4-3-1,-22-28-4360</inkml:trace>
</inkml:ink>
</file>

<file path=ppt/ink/ink7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3:02:30.1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1 225 10997,'0'0'4306,"253"-80"-4130,-167 40-176,-11-1-1681,-16 8-2256,-21 3-5764</inkml:trace>
</inkml:ink>
</file>

<file path=ppt/ink/ink7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3:02:31.3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 0 5330,'0'0'6860,"-6"0"-5908,-11 1 2077,37 1-131,-6-1-3743,382 24 1450,-221-23-3902,-177-10-115,-13-1 43,-9 2-708</inkml:trace>
</inkml:ink>
</file>

<file path=ppt/ink/ink7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3:02:31.7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 3 1473,'0'0'7147,"-3"-1"-6459,-1 0-655,3 1 65,0 0 0,0 0 0,1-1 0,-1 1 0,0 0 0,0 0 0,0 0 0,1 0 0,-1 0 1,0 0-1,0 0 0,0 0 0,1 1 0,-1-1 0,0 0 0,-1 1 0,1 0-36,1 0-1,-1 0 1,1 0-1,-1 0 1,1 0-1,-1 0 1,1 0-1,0 0 1,0 1-1,-1-1 1,1 0-1,0 0 1,0 0-1,0 1 1,0-1-1,1 1 1,-1 561 4700,0-559-4836,2 21 246,-2-25-196,0 0-1,0 1 1,0-1 0,0 1 0,0-1 0,1 1-1,-1-1 1,0 0 0,0 1 0,1-1-1,-1 0 1,0 1 0,1-1 0,-1 0 0,0 1-1,1-1 1,-1 0 0,0 0 0,1 1-1,-1-1 1,1 0 0,-1 0 0,0 0 0,1 0-1,-1 1 1,1-1 0,-1 0 0,1 0-1,-1 0 1,1 0 0,-1 0 0,0 0 0,1 0-1,-1 0 1,1 0 0,-1-1 0,1 1-1,-1 0 1,0 0 0,1 0 0,-1 0 0,1-1-1,-1 1 1,0 0 0,1 0 0,-1-1-1,1 1 1,1-2-193,-1 1-1,1 0 0,0-1 1,-1 0-1,0 1 0,1-1 1,-1 0-1,0 0 0,0 1 0,0-1 1,0 0-1,0 0 0,1-5 1,8-33-2365,-6 24 624,7-25-3245</inkml:trace>
</inkml:ink>
</file>

<file path=ppt/ink/ink7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3:02:32.5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625 15 6003,'0'0'6272,"-15"-2"-5989,-25-3 280,-47-1 0,41 5 208,12 0-207,-36 4 1,59-2-520,-1 1-1,2 0 1,-1 1-1,0 0 1,0 1 0,1 0-1,-14 7 1,9-1-10,-1 0 0,2 1-1,0 1 1,0 0 0,1 1 0,0 0 0,1 1 0,1 0 0,0 1 0,1 0 0,0 1 0,2 0 0,-12 28 0,9-13 48,1 0 1,2 1-1,1 0 0,1 1 1,2-1-1,0 59 0,4-55 103,-1-14-42,1 1 0,1-1-1,1 1 1,1-1 0,7 29 0,-1-24-57,1-1 0,1 0 0,2 0 0,0-2 0,32 45 0,-33-53-40,1 0 0,0-1 0,1-1 0,1 0 0,0-1 0,1 0 0,0-1 0,1-1 0,20 10 0,-17-14-51,1 0 0,-1-2 0,1 0 0,0-2 0,1 0 0,-1-1 0,0-1 0,1-1 0,36-5 0,-49 4 6,1-1 0,-1 0 0,0 0 0,0-1 0,0 0 0,0-1 0,0 0 0,-1 0 0,1-1 0,-1 0 0,8-8 0,-4 4-97,-2-1-1,0-1 1,0 0 0,-1 0 0,0-1-1,13-22 1,-11 11-144,0-1 0,-1 0 0,-1-1 0,-2 0 0,0 0-1,-2 0 1,5-50 0,-10-181 34,-2 235 216,-1 1-1,0 0 1,-2 0 0,0 0 0,-16-36 0,15 43 10,0-1 1,-1 1-1,-1 1 1,0-1-1,-1 2 1,0-1-1,0 1 1,-23-20 0,24 26-120,0 0 1,0 0 0,-1 0 0,0 1 0,1 1-1,-1-1 1,-1 1 0,1 1 0,0 0 0,-1 0-1,1 1 1,-1 0 0,-15 1 0,25 0-74,0 0 0,0 0 1,-1 0-1,1 0 0,0 0 0,-1 0 0,1 0 0,0 0 1,-1 0-1,1 0 0,0 0 0,-1 0 0,1 1 1,0-1-1,0 0 0,-1 0 0,1 0 0,0 0 1,0 1-1,-1-1 0,1 0 0,0 0 0,0 1 0,0-1 1,-1 0-1,1 0 0,0 1 0,0-1 0,0 0 1,0 0-1,0 1 0,0-1 0,-1 0 0,1 1 1,0-1-1,0 0 0,0 1 0,0-1 0,0 1 0,0 11-8147</inkml:trace>
</inkml:ink>
</file>

<file path=ppt/ink/ink7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3:02:33.3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0 182 5827,'0'0'8206,"0"2"-7827,4 577 3719,-4-556-3972,1 0 1,1 0-1,0 0 0,2 0 1,1-1-1,1 0 0,1 1 1,0-2-1,2 1 0,19 33 1,-25-49-104,1-1 1,1 1-1,-1-1 1,1 0-1,-1 0 1,1-1-1,1 1 0,-1-1 1,1 0-1,-1 0 1,1-1-1,0 0 1,1 0-1,-1 0 1,0-1-1,1 0 1,-1 0-1,1 0 0,0-1 1,0 0-1,-1-1 1,1 1-1,8-2 1,-6 1-20,3 1 28,-1-2 0,1 1 0,18-4 0,-25 2-20,0 0 0,0 1 0,0-2 0,0 1 0,0 0 0,-1-1 0,1 0 0,-1 0 0,0 0 0,7-7 0,5-7-230,-1-1 1,0 0-1,-2-1 0,0-1 1,0 0-1,-2-1 1,-1 0-1,-1 0 0,0-1 1,-2 0-1,0-1 1,-2 0-1,0 0 0,-2 0 1,2-46-1,-5 53 196,1-18 92,-1 32-36,0 0 1,-1 1-1,1-1 0,0 0 1,-1 1-1,1-1 0,-1 0 1,0 1-1,1-1 1,-1 1-1,0-1 0,0 1 1,0-1-1,0 1 0,-3-3 1,0 1 84,-1 0 1,0 1-1,1 0 1,-1 0-1,0 0 1,0 0-1,-1 1 1,1 0-1,0 0 1,-10-1-1,-63 2 589,49 0-689,18 1 15,0 0 0,0 0 0,-1 1 0,1 0 0,0 1 0,1 0 0,-1 1 0,0 1 0,1-1 0,0 1 0,-18 13 0,26-18 31,3-5-104,-1 1 24,5-13-161,1 0 1,0 1-1,13-26 0,35-54-1112,-12 24 16,-27 43 539,33-65-1408,-43 82 1987,0 0 0,-1-1 0,0 0 1,-1 0-1,3-18 0,-6 29 299,0 2-110,1-1-1,-1 1 0,0 0 0,0-1 0,0 1 1,0 0-1,0-1 0,1 1 0,-1-1 1,0 1-1,0 0 0,0-1 0,0 1 1,0-1-1,0 1 0,0 0 0,0-1 1,-1 1-1,1-1 0,0 1 0,0 0 1,0-1-1,0 1 0,0 0 0,-1-1 1,1 1-1,0 0 0,0-1 0,-1 1 0,1 0 1,0-1-1,0 1 0,-1 0 0,1 0 1,0-1-1,-1 1 0,1 0 0,0 0 1,-1 0-1,1 0 0,-1-1 0,1 1 1,-1 0-1,1 0-14,-15 0 487,-1 0 1,1 0-1,0 2 1,0 0-1,0 1 1,-27 8-1,-108 56 1916,146-65-2389,0-1 1,0 1 0,0-1-1,0 0 1,-1-1 0,1 1-1,0-1 1,0 1 0,-1-1-1,-4-1 1,8 1-40,1 0 0,-1-1 0,1 1 0,-1 0 0,1 0 0,-1 0 0,1-1 0,0 1 0,-1 0 0,1-1 0,-1 1 0,1 0 0,0-1 0,-1 1 0,1 0 0,0-1 0,-1 1 0,1-1 0,0 1 0,0-1 0,0 1 0,-1-1 0,1 1 0,0-1 0,0 1 0,0-1 0,0 1 0,0-1 0,0 1 0,0-1 0,0 1 0,0-2 0,-2-17-844,1 0 0,1 0-1,1 0 1,0 0 0,2-1 0,0 1 0,8-23 0,13-9-4852</inkml:trace>
</inkml:ink>
</file>

<file path=ppt/ink/ink7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3:02:34.7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60 0 5843,'0'0'3017,"-10"0"-2691,-30 0 493,30 0 5202,12 1-5733,14 2-30,-1 0 1,0-1-1,26 0 0,2 1 86,434 20 275,-150-10-531,189-2 152,-363-11-243,231-14 163,-16 11 574,-367 3-417,-1-1-364,0 1 0,1 0 0,-1 0 0,0 0 0,0-1 0,0 1 0,0 0 0,0-1 0,0 1 0,0 0 0,0 0 0,0-1 0,0 1-1,0 0 1,0 0 0,0-1 0,0 1 0,0 0 0,0-1 0,0 1 0,0 0 0,0 0 0,-1-1 0,1 1 0,0 0 0,0 0 0,0 0-1,0-1 1,-1 1 0,1 0 0,0 0 0,0 0 0,0-1 0,-1 1 0,1 0 0,0 0 0,0 0 0,0 0 0,-1 0 0,1-1 0,-1 1 0,-19 0-2966,-12 0-2512</inkml:trace>
</inkml:ink>
</file>

<file path=ppt/ink/ink7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3:02:37.6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 1 5683,'0'0'6624,"0"0"-6496,0 0-1,0 0 1,0 0-1,-1 1 511,1-1-511,0 0 1,0 0 0,0 0-1,-1 1 1,1-1-1,0 0 1,0 0-1,0 0 1,0 0-1,0 1 1,0-1 0,0 0-1,0 0 1,0 0-1,0 1 1,0-1-1,0 0 1,0 0-1,0 0 1,0 1-1,0-1 1,0 0 0,0 0-1,0 0 1,0 1-1,0-1 1,0 0-1,1 0 1,-1 0-1,0 0 1,0 1 0,0-1-1,25 4 35,0-2 0,41 0-1,-27-1-80,259-1 9,-353 4-9030,35-4 1705</inkml:trace>
</inkml:ink>
</file>

<file path=ppt/ink/ink7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3:02:37.9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84 7812,'0'0'5954,"123"-3"-5121,-52 3-177,0 0-240,-4 0-224,0 0-176,-15-14-16,-7 1-128,-7-7-1376,-12 3-2562,-15 0-2705</inkml:trace>
</inkml:ink>
</file>

<file path=ppt/ink/ink7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3:02:47.5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8 150 6035,'0'0'5109,"-7"-4"-627,8 3-4419,0 0 1,1 0 0,-1 0-1,1 0 1,-1 0-1,1 0 1,-1 0-1,1 0 1,-1 1-1,1-1 1,-1 1 0,1-1-1,0 1 1,-1 0-1,3-1 1,0 0 31,45-9-75,-1 2 0,1 2 0,67 0 0,-40 3-14,99 0-1,80-7 6,-192 5-9,94 4 0,-65 3-4,18-3 9,228 8-32,-120 3 27,148-5 21,-229-6-16,-104-1-3,58-10 1,5 0 2,42 7 6,30-1 6,40-2-18,5-1 8,30 3-4,12-1-4,-78-9 12,-161 14-12,-9 2 28,0-1 0,0 0-1,0 0 1,0-1 0,7-2 0,-7 2 38,0 0 0,0 1 0,1 0 0,10 0 1,-40 0-93,-20 1-4523,-12 8-4592</inkml:trace>
</inkml:ink>
</file>

<file path=ppt/ink/ink7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3:02:59.5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82 10757,'0'0'6083,"12"7"-5811,-11-7-271,7 6 91,1 0-1,0-1 1,1-1 0,-1 1-1,1-1 1,0-1 0,0 0-1,0-1 1,19 3 0,203 19 1116,18 2-864,279-19-393,-377-7 40,-141 0 6,0-1 1,1-1 0,19-4 0,-18 3 5,-12 2 51,1 1 1,-1-1-1,1 1 0,-1 0 0,0 0 0,1-1 0,-1 1 0,1 0 0,-1 1 1,1-1-1,-1 0 0,1 0 0,-1 0 0,1 1 0,-1-1 0,0 1 1,1-1-1,-1 1 0,0 0 0,1-1 0,-1 1 0,0 0 0,0 0 0,0 0 1,2 1-1,9 8 382,-12-10-433,1 0-1,-1 1 1,0-1 0,1 0 0,-1 1 0,1-1-1,-1 0 1,1 1 0,-1-1 0,1 0 0,-1 0-1,1 1 1,-1-1 0,1 0 0,-1 0 0,1 0-1,-1 0 1,1 0 0,-1 0 0,1 0 0,-1 0-1,1 0 1,0 0 0,-1 0 0,1 0 0,-1 0-1,1-1 1,-1 1 0,1 0 0,-1 0 0,1 0-1,-1-1 1,1 1 0,-1 0 0,0-1 0,1 1-1,-1 0 1,1-1 0,-1 1 0,0-1 0,1 1-1,-1 0 1,0-1 0,0 1 0,1-1 0,-1 1-1,0-1 1,0 1 0,0-1 0,1 0 0,0-32-1516,-1 25 837,0 3 287,-1 0 1,1 0-1,-1 0 1,0 1 0,0-1-1,0 0 1,-1 1 0,0-1-1,0 1 1,0-1-1,-3-3 1,-4-5-1357,0 1 0,-14-13 0,14 15 270,-16-17-2372</inkml:trace>
</inkml:ink>
</file>

<file path=ppt/ink/ink7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3:02:59.9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124 4 2769,'0'0'9159,"-21"0"-8044,-61-3-360,61 3 1334,23 0-1633,10 0-252,-1 2-1,1-1 0,-1 1 0,1 1 0,18 6 1,55 28 219,-62-26-326,33 18-46,-1 3-1,87 65 1,-131-88-46,-5-5-7,1 0 0,-1 1 1,-1 0-1,1 1 0,5 6 1,-11-12-3,0 0 0,0 0-1,0 1 1,1-1 0,-1 0 0,0 0 0,0 1 0,0-1 0,0 0 0,0 0 0,0 0 0,0 1 0,0-1 0,0 0-1,0 0 1,0 1 0,0-1 0,0 0 0,0 0 0,0 1 0,0-1 0,0 0 0,0 0 0,0 0 0,0 1-1,0-1 1,0 0 0,0 0 0,0 1 0,0-1 0,-1 0 0,1 0 0,0 0 0,0 1 0,0-1 0,0 0 0,-1 0-1,1 0 1,0 1 0,-12 4-25,10-4 48,-10 4 35,-16 5-21,1 1 1,0 1 0,1 1-1,-43 30 1,-40 51 47,94-78 27,-1 0 0,2 2 0,0 0 0,-15 26 0,28-41-167,-1 0 0,0 0 0,1 1 0,-1-1-1,1 0 1,0 1 0,0-1 0,1 1 0,-1-1-1,1 1 1,-1-1 0,1 1 0,0-1 0,0 1-1,2 5 1,4-7-1587,17-4-1606,3-7-2855</inkml:trace>
</inkml:ink>
</file>

<file path=ppt/ink/ink7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3:03:00.5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392 0 1201,'0'0'11768,"0"4"-11472,-1 7-9,1 0 1,-2 0-1,0-1 1,0 1 0,-7 20-1,-28 51 312,18-41-338,11-25-169,-194 399 1622,114-247-1476,81-155-241,5-10-1,0 1 0,0-1 0,1 1 0,-1 0 0,1-1-1,0 1 1,0 0 0,0 0 0,0 0 0,0 5 0,14-24-1338,66-111-4157,-40 49-672</inkml:trace>
</inkml:ink>
</file>

<file path=ppt/ink/ink7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3:03:00.8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4562,'0'0'6790,"19"4"-5806,65 17-125,-78-19-693,1 1 0,0 0 0,-1 0-1,0 0 1,0 0 0,0 1 0,0 0-1,0 0 1,-1 1 0,0 0 0,8 9 0,-1-1 125,6 7-9,-1 1 0,-1 0 0,-1 1 0,-1 1 0,-1 0 0,-1 1-1,15 43 1,-10-13 416,-1 1 0,12 87 0,13 176 887,-42-299-2487,0-18 737,1-1-1,0 1 1,0-1 0,0 1 0,-1-1 0,1 0 0,0 1 0,0-1 0,-1 0-1,1 1 1,0-1 0,-1 0 0,1 1 0,0-1 0,-1 0 0,1 0 0,-1 1 0,1-1-1,-1 0 1,1 0 0,0 0 0,-2 1 0,0-1-222,0-1-1,0 1 1,-1 0 0,1-1-1,0 1 1,0-1 0,0 0-1,-1 0 1,1 0 0,0 0-1,0 0 1,-2-2 0,-23-18-4821</inkml:trace>
</inkml:ink>
</file>

<file path=ppt/ink/ink7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3:03:01.2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1 155 11749,'0'0'3330,"264"3"-2770,-159-23-560,-1-17-848,-7 0-321,-18 3-2272,-27 4-2146</inkml:trace>
</inkml:ink>
</file>

<file path=ppt/ink/ink7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3:03:01.6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21 6435,'0'0'8500,"250"0"-7972,-186 0-256,-8 0-256,-19 0-16,-11 0-160,-15 0-560,-11-11-5219,-15 1 3202</inkml:trace>
</inkml:ink>
</file>

<file path=ppt/ink/ink7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3:03:01.9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1457,'0'0'10698,"0"4"-9879,0 394 4921,0-151-6737,0-283-2084,0-10-2367</inkml:trace>
</inkml:ink>
</file>

<file path=ppt/ink/ink7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3:03:02.4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578 143 6931,'0'0'6059,"-7"-10"-5184,0-1-593,5 6-170,-1 1 0,1-1-1,-1 1 1,0 0 0,-1 0-1,1 0 1,-1 1 0,0-1-1,0 1 1,0-1 0,0 2-1,-6-5 1,-5 0 43,-1 0 1,1 1-1,-1 0 0,0 2 0,0-1 0,-1 2 1,1 1-1,-1 0 0,0 0 0,-23 3 1,15-2-138,16 0 5,1 1 0,-1-1 1,1 2-1,-1-1 0,1 1 1,-1 1-1,1-1 0,-1 1 1,1 1-1,-13 5 0,8-1 6,0 2-1,1 0 0,0 0 0,0 1 0,1 0 0,1 1 0,-1 1 0,2 0 1,-1 0-1,2 0 0,0 1 0,0 1 0,1-1 0,1 1 0,0 0 1,1 1-1,1-1 0,0 1 0,1 0 0,0 0 0,0 23 0,3-31-18,-3 68 412,8 89 0,-2-144-303,1 1-1,1-1 1,0-1-1,2 1 1,0-1-1,2 0 1,0-1-1,1 0 1,0 0-1,19 22 1,-21-28-58,2-1 1,-1 0-1,2 0 1,-1-2-1,1 1 0,1-1 1,0 0-1,0-2 1,0 1-1,1-1 0,0-1 1,1 0-1,0-1 1,-1 0-1,22 3 0,-15-5-16,-1-2 0,29 0-1,-39-2-63,0 0-1,0 0 0,1-1 0,-1 0 1,0 0-1,0-1 0,12-6 0,-6 0-83,1-1-1,-1 0 1,-1-1-1,0-1 1,18-19-1,58-74-877,-89 104 975,16-21-190,0-1 1,-2 0-1,24-51 1,-31 57 197,-2-1 1,0 1 0,-1-1 0,0-1-1,-2 1 1,2-35 0,-4 42 4,-1-112-213,-2 107 103,0-1 0,0 1 0,-2 0 0,0 0 0,-9-21 0,7 20 27,-2 1 0,0 0-1,-1 0 1,-1 1-1,-21-27 1,25 36 62,1 0 0,-1 1 0,0 0 0,0 0 0,0 1 0,-1-1 0,1 1 0,-1 1 0,0-1 0,0 1 0,-1 0 0,1 1 0,-1 0 0,1 0 0,-1 1 0,-9-1 0,8 1 12,1 0-30,-1 1 1,1 0-1,-15 2 1,21-2 9,0 1 1,-1-1-1,1 1 1,0 0-1,-1 0 1,1 0-1,0 0 1,0 0-1,0 1 1,0-1-1,0 1 1,0-1-1,0 1 1,1 0-1,-1-1 1,-2 5-1,-1 2-402,0 0-1,0 0 0,1 1 0,-3 9 0,-4 20-4969,7-14-4026</inkml:trace>
</inkml:ink>
</file>

<file path=ppt/ink/ink7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3:03:03.2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98 0 6931,'0'0'7892,"-5"11"-6948,-1 0-632,0 1 1,1-1-1,0 1 0,1 0 0,0 0 1,-2 16-1,-9 80 915,11-71-934,-8 105 1057,6 179 0,7-313-1319,-1 0 0,1 0 0,1-1 0,0 1 0,0 0 0,0-1 0,1 1 0,0-1 0,1 0 0,-1 0 0,1 0 0,1-1 0,-1 1 0,1-1 0,0 0 0,0 0 0,1-1 0,0 0 0,0 0 0,0 0 0,1 0 0,0-1 0,-1 0 0,1-1 0,10 4 0,-2-2-38,0-1 1,0 0-1,0-2 1,1 1 0,-1-2-1,1 0 1,18-2-1,-27 1-16,-1 0-71,0 0 0,0 0 0,-1-1 0,1 0 1,0 0-1,0-1 0,-1 0 0,1 0 0,-1 0 0,1 0 1,-1-1-1,0 0 0,0 0 0,0 0 0,0-1 0,-1 0 1,0 0-1,1 0 0,-1 0 0,-1-1 0,1 1 0,-1-1 0,1 0 1,2-7-1,0-1-130,-1 0 0,0-1 0,0 0 0,-2 0 0,0 0 0,0 0 0,-2 0 0,1-28 0,-3 34 195,1-1 0,-1 1 0,-1 0 0,0 0 0,0-1 0,0 1 0,-1 1 0,0-1 0,-1 0 0,0 1 0,0 0 0,-1 0 0,1 0 0,-11-11 1,0 2 90,-2 0 0,0 2 0,-1-1 1,-24-14-1,27 21 50,-1 0 0,0 0 0,0 1 0,-1 1-1,1 1 1,-2 1 0,1 0 0,0 1 0,-1 1 0,1 0 0,-1 2-1,0 0 1,-21 3 0,38-4-81,0 1 0,0 0-1,0 0 1,0 1 0,0-1 0,0 0 0,0 0-1,0 0 1,0 1 0,0-1 0,0 0-1,0 1 1,0-1 0,0 1 0,1-1 0,-1 1-1,0-1 1,0 1 0,1 0 0,-1-1-1,0 1 1,1 0 0,-1 0 0,0 0 0,1-1-1,-1 1 1,1 0 0,-1 0 0,1 0-1,0 0 1,-1 0 0,1 0 0,0 0 0,0 0-1,0 0 1,0 0 0,0 0 0,0 0 0,0 0-1,0 1 1,0-2-25,0 1 1,0-1-1,0 0 1,0 1-1,0-1 1,0 1-1,0-1 0,0 0 1,0 1-1,1-1 1,-1 1-1,0-1 1,0 0-1,0 1 0,1-1 1,-1 0-1,0 1 1,0-1-1,1 0 0,-1 0 1,0 1-1,1-1 1,-1 0-1,0 0 1,1 1-1,-1-1 0,0 0 1,1 0-1,-1 0 1,0 0-1,1 0 1,0 1-1,16-1-3,-9 0 17,-6 0-18,23 0-8,36-4 0,-51 2-72,0 0 0,0 0-1,0-1 1,-1-1 0,1 1 0,15-10-1,-3 0-571,-1-1 0,0 0 0,-1-2 0,33-33 0,-46 42 352,0 0 0,-1-1 0,0 0 0,0 0-1,-1-1 1,0 0 0,-1 1 0,0-2 0,0 1 0,-1 0 0,0-1 0,0 0 0,-1 1 0,-1-1 0,1-12 0,-2 18 224,1-6-54,-2 0 1,1 0-1,-1 1 0,-3-13 1,3 19 149,0 0 0,0 0 0,0 1 0,0-1 1,-1 0-1,1 1 0,-1-1 0,0 1 0,0-1 1,0 1-1,0 0 0,0 0 0,0 0 1,0 0-1,-1 0 0,1 1 0,-5-3 0,-5-1 351,1 1 0,0 1 0,-1 0 0,1 1 0,-1 0-1,0 1 1,0 0 0,0 0 0,0 2 0,0-1 0,-14 4-1,21-3-221,-1 0-1,1 1 0,0-1 0,0 1 0,0 0 0,0 0 1,1 1-1,-9 5 0,11-7-248,0 1 0,0-1 0,0 1-1,0 0 1,1 0 0,-1 0 0,0 0 0,1 0 0,-1 0 0,1 0 0,0 0 0,0 1-1,0-1 1,0 0 0,0 1 0,0-1 0,0 1 0,1-1 0,-1 5 0,16-6-6160,-14-1 5246,20 0-5709</inkml:trace>
</inkml:ink>
</file>

<file path=ppt/ink/ink7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3:03:03.5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8356,'0'0'9652,"90"23"-9412,-45-19-96,3-4-128,1 0-16,-4 0-176,-4 3-176,-15-3-352,-8 0-641,-10 0-912</inkml:trace>
</inkml:ink>
</file>

<file path=ppt/ink/ink7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3:03:03.9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11989,'0'0'3394,"232"37"-2754,-150-37-640,-8 0-752,-18 0-96,-15-10-881,-26 3-2673</inkml:trace>
</inkml:ink>
</file>

<file path=ppt/ink/ink7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3:03:04.8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306 43 6467,'0'0'5691,"9"-7"-5027,26-22 3,-23 22 991,-13 14-220,0-4-1797,-20 57 639,-3-2 0,-32 55 0,15-32-202,3-3-22,-120 271 376,154-338-433,0 0-1,0 1 1,1-1 0,1 0-1,0 1 1,1-1 0,-1 15-1,2-26-9,1 0 0,-1 0-1,0 0 1,0 1-1,0-1 1,0 0 0,1 0-1,-1 0 1,0 1 0,0-1-1,1 0 1,-1 0-1,0 0 1,0 0 0,1 0-1,-1 0 1,0 0 0,1 0-1,-1 0 1,0 0-1,0 0 1,1 0 0,-1 0-1,0 0 1,1 0 0,-1 0-1,0 0 1,0 0-1,1 0 1,-1 0 0,0 0-1,0 0 1,1 0-1,-1 0 1,0-1 0,12-3-316,-7 1 107,0-1 0,0 0-1,0 0 1,0 0 0,-1-1-1,0 1 1,7-10 0,24-42-2379,-24 36 992,16-25-3371</inkml:trace>
</inkml:ink>
</file>

<file path=ppt/ink/ink7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3:03:05.2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 6451,'0'0'6077,"9"-1"-5412,-5 1-587,-2-1-29,1 1 0,-1 0 1,1 0-1,-1-1 0,1 2 0,-1-1 1,1 0-1,-1 0 0,0 1 1,1 0-1,-1-1 0,1 1 0,-1 0 1,0 0-1,0 0 0,0 0 1,0 1-1,1-1 0,-1 0 0,-1 1 1,1 0-1,0-1 0,0 1 1,-1 0-1,1 0 0,-1 0 0,1 0 1,1 3-1,27 51 1047,-3 2-1,30 88 1,24 128 1252,16 76-1092,-94-341-1270,0 1-34,0-1 1,-1 1 0,0 0 0,1 17-1,-3-27 6,0 1 0,0-1 0,-1 0 0,1 0 0,0 0 0,0 0 0,0 0 0,0 0 0,0 1 0,0-1 0,-1 0 0,1 0 0,0 0 0,0 0 0,0 0 0,0 0 0,-1 0 0,1 0 0,0 0 0,0 0 0,0 0 0,0 0 0,-1 0 0,1 0 0,0 0 0,0 0 0,0 0 0,-1 0 0,1 0-1,0 0 1,0 0 0,0 0 0,0 0 0,-1 0 0,1 0 0,0 0 0,0 0 0,0-1 0,0 1 0,0 0 0,-1 0 0,1 0 0,0 0 0,-2-1-283,-11-5-774,1 1 0,0-2 0,0 1-1,1-2 1,-15-11 0,-32-29-5837</inkml:trace>
</inkml:ink>
</file>

<file path=ppt/ink/ink7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3:03:05.6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54 9861,'0'0'3169,"280"0"-1856,-172-3-257,-15-4-1056,-22-3-80,-30 0-1185,-19 0-1920,-18-4-3570</inkml:trace>
</inkml:ink>
</file>

<file path=ppt/ink/ink7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3:03:05.9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34 9300,'0'0'4450,"216"7"-3361,-126-7-1089,-4-3-528,-19-18-1874,-19 5-4513</inkml:trace>
</inkml:ink>
</file>

<file path=ppt/ink/ink7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3:03:06.5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46 1 2945,'0'0'7038,"0"8"-5821,-20 279 5092,17-259-6226,-3 27 356,-10 181 1310,16-202-1515,-1-6 28,1-1 0,2 1 0,7 40-1,-7-60-236,0 0 0,0 0 0,1-1 0,0 1 0,1-1 0,-1 1 0,1-1 0,1 0-1,-1 0 1,1-1 0,1 1 0,-1-1 0,1-1 0,0 1 0,0-1 0,10 7 0,-5-7-36,0 1 1,1-1 0,0-1 0,0 0-1,0-1 1,1 0 0,-1-1 0,1 0-1,-1-1 1,1 0 0,15-2 0,-21 1-90,-1 0 1,1 0-1,0-1 1,-1 0-1,0-1 1,1 1-1,-1-1 1,0 0-1,0-1 1,0 1-1,0-1 1,0-1-1,0 1 1,-1-1-1,0 0 1,0 0-1,0 0 1,0-1-1,-1 0 1,1 0-1,-1 0 1,0 0-1,-1-1 0,0 0 1,1 1-1,-2-1 1,1 0-1,-1 0 1,2-8-1,0-5-238,0-1-1,-2 1 1,-1 0-1,0-1 0,-3-26 1,2 36 294,-1 2 50,0 0 1,-1 0-1,1 0 1,-1 0 0,-1 1-1,0-1 1,0 1-1,0-1 1,-1 1-1,0 0 1,0 0-1,-1 1 1,0 0-1,0-1 1,-1 1 0,-8-7-1,6 6 85,0 1 0,0 0-1,-1 0 1,0 1 0,0 0 0,0 1-1,0 0 1,-1 0 0,1 1 0,-1 0 0,0 1-1,-16-2 1,10 2 121,0 1 0,0 1 0,0 1 1,0 0-1,-21 5 0,33-6-149,0 2 0,0-1 1,1 0-1,-1 1 0,0 0 0,1-1 0,-1 2 0,1-1 1,-1 0-1,1 1 0,0-1 0,0 1 0,0 0 1,0 0-1,1 0 0,-1 0 0,1 1 0,0-1 1,0 1-1,0-1 0,0 1 0,1 0 0,-1 0 1,1 0-1,-1 6 0,2-9-54,-1-1-1,1 1 1,0 0 0,0-1-1,0 1 1,-1 0 0,1-1-1,0 1 1,0 0 0,0 0-1,0-1 1,0 1-1,0 0 1,1-1 0,-1 1-1,0 0 1,0-1 0,0 1-1,1 0 1,-1-1 0,0 1-1,1 0 1,-1-1 0,0 1-1,1-1 1,-1 1-1,1-1 1,0 1 0,21 2-27,-15-3-10,7-1-100,-1-1-1,1 0 0,-1-1 0,1 0 0,-1-1 1,0-1-1,-1 0 0,1-1 0,-1 0 0,0-1 0,0 0 1,13-11-1,-3 1-918,0-2 1,-1-1 0,-1 0-1,-1-1 1,17-25 0,-28 35 274,-1 0 1,0-1 0,-1 0 0,0 0 0,-1-1 0,0 0 0,-1 0 0,-1 0 0,0 0 0,-1 0 0,0-1 0,0-25 0,-2 34 867,0 0 0,-1 0 0,1-1 0,-1 1 0,0 0 0,-1 0 0,1 0-1,-1 0 1,0 0 0,0 0 0,0 1 0,-1-1 0,0 1 0,-4-6 0,3 5 302,-1 0 1,0 1 0,0 0 0,-1-1-1,1 2 1,-1-1 0,0 0-1,0 1 1,-11-4 0,-4 1 820,0 1 1,0 0 0,0 2 0,0 0 0,-42 2 0,29 0-205,17 0-317,-32 3 1,42-1-960,22 1-4953,12-2-1106</inkml:trace>
</inkml:ink>
</file>

<file path=ppt/ink/ink7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3:03:06.9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9412,'0'0'7548,"34"2"-7442,-1 1-86,191 6 91,76-9-2448,-332 3-11162</inkml:trace>
</inkml:ink>
</file>

<file path=ppt/ink/ink7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3:03:07.2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6099,'0'0'6451,"0"211"-4995,0-120-383,0 3-33,0 0-47,0-17-385,0-13-384,0-17-224,0-24 0,0-9-288,11-14-928,0 0-1778,-3-24-1328,-1-16-3746</inkml:trace>
</inkml:ink>
</file>

<file path=ppt/ink/ink7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3:03:07.6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336 54 2753,'0'0'8252,"2"-9"-6766,8-27-477,-7 27 1885,-3 14-2776,-2 6-100,0 0 0,0 1 0,-1-1 0,-1-1 0,0 1 0,0 0 0,-1-1 0,-10 15 0,-5 15 6,-19 45 10,-181 423 767,213-489-1107,-12 34 1121,14-17-5856,5-50 1612,0-14-1517</inkml:trace>
</inkml:ink>
</file>

<file path=ppt/ink/ink7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3:03:07.9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39 6003,'0'0'7627,"9"-6"-7050,28-19 76,-37 24-595,1 0 0,0 1 1,0-1-1,0 0 0,1 1 0,-1-1 0,0 1 0,0-1 0,0 1 1,0 0-1,0 0 0,1-1 0,-1 1 0,0 0 0,0 0 0,0 0 1,1 0-1,-1 0 0,0 0 0,0 0 0,0 1 0,1-1 0,-1 0 1,2 2-1,-2-1 6,1 0 0,-1 1 0,0 0 0,1-1 0,-1 1 0,0 0-1,0-1 1,0 1 0,-1 0 0,2 3 0,0-1 36,21 60 902,-3 0 0,15 88 0,-9-36-310,-15-74-476,95 333 526,-101-361-870,-5-12-294,0-6-879,0 1 1024,-1 0 0,0 1 0,1-1 0,-1 0 0,0 1 1,0-1-1,0 0 0,-1 1 0,1-1 0,-1 1 0,-2-4 0,-3-3-595,-27-38-4170,-7-2-3018</inkml:trace>
</inkml:ink>
</file>

<file path=ppt/ink/ink7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3:03:08.3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81 6211,'0'0'7459,"194"0"-6386,-93-10-977,-4-10-96,-4-3-1457,-15-4-2961</inkml:trace>
</inkml:ink>
</file>

<file path=ppt/ink/ink7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3:03:08.9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74 5955,'0'-6'10175,"4"16"-9867,0 0 0,-2 0-1,1 0 1,-1 0 0,0 0 0,0 18-1,1 1 98,11 177 1444,-1-5-908,-12-196-914,4 40 344,19 74 0,-20-105-343,0-1 0,1-1 0,1 1 0,0-1 0,0 1 0,1-2 0,1 1 1,0-1-1,0 0 0,12 11 0,-14-17-37,1-1 0,-1 1 0,1-1 0,-1-1 0,1 1 0,0-1 0,0 0 0,1-1 0,-1 0 0,1 0 0,-1 0 0,15 0 0,-13-1-61,0-1 1,0 0-1,0 0 0,1-1 1,-1 0-1,0 0 0,0-1 1,-1-1-1,1 0 1,16-7-1,-13 3-148,0-1 1,-1 0-1,0 0 1,0-1-1,-1-1 0,0 0 1,0 0-1,-1-1 1,-1-1-1,0 1 0,8-17 1,-8 13 64,-1-1 1,-1 1-1,0-1 1,-1-1 0,-1 1-1,0-1 1,-1 1-1,-1-1 1,0-21 0,-2 27 167,0 0 115,0-1-1,-4-23 1,3 31-77,-1-1 0,1 0 0,-1 1 0,0 0 0,0-1 0,0 1 0,0 0 0,-1 0 0,0 0 0,-5-5 0,-2-3 36,-1 1 1,-1 0-1,1 0 0,-2 1 1,0 1-1,0 0 0,-1 1 1,0 0-1,0 1 1,0 0-1,-1 2 0,0-1 1,-1 2-1,1 0 0,-1 1 1,1 1-1,-31-2 1,22 4-60,8-1 82,-1 1-1,-26 3 1,40-3-71,1 0 0,-1 0 0,0 1 0,1 0 0,-1-1 0,1 1 0,-1 0 0,1 0-1,-1 1 1,1-1 0,-1 0 0,1 1 0,0-1 0,0 1 0,0 0 0,0 0 0,0 0 0,0 0 0,1 0 0,-1 0 0,1 0 0,-3 4 0,3 3 323,15-7-312,1-1-174,0-1 1,0-1-1,0-1 0,0 0 1,0-1-1,0 0 0,-1-1 1,1-1-1,16-7 0,-5-1-653,0-1-1,-2-1 0,1-1 0,28-25 0,-46 35 401,0-1 0,-1 1 0,0-1 0,0 0 0,0-1 0,-1 1-1,0-1 1,-1 0 0,1-1 0,-2 1 0,1-1 0,-1 1 0,0-1-1,-1 0 1,0 0 0,-1 0 0,1-14 0,-2 20 415,0 1 0,0 0-1,-1 0 1,1-1 0,-1 1 0,0 0 0,1 0-1,-1-1 1,0 1 0,0 0 0,-1 0 0,1 0-1,0 0 1,-1 0 0,1 1 0,-1-1 0,1 0-1,-1 1 1,0-1 0,0 1 0,0 0 0,0-1-1,0 1 1,0 0 0,0 0 0,0 0 0,0 0-1,-1 1 1,1-1 0,0 1 0,-3-1 0,-10-2 742,0 1 1,0 1 0,-27 0-1,28 2-325,-20-2 593,19 0-598,0 1 1,1 0-1,-1 1 0,0 0 1,0 2-1,1-1 0,0 2 0,-1 0 1,-19 9-1,42-17-1243,-1-1 1,1 1-1,-1-1 1,0-1-1,0 1 1,0-1-1,-1-1 0,7-8 1,16-15-4984</inkml:trace>
</inkml:ink>
</file>

<file path=ppt/ink/ink7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3:03:09.3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65 10117,'0'0'7027,"272"0"-6899,-152 0-128,-1-20-929,-18-4-2112,-27 4-5123</inkml:trace>
</inkml:ink>
</file>

<file path=ppt/ink/ink7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3:03:52.4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512 0 9828,'0'0'3781,"0"13"-2140,-1-11-1608,1 1 1,-1-1-1,1 0 0,-1 1 1,0-1-1,0 1 1,0-1-1,0 0 1,0 0-1,0 0 1,-1 0-1,1 0 0,-1 0 1,1 0-1,-4 2 1,-4 7 58,-32 45 179,2 1 1,-47 92-1,-44 131 427,126-272-671,-19 45 72,-114 295 453,131-332-602,2 1 0,0-1-1,1 1 1,-3 35 0,7-52 15,-1 0-1,0 0 1,0 0 0,0 0-1,0 1 1,0-1-1,0 0 1,0 0-1,0 0 1,1 0 0,-1 0-1,0 1 1,0-1-1,0 0 1,0 0 0,0 0-1,1 0 1,-1 0-1,0 0 1,0 0 0,0 0-1,0 0 1,1 0-1,-1 0 1,0 0 0,0 0-1,0 0 1,0 0-1,1 0 1,-1 0 0,0 0-1,0 0 1,0 0-1,1 0 1,-1 0 0,0 0-1,0 0 1,0 0-1,0 0 1,1 0-1,-1 0 1,0 0 0,0 0-1,0-1 1,0 1-1,1 0 1,8-6-985,16-30-2048,1-15-2049</inkml:trace>
</inkml:ink>
</file>

<file path=ppt/ink/ink7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3:03:52.8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8676,'0'0'3698,"24"13"-3397,-6-4-192,-7-4-19,0 0 0,0 1 0,0 1 0,0 0 0,-1 0 0,0 1 0,-1 0 0,0 0 0,0 1 0,-1 1 0,0-1 0,-1 1 0,10 16 0,48 112 2083,53 164 0,-68-165-1146,-5-17-372,103 246 75,-139-334-1880,-14-34-843,-9-6 99,-1 0 0,1-2 1,-16-12-1,23 17 1046,-61-47-8340</inkml:trace>
</inkml:ink>
</file>

<file path=ppt/ink/ink7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3:03:53.1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1 222 12454,'0'0'2145,"298"-107"-2145,-171 66-160,-7 1-3186,-9 7-5682</inkml:trace>
</inkml:ink>
</file>

<file path=ppt/ink/ink7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3:03:53.7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63 144 3858,'0'0'9409,"0"-8"-6116,-1 179-1140,-22 175 0,17-298-1956,-22 187 579,23-164-462,5 95-1,1-161-298,-1 1-1,1-1 1,0 0-1,0 1 1,1-1-1,-1 0 1,1 1-1,0-1 0,1 0 1,-1 0-1,1-1 1,0 1-1,0-1 1,1 1-1,-1-1 1,1 0-1,0 0 1,6 5-1,-3-4-10,0-1 1,1 0-1,-1 0 0,1-1 0,0 0 0,0 0 1,0-1-1,0 0 0,1 0 0,-1-1 1,13 1-1,3-1-17,0-1 1,27-2-1,-42 0-21,0 1-1,-1-1 0,1 0 1,-1-1-1,0 0 0,0 0 1,0-1-1,0 0 0,10-7 1,-7 2-137,0 0 1,-1-1 0,0 0-1,0 0 1,-1-2-1,0 1 1,-1-1 0,-1 0-1,0 0 1,0-1 0,-1 0-1,-1 0 1,0-1 0,5-23-1,-4 8-234,-2-1-1,0 0 0,-2 0 1,-2 0-1,-5-59 1,3 76 430,0 0-1,-1 1 1,-1-1 0,0 1 0,0-1 0,-1 1 0,-1 1 0,0-1-1,-1 1 1,-12-17 0,13 21 83,0 0 0,0 0 1,-1 1-1,1 0 0,-2 0 0,1 0 0,-1 1 0,1 0 0,-1 1 0,-1 0 1,1 0-1,0 1 0,-1 0 0,0 0 0,-15-2 0,4 3 333,-30-1-1,43 3-364,0 1 0,0-1 0,1 1 0,-1 1 1,0-1-1,1 1 0,-1 0 0,-6 3 0,5 0 38,0 1-1,1 0 0,-1 0 1,1 0-1,-8 10 1,12-13-59,0 1 1,0-1 0,0 1 0,1 0 0,-1 0 0,1 0-1,0 0 1,0 0 0,0 0 0,0 1 0,1-1-1,-2 8 1,3-8-45,1 0-10,9-3-37,2-2-8,-1-1-1,1-1 1,-1 1-1,0-2 1,0 1-1,0-2 1,0 1-1,-1-2 1,0 1-1,0-1 1,0-1-1,10-9 1,17-14-796,54-59 1,-68 66-247,-2-2-1,34-51 0,-46 62 651,-1-1-1,-1-1 1,0 1-1,-1-1 1,0 0-1,-1-1 0,3-19 1,-6 21 225,0 0 0,-1 0 0,0-1 1,-1 1-1,-1 0 0,0-1 0,-6-22 0,5 31 360,0 1-1,-1-1 0,1 1 1,-2-1-1,1 1 1,-1 0-1,0 0 0,0 0 1,0 1-1,-1-1 1,0 1-1,0 0 0,0 1 1,-1-1-1,1 1 0,-1 0 1,-11-6-1,7 6 154,1 0 1,0 1-1,-1 0 0,0 0 0,0 1 1,0 1-1,0-1 0,0 2 0,0-1 0,0 1 1,0 1-1,0 0 0,0 0 0,0 1 1,0 0-1,0 1 0,0 0 0,1 1 0,0 0 1,0 0-1,0 1 0,0 0 0,0 0 0,-12 12 1,17-13-290,-37 36 585,38-36-761,0-1-1,0 1 1,0 0 0,1-1 0,0 1-1,0 0 1,0 0 0,0 0 0,1 1-1,-2 6 1,0 1-2798,-6-7-1700</inkml:trace>
</inkml:ink>
</file>

<file path=ppt/ink/ink7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3:03:54.5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419 3 7972,'0'0'5186,"-13"-1"-5085,5 1-82,2-1 9,0 1-1,-1 0 1,1 0-1,0 0 0,0 1 1,0 0-1,0 0 0,0 0 1,0 1-1,0 0 0,0 0 1,0 1-1,1-1 1,-10 7-1,-5 7 208,0 2 0,1 0 0,0 1-1,2 1 1,1 1 0,0 1 0,1 0 0,2 0 0,-21 45 0,14-17 145,2 1 0,2 1-1,-17 94 1,22-63 570,1 149 0,9-211-822,1 0 1,2 1-1,0-1 1,1 0 0,8 26-1,-9-40-105,1 0-1,-1-1 1,2 1-1,-1-1 1,1 0 0,0 0-1,0 0 1,0-1-1,1 1 1,0-1 0,0 0-1,1 0 1,-1-1-1,1 0 1,0 0 0,0 0-1,0 0 1,12 4-1,1-2-17,-1-1 0,1-1-1,0-1 1,0 0-1,0-2 1,1 0-1,-1-1 1,0-1-1,28-4 1,-26 1-29,1 0 1,-1-2-1,0 0 1,0-1-1,-1-2 1,0 0 0,-1-1-1,0-1 1,0 0-1,-1-2 1,0 0-1,-1-1 1,19-21-1,-20 18-186,-1 0 0,-1-1-1,-1-1 1,0 0 0,-1-1-1,-2 0 1,0-1 0,-1 0-1,-1 0 1,-1-1 0,0 0-1,4-40 1,-6 19-141,-2-1 1,-3-51-1,-2 73 319,0 1 1,-2-1-1,0 1 1,-1 0-1,-1 0 1,-12-27-1,7 25 41,-1 1-1,-2 0 0,0 0 0,-1 1 0,-1 1 0,0 1 0,-34-30 0,38 39 55,0 0 1,0 1-1,-1 1 0,0 0 1,0 0-1,-1 2 0,0-1 0,0 2 1,-1 0-1,0 1 0,0 0 0,0 1 1,0 1-1,-20-1 0,17 3 56,9-1-9,-1 1 0,0 1 0,1-1-1,-18 5 1,25-5-105,-1 1 0,1 0 0,0 0 1,-1 0-1,1 0 0,0 0 0,0 1 0,0-1 0,0 1 0,0-1 0,0 1 0,0 0 0,1 0 0,-1 0 0,1 0 0,-1 0 0,1 0 1,-1 0-1,1 0 0,0 0 0,0 1 0,0-1 0,0 3 0,0-3-101,1 0 1,-1 0-1,1 0 0,-1 1 1,1-1-1,0 0 0,-1 0 0,1 0 1,1 1-1,-1-1 0,0 0 1,0 0-1,1 0 0,-1 0 1,1 0-1,0 1 0,-1-1 1,1 0-1,0 0 0,2 1 0,-1 0-191,0-1-1,1 0 1,-1 0-1,0 0 1,1-1-1,0 1 1,-1-1-1,1 1 1,0-1-1,0 0 1,0 0-1,0 0 1,3 0-1,55 8-6422</inkml:trace>
</inkml:ink>
</file>

<file path=ppt/ink/ink7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3:03:55.0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349 180 10037,'0'0'4546,"-1"-4"-4111,1 3-391,0 0 1,-1 0-1,1 0 1,0 0-1,-1 0 1,1 1-1,-1-1 1,1 0-1,-1 0 1,0 0-1,1 0 1,-1 1-1,0-1 1,1 0 0,-1 1-1,0-1 1,0 0-1,0 1 1,1-1-1,-3 0 1,-27-1 911,13 1-666,9 1-136,-1-1 1,1 1-1,-1 1 0,1-1 1,0 2-1,-1-1 0,1 1 1,0 0-1,0 1 0,-15 6 1,11-1-48,1 1 0,0 0-1,0 1 1,0 0 0,1 1 0,1 0 0,0 0 0,0 1 0,1 0 0,1 1 0,0 0 0,1 0 0,0 0 0,-5 19 0,1 2 112,1 1 1,2 0 0,1 0-1,-1 60 1,6-70-109,-1 1 57,1 1 0,2-1-1,0 0 1,8 37 0,-7-56-144,0 0 0,0 0 0,1 0 0,0 0 1,0-1-1,0 1 0,1-1 0,0 0 0,0 0 0,1 0 0,-1-1 1,1 1-1,1-1 0,-1 0 0,1-1 0,0 1 0,0-1 0,0 0 1,0-1-1,12 5 0,-4-3-11,1 0 0,0-1 0,0-1 0,0 0 0,0-1 0,0-1 0,1 0 0,19-2 0,-15-1-37,1 0 0,-1-2 0,0 0 0,0-1 0,33-14 0,-27 7-142,-1-2 0,0 0-1,-1-1 1,-1-2 0,0 0 0,-1-2-1,29-32 1,-34 33-209,-1-2 0,-1 0 1,-1-1-1,0 0 0,-2-1 0,0 0 0,-2-1 1,14-45-1,-17 40-86,-1-1 0,-1 0 0,-2 1 0,-1-1 0,-3-46 0,0 59 372,-1 0-1,0 1 1,-2-1-1,1 1 1,-2 0-1,0 0 1,-1 0-1,0 0 1,-1 1 0,-1 0-1,-12-17 1,14 23 173,-1 1 0,0-1 1,0 2-1,-1-1 0,0 1 1,0 0-1,0 1 0,-1 0 1,1 0-1,-1 1 0,-1 0 1,1 0-1,0 1 0,-1 0 1,0 1-1,0 0 0,0 1 1,-14-1-1,12 2 62,0 1 1,0 0-1,0 1 0,0 0 0,0 0 1,0 2-1,1-1 0,0 1 0,-1 1 1,1 0-1,1 1 0,-1 0 1,1 0-1,-17 15 0,10-5-468,2 0 0,-1 1 0,2 0-1,0 1 1,2 1 0,0 0 0,-18 39 0,3 12-3587</inkml:trace>
</inkml:ink>
</file>

<file path=ppt/ink/ink7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3:03:55.5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734 68 7507,'0'0'8482,"-34"2"-7973,-115 8-26,126-7-284,0 0 0,1 2-1,-1 0 1,1 1 0,-22 10 0,29-10-101,-10 4 79,-1 1-1,2 1 1,0 1-1,0 1 1,1 1 0,1 1-1,1 1 1,-29 29-1,36-31-83,1 1 0,0 0 0,1 2 0,1-1 0,1 1 0,0 1 0,1-1 0,1 2 0,1-1 1,1 1-1,-7 36 0,7-18 99,2 0 0,1 53 1,3-77-142,1 0 0,0 0 0,1-1 0,1 1 0,0 0 1,0-1-1,2 0 0,0 1 0,13 23 0,-12-28-34,0-1-1,0 0 1,1 0-1,1 0 1,-1-1-1,1 0 1,1-1-1,-1 0 1,1 0-1,0-1 1,0 0-1,0 0 1,1-1-1,0 0 1,11 2-1,4 0-6,0-1 1,1-1-1,-1-2 0,1-1 0,30-1 1,-34-1-25,0 0 1,0-1 0,0-2 0,-1 0 0,1-1 0,-1-1 0,0-1 0,-1-1-1,1-1 1,-2-1 0,1 0 0,18-15 0,-18 11-248,-1-1 0,-1-1 0,-1 0 0,0-2 0,-1 0 0,-1-1 0,-1 0 0,-1-1 0,0-1 0,-2 0 0,0 0 0,-1-1 0,-1-1 1,-2 0-1,10-43 0,-14 46-28,0 0 0,-2-1 0,0 1 0,-1-1 0,-1 1 0,-1 0 0,-1-1 0,0 1 0,-7-19 0,2 22 240,0 0 1,-1 1-1,0 0 0,-1 0 0,-1 1 0,-24-25 0,12 16 115,-1 2-1,-1 0 1,-29-18-1,39 30 119,-1 0 0,0 1 0,0 1 0,-24-8 0,31 13-12,-1 0 0,0 1 0,0 0 0,1 1 1,-1 0-1,0 0 0,0 1 0,0 1 0,-12 1 0,20-2-130,0 1 0,1-1 0,-1 0-1,1 1 1,-1-1 0,1 1 0,-1 0-1,1 0 1,-1-1 0,1 1 0,0 0-1,0 0 1,-1 0 0,1 0 0,0 0-1,0 1 1,0-1 0,0 0 0,0 1-1,0-1 1,0 0 0,1 1-1,-1-1 1,0 1 0,0 2 0,0 3-29,0-1 1,0 0-1,1 1 0,0-1 1,0 10-1,1-14-90,-1 1-1,1 0 0,0 0 0,0 0 1,0-1-1,0 1 0,0 0 0,0-1 0,1 1 1,-1-1-1,1 0 0,0 1 0,0-1 1,0 0-1,0 0 0,0 0 0,0 0 1,1-1-1,-1 1 0,0 0 0,1-1 1,4 2-1,7 3-676,1 0 0,-1-1 1,18 4-1,-17-6-259,62 15-5395</inkml:trace>
</inkml:ink>
</file>

<file path=ppt/ink/ink7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3:03:55.8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 0 7812,'0'0'10548,"34"289"-9011,-34-141-448,-12 6-369,-14-3-368,11-27-352,8-30-32,7-37-1040,0-36-2002</inkml:trace>
</inkml:ink>
</file>

<file path=ppt/ink/ink7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3:03:56.3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14 10053,'0'0'5495,"0"-4"-5140,0-5 36,4 35-72,11 442 1587,-16-353-1707,-10 246-781,11-349 274,0-7 125,-1 1 0,2-1 0,-1 0 0,1 0 0,1 7-1,-2-11 11,1 1-1,-1-1 0,1 0 1,-1 0-1,1 0 0,0 0 0,0 1 1,-1-1-1,1 0 0,0 0 1,0-1-1,0 1 0,0 0 1,0 0-1,0 0 0,1-1 1,-1 1-1,0 0 0,0-1 0,0 1 1,1-1-1,-1 0 0,0 1 1,2-1-1,32 3-7699</inkml:trace>
</inkml:ink>
</file>

<file path=ppt/ink/ink7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3:03:56.8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108 32 12182,'0'0'3849,"-11"26"-3494,3-8-262,-6 14 207,1 1 1,1 0-1,2 0 1,-6 43 0,2 49 1581,5 221 0,9-329-1833,0 0-1,2 0 1,0 0 0,1-1 0,1 1-1,6 19 1,-7-29-39,0-1-1,0 1 1,1-1-1,0 1 0,0-1 1,1 0-1,-1-1 1,1 1-1,0-1 1,1 0-1,-1 0 0,1-1 1,0 1-1,0-1 1,1 0-1,10 4 1,-6-4-24,-1 0 1,1 0 0,0-1 0,0-1 0,1 0 0,-1 0 0,0-1 0,1-1 0,-1 1 0,14-3 0,-10 0-47,0-1-1,0-1 1,-1 0-1,1-1 0,-1 0 1,26-14-1,-12 2-269,-1-2 0,-1 0 0,0-2 0,-2-1-1,0-1 1,28-36 0,-36 39-161,-1 0 0,-1-2 0,-1 1 0,-1-2 0,0 0-1,-2 0 1,-1-1 0,11-47 0,-16 52 302,0-1 0,-2 1 0,-1-1 0,0 1 0,-1-1 0,-1 0 0,-1 1 0,-1 0-1,-1-1 1,0 1 0,-1 0 0,-11-23 0,8 24 184,-1 0 0,-2 0 0,1 1 0,-2 0 0,0 1 0,-1 0 0,-1 2 0,-31-28 0,32 32 195,0 1 0,-1-1 0,0 2 0,-1 0-1,1 1 1,-2 0 0,1 2 0,-1-1 0,1 2-1,-2 0 1,-28-3 0,27 6 167,0 0 0,0 1 0,-19 2 0,31-1-303,0 0-1,-1 1 0,1 0 1,0 0-1,0 0 0,0 1 0,0 0 1,1 0-1,-1 0 0,1 1 0,-10 7 1,4 0-219,0 1 0,0-1 0,2 2 1,-1 0-1,-14 27 0,-12 38-3691,6-2-3801</inkml:trace>
</inkml:ink>
</file>

<file path=ppt/ink/ink7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3:03:57.2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98 0 9092,'0'0'7107,"-2"5"-6650,-5 19-94,1 0 0,1 1 1,-2 33-1,0-5-93,-8 48 221,-6 35 31,-6 195-1,27-322-468,-1-1-227,1 1 0,1-1-1,-1 1 1,2-1 0,2 13 0,-4-19 78,1-1 0,0 0 0,-1 1 0,1-1 0,0 0 0,-1 0 0,1 0 0,0 1 0,0-1 0,0 0 0,0 0 0,0 0 0,0 0 0,0 0 0,1-1 0,-1 1 0,0 0 0,0-1 0,1 1 0,-1 0 0,0-1 0,1 1 0,-1-1 0,1 0 0,-1 0 1,1 1-1,-1-1 0,0 0 0,1 0 0,-1 0 0,1-1 0,-1 1 0,1 0 0,-1 0 0,0-1 0,1 1 0,1-2 0,0 2-275,0-1 1,0 0 0,-1-1 0,1 1 0,0 0-1,-1-1 1,1 0 0,-1 1 0,1-1-1,-1 0 1,0 0 0,3-4 0,2-4-2365,0-1 1,10-22-1</inkml:trace>
</inkml:ink>
</file>

<file path=ppt/ink/ink7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3:03:57.5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71 0 7828,'0'0'9860,"4"74"-9188,-4 14 721,0 22-417,-23 18-95,-3 0-369,8-8-352,10-19-160,8-30-96,0-34-480,15-37-1249,15 0-1921,0-64-3233</inkml:trace>
</inkml:ink>
</file>

<file path=ppt/ink/ink7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3:03:58.5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433 1 6979,'0'0'4231,"-5"28"-3692,2-7-406,-4 21 339,-2 0 1,-29 80-1,-224 509 2272,238-575-2662,0 0-5,-26 89 0,46-132-85,2 1 0,0 0 0,0-1 0,1 21 0,2-34-86,0 0-1,0 0 0,0 0 1,0 0-1,0 0 0,0 0 0,0 0 1,1 0-1,-1 0 0,0 0 1,0-1-1,0 1 0,0 0 0,-1-1 1,1 1-1,0-1 0,1 0 1,4-5-376,0-1 0,-1 0 0,0 0 0,0 0 0,-1 0 0,0-1 0,5-13 1,10-25-3456</inkml:trace>
</inkml:ink>
</file>

<file path=ppt/ink/ink7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3:03:58.9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2849,'0'0'8439,"9"13"-7687,0 0-513,-1 0-1,0 0 1,-1 0 0,-1 1-1,0 0 1,-1 1 0,-1-1-1,5 22 1,6 52 507,49 260 1746,-41-248-1954,53 141 0,-67-214-467,0 1-388,-2-13-3330,-21-33-560,-19-19-2161</inkml:trace>
</inkml:ink>
</file>

<file path=ppt/ink/ink7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3:03:59.2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1 185 9893,'0'0'3553,"272"-84"-3233,-152 51 369,-5 6-689,-14 7-1745,-26 3-4706</inkml:trace>
  <inkml:trace contextRef="#ctx0" brushRef="#br0" timeOffset="1">1004 0 6931,'0'0'5667,"187"34"-5427,-139-34-192,-3 0-48,-11 0-1489,-16 0-816</inkml:trace>
</inkml:ink>
</file>

<file path=ppt/ink/ink7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3:03:59.6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7059,'0'0'4162,"7"258"-2481,1-160-737,-1-4-239,-3-17-97,4-13-224,-1-27-368,-3-14-16,0-19-320,-1-4-2017,1-27-3074</inkml:trace>
</inkml:ink>
</file>

<file path=ppt/ink/ink7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3:04:00.0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485 98 6963,'0'0'3853,"-13"-10"-3541,-46-30 157,57 38-407,0 1 0,-1 0 0,1-1-1,-1 1 1,0 0 0,1 0 0,-1 0-1,0 1 1,1-1 0,-1 1 0,0-1-1,0 1 1,0 0 0,1 0 0,-6 1-1,-4 0 157,-9-1 86,13-1-133,0 0 0,0 1-1,0 1 1,0-1 0,0 1 0,0 1-1,0-1 1,0 1 0,0 1 0,-10 3 0,3 5-32,-1-1 0,1 2 0,1 0 1,0 1-1,1 0 0,0 1 1,1 1-1,0 0 0,1 0 1,1 1-1,-10 22 0,8-13-37,1 1-1,1 0 1,1 1-1,2-1 1,0 2-1,2-1 1,-2 31-1,5 86 788,2-95-505,0-28-262,1-1 1,1 0 0,0 1-1,2-1 1,0 0-1,1-1 1,1 1-1,1-1 1,1 0-1,0-1 1,1 1-1,1-2 1,17 23-1,-12-21-79,0-1 0,2-1 0,0 0 0,0-1 0,2-1 0,0-1 0,1 0 0,0-2 0,1 0 0,0-1 0,0-1 0,2-2 0,-1 0 0,1-1 0,0-1 0,0-1 0,28 2 0,-32-5-56,0-1 1,0-1-1,24-3 0,-37 2-16,0-1-1,1 1 0,-1-1 0,0-1 1,-1 1-1,1-1 0,0 0 1,-1 0-1,1 0 0,-1-1 0,0 0 1,0 0-1,5-6 0,2-3-175,-1-1-1,0-1 1,-1 0 0,0-1-1,-1 0 1,-1 0-1,-1-1 1,0 1 0,-1-2-1,5-25 1,-3-1-316,-2 1 1,-1-1 0,-2-54 0,-4 68 293,0 0 1,-2 0 0,-1 0-1,-1 1 1,-17-52 0,-11-16 135,-88-176 0,114 261 131,0 0 0,0 1 0,-1 0 0,-1 0 0,-10-10 0,16 18-14,0 0 0,0 0 1,0 1-1,-1-1 0,1 1 1,-1 0-1,1 0 0,-1 1 1,0-1-1,0 1 0,0 0 1,0-1-1,0 2 0,0-1 1,0 0-1,0 1 0,0 0 1,-1 0-1,1 0 0,-6 2 1,7-2-38,0 1 1,0 0 0,1 0 0,-1 0 0,1 1 0,-1-1 0,1 0 0,0 1-1,-1 0 1,1-1 0,0 1 0,0 0 0,0 0 0,0 0 0,1 1 0,-1-1 0,-1 3-1,-1 2-431,0 0-1,1 0 0,0 0 0,-3 15 1,0 12-4099</inkml:trace>
</inkml:ink>
</file>

<file path=ppt/ink/ink8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3:04:00.8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49 98 6035,'0'0'5842,"0"7"-1985,0 34-2925,-13 149 799,0 4-535,12-136-912,5 102 431,-2-143-640,1 0 1,0 0-1,2 0 0,0 0 0,0 0 0,2-1 1,9 18-1,-7-18-42,1-1-1,1 1 1,0-2 0,1 1 0,0-2-1,2 0 1,-1 0 0,20 13 0,-26-21-40,1 1 1,0-2 0,0 1-1,1-1 1,-1 0-1,1-1 1,0 0 0,0-1-1,0 1 1,0-2-1,0 1 1,0-1 0,1-1-1,-1 1 1,0-2-1,0 1 1,1-1 0,11-3-1,-17 2-30,0 1 0,0-1 1,0 0-1,-1 0 0,1-1 0,-1 1 0,1-1 1,-1 1-1,0-1 0,0 0 0,0 0 0,0-1 0,0 1 1,-1-1-1,4-5 0,0-2-113,-1 1 1,0-1-1,-1-1 1,4-15 0,-3 10 31,-2 0 1,0-1 0,-1 1 0,-1-1 0,0 1 0,-2-1 0,0 1 0,-1-1 0,0 1 0,-1 0 0,-2 0 0,1 0 0,-15-32 0,10 32 180,-1 1 0,-1 0 0,0 1 0,-1 0 0,-1 1-1,-28-25 1,32 31 49,-2 1 0,1-1 0,-1 2 0,0 0 0,0 0-1,0 1 1,-1 0 0,0 1 0,0 0 0,0 1 0,-21-3 0,12 4 155,0 0 1,0 2 0,0 0 0,-34 5 0,53-4-239,0-1 0,0 1 0,0 0 0,0 0 0,0 0 0,0 0 0,0 0 0,1 1 1,-1-1-1,0 0 0,1 1 0,-1-1 0,1 1 0,-1 0 0,1-1 0,0 1 0,0 0 0,0 0 0,0 0 0,0 0 1,0 0-1,1 0 0,-1 0 0,0 0 0,1 0 0,0 0 0,-1 0 0,1 0 0,0 4 0,0-6-28,0 1 0,0-1 0,0 1-1,0 0 1,0-1 0,0 1 0,0-1 0,1 1-1,-1-1 1,0 1 0,0-1 0,0 1 0,1 0-1,-1-1 1,0 1 0,1-1 0,-1 0 0,0 1-1,1-1 1,-1 1 0,1-1 0,-1 1 0,1-1-1,-1 0 1,1 1 0,-1-1 0,1 0 0,-1 0-1,1 1 1,21 1 2,-14-2 2,19 1-6,1-1 0,27-4-1,-41 2-94,0-1-1,-1 0 1,0-1-1,1-1 0,-2 0 1,17-9-1,-3 0-458,-2-1-1,0-2 1,0 0 0,23-24-1,-37 32 210,-1-1-1,0 1 1,0-2-1,-1 1 1,-1-1 0,0 0-1,0-1 1,-1 0-1,-1 0 1,0 0 0,5-20-1,-7 19 87,-1 0 0,-1 0 0,0 0-1,0 0 1,-1 0 0,-1 0 0,0 0 0,-5-19-1,4 26 324,0 0 0,0 0 0,0-1 0,-1 1 0,0 1 0,0-1 0,0 0 0,-1 1 0,0 0 0,0 0 0,-1 0 0,1 0 0,-1 1 0,0-1 0,0 1 0,-1 0 0,-10-6 0,7 6 234,-1 1 0,1-1 1,0 1-1,-1 1 1,0 0-1,-14-1 1,-61 1 1715,55 2-1386,18 0-341,0 1 1,0 0-1,0 1 1,1 1-1,-1-1 1,1 2-1,-19 7 1,5 1 17,1 1 0,-27 20 0,47-31-536</inkml:trace>
</inkml:ink>
</file>

<file path=ppt/ink/ink8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3:04:02.5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273 1 4002,'0'0'3500,"7"4"-2761,-1-1-519,-4-2-141,1 0 1,-1 1-1,1-1 0,-1 0 0,0 1 1,1 0-1,-1-1 0,0 1 1,0 0-1,0 0 0,0 0 0,-1 0 1,1 1-1,-1-1 0,1 0 0,-1 1 1,0-1-1,2 6 0,4 33 759,-2 0-1,1 63 0,-5-48-462,12 389 365,-3-82-658,-6 133 60,-4-317-114,-26 262-133,4-145 40,9 727 50,14-705 22,-27 129-113,4-153-191,12 540 168,12-529 20,-2-268 104,0 122 0,-22 181-1,-35 116-146,31 1 3,27-296 164,-2 193 82,-8-226-85,-30 157 1,-1 4-390,21-4 72,-4 47 100,4 148 843,19-476-924,0-88-4919,0 13 371</inkml:trace>
</inkml:ink>
</file>

<file path=ppt/ink/ink8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3:04:04.1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0 343 6659,'0'0'4261,"21"0"-3360,123 0 505,-84-1-958,-26-1-301,-1 2 0,1 1 0,62 11 0,-17 7-129,1-4 1,1-3 0,90 2-1,408-13-185,-304-2 115,-223-1 49,1-2 0,54-11 0,103-31-13,-36 7 12,214-10-3,-11 2-5,-203 18 58,1 8-1,233 1 1,-219 18 183,218-29 0,-50 3 909,1 28-611,-174 1-588,-78-1 56,446 13 866,393 3 1399,-564-44-2168,-134 6-117,43-4 140,200-8 36,69 34 607,-558 0-731,-8 9-894,-24 14-3394,-45 26 0,19-19-3748</inkml:trace>
</inkml:ink>
</file>

<file path=ppt/ink/ink8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3:04:08.3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209 38 2977,'0'0'6433,"-27"0"-3797,21 1-2521,-1 1 0,1-1 0,0 1 0,-1 0 0,1 1 0,0-1 0,0 1 0,1 0 0,-1 1 0,0-1 0,1 1 0,0 0 0,0 1 0,0-1 0,1 1 0,-1 0 0,-6 10 0,-11 17-1,16-25-28,1 1 1,-1 0-1,1 0 1,0 0-1,1 1 0,0-1 1,1 1-1,0 0 1,0 0-1,-3 16 0,3 18 640,4 76 0,0-110-675,1 0 1,0 0-1,0 0 0,1-1 1,0 1-1,1-1 1,0 0-1,0 0 1,0 0-1,7 7 1,-3-3 35,2 0 0,-1-1 0,2-1 0,-1 1 0,16 10 0,-18-15-31,1-1-1,-1 0 1,1 0-1,0-1 1,0 0-1,0-1 1,18 5-1,-8-5 202,1-1-1,37 1 1,-37-3-175,-9 1-61,0-1-1,0-1 1,0 0 0,16-3 0,-24 3-20,1 0 0,-1 0 0,1-1 0,-1 0-1,0 1 1,1-1 0,-1 0 0,0 0 0,0-1 0,-1 1 0,1-1 0,0 1 0,-1-1 0,1 0 0,-1 0 0,0 0 0,2-4 0,11-24-30,-2-1-1,-1 1 1,7-36 0,-11 40 71,-3 8-37,0 1 0,-2-1-1,0-1 1,0-34 0,-2 6 32,1 25 2,-2 0 1,-4-35-1,2 51-43,0 1 0,0-1 0,-1 1 0,0-1 0,-1 1 0,0 0 0,0 0 1,0 0-1,0 1 0,-6-6 0,4 4 20,3 4-22,-1 0 1,1 0-1,-1 0 0,1 1 0,-1 0 1,0-1-1,0 1 0,0 1 0,0-1 1,0 0-1,-1 1 0,1 0 0,0 0 1,-7 0-1,-9-1-23,-38 0 0,40 3 21,14-2 2,-1 1 0,0 0 1,1 0-1,-1 0 0,0 1 0,1-1 0,-1 1 0,1 1 1,-1-1-1,1 0 0,-1 1 0,1 0 0,0 0 0,0 0 1,-6 5-1,-27 15-71,32-21-239,1 1 0,0 0 0,0 0 0,0 0 0,0 1 0,0 0 0,1-1 0,-1 1 0,1 0 0,0 1 0,0-1 0,0 1 0,0-1 0,0 1 0,-3 7 0,1 2-3449,-1 4-2944</inkml:trace>
</inkml:ink>
</file>

<file path=ppt/ink/ink8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3:04:12.1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1 219 2385,'0'0'8126,"6"0"-3573,18 3-3871,-20-3-662,0-1 0,-1 1 0,1-1 0,-1 0 0,1 0 0,-1 0 0,1 0 1,-1 0-1,0-1 0,1 0 0,-1 1 0,0-1 0,0-1 0,0 1 0,-1 0 0,5-5 0,3-5-17,0 0 0,14-24 0,5-7-132,-21 34 83,-2 0 0,1-1 0,-2 0 0,1 0 0,-1 0 0,7-22-1,-12 32 67,0 1-1,0-1 0,0 0 0,0 0 1,0 0-1,0 0 0,0 0 0,0 0 1,1 0-1,-1 0 0,0 0 0,0 0 0,0 0 1,0 0-1,0 0 0,0 0 0,0 0 1,0 0-1,0 0 0,0-1 0,0 1 0,0 0 1,0 0-1,0 0 0,0 0 0,0 0 1,1 0-1,-1 0 0,0 0 0,0 0 0,0 0 1,0 0-1,0 0 0,0 0 0,0 0 1,0 14 293,-1 36-238,1-13 120,0 254 482,0 18-668,0-102-4222</inkml:trace>
</inkml:ink>
</file>

<file path=ppt/ink/ink8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3:04:17.0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0 185 608,'0'0'13060,"0"-1"-13013,0 0 1,0 0 0,0 0 0,1 0 0,-1 0 0,0 1 0,0-1-1,1 0 1,-1 0 0,0 0 0,1 0 0,-1 1 0,1-1-1,0-1 1,23-16 451,-18 14-512,-1-1 1,1 1 0,-1-1 0,0 0-1,0 0 1,0 0 0,7-12-1,-2-1-31,-5 12-73,-2 0 0,1 0 0,-1-1-1,0 1 1,0-1 0,0 0 0,-1 0-1,0 0 1,-1 0 0,2-11-1,-3 17 121,0 4-216,0 484 2339,0-454-1949,1 1-1,3-1 1,0 0-1,16 55 1,-3-33-86,-7-26-250,-2 0-1,5 32 1,-12-51-2103</inkml:trace>
</inkml:ink>
</file>

<file path=ppt/ink/ink8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3:04:19.8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311 1 2321,'0'0'8828,"-23"0"-8574,17 0-210,1 1 1,0 0-1,-1 0 1,1 1-1,0 0 1,0-1-1,0 2 1,0-1-1,-8 6 1,0 0 74,1 1 0,-14 13 1,10-7 50,1 1 0,1 1 0,1 0 0,0 1 0,1 0 0,1 1 0,1 0 0,0 1 0,2 0 0,0 1 0,-9 41 0,6-7 346,3 0-1,2 1 1,2 80 0,5-127-485,0 0 1,0 0 0,1 0-1,0 0 1,1 0-1,0 0 1,0-1-1,1 1 1,0-1-1,9 13 1,0-1 61,1-2 1,1 0-1,19 18 0,-26-28-43,0-1-1,1 0 1,0 0-1,0-1 1,1 0 0,0 0-1,0-1 1,0-1-1,13 5 1,-6-5 50,0 0-1,1-1 1,-1 0 0,1-2-1,19 0 1,-26-1-28,0 0 0,0-1 0,1 0-1,10-3 1,-17 3-61,1-1 0,-1 0 0,-1 0-1,1-1 1,0 0 0,0 0 0,-1 0-1,0 0 1,0 0 0,7-7 0,11-13-66,-1 0 1,-1-2 0,-1 0 0,-1-1 0,-1-1 0,22-48 0,-20 34-113,-11 25 141,0 0 0,-1 0 0,-1 0 0,-1-1 0,0 0 0,-1 0 0,-1 0 0,2-22 0,-5 28-38,1-6 70,-1 1 1,0 0-1,-2-1 0,1 1 0,-2 0 1,0 0-1,-1 0 0,-11-27 0,7 28-61,0-1 0,-2 2 0,1-1 0,-2 1-1,0 1 1,-1 0 0,0 0 0,0 1-1,-29-20 1,34 28 52,-1 0-1,1 0 1,-1 1-1,1-1 1,-1 2 0,0-1-1,0 1 1,-1 1-1,-12-2 1,15 3 0,0-1 1,1 1 0,-1 0-1,0 1 1,1-1 0,-1 1-1,1 0 1,-1 1 0,1-1-1,-1 1 1,1 0 0,0 1 0,0-1-1,-9 7 1,9-5-160,-3 2-410,0 0-1,0 0 1,-14 8-1</inkml:trace>
</inkml:ink>
</file>

<file path=ppt/ink/ink8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3:04:34.7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1 108 4274,'0'0'6955,"13"-9"-6381,41-26 15,-52 33-510,1 1 0,-1-1-1,1 1 1,-1 0 0,1 0-1,-1 0 1,1 0 0,0 1 0,0-1-1,-1 1 1,1-1 0,3 1-1,-4 0-54,-1 0-1,1 1 0,-1-1 1,1 1-1,-1-1 0,1 1 1,-1-1-1,0 1 1,1 0-1,-1-1 0,0 1 1,1 0-1,-1 0 0,0 0 1,0 0-1,1 2 0,2 2 18,-1 0 0,0 0 0,0 1 0,0-1 0,-1 1 0,0 0 0,2 11 0,1-2 300,-3-7-273,1-1-5,0 1-1,0 0 1,0 0-1,8 10 0,-10-15-53,1-1-1,0 0 1,-1-1-1,1 1 1,0 0-1,0 0 1,0-1-1,0 1 1,1-1-1,-1 0 1,0 1-1,0-1 1,1 0-1,-1-1 1,1 1-1,-1 0 0,1-1 1,-1 1-1,5 0 1,4-1 25,1 0 0,-1 0-1,0-1 1,0 0 0,1-1 0,-1-1 0,0 1-1,11-6 1,-5 1-142,-1-1 0,1-1-1,-2-1 1,21-16-1,48-40-2470,5-9-2912</inkml:trace>
</inkml:ink>
</file>

<file path=ppt/ink/ink8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3:04:35.5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8 4402,'0'0'6502,"2"-3"-5609,-2 3-882,0-1 0,-1 1-1,1 0 1,0 0-1,0 0 1,1 0 0,-1-1-1,0 1 1,0 0-1,0 0 1,0 0 0,0 0-1,0 0 1,0-1-1,0 1 1,0 0 0,0 0-1,0 0 1,0 0-1,0 0 1,1-1-1,-1 1 1,0 0 0,0 0-1,0 0 1,0 0-1,0 0 1,0 0 0,1 0-1,-1 0 1,0 0-1,0-1 1,0 1 0,0 0-1,0 0 1,1 0-1,-1 0 1,0 0 0,0 0-1,0 0 1,0 0-1,1 0 1,-1 0 0,0 0-1,0 0 1,0 0-1,0 0 1,1 1 0,-1-1-1,0 0 1,0 0-1,0 0 1,0 0-1,0 0 1,1 0 0,-1 0-1,0 1 1,8 14 394,6 36 225,-11-37-372,3 10 85,-2-6-89,1 0 0,0 0 0,2-1 0,7 17 0,-11-30-227,-1 0-1,1 0 1,-1 0-1,1 0 1,0 0 0,0-1-1,1 1 1,-1-1-1,1 0 1,0 0 0,0 0-1,0-1 1,0 1-1,0-1 1,0 0 0,1 0-1,-1 0 1,1-1-1,-1 0 1,8 2 0,-1-2-64,1 0-1,-1-1 1,0 0 0,0-1 0,1 0 0,-1-1 0,0 0 0,0-1 0,0 0 0,-1-1 0,1 0 0,10-6 0,9-7-1407,-1-1 0,46-38 1,35-35-7412</inkml:trace>
</inkml:ink>
</file>

<file path=ppt/ink/ink8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3:05:04.7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366 1 8564,'0'0'4143,"-3"0"-3996,2 0-140,0 0 1,0 1-1,0-1 0,-1 0 1,1 1-1,0-1 0,0 1 1,0-1-1,0 1 0,0 0 0,0-1 1,0 1-1,0 0 0,0 0 1,0 0-1,0 0 0,1 0 1,-1 0-1,0 0 0,0 0 1,1 0-1,-1 0 0,1 0 1,-1 2-1,-12 38 136,6-18-58,-174 572 873,178-583-940,-110 435 190,110-434-232,-3 10-60,1 1 0,1 1 0,0 33 0,7-66-455,50-137-3086,-16 31 23</inkml:trace>
</inkml:ink>
</file>

<file path=ppt/ink/ink8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3:05:05.1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13 7203,'0'0'4973,"7"-2"-4413,0-1-347,-4 2-97,0-1 0,0 1 0,0 0 0,-1 0-1,1 1 1,0-1 0,0 1 0,0-1 0,5 1 0,-7 1-11,0 1 0,0-1 0,0 0 0,0 1 0,0-1-1,0 1 1,-1-1 0,1 1 0,0-1 0,-1 1 0,0-1 0,1 1 0,-1 0 0,0-1 0,1 1 0,-1 3 0,1 0 186,85 375 1876,13 237-73,-64-412-1893,-26-162-184,3-1-1,29 69 1,-37-102-128,4 13-2406,-16-25-4348,-17-13 673</inkml:trace>
</inkml:ink>
</file>

<file path=ppt/ink/ink8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3:05:05.4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1 112 8708,'0'0'6835,"250"-34"-5474,-131 14-817,4 0-544,-7 3-496,-16 3-1473,-25 8-3089</inkml:trace>
</inkml:ink>
</file>

<file path=ppt/ink/ink8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3:05:05.8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131 0 3954,'0'0'10642,"22"3"-10359,74 11-3,-88-12-196,1 0-1,-1 0 1,0 0-1,0 1 1,0 1 0,12 6-1,-16-7 15,1 1-1,-1-1 1,1 1 0,-1 0-1,0 0 1,-1 1-1,7 8 1,-8-9 3,0 1 0,1-1 0,-2 1 0,1 0 0,0 0 0,-1 0 1,0 0-1,0 0 0,-1 0 0,1 0 0,-1 0 0,0 0 0,-1 0 0,0 6 0,0-3-3,-1 0-1,0 0 1,0 0-1,0-1 0,-1 1 1,0-1-1,-1 0 1,-6 11-1,-15 12 102,-1-1 1,-1 0-1,-42 32 0,32-28-145,-15 11-54,-36 37 0,83-76 0,4-5 0,0 1 0,0 0 0,0 0 0,0 0 0,0 0 0,0 0 0,1 0 0,-1 0 0,0 0 0,1 0 0,-1 0 0,1 0 0,-1 0 0,1 1 0,-1-1 0,1 0 0,0 0 0,0 0 0,-1 3 0,8-2 3,88 0 306,-46-3-149,-19 0-258,0-1 0,1-2 0,-2-1 0,1-1 0,0-2 0,-1 0 0,53-25 0,-77 30-568,-1 1 1,1-1-1,-1 0 0,1 0 1,-1 0-1,0-1 0,0 0 1,-1 1-1,5-6 1,4-11-7398</inkml:trace>
</inkml:ink>
</file>

<file path=ppt/ink/ink8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3:05:06.2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90 376 13094,'0'0'4946,"212"10"-5026,-160-10-256,-3 0-560,-8 0-769,-15-3 16,-15-14-1536,-11 0-1537</inkml:trace>
  <inkml:trace contextRef="#ctx0" brushRef="#br0" timeOffset="1">0 138 4402,'0'0'15079,"246"-51"-14295,-160 28-784,-8 3-96,-10 6-992,-16 1-1377,-19-4-3650</inkml:trace>
</inkml:ink>
</file>

<file path=ppt/ink/ink8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3:05:08.0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243 44 4978,'0'0'7884,"4"-7"-7388,11-22 67,-11 21 1924,-4 37-2113,-1 0 1,-1 0 0,-2 0 0,0-1 0,-10 33 0,-80 228-5,-36 131-65,128-408-311,-2 3-12,0 0 1,2 0-1,0 0 1,0 19-1,5-44-259,71-216-5366,-51 141 537</inkml:trace>
</inkml:ink>
</file>

<file path=ppt/ink/ink8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3:05:08.4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33 3121,'0'0'9335,"10"-5"-8662,28-16 2,-36 20-584,-1 1 1,0-1 0,1 0 0,-1 0 0,1 1-1,-1-1 1,1 1 0,-1 0 0,1-1-1,0 1 1,-1 0 0,1 0 0,-1 0-1,1 0 1,-1 0 0,1 0 0,0 0 0,-1 0-1,1 1 1,-1-1 0,1 1 0,-1-1-1,1 1 1,-1 0 0,1-1 0,-1 1 0,2 2-1,0 0-37,-1 0 1,1 0-1,-1 1 0,0-1 0,0 1 0,-1-1 0,1 1 1,1 5-1,2 4 85,16 45 487,-3 2 0,-2 0 0,8 69 1,-14-78-411,-9-42-179,103 438 961,-74-373-930,-20-53-1312,12 37 0,-21-54 716,-16-3-11229</inkml:trace>
</inkml:ink>
</file>

<file path=ppt/ink/ink8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3:05:08.8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68 11045,'0'0'3746,"254"-27"-2658,-176 10-912,-7 7-176,-15 0-288,-19 7-1697,-22 3-3553</inkml:trace>
</inkml:ink>
</file>

<file path=ppt/ink/ink8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3:05:09.1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151 135 7876,'0'0'5298,"-6"0"-4599,-1 0-500,3-1-67,0 1 0,1 0 0,-1 0-1,0 0 1,1 1 0,-1-1 0,0 1 0,1 0-1,-1 0 1,1 0 0,-1 0 0,1 1 0,-1 0 0,1-1-1,0 1 1,0 0 0,-3 3 0,-1 3 78,0 0 0,1 0 0,0 0 0,1 1 0,0 0 0,0 0 0,1 1 0,0-1 0,1 1 0,0 0 0,1 0 0,-3 13 0,1 15 747,-1 73 1,5-84-677,-1-10-64,1 0 0,1 1 0,0-1 1,6 26-1,-5-38-194,-1-1 0,1 1 0,0-1 0,0 1 0,0-1 0,1 0 0,-1 0 0,1 0 0,0 0 1,0 0-1,0-1 0,1 1 0,-1-1 0,1 0 0,0 0 0,0 0 0,0 0 0,0-1 0,1 0 0,7 3 0,-4-2-32,0 0-1,1-1 1,-1 0-1,1 0 1,-1-1 0,1-1-1,0 1 1,-1-1-1,1-1 1,0 1-1,-1-2 1,1 1 0,-1-1-1,1 0 1,-1-1-1,0 0 1,0 0-1,0-1 1,0 0 0,-1 0-1,1-1 1,-1 0-1,0 0 1,-1-1-1,1 0 1,-1 0-1,6-8 1,-4 2-206,0-2-1,0 1 0,-1-1 1,-1 0-1,0 0 1,-1-1-1,0 0 1,-1 0-1,-1 0 1,-1 0-1,0 0 1,-1-1-1,-1-22 1,1 27 41,-2 0 1,0 0 0,0 1 0,-1-1 0,0 0-1,-1 1 1,-7-19 0,7 22 154,-1-1 0,-1 1 1,1 0-1,-1 0 0,-1 1 0,1 0 0,-1 0 0,0 0 1,0 0-1,-12-7 0,8 6 69,-1 1 0,0 0 0,0 1 0,0 1 0,0-1 0,-1 2 0,0-1 0,-13-1 0,-7 1 577,-61 0 1,92 4-648,0 0 1,-1 0-1,1 0 0,0 0 1,0 0-1,0 0 1,0 0-1,0-1 0,-1 1 1,1 0-1,0-1 1,0 1-1,0-1 0,0 1 1,0-1-1,0 0 1,0 1-1,0-1 0,0 0 1,1 0-1,-1 0 1,0 1-1,0-1 0,1 0 1,-1 0-1,0 0 1,1 0-1,-1 0 1,0-2-1,0-2-336,0 0 0,1 0 0,-1 1 0,1-1 0,0-9 0,0 3-466,0-49-4615</inkml:trace>
</inkml:ink>
</file>

<file path=ppt/ink/ink8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3:02:38.8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208 69 2481,'0'0'4821,"5"-10"-3740,25-49 6113,-30 73-7159,-24 41 49,-20 56-26,-38 181 192,28-92-52,40-156-186,7-24-20,1 1 1,-6 38-1,14-136-4543,10 15 133,3-2-2596</inkml:trace>
</inkml:ink>
</file>

<file path=ppt/ink/ink8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3:02:39.2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4402,'0'0'8337,"1"25"-7531,0 6-542,-1-7 0,1 0 0,2 1 0,0-1 0,10 33 1,76 377 2940,11 39-1934,-98-464-1270,6 19-18,17 44-1,-23-76-2184,-2-11 965,-10-26-2341,-16-11-1854</inkml:trace>
</inkml:ink>
</file>

<file path=ppt/ink/ink8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3:02:39.6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84 9764,'0'0'2658,"194"4"-946,-93-4-799,0 0-913,-8-17-128,-15-6-817,-29-1-1296,-23 1-3073</inkml:trace>
</inkml:ink>
</file>

<file path=ppt/ink/ink8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3:02:39.9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8948,'0'0'4306,"261"30"-3698,-179-27-608,-4-3-416,-22 0-2481,-15-6-5203</inkml:trace>
</inkml:ink>
</file>

<file path=ppt/ink/ink8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3:02:40.4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65 74 4818,'0'0'6601,"-4"3"-6033,1-1-432,1 0-1,0 0 1,0 0 0,0 0-1,0 0 1,0 1 0,0-1-1,1 1 1,-1-1 0,1 1-1,-3 5 1,-10 39 1825,13-42-1844,-5 27 559,1 1 1,-1 58 0,4-45-370,1 118 667,1-89-545,1-49-330,1-1 0,1 0 0,1 0 0,1 0 0,1-1 0,1 1-1,2-1 1,0-1 0,1 0 0,2 0 0,17 27 0,-24-44-86,-1-1-1,1 1 1,0-1 0,0-1-1,0 1 1,0 0 0,1-1-1,0 0 1,0-1 0,0 1-1,0-1 1,1 0-1,-1-1 1,10 3 0,-4-2-17,0-1 0,1-1 1,-1 0-1,1 0 0,-1-1 1,1-1-1,13-2 0,-18 1-28,0 0-1,0-1 0,0 0 1,0 0-1,0-1 0,-1 0 1,1 0-1,-1-1 0,0 0 1,-1 0-1,1-1 0,-1 0 1,0 0-1,0 0 0,5-8 1,-2 2-186,0-1-1,-1 1 1,-1-2 0,0 1 0,0-1 0,-1 0 0,6-26-1,-8 23-8,-1-1 0,-1 1 0,0-1 0,-1 0 0,-1 1 0,-4-31-1,3 46 239,1-1 0,-1 0 0,0 1 0,0-1 0,0 1-1,0-1 1,0 1 0,0 0 0,-1-1 0,1 1 0,-1 0-1,1 0 1,-1 0 0,0 0 0,0 0 0,-4-2 0,2 1 115,-1 0 1,0 0 0,0 1 0,0 0-1,0 0 1,0 0 0,-10-1-1,-2 0 241,-1 2 0,1 0-1,0 1 1,-23 2-1,35-1-323,1-1 0,0 1 1,-1 0-1,1 0 0,0 1 0,0-1 0,-1 1 0,1 0 1,1 0-1,-7 4 0,-27 14 34,36-26-247,1-6-35,2 1 1,-1-1 0,2 1 0,-1-1-1,2 1 1,5-14 0,36-72-1313,-16 37 422,-21 42 712,-1 0 0,0-1 0,-2 0 0,0 0 0,-1 0 0,-1 0 0,-1-1 0,0-19 0,-2 36 401,0 1 0,0-1 0,0 1 0,0-1 0,-1 1 0,1-1 0,-1 1 0,1 0 0,-1-1 0,0 1 1,0 0-1,0-1 0,0 1 0,0 0 0,-1 0 0,1 0 0,0 0 0,-1 0 0,0 0 0,0 0 0,1 0 0,-5-2 0,1 2 150,-1-1-1,1 1 0,-1 0 0,0 1 1,1-1-1,-1 1 0,0 1 0,-11-1 1,-86-2 2033,91 4-1887,1 0 0,0 0 0,-1 1 0,1 0 0,0 1 0,-19 8 0,6 1 257,17-9-724,8-7-83,10-9-477,36-32-1853,11-11-1706</inkml:trace>
</inkml:ink>
</file>

<file path=ppt/ink/ink8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3:02:41.5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17 6723,'0'0'8452,"183"0"-8356,-120 0 304,1 0-272,-12 0-96,-11-3-32,-11-4-256,-11 4-800,-8-1 447,-8 4-303</inkml:trace>
</inkml:ink>
</file>

<file path=ppt/ink/ink8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3:02:41.9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4882,'0'0'7156,"0"228"-6196,0-151 224,0 4-159,0-7-193,0-7-463,0-13-289,0-21-80,8-16-16,3-14-337,0-3-1792,0-16-2001,-7-31-2176</inkml:trace>
</inkml:ink>
</file>

<file path=ppt/ink/ink8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3:02:42.3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280 20 5442,'0'0'4896,"5"-4"-3866,1-2-1219,6-4 2842,-12 14-1264,-6 10-976,-111 274 422,19 6 85,78-232-877,9-18-385,9-33 84,0-1 1,-1 0-1,0 0 0,-8 15 1,11-24-109,-1 0 0,1 0 0,-1 0 0,0 0 0,1-1 0,-1 1 1,0 0-1,1 0 0,-1-1 0,0 1 0,0 0 0,1-1 0,-1 1 0,0-1 0,0 1 0,0-1 0,0 0 0,0 1 1,0-1-1,0 0 0,0 0 0,0 1 0,0-1 0,0 0 0,-1 0 0,-6 0-3169</inkml:trace>
</inkml:ink>
</file>

<file path=ppt/ink/ink8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3:02:42.7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6915,'0'0'5576,"6"0"-5056,-4 0-447,1 0 1,-1 0-1,0 1 0,0-1 0,1 1 0,-1-1 1,0 1-1,0 0 0,0-1 0,0 1 0,0 0 1,0 1-1,0-1 0,0 0 0,0 1 0,-1-1 0,3 3 1,1 2 148,0 0 1,-1 0 0,1 1 0,-2 0 0,5 7 0,19 46 1061,29 94 0,5 66 123,-1 81-336,-37-172-949,3-15-152,-29-119-931,1 1 0,-1-1 1,0 1-1,-6-9 0,0 2-312,-33-42-4645,-2-3-1738</inkml:trace>
</inkml:ink>
</file>

<file path=ppt/ink/ink8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3:02:43.1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95 5987,'0'0'8820,"261"0"-8772,-172-7-48,-14-16-512,-15 3-673,-31-4-2112,-14 4-3443</inkml:trace>
</inkml:ink>
</file>

<file path=ppt/ink/ink8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3:02:43.8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3201,'0'0'8898,"12"1"-5817,-5 180-802,-9 6-1246,5 206 503,-3-385-1474,1 0 0,0 0-1,0 0 1,1 0 0,0 0 0,1-1 0,0 1 0,0-1-1,4 8 1,-5-11-49,1 0-1,-1-1 0,1 1 0,0-1 0,0 1 1,0-1-1,0 0 0,1 0 0,0-1 1,-1 1-1,1-1 0,0 1 0,0-1 1,0 0-1,0-1 0,0 1 0,1-1 1,4 1-1,7 1-47,0-1 0,0-1 0,-1 0 0,1-1 0,0-1 0,0 0 0,0-1-1,25-7 1,-29 5-144,0 0-1,-1-1 1,1 0-1,-1 0 1,-1-1-1,1-1 0,-1 0 1,0 0-1,0-1 1,-1 0-1,15-17 0,-20 19 62,0 0 0,-1 0 0,1 0 0,-1 0 0,0-1 0,-1 1 0,0-1 0,0 0-1,0 1 1,1-13 0,-2 6 53,0-1-1,-1 1 0,0 0 1,-4-25-1,2 33 79,0-1 0,0 1 0,0 0 0,-1 0 0,1 0 0,-1 1 0,0-1 0,-1 0 0,1 1 0,-1 0 0,0 0 0,0 0 0,0 0 0,0 1 0,-7-4 0,-2-2 80,-1 0 1,0 2-1,-1 0 1,-16-6-1,12 8 21,0 0 1,-1 2-1,1 0 1,-1 1-1,1 1 1,-24 2-1,20-1 40,19 0-103,0 0 0,0 1 0,0-1 1,0 1-1,1 0 0,-1 0 0,0 1 0,0-1 0,1 1 0,-1 0 0,-4 2 0,6-2-7,0-1 0,0 0 0,0 1 0,1 0 0,-1-1 0,0 1 0,1 0 0,0 0 0,-1 0 0,1 0 0,0 0 0,0 0 0,0 0 0,0 0 0,0 0 0,1 0 0,-1 1 0,0-1 0,1 0 0,0 5 0,0-7-42,0 1 1,0-1-1,1 0 1,-1 1-1,0-1 1,1 0-1,-1 1 1,0-1-1,1 0 1,-1 0-1,1 1 1,-1-1-1,0 0 1,1 0-1,-1 0 1,1 0-1,-1 1 1,1-1-1,-1 0 1,1 0-1,-1 0 1,1 0-1,-1 0 1,0 0-1,1 0 0,-1 0 1,1 0-1,-1 0 1,1-1-1,-1 1 1,1 0-1,4 0 7,5-1-65,-1 0 1,1-1-1,-1 0 1,0 0-1,0-1 1,0 0-1,0-1 1,0 0-1,-1 0 1,1-1-1,-1 0 1,14-12-1,-6 3-479,0 0 0,-1-1 0,0-1 1,23-33-1,-33 41 177,1-1 1,-1 0 0,-1 0-1,0-1 1,0 1 0,0-1 0,-2 0-1,1 0 1,-1 0 0,0 0-1,-1 0 1,0-20 0,-1 27 327,0 0-1,-1 0 1,1 0 0,0 0 0,-1 0-1,0 0 1,1 0 0,-1 0 0,0 0-1,-1 0 1,1 0 0,0 1 0,-1-1-1,0 0 1,1 1 0,-1-1 0,-3-2 0,1 2 176,0 0 0,0 0 0,0 1 0,0-1 0,-1 1 0,1 0 0,-1 0 0,1 1 0,-1-1 0,-7 0 0,-12-2 732,0 2 1,-1 1 0,1 1 0,-25 2 0,40-1-634,1 1 1,-1 0 0,1 0-1,0 0 1,0 1 0,0 0 0,0 1-1,1 0 1,0 0 0,-8 6-1,1-2-42,13-7-283,1-2-47,0-1 0,1 0-1,-1 0 1,1 1 0,0-1 0,0 1-1,-1-1 1,1 1 0,0-1 0,0 1 0,3-3-1,2-4-293,54-79-4391,-29 45 244</inkml:trace>
</inkml:ink>
</file>

<file path=ppt/ink/ink8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3:02:44.1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9476,'0'0'5107,"279"70"-6116,-197-90-3265</inkml:trace>
</inkml:ink>
</file>

<file path=ppt/ink/ink8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3:05:09.6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0 608,'0'0'0</inkml:trace>
</inkml:ink>
</file>

<file path=ppt/ink/ink8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3:05:11.4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4866,'0'0'8201,"14"9"-7739,-6-4-394,0 0-14,0 1 1,0-2-1,1 1 1,-1-1 0,1-1-1,0 1 1,0-1-1,0-1 1,1 0 0,-1 0-1,12 0 1,293-1 456,-169-1-1849,-144 0 1248,-1 0 0,0 0 1,0 0-1,1 0 0,-1 0 1,0 0-1,1 0 0,-1 0 0,0 0 1,1 0-1,-1 0 0,0 0 1,0 0-1,1 0 0,-1 0 0,0 0 1,1 0-1,-1 0 0,0 0 1,0-1-1,1 1 0,-1 0 0,0 0 1,0 0-1,1-1 0,-1 1 1,0 0-1,0 0 0,1 0 1,-1-1-1,0 1 0,0 0 0,0 0 1,0-1-1,0 1 0,1 0 1,-1-1-1,0 1 0,0 0 0,0 0 1,0-1-1,0 1 0,0 0 1,0-1-1,0 1 0,0 0 0,0-1 1,0 1-1,0 0 0,0 0 1,0-1-1,0-1-485,0-11-3736</inkml:trace>
</inkml:ink>
</file>

<file path=ppt/ink/ink8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3:05:11.8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10517,'0'0'3890,"26"252"-2098,3-125-719,-6 11-433,-4 0-224,-8-14-208,0-23-208,0-31-128,4-33-784,0-27-1329,-8-10-2353,-7-33-3090</inkml:trace>
</inkml:ink>
</file>

<file path=ppt/ink/ink8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3:05:13.0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396 0 7716,'0'0'4703,"-1"6"-4297,-2 10-139,-2 0 0,0-1 0,-1 0 1,-14 25-1,4-5-80,-84 227 633,58-141-418,-10 17 94,-77 236 107,121-348-596,7-21-17,-1 0 0,0 0 1,1 0-1,0 0 0,1 1 0,-1 9 1,6-25-186,71-145-2993,-31 53-1857</inkml:trace>
</inkml:ink>
</file>

<file path=ppt/ink/ink8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3:05:13.3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7347,'0'0'6062,"20"10"-5331,-5-2-569,-6-5-66,1 2 0,-1-1 0,0 1 0,-1 1 0,1 0 0,-1 0-1,0 0 1,-1 1 0,0 0 0,0 1 0,0-1 0,-1 2 0,9 12-1,20 48 1080,51 139-1,3 82 608,2 5-737,-91-295-1044,6 18 7,0 0-1,1 0 1,1-1 0,1 0 0,0-1 0,15 21 0,-24-37-83,0 0-1,0 0 1,0 0-1,0 1 0,0-1 1,0 0-1,0 0 1,0 0-1,0 1 1,0-1-1,-1 0 1,1 0-1,0 0 0,0 0 1,0 1-1,0-1 1,0 0-1,0 0 1,-1 0-1,1 0 1,0 0-1,0 1 0,0-1 1,0 0-1,-1 0 1,1 0-1,0 0 1,0 0-1,0 0 1,-1 0-1,1 0 0,0 0 1,0 0-1,0 0 1,-1 0-1,1 0 1,0 0-1,0 0 1,0 0-1,-1 0 1,1 0-1,0 0 0,0 0 1,0 0-1,0 0 1,-1 0-1,1 0 1,0 0-1,0-1 1,-1 1-1,-15-2-1126,-22-13-1885,-6-11-2156</inkml:trace>
</inkml:ink>
</file>

<file path=ppt/ink/ink8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3:05:13.7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4 656,'0'0'15143,"238"0"-13574,-126 0-833,0 0-736,-11 0-80,-27 0-592,-14 0-1537,-26-3-3410</inkml:trace>
</inkml:ink>
</file>

<file path=ppt/ink/ink8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3:05:14.1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8148,'0'0'4258,"56"171"-1585,-34-47-560,-7 14-640,0 10-513,-11-21-416,7-33-448,-3-27-96,3-33-704,-4-27-1889</inkml:trace>
</inkml:ink>
</file>

<file path=ppt/ink/ink8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3:05:15.3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4770,'0'0'6235,"20"14"-3399,0-4-2367,0 1 0,1-2 0,1-1 0,-1-1 0,1 0 0,40 5-1,139 4-277,-83-10-84,228 6 90,-151-9-127,631 1 82,-466-5-112,513-13 40,-457 5 48,-12 7 33,-216 3-3731,-203 0-544,-9 5-3057</inkml:trace>
</inkml:ink>
</file>

<file path=ppt/ink/ink8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3:05:32.3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6931,'0'0'8457,"4"0"-8115,27 0 69,266 10 541,-148-3-1184,-86-7-6112</inkml:trace>
</inkml:ink>
</file>

<file path=ppt/ink/ink8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3:05:32.6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8612,'0'0'3938,"265"10"-3858,-187-10-80,-7 0-128,-15 7-945,-15-7-3905</inkml:trace>
</inkml:ink>
</file>

<file path=ppt/ink/ink8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3:05:37.0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355 0 7299,'0'0'4245,"-1"0"-4209,1 0 0,-1 0 1,1 0-1,-1 0 0,0 1 0,1-1 1,-1 0-1,1 0 0,-1 0 0,1 0 1,-1 1-1,1-1 0,-1 0 0,1 0 1,-1 1-1,1-1 0,-1 0 0,1 1 0,-1-1 1,1 1-1,0-1 0,-1 1 0,1 0 1,-10 11 91,1 0 0,1 1 0,0 0 0,-12 28 0,12-24-115,-20 45 176,-25 86 1,-10 73 381,25-79-240,11-54-167,-21 80 78,41-137-334,1 1 1,1 0-1,1 41 1,4-73 77,-1 0 1,1 0-1,0 0 1,0 0-1,0 1 0,0-1 1,0 0-1,1 0 1,-1 0-1,0 0 1,0 0-1,0 1 0,0-1 1,0 0-1,0 0 1,0 0-1,0 0 1,0 0-1,0 1 0,0-1 1,0 0-1,0 0 1,1 0-1,-1 0 0,0 0 1,0 0-1,0 0 1,0 0-1,0 0 1,0 1-1,1-1 0,-1 0 1,0 0-1,0 0 1,0 0-1,0 0 1,0 0-1,1 0 0,-1 0 1,0 0-1,0 0 1,0 0-1,0 0 0,0 0 1,1 0-1,-1 0 1,0 0-1,0 0 1,0 0-1,0 0 0,0-1 1,1 1-1,-1 0 1,0 0-1,0 0 1,4 0-260,-1-1 0,1 1 1,0-1-1,-1 0 1,1 0-1,-1 0 1,1 0-1,-1-1 1,0 1-1,1-1 1,-1 0-1,0 0 0,0 0 1,0 0-1,-1-1 1,1 1-1,0-1 1,2-4-1,26-40-4494</inkml:trace>
</inkml:ink>
</file>

<file path=ppt/ink/ink8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3:05:37.4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8020,'0'0'1438,"12"43"-342,84 293 1367,-49-153-676,32 253 1,-70-223-1580,-9-179-376,0-33 84,-1 0 1,1 0 0,0 0-1,0-1 1,0 1-1,0 0 1,-1 0 0,1 0-1,-1 0 1,1 0 0,0 0-1,-1-1 1,1 1 0,-1 0-1,0 0 1,1-1 0,-1 1-1,0 0 1,1-1 0,-1 1-1,0-1 1,0 1-1,1-1 1,-1 1 0,0-1-1,0 0 1,0 1 0,0-1-1,1 0 1,-1 1 0,0-1-1,-2 0 1,-37 1-3804,24-2 1707,-27 1-3761</inkml:trace>
</inkml:ink>
</file>

<file path=ppt/ink/ink8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3:05:37.8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1 296 2769,'0'0'11734,"291"-134"-11590,-157 77-144,-11 3-1457,-26 4-5394</inkml:trace>
</inkml:ink>
</file>

<file path=ppt/ink/ink8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3:05:38.2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157 88 4066,'0'0'5981,"0"8"-4882,0 8-585,1 6 133,-1 1 1,-2 0-1,0 0 1,-7 28-1,-101 354 2065,97-342-2256,3 1 1,3-1 0,3 2-1,5 94 1,0-151-422,0-1 0,0 0 0,0 0 0,1 1 0,0-1 0,1 0 0,-1-1-1,1 1 1,1 0 0,-1-1 0,1 0 0,0 0 0,0 0 0,10 10 0,-8-11-27,1 1 0,-1-1 0,1-1 0,0 1 0,1-1 0,-1-1-1,1 1 1,0-1 0,0 0 0,0-1 0,0 0 0,16 2 0,-3-2 7,0 0 1,0-1-1,1-2 1,34-4-1,-45 3-81,0 0 0,0-1 0,0 0 0,0-1 0,0 0 0,-1-1 0,0 0 0,0-1 0,0 0 0,11-9 0,-10 6-123,-1-1-1,0 0 0,-1 0 0,0-1 0,0 0 0,-1 0 0,-1-1 0,0 0 0,-1-1 0,0 1 0,-1-1 1,0 0-1,-1-1 0,0 1 0,-1-1 0,-1 0 0,0 1 0,-1-1 0,0 0 0,-2 0 0,-2-23 1,1 26 214,0 1 1,-1 0 0,0 1 0,0-1 0,-1 0 0,-1 1-1,0 0 1,0 0 0,0 0 0,-1 1 0,-11-12 0,2 4 184,0 1 0,-1 0 0,-1 2 0,-28-19 0,35 26-3,-1 0-1,1 1 1,-1 0-1,0 1 1,-14-4-1,18 7-47,1-1-1,-1 1 0,1 0 0,-1 1 1,0 0-1,1 0 0,-1 0 0,0 1 1,1 0-1,-10 2 0,14-2-118,-1 0-1,1 1 1,0-1-1,0 0 1,0 1-1,0-1 1,0 1 0,0 0-1,1 0 1,-1 0-1,0 0 1,1 0-1,0 0 1,-1 0-1,1 0 1,0 0-1,0 1 1,0-1-1,0 1 1,1-1 0,-1 0-1,1 1 1,-1-1-1,1 1 1,0 0-1,0-1 1,0 4-1,0-5-45,1 0-1,-1 0 1,0-1-1,0 1 1,1 0-1,-1 0 0,0-1 1,1 1-1,-1 0 1,1 0-1,-1-1 1,1 1-1,-1 0 1,1-1-1,0 1 1,-1-1-1,1 1 0,0-1 1,-1 1-1,1-1 1,0 1-1,0-1 1,0 0-1,-1 1 1,1-1-1,0 0 0,0 0 1,0 1-1,0-1 1,-1 0-1,1 0 1,0 0-1,0 0 1,0 0-1,0 0 0,0-1 1,1 1-1,4-1-69,-1 1-1,1-1 0,0 0 1,10-4-1,-4 0-24,-1-1 0,0 0-1,-1-1 1,0 0 0,0-1 0,0 0-1,-1 0 1,10-11 0,63-83-1661,-65 77 624,0 0 1,-2-1 0,22-50 0,-32 63 646,0-1 1,-1-1 0,0 1-1,-1-1 1,-1 1 0,0-1-1,-1 0 1,-1 0 0,-2-26 0,0 33 533,0 0 0,0 0 1,-1 0-1,0 1 1,0-1-1,-1 1 0,1 0 1,-2 0-1,1 0 1,-1 1-1,0-1 1,-1 1-1,1 1 0,-1-1 1,-10-7-1,-1 1 473,0 0 0,-1 2 0,0 0 1,0 1-1,-20-7 0,25 12 80,0 1 0,0 0 1,-1 0-1,1 1 0,-1 1 1,1 1-1,-15 0 1,18 0-174,9 0-475,1 0 1,-1 0-1,1 1 0,-1-1 1,1 0-1,-1 0 0,1 0 1,-1 1-1,1-1 1,0 0-1,-1 0 0,1 1 1,-1-1-1,1 0 0,0 1 1,-1-1-1,1 0 0,0 1 1,-1-1-1,1 1 0,0-1 1,0 0-1,0 1 1,-1-1-1,1 1 0,0-1 1,0 1-1,0-1 0,0 1 1,0-1-1,0 1 0,0-1 1,0 1-1,0-1 0,0 1 1,0-1-1,0 1 1,0-1-1,0 1 0,0-1 1,1 1-1,-1 13-3718</inkml:trace>
</inkml:ink>
</file>

<file path=ppt/ink/ink8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3:05:38.8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10197,'0'0'4146,"138"33"-4098,-75-33-16,-3 0-32,-1 0-673,-14-3-1616,-11-7-1649,-19 0-3585</inkml:trace>
</inkml:ink>
</file>

<file path=ppt/ink/ink8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3:05:39.1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 1 5170,'0'0'1793,"-4"198"480,4-97 0,0 3-944,0 0-593,0-17-384,0-20-336,15-30-16,11-30-1744,4-7-4099</inkml:trace>
</inkml:ink>
</file>

<file path=ppt/ink/ink8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3:05:39.8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 54 2593,'0'0'7782,"-1"4"-7400,-2 13 5829,320-16-6031,760-16 472,-1026 11-623,0-2 1,-1-3-1,86-25 1,-124 30-50,-1 1 735,-10 3-704,-1 1-1,0-1 1,1 1 0,-1-1-1,0 0 1,1 1-1,-1-1 1,0 1-1,0 0 1,1-1 0,-1 1-1,0-1 1,0 1-1,0-1 1,0 1 0,0-1-1,0 1 1,0-1-1,0 1 1,0 0-1,0-1 1,0 2 0,0 6-319,0 5-402,0-4-4419</inkml:trace>
</inkml:ink>
</file>

<file path=ppt/ink/ink8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3:05:40.4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10741,'0'0'5464,"2"3"-5376,0-1-75,-1-1 0,1 1 1,0 0-1,0-1 1,0 0-1,0 1 0,1-1 1,-1 0-1,0 0 0,1 0 1,-1 0-1,0 0 0,1-1 1,-1 1-1,1-1 0,3 1 1,51 1 426,-41-3-328,98 3 392,-2 0-4212</inkml:trace>
</inkml:ink>
</file>

<file path=ppt/ink/ink8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3:05:40.8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7764,'0'0'2881,"243"0"-2321,-176 0-560,-19 0-2017,-14 0-3217</inkml:trace>
</inkml:ink>
</file>

<file path=ppt/ink/ink8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3:05:43.1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351 1 5138,'0'0'6945,"-12"0"-5075,11 0-1849,-1 0 0,0 1 0,0-1 0,0 1 0,0 0 0,1 0 0,-1 0 0,0-1 0,1 2 0,-1-1 0,1 0 0,-1 0 0,1 0 0,-1 1 0,1-1 0,0 0 0,0 1 0,0 0 0,-2 1 0,-20 39 210,18-32-138,-66 140 513,-100 310 0,162-430-638,1-1 0,1 2 0,2-1 0,1 1 0,1 36 0,29-66-2804,-25-2 2679,1 1 1,-1 0-1,1-1 1,0 0-1,-1 1 1,0-1-1,1 0 1,-1 0-1,1 0 1,-1 0 0,0 0-1,0 0 1,1 0-1,-1 0 1,0 0-1,0-1 1,0 1-1,0 0 1,-1-1-1,1 1 1,0-1-1,-1 1 1,2-2 0,14-45-3375,-13 37 2359,8-28-3251</inkml:trace>
</inkml:ink>
</file>

<file path=ppt/ink/ink8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3:05:43.4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6915,'0'0'4794,"18"4"-4137,-4-2-517,-9-2-98,0 0-1,0 1 0,0 0 1,0 0-1,0 0 0,-1 1 1,1-1-1,0 1 0,-1 1 1,1-1-1,-1 0 0,0 1 1,1 0-1,-1 0 0,0 0 1,-1 1-1,1-1 0,-1 1 1,0 0-1,1 0 0,-2 0 1,5 6-1,25 62 1114,32 110-1,9 85 886,-1-3-669,-72-262-1379,13 42-374,1-2-1,37 74 1,-52-124-3831,1 2 3365,-2 1 0,1 0 0,-1-1 1,-4-8-1,-26-35-7826</inkml:trace>
</inkml:ink>
</file>

<file path=ppt/ink/ink8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3:05:43.8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51 10629,'0'0'2065,"276"10"-1281,-160-13-784,-8-24-1697,-26-3-4465</inkml:trace>
</inkml:ink>
</file>

<file path=ppt/ink/ink8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3:05:44.1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5651,'0'0'10420,"257"37"-9715,-119-31-657,-4-6-48,-14 0-1665,-27 0-2993</inkml:trace>
</inkml:ink>
</file>

<file path=ppt/ink/ink8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3:05:44.5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31 17528,'0'0'5587,"18"0"-6052,-14 0 113,0 0-144,-1-13-5267,-3-4 1633</inkml:trace>
</inkml:ink>
</file>

<file path=ppt/ink/ink8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3:05:45.6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5250,'0'0'6315,"1"1"-6165,-1-1 0,0 0-1,1 0 1,-1 0 0,1 0-1,-1 0 1,0 0 0,1 1-1,-1-1 1,0 0 0,0 0-1,1 0 1,-1 1 0,0-1-1,1 0 1,-1 0 0,0 1-1,0-1 1,0 0 0,1 1-1,-1-1 1,0 0 0,0 1-1,0-1 1,0 0 0,1 1-1,-1-1 1,0 0 0,0 1-1,9 203 1742,0 1-1301,-6-144-363,3-1 0,23 110 0,-24-146-112,1-1 0,1 0 0,0-1-1,15 29 1,-19-45-107,0-1 0,0 1 0,1-1 0,0 1 0,0-1 0,0 0 0,1-1 0,0 1 0,0-1 0,0 0 0,0 0 0,1 0 0,0-1 0,-1 0 0,1 0 0,0 0 0,1-1 0,-1 0 0,0 0-1,10 1 1,1-1-74,1 0-1,0-1 0,0-1 0,-1 0 0,1-2 0,24-4 0,-30 3-97,-1-1 0,1 1 0,-1-2 0,0 0 0,-1 0 0,1 0 0,-1-2 0,0 1 0,0-1-1,12-12 1,-15 12 66,0-1 0,0 1-1,-1-1 1,0 0-1,0-1 1,-1 0 0,0 1-1,0-2 1,-1 1-1,-1 0 1,1-1-1,-1 0 1,-1 0 0,0 0-1,0 0 1,-1 0-1,0-16 1,-2 23 121,0-1 1,1 1-1,-1 0 0,0-1 1,-1 1-1,1 0 0,-1-1 1,1 1-1,-1 0 0,0 0 1,0 0-1,0 1 0,0-1 1,-1 0-1,1 1 0,-1 0 1,0-1-1,-4-2 0,-9-6 159,-1 0 0,-19-8-1,29 15-155,-18-9 18,-1 1 0,0 1 1,-1 1-1,1 2 0,-2 0 0,1 2 1,-1 1-1,0 2 0,-31-1 1,27 3 105,-24 0 207,51 1-273,0 0 0,0 1 0,1 0 0,-1 0 1,1 0-1,-1 0 0,1 1 0,-8 3 0,11-5-55,1 1 0,-1-1 0,0 1 0,0 0 0,0-1 0,0 1 0,1 0 0,-1-1 0,0 1 0,1 0 0,-1 0 0,0 0 0,1 0 0,-1 0 0,1-1 0,0 1 0,-1 0 0,1 0 0,0 0 0,-1 0 0,1 0 0,0 0 0,0 0 0,0 0 0,0 1 0,0-1 0,0 0 0,0 1 0,0-2-29,0 1 0,0-1 0,0 0 0,1 0 0,-1 0 0,0 1 0,0-1 0,0 0 0,0 0 0,0 0 0,0 0 0,0 1 0,1-1 0,-1 0 0,0 0 0,0 0 0,0 0 0,0 1 0,1-1 0,-1 0 0,0 0 0,0 0 0,0 0 0,1 0 0,-1 0 0,0 0 0,0 0 0,0 0 0,1 0 0,-1 0 0,0 0 0,0 0 0,0 0 0,1 0 0,-1 0 0,0 0 0,0 0 0,1 0 0,-1 0 0,21 3-102,0-1 0,0-1 0,0-1 1,0-1-1,0-1 0,0-1 1,0 0-1,0-2 0,-1 0 0,0-1 1,0-1-1,0-1 0,-1-1 1,0-1-1,21-15 0,-27 17-106,0-1 0,0-1 0,-1 0 1,13-14-1,-22 19 166,1 1 0,-1-1 0,0 0 0,0 0 0,0 0 0,-1 0 1,1 0-1,-1-1 0,-1 1 0,1-1 0,-1 0 0,0 1 0,0-1 1,0-11-1,-1 13 48,0-1-1,0 0 1,0 0 0,0 1 0,-1-1 0,0 1 0,0-1 0,0 1 0,-1-1-1,1 1 1,-1-1 0,0 1 0,0 0 0,-1 0 0,1 0 0,-1 0 0,0 1-1,0-1 1,0 1 0,0-1 0,-1 1 0,0 0 0,1 0 0,-5-2-1,-3-2 75,0 1 0,0 0 0,0 0 0,-1 1 0,0 0 0,0 1 0,0 1 0,-23-4 0,-2 3 409,-66 2 0,54 3-12,49-1-531,0-1 1,-1 1-1,1-1 1,0 1 0,0-1-1,0 1 1,0-1-1,0 1 1,0 0-1,0-1 1,0 1-1,0-1 1,0 1-1,0-1 1,1 1 0,-1 0-1,0-1 1,0 1-1,0-1 1,1 1-1,-1 0 1,0-1-1,0 1 1,1 0-1,-1-1 1,0 1 0,1-1-1,7-7-916,1 0 0,0 1 0,11-6 0,-3 1-1075,24-19-4777</inkml:trace>
</inkml:ink>
</file>

<file path=ppt/ink/ink8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3:05:45.9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12246,'0'0'2513,"202"60"-1713,-83-60-800,8 0-992,-11-17-1906,-27-13-6162</inkml:trace>
</inkml:ink>
</file>

<file path=ppt/ink/ink8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3:05:48.3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307 57 2401,'0'0'8412,"6"-9"-8079,19-29-106,-19 28 1865,-10 11-2049,0-1 0,1 1 0,-1 0 1,0 0-1,1 0 0,-1 0 0,1 0 1,-1 1-1,1 0 0,0 0 0,-1 0 0,1 0 1,0 0-1,0 1 0,1-1 0,-1 1 0,0 0 1,1 0-1,0 0 0,-4 5 0,-3 7-47,0 2-1,-14 32 0,21-43 27,-30 84 82,-27 125 0,35-120 16,-3 3-41,-53 227 125,77-302-407,0 0 0,1 45 1,16-86-3664,-2-18-8</inkml:trace>
</inkml:ink>
</file>

<file path=ppt/ink/ink8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3:05:48.6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 5795,'0'0'5626,"9"-1"-5178,-5 1-391,-1 0-3,0-1 0,0 1-1,0 0 1,0 0 0,1 0 0,-1 1 0,0-1 0,0 1 0,0-1 0,0 1 0,0 0 0,-1 0 0,1 1 0,0-1 0,0 0 0,-1 1-1,1 0 1,-1 0 0,1-1 0,-1 2 0,0-1 0,4 4 0,15 22 496,-1 1 1,-1 2-1,-2 0 1,24 56-1,-30-62-306,44 113 1219,47 178 0,-66-196-974,8 35-212,30 91-231,-69-225-1055,-21-23-3958,-22-13 255,-16-18-3107</inkml:trace>
</inkml:ink>
</file>

<file path=ppt/ink/ink8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3:05:49.0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1 155 13222,'0'0'1281,"209"-30"-641,-75-3 96,12-8-736,-12 14-352,-22 11-1729,-34 9-4498</inkml:trace>
</inkml:ink>
</file>

<file path=ppt/ink/ink8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3:05:49.4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179 74 8708,'0'0'6387,"-15"20"-5291,-50 70-66,59-80-833,1 0 0,1-1 0,0 1-1,0 1 1,1-1 0,0 1 0,0-1-1,2 1 1,-1 0 0,1 0 0,1 0-1,0 14 1,1-12-15,-2-12-164,1 1 0,0 0-1,0 0 1,0 0 0,0 0 0,0-1 0,1 1-1,-1 0 1,1 0 0,-1-1 0,1 1 0,-1 0-1,1 0 1,0-1 0,0 1 0,0-1 0,0 1-1,0-1 1,0 1 0,0-1 0,1 0-1,-1 1 1,0-1 0,1 0 0,-1 0 0,3 1-1,2 0-16,-1-1 0,1 1-1,0-1 1,-1-1 0,1 1-1,0-1 1,7-1 0,-10 1 1,9 0-127,0-1-1,0-1 0,0-1 1,0 1-1,-1-2 1,1 1-1,-1-2 0,1 0 1,-2 0-1,1-1 0,0 0 1,-1-1-1,0 0 0,15-14 1,-16 13-476,-1-1 0,0 0 0,0 0 0,-1-1 0,0 1 1,0-2-1,-1 1 0,0-1 0,-1 0 0,-1 0 0,0-1 0,0 1 0,-1-1 1,0 0-1,1-13 0,-4 20 379,0 1 1,0-1-1,0 1 0,0-1 1,-1 1-1,1-1 1,-1 1-1,0-1 0,-1 1 1,1 0-1,-1 0 1,0 0-1,0 0 0,0 0 1,-3-5-1,1 5 195,0 0-1,-1-1 0,1 1 1,-1 1-1,0-1 0,0 1 1,0 0-1,-1 0 0,1 0 1,-12-3-1,-3 0 604,-1 1 0,1 1 0,-1 1 0,0 0 0,0 2 0,-1 1 0,1 0 0,0 2 0,0 0 0,-33 8 0,46-7-521,-1 0-1,1 0 1,0 1-1,0 0 1,0 1-1,-9 6 1,13-8-2454</inkml:trace>
</inkml:ink>
</file>

<file path=ppt/ink/ink8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3:05:49.9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2001,'0'0'11442,"47"2"-10489,-27-2-874,330 18 592,-320-16-607,755 77 587,-720-72-1015,120-1-1,-171-6 24,-7 0-4365</inkml:trace>
</inkml:ink>
</file>

<file path=ppt/ink/ink8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3:05:50.9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0 111 5587,'0'0'4554,"6"-10"-3591,19-30 112,-19 30 2788,-5 29-2833,-1-17-1003,1-1 0,-1 0 0,1 1 0,-1-1 0,1 0 0,0 1-1,-1-1 1,1 0 0,0 0 0,0 0 0,0 0 0,0 0 0,0 0 0,0 0 0,2 1 0,-3-1-31,1-1 0,0 1 0,-1-1 0,1 0 0,-1 0 0,1 1 0,0-1 0,-1 0 0,1 0 0,0 0-1,-1 1 1,1-1 0,0 0 0,-1 0 0,1 0 0,0 0 0,-1 0 0,1 0 0,0-1 0,-1 1 0,1 0 0,0 0 0,-1 0 0,1-1 0,-1 1 0,1 0 0,0-1 0,-1 1 0,1 0 0,-1-1 0,1 1-1,-1-1 1,1 1 0,-1-1 0,1 0 0,9-27-931,-2 4 4,-8 25 934,0-1 0,0 0 0,0 0-1,0 0 1,0 0 0,0 0 0,0 0 0,0 0 0,0 0-1,0 0 1,0 0 0,0 0 0,0 0 0,0 0 0,0 0 0,0 0-1,0 0 1,0 0 0,0 0 0,0 1 0,0-1 0,0 0-1,0 0 1,0 0 0,0 0 0,0 0 0,1 0 0,-1 0 0,0 0-1,0 0 1,0 0 0,0 0 0,0 0 0,0 0 0,0 0-1,0 0 1,0 0 0,0 0 0,0 0 0,0 0 0,0 0 0,0 0-1,0 0 1,0 0 0,0 0 0,1 0 0,-3 17 852,-7 40 620,4-33-819,2 1 0,-1 29 1,4-32-278,0-22-376,0 1 1,0-1-1,0 0 1,0 0 0,0 1-1,0-1 1,0 0 0,0 0-1,0 1 1,0-1-1,0 0 1,0 0 0,0 1-1,0-1 1,0 0 0,0 1-1,0-1 1,0 0-1,0 0 1,1 1 0,-1-1-1,0 0 1,0 0 0,0 0-1,0 1 1,1-1-1,-1 0 1,0 0 0,0 0-1,1 0 1,-1 1 0,0-1-1,0 0 1,1 0-1,-1 0 1,0 0 0,0 0-1,1 0 1,-1 0-1,0 0 1,1 0 0,3 1-1,0 0 1,0-1-1,0 0 0,0 0 1,0 0-1,0 0 1,0-1-1,0 0 0,0 0 1,0 0-1,0 0 1,0 0-1,-1-1 1,5-2-1,-1 0-59,-1 0 0,-1 0 1,1 0-1,0-1 0,-1 0 1,0 0-1,7-10 0,-4 4-784,-1 0-1,-1 0 1,0-1-1,0 0 1,-1 0 0,0 0-1,-1-1 1,4-22-1,-5-24-8758</inkml:trace>
</inkml:ink>
</file>

<file path=ppt/ink/ink8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3:05:51.6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419 3 5827,'0'0'6848,"0"-3"-4417,-1 13-2352,-1 0 0,0 0 0,-1 0 0,0-1 0,-1 1 0,1-1 0,-2 0 0,-9 16 0,-3 8 74,-259 584 1613,256-570-1658,5-15-39,2 1-1,1 0 0,-14 64 1,24-73-85,2-24 7,0 0 1,0 1 0,0-1 0,0 0-1,0 1 1,0-1 0,0 0 0,0 1-1,0-1 1,0 0 0,0 1 0,0-1-1,0 0 1,0 1 0,1-1 0,-1 0-1,0 0 1,0 1 0,0-1 0,0 0-1,1 1 1,-1-1 0,0 0 0,0 0-1,1 1 1,-1-1 0,0 0 0,0 0-1,1 0 1,-1 1 0,0-1 0,1 0 0,-1 0-1,0 0 1,0 0 0,1 0 0,-1 0-1,1 0 1,14-4-527,-8 0 123,-1 0 1,0 0-1,0-1 0,0 0 1,0 0-1,-1 0 0,0-1 0,0 0 1,0 0-1,-1 0 0,5-9 0,22-44-5217</inkml:trace>
</inkml:ink>
</file>

<file path=ppt/ink/ink8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3:05:52.0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40 800,'0'0'10779,"9"-7"-10035,31-17-5,-37 22-652,0 1 1,0 0-1,0 0 1,0 0-1,0 0 1,0 0-1,0 1 1,0 0-1,0-1 1,1 1-1,-1 0 1,0 0-1,0 1 1,0-1-1,0 1 1,1-1-1,-1 1 1,0 0-1,0 0 1,0 1-1,-1-1 1,1 1-1,0-1 1,0 1-1,-1 0 1,1 0-1,-1 0 1,4 4-1,4 5 113,0 0 0,-1 0 0,-1 1 0,0 0 0,-1 1 0,9 19-1,30 88 833,-41-104-891,117 432 2579,-102-362-2479,-4-30-138,-8-30-125,5 29 0,-15-47-5620,-6-7 3971,-8-4 354,15 3 988,-28-14-4604</inkml:trace>
</inkml:ink>
</file>

<file path=ppt/ink/ink8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3:05:52.5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0 152 10789,'0'0'2465,"202"-54"-1360,-90 34-321,-1-4-784,5-2-160,-19 9-1297,-22 7-3137</inkml:trace>
</inkml:ink>
</file>

<file path=ppt/ink/ink8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3:05:52.9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94 5106,'0'0'6483,"1"-13"-5869,1-42 210,0 33 216,4 18 2386,-6 4-3260,8 1 261,-7 0-409,1 1 0,-1-1 0,0 0 0,0 0 0,0 0 1,-1 1-1,1-1 0,0 1 0,0-1 0,-1 0 1,1 1-1,-1-1 0,1 1 0,-1 0 0,1-1 0,-1 1 1,0-1-1,0 3 0,2 5 71,6 51 474,-1 1-1,-3 65 1,-1-39-55,-1-27-259,3-1 1,3-1-1,2 1 0,17 56 0,-23-108-620,-2-12-1313,0-16-1026,-6-22-2796,-11-14-6009</inkml:trace>
</inkml:ink>
</file>

<file path=ppt/ink/ink8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3:05:53.5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0 131 7251,'0'0'8770,"5"-2"-7922,5-3-669,0 1-1,0 1 1,0 0 0,1 0-1,-1 1 1,12 0 0,74-3 286,-46 3-263,93-5 145,262-17-288,-335 15-90,-1-2 0,110-34-1,-174 41 341</inkml:trace>
</inkml:ink>
</file>

<file path=ppt/ink/ink8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3:06:01.6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5731,'0'0'5768,"3"7"-5133,10 21-110,-11-26-428,-1 0-1,0 0 0,1 0 1,0 0-1,-1-1 1,1 1-1,0 0 0,0-1 1,0 1-1,0-1 1,0 0-1,3 2 1,5 3 245,-1-1-133,-1 1 1,1-2 0,0 0 0,0 0 0,18 5 0,53 8 261,-53-12-387,147 28 8,217 11 0,-28-33-85,78 5-244,-195 14 240,-218-24 15,47 15 0,-43-11 42,-4-7-49,-39-10-1994,-9-19-1666</inkml:trace>
</inkml:ink>
</file>

<file path=ppt/ink/ink8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3:06:02.9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38 15 5394,'0'0'6649,"-1"-3"-5947,-2-8 11,2 19 360,4 26-234,-1-24-743,3 18 152,-1 0 0,2 45 0,-6 21 146,-23 176-1,9-169 25,-2 194-1,16-288-404,0-1-1,0 1 0,1-1 1,0 1-1,0-1 1,0 1-1,4 8 1,-3-12-10,0 0 1,0 0 0,0 0-1,0 0 1,0 0 0,0 0-1,1-1 1,0 1 0,-1-1-1,1 0 1,0 0 0,0 0 0,0 0-1,7 2 1,2 1 5,1 0 0,-1-1 0,1 0 0,0-1 0,0-1 0,19 1 0,84-2 40,-75-2-44,12-3-372,-1-2 0,84-21 0,-84 15-43,1 2 1,76-4 0,-90 13 252,-16-1 152,-1 1 0,1 2 1,42 5-1,-45 2 70,-18-6-135,1-1-1,-1 0 0,0 0 1,1 0-1,-1 0 0,1-1 1,-1 1-1,6 0 0,-7-2-87,-1 0 0,1 0 0,0 1 0,-1-1-1,1 0 1,-1 0 0,1 0 0,-1 0 0,0 0-1,1 1 1,-1-1 0,0 0 0,0 0 0,0 0 0,1 0-1,-1 0 1,0 0 0,-1-2 0,2-1-513,3-27-3398</inkml:trace>
</inkml:ink>
</file>

<file path=ppt/ink/ink8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3:06:03.2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5507,'0'0'4868,"0"22"-3728,0 250 2488,0 200-1006,0-471-2629,0-1-1,0 0 0,0 0 0,-1 0 0,1 0 0,0 0 0,0 0 0,0 0 0,0 0 1,0 0-1,0 0 0,0 1 0,0-1 0,0 0 0,0 0 0,0 0 0,0 0 0,1 0 0,-1 0 1,0 0-1,0 0 0,0 0 0,0 0 0,0 1 0,0-1 0,0 0 0,0 0 0,0 0 0,0 0 1,0 0-1,0 0 0,0 0 0,0 0 0,0 0 0,0 0 0,0 0 0,1 0 0,-1 0 1,0 0-1,0 0 0,0 0 0,0 0 0,0 0 0,0 0 0,0 0 0,0 0 0,0 0 0,0 0 1,1 0-1,-1 0 0,0 0 0,0 0 0,0 0 0,0 0 0,0 0 0,0 0 0,0 0 0,0 0 1,0 0-1,0 0 0,1 0 0,-1 0 0,0 0 0,0 0 0,0 0 0,0 0 0,0 0 1,5-6-436,1-14-1096,0 0 1,-1-1-1,-1 1 0,-1-1 0,1-31 0,-3-9-5006</inkml:trace>
</inkml:ink>
</file>

<file path=ppt/ink/ink8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3:06:03.6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103 1 3714,'0'0'12584,"36"23"-12242,116 76-238,-120-79-76,1-2 0,61 24 0,-47-23 8,88 41-28,-134-59-59,-20 0-1005,-3 3 1053,0 1 0,1 1 1,0 1-1,0 0 0,1 2 1,0 0-1,0 2 0,1 0 0,1 1 1,0 1-1,0 0 0,-20 22 1,1 1 201,3 2 1,1 1 0,1 2-1,-30 53 1,18-23 117,-50 110 1,122-237-4118,-14 32 2443,36-73-5086</inkml:trace>
</inkml:ink>
</file>

<file path=ppt/ink/ink8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3:06:04.0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139 35 5491,'0'0'6312,"0"-5"-5568,0-18-13,0 23-706,0 0-1,0-1 1,0 1 0,0 0-1,0 0 1,-1-1-1,1 1 1,0 0 0,0 0-1,0-1 1,0 1-1,0 0 1,0 0 0,-1-1-1,1 1 1,0 0-1,0 0 1,0 0 0,-1-1-1,1 1 1,0 0-1,0 0 1,0 0 0,-1 0-1,1 0 1,0-1 0,0 1-1,-1 0 1,1 0-1,0 0 1,-1 0 0,1 0-1,0 0 1,0 0-1,-1 0 1,1 0 0,0 0-1,0 0 1,-1 0-1,1 0 1,0 0 0,-1 0-1,1 0 1,0 1 0,-11 2 246,7 0-163,0-1 0,1 1 0,-1 0 0,0 0 0,1 1 0,0-1 0,-1 1 0,2 0 0,-1-1 0,0 1 0,-3 7 0,-21 51 1026,24-55-984,-8 26 454,2 2 0,1-1-1,1 1 1,2 0 0,1 0-1,3 59 1,1-83-485,2 33 226,-2-42-335,1 0 0,-1 0 0,1 0 0,-1 0 0,1 0 0,0 0 0,0-1 0,0 1 0,0 0 0,0 0 0,0-1 0,0 1 0,0-1 0,1 1 0,-1-1 0,1 0 0,-1 1 0,3 0 0,2 0-9,0 0 0,0 0-1,1-1 1,-1 0 0,0 0 0,0 0 0,1-1 0,-1 0 0,0-1 0,1 1 0,-1-1-1,0 0 1,0-1 0,9-2 0,-4-1-58,-1-1 0,1 0-1,-1-1 1,0 0 0,-1 0 0,0-1-1,0 0 1,0-1 0,10-13 0,2-5-582,-2-1 0,19-35 0,-31 51 251,0-1 1,0 0-1,-2 0 0,0 0 1,0-1-1,-1 0 0,-1 0 1,0 0-1,-1 0 0,0 0 1,-1-1-1,-2-25 0,0 36 355,1 1 0,-1 0 0,0-1 0,0 1 0,-1 0 0,1 0 0,0 0 0,-1 0 0,0 0-1,0 0 1,0 0 0,0 1 0,0-1 0,0 1 0,-1-1 0,1 1 0,-1 0 0,0 0 0,0 0-1,0 0 1,0 1 0,0-1 0,0 1 0,0 0 0,0-1 0,-7 0 0,-6-1 112,0 0 1,0 1-1,0 1 1,-21 1-1,36 0-74,-11-1 140,0 1 0,-1 1 0,1 0 0,0 1 0,0 0 0,0 1 0,0 1-1,0-1 1,-11 7 0,20-8-169,-1-1 0,1 1-1,0-1 1,-1 0 0,1 0-1,-1 0 1,0 0 0,-5 0-1,8 0-14,1-1 0,0 0-1,0 0 1,0 0 0,0 0-1,0 0 1,0 0 0,0 0-1,0 0 1,-1 0-1,1-1 1,0 1 0,0 0-1,0 0 1,0 0 0,0 0-1,0 0 1,0 0 0,0 0-1,-1 0 1,1 0 0,0 0-1,0 0 1,0 0 0,0 0-1,0 0 1,0 0 0,0-1-1,0 1 1,0 0-1,0 0 1,0 0 0,0 0-1,0 0 1,0 0 0,0 0-1,0 0 1,0-1 0,0 1-1,0 0 1,0 0 0,0 0-1,0 0 1,0 0 0,0 0-1,0 0 1,0-1-1,0 1 1,0 0 0,0 0-1,0 0 1,0 0 0,0 0-1,0 0 1,0 0 0,0-20-5302</inkml:trace>
</inkml:ink>
</file>

<file path=ppt/ink/ink8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3:06:04.7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5747,'0'0'6677,"11"5"-6060,-1 0-468,0-1 1,1 0 0,-1-1-1,1 0 1,0-1 0,0 0 0,-1-1-1,13 0 1,645-1 858,-603 1-784,-1 2 1,0 3-1,0 3 0,96 25 0,-158-33 349,-2 0-404,0 1-65,0-2-126,-13 0-4289,-4 0 21</inkml:trace>
</inkml:ink>
</file>

<file path=ppt/ink/ink8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3:06:06.0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19 7347,'0'0'5494,"8"-3"-5068,4-1-226,1 1-1,0 0 0,0 1 1,0 0-1,0 1 1,23 1-1,88 12 483,-39-2-559,70 4-82,136 8-52,-3 4-18,85 2-20,-278-28 59,26 2 32,130-17 0,-152 8 29,121 5 1,-105 4 78,18-3 108,141 2 407,-258 1-491,0 0 1,-1 1-1,16 5 0,-18-4-46,1 0 1,-1-2-1,1 0 1,15 1 0,78 0 444,-96-1-671,-25 0-1100,-86-2-4301,22 0-2667</inkml:trace>
</inkml:ink>
</file>

<file path=ppt/ink/ink8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3:06:06.7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37 2401,'0'0'6483,"0"-6"-5547,0-19 206,0 19 2721,0 9-3500,0 726 2676,0-722-3028,0 6 14,0-1 0,1 1 0,0 0 0,3 13 0,-3-23-19,0 1 0,1-1 0,-1 1 0,1-1 0,0 0 1,-1 0-1,1 1 0,1-1 0,-1-1 0,0 1 0,1 0 0,-1 0 0,1-1 0,0 0 0,0 1 0,0-1 0,6 3 0,-1-1 6,1-1 0,-1 0 0,1 0 0,0 0 0,0-1 0,16 1 0,58-1 61,-50-3-35,151-5 53,-87 1-253,99 7 1,-181 0 153,0 1 0,24 7 0,-27-6-64,0-1 0,0-1 0,0 0 0,19 1 0,-30-3-22,0 0 0,-1 0 0,1-1 0,0 1 0,-1 0 0,1-1 0,0 1 0,-1-1 0,1 1 0,-1-1 0,1 1 0,-1-1 1,1 1-1,-1-1 0,1 1 0,-1-1 0,0 0 0,1 1 0,-1-1 0,0 0 0,1 1 0,-1-1 0,0 0 0,0 1 0,0-1 0,0 0 0,1 1 0,-1-1 0,0 0 0,0 0 0,-1-1 0,1-33-4479,-1 22 1924,1-10-2324</inkml:trace>
</inkml:ink>
</file>

<file path=ppt/ink/ink8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3:06:07.1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6275,'0'0'5677,"0"28"-4642,0 185 1081,0 276 1656,3-473-3848,0-16-240,-1-14-295,8-157-5317,-10 110 1587</inkml:trace>
</inkml:ink>
</file>

<file path=ppt/ink/ink8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3:06:07.5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7988,'0'0'6397,"32"6"-5882,107 25 69,-126-27-479,-1 0-1,0 1 1,0 0-1,0 0 0,-1 2 1,0-1-1,0 1 0,16 14 1,-6-4 71,27 19 176,3-2 0,68 35 0,-81-54-208,-39-24-600,-2 5 401,-1 0-1,1 0 1,-1 1 0,1-1 0,-1 1-1,0 0 1,0 0 0,0 1 0,-1-1-1,1 1 1,0 0 0,-1 0 0,0 0-1,1 1 1,-1-1 0,0 1 0,-7 0-1,-13-2 41,1 1 0,-34 2-1,33 0-69,19 0 76,-1 0-1,1 1 1,0 0-1,-1 0 1,1 1-1,0 0 1,-1 0-1,1 0 1,1 1-1,-1-1 1,0 2-1,0-1 1,1 1 0,0-1-1,0 1 1,0 1-1,0-1 1,1 1-1,-6 7 1,-10 13 38,0 1 0,2 0 0,-22 45 0,-36 93 159,72-155-180,-44 117 211,62-163-2237,3 1 0,29-50 0,-2 10-3350</inkml:trace>
</inkml:ink>
</file>

<file path=ppt/ink/ink8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3:06:07.8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142 26 6211,'0'0'9383,"-1"35"-7873,-2 214 1014,3-129-801,0-115-1677,0-1 0,0 0 0,0 0 0,1 0 0,0 1 0,-1-1-1,1 0 1,1 0 0,1 4 0,-3-7-37,2 1 0,-1-1 0,0 0 0,0 0 0,0 1 0,0-1 0,1 0 0,-1 0 0,1 0 0,-1 0 0,1-1 0,-1 1 0,1 0 0,-1-1 0,1 1 0,0-1 0,-1 1 0,1-1 0,0 0 0,-1 0 0,1 0 0,0 0 0,3 0 0,-2 0-12,1 0-1,-1-1 1,0 1 0,1-1-1,-1 0 1,0 0 0,1 0-1,-1-1 1,0 1 0,0-1-1,0 1 1,0-1 0,0 0-1,-1 0 1,1-1-1,-1 1 1,1 0 0,-1-1-1,3-4 1,3-4-119,-1 0 1,0-1-1,8-19 0,-11 22-2,8-19-512,-1 1-1,-2-1 1,7-30-1,-13 41 178,0-1 0,-1 1 0,-1 0 0,0-1 0,-2 1 0,-3-28-1,4 41 387,-1 0-1,0 0 1,-1 0-1,1 0 0,-1 0 1,0 0-1,1 0 0,-2 1 1,1-1-1,0 1 0,-1-1 1,0 1-1,1 0 1,-1 0-1,-5-4 0,2 3 39,1 1 0,-1-1 0,0 1-1,0 0 1,-1 1 0,1-1 0,0 1 0,-1 0 0,-7 0-1,2 0 40,0 1 0,-1 0 0,1 1-1,0 0 1,-1 1 0,1 0 0,0 1-1,0 1 1,0 0 0,-18 7 0,-14 11-538,5-6-2083</inkml:trace>
</inkml:ink>
</file>

<file path=ppt/ink/ink8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3:06:19.59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232 37 4034,'0'0'5018,"0"-6"-4185,0-11-220,0 3 3821,0 16-4424,-1-1 0,1 1 0,0 0-1,-1-1 1,1 0 0,-1 1 0,0-1 0,0 1-1,1-1 1,-1 0 0,-2 2 0,-3 7 14,-21 64 9,2 0 0,-19 107 0,16-65-10,-6 9 14,-19 81-31,51-195-49,0 0 1,1 21-1,1-31-195,7-65-7861,-3 27 1789</inkml:trace>
</inkml:ink>
</file>

<file path=ppt/ink/ink8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3:06:19.987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0 4114,'0'0'6136,"20"38"-4711,64 127-177,-27-30 68,-38-86-863,77 160 801,-52-120-863,38 114 0,-75-185-387,-5-12-12,0 0 0,0 0 0,0 0-1,0 1 1,-1-1 0,0 8-1,-23-22-5025,0-17 981</inkml:trace>
</inkml:ink>
</file>

<file path=ppt/ink/ink8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3:06:20.365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47 9925,'0'0'3233,"284"0"-2673,-176-13-560,-11-7-688,-19 6-5187</inkml:trace>
</inkml:ink>
</file>

<file path=ppt/ink/ink8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3:06:21.04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38 12 1153,'0'0'8756,"0"-11"-4848,-7 462-2097,-1-2-975,8-481-3439,-1 0 0,-9-54 0,3 54-1242,3-4-965</inkml:trace>
</inkml:ink>
</file>

<file path=ppt/ink/ink8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3:06:21.605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72 156 2721,'0'0'3490,"0"-12"-3050,0-42 406,0 5 2814,0 47-3630,0 1 0,0 0 1,0 0-1,0 0 0,1 0 0,-1 0 0,0 0 0,1 0 0,-1-1 1,1 1-1,-1 0 0,1 0 0,0 1 0,-1-1 0,1 0 1,0 0-1,0 0 0,0 0 0,0 1 0,-1-1 0,3-1 1,1 0-2,-1 0 1,1 1 0,0-1 0,0 1 0,0 0 0,6-2 0,6 1 36,0 0 0,21 1-1,-37 1-60,15 0 127,-9 0-71,-1-1 1,0 1 0,0 0 0,1 0 0,-1 1 0,0 0-1,0 0 1,0 0 0,0 0 0,0 1 0,0 0-1,0 0 1,0 0 0,-1 0 0,5 4 0,-3-1 36,0 0 1,-1 0 0,0 1-1,0-1 1,0 1-1,0 0 1,-1 1 0,0-1-1,-1 1 1,1 0 0,-1 0-1,-1 0 1,3 7-1,-2 3 207,0 1-1,-1-1 1,0 0-1,-3 31 0,0-36-203,0-1 0,-1 1 0,-1-1 0,1 0 0,-2 0 0,0 0 0,0 0 0,-1 0 0,0-1 0,-10 14 0,0-3-31,0-1-1,-2 0 1,-29 27 0,39-41-68,3-1-3,-1-1 0,0 1 0,-1-1 0,1 0 0,-1 0 0,1-1 0,-1 0 0,0 0 0,0 0 0,0-1 0,-9 3 0,36-25-1141,-10 14 1075,0 1 0,0 0 0,1 1 0,-1 0-1,1 0 1,0 2 0,0-1 0,21 0 0,-24 2 84,0 0 0,1 1 0,-1 1 1,0-1-1,0 1 0,0 1 0,0 0 0,0 0 0,-1 1 0,1 0 0,-1 0 0,16 9 0,-17-6 30,0 0 0,-1 0-1,1 0 1,-1 1-1,0 0 1,-1 0 0,0 1-1,0-1 1,0 1 0,-1 0-1,-1 1 1,1-1-1,-1 1 1,3 14 0,-2-6 29,-2 0 0,0 0 1,0 0-1,-2 0 0,0 0 1,-1-1-1,-4 20 0,4-29-67,0-1 1,-1 0-1,0 1 0,0-1 0,0 0 0,-1 0 1,0-1-1,0 1 0,-1-1 0,1 1 0,-1-1 0,-9 9 1,6-8-27,0 0-1,0-1 1,0 0 0,-1 0 0,0-1 0,0 0 0,0 0 0,-12 3 0,-7-1-429,0 0 0,0-2 0,0 0-1,-56-2 1,75-2 189,0 0-1,0-1 1,0 1-1,0-2 1,0 1-1,0-1 1,0-1-1,1 1 1,-1-1-1,1 0 1,-1-1-1,1 0 1,0 0-1,0-1 1,1 0-1,0 0 1,-1 0-1,2-1 0,-1 0 1,-6-8-1,-13-28-2159</inkml:trace>
</inkml:ink>
</file>

<file path=ppt/ink/ink8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3:06:53.56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393 9 5683,'0'0'5653,"2"-9"-3007,-12 21-2619,0-1 0,1 1-1,1 1 1,0-1 0,1 1-1,-6 15 1,-3 3 8,-198 443 392,151-297 9,53-139-299,1 1-1,-8 67 0,16-90-699,3-32-701,2 0-1049,10-31 0,-11 39 1456,8-32-3451</inkml:trace>
</inkml:ink>
</file>

<file path=ppt/ink/ink8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3:06:53.992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3 4626,'0'0'4954,"6"-1"-4348,-5 1-563,0-1 1,0 1-1,0 0 1,0-1-1,0 1 0,0 0 1,0 0-1,0 0 1,1 0-1,-1 0 1,0 1-1,0-1 0,0 0 1,0 0-1,0 1 1,0-1-1,0 0 0,0 1 1,0-1-1,0 1 1,0 0-1,0-1 1,0 1-1,0 0 0,-1-1 1,3 3-1,-1 1 116,0 1-1,0 0 0,0-1 1,-1 1-1,1 0 1,0 9-1,51 331 3528,-38-212-2809,47 184 0,-60-310-890,6 20 45,-8-26-42,0 0 0,0-1 0,1 1 0,-1 0 0,0 0 0,1 0 0,-1-1 0,1 1 0,-1 0 0,1-1 0,-1 1 0,1 0 0,-1-1 0,1 1 0,-1-1 0,1 1 0,0 0 0,-1-1 0,1 0 0,0 1 0,0-1 0,1 1 0,-7-31-9373,-8 6 4896</inkml:trace>
</inkml:ink>
</file>

<file path=ppt/ink/ink8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3:06:54.41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17 9444,'0'0'3090,"220"7"-1922,-135-7-655,-6 0-513,-23-3-161,-19-4-1936,-15-7-4065</inkml:trace>
</inkml:ink>
</file>

<file path=ppt/ink/ink8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3:06:54.795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73 1 6371,'0'0'4255,"-3"3"-3863,-3 2-114,0 0-1,1 0 1,0 1-1,0 0 1,0 0-1,1 1 1,0-1-1,0 1 1,0 0-1,1 0 1,0 0-1,1 0 1,0 1-1,0-1 1,-2 13-1,1 6 477,1 0-1,1 0 1,4 37-1,-2-62-734,-1 1 0,0 0 0,1 0-1,0 0 1,-1-1 0,1 1 0,0 0-1,0-1 1,0 1 0,0 0-1,1-1 1,-1 1 0,0-1 0,0 0-1,1 1 1,-1-1 0,1 0-1,-1 0 1,1 0 0,0 0 0,-1 0-1,1 0 1,0-1 0,0 1 0,0-1-1,-1 1 1,1-1 0,0 1-1,0-1 1,0 0 0,2 0 0,4 1-12,1-1 0,-1 0 0,0 0 0,1-1 0,-1 0 0,8-2 0,-10 1-59,0 0 1,0-1-1,0 0 1,-1 0-1,1 0 1,-1-1-1,0 0 1,0 0 0,0 0-1,-1 0 1,1-1-1,-1 0 1,0 0-1,0 0 1,-1 0-1,0 0 1,0-1-1,3-6 1,-3 5-183,1-1 0,-2 0 1,1 0-1,-1 0 0,0 0 1,-1 0-1,0 0 0,0 0 0,0 0 1,-1-1-1,-1 1 0,1 0 1,-4-13-1,3 18 250,0 1 0,0 0 0,0-1 1,-1 1-1,1 0 0,-1 0 0,1 0 0,-1 0 0,0 0 1,0 1-1,0-1 0,0 0 0,0 1 0,0 0 0,0-1 1,0 1-1,-1 0 0,1 0 0,-3-1 0,-5-1 290,1 0 0,0 1 0,-15-2 0,1 2 607,-33 2-1,27 0-995</inkml:trace>
</inkml:ink>
</file>

<file path=ppt/ink/ink8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3:07:23.15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363 0 6819,'0'0'3826,"0"6"-2946,-1 3-694,-1-1 0,0 1 0,0 0 0,0-1 0,-1 1 1,-1-1-1,1 0 0,-1 0 0,-5 8 0,-12 27-32,-121 360 685,102-276-353,3-22-39,-17 55 53,43-121-380,-12 80 1,21-61 28,2-56-142,0-2-8,0 0 0,-1 0-1,1 0 1,0 1 0,0-1 0,0 0 0,0 0-1,0 0 1,0 0 0,0 0 0,0 1 0,0-1-1,0 0 1,0 0 0,0 0 0,0 0-1,0 0 1,0 0 0,0 1 0,0-1 0,0 0-1,0 0 1,1 0 0,-1 0 0,0 0-1,0 1 1,0-1 0,0 0 0,0 0 0,0 0-1,0 0 1,0 0 0,0 0 0,1 0-1,-1 0 1,0 0 0,0 1 0,0-1 0,0 0-1,0 0 1,0 0 0,1 0 0,-1 0 0,0 0-1,0 0 1,0 0 0,0 0 0,0 0-1,0 0 1,1 0 0,-1 0 0,0 0 0,0 0-1,0 0 1,0 0 0,0 0 0,1 0-1,-1 0 1,3-1-22,-1 1 1,0 0 0,0-1 0,1 0 0,-1 1 0,0-1 0,0 0 0,0 0 0,0 0 0,0-1 0,0 1 0,0 0 1,0-1-1,0 1 0,0-1 0,-1 0 0,1 1 0,-1-1 0,1 0 0,1-3 0,5-8-533,-1 0 0,6-14 0,-11 22 239,11-24-3271,15-51 0,-16 26-1620</inkml:trace>
</inkml:ink>
</file>

<file path=ppt/ink/ink8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3:07:23.597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46 4530,'0'0'4938,"8"-6"-4468,26-20-27,-32 24-369,1 1 1,-1-1-1,0 1 1,1 0 0,-1 0-1,0 0 1,1 0-1,-1 0 1,1 0 0,0 1-1,-1-1 1,1 1-1,0 0 1,-1 0-1,1 0 1,0 0 0,4 1-1,6-1 489,-12 0-531,0 1 1,0-1-1,0 0 1,0 1 0,0-1-1,0 0 1,0 1 0,0-1-1,-1 1 1,1-1-1,0 1 1,0 0 0,0-1-1,0 1 1,-1 0 0,1 0-1,0 0 1,-1-1-1,1 1 1,-1 0 0,1 0-1,-1 0 1,1 1 0,10 28 369,-8-21-221,10 39 256,-2 1 1,-3 0-1,3 52 1,-4-37-19,96 556 2723,-90-577-2978,18 43-1,-16-45-100,-11-33-52,-3-7-73,-2-5-810,-1 1 460,1-1 1,0 0 0,-1 0 0,0 1 0,0-1 0,0 1 0,0 0 0,-1-1 0,1 1 0,-1 0 0,-4-4-1,-1-2-836,-23-26-3599,-5 1-2330</inkml:trace>
</inkml:ink>
</file>

<file path=ppt/ink/ink8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3:07:23.959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0 9172,'0'0'2497,"190"37"-1168,-89-30-145,-1-7-815,-6 0-369,-16 3-465,-18-3-1952,-19 0-4930</inkml:trace>
</inkml:ink>
</file>

<file path=ppt/ink/ink8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3:07:24.340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0 262 7027,'0'0'5923,"20"-25"-5880,59-80-49,-75 100 106,-1 0 0,1-1 1,-1 1-1,0-1 0,-1 0 0,1 0 0,-1 0 0,0 0 0,-1 0 0,1 0 0,-1 0 1,-1-1-1,1 1 0,-1 0 0,0-1 0,-1-10 0,-1-2 127,1 157 873,1 114 474,20-3-1281,-18-236-1404,1 0 0,6 19 1</inkml:trace>
</inkml:ink>
</file>

<file path=ppt/ink/ink8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3:07:28.650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27 25 2401,'0'0'5173,"-15"1"-1827,13 3-3238,0-1 0,1 1 1,-1-1-1,1 1 1,0-1-1,0 1 0,0 5 1,1-7 174,0-10-19,0-27-22,0 34-73,9 1-92,10 1 100,27 0-178,-44-1 30,0 0 0,0 0 0,0-1 1,0 1-1,0 0 0,0-1 0,0 0 0,0 1 1,0-1-1,-1 0 0,1 0 0,0 0 0,0 0 1,-1 0-1,1-1 0,2-1 0,-4 2-3,1 1 1,-1-1-1,1 1 0,-1-1 0,1 1 0,-1 0 0,1-1 1,-1 1-1,1 0 0,-1-1 0,1 1 0,-1 0 1,1 0-1,-1 0 0,1-1 0,0 1 0,-1 0 1,1 0-1,-1 0 0,1 0 0,0 0 0,-1 0 0,1 0 1,-1 0-1,1 0 0,0 0 0,-1 1 0,1-1 1,-1 0-1,1 0 0,-1 1 0,1-1 0,-1 0 0,1 0 1,-1 1-1,2 0 0,16 16 23,-16-15 59,1 2-75,1-2 0,0 1 0,-1 0 0,1-1 0,0 1 0,0-1 0,0 0 1,0 0-1,1-1 0,-1 1 0,8 0 0,1 0 20,0 0 1,21-2 0,-31 0-38,-2 1-11,0-1 0,0 0 0,0 0 0,1 0 0,-1 0 0,0 0 0,0 0 0,0 0 1,0 0-1,0 0 0,0 0 0,0-1 0,0 1 0,0 0 0,0-1 0,0 1 0,0-1 1,0 1-1,0-1 0,0 1 0,0-1 0,-1 0 0,1 1 0,0-1 0,0 0 0,-1 0 1,1 1-1,0-1 0,-1 0 0,1 0 0,-1 0 0,1 0 0,-1 0 0,1 0 0,-1 0 1,0 0-1,0 0 0,1 0 0,-1 0 0,0 0 0,0 0 0,0 0 0,0-1 0,0 1 1,0 0-1,-1-1 0,1 1-173,-1 1 147,0 0 0,0 0 0,-1 0 0,1 0 0,0 0 0,0 0 0,-1 1 0,1-1 0,0 0 0,0 1 0,-1-1 0,1 1 0,0-1 0,0 1 0,0 0 0,0-1 0,0 1 0,0 0 0,0 0 0,0 0 0,0 0 0,0 0 0,-1 2 0,1-1-160,0 1 0,0-1 0,1 1 0,-1-1 0,1 1 0,-1 0 0,1-1 0,0 1 1,0 4-1</inkml:trace>
</inkml:ink>
</file>

<file path=ppt/ink/ink8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3:08:05.485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303 108 2001,'0'0'4786,"9"-14"-3900,31-43 192,-38 55-906,-1-1-1,1 1 1,-1 0 0,0 0 0,0-1 0,0 1 0,0 0 0,0-4-1,-4-6 3573,-31 61-3673,-32 56-25,-55 154 373,81-168-280,15-36-77,5-15-35,3 1-1,-15 48 0,27-55-20,5-32-54,3-7-403,53-105-4538,-36 64 1937</inkml:trace>
</inkml:ink>
</file>

<file path=ppt/ink/ink8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3:08:05.91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9 2369,'0'0'5869,"3"-2"-5284,-3 1-538,1 1 1,0-1-1,0 0 1,0 1 0,-1-1-1,1 1 1,0-1-1,0 1 1,0 0 0,0-1-1,0 1 1,0 0-1,0-1 1,0 1-1,0 0 1,0 0 0,0 0-1,0 0 1,0 0-1,1 0 1,0 1 29,-1 0 0,1 0 0,-1 0 0,0 0 0,0 1 0,1-1 1,-1 0-1,0 0 0,0 1 0,0-1 0,0 1 0,-1-1 0,1 1 0,1 1 0,20 47 787,-3 1 0,-1 1 0,11 60 0,-28-111-859,62 279 2357,19 71-1136,-78-327-1202,-4-23-59,-4-2-189,0 1 0,-1-1 0,1 0 1,-1 0-1,1 0 0,0-1 0,0 0 0,0 0 0,0 0 0,0 0 0,0 0 0,1-1 0,-1 1 0,1-1 0,-1 0 0,-3-5 0,-5-6-1881,0 0-1,-15-26 0,22 33 1228,-21-30-3943</inkml:trace>
</inkml:ink>
</file>

<file path=ppt/ink/ink8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3:08:06.27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0 4402,'0'0'10581,"232"71"-9781,-154-71-688,-3 0-112,-16 0-208,-18 0-1953,-15 0-4322</inkml:trace>
</inkml:ink>
</file>

<file path=ppt/ink/ink8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3:08:07.17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0 13958,'0'0'881</inkml:trace>
</inkml:ink>
</file>

<file path=ppt/ink/ink8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3:08:27.499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 11 7251,'0'0'5035,"4"0"-4814,3 0-113,5 1 363,0-1 0,-1-1 0,1 0 0,13-4 0,-23 4-459,-1 1 0,1-1 0,0 1 0,0-1 0,-1 1 0,1-1 0,0 1 0,0 0 0,0 0 0,-1 0 0,1 0 0,0 0 0,0 0 0,0 0 0,-1 1 0,1-1 0,0 1 0,0-1 0,-1 1 0,1 0 0,0 0 0,-1-1 0,1 1 0,-1 0 0,1 1 0,-1-1 0,0 0 0,1 0 0,-1 0 0,0 1 0,0-1 0,0 1 0,0-1 0,0 1 0,0-1 0,0 1 0,0 0 0,0 2 0,2 6 134,-1 0-1,-1 0 1,0 0-1,0 0 1,-1 17 0,0-16 48,-1-6-168,1 0-1,-1-1 0,0 1 1,0-1-1,0 1 1,0-1-1,-1 1 1,0-1-1,0 0 0,0 0 1,0 0-1,-1 0 1,1 0-1,-1-1 0,0 1 1,-6 5-1,-5 3 9,0-1-1,-31 20 1,9-8 7,35-23-42,1 1 1,0-1-1,-1 0 1,1 0-1,0 0 1,-1 1 0,1-1-1,0 0 1,-1 0-1,1 1 1,0-1-1,0 0 1,-1 1-1,1-1 1,0 0-1,0 1 1,-1-1-1,1 0 1,0 1-1,0-1 1,0 1-1,0-1 1,0 0-1,0 1 1,0-1 0,0 1-1,0-1 1,0 0-1,0 1 1,0-1-1,0 1 1,0 0-1,12 6 18,20 0 70,-32-6-82,58 4-453,101-5-1,-75-1-2760,-61 1-1654</inkml:trace>
</inkml:ink>
</file>

<file path=ppt/ink/ink8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3:07:08.83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54 288,'0'0'2876,"0"-3"-2761,0-15 1037,0-4 4827,0 21-5899,26-5 587,-22 5-631,0 1 1,0-1-1,-1 1 0,1-1 1,0 1-1,0 0 1,6 2-1,6-1 9,346-5 195,-343 14-256,2-6-11,34 14 0,-42-13 31,1 0-1,0-1 1,1 0-1,-1-2 1,0 1-1,16-1 1,11 0-5,63 11 0,-74-8 0,68 4-26,157-6 0,-142-4 17,10 1 1216,-119 1409 1369,-8 92-2068,15-1350-523,-9-88 10,-1-27 2,-5 66 0,-10-31 18,-2 21-11,3-24-4,-12 52-17,25-119 18,-2 8-7,1 1 1,0 0-1,1-1 1,1 20 0,1-1-2,-2-24 9,0 0 0,1 1 0,0-1 0,0 0 0,0-1 0,0 1 0,1 0 0,-1 0 0,1 0 0,0-1 0,0 1 0,0-1 0,1 0 0,-1 1 0,1-1 0,0 0 0,6 5 0,1-1 6,0 1 0,1-1 0,0-1 0,19 9 0,-22-12-12,1-1-1,-1 0 1,1-1 0,0 0 0,0 0-1,0-1 1,0 0 0,11-2-1,10 1 134,6 2-171,0-2-1,0-2 1,37-7 0,-26 2 30,0 2 0,1 3 1,72 3-1,18-1 2,-51-8-43,-54 4 2,40 0 1,122 5-19,-166 7-7,-64-7-3874,-4 0-2151</inkml:trace>
</inkml:ink>
</file>

<file path=ppt/ink/ink8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3:07:11.81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9 64 112,'0'0'2404,"0"-6"-1921,0-41 1440,0 46-1987,-1 1-99,-6-3 2210,7 3-1948,0 0 0,0 0 0,0-1 0,0 1 0,0 0 0,1-5 2078,0 4-2078,25 2 185,0 1-1,0 1 1,28 7-1,-37-7 153,31 1 0,7 1-118,-24 0 64,0-2-1,1-1 1,45-3-1,-77 2-276,0 0-102,0-1-1,0 0 1,0 0 0,0 0-1,0 1 1,0-1-1,0 0 1,0 0 0,0 0-1,0 0 1,0 1 0,0-1-1,0 0 1,0 0 0,0 0-1,0 1 1,0-1 0,0 0-1,0 0 1,0 0 0,0 0-1,0 0 1,-1 1 0,1-1-1,0 0 1,0 0-1,0 0 1,0 0 0,0 0-1,-1 0 1,1 1 0,0-1-1,0 0 1,0 0 0,0 0-1,-1 0 1,1 0 0,0 0-1,0 0 1,0 0 0,0 0-1,-1 0 1,-31 0 181,31 0 5,1 1-344,0 1 132,-1-1 1,1 0 0,0 1 0,0-1-1,0 0 1,1 1 0,-1-1-1,0 1 1,0-1 0,1 0-1,-1 0 1,2 2 0,0-1 15,1 0-1,-1 0 1,1-1 0,0 1 0,0-1-1,0 0 1,0 0 0,0 0 0,0 0-1,0-1 1,5 1 0,39 1-85,-35-2 140,36 7 16,75-7-259,-74 6 201,107-6-22,-155 0 16,-1 1-64,0 1 48,12 11-175,-6-8 152,-4-2 11,0 0 0,0 0 0,0 0 0,-1 0 0,1 0 0,-1 0-1,0 0 1,0 1 0,0-1 0,0 0 0,-1 1 0,1 4 0,-1 48-20,-1-14 133,16 82-9,-1-24-42,6 48 15,2 24 27,-19-87-57,-4-55-8,2 1 0,2-1 0,0 0 0,2 0 0,10 33 0,15 43 29,-29-102-42,0 0 0,1 0-1,0 0 1,0 0 0,0 0-1,0 0 1,0 0 0,1-1 0,0 0-1,0 1 1,0-1 0,0 0-1,0 0 1,1 0 0,-1-1-1,1 1 1,0-1 0,-1 0-1,1 0 1,0 0 0,1-1-1,7 3 1,6 0 71,0 0-1,1-1 1,33 2 0,78 6 34,25 2-60,359-6 19,-481-4-74,0 2-1,-1 1 1,33 10 0,-36-8 19,2-1 1,-1-1 0,56 3-1,257-6 68,-186 11-59,-37-8 93,-31-6 1038,-87-39-1378,0-14-5052,-2 11-1699</inkml:trace>
</inkml:ink>
</file>

<file path=ppt/ink/ink8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3:07:13.84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109 54 2513,'0'0'3026,"0"-8"-2706,0-38 1969,0 48-2036,7 199 3205,-2 136-2727,-6-195-358,-3 358 172,-5-358-522,-1 1-76,10 191 88,0-326-50,-1 0 1,0 0-1,-1 0 1,-3 12-1,2-13-16,1 0-1,1 0 1,-1 1 0,1 9-1,1-16 14,11-1-406,269 0 869,-267-1-415,1 0 0,0-1-1,-1-1 1,16-4 0,22-5 64,-6 6-15,85 1-1,-116 5-43,-1-2 0,0 0-1,0 0 1,0-1 0,-1-1 0,1 0-1,-1-1 1,0 0 0,0-1 0,17-11-1,11-10 27,55-48-1,-57 44-37,-10 6 18,0-2 0,-2-1 0,-1-1 0,-1-1 0,-2-1 0,-1-1 0,32-65 0,-41 73 63,3-5 150,-1-1 0,-1-1 0,11-40 1,-17 31-92,-2-1 0,-1 0 1,-4-78-1,-1 55-192,1 54 49,-1 0 1,0 1-1,-1-1 1,0 0-1,0 1 1,-1 0 0,-5-11-1,-34-60 174,14 30-165,-2-12 61,-71-102 1,73 123-75,13 19-23,0 1 0,-27-28 0,22 31-54,0 1 1,-1 1 0,-1 1-1,-33-18 1,-100-40 264,104 50-245,13 4 48,27 13-6,0 0 0,0 1 0,0 0 0,-1 1 1,0 1-1,1-1 0,-1 2 0,-1-1 0,-13 0 1,-57 2-67,-94 3 63,165 0-1,0 0 0,0 1 0,1 0 0,-21 9 1,22-8 6,1 0 1,-1-1 0,-1 0-1,1-1 1,0 0 0,-15 1 0,22-3-44,0 0 0,1 0 1,-1 0-1,0 1 0,1-1 0,-1 1 1,0-1-1,1 1 0,-1 0 1,1 0-1,-1 0 0,1 0 1,-1 1-1,1-1 0,0 1 0,0-1 1,-1 1-1,1 0 0,0 0 1,1 0-1,-1 0 0,-2 3 1,2-1-653,0 1 1,0 0-1,0-1 1,0 1 0,1 0-1,0 0 1,0 0 0,0 0-1,1 1 1,-1 8 0,1 9-4833</inkml:trace>
</inkml:ink>
</file>

<file path=ppt/ink/ink9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3:07:15.38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57 135 4114,'0'0'1977,"-8"0"-1900,-40 17 6964,56-19-6952,0 1 1,0 1-1,0 0 1,1 0-1,8 1 1,11 1-56,923-2-2,-931 0-56,0 1 0,-1 1 0,39 8 0,-14-2-132,0-3 1,1-1-1,74-4 0,-63 0 69,384 0-84,-273-10-119,-54 2 220,31 0-28,118-3 353,-183 11 919,-81-17-781,-5 11-364,0 0 1,0 1 0,0 0-1,-1 0 1,0 1 0,-9-5 0,16 9-12,1 0 0,-1 0 0,1 0 0,-1 1 0,1-1 0,-1 0 0,1 0 1,-1 0-1,1 0 0,-1 1 0,1-1 0,-1 0 0,1 0 0,-1 1 0,1-1 1,0 0-1,-1 1 0,1-1 0,0 0 0,-1 1 0,1-1 0,0 1 0,-1-1 0,1 1 1,0-1-1,0 0 0,-1 1 0,1-1 0,0 1 0,0-1 0,0 1 0,0-1 1,0 1-1,0-1 0,0 1 0,0-1 0,0 1 0,0-1 0,0 2 0,-3 25 510,3-24-420,0 111 1669,0-113-1759,0 1 1,0 0-1,1 0 0,-1-1 0,0 1 1,1 0-1,-1-1 0,1 1 1,0-1-1,-1 1 0,1 0 0,0-1 1,0 1-1,0-1 0,0 0 1,0 1-1,0-1 0,0 0 0,1 0 1,-1 0-1,0 1 0,1-1 0,-1-1 1,1 1-1,-1 0 0,1 0 1,-1 0-1,4 0 0,2 0 24,-1 0 1,1 0-1,0 0 0,0-1 0,12-1 0,-13 1-11,-3-1-10,1 1 1,-1 0 0,0-1 0,0 0-1,0 0 1,0 0 0,0 0 0,0 0-1,0 0 1,0-1 0,-1 0 0,1 1-1,0-1 1,-1 0 0,1 0 0,2-4-1,-1 1-49,0 0-1,-1 0 0,0 0 0,0-1 1,0 1-1,-1-1 0,1 1 1,1-9-1,-1 0-167,0-1-1,-1 1 1,-1-1 0,0 1-1,-1-1 1,0 1 0,-3-15-1,2 25 215,1 1 0,-1 0 0,0-1-1,0 1 1,0 0 0,0 0-1,0 0 1,-1-1 0,0 1 0,1 1-1,-1-1 1,0 0 0,0 0-1,-1 1 1,1-1 0,-1 1 0,1 0-1,-1 0 1,0 0 0,1 0-1,-1 0 1,-4-1 0,-1 0 67,-1 0-1,1 1 1,-1 0 0,1 0 0,-1 1 0,1 1-1,-15-1 1,11 1-1848</inkml:trace>
</inkml:ink>
</file>

<file path=ppt/ink/ink9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3:06:45.21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21 3858,'0'0'2521,"0"-3"-2148,0-7 1,0 2 2481,11 12 31,42 3-2403,223 3-259,-244-9-220,39 8 0,11 0 52,2-3-14,52 2-6,-116-7-23,1 1 0,28 7 0,-26-4 33,29 1-1,89 0 117,112 9-52,-46-8 162,-14 0 182,-147-3-384,73 5 66,-101-9-117,10 0-6,1 0 0,-1-2 0,32-6 1,-3-7 635,-32 8-382,1 1 0,-1 1 0,1 2 0,28-2 0,-54 5-88,-15 0-422,10 0 77,-6 0-786,1 0 1,-1 1-1,1 0 0,-19 5 1,-25 17-5741</inkml:trace>
</inkml:ink>
</file>

<file path=ppt/ink/ink9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3:06:46.72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12 259 912,'0'0'3290,"0"-3"-3085,0 1-821,0 1 744,0 1 0,0 0 1,0-1-1,1 1 0,-1 0 1,0-1-1,0 1 0,0-1 1,0 1-1,-1 0 0,1-1 1,0 1-1,0-1 0,0 1 1,0 0-1,0-1 0,0 1 1,-1 0-1,1-1 0,0 1 1,-1-2 641,0 2-642,1 0 1,0-1-1,-1 1 0,1 0 1,0 0-1,-1 0 0,1 0 1,0-1-1,-1 1 0,1 0 1,-1 0-1,1 0 0,0 0 1,-1 0-1,-2 0 1344,3 0-1406,0-1 0,1 1 0,-1-1 0,0 1 0,0 0 0,1-1 0,-1 1 0,0-1 0,1 1 0,-1 0 0,1-1 0,-1 1 0,0 0 0,1-1 1,-1 1-1,1 0 0,-1 0 0,1 0 0,-1-1 0,1 1 0,-1 0 0,1 0 0,-1 0 0,1 0 0,-1 0 0,1 0 0,-1 0 0,1 0 0,0 0 0,23 0-155,-16 1 280,529-1 439,-377 6-520,-106-6-93,153-5 32,-101 1-45,9-1 8,119-11 10,393 16 82,-592-2 91,62-11 1,-63 7 89,65-3-1,12 9 66,-109-20-22,0-6-1988,-1-38 0,-1 37-1274,0-18-2708</inkml:trace>
</inkml:ink>
</file>

<file path=ppt/ink/ink9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3:06:48.68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102 0 4066,'0'0'3081,"0"6"-2737,15 236 5800,-4-102-5562,8 91-382,7 197 243,-28-249-315,4 192 107,7-258-216,0 38 7,-8-106-25,-3 0 0,-12 76 0,3-57-31,-4 96-1,12 66-43,3-220 73,0-3 24,1-1-1,0 1 1,0 0 0,1-1-1,-1 0 1,1 1 0,-1-1-1,1 0 1,-1 0 0,3 3 0,9 13-12,-10-13 2,-1 0-1,-1 0 1,1 0-1,-1 1 1,0-1-1,0 0 1,-1 1-1,1 6 0,1-12 19,0 0 0,-1 0 0,1 0 0,0 0-1,0-1 1,0 1 0,0-1 0,0 1 0,0-1-1,2-1 1,0-2-29,1 0-1,-1 0 0,0-1 1,0 1-1,4-7 0,-6 8-1,-1 0 1,1 0-1,0 0 0,1 1 0,-1-1 0,0 0 0,1 1 0,-1 0 0,1-1 0,0 1 1,0 0-1,0 0 0,0 1 0,0-1 0,0 1 0,1-1 0,-1 1 0,0 0 0,1 0 1,-1 1-1,1-1 0,3 0 0,95 0 129,-16-1 24,106 11 0,-135-2-67,1-2 0,0-3 0,68-7 0,-110 3-44,-1-2-1,1 0 1,0-1-1,-1 0 1,0-1-1,0-1 1,-1 0-1,20-14 1,3-5-6,59-53-1,-67 51-25,-2 0 0,34-46 0,38-70 116,-16 22 140,-45 70-141,-2-2-1,-2-1 1,49-112 0,-74 140-58,-2 1 0,0-1 0,-1 0 1,2-42-1,-4-113 87,-4 129-156,-1 33 28,-1 0 0,0 1 0,-2-1 1,0 1-1,-1-1 0,-10-22 0,-55-110 156,35 82-24,-107-202-4,119 236-166,0 1 0,-3 1 0,-1 1 0,-1 2 1,-39-35-1,30 39-35,0 2 0,-2 1 1,-68-31-1,-4-2 87,93 46-48,0 1 0,-1 1 0,0 1 0,0 0 0,0 1 0,-1 2 0,0 0 0,-1 1 0,1 1 0,-23-1 0,-277 4-109,307-1 121,1 0 1,0-1-1,-22-6 1,22 5-2,0 0 0,-1 1-1,-22-2 1,18 4-6,-77 4-48,82-3 44,-1 1 1,0 1-1,1 0 1,0 1-1,-16 6 1,24-8 5,-10 4-26,0 1 0,-19 13 0,30-19 20,1 1 0,-1 0 0,1 0 0,-1 0 0,1 0 0,0 0 0,0 0 0,0 1 0,0-1 0,0 1 0,1-1 0,-1 1 0,1 0 0,-1-1 0,1 1 0,0 0 0,0 0 0,1 0 0,-2 5 0,2-4-17,0-1-25,0 0 0,0 0 0,0 0 0,0 0 0,1 0 0,-1-1 0,1 1 0,0 0 0,1 3 0,-1-4 0,0-1-1,0 1 0,1-1 1,-1 1-1,1-1 0,-1 0 1,1 0-1,0 1 0,-1-1 1,1 0-1,0 0 0,0-1 1,0 1-1,0 0 0,0-1 1,3 2-1,11 1-651,0 0 1,18 1-1,54 0-3765</inkml:trace>
</inkml:ink>
</file>

<file path=ppt/ink/ink9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3:06:50.27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26 5378,'0'0'4661,"7"0"-4405,41 1 509,-1 1 0,53 9 0,-17 1-716,110 2 0,-161-13-27,280 41 867,-12-1-151,92-8 425,-16-32-817,-367-1-345,248-10 15,124 7 1913,-381-19-1953,0-84-1006,0 104 1016,-1 1-1,1-1 1,0 0 0,-1 1-1,1-1 1,-1 0-1,1 0 1,-1 1 0,0-1-1,1 1 1,-1-1-1,0 1 1,0-1 0,0 1-1,0-1 1,-1 1-1,1 0 1,0 0-1,-1 0 1,1-1 0,0 1-1,-1 1 1,1-1-1,-1 0 1,0 0 0,1 0-1,-1 1 1,0-1-1,1 1 1,-1-1-1,0 1 1,-2 0 0,-9-2 120,0 1 1,1 1 0,-23 1 0,12 0-149,21-1 51,-1 0 0,1 0 0,-1 0 1,1 0-1,0 1 0,-1-1 0,1 1 0,-1-1 1,1 1-1,0 0 0,0 0 0,-1 0 1,1 0-1,0 1 0,0-1 0,0 1 0,0-1 1,0 1-1,1-1 0,-1 1 0,0 0 1,1 0-1,-1 0 0,1 0 0,0 0 1,0 0-1,-1 0 0,1 1 0,1-1 0,-1 0 1,-1 3-1,0 7 63,0 1-1,1-1 1,1 0 0,-1 1 0,3 13 0,-1 4 106,-1-7 22,-1-11-29,1 0 0,0 0 0,1 0 0,3 15 0,-3-24-125,1 1-1,-1 0 1,1 0-1,-1-1 1,1 1 0,0-1-1,0 0 1,0 1-1,1-1 1,-1 0 0,1 0-1,0-1 1,0 1-1,0 0 1,0-1 0,7 4-1,-3-2 1,0-1 0,1 0-1,0 0 1,-1-1 0,1 0-1,0 0 1,0 0 0,9-1 0,6 0 36,35-3 0,-53 1-100,1 0-1,-1 0 1,0 0-1,0-1 0,0 0 1,0 0-1,0 0 0,-1-1 1,1 1-1,0-1 0,-1 0 1,0-1-1,0 1 0,0-1 1,0 1-1,-1-1 0,1 0 1,-1-1-1,0 1 0,0-1 1,-1 1-1,1-1 0,2-6 1,0-3-163,0 1 0,-1-1 0,0 0 1,-1 0-1,-1 0 0,0-1 0,0-20 0,-2-32-11,0 65 206,0 1-1,-1-1 1,1 1 0,0-1-1,0 1 1,-1 0-1,1-1 1,-1 1-1,1-1 1,-1 1 0,0 0-1,1 0 1,-1-1-1,0 1 1,0 0-1,0 0 1,0 0 0,0 0-1,0 0 1,0 0-1,0 0 1,-1 0 0,1 0-1,0 1 1,-1-1-1,1 0 1,0 1-1,-1-1 1,1 1 0,0 0-1,-1-1 1,-1 1-1,-7-2 137,0 1-1,1 1 1,-1 0-1,-10 1 0,1-1 33,1 1 22,1-1 0,-24 5 1,35-4-340,0 1 0,0-1 1,0 1-1,0 0 1,1 1-1,-1-1 1,0 1-1,1 0 1,0 1-1,-6 4 1</inkml:trace>
</inkml:ink>
</file>

<file path=ppt/ink/ink9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3:07:49.99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214 3496 2001,'0'0'5000,"-2"-20"-1055,-1 15-3762,0 1 0,-1 0 0,1 0 0,-1 0-1,0 1 1,0-1 0,-9-4 0,-11-11 259,17 14-380,0 0 1,0 0-1,-1 0 0,1 1 0,-1 0 0,0 1 1,0 0-1,0 0 0,-1 0 0,1 1 0,-1 1 1,1-1-1,-1 1 0,1 1 0,-14 0 0,21 0-51,1 0 0,-1 0 0,1 0 0,0 0 1,-1 1-1,1-1 0,-1 0 0,1 0 0,0 0 0,-1 1 0,1-1 0,0 0 0,0 0 0,-1 1 0,1-1 0,0 0 0,-1 1 0,1-1 0,0 0 0,0 1 0,0-1 0,-1 0 0,1 1 0,0-1 0,0 1 0,0-1 0,0 0 0,0 1 0,0-1 0,0 1 0,0-1 0,0 1 1,0 19 334,0-11-206,0 10 242,-1-3-73,1 0 0,1 0 1,1-1-1,4 22 0,-5-33-268,0 0 1,0 0-1,1 0 1,0 0-1,0 0 1,0 0-1,0 0 0,0-1 1,1 1-1,0-1 1,0 0-1,0 0 0,0 0 1,0 0-1,0 0 1,1-1-1,-1 1 0,1-1 1,0 0-1,0 0 1,5 1-1,-2-1-7,-1 0 0,2 0 0,-1-1 0,13 0 1,-18-1-31,0 1 0,0-1 0,0 0 0,0 0 1,0-1-1,0 1 0,0 0 0,0-1 0,0 1 1,0-1-1,0 1 0,0-1 0,0 0 0,0 0 1,0 0-1,0 0 0,-1 0 0,1-1 0,0 1 1,2-3-1,-1-3-104,-1 0-1,0 0 1,-1-1 0,0 1-1,0 0 1,0 0 0,-1-1-1,0 1 1,0 0 0,-1-1-1,0 1 1,0 0 0,0 0-1,-5-13 1,3 17 64,1-1 1,-1 1-1,0 0 0,0-1 0,0 1 0,0 1 0,-1-1 1,1 0-1,-1 1 0,0 0 0,1 0 0,-1 0 1,0 0-1,0 1 0,0-1 0,-9-1 0,-3 0 26,0 1-1,0 1 1,-20 0-1,35 2 29,1-1 0,-1 0 0,1 0 0,0 1 0,-1-1 0,1 1 0,0-1 0,-1 0-1,1 1 1,0-1 0,-1 1 0,1-1 0,0 0 0,0 1 0,0-1 0,-1 1 0,1-1 0,0 1 0,0-1 0,0 1-1,0-1 1,0 1 0,0-1 0,0 1 0,0-1 0,0 1 0,0 18-296,1-16-595,25-5 876,-25 1 17,0 0-1,1-1 1,-1 1 0,0-1-1,0 1 1,0-1 0,0 1-1,0-1 1,0 0 0,0 1 0,0-1-1,-1 0 1,1 0 0,-1 0-1,1-3 1,2-34 197,-2 26-138,4-461-4,-7 273-190,2-270 176,8 363-37,-1 2-16,-10-108-1,3-154 154,7 290-148,3 0-1,28-102 1,-29 137-14,-3 0 1,2-57-1,-7-91 4,-2 90-2,-11-95-14,12-197-35,-4 364 0,2 28 48,1 1-56,1 2-8,0 1 68,1 0 0,0 0 0,0-1 0,0 1 0,0 0 0,0 0 0,0-1 0,1 1 0,-1-1 0,1 0 0,0 1 0,0-1 0,0 0-1,0 0 1,0 0 0,0 0 0,1 0 0,2 1 0,5 4 3,1 0-1,-1-1 1,13 5-1,-7-5 5,0-2-1,1 0 0,0-1 1,-1 0-1,1-2 0,33 0 1,2 1-4,108 11 3,78 5-54,-81-6 44,-158-12 1,1 0 1,-1 0 0,1 0 0,-1 1 0,1-1 0,-1 0 0,1 0 0,-1 0 0,1 1 0,-1-1 0,1 0 0,0 1 0,-1-1 0,1 0 0,-1 1 0,1-1 0,0 1-1,-1-1 1,1 0 0,0 1 0,0-1 0,-1 1 0,1-1 0,0 1 0,0-1 0,0 1 0,-1-1 0,1 1 0,0-1 0,0 1 0,0-1 0,0 1 0,0-1 0,0 1-1,0-1 1,0 1 0,0-1 0,0 1 0,1 0 0,-1-1 0,0 0 0,0 1 0,0-1 0,1 1 0,-1-1 0,0 1 0,0-1 0,1 1 0,-1-1 0,1 0 0,-1 1-1,0-1 1,1 1 0,-1-1 0,1 0 0,-1 0 0,0 1 0,1-1 0,-1 0 0,1 0 0,-1 1 0,1-1 0,-1 0 0,1 0 0,0 0 0,-1 0-20,-1 0 0,0 0 1,1 0-1,-1-1 0,0 1 1,1 0-1,-1 0 0,1-1 1,-1 1-1,0 0 0,1-1 1,-1 1-1,1-1 0,-1 1 1,1 0-1,-1-1 0,1 0 1,-1 1-1,1-1 0,0 1 0,-1-1 1,1 1-1,0-1 0,-1 0 1,1 1-1,0-1 0,0 0 1,0 1-1,0-1 0,-1 0 1,1 1-1,0-2 0,0-27-1504,0 21 864,0-51-6594,0 40 4592</inkml:trace>
</inkml:ink>
</file>

<file path=ppt/ink/ink9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3:07:51.09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163 166 2193,'0'0'1566,"0"-11"-1459,0-26 96,0 8 2616,-5 23-1503,5 6-1287,-1 0-1,1-1 1,0 1-1,-1 0 1,1 0 0,0 0-1,-1-1 1,1 1-1,0 0 1,0 0-1,-1-1 1,1 1 0,0 0-1,0 0 1,-1-1-1,1 1 1,0 0-1,0-1 1,0 1 0,-1 0-1,1-1 1,0 1-1,0 0 1,0-1-1,0 1 1,0-1 0,0 1-1,-2-35 752,1 22 194,0 11-397,1 6 40,0 45-179,16 352 1848,9-214-1392,13 116-48,-38-290-823,0-9-14,0 1 0,1-1 0,-1 0 0,1 1 0,0-1 1,0 0-1,0 0 0,0 0 0,4 6 0,-5-10-8,0 1-1,0-1 1,0 0-1,0 0 1,0 0-1,0 0 0,1 0 1,-1 0-1,0 0 1,0 1-1,0-1 1,0 0-1,0 0 1,1 0-1,-1 0 1,0 0-1,0 0 1,0 0-1,0 0 1,0 0-1,1 0 0,-1 0 1,0 0-1,0 0 1,0 0-1,0 0 1,1 0-1,-1 0 1,0 0-1,0 0 1,0 0-1,0 0 1,1 0-1,-1 0 1,0 0-1,0 0 0,0 0 1,0-1-1,0 1 1,1 0-1,-1 0 1,0 0-1,0 0 1,0 0-1,0 0 1,0 0-1,0-1 1,0 1-1,0 0 0,1 0 1,-1 0-1,0 0 1,0-1-1,0 1 1,0 0-1,0 0 1,0 0-1,0 0 1,0 0-1,0-1 1,0 1-1,0 0 1,0 0-1,0 0 0,0 0 1,0-1-1,0 1 1,0 0-1,3-50-1640,-4-64 0,-1 34-480,0 37 479,-13-71 1,2 22 50,4 6 820,3 16 312,-27-122 0,25 158 646,-6-39 1,10-1 4527,4 74-4686,1-1 1,0 0 0,0 1-1,0 0 1,-1-1-1,1 1 1,0-1 0,0 1-1,0 0 1,0 0 0,0-1-1,0 1 1,-1 0-1,1 0 1,0 0 0,0 0-1,0 0 1,0 0 0,0 0-1,2 1 1,0-1 54,11 0 84,-8-1-110,-1 1 0,1 0 1,0 0-1,-1 1 0,1-1 0,0 1 0,-1 1 1,1-1-1,-1 1 0,0-1 0,0 2 0,1-1 1,6 5-1,24 20 521,-2 1 1,32 34-1,39 33 229,-61-62-493,76 45-1,-99-66-275,0-2 0,1 0 0,0-2-1,0 0 1,1-1 0,30 5 0,-26-11-16,-26-1-16,-1-1-22,0 0 1,0 0-1,0 1 0,-1-1 0,1 0 0,0 0 1,-1 1-1,1-1 0,-1 0 0,1 1 0,-1-1 1,1 0-1,-1 1 0,1-1 0,-1 1 0,0-1 1,1 0-1,-1 1 0,0 0 0,1-1 0,-1 1 1,0-1-1,-1 1 0,-19-7-48,18 6 44,-12-2 18,-1 0 0,1 2 1,-1-1-1,-29 3 0,14 0 15,21-1-10,-1 1 0,1 1-1,0 0 1,0 0-1,0 1 1,0 0-1,1 1 1,-1 0 0,-9 6-1,-13 9 19,-34 26-1,57-39-17,-178 153 47,57-44-29,72-63-20,37-32-3,-1-1 0,-40 27 0,62-46-3,0 0 1,-1 1 0,1-1 0,0 0-1,0 0 1,0 0 0,0 0-1,0 0 1,0 1 0,0-1 0,0 0-1,-1 0 1,1 0 0,0 0-1,0 0 1,0 0 0,0 0 0,0 0-1,-1 1 1,1-1 0,0 0-1,0 0 1,0 0 0,0 0 0,-1 0-1,1 0 1,0 0 0,0 0-1,0 0 1,0 0 0,-1 0 0,1 0-1,0 0 1,0 0 0,0 0-1,0 0 1,-1-1 0,1 1 0,0 0-1,0 0 1,0 0 0,0 0-1,0 0 1,-1 0 0,1 0 0,0 0-1,0 0 1,0-1 0,0 1-1,0 0 1,0 0 0,4-11-306,14-15-583,-6 14 148,1 1 0,1 0 0,24-15 0,6-1-2283</inkml:trace>
</inkml:ink>
</file>

<file path=ppt/ink/ink9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3:07:51.53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110 1 3330,'0'0'4103,"-15"0"-3634,-74 0 1546,88 1-1942,0 0 0,1 0 1,-1 1-1,1-1 0,-1 0 1,1 1-1,-1-1 0,1 1 1,0-1-1,0 1 0,0-1 1,0 0-1,0 1 1,0-1-1,0 1 0,1 2 1,-1 2 109,0 6 84,0 6 246,3 33 0,-2-45-469,1 0-1,-1 0 1,1 0-1,0 0 1,1 0-1,-1 0 1,1-1-1,0 1 1,5 5-1,-4-5-31,1-1 0,0 1-1,0-1 1,0 0 0,0 0-1,1-1 1,0 0 0,0 0-1,0 0 1,1-1 0,-1 0-1,1 0 1,0 0 0,-1-1-1,1 0 1,0 0 0,1-1-1,-1 0 1,0 0 0,0-1-1,0 0 1,1 0 0,12-2-1,-16 1-97,0 0-1,1-1 0,-1 1 0,0-1 0,0 0 0,0 0 0,-1 0 1,1 0-1,0-1 0,-1 1 0,0-1 0,1 0 0,-1 0 0,0 0 0,0-1 1,-1 1-1,1-1 0,-1 1 0,0-1 0,0 0 0,0 0 0,3-8 1,0-2-915,-1 1 0,0-1 1,-1 0-1,0-1 1,1-25-1,-3-4-2032</inkml:trace>
</inkml:ink>
</file>

<file path=ppt/ink/ink9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3:07:51.88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26 78 2161,'93'-78'2929,"-126"78"-992,-1 0-1040,8 31 351,7 2-143,12 1-625,7-7-480,0-4-656,0-13-3282</inkml:trace>
</inkml:ink>
</file>

<file path=ppt/ink/ink9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3:07:52.28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 4978,'0'0'3693,"39"0"-3090,129 0-43,-65-1-5,35 4 173,7 14-411,8 1-127,-68-11 216,0 4-1,121 31 1,-28 7 575,-165-45-689,0-1 0,0-1-1,0 0 1,1-1 0,22-1-1,-37-22-701,0 21 260,-1 1 0,1-1-1,0 1 1,-1 0 0,1-1 0,-1 1 0,1 0 0,0 0 0,-1 0 0,1 0 0,-1 0 0,1 0 0,-3 1 0,-3 0-809,-19-1-2947</inkml:trace>
</inkml:ink>
</file>

<file path=ppt/ink/ink9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3:07:55.31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75 39 1008,'7'-1'13511,"-7"0"-13484,0 0 0,-1 0 0,1-1 0,0 1 0,-1 0 0,1 0 0,-1 0 0,1 0 0,-1 0 0,1-1 0,-1 1 0,0 0 0,0 0 0,1 1 0,-1-1 0,0 0 0,0 0 0,0 0 0,0 1 0,0-1 0,0 0 0,0 1 0,0-1 0,-1 1 0,1-1-1,0 1 1,0-1 0,0 1 0,-1 0 0,-1 0 0,-6-2 24,0 1 0,0 0 0,-11 1 0,16 0-46,4 8 46,-2 38 143,1-27 20,0 0 1,1-1-1,6 36 0,-5-51-196,0 0 0,0 1-1,1-1 1,0 0 0,0-1-1,0 1 1,0 0-1,0 0 1,0-1 0,1 1-1,-1-1 1,1 0 0,-1 0-1,1 0 1,0 0 0,0 0-1,0-1 1,0 1 0,0-1-1,6 2 1,-7-2-4,1 0-1,-1 0 1,1-1 0,0 1 0,-1-1-1,1 1 1,-1-1 0,1 0 0,0 0-1,0 0 1,-1-1 0,1 1 0,-1 0-1,1-1 1,0 0 0,-1 1 0,1-1-1,-1 0 1,1-1 0,-1 1 0,0 0-1,1-1 1,-1 1 0,0-1-1,0 0 1,4-3 0,-1-5-174,0 0 0,0 0 0,-1 0 0,0-1 0,-1 1 1,0-1-1,0 0 0,-1 0 0,-1 0 0,0 0 0,-1 0 0,0 0 0,0 0 0,-4-21 1,4 31 147,-1-1 0,1 1 0,-1 0 0,1 0 0,-1-1 0,1 1 0,-1 0 0,0 0 0,0 0 0,0 0 0,1 0 0,-1 0 0,0 0 0,0 0 0,0 0 0,0 0 0,-1 1 0,1-1 0,0 0 0,0 1 0,0-1 0,-1 1 0,1-1 0,0 1 0,0-1 0,-1 1 0,-1 0 0,-4-1 69,-1 0 1,0 1-1,-13 1 1,5-1 101,15 0-150,0 0 0,0 0-1,0 0 1,0 0 0,0 1 0,-1-1 0,1 0-1,0 0 1,0 1 0,0-1 0,0 1 0,0-1-1,0 1 1,0-1 0,0 1 0,0 0 0,0-1-1,1 1 1,-1 0 0,0 0 0,0-1 0,1 1 0,-1 0-1,0 0 1,1 0 0,-1 1 0,-1 2 1,1-1 0,1 0 0,-1 0 0,0 0 0,1 1-1,0-1 1,0 5 0,0-7-100</inkml:trace>
</inkml:ink>
</file>

<file path=ppt/ink/ink9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3:07:57.25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5117 3169,'0'0'5109,"3"1"-4185,0 0-934,-2-1 106,-1 1 1,1-1-1,0 1 0,0-1 0,0 0 1,0 1-1,0-1 0,0 0 1,0 0-1,0 0 0,0 0 0,0 0 1,0 0-1,0 0 0,1 0 1,-1 0-1,0 0 0,0 0 0,0-1 1,0 1-1,-1 0 0,1-1 1,0 1-1,0-1 0,0 1 0,0-1 1,0 0-1,0 1 0,-1-1 0,1 0 1,0 1-1,0-1 0,-1 0 1,1 0-1,-1 0 0,1 0 0,-1 0 1,1 0-1,0-1 0,10-26 159,-1 0-1,-2-1 1,9-50-1,4-95-216,-13 92 99,26-165-69,-5 39-56,1 40 73,3-25 118,-12 37-148,-9 74 133,4-120 1,-13 121-143,3 1 1,29-133-1,-28 161-56,-2-1 0,-2 0-1,-5-60 1,1 25 8,8-219 45,-3 66-27,3-70-147,5 196 144,2-66-63,-14-524-308,-1 675 381,-7-37-1,4 39 3,-1-38-1,1-107 104,4 173-125,1-1 0,-1 0 0,0 0 1,0 0-1,1 0 0,-1 1 0,1-1 1,-1 0-1,1 1 0,-1-1 0,1 0 1,-1 1-1,1-1 0,0 0 0,-1 1 0,1-1 1,0 1-1,0-1 0,-1 1 0,1 0 1,0-1-1,0 1 0,0 0 0,-1-1 1,1 1-1,1 0 0,26-6 29,-24 6-26,24-3 30,1 1 0,36 4 0,-7-1-2,3 0-12,-23 1-3,0-2 1,0-2-1,0-1 1,65-14 0,-12-5 50,29-10-44,-105 25-282,-21 2-726,-12-11-216,14 11 643,0-1 1,1 0 0,-1 0-1,1 0 1,1 0-1,-1-1 1,1 1-1,0-1 1,1 0-1,-1-7 1,-1-11 151,2-37 0,1 41 803,0 0 1,-5-25-1,1 24 652,1 0 0,0-31 262,3 69-981,2 34 146,12 62-1,-1-3 230,-4 350 1499,-10-339-1469,1-349-9022,0 172 4627</inkml:trace>
</inkml:ink>
</file>

<file path=ppt/ink/ink9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3:07:57.76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22 3362,'0'0'4564,"16"-4"-3867,54-12 82,-64 15-612,0 1 1,0-1-1,0 1 1,0 0-1,0 1 1,0-1-1,0 1 1,0 0-1,0 1 1,-1-1 0,12 6-1,-4-1 145,0 1 0,-1 1 0,13 10 0,-10-8-166,34 26 437,51 33 135,-85-59-661,0-2 0,1 0 1,0-1-1,30 9 0,-31-15 7,-14-1 142,-4 4-324,-84 60 372,42-23-218,-125 115-2,121-107 35,-54 71 0,98-114-65,1 0 1,0 1 0,0-1-1,0 0 1,1 1-1,-4 12 1,6-17-69,9-21-168,84-103-4418,-61 75 992</inkml:trace>
</inkml:ink>
</file>

<file path=ppt/ink/ink9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3:07:58.17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179 1 3458,'0'0'4207,"-22"4"-3567,-67 13 238,86-17-747,0 1 1,-1-1-1,1 1 0,0 0 1,0 0-1,0 0 0,0 1 1,0-1-1,0 1 0,0 0 1,0-1-1,1 1 0,-1 1 1,1-1-1,-1 0 0,1 0 1,0 1-1,0 0 0,0-1 1,0 1-1,0 0 0,-1 4 1,1-1 0,1 0 0,0 0 1,0 0-1,1 0 0,-1 1 0,1-1 0,1 0 1,0 8-1,1 9 195,-3-13-156,2 0 0,-1 1 1,2-1-1,-1 0 0,1 0 0,1 0 0,0 0 1,5 13-1,-6-19-139,1 1 0,0-1 0,0 1 0,0-1 0,0 0 0,1 0 0,-1-1 0,1 1 0,0-1 1,0 0-1,1 0 0,-1 0 0,0 0 0,1-1 0,0 0 0,0 1 0,-1-2 0,10 3 0,-6-2-12,0 0-1,0-1 1,0 0-1,1 0 0,-1-1 1,0 0-1,0-1 1,15-2-1,-18 2-17,-1 0 0,1-1 0,0 1 0,-1-1 0,1 0 0,-1 0-1,0-1 1,0 0 0,0 1 0,0-1 0,0 0 0,-1-1 0,1 1 0,-1-1 0,4-5 0,-1-2-447,0 0 1,-1-1 0,-1 1 0,0-1-1,0 0 1,-1 0 0,-1 0-1,0 0 1,0 0 0,-1-1-1,-1 1 1,0-1 0,-1 1 0,-3-14-1,4 22 328,-1 1-1,1-1 0,-1 0 0,0 0 0,-1 1 1,1-1-1,-1 1 0,1-1 0,-1 1 0,0 0 1,0 0-1,0 0 0,-1 0 0,1 0 0,-1 0 1,0 0-1,0 1 0,0 0 0,0-1 0,0 1 1,0 0-1,-1 0 0,1 1 0,-6-3 0,-1 1 75,0 1 0,0 0 0,0 0 0,0 1 0,0 0 0,0 1 0,0 0 0,-12 2 0,18-1 96,0 0 0,0 0 1,0 0-1,1 0 0,-1 0 0,0 1 0,0 0 0,1 0 0,-1 0 1,1 0-1,0 1 0,-1-1 0,1 1 0,0 0 0,1-1 0,-1 2 1,0-1-1,1 0 0,0 0 0,-1 1 0,-1 4 0,1-2-9,0 0-1,1 1 1,0-1-1,0 1 1,0 0-1,1 0 1,0 0-1,0 0 1,0 0 0,1 0-1,1 10 1,2-5-1205</inkml:trace>
</inkml:ink>
</file>

<file path=ppt/ink/ink9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3:07:58.53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1 0 3554</inkml:trace>
</inkml:ink>
</file>

<file path=ppt/ink/ink9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3:07:58.90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0 3554,'2'208'7014,"147"-207"-4109,182-3-1219,-164-12-970,57-1 307,-226 19-678,-1-1-299,0 0 0,-1 0 0,1-1 0,-1 0 0,0 0 1,0 0-1,1 0 0,-1 0 0,0-1 0,0 0 0,-1 0 1,-4 1-1,1-1-881,0 1 1,0-2-1,-1 1 0,1-1 1,-15-2-1,1-3-3900</inkml:trace>
</inkml:ink>
</file>

<file path=ppt/ink/ink9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3:07:59.27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61 3426,'0'0'5658,"0"-9"-4938,0-28 156,0 37-845,0-1 1,0 0 0,0 1 0,1-1-1,-1 0 1,0 0 0,1 1 0,-1-1-1,0 0 1,1 1 0,-1-1 0,1 1-1,-1-1 1,1 1 0,0-1 0,-1 1 0,1-1-1,-1 1 1,1-1 0,0 1 0,-1 0-1,1-1 1,0 1 0,0 0 0,-1 0-1,1-1 1,0 1 0,0 0 0,-1 0-1,1 0 1,0 0 0,0 0 0,-1 0 0,1 0-1,0 0 1,0 0 0,-1 1 0,1-1-1,0 0 1,0 0 0,0 1 0,5 0 133,14-1 53,-5-1-141,-1 1 1,1 0-1,0 1 1,0 1-1,0 0 1,-1 1-1,1 1 1,13 5-1,16 13-64,-34-16-8,1 0-1,-1-1 1,1 0-1,0-1 1,1 0-1,-1-1 1,1 0 0,-1-1-1,16 2 1,-21-4-412,8 0 573</inkml:trace>
</inkml:ink>
</file>

<file path=ppt/ink/ink9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3:08:00.86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98 71 2657,'0'0'5651,"-2"29"-4990,-3 93 94,1 140 2319,3-99-2193,-5 84-172,-21-3-608,19-93-72,5-68-15,3-69-11,-2 15-8,0-1-1,-9 37 1,6-33 12,1 1 0,1 0 0,3 52 1,1-43-5,-2-34 36,0 0 1,0 1 0,-4 11-1,3-12 18,0 0 0,1 0 0,-1 13 1,22-21 366,96-10-68,5 0-85,266 4 657,-315 6-765,-42 1 213,41-4 0,-61 1-301,-1 0 0,0-1 0,1 0 0,-1 0 0,0-1 0,-1-1 0,1 1 0,14-12 0,3-3-23,29-30 0,-35 30-50,-2-1-1,-1-1 1,21-32-1,35-73 27,-51 87-8,-13 20-29,0-1 1,-1 0-1,-1-1 0,-1 1 1,7-44-1,2-110 41,-11 106-12,4-296-166,-8 295 86,-1 56 49,0 1 0,-1-1 0,-1 0-1,0 1 1,0-1 0,-1 1 0,-1 0 0,-8-16 0,2 7-10,-1 0 1,-1 1 0,-25-28 0,26 36 5,-1 0 0,-1 1 0,0 1 0,0 0 1,-1 1-1,0 0 0,-1 2 0,-18-8 0,-35-18 45,-13-11-41,-116-43 0,158 71 5,-64-22-1,88 33 2,0 2 1,-1-1 0,0 2 0,-26-1 0,28 4-5,-1 0 1,1 1-1,-1 0 1,1 2-1,0 0 1,0 0-1,0 1 1,1 1-1,0 1 1,-15 8-1,-5 3-89,0 2 0,1 2 0,-41 34 0,73-55 56,0-1 0,1 1 0,-1 0 0,1-1-1,-1 1 1,1-1 0,-1 1 0,1 0 0,-1 0 0,1-1 0,-1 1 0,1 0-1,0 0 1,0-1 0,-1 1 0,1 2 0</inkml:trace>
</inkml:ink>
</file>

<file path=ppt/ink/ink9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3:08:02.25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1 142 5218,'0'0'5912,"13"-4"-5426,25-5-3,68-8 0,204 10 1796,-122 7-1762,-121-6-493,0-2 1,88-23-1,-34 6-12,-54 12-25,0 3-1,83-1 1,-147 12 44,0-1-1,-1 1 0,1 0 1,-1 0-1,1 0 1,-1 0-1,0 1 1,1-1-1,-1 1 0,0-1 1,0 1-1,0 0 1,0 0-1,0 0 1,0 0-1,-1 0 1,1 0-1,-1 0 0,2 3 1,0-1 45,-1 0 0,1-1 0,0 1 0,1-1 0,-1 0 0,0 0 0,5 3 0,-2-3 1,0-1 0,0 1 0,1-1 0,-1-1 0,0 1 0,1-1 0,11 0 0,53-1 180,-39-1-229,-27 1-11,-4 0-13,0 0 1,0-1-1,0 1 1,-1 0 0,1 0-1,0 0 1,0 0-1,0 0 1,0 0 0,0 0-1,0 0 1,0 0-1,-1 1 1,1-1 0,0 0-1,0 1 1,0-1 0,0 0-1,-1 1 1,1-1-1,0 1 1,0-1 0,2 4 1478,-22-4-1573,-7-1 89,13 1 0,0-1-1,-17 3 0,29-1 4,-1-1 0,1 1 0,-1-1-1,1 1 1,0 0 0,-1-1 0,1 1-1,0 0 1,-1 0 0,1 0 0,0 0-1,0 0 1,0 0 0,0 0 0,0 1-1,0-1 1,0 0 0,1 1 0,-1-1-1,0 0 1,1 1 0,-1-1-1,1 1 1,-1-1 0,1 1 0,-1 2-1,0 5 67,0 1 0,0-1 0,1 12-1,0-12 66,0-8-125,1 0 0,-1 0-1,0 0 1,1 0 0,-1-1-1,1 1 1,-1 0-1,0 0 1,1 0 0,0-1-1,-1 1 1,1 0 0,0 0-1,-1-1 1,1 1 0,0-1-1,-1 1 1,1 0 0,0-1-1,0 0 1,0 1 0,0-1-1,0 1 1,-1-1 0,1 0-1,0 0 1,0 1 0,0-1-1,0 0 1,0 0-1,0 0 1,1 0 0,40 0 78,-30-1-41,-8 1-46,1 0-1,-1 0 0,0 0 1,0-1-1,1 0 0,-1 0 1,0 0-1,0 0 0,0-1 1,0 0-1,5-3 0,-7 4-59,0-1 0,0 1 0,0-1 0,-1 1-1,1-1 1,-1 0 0,1 0 0,-1 0 0,1 0 0,-1 0-1,0 0 1,0-1 0,0 1 0,-1 0 0,1 0 0,0-1-1,-1 1 1,1 0 0,-1-1 0,0 1 0,0-4-1,0 5 43,0 0 0,0 0 0,-1 1 0,1-1-1,0 0 1,0 0 0,-1 0 0,1 1-1,0-1 1,-1 0 0,1 1 0,-1-1-1,1 0 1,-1 1 0,1-1 0,-1 1 0,0-1-1,1 1 1,-1-1 0,1 1 0,-1-1-1,0 1 1,0 0 0,1-1 0,-1 1-1,0 0 1,0-1 0,1 1 0,-1 0 0,0 0-1,0 0 1,0 0 0,1 0 0,-1 0-1,0 0 1,0 0 0,0 0 0,1 0-1,-1 0 1,0 1 0,-1-1 0,1 1 27,-1-1 0,1 0 0,0 0 0,0 0 0,-1 1 0,1-1 0,0 1 0,0-1 0,0 1 1,0-1-1,0 1 0,0 0 0,0-1 0,0 1 0,0 0 0,0 0 0,0 0 0,0 0 0,0 0 0,1 0 0,-1 0 0,0 0 1,1 0-1,-1 0 0,1 0 0,-1 2 0</inkml:trace>
</inkml:ink>
</file>

<file path=ppt/ink/ink9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3:08:45.30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 1201,'0'0'4751,"2"3"-4321,0-2-294,-1 0 0,1 0 0,-1 0 0,1 0 0,-1 0 0,1 0 0,0 0 0,-1 0 0,1 0 0,0-1 0,0 1 0,0-1 0,3 1 1,32 1 4137,-28-2-4397,531 0 782,-457-7-473,490 7-132,-565 0-64,0 1 0,0 1 0,0-1 0,12 5 0,4 1 4,-4-4 67,-14-2-69,1 1 1,0-1 0,-1 1 0,1 0 0,-1 0 0,9 5-1,-1 5-81,-13-11 89,0 1 0,0-1-1,0 0 1,0 0-1,0 0 1,1 0 0,-1 0-1,0 0 1,1 0-1,-1 0 1,1-1-1,-1 1 1,1 0 0,-1-1-1,1 0 1,2 1-1,6 1 3,1 1-1,-1-1 0,1 2 0,-1-1 0,0 2 1,-1-1-1,1 1 0,-1 1 0,0-1 1,9 9-1,-13-12 1,-1 0 1,0 0 0,1 0 0,-1-1-1,1 0 1,-1 0 0,1 0 0,5 0-1,8 3 6,50 9 7,-45-10-8,27 9 0,-37-9 3,0-1-1,0 0 1,27 0-1,-28-2 0,0 1-1,1 0 0,-1 0 1,22 7-1,-19-4-8,0-1 0,0-1 0,29 2 0,15 2 0,-41-4 6,0-1 0,1 0 0,21-3 0,4 0 2,147 2-27,-184-1 23,0 0-1,0 0 1,0-1-1,13-5 1,7-1-6,10-1-1,0 2 0,1 2 0,0 1 0,46 2-1,53-9 38,-53 3-60,209-6 66,-67 12-40,224 4 753,-455-2-2586,-20 3-3103</inkml:trace>
</inkml:ink>
</file>

<file path=ppt/ink/ink9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3:08:47.25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94 912,'0'0'2177,"5"-4"-1851,4-5 947,-1 0 1,15-19-1,-22 25-1000,1 0-1,0 1 0,-1-1 1,1 0-1,-1 0 0,0 0 1,0 0-1,0 0 0,0 0 1,-1 0-1,1 0 0,-1-5 1,0 7-87,0 46 1399,0 377-414,4-10-963,-8-213-93,4-195-121,-1 0 0,1 0 0,-1 0 0,-1 0 0,1 0 0,0 0 0,-1 0 0,-2 4 0,-1 2 12,4-4-19,24-5 253,17 0-206,-8 0-8,-1-2 0,1-1 0,40-7 1,-51 6-43,0 0 0,29 0 1,-27 2-7,43-6 0,40-10 91,-18 11-50,71-4-19,-65 3 0</inkml:trace>
</inkml:ink>
</file>

<file path=ppt/ink/ink9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3:08:48.80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9 960,'0'0'3989,"0"-8"-686,2 49-1848,11 60 0,-7-60-665,3 62 0,-5 437 1053,-4-538-1827,1-1-1,1 1 0,-1-1 1,0 1-1,0-1 0,0 0 0,1 1 1,-1-1-1,1 0 0,-1 0 1,1 0-1,2 1 0,2 2 24,16 20-55,-18-19 18,-3-4 12,0-1-21,-1-1 0,1 1 0,-1 0 0,1 0 0,-1-1 0,1 1 0,-1 0 0,1-1 0,-1 1 0,1 0 0,-1-1 0,0 1 0,1-1 0,-1 1 0,0-1 0,1 1 0,-1-1 0,0 1 0,0-1 0,0 1 0,1-1 0,-1 1 0,0-1 0,0 1 0,0-1 0,0 1 0,0-1 0,0 1 0,0-1 0,0 0-1,0 1 1,0-1 0,0 1 0,0-1 0,0 1 0,-1-1 0,1 1 0,0-1 0,-1-5-50,2 6 63,-1 0 1,0 0-1,1 0 1,-1 0-1,0 0 1,1 0-1,-1 0 0,0 0 1,1 0-1,-1 0 1,0 0-1,1 0 0,-1 0 1,0-1-1,1 1 1,-1 0-1,0 0 1,0 0-1,1 0 0,-1-1 1,0 1-1,0 0 1,1 0-1,-1-1 1,0 1-1,0-1 0,4-15-325,0 0-1,-1 0 0,-2 0 0,1-1 0,-2 1 1,-2-29-1,1-2 341,1-77-585,0-172-7252,0 114 9970,0 181-2006,1 1 0,-1-1 0,1 0 0,-1 0 0,1 1 0,-1-1 1,1 0-1,-1 1 0,1-1 0,0 1 0,-1-1 0,1 1 0,0-1 1,-1 1-1,1-1 0,0 1 0,0 0 0,0-1 0,-1 1 0,1 0 1,0 0-1,0-1 0,0 1 0,0 0 0,0 0 0,-1 0 0,1 0 1,0 0-1,1 1 0,36-1 1201,-27 1-1340,9-2 77,-14 0-47,-1 1 1,1 0-1,0 0 0,0 0 1,0 0-1,0 1 0,-1 0 1,1 0-1,0 1 0,-1 0 1,1 0-1,-1 0 0,1 0 1,-1 1-1,5 3 0,19 20 434,34 42-1,-45-48-302,0 0 0,1-1 0,0-1-1,2-1 1,23 15 0,-37-28-256,6 5 430,-25-14-82,8 4-278,-1 0 1,1 0-1,-1 0 1,1 0-1,-1 1 1,1 0-1,-1 0 0,-6 1 1,-6 0 11,14-1 3,0 1 1,0 1-1,1-1 1,-1 0-1,0 0 0,1 1 1,-1 0-1,1-1 1,-1 1-1,1 0 0,0 0 1,0 1-1,0-1 1,0 0-1,-3 5 0,-3 3-6,1 0-1,-10 21 1,-7 21 11,-81 161 66,79-166-52,-1-2 0,-51 62 0,78-107-20,0 0 1,0 0-1,0 0 1,0 0-1,0 0 1,0 0-1,0 0 1,1 0-1,-1 0 1,0 0-1,0 0 1,0 0-1,0 0 0,0 0 1,0 0-1,0 0 1,0 0-1,0 0 1,1 0-1,-1 0 1,0 0-1,0 0 1,0 0-1,0 0 1,0 0-1,0 0 0,0 0 1,0 0-1,0 0 1,0 0-1,0 1 1,0-1-1,1 0 1,-1 0-1,0 0 1,0 0-1,0 0 1,0 0-1,0 0 1,0 0-1,0 0 0,0 1 1,0-1-1,0 0 1,0 0-1,0 0 1,0 0-1,0 0 1,0 0-1,0 0 1,0 0-1,0 1 1,0-1-1,0 0 0,0 0 1,12-5-209,39-31-902,-17 8-2805,-16 11-555</inkml:trace>
</inkml:ink>
</file>

<file path=ppt/ink/ink9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3:08:49.50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284 39 2801,'0'0'4085,"0"-5"-3930,0 2-140,0 2-7,0 0 0,0 0-1,1 0 1,-1 0-1,0 0 1,0 0 0,0 0-1,0 0 1,-1 1 0,1-1-1,0 0 1,0 0 0,0 0-1,-1 0 1,1 0-1,-1 0 1,1 0 0,0 0-1,-1 0 1,0 0 0,1 1-1,-1-1 1,1 0 0,-1 0-1,0 1 1,0-1-1,1 1 1,-1-1 0,0 0-1,0 1 1,0-1 0,0 1-1,0 0 1,1-1 0,-1 1-1,0 0 1,0 0 0,0-1-1,0 1 1,0 0-1,0 0 1,-1 0 0,-39-1 351,15 0 197,-44 4 1,65-2-483,-1 0-1,1 1 0,0-1 0,0 1 1,0 0-1,0 1 0,0-1 1,0 1-1,1 0 0,-1 0 0,1 0 1,0 1-1,0-1 0,0 1 0,0 0 1,-3 5-1,2-2 115,0 1 1,1-1-1,0 1 0,0 0 1,1 0-1,0 0 1,0 0-1,1 0 0,-2 14 1,0 17 521,3 45 1,1-56-462,0-19-157,0 0 0,1 0 0,0 0-1,0 0 1,1-1 0,0 1 0,1 0 0,6 15 0,-5-18-31,-1-1 0,1 1 0,0 0 0,1-1-1,-1 0 1,1 0 0,0 0 0,0-1 0,1 1 0,-1-1 0,13 6 0,-10-6-16,1-1-1,0 0 1,0 0 0,0-1 0,0 0-1,0-1 1,1 0 0,-1-1-1,0 1 1,11-2 0,-5 0-30,-10 1-44,0 0 1,-1 0-1,1-1 1,0 1-1,0-1 1,-1-1-1,1 1 0,-1-1 1,1 1-1,-1-1 1,0-1-1,0 1 1,0 0-1,0-1 0,0 0 1,0 0-1,-1 0 1,1-1-1,-1 1 1,0-1-1,0 0 1,0 1-1,-1-1 0,1-1 1,-1 1-1,0 0 1,0 0-1,2-9 1,1-7-589,0 1 1,-2-1-1,0 0 1,-1-1-1,-1-29 0,-1 36 243,0 0-1,-1 0 1,0 0-1,-6-22 0,6 31 411,-1 1 0,0-1-1,0 1 1,0-1 0,-1 1-1,0 0 1,0 0 0,0 0-1,0 0 1,0 0-1,-1 1 1,1 0 0,-1 0-1,0 0 1,0 0 0,-8-4-1,-32-12 723,40 17-737</inkml:trace>
</inkml:ink>
</file>

<file path=ppt/ink/ink9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3:08:50.22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20 4306,'0'0'3775,"21"-1"-3687,101-8-43,173 4 2244,-169 7-2305,101-9 62,-88 7-320,-48 0-4353,-75 0 2212</inkml:trace>
</inkml:ink>
</file>

<file path=ppt/ink/ink9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3:08:52.24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8 33 2657,'0'0'4824,"-1"-4"-4363,-1-1-190,-3-17 4565,101 21-4179,102 3-618,-142 8-61,-41-7 36,-1-1 1,29 3-1,479-5-99,-501 1 74,0 1-1,0 1 1,21 6 0,36 6 16,99-5 43,95-3-51,-1-7 6,-262 0-4,-1 1 1,1 1-1,-1-1 1,1 2-1,13 4 1,-12-3 1,0-1-1,0 0 1,16 2 0,48-1 7,-50-4-17,-1 2-1,0 0 1,0 1 0,0 1-1,30 10 1,-51-13 2,21 8-26,0 0-1,0-2 1,1-1-1,0 0 0,26 1 1,0-4 73,87 17 0,-118-17-27,1 0-1,0-2 1,23-1 0,-28 0-21,0 0 0,0 0 0,0 2 0,0-1 0,0 2 0,-1 0 0,16 6 0,-20-6-16,1-1 1,0 0 0,1-1 0,-1 0-1,0-1 1,0 0 0,12-1 0,10-1-400,-30 2 370,24 0-195,0 1 0,-1 1 0,29 6-1,-38-6 286,-1 0 0,1-1 0,31-2 0,-13 0 136,-33 1-107,-4 14-362,2-14 229,0 1-1,-1-1 1,1 1 0,0-1-1,-1 1 1,1-1 0,0 1-1,-1-1 1,1 1-1,-1-1 1,1 0 0,-1 1-1,1-1 1,-1 0 0,1 1-1,-1-1 1,1 0 0,-1 0-1,-1 1 1,-24 0-3191</inkml:trace>
</inkml:ink>
</file>

<file path=ppt/ink/ink9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3:08:53.93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7 1169,'0'0'4572,"3"-1"-3755,4-1-185,-1 1 0,1 0 1,0 0-1,7 1 0,-13 3-288,0 28 800,12 58 0,-7-57-650,4 65 0,-10 207 104,-1-287-588,-1-1 1,-5 24-1,-2 16 28,9 35 181,1-86-173,1 0 0,0 0-1,0 0 1,0 0 0,0-1 0,1 1 0,0-1-1,0 1 1,0-1 0,0 0 0,1 0-1,8 7 1,-10-10-54,0 0-1,0 0 1,0 1-1,1-1 1,-1-1-1,0 1 1,1 0-1,-1-1 1,1 1-1,-1-1 1,1 0-1,3 0 1,38-1 194,-24 0-104,25 1-2,-44 0-96,20 0-187,272-7 520,-275 7-289,55 0-31,104 13 0,-154-11 42,1-1 1,23-2-1,-8 0 157,-37 1-180,-5-1-116,0 1-1,1-1 0,-1 1 0,0 0 1,1 0-1,-1 0 0,-5 1 0,1 0-1056,-8-1-2519,0 0-1983</inkml:trace>
</inkml:ink>
</file>

<file path=ppt/ink/ink9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3:08:54.65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49 1 2449,'0'0'4848,"0"10"-3482,-2 107 2090,-25 151-1958,17-184-1365,1 141 1,11-225-128,-1 1 0,1-1 0,-1 0 0,1 0 0,-1 0 0,1 0 0,-1 0 0,1-1 0,-1 1 0,3-1 0,-2-4-451,-1-1-1,1 1 1,-1-1-1,0 0 1,-1 1-1,1-1 1,-1 0-1,-1-9 1,1 6-441,0-14-1606,0 3-886</inkml:trace>
</inkml:ink>
</file>

<file path=ppt/ink/ink9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3:08:55.50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53 0 1008,'0'0'7407,"10"0"-6682,30 0 25,-37 0-635,0 0 0,0 1 0,0-1 1,0 1-1,0 0 0,0 0 0,-1 0 0,1 0 0,0 0 1,0 0-1,-1 1 0,1-1 0,-1 1 0,5 3 0,0 2 180,-1 0-1,1 1 0,5 9 0,3 1 27,4 3-20,2-1-1,33 26 1,-30-27-132,-2 1 0,23 24 0,-42-41-150,-1 0-13,0 0 1,0-1-1,0 1 0,0-1 0,1 0 0,-1 0 1,1 0-1,-1 0 0,1 0 0,0 0 0,0-1 1,0 1-1,0-1 0,0 0 0,0 0 0,0 0 1,0 0-1,0-1 0,1 1 0,3-1 0,-4 3-30,-3-3 22,0 0 1,0 1 0,0-1 0,1 0 0,-1 0-1,0 0 1,0 1 0,0-1 0,0 0 0,0 0 0,0 0-1,0 0 1,0 1 0,0-1 0,1 0 0,-1 0 0,0 0-1,0 0 1,0 1 0,0-1 0,0 0 0,1 0 0,-1 0-1,0 0 1,0 0 0,0 0 0,1 0 0,-1 0-1,0 0 1,0 0 0,0 1 0,1-1 0,-1 0 0,0 0-1,0 0 1,0 0 0,1 0 0,-1 0 0,0 0 0,0-1-1,0 1 1,1 0 0,-1 0 0,0 0 0,0 0 0,1 0-1,-1 0-38,-18 0-331,5 0 383,8-1-5,0 1-1,0 0 1,1 0-1,-1 0 1,0 1-1,0 0 1,0 0-1,1 0 1,-1 0-1,1 1 1,-1 0-1,-5 3 1,-17 12 5,1 1 1,1 1 0,0 1 0,2 1-1,0 1 1,1 2 0,2 0 0,-34 51-1,-50 91 327,104-165-324,-1 0-13,1-1 0,0 0 0,0 1 0,0-1 1,0 0-1,0 0 0,0 1 0,-1-1 0,1 0 0,0 1 1,0-1-1,0 0 0,-1 0 0,1 0 0,0 1 0,0-1 1,-1 0-1,1 0 0,0 0 0,-1 1 0,1-1 0,0 0 0,0 0 1,-1 0-1,1 0 0,0 0 0,-1 0 0,1 0 0,-1 0 20,1 3 39,0 4-298,1-10-520,9-13-514,16-19-2245,4-8-2378</inkml:trace>
</inkml:ink>
</file>

<file path=ppt/ink/ink9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3:08:56.15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240 1 288,'0'0'7262,"-15"0"-6886,-47 0 19,57 0-285,0 0-1,1 1 1,-1 0-1,0 0 1,0 0 0,1 0-1,-1 1 1,1 0-1,-1 0 1,1 0 0,0 0-1,0 1 1,0-1-1,0 1 1,0 0-1,1 0 1,-1 1 0,1-1-1,0 1 1,0 0-1,0 0 1,-3 6 0,-4 2 122,3-2 15,1 0 1,0 0-1,0 0 0,1 1 0,1 0 0,0 0 0,0 0 0,1 0 0,0 1 0,-1 15 0,0 13 721,3 67-1,2-57-500,-1-46-431,0-1 1,0 1-1,0 0 0,0 0 1,1-1-1,0 1 0,0 0 1,0-1-1,0 1 0,0-1 1,1 1-1,-1-1 0,1 0 1,0 1-1,0-1 0,0 0 1,0 0-1,1 0 0,-1-1 1,4 4-1,-1-3 6,0 0 0,1-1 0,-1 1 0,1-1 0,0 0 0,0 0 0,-1-1 0,1 0 0,0 0 0,0 0 0,12-1 0,-15 0-15,14 1 105,0-1 0,23-3 0,-35 2-125,1 0 0,0 0-1,-1-1 1,1 0 0,-1 0-1,1-1 1,-1 1 0,0-1-1,0 0 1,7-6 0,-4 2-75,0 0 1,0-1 0,-1 0 0,0 0 0,-1-1-1,0 0 1,0 0 0,-1 0 0,0-1 0,0 0-1,-1 0 1,-1 0 0,4-14 0,-2-7-516,-1 0-1,-1 0 1,-2-41 0,-1 67 578,0 0-1,0 0 1,-1 1 0,1-1-1,-1 0 1,0 1 0,-1-1-1,1 0 1,-1 1 0,0 0-1,0-1 1,0 1 0,-3-4-1,2 5 9,0 0-1,0 0 1,0 0-1,0 1 1,0-1-1,-1 1 1,1 0-1,-1 0 1,1 0-1,-1 0 1,0 1-1,0-1 1,0 1-1,1 0 1,-9-1-1,-6 0-352,-35 1 0,39 1-1994</inkml:trace>
</inkml:ink>
</file>

<file path=ppt/ink/ink9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3:09:52.463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2 7363,'0'0'5053,"0"0"-4981,0 0 0,1 0 0,-1-1 0,0 1 0,0 0 0,0 0-1,1 0 1,-1 0 0,0 0 0,0 0 0,0 0 0,1 0 0,-1 0-1,0 0 1,0 0 0,0 0 0,1 0 0,-1 0 0,0 0 0,0 0-1,3 2 1007,-3-2-1006,0 0 0,0 0 0,0 1 0,0-1 0,0 0 0,0 0-1,0 0 1,0 1 0,0-1 0,1 0 0,-5 368 1659,4-366-1749,0-4-708,0-11-1680,0-19-2413</inkml:trace>
</inkml:ink>
</file>

<file path=ppt/ink/ink9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3:09:52.873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0 1 4914</inkml:trace>
</inkml:ink>
</file>

<file path=ppt/ink/ink9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3:09:53.595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347 289 4914,'190'-152'1468,"-152"119"-417,-39 29-808,1 0 0,-1 0 0,0 0 0,0 1 0,0-1 0,-1 0 0,1 1 0,-1-1 0,0 1 0,0 0 0,0-1 0,0 1 0,0 0 0,-1 0 0,0 0 0,1 1 0,-1-1 0,0 1 0,0-1 0,-1 1 0,1 0 0,0 0 0,-1 0 0,-4-1 0,-1-1-145,-1 0 1,-1 0-1,1 1 0,0 1 1,-1 0-1,1 0 0,-21 0 1,-1 0-56,-25 1 12,53 1-52,-1 0 1,1 1-1,-1 0 0,1 0 0,0 0 0,-1 0 1,1 1-1,0-1 0,-6 5 0,-11 8 4,1 2 0,0 0-1,2 1 1,0 1 0,1 1 0,1 0-1,-18 27 1,17-19 52,1 1-1,1 1 1,2 1 0,0 0-1,-9 39 1,16-39 15,1 1 1,2-1-1,1 1 0,4 56 1,0-17 38,-2-63-86,0 1-1,0 0 0,1-1 1,2 13-1,-2-17 12,1 0 0,-1 1 0,1-1 0,0 0 1,-1 0-1,1 0 0,0 0 0,1-1 0,-1 1 0,1-1 0,-1 1 0,5 2 0,2 1 74,0 0 0,0 0 0,0-2 0,0 1 0,1-1 0,0 0 0,0-1 0,0 0 0,0-1 0,16 2-1,11 0 120,61-4 0,-52 0-230,-41-1-3,1 1-1,-1-1 0,0 0 0,1 0 0,-1 0 0,0-1 0,0 0 0,1 0 0,-1 0 0,-1-1 0,1 1 1,0-1-1,-1-1 0,1 1 0,-1 0 0,0-1 0,0 0 0,3-5 0,7-8-68,-1-1 1,-1-1-1,12-25 0,0 1 73,-9 20 29,29-54-47,-40 67 5,0 0-1,0 0 1,-1-1 0,0 1 0,0-1-1,0-11 1,8-257 385,-12 273-335,0 1 1,0-1 0,-1 0-1,1 0 1,-1 1 0,0-1-1,-5-7 1,6 10-57,-1-1-1,0 1 1,1 0 0,-1 1-1,0-1 1,0 0 0,-1 1-1,1-1 1,-1 1 0,1-1-1,-1 1 1,0 0 0,-5-3-1,-20 4-3194,1 1-1096</inkml:trace>
</inkml:ink>
</file>

<file path=ppt/ink/ink9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3:09:54.786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93 31 7876,'0'0'5090,"48"-14"-3553,-39 11-1507,-1 0 0,1 0 0,0 1 0,0 0 0,0 0 0,0 1 0,0 0 0,0 1 0,11 1 1,-11-1 12,-8 0-32,0 1 0,0-1 0,1 0 0,-1 1 1,0-1-1,0 1 0,0 0 0,0-1 0,0 1 1,-1 0-1,1-1 0,0 1 0,0 0 0,0 0 0,-1 0 1,1 0-1,0 0 0,-1 0 0,1 0 0,-1 0 0,1 0 1,-1 0-1,1 0 0,-1 0 0,0 0 0,0 1 1,0-1-1,1 0 0,-1 0 0,0 2 0,2 45 299,-2-39-251,0-3-34,0 1 12,0-1 1,1 1-1,-2 0 1,1 0-1,-1 0 1,0 0-1,-1-1 0,0 1 1,0 0-1,0-1 1,-1 0-1,1 1 1,-8 10-1,-32 36 111,-2-3 1,-60 54-1,63-64-134,36-36-7,4-3-5,0 0-1,0-1 0,1 1 1,-1 0-1,0 0 0,0 0 1,0 0-1,1 0 1,-1 0-1,0 0 0,1 0 1,-1 0-1,1 0 1,0 0-1,-1 0 0,1 0 1,-1 2-1,20-1 15,2-4 26,-1 0 0,1-2 1,-1 0-1,26-9 0,-25 7-76,1 0 1,0 1-1,0 1 1,31-1-1,-28 5-1219,-9 0-2982</inkml:trace>
</inkml:ink>
</file>

<file path=ppt/ink/ink9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3:09:55.891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756 119 3057,'0'0'7150,"-10"-4"-6496,4 2-575,-5-2 198,1 0 0,0 0-1,1-1 1,-1 0 0,1-1 0,-9-7 0,10 6-145,0 0 0,-1 1 0,0-1 0,0 2 0,0-1 0,-1 1 0,0 1 0,0 0 0,0 0 0,-1 1 1,1 0-1,-1 1 0,-15-2 0,-44 2-116,38 0 33,-62 4 0,83 0 31,0 0-1,1 1 0,-1 1 0,1-1 1,0 2-1,0-1 0,-15 10 0,10-4 44,1 0 0,0 1 0,-24 24 0,26-21-74,1 0 0,1 0 0,1 1-1,0 0 1,-14 32 0,-22 86 269,38-99-222,2-1 0,1 1 0,1 0-1,5 65 1,-1-31-145,-1-62 54,0-1 0,1 1 0,0-1 0,0 1 0,0-1 0,1 0 0,-1 1 0,1-1 0,1 0 0,-1 0 0,1 0 0,3 4 0,-1-1 8,1-1 0,0-1 0,1 1 0,-1-1 0,1 0 1,14 9-1,-3-5 69,0 0 0,1-1 1,0-1-1,1-1 0,37 9 1,-4-5 63,-1-3 0,1-3 0,0-1 1,79-6-1,-126 1-144,0 0 1,0 0-1,0-1 1,0 0-1,0 0 1,0-1-1,-1 1 1,1-1-1,-1 0 0,6-5 1,9-7 6,20-19 1,-36 31-8,6-8-9,0 1 0,0-1 1,-1-1-1,-1 0 0,0 0 1,-1-1-1,0 1 0,-1-2 1,0 1-1,4-15 1,3-18-74,11-81 1,-18 87 92,1-14-60,-2-98 1,-5 144 48,-1-1 0,-1 1 0,1 0 0,-1 0 0,0-1 0,-7-13 1,-25-48-23,18 41 51,11 20-13,0-1 0,-1 1 0,-7-9 0,10 16-19,1 1 0,0 1-1,-1-1 1,1 0-1,0 0 1,-1 1 0,1 0-1,-1-1 1,1 1-1,-1 0 1,1 0 0,0 0-1,-1 1 1,-3 0-1,-4-1-396,9 0 205,0 0 0,0 0 0,0 0 0,0 1 0,0-1 0,1 0 0,-1 0 0,0 1 0,0-1 0,0 0 0,0 1 0,0-1 0,1 1 0,-1-1 0,0 1 0,1-1-1,-1 1 1,0 0 0,1-1 0,-1 1 0,0 1 0</inkml:trace>
</inkml:ink>
</file>

<file path=ppt/ink/ink9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3:09:57.757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51 7331,'0'0'6502,"30"-24"-4736,-14 18-1744,1 1 1,-1 0-1,1 2 1,-1 0-1,1 0 0,0 2 1,30 0-1,-46 1-14,-1 0 0,0 1 0,1-1 0,-1 0 0,0 0 0,0 0 0,1 1 0,-1-1 0,0 0 0,1 0 0,-1 1 0,0-1 1,0 0-1,0 1 0,1-1 0,-1 0 0,0 1 0,0-1 0,0 0 0,0 1 0,0-1 0,1 0 0,-1 1 0,0-1 0,0 0 0,0 1 0,0-1 0,0 1 0,0-1 0,0 1 0,-1 15 195,1-11-135,1 0-19,-1 0 0,0 1 0,0-1 0,-1 0 0,1 0 0,-1 0 0,0 0-1,-1 0 1,1 0 0,-1 0 0,0 0 0,0 0 0,-1-1 0,1 1 0,-1-1 0,0 0 0,0 1 0,-1-1-1,1-1 1,-8 8 0,4-5-43,6-4-36,-1-1 1,0 1-1,0 0 0,1 0 0,-2-1 0,1 1 0,0-1 0,0 0 1,0 0-1,0 0 0,-3 1 0,12-2-115,1 0 1,0 1-1,0-1 1,13 4-1,-17-2 160,-1-1 1,0 0-1,0 1 0,0-1 1,0 1-1,-1 0 0,1 0 0,0 0 1,-1 0-1,1 1 0,-1-1 1,0 1-1,0-1 0,2 4 1,1 3 47,0-1 1,-1 1-1,0 0 1,-1 0 0,1 0-1,-2 0 1,1 0 0,-2 1-1,1-1 1,-1 1-1,-1-1 1,0 12 0,0-18-42,0 1 1,0-1 0,-1 0 0,1 0 0,-1 0 0,0 0 0,0 0 0,0 0 0,0 0 0,-1 0 0,1 0-1,-1 0 1,0 0 0,-3 4 0,1-3-1,-1 0-1,1 0 0,0-1 1,-1 1-1,0-1 1,0 0-1,-10 4 0,3-2 14,0-1 0,-1-1 1,1 0-1,-1 0 0,0-1 0,-24 0 0,-12-2-457,48-1 375,1 1 0,-1 0 0,0 0 0,0-1 0,1 1-1,-1-1 1,0 1 0,1-1 0,-1 1 0,1-1 0,-1 1-1,0-1 1,1 1 0,-1-1 0,1 0 0,0 1 0,-1-1-1,1 0 1,-1 1 0,1-1 0,0 0 0,0 0 0,-1 0-1,1 1 1,0-1 0,0 0 0,0 0 0,0 1 0,0-2-1,0-31-1511,1 20 422,0-25-3676,5 0-3428</inkml:trace>
</inkml:ink>
</file>

<file path=ppt/ink/ink9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3:09:58.673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631 12 5491,'0'0'4135,"-8"-1"-3655,-16-3 329,-30-1 0,44 4-592,0 1-1,0 0 1,1 1 0,-1 0-1,0 0 1,1 1-1,-13 4 1,-4 7-91,1 0 0,0 2 0,1 0 0,-24 20-1,11-6 100,1 1 0,1 2 0,1 1 0,2 1 0,-44 63 0,69-88-160,0 0-1,1 1 0,1 0 0,0 0 1,0 1-1,1-1 0,0 1 0,0 0 1,2 0-1,-1 1 0,1-1 0,0 18 0,2 85 737,1-106-734,0 0-1,0 0 1,1-1 0,0 1-1,0 0 1,1-1 0,0 0 0,0 1-1,1-1 1,0 0 0,0-1 0,0 1-1,1-1 1,0 0 0,11 10 0,3 2 169,1-1 1,1-1-1,34 21 1,-40-29-150,-1 0 0,1-1 1,1 0-1,-1-1 0,1-1 0,17 3 1,-5-3-24,0-2 0,50 1 0,-49-4-54,-1 0-1,56-5 0,-74 3-12,1-1-1,-1 1 0,0-2 0,0 1 1,0-1-1,0-1 0,-1 0 1,16-10-1,-15 7-50,0-1 0,-1 0 0,0 0 0,-1-1 0,1 0 0,-2 0 0,0-1 0,0 0 0,-1 0 1,0-1-1,-1 0 0,0 0 0,-1 0 0,0 0 0,3-22 0,0-16-181,-2 1-1,-3-87 1,-2 95 288,0 16-92,1 15 42,-1 0 0,0 0 1,0 0-1,-1 0 1,0 1-1,-1-1 0,0 0 1,-1 0-1,0 1 0,-6-14 1,-4-1-26,-2 1-1,0 0 1,-2 1 0,0 0 0,-24-21-1,40 41-187,-4-2 499</inkml:trace>
</inkml:ink>
</file>

<file path=ppt/ink/ink9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3:10:08.329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1 7203,'3'1'10351,"17"1"-10334,16-2 16,-16-1-30,-1 0 0,1 2 0,-1 0-1,1 1 1,-1 1 0,0 1 0,21 7 0,-24-4 4,-2 1 1,1 0-1,-1 1 1,0 0 0,14 14-1,77 57 33,47 28 251,-127-90-219,-1 2 0,-1 1 0,-1 1 0,-1 0 0,0 2 0,-2 1 0,23 38 0,-21-29 6,-16-27-74,1 1 1,-1 0-1,-1 0 1,0 0-1,0 1 0,-1 0 1,0 0-1,3 12 1,6 18-10,-9-32 8,0 0-1,-1-1 0,3 15 1,4 26 26,-6-35-36,0 0 1,-2 0-1,2 20 1,-3 41-224,1-73 243,1 0-29,-1 0-194,-1-26-7023,0 2 1006</inkml:trace>
</inkml:ink>
</file>

<file path=ppt/ink/ink9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3:10:09.085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1 4994,'0'0'10357,"5"0"-9341,-1 0-896,0 0-1,0 1 0,0-1 0,1 1 0,-1 0 0,0 0 0,-1 1 0,1-1 0,0 1 0,0 0 0,-1 0 1,1 0-1,-1 1 0,1-1 0,-1 1 0,0 0 0,0 0 0,0 0 0,0 0 0,-1 0 0,4 6 0,6 10 107,0 1-1,-1 1 1,-1 0-1,-1 1 1,11 42-1,-18-57-220,0 0-1,0-1 1,0 0 0,1 1-1,0-1 1,0 0 0,5 7-1,-7-12-8,-1-1-1,1 0 1,-1 1-1,1-1 1,-1 1-1,1-1 0,-1 0 1,1 0-1,-1 1 1,1-1-1,-1 0 1,1 0-1,-1 1 1,1-1-1,0 0 1,-1 0-1,1 0 0,0 0 1,-1 0-1,1 0 1,-1 0-1,1 0 1,0 0-1,-1 0 1,1-1-1,-1 1 0,1 0 1,0 0-1,-1-1 1,1 1-1,-1 0 1,1 0-1,-1-1 1,1 1-1,-1-1 1,1 1-1,-1 0 0,0-1 1,1 1-1,-1-1 1,1 1-1,-1-1 1,0 1-1,1-2 1,23-33-336,-14 19 140,16-17 83,2 1-1,34-30 1,-8 22-297,-39 30 78,-10 5-18</inkml:trace>
</inkml:ink>
</file>

<file path=ppt/ink/ink9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2:40:28.2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37 3 1297,'0'0'7352,"0"-2"-7010,0 52 2467,-1 212-835,-15-110-662,3-53-2092,9-32-3535,4-74 1914,-3-9-707</inkml:trace>
</inkml:ink>
</file>

<file path=ppt/ink/ink9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2:40:29.0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 62 3169,'0'0'4098,"2"-3"-3585,1-1-429,0 1 1,0-1-1,1 0 1,-1 1-1,1 0 1,0 0-1,0 0 1,0 0-1,0 1 1,1 0-1,-1 0 1,1 0-1,5-2 1,0 1 168,0 0 1,0 0 0,1 1-1,-1 0 1,18 0 0,-5 2 117,-13-1-209,-1 1 0,1 0-1,13 3 1,-19-3-116,-1 1-1,0 0 0,1 1 1,-1-1-1,0 0 1,0 1-1,0 0 0,0 0 1,0 0-1,0 0 1,0 0-1,-1 0 0,4 4 1,7 9 86,-1 2 1,0 0-1,-1 0 0,-1 1 1,0 0-1,-2 0 0,0 1 1,-1 1-1,-1-1 0,0 1 0,-2 0 1,0 0-1,-2 1 0,1 39 1,-3-48-114,0 12 15,-5 43 1,4-58-15,-1 0 1,-1 0 0,0 0 0,0 0-1,-1 0 1,0-1 0,-9 15-1,9-16-28,-1 0 0,0 0 0,0 0 0,-1 0 0,1-1-1,-2 0 1,1-1 0,0 1 0,-1-1 0,0 0 0,0-1 0,-1 1 0,0-2-1,1 1 1,-1-1 0,0 0 0,0-1 0,-1 1 0,1-2 0,0 1 0,-16 0 0,3-2-284,-28-1-193,46 1 416,-1-1-1,1 0 1,0 1 0,0-1 0,0-1 0,0 1 0,0 0 0,0-1 0,0 0-1,0 1 1,0-1 0,-3-3 0,-2-5-103,0 0 1,1 0-1,0-1 1,0 1-1,1-1 0,1-1 1,0 1-1,-6-22 0,4 15-2055,7 14-681</inkml:trace>
</inkml:ink>
</file>

<file path=ppt/ink/ink9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2:40:29.7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1 236 6915,'0'0'3575,"30"2"-3055,95 5-394,-118-6-123,0-1-1,0 0 1,-1 0 0,1-1 0,0 0-1,0 0 1,10-4 0,-14 3-5,0 1 0,0-1 0,-1 0-1,1 0 1,0 0 0,-1 0 0,1-1 0,-1 1 0,3-4 0,2-2-18,-3 4 2,-1 1 1,-1-1-1,1 0 0,-1 0 1,1 0-1,-1 0 1,0 0-1,0 0 0,-1-1 1,1 1-1,0-7 0,0-2-313,-1 0 0,-1-22 0,0 17-342,0 15 669,-1 0 1,1 0-1,-1 1 0,1-1 1,-1 0-1,0 1 0,0-1 1,0 1-1,-1-1 0,1 1 1,0 0-1,-1-1 0,0 1 1,1 0-1,-1 0 0,0 0 1,0 0-1,0 0 1,0 1-1,-1-1 0,1 1 1,0-1-1,-1 1 0,1 0 1,-1 0-1,1 0 0,-1 0 1,-2 0-1,-7-2-59,1 0 0,-1 1 1,1 0-1,-1 1 0,-14 0 0,13 1-38,10-1 101,1 1-1,-1-1 1,1 1-1,-1 0 1,1 0 0,-1 0-1,1 1 1,-1-1 0,1 1-1,-1-1 1,1 1-1,0 0 1,-1 0 0,1 0-1,0 0 1,0 0 0,-1 0-1,1 1 1,0-1-1,0 1 1,-2 2 0,0 1 64,0 1 1,1 0 0,-1 0-1,1 0 1,0 1 0,1-1 0,0 1-1,0-1 1,0 1 0,1 0-1,-1 7 1,0 13 780,2 41-1,1-28-401,-1-33-373,0-1 1,1 1 0,0-1 0,0 1 0,0-1-1,1 1 1,0-1 0,0 0 0,0 0 0,6 9-1,-6-11-47,1 0-1,0 0 0,0 0 0,1-1 0,-1 1 0,1-1 0,0 0 0,-1 0 0,1 0 0,1-1 0,-1 1 0,0-1 0,1 0 0,8 3 0,-1-2-216,0-1-1,0 0 0,0-1 0,1 0 1,-1-1-1,0 0 0,0-1 0,13-2 1,-22 3-169,0-1 1,0 0 0,0 0-1,0 0 1,0 0 0,-1-1 0,1 1-1,0-1 1,4-3 0,18-25-6639</inkml:trace>
</inkml:ink>
</file>

<file path=ppt/ink/ink9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2:40:30.1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4322,'0'0'3759,"0"7"-2828,0 138 2902,1 168-1871,1-279-1948,1 0 1,1-1 0,12 43-1,-11-46-259,-5-28-187,0-23-8746</inkml:trace>
</inkml:ink>
</file>

<file path=ppt/ink/ink9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2:40:30.5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1 125 5491,'0'0'2582,"12"-12"-2280,42-40-700,-47 46 360,1 0 1,0 1-1,-1 0 0,2 0 1,-1 1-1,0 0 1,1 1-1,0-1 0,0 2 1,12-3-1,-4 1-2,-10 2 122,1 0 0,-1 1 0,1-1 0,0 2-1,-1-1 1,1 1 0,0 0 0,-1 1 0,12 2-1,-16-3-23,0 1-1,0 1 0,0-1 0,-1 0 0,1 1 0,0-1 0,0 1 1,-1 0-1,1 0 0,-1 0 0,0 0 0,1 0 0,-1 1 0,0-1 0,0 1 1,-1-1-1,1 1 0,0 0 0,-1 0 0,0-1 0,0 1 0,0 0 1,0 0-1,1 6 0,1 8 227,-1-1 0,0 1 0,-2 0 0,0 0 0,0 0-1,-5 19 1,3-30-211,0 1-1,0-1 1,-1 0-1,0 1 1,-1-1-1,1-1 1,-1 1-1,0-1 0,0 1 1,-1-1-1,0 0 1,0-1-1,-5 5 1,-2 1 11,-1-1 0,0 0 0,0-1 1,-24 10-1,30-15-175,-1 0 1,1-1-1,-1 0 1,0-1 0,1 0-1,-1 0 1,0 0-1,-8-1 1,15 0-3,0 0 0,0 0 0,-1 0 0,1 0 0,0 0 0,0 0 0,0 0 0,0 0 0,0-1 0,0 1 0,0 0 0,0-1 0,0 1 0,0-1 0,0 1 0,0-1 0,0 1 0,0-1 0,1 0 0,-1 1 0,0-1 0,0 0 0,0 0 0,1 0 0,-1 0 0,1 1 0,-1-1 0,0 0 0,1 0 0,0 0 0,-1 0-1,1 0 1,0 0 0,-1 0 0,1 0 0,0-2 0,-5-28-3017</inkml:trace>
</inkml:ink>
</file>

<file path=ppt/ink/ink9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2:40:31.5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249 34 2913,'0'0'4725,"-10"0"-3908,3-1-614,1 1 0,-1-2 0,1 1 0,-1-1 0,1 0 0,0 0 0,-9-4 0,9 3-215,-1 0 0,1 1 0,-1-1 0,1 2 0,-1-1 0,0 1 0,-10-1 0,2 1 91,-16 3 303,30-2-379,-1 1 1,1-1-1,0 1 0,-1 0 1,1-1-1,0 1 1,0 0-1,0 0 1,-1 0-1,1 0 0,0 0 1,0 0-1,0 0 1,0 0-1,1 0 1,-1 0-1,0 1 0,-1 1 1,-6 14 112,3-7-98,0 0 0,1 1 0,0-1-1,-4 18 1,3 4 513,1 1 0,1 0 0,2 0 0,3 35 0,-2-66-503,0 0 1,0 0 0,1 0 0,-1 0-1,1 0 1,-1 0 0,1 0-1,0 0 1,0 0 0,0 0-1,0-1 1,0 1 0,1 0-1,-1-1 1,0 1 0,1-1 0,-1 1-1,1-1 1,-1 0 0,1 1-1,0-1 1,0 0 0,-1 0-1,1 0 1,0 0 0,0-1-1,0 1 1,2 0 0,6 1-2,-1 0 1,1-1-1,-1 0 1,17-1-1,-18 0-44,-5 0-28,0-1 1,0 1-1,0-1 0,0 1 0,0-1 1,0 0-1,-1 0 0,1 0 0,0 0 1,0-1-1,-1 1 0,1-1 0,-1 1 1,4-4-1,-1 0-220,0 0 0,0 0 0,-1 0 0,0-1 0,0 0 0,3-6 0,2-7-760,-1 0 1,0 0-1,6-28 1,-3 6 255,13-55 641,-20 79 2831,-3 30-217,-2 4-2979,1 15 811,0 7 609,5 49 0,-4-76-810,1-1-1,1 1 0,0 0 1,1-1-1,0 0 1,0 0-1,1 0 1,10 16-1,-13-24-229,-2-2 52,1 0 0,-1 0-1,1 0 1,-1 0 0,1-1 0,0 1 0,-1 0-1,1 0 1,0 0 0,0-1 0,-1 1-1,1 0 1,0-1 0,0 1 0,0 0 0,0-1-1,0 1 1,0-1 0,0 0 0,0 1 0,0-1-1,0 0 1,0 0 0,2 1 0,-3-10-4624,0-12 683</inkml:trace>
</inkml:ink>
</file>

<file path=ppt/ink/ink9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2:40:32.3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28 5587,'0'0'3567,"0"4"-3154,0 285 6115,1-284-6496,-1 0 0,1 0 0,-1 0-1,1 0 1,3 8 0,-3-12-40,-1 1 1,1-1-1,-1 0 1,1 0-1,-1 1 1,1-1 0,0 0-1,-1 0 1,1 0-1,0 0 1,0 0-1,0 0 1,0 0-1,0 0 1,0 0 0,0 0-1,0-1 1,0 1-1,1 0 1,-1-1-1,0 1 1,0-1-1,1 1 1,-1-1 0,0 0-1,2 1 1,-3-2-22,1 1 0,-1 0 1,1-1-1,-1 1 0,1-1 0,-1 1 1,1-1-1,-1 1 0,0-1 0,1 1 1,-1-1-1,0 1 0,1-1 1,-1 0-1,0 1 0,0-1 0,0 1 1,0-1-1,1 0 0,-1 1 0,0-1 1,0 0-1,0 1 0,0-1 1,-1 0-1,2-23-390,-1 20 160,-1-52-1880,-1 21 1256,2-1 1,2 1-1,12-69 1,-13 101 887,0 0 0,0 0 0,0 0 1,0 0-1,1 1 0,-1-1 0,1 1 0,0-1 0,0 1 1,0-1-1,0 1 0,0 0 0,0 0 0,4-3 1,0 2-46,0-1 0,0 1 0,0 1 1,0-1-1,0 1 0,9-2 0,5 0-187,-1 1 0,1 0-1,29 2 1,-41 1 200,-2-1 67,-1 1 0,1 0 0,-1 1 0,1-1 0,-1 1-1,10 3 1,-13-3 3,0 0 0,0 1 0,0-1 0,0 1 0,0-1 0,0 1-1,0 0 1,0 0 0,-1-1 0,1 1 0,-1 0 0,1 1 0,-1-1 0,0 0 0,0 0 0,0 1-1,1 3 1,3 12 340,-1 0 0,0-1 1,-2 1-1,0 0 0,-1 0 0,-2 25 0,3 43 1209,-1-76-1470,1 0 0,0 0 0,0 0 0,1 0 0,0-1 0,7 13 0,-10-21-158,1 1 0,0-1 0,-1 0 0,1 0 0,0 0 1,0 0-1,0 0 0,0 0 0,0 0 0,0 0 0,0-1 0,0 1 0,0 0 0,1-1 0,-1 1 0,0 0 0,0-1 1,3 1-1,14-2-4303,-15-1 1346</inkml:trace>
</inkml:ink>
</file>

<file path=ppt/ink/ink9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2:40:34.5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252 67 2625,'0'0'3981,"-8"-8"-3618,-25-23-305,29 28 57,-1 0-1,0 0 1,0 0-1,0 0 1,0 1-1,-1 0 1,1 0 0,0 0-1,-1 1 1,0 0-1,1 0 1,-1 0-1,0 1 1,-9 0-1,-39 0 1348,51 2-1386,0 1-1,0 0 0,1 0 1,-1 0-1,1 0 0,-1 0 0,1 1 1,-3 5-1,-1 4 269,0 0-1,1 1 1,0-1 0,1 1-1,1 0 1,-4 28 0,2 89 913,5-115-1233,0 3 101,0-11-20,-1-1-1,2 1 0,-1 0 1,1 0-1,3 14 1,-3-19-85,0-1 1,1 1-1,-1-1 1,0 0-1,1 1 1,-1-1-1,1 0 1,0 0-1,-1 0 1,1 0-1,0-1 1,0 1-1,0 0 1,1-1-1,-1 0 1,0 1 0,0-1-1,1 0 1,-1 0-1,1 0 1,4 1-1,3 0 10,0-1 0,0 0-1,1 0 1,16-2 0,-6 1-152,-18 0 85,0-1-1,-1 1 1,1-1-1,-1 1 1,1-1 0,-1 0-1,1 0 1,-1 0 0,1-1-1,-1 1 1,0 0-1,0-1 1,0 1 0,0-1-1,0 0 1,0 0 0,0 0-1,0 0 1,-1 0 0,1 0-1,-1 0 1,1-1-1,-1 1 1,0 0 0,1-4-1,4-9-294,-1 0 1,-1 0-1,4-20 0,-3 12-69,14-48-1605,-11 46 1524,-1 0 0,-1-1 0,-1 0 0,3-44 1812,-8 72-1191,-2 63 1171,0-34-810,2 1 0,1-1 1,9 56-1,-8-77-405,0-1 0,1 0 1,1 0-1,-1-1 0,7 11 0,-9-17-145,0 0 0,1 1-1,-1-1 1,1 0-1,0 0 1,-1 0 0,1 0-1,0 0 1,0 0 0,1-1-1,-1 1 1,0-1-1,0 0 1,1 1 0,-1-1-1,1 0 1,-1 0 0,1-1-1,0 1 1,-1 0 0,1-1-1,3 1 1,-5-2-54,-1 1-1,1 0 1,-1 0 0,1-1 0,0 1 0,-1 0-1,1-1 1,-1 1 0,1-1 0,-1 1 0,0-1-1,1 1 1,-1-1 0,1 1 0,-1-1 0,0 0 0,1 1-1,-1-1 1,0 1 0,0-1 0,1 0 0,-1 1-1,0-1 1,0 0 0,0 1 0,0-1 0,0 0-1,0 1 1,0-1 0,0 0 0,0 1 0,0-1-1,-1 0 1,2-3-606,-1-24-3980</inkml:trace>
</inkml:ink>
</file>

<file path=ppt/ink/ink9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2:40:35.2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5475,'0'0'4836,"3"5"-4041,3 4-402,-1 0 0,-1 1 0,0 0 0,0 0 0,-1 0 0,3 11 0,9 71 1199,-2-10-676,-9-63-749,-4-13-138,1 0-1,1 0 1,-1 0-1,1-1 0,0 1 1,0 0-1,4 6 1,-6-11-35,2-10-467,-1 0 83,-1 0 0,0 1-1,-1-17 1,-1-3 135,2-70-767,1 95 969,-1 0 0,1 0 0,-1 0 0,1 1 0,0-1 0,0 0 0,1 0 0,-1 1 0,0-1 0,1 0 0,-1 1 0,1 0 0,0-1 0,0 1 0,0 0 0,0 0 0,5-4 0,5-3-159,-1 1 0,20-9 0,-21 11 140,1 0 102,0 2 1,0 0-1,0 0 0,1 1 0,-1 0 0,1 1 0,0 1 0,-1 0 0,1 0 0,19 2 0,-30-1-19,1 1 0,-1-1 0,1 1 0,-1 0 0,0-1 0,1 1 0,-1 0 0,0 0 0,1 0 0,-1 0-1,0 0 1,0 0 0,0 0 0,0 0 0,0 0 0,0 1 0,0-1 0,0 0 0,-1 1 0,1-1 0,0 0 0,-1 1 0,1-1 0,0 4 0,1 2 142,0 0 0,0 0 0,1 16 0,-2 76 1234,2 17-21,2-98-1055,-2-12-425,-1-9-993,-2-55-4068,0 26-1802</inkml:trace>
</inkml:ink>
</file>

<file path=ppt/ink/ink9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2:40:35.9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212 38 2673,'0'0'4405,"-3"-5"-4088,2 3-272,0 0 0,0 0-1,0 0 1,-1 0 0,1 0-1,-1 0 1,0 0 0,0 1-1,1-1 1,-1 1 0,0-1-1,0 1 1,0 0 0,0-1-1,-1 1 1,1 0 0,0 1-1,0-1 1,-1 0 0,1 1-1,-1-1 1,1 1 0,0-1-1,-1 1 1,1 0 0,-5 1-1,-6-1 198,10-1-195,0 1-1,-1-1 0,1 1 0,0 0 0,0 0 1,0 1-1,-1-1 0,1 1 0,0-1 1,0 1-1,0 0 0,0 0 0,0 0 1,0 1-1,0-1 0,1 1 0,-1 0 1,0-1-1,1 1 0,-1 0 0,-2 4 1,-3 4 168,1 0 0,0 1 0,1 0 1,0 0-1,1 1 0,0 0 0,1 0 1,0 0-1,-3 19 0,2 1 683,2 1-1,0 47 0,3-76-863,0-1 0,0 0 0,0 0 0,1 1 0,-1-1 0,1 0 0,0 0-1,0 0 1,0 0 0,2 4 0,-1-5-25,-1 0 1,0-1-1,0 1 0,1-1 0,-1 0 0,1 1 1,0-1-1,-1 0 0,1 0 0,0 0 1,0 0-1,-1 0 0,1 0 0,0-1 1,0 1-1,0 0 0,4 0 0,1 0-86,1 1-1,-1-1 1,1-1-1,-1 1 1,1-1-1,0-1 1,-1 1 0,1-1-1,-1 0 1,1-1-1,-1 0 1,0 0-1,0-1 1,0 0-1,0 0 1,0 0-1,0-1 1,-1 0-1,0 0 1,0-1-1,0 0 1,0 0-1,-1 0 1,9-12-1,-8 9-487,0 1 0,-1-1 0,0-1 0,0 1-1,-1-1 1,0 0 0,-1 0 0,0 0 0,4-18-1,-4 0-642,0 0-1,-3-34 1,0 61 1215,0-1 192,0 0 1,0 0 0,0 1 0,0-1 0,0 0 0,-1 0-1,1 1 1,0-1 0,-1 0 0,1 0 0,-1 1 0,1-1 0,-1 0-1,1 1 1,-1-1 0,0 0 0,1 1-122,0 0 0,-1-1 1,1 1-1,0 0 0,0 0 0,-1 0 1,1 0-1,0 0 0,0 0 0,-1 0 1,1 0-1,0 0 0,0-1 0,-1 1 1,1 0-1,0 0 0,-1 0 0,1 1 1,0-1-1,0 0 0,-1 0 1,1 0-1,0 0 0,0 0 0,-1 0 1,1 0-1,0 0 0,0 0 0,-1 1 1,1-1-1,0 0 0,0 0 0,0 0 1,-1 1-1,1-1 0,0 0 0,0 0 1,0 0-1,0 1 0,-1-1 0,1 0 1,0 0-1,0 1 0,0-1 0,0 0 1,0 0-1,0 1 0,0-1 0,0 0 1,0 1-1,0-1 0,0 0 0,-3 13 218,1 0-1,1 1 1,0-1-1,1 0 0,2 18 1,-1 6 124,1 1-263,2-1-1,9 40 1,4 49-106,-16-106-36,1 9 22,-1 1-1,-6 56 1,4-82-27,0 0 0,0 1 1,0-1-1,-1 0 0,0 0 0,1 0 0,-2 0 0,1 0 1,0-1-1,-1 1 0,1-1 0,-1 1 0,0-1 1,0 0-1,-1 0 0,1 0 0,0-1 0,-1 1 1,0-1-1,0 0 0,0 0 0,0 0 0,0 0 1,-5 1-1,-3 0-76,1 0-1,-1-1 1,-1 0 0,1-1 0,0 0 0,0-1-1,-18-2 1,27 1-56,1 1 1,0 0-1,-1-1 0,1 0 0,0 0 1,-1 1-1,1-1 0,0 0 0,0-1 1,0 1-1,0 0 0,0-1 0,0 1 1,0-1-1,0 1 0,0-1 0,-2-3 1,1 0-328,0 1 1,1-1-1,-1 0 1,1 0 0,0-1-1,-2-7 1,-4-23-2844</inkml:trace>
</inkml:ink>
</file>

<file path=ppt/ink/ink9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2:40:36.5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 14 3922,'0'0'3391,"-2"-2"-3239,-1-2-1118,-5-4 7052,7 15-5516,2 394 1719,0-361-1983,9 59 0,-8-87-260,1 0 0,0 1 1,0-1-1,1-1 0,1 1 0,0-1 0,1 1 0,13 20 1,-19-32-55,0 0 1,0 0-1,0 0 1,0 0-1,0 0 1,0 0-1,0 0 1,1 0-1,-1 0 1,0 0-1,0 0 1,0 0-1,0 0 1,0 0-1,0 0 1,0 0-1,0 0 1,0 0 0,0 0-1,0 0 1,1 0-1,-1 0 1,0 0-1,0 0 1,0 0-1,0 0 1,0 0-1,0 0 1,0 0-1,0 0 1,0 0-1,0 0 1,0 0-1,0 0 1,1 0-1,-1-1 1,0 1 0,0 0-1,0 0 1,0 0-1,0 0 1,0 0-1,0 0 1,0 0-1,0 0 1,0 0-1,0 0 1,0 0-1,0 0 1,0-1-1,0 1 1,0 0-1,0 0 1,0 0-1,0 0 1,0 0 0,0 0-1,0 0 1,0 0-1,0 0 1,0 0-1,0 0 1,0-1-1,1-10-1214,0-13-2170,-1-11-960</inkml:trace>
</inkml:ink>
</file>

<file path=ppt/ink/ink9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2:40:37.0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340 1 4194,'0'0'5328,"1"0"-5144,0 0 1,-1 0-1,1 0 1,0 0-1,0 0 1,-1 0 0,1 0-1,0 0 1,0 0-1,-1 1 1,1-1-1,0 0 1,-1 1-1,1-1 1,0 0 0,0 2-1,-1-1-129,0 1 0,0 0 0,-1-1-1,1 1 1,-1 0 0,1-1 0,-1 1 0,0-1-1,0 1 1,0-1 0,1 1 0,-1-1 0,-1 0 0,1 1-1,0-1 1,0 0 0,0 0 0,-1 0 0,1 0-1,-2 1 1,-36 19 102,25-15-46,-78 35 107,-77 42-163,168-82-82,-1 0 0,1 0 0,-1 0 0,1 0 0,0 0 1,0 0-1,-1 0 0,1 0 0,0 0 0,0 1 1,0-1-1,0 0 0,0 1 0,0-1 0,-1 3 1,3-3 5,-1 0 1,0 0-1,0 0 1,0 0-1,0 0 1,1 0-1,-1 0 1,0 0-1,1 0 1,-1 0-1,1 0 1,-1-1-1,1 1 1,-1 0-1,1 0 1,0-1-1,-1 1 1,1 0-1,0-1 1,-1 1-1,1 0 1,0-1-1,0 1 1,0-1-1,0 1 1,0-1-1,-1 0 1,1 1-1,0-1 1,2 0-1,220 85 173,-198-74-137,-11-6-18,1 1 0,-1 0-1,-1 2 1,1-1-1,18 15 1,-32-21-128,0-12-4130,0-8 1239</inkml:trace>
</inkml:ink>
</file>

<file path=ppt/ink/ink9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2:40:37.5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262 65 1489,'0'0'2401,"-6"-7"-1753,-1-1-354,-20-22 1114,23 27-1210,1 1 0,-1 0 1,1 0-1,-1 0 0,0 0 0,1 1 0,-1 0 0,0-1 0,0 1 0,0 1 1,0-1-1,-6 0 0,-55 2 1009,34 0-145,30-1-1029,-1 0 0,0 1-1,1-1 1,-1 1 0,0-1 0,1 1-1,-1-1 1,1 1 0,-1 0 0,1 0-1,-1 0 1,1 0 0,-1 0 0,1 0-1,0 0 1,0 1 0,0-1 0,0 0-1,0 1 1,0-1 0,0 1 0,-1 2-1,-15 40 585,16-42-557,-6 28 725,2 1-1,1-1 1,1 1-1,2 54 1,1-72-653,0-8-85,0 0-1,0 1 0,1-1 0,-1 0 1,1 0-1,0 0 0,2 6 0,-2-9-37,0-1 0,0 1-1,0-1 1,0 1-1,0-1 1,1 1 0,-1-1-1,0 0 1,1 1-1,-1-1 1,1 0 0,-1 0-1,1 0 1,-1 0 0,1 0-1,0-1 1,-1 1-1,1 0 1,0-1 0,0 1-1,0-1 1,2 1 0,3 0-43,1 0 0,-1 0 1,0-1-1,1 0 1,-1 0-1,1-1 1,-1 0-1,0 0 1,1-1-1,-1 0 1,0 0-1,0 0 1,0-1-1,-1 0 1,1-1-1,6-4 1,-3 1-422,-1-1 0,0 0 0,-1 0 0,0-1 0,0 0 0,-1 0 0,0-1 0,-1 0 0,7-14 0,13-33-4793</inkml:trace>
</inkml:ink>
</file>

<file path=ppt/ink/ink9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2:40:37.8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1 61 6515</inkml:trace>
  <inkml:trace contextRef="#ctx0" brushRef="#br0" timeOffset="1">1 61 6515,'37'-60'2641,"-37"108"273,0 15-641,3 9-1057,7-3-287,3-2-465,11-13-112,-1-15-288,0-12-64,1-12-48,-7-15-560,-4 0-913,-6-3-576,-7-33-2049</inkml:trace>
</inkml:ink>
</file>

<file path=ppt/ink/ink9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2:40:38.4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1 247 7059,'0'0'1849,"13"-17"-3706,41-54 155,-51 67 1596,0 0 0,-1-1 1,1 0-1,-1 1 0,0-1 0,0 0 0,-1 0 0,0 0 0,1-1 1,-2 1-1,1 0 0,-1 0 0,1 0 0,-1-1 0,-1 1 0,0-5 1,0-12 445,1-26 4777,0 53-4373,16 342 3250,1-87-2764,-14-223-1035,-3-36-270,-6-35-7048,-1 11 2657</inkml:trace>
</inkml:ink>
</file>

<file path=ppt/ink/ink9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2:40:39.0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52 1 2305,'0'0'4551,"-5"10"-3846,-37 88 2582,39-77-2091,2-14-1607,2-15-4000,2-6 1575</inkml:trace>
</inkml:ink>
</file>

<file path=ppt/ink/ink9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2:40:39.3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1 25 512</inkml:trace>
  <inkml:trace contextRef="#ctx0" brushRef="#br0" timeOffset="1">1 25 512,'83'-24'2673,"-83"27"-1344,0 9-112,0 0-337,0 3-96,-7-3-143,1 3-65,-1 0-240,4-6-96,-1 0-64,4-3-176,-3-3 0,3 0-288,-3-3-912,-1 0-641</inkml:trace>
</inkml:ink>
</file>

<file path=ppt/ink/ink9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2:40:39.9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89 1 2721,'0'0'4458,"-4"1"-4186,1 1-111,0 0-1,-1 1 0,1-1 0,0 1 0,1 0 1,-1-1-1,0 1 0,1 0 0,0 1 0,-4 6 1,-23 45 1925,12-19-1194,12-28-743,10-19-5399</inkml:trace>
</inkml:ink>
</file>

<file path=ppt/ink/ink9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2:40:40.2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1 1 1617</inkml:trace>
  <inkml:trace contextRef="#ctx0" brushRef="#br0" timeOffset="1">1 1 1617,'80'90'2209,"-84"-63"-657,-9 3-175,3-6-464,3-3-609,1-6-304,2-6-401,-2-6-2240</inkml:trace>
</inkml:ink>
</file>

<file path=ppt/ink/ink9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2:40:41.9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 43 2193,'0'0'5344,"-1"-24"-9642,-2 15 3036,0 0-715</inkml:trace>
</inkml:ink>
</file>

<file path=ppt/ink/ink9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2:40:42.3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 55 1553,'-27'-55'5399,"25"80"-3515,1 25-1246,12 159 1778,-5-125-1764,-2-16-209,18 202 378,-21-266-926,2 16 341,-3-20-286,0 1 1,0-1-1,0 1 1,0-1-1,0 1 1,0-1-1,1 1 1,-1-1-1,0 1 0,0-1 1,1 1-1,-1-1 1,0 1-1,1-1 1,-1 0-1,0 1 1,1-1-1,-1 0 1,0 1-1,1-1 1,-1 0-1,1 1 0,-1-1 1,1 0-1,-1 0 1,1 0-1,0 1 1,-1-5-1403,0-17-919,0-8-1522</inkml:trace>
</inkml:ink>
</file>

<file path=ppt/ink/ink9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2:40:42.6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34 4082,'0'0'3217,"171"-15"-2320,-131 9-897,-14 3-384,-6-3-1217,-10 3-2929</inkml:trace>
</inkml:ink>
</file>

<file path=ppt/ink/ink9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2:40:43.1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0 287 6435,'0'0'2524,"21"-18"-2570,67-58-204,-82 71 153,-1 1 0,0-1-1,0 0 1,-1 0 0,0-1 0,0 1 0,0-1 0,0 0 0,-1 0 0,0 0 0,0-1 0,-1 1 0,0-1 0,0 1 0,0-1 0,-1 0 0,0 0 0,0 0 0,-1 0 0,0 1 0,0-1 0,-2-11-1,1-13 228,1 30-132,0 0 0,-1 1 0,1-1 0,0 1 1,-1-1-1,1 0 0,-1 1 0,1-1 0,-1 1 0,1 0 0,-1-1 0,1 1 0,-1-1 0,1 1 0,-1 0 0,0-1 0,1 1 0,-1 0 0,1-1 0,-1 1 0,0 0 0,1 0 0,-1 0 0,0 0 0,1 0 0,-1 0 0,0 0 0,0 0 0,-1 0 0,-30 0 20,22 1 47,6-1 1,1 0-1,-1 1 0,1-1 1,0 1-1,0 0 0,-1 0 1,1 0-1,0 0 0,0 1 1,0-1-1,0 1 0,0 0 1,1 0-1,-1 0 0,0 0 1,1 0-1,-1 1 0,1-1 0,0 1 1,0-1-1,0 1 0,-2 4 1,0 0 115,1 0 1,0 0 0,0 0-1,0 0 1,1 1 0,0-1-1,1 1 1,-2 14 0,2 178 2182,1-191-2272,2-1 1,-1 0 0,1 0 0,0 0-1,1 0 1,-1 0 0,2 0 0,-1-1-1,1 0 1,5 8 0,-6-10-50,1-1 1,-1 1-1,1-1 0,0 0 0,0 0 1,1-1-1,-1 1 0,1-1 0,0 0 1,0 0-1,0 0 0,0-1 1,0 0-1,1 0 0,8 2 0,0-1-317,0-1-1,-1-1 0,20 0 0,-29-1 106,1 0 0,-1 0-1,1-1 1,-1 0 0,1 0-1,-1 0 1,0 0 0,1-1-1,-1 1 1,0-1 0,0 0-1,0 0 1,0-1 0,3-2-1,15-23-3170</inkml:trace>
</inkml:ink>
</file>

<file path=ppt/ink/ink9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2:40:43.6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4370,'0'0'4362,"0"30"-2708,0 102-259,1-101-674,1-1 0,8 47-1,-3-39-198,-6-27-401,1 0-1,1 0 1,0 0-1,0-1 0,1 1 1,9 15-1,-12-23-77,-2-21-877,-1-1 0,-1 1-1,-9-34 1,6 32-243,2 0 0,-4-36 0,7 42 676,0-5 127,0 0 1,4-34-1,-2 49 234,1 1 0,-1 0 0,0 0 0,1 1 0,0-1 0,0 0 0,0 0 0,0 1 0,0-1 0,0 1 0,1 0 0,-1 0 0,1 0 0,0 0 0,0 0 0,-1 0 0,6-2 0,0 0 133,1 0 1,0 1-1,0-1 0,0 2 0,11-3 1,-12 4-79,0 0 0,0 0 0,0 1 0,0 0 0,0 0 0,0 1 0,11 2 0</inkml:trace>
</inkml:ink>
</file>

<file path=ppt/ink/ink9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2:40:44.5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282 27 96,'0'0'5333,"-5"-3"-5071,0-1-198,3 2-37,0 0 1,0 1-1,0-1 0,0 1 0,0 0 0,0 0 0,0 0 0,-1 0 1,-1-1-1,-5 1 347,1-1 0,-1 1 0,0 1 0,-14 0 0,7 1 26,-1-2-82,14 0-285,0 1 0,0-1 0,0 1 0,-1 0 0,1 0 0,0 0 0,0 1 1,-1-1-1,1 1 0,0 0 0,0-1 0,0 1 0,0 1 0,0-1 0,0 0 0,-4 3 1,-3 8 208,-1 0 0,2 0 0,0 1 1,0 0-1,2 1 0,-1-1 1,2 2-1,0-1 0,0 1 1,1 0-1,1 0 0,1 0 1,0 0-1,1 1 0,1 0 0,0 15 1,1-3 74,1 44 769,0-70-1053,-1 1 0,1-1-1,0 0 1,0 1 0,0-1 0,0 0 0,0 0-1,1 1 1,-1-1 0,1 0 0,-1 0 0,1-1-1,0 1 1,-1 0 0,1 0 0,0-1 0,0 1-1,1-1 1,-1 0 0,0 0 0,0 0-1,1 0 1,-1 0 0,0 0 0,1 0 0,-1-1-1,1 1 1,3-1 0,3 2-37,0-1-1,1-1 1,-1 0 0,0 0-1,0-1 1,14-2-1,-19 1-71,1 1 0,-1-1-1,0 0 1,0 0 0,0-1-1,0 1 1,0-1-1,-1 0 1,1 0 0,-1 0-1,0 0 1,0-1 0,0 1-1,0-1 1,-1 0-1,1 0 1,1-5 0,6-11-772,-1 0 1,8-26-1,-13 35 387,9-26-1415,-2-1 0,9-55-1,-14 66 1921,1-7 4685,-7 54-4105,0 257 3143,0-266-3655,1 0 0,0 0 0,0 1 0,1-2-1,4 14 1,-5-20-141,0-2 1,1 1-1,-1 0 0,1 0 0,-1 0 1,1-1-1,0 1 0,0-1 0,0 1 1,4 2-1,-5-3-81,1-1 0,-1 0 0,1 0 0,-1-1 0,1 1 1,0 0-1,0-1 0,-1 1 0,1-1 0,0 1 0,0-1 0,0 0 0,-1 0 0,1 0 0,0 0 1,0 0-1,0 0 0,0 0 0,2-1 0,-3 1-39,0 0 1,-1-1-1,1 1 0,0 0 1,-1 0-1,1-1 0,0 1 1,-1 0-1,1-1 0,-1 1 1,1-1-1,-1 1 0,1-1 0,-1 1 1,1-1-1,-1 1 0,1-1 1,-1 1-1,0-1 0,1 0 1,-1 0-1,8-30-4536</inkml:trace>
</inkml:ink>
</file>

<file path=ppt/ink/ink9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2:40:45.0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4258,'0'0'4543,"0"11"-3913,0 79 1285,1 137 1730,19 0-2002,-17-211-1623,0 1 0,2-1 0,0 0 0,0 0 0,16 30 0,-20-45-463,-1-6-616,0-57-3508,0 21-820</inkml:trace>
</inkml:ink>
</file>

<file path=ppt/ink/ink9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2:40:45.4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196 1 2065,'0'0'9079,"-4"6"-8543,-1 0-487,0-1 1,0 1-1,-1-1 0,0 0 1,0-1-1,0 1 1,-1-1-1,0 0 0,1-1 1,-1 0-1,-10 3 0,-23 9-21,-18 7 14,57-21-42,0 0 1,0-1-1,0 1 0,1 0 1,-1 0-1,0 0 1,1 0-1,-1 0 0,0 0 1,1 0-1,-1 0 1,1 0-1,0 1 1,-1-1-1,1 0 0,0 0 1,0 0-1,0 0 1,0 0-1,0 1 1,0 0-1,4 26-9,-2-24 38,1 0 0,-1 0 1,1-1-1,0 1 0,0-1 1,0 1-1,1-1 0,-1 0 1,7 4-1,39 24 503,-37-24-456,-3-1-91,0-1-1,0 0 1,1 0 0,0-1-1,0 0 1,0-1-1,0 0 1,0 0-1,20 1 1,-29-19-8512</inkml:trace>
</inkml:ink>
</file>

<file path=ppt/ink/ink9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2:40:46.2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3378,'0'4'7864,"0"22"-6938,-1 24-176,3 0 0,11 74-1,-2-67-266,23 107 633,-25-130-832,2 0 1,26 56-1,-37-90-297,0 0 0,0 0 0,0 0 0,0 0 0,0 0 0,0-1 0,0 1 0,0 0 0,0 0-1,0 0 1,0 0 0,0 0 0,0 0 0,0 0 0,0 0 0,1-1 0,-1 1 0,0 0 0,0 0 0,0 0 0,0 0 0,0 0 0,0 0 0,0 0 0,0 0-1,0 0 1,1 0 0,-1 0 0,0 0 0,0 0 0,0 0 0,0 0 0,0 0 0,0 0 0,1 0 0,-1 0 0,0 0 0,0 0 0,0 0 0,0 0 0,0 0 0,0 0-1,0 0 1,1 0 0,-1 0 0,0 0 0,0 0 0,0 0 0,0 0 0,0 0 0,0 0 0,0 0 0,0 0 0,0 0 0,1 1 0,-1-1 0,0 0 0,0 0 0,2-22-553,-3-28-726,-14-11 230,11 47 914,0 0 0,1-1 1,1 1-1,-2-22 0,4 29 131,0-1 33,0 0 1,1 0-1,1-12 0,-1 18-49,0-1 1,0 1-1,-1 0 0,1-1 1,1 1-1,-1 0 0,0 0 1,1 0-1,-1 0 0,1 0 1,-1 0-1,1 0 0,0 0 1,0 0-1,2-1 0,4-2-95,0 1 0,0 0-1,1 1 1,-1-1-1,1 1 1,-1 1-1,1 0 1,0 0-1,0 1 1,0 0-1,0 0 1,14 2-1,-20-1 126,1 0-1,-1 1 0,0 0 0,0-1 1,0 1-1,0 0 0,-1 0 0,1 1 0,0-1 1,0 0-1,-1 1 0,1 0 0,-1 0 1,1 0-1,-1 0 0,0 0 0,0 0 0,1 0 1,-2 1-1,1-1 0,0 1 0,0 0 1,1 3-1,0 0 48,0 1-1,0-1 1,-1 1 0,0 0 0,0 0-1,-1 0 1,0 0 0,0 0-1,0 8 1,-1 239 4684,0-253-4963,0-5-2169,0-18-186,0-9-1916</inkml:trace>
</inkml:ink>
</file>

<file path=ppt/ink/ink9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2:40:46.6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2945,'0'0'9461,"23"168"-8389,-16-129-111,0-3-337,0-5-192,-1-4-256,-2-6-160,-1-12-16,-3 0-32,0-24-10004</inkml:trace>
</inkml:ink>
</file>

<file path=ppt/ink/ink9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2:40:46.9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6915,'0'0'208</inkml:trace>
</inkml:ink>
</file>

<file path=ppt/ink/ink9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2:40:47.4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 56 4914,'0'0'6585,"-3"5"-5337,1 21-422,1 0-1,2 0 1,0 0-1,7 39 0,-8-63-805,4 22 416,0 1 0,2-1-1,0 0 1,17 40 0,-23-63-429,1 0 1,-1 0-1,1 0 1,-1 0-1,1 0 1,0 0-1,-1 0 1,1 0-1,0 0 1,0 0-1,-1 0 1,1-1-1,0 1 1,0 0-1,0-1 1,0 1-1,0-1 1,0 1-1,0-1 1,0 1-1,0-1 1,0 0-1,1 1 1,-1-1-1,0 0 1,0 0-1,0 0 1,0 0-1,0 0 1,1 0-1,1 0 1,-1-1-21,-1 0-1,1 0 1,-1 1 0,1-1-1,-1 0 1,1 0 0,-1-1-1,1 1 1,-1 0-1,0 0 1,0-1 0,0 1-1,1-1 1,-1 1 0,-1-1-1,1 1 1,0-1 0,0 0-1,0-2 1,7-28-1322,-1 0 0,-1-1 0,-3 1 0,1-57 0,0 0-2395,-4 84 3539,1 0-1,0 0 0,-1 0 1,2 0-1,-1 0 0,1 0 1,-1 0-1,5-7 0,-5 10 204,0 1 0,0-1-1,1 1 1,-1-1-1,0 1 1,1-1-1,-1 1 1,1 0-1,0 0 1,-1 0-1,1 0 1,0 0 0,0 0-1,-1 0 1,1 0-1,0 1 1,0-1-1,0 1 1,0-1-1,0 1 1,0 0-1,4 0 1,7 0 254,-8-1-24,0 1 0,0-1 0,0 1 0,0 1 0,0-1 0,0 1 0,0 0 0,-1 0 0,1 0 0,0 1 0,0-1 0,-1 1 0,1 1 0,-1-1 0,8 6 0,1 3 197,30 22 578,-39-31-1314,-1 0 0,1 0-1,0-1 1,0 1 0,0-1 0,5 1 0,-4-1-3404</inkml:trace>
</inkml:ink>
</file>

<file path=ppt/ink/ink9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2:40:49.0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291 32 5074,'0'0'3605,"0"-3"-3427,0 2-155,0 0-1,0 0 1,0 0-1,0 0 1,0 0-1,0 0 1,-1 0-1,1 0 1,0 0-1,-1 1 1,1-1-1,0 0 1,-1 0-1,1 0 1,-1 0 0,1 0-1,-1 1 1,-1-2-1,1 1-1,0 0-1,-1 0 1,1 1-1,-1-1 1,1 1-1,-1-1 1,1 1-1,-1-1 1,0 1-1,1 0 1,-1 0-1,1 0 1,-3 0-1,-45-2 121,29 0-118,1 2-1,-26 1 0,40 1-16,0-1 0,0 0-1,0 1 1,1 0 0,-1 0-1,1 1 1,0-1 0,-1 1-1,1 0 1,-6 5 0,2-1 33,0 1 0,1 0 0,-12 16 0,15-17 62,0 0 0,1 0-1,-1 1 1,2-1 0,-1 1-1,1 0 1,0 0 0,1 0-1,-2 12 1,2 12 621,2 35 0,0-21-403,-1-40-251,0 0 0,1-1 0,0 1 1,0 0-1,0 0 0,0 0 1,1-1-1,4 10 0,-5-13-46,0 1-1,1-1 0,-1 0 1,1 0-1,0 1 0,0-1 0,0-1 1,0 1-1,0 0 0,0 0 1,0-1-1,0 1 0,1-1 0,-1 0 1,1 1-1,-1-1 0,1 0 0,-1-1 1,1 1-1,5 0 0,-2 1-69,0-1-1,1-1 0,-1 0 1,1 0-1,-1 0 0,1 0 1,-1-1-1,0 0 0,1-1 0,-1 1 1,11-5-1,-12 3-46,0 0-1,-1 0 1,1 0-1,-1-1 1,0 1-1,0-1 0,0 0 1,0-1-1,-1 1 1,0 0-1,0-1 1,0 0-1,0 0 1,2-5-1,-1 1-813,0 0 0,-1 0-1,0 0 1,0 0 0,2-15 0,-4-6-1943</inkml:trace>
</inkml:ink>
</file>

<file path=ppt/ink/ink9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2:40:49.5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 0 2401,'0'0'4629,"0"5"-3826,-7 241 4413,7 190-3570,0-433-1661,3 21 102,-3-23-105,0-1 0,1 1 0,-1 0 0,0-1 1,1 1-1,-1-1 0,1 1 0,-1 0 0,0-1 0,1 1 0,-1-1 0,1 1 0,0-1 1,-1 0-1,1 1 0,-1-1 0,1 0 0,0 1 0,-1-1 0,1 0 0,0 0 1,-1 1-1,1-1 0,0 0 0,-1 0 0,1 0 0,0 0 0,-1 0 0,2 0 1,-1 0-54,-1-1 0,1 0 0,0 1 0,-1-1 0,1 1 1,0-1-1,-1 0 0,1 0 0,-1 1 0,1-1 0,-1 0 1,0 0-1,1 0 0,-1 1 0,0-1 0,1 0 0,-1 0 1,0 0-1,0 0 0,0 0 0,0 0 0,0 1 0,0-3 1,2-21-3436,-2 14 1055,0 4-473</inkml:trace>
</inkml:ink>
</file>

<file path=ppt/ink/ink9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2:40:49.9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3490,'0'0'5527,"0"16"-4307,0 104 1053,0-87-1222,8 55 0,-5-73-946,0 0 1,1 0 0,0 0 0,1 0 0,14 25 0,-19-39-536,0-35-3723,0 5 132</inkml:trace>
</inkml:ink>
</file>

<file path=ppt/ink/ink9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2:40:50.2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31 4834,'0'0'2497,"90"-30"-9604</inkml:trace>
</inkml:ink>
</file>

<file path=ppt/ink/ink9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2:40:50.7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 1889,'0'0'5851,"3"-4"-5229,-3 4-574,0 0 1,0 0 0,0 0-1,0 0 1,0 0 0,0 1-1,0-1 1,0 0 0,1 0-1,-1 0 1,0 0 0,0 0-1,0 0 1,0 0-1,0 0 1,0 0 0,0 0-1,0 1 196,0-1-196,0 0 1,0 0-1,0 0 1,0 0 0,0 0-1,0 0 1,1 0 0,-1 0-1,0 0 1,0 0 0,0 0-1,0 0 1,0 0-1,0 0 1,0 0 0,0 0-1,0 0 1,0 0 0,0 0-1,0 0 1,1 0 0,-1 0-1,0 0 1,0 0 0,0 0-1,0 0 1,0 0-1,0 0 1,0 0 0,0 0-1,0-1 196,0 1-196,1 0 1,-1 0-1,0 0 1,0 0 0,0 0-1,0 0 1,0 0 0,0 0-1,0 55 954,2 1-1,3 0 1,2-1-1,28 103 1,-23-132-872,-12-25-183,1 0 0,0 0 0,-1-1 0,1 1 0,0 0-1,0 0 1,0-1 0,0 1 0,0 0 0,0-1 0,0 1 0,0-1 0,0 1 0,0-1 0,0 1 0,0-1 0,0 0-1,0 0 1,1 1 0,-1-1 0,1 0 0,-1-3-411,0-1 0,0 1 0,0 0-1,-1 0 1,1-1 0,-1 1 0,0 0 0,0-1-1,-1-4 1,1 3-507,0-27-4173</inkml:trace>
</inkml:ink>
</file>

<file path=ppt/ink/ink9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2:40:51.0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31 3362,'0'0'5650,"70"-31"-5922,-60 31-768,3 0-1266</inkml:trace>
</inkml:ink>
</file>

<file path=ppt/ink/ink9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2:40:51.8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 1 1825,'0'0'7281,"0"2"-6502,-1 79 1520,0 61 110,3-115-2022,0-1 0,2 1 0,8 30 0,-4-41-197,-8-16-193,0 1-1,0-1 1,1 0 0,-1 0-1,0 1 1,1-1 0,-1 0-1,0 0 1,1 0 0,-1 0 0,0 1-1,1-1 1,-1 0 0,0 0-1,1 0 1,-1 0 0,0 0 0,1 0-1,-1 0 1,0 0 0,1 0-1,-1 0 1,0 0 0,1 0-1,-1 0 1,1 0 0,0-1-25,0 0 1,0 0-1,0 0 1,-1 1-1,1-1 1,0 0-1,0 0 1,-1 0-1,1 0 1,-1 0-1,1 0 1,-1 0-1,1 0 1,-1-1-1,1 1 1,-1 0-1,0 0 1,0 0-1,0 0 1,1-1-1,-1 0 0,-1-88-3629,-1 70 3043,1 0 1,1-1-1,1 1 0,0 0 1,2 0-1,0 0 1,7-19-1,-8 33 703,1 1 1,-1 0-1,1 1 1,0-1-1,0 0 1,1 1-1,-1 0 0,1 0 1,0 0-1,0 0 1,1 0-1,-1 1 1,1 0-1,-1 0 1,9-4-1,-7 4-9,0 1-1,1-1 1,0 1-1,-1 0 1,1 1-1,0 0 1,0 0-1,0 0 1,0 1-1,0 0 1,0 0-1,9 2 1,-15-1-23,1 0 0,-1 0 1,1 0-1,-1 0 0,0 1 0,1-1 1,-1 0-1,0 0 0,0 1 0,0-1 1,0 1-1,0-1 0,0 1 0,0-1 1,-1 1-1,1 0 0,0 3 0,9 29 652,20 186 2317,-22-179-2630,-5-31-302,-1-1 1,0 1-1,0 13 1,1-40-11775</inkml:trace>
</inkml:ink>
</file>

<file path=ppt/ink/ink9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2:40:52.3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3298,'0'0'6032,"0"16"-4939,0 128 2120,4-111-2420,2 0 0,1-1 1,18 54-1,-11-40-346,-10-35-341,13 41 356,-16-49-439,1 0 1,-1 0-1,1 0 1,-1 0-1,1-1 0,0 1 1,0 0-1,0-1 1,1 1-1,-1-1 0,0 0 1,6 4-1,-7-5-29,1-1-1,-1 1 0,1-1 0,-1 1 1,0-1-1,1 0 0,-1 1 1,1-1-1,-1 0 0,1 0 0,-1 0 1,1 0-1,-1 0 0,1 0 1,-1-1-1,1 1 0,-1 0 1,0-1-1,1 1 0,-1-1 0,0 1 1,1-1-1,-1 0 0,0 0 1,0 0-1,1 1 0,-1-1 0,0 0 1,0 0-1,0-1 0,0 1 1,0 0-1,0 0 0,-1 0 0,1-1 1,0 1-1,-1 0 0,1-1 1,0-1-1,3-7-254,0 0 0,0-1-1,-1 0 1,1-10 0,-3 18 189,13-106-2888,-11 81 1812,0-1 1,2 0 0,1 1-1,17-49 1,-22 73 1304,1 1 1,0 0-1,-1 0 0,1 1 1,1-1-1,-1 0 0,0 1 1,5-4-1,7-10-613,-12 11-1990</inkml:trace>
</inkml:ink>
</file>

<file path=ppt/ink/ink9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2:40:52.9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0 296 4418,'0'0'5242,"15"-15"-5140,6-3-74,3-3-1,36-43 1,-57 61-31,9-11-205,20-30 0,-29 39 158,0 0-1,-1 0 1,0 0-1,0 0 1,0-1-1,0 1 1,-1-1-1,0 1 1,0-1-1,0-9 1,-1 4-340,1 9 322,-1 0 0,0-1 1,0 1-1,0 0 0,0 0 1,-1-1-1,1 1 1,0 0-1,-1 0 0,-1-5 1,1 6 63,-1 0-1,1 1 1,0-1 0,0 0-1,-1 0 1,1 1 0,0-1 0,-1 0-1,1 1 1,0-1 0,-1 1 0,1 0-1,-1 0 1,1-1 0,-1 1 0,1 0-1,-1 0 1,1 0 0,-3 1 0,-104-1 521,107 0-464,-1 1 0,1-1 0,-1 1 0,1-1-1,-1 1 1,1 0 0,0 0 0,-1 0 0,1-1 0,0 1 0,0 0 0,0 1-1,-1-1 1,1 0 0,0 0 0,0 0 0,1 1 0,-1-1 0,0 1 0,0-1-1,1 0 1,-1 1 0,1-1 0,-1 1 0,1-1 0,-1 1 0,1 2 0,-2 7 319,0-1 1,-1 22 0,2 173 2967,1-195-3199,1 0-1,0 0 1,0 0 0,1-1-1,0 1 1,1 0 0,0-1 0,0 1-1,7 11 1,-8-17-93,1 0-1,0 0 1,-1 1-1,2-2 1,-1 1 0,0 0-1,1-1 1,0 1-1,-1-1 1,1 0-1,0 0 1,1-1 0,-1 1-1,1-1 1,-1 0-1,1 0 1,-1 0-1,1-1 1,0 0 0,7 1-1,-6-1-116,1 0 0,0 0 0,-1-1 0,1 0 0,-1-1 0,1 0 0,0 0 1,-1 0-1,7-2 0,-9 1-36,-1 0 1,1 0 0,-1 0 0,0 0 0,1 0 0,-1-1 0,0 1 0,0-1-1,0 0 1,-1 0 0,1 0 0,-1 0 0,0 0 0,0-1 0,0 1 0,2-5-1,4-11-2273,0 0-1,6-31 0,-6 7-4539</inkml:trace>
</inkml:ink>
</file>

<file path=ppt/ink/ink9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2:40:53.3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1825,'0'0'9073,"1"23"-7853,5 149 1682,-5-146-2209,-2-13-338,1 0 0,1 0 1,0 0-1,0 0 0,2 0 1,0 0-1,4 13 0,-6-25-333,-1 0-1,1 0 0,-1 0 1,0 0-1,1 0 0,0 0 1,-1 0-1,1 0 0,0-1 1,-1 1-1,1 0 0,0-1 1,0 1-1,0 0 0,-1-1 1,1 1-1,0-1 0,0 1 1,0-1-1,0 1 0,0-1 1,0 0-1,1 1 0,-1-5-157,0-33-1346,1-1 0,1 0-1,3 1 1,12-49 0,-16 80 1500,0 0 0,0 1 0,1-1 0,-1 1 0,1 0 0,0 0 0,0 0 0,6-6 0,-7 8 80,0 1 1,1 0-1,-1 0 0,1 0 1,-1 0-1,1 0 0,0 1 1,-1-1-1,1 1 0,0 0 0,0 0 1,0 0-1,0 0 0,0 0 1,0 1-1,0-1 0,5 1 0,67 0 1231,-75 0-1473,1 0-1,-1 0 1,1 0 0,0-1 0,-1 1-1,1 0 1,-1 0 0,1-1-1,-1 1 1,1 0 0,-1 0-1,1-1 1,-1 1 0,1-1-1,-1 1 1,1 0 0,-1-1-1,0 1 1,1-1 0,-1 1-1,0-1 1,1 1 0,-1-1 0,0 0-1,1 1 1,-1-1 0,0 1-1,0-1 1,0 1 0,0-1-1,0-1 1,4-17-5648</inkml:trace>
</inkml:ink>
</file>

<file path=ppt/ink/ink9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2:40:53.7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 0 5010,'0'0'7849,"-1"21"-7064,-1 8-493,-1 82 936,13 79 1330,-6-158-2283,2 1 0,1-1 0,20 54 0,-25-79-259,1 0 0,0 0 0,1 0 0,0 0 0,0-1 0,0 0 0,1 0 0,6 8-1,-8-12-66,0 0-1,0 0 0,0 0 0,0 0 0,0-1 1,0 1-1,0-1 0,0 0 0,1 0 0,-1 0 1,0 0-1,1 0 0,-1-1 0,1 0 0,-1 1 1,1-1-1,-1 0 0,1-1 0,-1 1 0,4-2 1,-4 2-50,-1-1 0,0 0 0,1 0 0,-1 0 0,0 0 0,0 0 0,0-1 0,0 1 0,0-1 0,0 1 0,0-1 0,0 0 0,0 0 0,-1 0 1,1 0-1,-1 0 0,0 0 0,3-4 0,1-5-879,-1 1 0,6-21 1,-8 24 286,9-38-3903</inkml:trace>
</inkml:ink>
</file>

<file path=ppt/ink/ink9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2:40:54.0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52 6723,'0'0'3394,"207"-30"-3394,-163 18-1169,-4 3-1344</inkml:trace>
</inkml:ink>
</file>

<file path=ppt/ink/ink9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2:40:54.4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2593,'0'0'12086</inkml:trace>
</inkml:ink>
</file>

<file path=ppt/ink/ink9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3:51:25.142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20 40 4914,'0'0'3370,"-3"-2"-2775,2 1-454,0 1-1,0-1 1,0 0 0,0 1 0,-1-1 0,2 0-1,-1 0 1,0 0 0,0 0 0,0 0 0,0 0-1,1 0 1,-1 0 0,0 0 0,1 0 0,-1-1-1,1 1 1,-1 0 0,1 0 0,0-1 0,-1 1-1,1 0 1,0 0 0,0-1 0,0 1 0,0-3 843,0-3-466,0 7-514,0 0 1,0 1-1,0-1 1,0 0 0,0 0-1,0 0 1,0 0 0,0 0-1,0 0 1,0 0-1,0 0 1,0 1 0,1-1-1,-1 0 1,0 0-1,0 0 1,0 0 0,0 0-1,0 0 1,0 0 0,0 0-1,0 0 1,0 0-1,0 0 1,0 0 0,1 1-1,-1-1 1,0 0-1,0 0 1,0 0 0,0 0-1,0 0 1,0 0 0,0 0-1,1 0 1,-1 0-1,0 0 1,0 0 0,0 0-1,0 0 1,0 0-1,0 0 1,0 0 0,0 0-1,1-1 1,-1 1 0,0 0-1,0 0 1,0 0-1,0 0 1,0 0 0,0 0-1,0 0 1,0 0-1,0 0 1,1 0 0,-1 0-1,0 0 1,0-1 0,3 8 50,0-1 0,-1 0 1,1 1-1,-1-1 0,0 1 1,-1 0-1,1 7 0,4 55 353,-5-51-309,4 49 75,4 92-254,-7-157-684</inkml:trace>
</inkml:ink>
</file>

<file path=ppt/ink/ink9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3:51:26.73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13 119 3298,'0'0'4015,"-13"-19"-88,13-81-846,7 342-2913,-7 131 339,0-372-525,1-2-63,-1 1 67,1 0 0,0 0 1,0-1-1,-1 1 0,1-1 0,0 1 0,0 0 1,-1-1-1,1 1 0,0-1 0,-1 0 1,1 1-1,-1-1 0,1 1 0,-1-1 0,1 0 1,-1 1-1,1-1 0,-1 0 0,0 0 0,1-1 1,8-24-242,-5 14-94,12-37-3794,-9 17-390</inkml:trace>
</inkml:ink>
</file>

<file path=ppt/ink/ink9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3:51:27.33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7 0 3410,'0'0'928,"-7"0"-1248,7 3 304,4 0 16,6 3-400,10-6-3042</inkml:trace>
</inkml:ink>
</file>

<file path=ppt/ink/ink9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3:51:28.28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408 83 5539,'0'0'4959,"-14"-9"-4335,-7-5-397,7 4 31,1 1 0,-29-14 0,34 20-123,-1 0 1,1 0-1,0 0 1,-1 1-1,0 1 1,-16-2-1,-56 4 465,35 0-262,45-1-316,-1 0 1,0 1-1,1-1 0,-1 0 0,1 1 1,-1-1-1,1 1 0,-1-1 0,1 1 1,-1 0-1,1 0 0,-1 0 0,1 0 1,0-1-1,0 2 0,-1-1 0,0 1 0,-1 2 17,0 0 0,0-1 0,1 1 0,0 0 0,-4 9 0,0 3 28,1 0-1,-4 23 1,8-35-55,-11 54 393,3 1 1,-4 114-1,14-169-393,-1 0 0,0 0 0,1 0 0,0-1 0,0 1 0,0 0 0,0 0 0,1-1 0,-1 1 0,1-1 0,0 1 0,0-1 0,3 4 0,1-1 27,-1 0 1,1 0-1,0 0 0,1-1 0,12 9 0,2-2 80,2 0 0,-1-2-1,30 10 1,-31-14-52,0-1 0,1-2 0,0 0-1,-1-1 1,1-1 0,27-2 0,-13 1 60,-28 0-113,-1-1 1,1 1-1,0-1 0,-1-1 1,1 1-1,-1-1 0,0-1 1,1 1-1,-1-1 0,0-1 1,0 1-1,-1-1 0,1 0 0,-1-1 1,10-8-1,-9 6-11,0-1 1,-1 1-1,0-1 1,-1 0-1,0-1 0,0 1 1,-1-1-1,0 0 0,0 0 1,-1 0-1,4-18 1,0-14 18,-2-1 0,-2 0 1,-1 0-1,-6-49 1,4 84-7,-1 1-1,0-1 1,-1 1 0,0 0 0,0-1 0,0 1 0,-1 0 0,1 0 0,-1 1 0,-1-1 0,1 1 0,-1-1 0,0 1 0,0 0 0,-1 1 0,0-1 0,1 1 0,-1 0 0,-1 0 0,-5-4 0,2 3 12,-1-1 0,-1 1 0,1 1 0,-1 0 0,1 0 0,-1 1 0,0 1 0,0 0 0,0 0 0,-21 0 0,7 2-31,7-1-6,-1 2 0,-24 2 0,37-2 6,1 1 0,-1-1 0,0 1 0,0 0 1,1 0-1,-1 1 0,1 0 0,-1 0 0,1 0 0,0 0 0,-5 6 0,9-8-40,-1 1 0,1 0 0,0 0-1,1 0 1,-1 0 0,0 0-1,0 0 1,1 0 0,-1 0-1,1 0 1,0 0 0,-1 0-1,1 0 1,1 4 0,-1-2-214,0 0 1,0 1 0,1-1 0,-1 0-1,1 0 1,2 6 0,-2-8-34,1 1 1,-1-1 0,1 0-1,0 1 1,0-1 0,0 0-1,0 0 1,2 1 0,25 19-5052</inkml:trace>
</inkml:ink>
</file>

<file path=ppt/ink/ink9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3:51:20.917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31 4370,'0'0'2692,"2"-5"-2449,9-20 5215,-10 53-5402,10 41 191,3 1 1,25 73-1,-27-102 41,-4-10-94,2-1-1,0 0 1,2 0 0,17 29-1,-23-51 310,-6-11 328,-1-9-919,0 0-587,2 1 0,-1-1 0,1 1 0,1 0 0,5-17 1,3-5-3464</inkml:trace>
</inkml:ink>
</file>

<file path=ppt/ink/ink9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3:51:21.842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11 28 4258,'0'0'5040,"-2"-5"-4416,-6-17 2631,8 24-2975,1 11-113,1 1 0,0-1 1,1 0-1,1-1 0,0 1 0,8 18 1,3 9 99,35 92 154,17 53 86,-64-174-486,0-1-1,-2 1 0,1 0 0,-1 19 1,-1-30-37,24-39-13876</inkml:trace>
</inkml:ink>
</file>

<file path=ppt/ink/ink9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3:51:29.48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127 49 5907,'0'0'5226,"-20"0"-3975,18 0-1180,0 0-1,-1 0 1,1 0-1,-1 0 0,1 0 1,0 1-1,-1 0 1,1-1-1,0 1 0,0 0 1,-1 0-1,1 0 1,0 0-1,0 0 1,0 1-1,-3 2 0,1 0 22,0 1 0,1 0-1,-1 1 1,1-1 0,-3 8-1,5-11-74,-6 13 122,1-1 0,1 1 1,0 0-1,1 0 0,0 0 1,-1 20-1,0 95 647,5-110-696,0-14-62,1 0-1,-1-1 1,1 1-1,0 0 0,0 0 1,1 0-1,0 0 1,0-1-1,0 1 0,6 9 1,-3-8 10,0 0 0,0 0 0,1-1 0,0 1 0,1-2 0,13 11 1,-14-10-15,1-1 0,0 0 1,0-1-1,0 1 1,0-2-1,1 1 0,0-1 1,0 0-1,0 0 1,0-1-1,0 0 0,0-1 1,13 2-1,-3-2 43,0-1 0,26-3 1,-38 2-56,0 0 0,-1 0 0,1 0 0,-1-1 0,1 0 0,-1 0 0,0-1 0,0 1 1,0-1-1,0 0 0,8-7 0,-5 2-69,0 0 1,0 0 0,0-1-1,-1 0 1,0-1-1,-1 0 1,0 0-1,-1 0 1,0 0 0,0-1-1,-1 0 1,-1 0-1,0 0 1,0 0 0,-1-1-1,0 1 1,-1-1-1,-1 1 1,0-14-1,0-4-11,1 5 80,-2 0 0,-3-23 0,3 39 10,0 0 0,-1 1 0,0-1 0,-1 1 1,0 0-1,0-1 0,-1 1 0,1 1 0,-1-1 0,-7-8 0,5 7 13,-1 1 0,0 0 0,0 0-1,-1 0 1,0 1 0,0 0 0,-1 0 0,1 1 0,-1 0-1,0 1 1,-1 0 0,1 0 0,-1 1 0,1 0-1,-1 0 1,0 2 0,0-1 0,-19 0 0,-94 2-3,122 0-35,0 0 1,-1 0 0,1 0 0,-1 0-1,1 0 1,0 1 0,-1-1-1,1 0 1,0 1 0,-1 0-1,1-1 1,0 1 0,-1 0-1,1-1 1,0 1 0,0 0-1,0 0 1,0 0 0,0 0-1,0 0 1,0 0 0,0 0-1,0 0 1,1 1 0,-1-1-1,0 0 1,1 0 0,-1 1-1,1-1 1,-1 0 0,1 1-1,-1 1 1,0 5-174,0 0-1,1 1 1,0-1-1,1 13 0,0-1-744,-1-16 542,0 0-1,0 0 1,0 1 0,1-1 0,2 8-1,16 21-4251</inkml:trace>
</inkml:ink>
</file>

<file path=ppt/ink/ink9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3:51:30.60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186 100 5330,'0'0'4885,"-24"-3"-1811,15 3-2927,-1 0 0,1 1 0,-1 0 0,1 1 0,-1 0-1,-12 5 1,17-5-141,1 0-1,-1 0 1,1 0-1,0 1 0,0 0 1,0-1-1,0 1 1,0 1-1,1-1 0,0 0 1,-1 1-1,1 0 1,0 0-1,1 0 1,-3 4-1,0 4 29,1 1 1,1-1-1,0 1 0,1-1 1,0 1-1,0 0 1,2 0-1,0 0 0,1 13 1,-1-1 122,1-14-58,0 0 0,0-1-1,1 1 1,1-1-1,0 0 1,0 1-1,1-1 1,0-1-1,0 1 1,1-1-1,1 1 1,0-1 0,0-1-1,12 14 1,-11-14-55,0-1 0,0 0 1,1-1-1,0 0 0,0 0 1,1 0-1,-1-1 0,1-1 1,1 1-1,-1-1 0,0-1 1,1 0-1,0 0 0,-1-1 1,17 2-1,-6-3 27,0 0 0,33-5 0,-45 3-66,0-1 0,0 0 0,0 0-1,0-1 1,0 0 0,0 0 0,-1-1-1,13-9 1,-2 1-211,-2-2 0,0 0 0,0-1 0,-1 0 0,-1-2 0,-1 1 0,13-22 0,-17 23-213,0 0 1,-1-1 0,-1 0-1,-1 0 1,0 0 0,-1-1-1,-1 0 1,0 0 0,1-22-1,-4 21 128,1-6 52,-1-29 0,-1 48 287,0 1-1,-1-1 0,0 0 0,1 1 1,-1-1-1,-1 0 0,1 1 0,-1-1 1,0 1-1,0 0 0,0 0 0,-5-7 1,3 6 96,0 1 1,-1 0 0,1 1 0,-1-1 0,1 1 0,-1 0 0,0 0 0,0 0 0,-1 1 0,1 0 0,0 0 0,-11-2 0,0 1 179,-1 1 0,0 1-1,-17 1 1,19 0-171,7 1-66,0 0 1,0 0 0,1 1 0,-1-1-1,1 2 1,-1-1 0,1 1 0,0 0-1,0 1 1,-11 6 0,4 0-302,0 0 0,1 1 0,-23 24 0,23-18-4151</inkml:trace>
</inkml:ink>
</file>

<file path=ppt/ink/ink9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3:51:31.550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252 82 3522,'0'0'6376,"-7"-2"-5376,-15-2 19,-1 1 1,-22 0-1,32 3-812,4-1-123,0 1-1,0 1 0,1-1 0,-1 2 1,-9 1-1,14-2-41,1 1 0,0-1 0,-1 1-1,1 0 1,0 0 0,0 0 0,0 0 0,0 0 0,0 1-1,1-1 1,-1 1 0,1 0 0,0 0 0,-1 0 0,-2 5-1,1 1-10,0-1-1,0 1 0,0 0 0,1 0 1,1 0-1,0 1 0,-2 15 1,1 6 252,3 32 1,0-29 214,1-28-446,-1 1 1,1-1 0,1 0 0,-1 0 0,1 0-1,0 0 1,0 0 0,1 0 0,0 0-1,0-1 1,0 1 0,0-1 0,1 0 0,0 0-1,0 0 1,1 0 0,-1-1 0,1 0-1,6 5 1,-3-4-19,0 1 0,0-1 0,0-1 0,1 0 0,0 0 0,0 0 0,0-1 0,0-1 0,0 1 0,1-1-1,-1-1 1,15 1 0,-15-2 15,2 1-15,1-1 0,-1 0 0,0-1 0,0 0 0,1-1 0,-1 0 0,-1-1 1,1 0-1,19-8 0,-18 4-103,0-1 0,0 0 0,-1 0 0,0-2 1,0 1-1,-1-1 0,-1 0 0,13-17 0,-16 18 33,-1 1 0,1-1-1,-1-1 1,-1 1 0,0-1 0,0 1-1,-1-1 1,0 0 0,-1-1-1,0 1 1,0 0 0,-1-13 0,-1 11 11,-3-60-109,2 65 142,0 0 0,-1 0 0,0 0 0,0 0 1,0 1-1,-1-1 0,0 1 0,-5-7 0,5 7 18,-1 0 1,0 0-1,0 1 0,0 0 0,-1 0 0,0 0 1,0 0-1,0 1 0,0-1 0,-1 1 0,0 1 1,0-1-1,0 1 0,0 0 0,0 1 0,-1-1 1,1 1-1,-1 0 0,0 1 0,0 0 0,-9-1 1,5 1-30,0 1 1,0 0 0,-18 3 0,24-2-21,1 0-1,0 1 1,0-1 0,0 1-1,0-1 1,0 1-1,0 0 1,0 1 0,1-1-1,-1 1 1,1-1 0,-4 5-1,-1 2-520,0 0-1,1 1 0,0 1 0,-7 12 0,-3 10-3331</inkml:trace>
</inkml:ink>
</file>

<file path=ppt/ink/ink9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3:51:45.00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1922 90 5410,'0'0'5048,"3"-3"-4677,2-1-119,7-8 4938,-12 12-5155,-1-1 0,1 1-1,-1-1 1,1 1-1,0-1 1,-1 1 0,0-1-1,1 1 1,-1-1-1,1 1 1,-1 0 0,0-1-1,1 1 1,-1 0-1,0 0 1,1-1 0,-1 1-1,0 0 1,1 0-1,-1 0 1,0 0 0,1 0-1,-1 0 1,-1 0-1,-21-4 225,-12 1 16,-60 4 1,34 0-27,35-1 88,1 1 0,0 1-1,-30 6 1,42-6-255,0 0 0,0-2 0,0 0 0,-13-1 0,-10-1 34,-241 15 772,-211-13 30,344-13-731,130 13-177,0-2 0,-25-6-1,-3 0-9,-59-9 5,76 15 3,0-1-1,1-1 0,-29-9 1,6 4-11,38 7-14,0 1-1,1 0 1,-1 1 0,-17 1-1,4-1-23,20 1 37,0-1-1,0 1 1,0 0 0,0 0-1,0-1 1,0 1-1,0 0 1,1 1 0,-1-1-1,0 0 1,1 0 0,-1 1-1,1-1 1,-1 1 0,1 0-1,0-1 1,0 1-1,-1 0 1,1-1 0,0 1-1,1 0 1,-1 0 0,-1 2-1,-2 7 4,0 0-1,-5 21 1,-14 52 139,19-62-161,0 1-1,1-1 0,2 1 0,0 0 0,3 28 0,-1 2 42,-1 337-536,0-386 529,1 0 0,0 0 0,0 0 0,1-1 0,-1 1 0,1 0 0,-1-1 0,1 1 0,0-1 0,0 0 0,1 1 0,-1-1-1,1 0 1,-1 0 0,1-1 0,0 1 0,5 3 0,20 24-39,-22-21 6,1-1 0,-1 0 0,1 0 0,1-1 0,-1 0 0,1 0 0,1-1 0,-1 0 0,1 0 0,0-1 0,0 0 0,1-1 0,-1 0 0,1 0 0,0-1 0,11 2 0,13 3 137,-14-2-205,1-2 1,0 0 0,34 1-1,86-3-209,150-5-328,-246-1 619,140-6-125,-173 9 112,0 0 0,0-1 0,22-6 0,-22 5 33,0 0 1,1 0-1,23 0 0,88 0 71,-31-3 93,55 6-61,-134-2-105,0 0 0,1 0 0,-2-1 0,20-7 1,-18 5-1,-6 2 5,1-1 0,-1 0 0,0 0 0,0-1 1,0 0-1,-1-1 0,0 0 0,0 0 0,0-1 0,-1 0 0,0 0 0,0-1 0,11-17 0,-2 2 28,2-4 137,29-55 0,-14 19 159,-18 37-222,16-42 0,-23 44 10,-1-1-1,-2 1 0,0-1 0,1-36 0,-3-104-106,-3 108 12,0 55-15,-1 0 0,1-1 0,-1 1 0,1 0 0,-1 0 0,0 0 0,0-1 0,0 1 0,0 0 0,-2-2 0,-4-11-3,-3-12 42,8 23 587</inkml:trace>
</inkml:ink>
</file>

<file path=ppt/ink/ink9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3:51:53.279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1 5394,'0'0'10130,"1"2"-10084,60 75 493,-19-27 8,-39-45-484,20 26 231,1-2 0,2 0 1,0-1-1,38 29 0,-58-53-284,0 0 0,0-1 1,0 0-1,0 0 0,1-1 1,-1 0-1,13 3 1,-15-4-16,0 0 1,0-1-1,0 0 1,0 1-1,0-1 1,0-1-1,0 1 1,0-1-1,0 1 1,0-1 0,0 0-1,0-1 1,0 1-1,6-4 1,1-4-170,0-1 1,0-1 0,-1 0 0,0 0 0,13-21-1,-1 1-499,-9 15 273,60-70-911,-62 75 1291,1 0 1,0 1-1,1 0 0,0 1 0,15-8 0,-26 16 112,0 0-1,0 1 1,0-1 0,0 1 0,0 0 0,0-1 0,0 1 0,0 0-1,1 1 1,2-1 0,-4 0-165,-1 0 0,1 0-1,-1 1 1,1-1 0,-1 0 0,0 0 0,1 0-1,-1 0 1,1 0 0,-1 1 0,1-1-1,-1 0 1,0 0 0,1 1 0,-1-1-1,0 0 1,1 1 0,-1-1 0,0 0-1,1 1 1,-1-1 0,0 0 0,0 1 0,1-1-1,-1 1 1,0 0 0</inkml:trace>
</inkml:ink>
</file>

<file path=ppt/ink/ink9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3:51:53.65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8 0 6339,'0'0'3271,"-1"10"-2514,-5 299 4078,7-193-3776,-1 76-149,1-186-890,-1 0 1,1 0-1,0 0 1,2 8 0,-2-12-43,-1-1 0,1 1 0,0 0 1,0 0-1,-1-1 0,1 1 1,0-1-1,1 1 0,-1-1 0,0 1 1,0-1-1,1 0 0,-1 0 0,1 0 1,-1 0-1,1 0 0,2 2 0,-3-25-5756,-1-4 1957</inkml:trace>
</inkml:ink>
</file>

<file path=ppt/ink/ink9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3:51:54.55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105 68 7203,'0'0'6078,"4"-11"-5798,15-31-77,-18 40-195,0 1 1,0 0-1,0 0 0,0 0 1,1 0-1,-1 0 1,0 0-1,0 0 1,1 1-1,-1-1 1,0 0-1,1 1 1,-1-1-1,1 1 1,-1-1-1,0 1 1,1-1-1,1 1 0,29 1 135,-18 0 37,-13-1-146,1 0 1,0 1 0,0-1 0,-1 1 0,1-1 0,0 1 0,0 0 0,-1-1-1,1 1 1,-1 0 0,1 0 0,-1 0 0,1 1 0,-1-1 0,0 0-1,0 0 1,1 1 0,-1-1 0,0 1 0,0-1 0,0 1 0,0-1 0,-1 1-1,1 0 1,0-1 0,-1 1 0,1 0 0,-1 0 0,0 0 0,1 2 0,1 8 201,0 0 0,-1 0-1,-1 16 1,0-25-212,1 9 78,-1 0-1,0 0 1,-1 0-1,0-1 0,-1 1 1,0 0-1,-1-1 0,0 1 1,-1-1-1,-6 13 1,-16 19-45,-2-1 1,-2-2 0,-36 39 0,10-12-44,46-50-180,16-17-50,-3 0 131,248-9 229,-221 8-134,-21 1-465,0 0 0,0-1 0,0 0 0,10-3 0</inkml:trace>
</inkml:ink>
</file>

<file path=ppt/ink/ink9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3:51:55.07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0 7443,'0'0'5518,"3"0"-5204,164 0 1232,-93 0-9084</inkml:trace>
</inkml:ink>
</file>

<file path=ppt/ink/ink9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3:51:55.449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28 7267,'0'0'5219,"194"-9"-4803,-161 9-32,-6 0-224,-7 0-160,-4 0-96,1-6-1249,-10-6-2560</inkml:trace>
</inkml:ink>
</file>

<file path=ppt/ink/ink9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3:51:56.49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1 3810,'0'0'6112,"1"0"-5924,0 0 1,-1 0-1,1 0 1,0 0 0,-1 0-1,1 0 1,0 0-1,-1 0 1,1 0-1,0 0 1,0 0-1,-1 0 1,1 1-1,0-1 1,-1 0-1,1 0 1,1 1-1,-2 165 3214,0 86-2477,0-121-591,-1-119-311,2 0 0,0 0 0,0 1 0,2-1-1,-1 0 1,1-1 0,8 20 0,-9-26-5,1 1-1,0-1 1,0 0 0,1 0-1,0 0 1,0 0 0,0 0-1,0-1 1,0 0 0,1 0-1,0 0 1,0 0-1,0-1 1,1 0 0,-1 0-1,12 4 1,-1-2 20,0-1-1,0-1 1,0-1 0,1 0 0,-1-1-1,1-1 1,22-2 0,-35 1-66,-1 0 1,1 0-1,-1 0 0,1-1 1,-1 0-1,1 1 1,-1-1-1,0 0 1,0 0-1,0-1 1,0 1-1,0-1 1,0 0-1,-1 1 1,1-1-1,-1 0 0,0 0 1,0-1-1,0 1 1,3-6-1,1-4-127,0 0 1,-1 0-1,-1-1 0,4-19 0,-3 9 28,-1-1 1,-2 1-1,-1-1 0,0 0 0,-5-30 1,3 48 150,-1 0 1,0 1 0,0-1-1,-1 1 1,0-1 0,0 1 0,-1 0-1,1 0 1,-1 1 0,-8-10 0,8 11 15,1 0 1,-1 0 0,0 1-1,0 0 1,0-1 0,0 1 0,-1 1-1,1-1 1,-1 1 0,1-1 0,-1 1-1,0 0 1,0 1 0,-9-2 0,-85 2 1231,99 2-995,0 0-262,0-1 1,0 0-1,-1 1 0,1-1 1,0 0-1,0 0 0,0 1 0,0-1 1,0 0-1,0 1 0,0-1 0,0 0 1,0 1-1,0-1 0,0 0 1,0 0-1,0 1 0,0-1 0,0 0 1,0 1-1,0-1 0,1 0 0,-1 0 1,0 1-1,0-1 0,0 0 0,0 1 1,1-1-1,-1 0 0,0 0 1,0 0-1,0 1 0,1-1 0,-1 0 1,0 0-1,0 0 0,1 0 0,-1 1 1,8 0-49,0 0 1,0-1 0,-1 1 0,1-2 0,0 1 0,-1-1-1,1 0 1,0-1 0,-1 1 0,1-2 0,-1 1 0,0-1-1,0 0 1,0 0 0,10-7 0,-7 2-313,0 0-1,0-1 1,-1 0 0,0-1 0,13-17 0,-18 21 98,0-1 1,0 1-1,-1 0 1,0-1-1,-1 0 1,1 0-1,-1 0 1,0 0-1,-1 0 1,0 0-1,1-13 1,-2 12 213,0 1 0,0 0 0,-1 0 1,0-1-1,0 1 0,-4-10 0,4 14 88,-1 0-1,1 0 1,-1 0-1,0 1 1,0-1-1,0 1 1,0-1 0,0 1-1,0 0 1,-1 0-1,1 0 1,-1 0-1,0 0 1,1 1-1,-1-1 1,0 1 0,-3-1-1,-7-3 317,0 0-1,0 2 1,-1 0 0,1 0-1,-23-1 1,-70 4 1697,55 0-1550,51 16-6953</inkml:trace>
</inkml:ink>
</file>

<file path=ppt/ink/ink9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3:52:37.48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39 56 2577,'0'0'2044,"-4"-21"-1,3 18-1890,0 1-1,0-1 1,-1 1-1,1 0 1,-1-1-1,0 1 0,0 0 1,0 0-1,0 0 1,0 0-1,0 1 0,0-1 1,-1 1-1,-4-3 1,4 2 854</inkml:trace>
</inkml:ink>
</file>

<file path=ppt/ink/ink9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3:51:58.205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28 0 7475,'0'0'4453,"-7"3"-4103,0-1-859,-7 8 4088,30-10-2949,323 3 32,-331-4-242</inkml:trace>
</inkml:ink>
</file>

<file path=ppt/ink/ink10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3:51:58.59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1 6035,'0'0'5714,"10"213"-4049,3-141-560,1-2-833,-4-4-272,0-9-833,-4-18-2160</inkml:trace>
</inkml:ink>
</file>

<file path=ppt/ink/ink10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3:52:29.205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101 27 5394,'0'0'5921,"1"-4"-5401,4-19 1326,-11 40-1633,-18 71-13,-13 102 0,11-52 97,21-107-604,1 0 0,-1 48 0,5-171-6957,0 65 3435</inkml:trace>
</inkml:ink>
</file>

<file path=ppt/ink/ink10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3:52:29.595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21 3666,'0'0'3380,"1"-3"-2980,0 1-253,0 1 0,1-1-1,-1 1 1,0 0 0,1 0-1,-1 0 1,0 0 0,1 0 0,-1 0-1,1 0 1,0 0 0,-1 1 0,1-1-1,0 0 1,-1 1 0,1 0 0,0-1-1,0 1 1,-1 0 0,1 0-1,0 0 1,0 0 0,0 0 0,-1 0-1,1 0 1,0 1 0,0-1 0,1 2-1,-1-2-115,-1 1-1,1 0 1,-1 0 0,0 1-1,1-1 1,-1 0-1,0 0 1,0 1-1,0-1 1,0 0 0,0 1-1,0-1 1,0 1-1,0 0 1,-1-1-1,2 3 1,9 33 304,-8-23-205,34 138 1649,16 159 1,-50-293-1700,3 17-31,1-1 0,20 57 0,-26-103-4568,-1 3 3422,0-23-2732</inkml:trace>
</inkml:ink>
</file>

<file path=ppt/ink/ink10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3:52:29.97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67 4514,'0'0'4162,"171"-39"-3186,-124 27-976,-7 3-496,-10 6-1825,-17 0-3442</inkml:trace>
</inkml:ink>
</file>

<file path=ppt/ink/ink10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3:52:30.979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0 2897,'0'0'5267,"0"21"-3565,0 137 2214,0 211-2216,0-365-1653,0 0 0,0 0-1,1 0 1,0 0 0,0 0 0,0 0 0,0-1 0,1 1 0,-1 0 0,1-1 0,0 1 0,0-1 0,0 1-1,1-1 1,2 4 0,4 2 85,1-1 0,0 1 1,15 9-1,-10-8-51,-12-8-86,0-1 0,0 1 0,0-1 0,1 0 0,-1 0-1,0 0 1,1-1 0,-1 1 0,6 0 0,-7-1 2,-1 0 1,1 0-1,0 0 0,-1 0 1,1 0-1,-1 0 0,1 0 1,0-1-1,-1 1 1,1 0-1,-1-1 0,1 0 1,-1 1-1,1-1 0,-1 0 1,1 0-1,-1 1 1,0-1-1,1 0 0,-1 0 1,2-3-1,0-2-60,-1 1 0,0-1 0,0 0 1,0 0-1,-1 0 0,0-1 0,0-9 0,0-49-733,-2 38 476,1-118 509,0 144-151,0 1 0,0-1 1,-1 0-1,1 1 0,0-1 0,-1 0 1,1 1-1,0-1 0,-1 1 0,1-1 0,-1 1 1,1-1-1,-1 1 0,1-1 0,-1 1 1,1-1-1,-1 1 0,1 0 0,-1-1 0,0 1 1,1 0-1,-1-1 0,0 1 0,1 0 1,-1 0-1,0 0 0,1-1 0,-2 1 0,-24-3 319,20 3-312,-82-3 492,71 3-218,15 0 28,5 0-203,5 0-141,0 0 0,-1-1 0,1 0 0,-1 0-1,1-1 1,-1 0 0,1-1 0,-1 1 0,0-1 0,0-1-1,0 1 1,-1-1 0,1-1 0,-1 1 0,7-6 0,2-3-380,0 0 0,24-27 0,-35 35 231,0 0 0,-1 0 0,1 0 0,-1 0 0,-1-1 0,1 1 0,-1-1 0,0 1 0,0-1 0,0 0 0,-1 0 0,0 0 0,1-10 0,-2 14 164,-1 1-1,1 0 1,0-1 0,0 1 0,-1 0-1,1 0 1,-1-1 0,1 1-1,-1 0 1,0 0 0,1 0 0,-1 0-1,0-1 1,0 1 0,0 0 0,1 0-1,-1 0 1,0 1 0,-1-1-1,1 0 1,0 0 0,0 1 0,0-1-1,0 0 1,-1 1 0,1-1 0,0 1-1,0 0 1,-1-1 0,1 1-1,0 0 1,-3 0 0,-6-2 149,-1 1 0,1 1 0,-15 1 0,8 0 87,-106-1 1264,123 0-1531,-1 0 0,1-1 0,-1 1 0,1 0 0,-1 0 0,1 0 0,-1 0 0,1-1 0,0 1 0,-1 0 0,1 0 0,-1-1 0,1 1 0,0 0 0,-1-1 0,1 1 0,0-1 0,0 1 0,-1 0 0,1-1 0,0 1 0,0-1 0,-1 1 0,1 0 0,0-1 0,0 0 0,-3-20-1069,3 16 368,0 1 0,0-1 0,1 1 0,-1 0 0,1-1 0,0 1 1,3-7-1,10-7-4707</inkml:trace>
</inkml:ink>
</file>

<file path=ppt/ink/ink10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3:52:31.342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1 6675,'0'0'5266,"194"33"-5266,-151-33-208,-6 0-2081,-14 0-3761</inkml:trace>
</inkml:ink>
</file>

<file path=ppt/ink/ink10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3:52:31.91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194 4 3858,'9'-3'8956,"-14"3"-8906,0 0 0,-1 0 1,1 1-1,0 0 0,0 0 0,0 1 1,-1-1-1,2 1 0,-1 0 0,0 0 1,0 1-1,1-1 0,-1 1 0,1 0 1,0 0-1,0 1 0,-6 5 0,-1 2 20,1 0 0,0 1 0,0 0 0,1 1-1,1 0 1,0 0 0,1 1 0,0 0 0,1 0 0,1 0-1,0 1 1,1 0 0,1 0 0,0 0 0,1 1 0,0 17-1,1-15 187,1-1 0,4 28 0,-3-38-160,0-1 0,1 1 0,0-1 0,0 0 0,1 0-1,0 0 1,0 0 0,0 0 0,8 10 0,-3-6-27,0-1 0,1 0 0,0 0 1,1 0-1,-1-2 0,1 1 0,1-1 0,-1 0 1,1-1-1,1-1 0,-1 1 0,1-2 1,0 0-1,0 0 0,0-1 0,0 0 0,1-1 1,16 0-1,-22-2-65,13 2 21,0-2 1,29-3-1,-42 2-85,-1 0 0,0 0 1,0-1-1,0 0 0,0 0 0,0-1 0,0 0 1,-1 0-1,1 0 0,-1-1 0,9-6 0,-6 2-501,-1 1-1,0-1 0,0 0 0,-1-1 1,1 1-1,-2-1 0,1-1 0,4-12 1,5-23-4394</inkml:trace>
</inkml:ink>
</file>

<file path=ppt/ink/ink10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3:52:32.27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1 3954,'0'0'9796,"178"27"-9059,-102-24-641,-2-3-96,-14 0-785,-13 0-3168</inkml:trace>
</inkml:ink>
</file>

<file path=ppt/ink/ink10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3:52:41.96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37 36 4706,'0'0'4375,"-5"0"-3894,-26 0 4185,37 0-4125,79 1-177,103-2-333,-134-8 12,-53 9-112,-1 0 0,0 0 0,1 0 1,-1 1-1,0-1 0,1 0 0,-1 0 0,0-1 1,1 1-1,-1 0 0,0 0 0,1 0 0,-1 0 0,0 0 1,1 0-1,-1 0 0,0 0 0,1-1 0,-1 1 1,0 0-1,0 0 0,1 0 0,-1-1 0,0 1 0,0 0 1,1 0-1,-1-1 0,0 1 0,0 0 0,0-1 0,1 1 1,-1 0-1,0 0 0,0-1 0,0 1 0,0 0 1,0-1-1,0 1 0,0 0 0,0-1 0,0 1 0,0-1 1,0 0-181,0 0 0,0 1 1,-1-1-1,1 0 0,0 0 1,-1 1-1,1-1 0,-1 0 1,1 0-1,-1 1 0,1-1 1,-1 0-1,1 1 0,-1-1 1,0 1-1,1-1 0,-2 0 1,-8-5-3090</inkml:trace>
</inkml:ink>
</file>

<file path=ppt/ink/ink10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3:52:42.34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43 41 2785,'0'0'1529,"-4"-6"-1262,0-2-132,3 6-33,0-1-1,0 1 1,0-1 0,0 1 0,-1 0-1,1 0 1,-1-1 0,0 1 0,-2-2-1,4 4-71,-1 0 0,1 0-1,0-1 1,0 1-1,-1 0 1,1 0 0,0 0-1,0 0 1,-1 0 0,1-1-1,0 1 1,0 0-1,-1 0 1,1 0 0,0 0-1,-1 0 1,1 0 0,0 0-1,-1 0 1,1 0 0,0 0-1,0 0 1,-1 0-1,1 0 1,0 1 0,-1-1-1,1 0 1,0 0 0,0 0-1,-1 0 1,1 0-1,0 1 1,0-1 0,-1 0-1,1 0 1,0 0 0,0 1-1,-1-1 1,1 0-1,0 0 1,0 1 0,0-1-1,0 0 1,0 0 0,-1 1-1,1-1 1,0 0 0,0 1-1,0-1 1,0 0-1,0 0 1,0 1 0,-4 16 344,2 15 270,2 1 0,1 0 0,1-1 0,2 1-1,10 44 1,10 38 513,-16-70-1171,27 88 0</inkml:trace>
</inkml:ink>
</file>

<file path=ppt/ink/ink10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3:52:42.92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129 1 2657,'0'0'4245,"-1"-1"-4140,0 1 0,1 0 1,-1 0-1,0 0 0,1 0 1,-1 0-1,0 0 0,0 0 1,1 0-1,-1 0 0,0 1 0,0-1 1,1 0-1,-1 0 0,0 1 1,0 0-1,-3 6 303,1 1 1,1 0-1,0 0 0,-2 10 0,-2 10-21,-76 354 2094,75-347-2478,2 3 128,4-26-322,5-21-1033,41-108-3983,-29 70 1744</inkml:trace>
</inkml:ink>
</file>

<file path=ppt/ink/ink10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3:52:43.297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1 4290,'0'0'3217,"0"5"-2595,2 16 38,1 0 0,1 0 0,2 0 0,-1-1 0,13 27 0,7 26 476,-10-13-1019,-3 2 0,-2-1 1,-3 1-1,-1 89 1,-36-187-13146</inkml:trace>
</inkml:ink>
</file>

<file path=ppt/ink/ink10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3:52:43.670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73 7892,'0'0'4802,"218"-18"-3922,-158-1-736,-4 4-144,-12 0-528,-14 9-1425,-13 6-3425</inkml:trace>
</inkml:ink>
</file>

<file path=ppt/ink/ink10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3:52:44.067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37 28 3602,'0'0'7555,"-37"-15"-5618,40 15-1553,21 0-64,9 0 241,7 0-385,4 0-176,3 0-160,-1 0-1361,-6 0-1969,-6-12-3265</inkml:trace>
</inkml:ink>
</file>

<file path=ppt/ink/ink10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3:52:49.92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58 608,'0'0'3282,"2"-4"-2930,0 1-78,5-7-335,-5-1 3111,-2 23 1309,0 34-3932,-3 447 2324,3-491-2745,0 1 1,0-1 0,0 1 0,1-1 0,-1 1 0,1-1-1,-1 0 1,1 1 0,0-1 0,0 0 0,0 0 0,1 1-1,-1-1 1,0 0 0,1 0 0,-1 0 0,1-1 0,0 1-1,-1 0 1,1-1 0,0 1 0,0-1 0,0 1-1,0-1 1,1 0 0,-1 0 0,0 0 0,0 0 0,1 0-1,-1-1 1,1 1 0,3 0 0,7 1 48,1-1 0,-1 0 0,1-1 1,21-2-1,-34 2-55,3-1-20,0-1-1,0 1 1,0 0 0,-1-1-1,1 0 1,0 0 0,-1 0-1,1 0 1,-1-1 0,1 1-1,-1-1 1,0 0 0,0 0-1,4-6 1,3-3-265,-2 0 0,15-26 0,-18 26 79,-1 0 1,0 0 0,-1-1 0,0 1-1,-1-1 1,-1 0 0,0 0 0,-1 0 0,-1-19-1,0 3 55,1 26 181,-1 0 0,1 0 0,-1 0 1,0 0-1,0 0 0,-1 0 0,1 1 0,0-1 0,-1 0 0,0 1 1,0-1-1,0 1 0,0-1 0,0 1 0,0 0 0,0 0 0,-1 0 1,1 0-1,-1 0 0,1 0 0,-1 1 0,0 0 0,0-1 0,-4 0 1,-2-2 111,0 1 1,0 0 0,0 0 0,0 1-1,0 1 1,-19-2 0,1 3 286,26 0 3,1 0-428,0 0 0,0 1-1,0-1 1,0 0-1,0 0 1,0 0 0,0 0-1,0 1 1,0-1-1,0 0 1,0 0 0,0 0-1,0 0 1,1 0-1,-1 0 1,0 1 0,0-1-1,0 0 1,0 0-1,0 0 1,0 0 0,0 0-1,1 0 1,-1 0-1,0 0 1,0 0-1,0 1 1,0-1 0,0 0-1,1 0 1,-1 0-1,0 0 1,0 0 0,0 0-1,0 0 1,0 0-1,1 0 1,-1 0 0,0 0-1,0 0 1,0 0-1,0 0 1,1 0 0,-1 0-1,0 0 1,0-1-1,0 1 1,0 0 0,13 0 56,-9 1-48,-1-1-1,1 1 1,-1-1 0,1 0-1,0-1 1,-1 1-1,1-1 1,-1 1 0,1-1-1,-1 0 1,0 0-1,1-1 1,-1 1 0,0-1-1,0 1 1,0-1-1,4-3 1,-2 0-95,0 0-1,-1 0 1,0-1-1,0 1 1,-1-1 0,0 0-1,0 0 1,0 0 0,0 0-1,2-11 1,-2 3-240,-1 0 0,0-1 0,0-27 0,-2 40 310,0 0-1,-1 1 1,1-1 0,0 0-1,-1 0 1,1 0 0,-1 1-1,1-1 1,-1 0 0,0 0 0,0 1-1,1-1 1,-1 1 0,-1-1-1,1 0 1,0 1 0,0 0-1,-2-2 1,0 1 41,0-1 0,0 1 1,-1 0-1,1 1 0,0-1 0,-1 1 0,1-1 1,-7 0-1,-5-1 287,-1 1 0,0 0 0,-22 2 0,33 0-223,-48 0 735,53 0-845,0 0 0,0 0 1,0 0-1,0 0 1,-1 0-1,1 0 0,0 0 1,0-1-1,0 1 0,0 0 1,0 0-1,-1 0 1,1 0-1,0 0 0,0 0 1,0 0-1,0 0 0,0 0 1,0 0-1,0 0 1,-1-1-1,1 1 0,0 0 1,0 0-1,0 0 0,0 0 1,0 0-1,0 0 1,0 0-1,0-1 0,0 1 1,0 0-1,0 0 1,0 0-1,0 0 0,0 0 1,0-1-1,0 1 0,0 0 1,0 0-1,0 0 1,0 0-1,0 0 0,0-1 1,0 1-1,0 0 0,0 0 1,0 0-1,0 0 1,0 0-1,0-1 0,0 1 1,0 0-1,0 0 0,0 0 1,1 0-1,4-7-821,32-23-4414,-14 12 1254</inkml:trace>
</inkml:ink>
</file>

<file path=ppt/ink/ink10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3:52:50.302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1 6067,'0'0'2929,"167"12"-3729,-143-12-1857</inkml:trace>
</inkml:ink>
</file>

<file path=ppt/ink/ink10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3:52:51.027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281 21 1569,'0'0'3697,"-3"-1"-3134,-6-3-97,3 2-11,0-1 0,-1 1 0,1 0 0,0 1-1,-1 0 1,-10-1 0,-12 1 116,18 0-386,0 1-1,0 0 1,0 0 0,0 1-1,0 1 1,0-1 0,1 2-1,-14 4 1,18-5-140,1 1 0,-1 0 0,1 0 1,0 0-1,0 1 0,0-1 0,0 1 0,-7 9 0,9-10 24,1 0 0,0 1 0,0 0 0,0-1 0,1 1 0,-1 0 0,1 0 0,0 0 0,0 0 0,0 0 0,0 0 0,1 0 0,-1 1 0,2 3 0,-1 4 64,-1 14 298,6 42 0,-3-59-351,0 1 0,0-1 0,1 0 0,0 0 0,0-1 0,1 1 0,1-1 0,4 9 0,-1-5 12,0 0 0,1-1 0,0 0 0,0-1 0,17 14 0,-21-20-145,-1-1 1,1 0 0,0 0 0,0 0 0,0-1-1,0 0 1,1 0 0,-1 0 0,1-1-1,-1 1 1,1-1 0,-1-1 0,1 1 0,0-1-1,-1 0 1,11-1 0,-15 1-81,0 0 1,0-1-1,0 1 1,1 0-1,-1 0 0,0-1 1,0 1-1,0-1 1,0 1-1,0-1 0,0 1 1,0-1-1,0 0 0,0 0 1,0 1-1,1-2 1,10-24-4815</inkml:trace>
</inkml:ink>
</file>

<file path=ppt/ink/ink10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3:52:57.18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28 0 4610,'0'0'7729,"-7"0"-7113,-13 0 2348,250 6-2433,-176-6 47,-22 0-2998</inkml:trace>
</inkml:ink>
</file>

<file path=ppt/ink/ink10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3:52:57.575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16 160,'0'0'12742,"157"18"-12278,-110-15-144,-1-3-208,1 0-112,-7 0-224,-6-9-1953,-7-18-3906</inkml:trace>
</inkml:ink>
</file>

<file path=ppt/ink/ink10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3:52:59.160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11 169 4930,'0'0'3853,"1"0"-3588,0 0 1,0-1 0,0 1 0,0 0-1,0 0 1,0 0 0,0 0-1,0 1 1,0-1 0,0 0 0,0 0-1,0 1 1,0-1 0,1 1 0,3 28 104,-1 1 0,-1 0 0,-1 0 0,-4 47 0,0-14-180,2 284 1123,0-338-1255,1-1 0,-1 1 0,1-1 0,1 1 0,2 8 0,-3-15-47,-1 0-1,1 0 1,-1 0-1,1-1 1,0 1-1,0 0 0,0 0 1,0-1-1,0 1 1,0-1-1,0 1 1,1-1-1,-1 1 0,1-1 1,-1 0-1,1 0 1,-1 0-1,1 0 1,0 0-1,-1 0 1,1 0-1,0 0 0,0-1 1,0 1-1,-1 0 1,1-1-1,0 0 1,4 1-1,11-1 124,-12 1-106,0-1 0,0 0 0,0 0 0,0 0-1,0 0 1,0-1 0,0 0 0,0 0 0,-1 0 0,1-1 0,0 0 0,0 0-1,-1 0 1,7-4 0,-1-1-102,0-1 0,-1 0 0,0-1 0,-1 0 0,1 0 0,-2-1 0,1 0 0,-1 0 0,-1-1 0,0 0 0,-1 0 0,0 0 0,0-1 0,-1 0 0,-1 0 0,0 0 0,0 0 0,-2 0 0,2-22 0,-3 16 10,-3-43-28,3 56 92,-1 0 0,0 1 1,-1-1-1,1 0 0,-1 1 1,0 0-1,0-1 0,0 1 1,0 0-1,-5-5 1,0 0 0,-1 0 1,0 0-1,0 1 1,-1 0-1,0 1 1,-13-9 0,15 13 4,0-1 1,0 1-1,0 0 1,0 1-1,0 0 1,0 0-1,-1 0 1,1 1-1,-1 0 1,-11 1-1,13 0 5,0-1 29,1 1 1,-1 0-1,1 1 0,-1-1 1,1 1-1,-11 3 0,14-3-16,1 0 0,-1 0 0,0 0 0,1 0-1,-1 0 1,1 1 0,0-1 0,-1 1 0,1-1-1,0 1 1,0-1 0,0 1 0,0-1 0,0 1-1,0 0 1,0 0 0,1-1 0,-1 1 0,1 0-1,-1 0 1,1 0 0,0 0 0,0 3 0,-1 0 41,0 0 0,1 0 0,0 0 0,0 0 0,0 0 0,1-1 0,-1 1 0,1 0 0,2 7 0,-2-10-54,0-1 1,0 1-1,1 0 0,-1 0 0,0 0 1,1-1-1,-1 1 0,1-1 1,-1 1-1,1-1 0,0 1 0,-1-1 1,1 0-1,0 0 0,0 0 0,0 0 1,0 0-1,0-1 0,0 1 1,0 0-1,0-1 0,5 1 0,1 0 13,1 0 0,-1 0-1,0-1 1,1 0 0,-1 0-1,1-1 1,-1 0 0,0-1-1,12-3 1,-14 3-69,0-1 1,0 0-1,0 0 0,-1-1 1,1 1-1,-1-1 0,1 0 1,-1-1-1,-1 1 0,1-1 1,-1 0-1,6-7 0,-2-2-660,1-1-1,-1 1 1,-1-1-1,-1-1 0,0 1 1,-1-1-1,-1 0 1,0-1-1,-1 1 1,-1 0-1,-1-1 1,0-22-1,-1 31 453,-1 0 0,0 0 0,0 0 0,-1 1 0,0-1 0,-1 0 0,1 1 0,-1-1 0,-1 1 0,0 0 0,0 0 0,0 0 0,0 1 0,-1-1 0,-9-8 0,-3-1 521,-1 0 0,0 1 0,-1 1 0,-21-11 0,34 20 222,0 1 0,-1 1 1,1-1-1,-1 1 0,0 1 0,0-1 0,0 1 1,0 0-1,0 1 0,0-1 0,0 1 0,-1 1 0,1 0 1,-14 1-1,19-1-411,0 1 0,1-1 0,-1 1 0,0 0 0,1 0 0,-1 0 0,1 0 0,-1 0 0,1 0-1,0 0 1,-1 0 0,1 0 0,0 1 0,0-1 0,0 1 0,0-1 0,0 1 0,0-1 0,0 1 0,0-1 0,1 1 0,-1 0 0,1 0 0,-1-1 0,1 1 0,-1 2 0,0 7 55,-1 0 1,2 0-1,0 12 1,0-15-127,0-7-60,0 1-1,0 0 1,0-1-1,1 1 1,-1-1 0,1 1-1,-1-1 1,1 1-1,0-1 1,-1 1-1,1-1 1,0 0-1,0 1 1,0-1-1,0 0 1,0 0-1,0 1 1,1-1-1,-1 0 1,2 1-1,0 0-462,1 0 1,0 0-1,-1 0 0,1 0 0,0-1 0,6 2 0,14-1-4837</inkml:trace>
</inkml:ink>
</file>

<file path=ppt/ink/ink10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3:52:59.69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6 1 6259,'-6'0'8655,"20"1"-7872,53 4-187,2 1-340,119-5 0,-90-2-819</inkml:trace>
</inkml:ink>
</file>

<file path=ppt/ink/ink10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3:53:00.07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0 4274,'0'0'5090,"20"93"-4033,-10-35 15,-7 2-79,0 3-417,1-3-416,-1-15-112,4-12-48,-4-6-496,-3-12-1505</inkml:trace>
</inkml:ink>
</file>

<file path=ppt/ink/ink10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3:53:14.68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16 50 4322,'0'0'4189,"0"-6"-3632,-1-19-106,1 25-389,0-1-1,0 0 1,0 1-1,0-1 1,0 0-1,-1 1 1,1-1 0,0 0-1,0 1 1,-1-1-1,1 0 1,0 1-1,-1-1 1,1 0-1,-1 1 1,1-1 0,-1 1-1,0-1 1,-2-5 1716,3 371-540,-3-285-1178,1-37 27,4 56 1,-2-92-63,1 0 1,1 1-1,-1-1 1,1 0-1,0 0 1,1 0-1,4 10 1,-5-14-1,-1-1 0,1 0-1,0 0 1,-1 1 0,1-1 0,0 0 0,0-1 0,0 1 0,1 0-1,-1-1 1,0 1 0,0-1 0,1 0 0,-1 1 0,1-1-1,0 0 1,-1-1 0,1 1 0,-1 0 0,1-1 0,0 0-1,0 1 1,3-1 0,17 0 123,-15 1-89,0-1 1,0 0-1,0-1 0,12-1 0,-17 1-64,0 0 0,0 0 0,0 0 0,-1-1 0,1 1 0,-1 0 0,1-1-1,-1 0 1,1 0 0,-1 0 0,0 0 0,0 0 0,0 0 0,0 0 0,0 0 0,1-4 0,2-1-115,-1-1 1,0 0 0,0 0 0,-1 0 0,0 0 0,0-1 0,-1 1 0,0-1 0,0 0 0,-1 1-1,0-1 1,-1 0 0,0-10 0,1-16-189,0 16 22,-1 1-1,-3-37 1,2 51 272,0-1 0,0 1 0,0-1 0,0 1 0,-1 0 0,1 0 0,-1 0 0,0 0 0,-1 0 0,1 0 0,-1 1 0,1-1 0,-1 1 0,0-1 0,0 1 0,-1 0 0,-4-4 0,3 5 42,0 0 0,1 0 0,-1 0 0,0 0 0,0 1 0,0 0 0,0 0 0,0 0 0,-7 0 0,-53 2 286,29 1-41,36-2-260,-1-1 0,1 1-1,0 0 1,-1 0 0,1 0 0,0 0 0,-1 0-1,1 0 1,0 0 0,-1 0 0,1 0 0,0 0 0,-1 0-1,1 0 1,0 0 0,-1 0 0,1 0 0,0 0 0,-1 0-1,1 0 1,0 1 0,-1-1 0,1 0 0,0 0 0,0 0-1,-1 0 1,1 1 0,0-1 0,-1 0 0,1 0-1,0 1 1,0-1 0,-1 1 0,17 2 679,1-3-476,-7 1-180,0-1 1,0 0-1,0-1 0,0 0 1,-1 0-1,1-1 0,0 0 1,0-1-1,15-6 0,-14 3-71,0-1-1,0 0 0,0 0 1,9-9-1,-17 13-40,-1 0-1,1 0 1,-1 0 0,1 0-1,-1 0 1,0 0 0,0 0-1,0-1 1,0 1 0,-1-1-1,1 1 1,-1-1-1,0 0 1,0 0 0,-1 1-1,1-1 1,0-4 0,-1-8-404,0 12 438,1 1 0,-1-1 0,0 0 0,0 1 1,0-1-1,0 0 0,-1 1 0,0-1 1,1 0-1,-1 1 0,-1-1 0,1 1 1,0-1-1,-1 1 0,0 0 0,0 0 1,0-1-1,0 1 0,-2-2 0,-9-8 76,0 2 0,-1-1-1,0 2 1,-1 0 0,0 1-1,-1 0 1,-21-9 0,30 17 80,-1-1 1,1 1-1,0 0 1,0 1-1,0 0 1,-12 0-1,1 1 69,17-1-233,1 1-1,0-1 1,-1 1-1,1-1 0,0 1 1,-1 0-1,1-1 1,0 1-1,-1-1 1,1 1-1,0-1 0,0 1 1,0 0-1,0-1 1,0 1-1,0 0 1,0-1-1,0 1 0,0 1 1,0-2-64,0 0 1,0 1-1,0-1 1,0 0-1,0 1 1,0-1 0,0 1-1,0-1 1,0 0-1,1 1 1,-1-1-1,0 0 1,0 1-1,0-1 1,1 0-1,-1 0 1,0 1-1,0-1 1,1 0-1,-1 0 1,0 1-1,0-1 1,1 0-1,-1 0 1,0 0-1,1 1 1,-1-1-1,0 0 1,1 0-1,-1 0 1,1 0-1,-1 0 1,0 0-1,1 0 1,-1 0 0,0 0-1,1 0 1,-1 0-1,0 0 1,1 0-1,-1 0 1,1 0-1,-1 0 1,0 0-1,1 0 1,-1-1-1,0 1 1,1 0-1,-1 0 1,0 0-1,1-1 1,15-9-4777</inkml:trace>
</inkml:ink>
</file>

<file path=ppt/ink/ink10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3:53:15.05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0 5491,'0'0'4786,"127"15"-4674,-67-15 224,0 0-336,-3 6-112,-7-6-2257,-10 0-2610</inkml:trace>
</inkml:ink>
</file>

<file path=ppt/ink/ink10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3:53:15.54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124 3 6003,'0'-2'5020,"-2"5"-4526,-5 10-175,0-2 1,-11 14-1,-11 18 97,19-24-237,2 1-1,0 1 0,1-1 0,1 1 1,1 0-1,-4 41 0,1 132 483,8-190-646,1 97 217,-1-98-226,0-1 0,0 1-1,0 0 1,1 0 0,-1 0 0,1 0 0,0 0 0,0-1 0,0 1 0,0 0-1,1-1 1,-1 1 0,1-1 0,-1 1 0,1-1 0,0 0 0,0 0 0,0 0-1,0 0 1,0 0 0,0 0 0,1 0 0,-1-1 0,1 1 0,-1-1 0,1 0-1,0 1 1,4 0 0,5 1 8,1-1-1,-1 0 1,1-1 0,-1-1-1,18 0 1,-9-1 1,-12 1-353,-1-1 0,1 0 0,-1-1 0,0 1 0,1-2 1,8-3-1,6-1-3023,-9 1 192</inkml:trace>
</inkml:ink>
</file>

<file path=ppt/ink/ink10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3:53:17.98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177 19 4082,'0'0'5200,"0"-3"-4621,0-12 2966,-10 17-3307,6 3-225,0 1 1,0 0 0,1 0 0,0 0 0,0 0 0,0 0 0,1 1 0,-3 10 0,-5 11 29,-83 269 886,77-237-781,14-55-137,-1 8 19,-1-1 1,2 1-1,-1 0 1,0 25-1,3-37-112,1-9-596,18-83-6563,-15 70 3744</inkml:trace>
</inkml:ink>
</file>

<file path=ppt/ink/ink10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3:53:18.38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49 3682,'0'0'5125,"2"-8"-4477,4-24-18,-4 24 1611,2 17-1670,13 40 675,16 79 0,-17-63-436,18 114 578,2 11-767,-35-187-619,0 1-1,0-1 0,0 1 0,0-1 1,0 0-1,0 1 0,1-1 0,-1 0 0,1 0 0,3 4 1,-3-19-4442,-5 4 3108,-1 1 0,1 0 0,-8-11 0,7 11 359,-13-20-3723</inkml:trace>
</inkml:ink>
</file>

<file path=ppt/ink/ink10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3:53:18.749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85 9492,'0'0'2385,"191"-33"-1376,-131 21-993,-7 0-16,-9 3-832,-14-3-1361,-13 6-3570</inkml:trace>
</inkml:ink>
</file>

<file path=ppt/ink/ink10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3:53:19.07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35 3 4018,'0'0'4391,"-9"0"-3556,-17 0 4298,195 10-3973,-161-9-1146,66 0-7,-43-1-1300,-31-15-5011</inkml:trace>
</inkml:ink>
</file>

<file path=ppt/ink/ink10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3:53:19.51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1 175 3730</inkml:trace>
  <inkml:trace contextRef="#ctx0" brushRef="#br0" timeOffset="1">1 175 3730,'30'-146'1286,"-23"117"1576,-7 41-1784,7 68 1138,-4 123 0,-3-114-1784,6-67-471,-1-19-1054,0-15-1812,-1-12-1644</inkml:trace>
</inkml:ink>
</file>

<file path=ppt/ink/ink10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3:53:20.56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534 79 4914,'0'0'4578,"-4"-8"-4332,3 4-202,-1 0 1,0 0-1,0 1 0,-1-1 1,1 0-1,-1 1 1,0 0-1,0 0 1,0 0-1,0 0 0,0 0 1,-1 0-1,1 1 1,-1 0-1,0-1 0,-4-1 1,-8 0 136,0 0 0,0 1 1,0 1-1,0 0 0,0 1 0,0 1 0,-23 2 1,-6 0-47,21-2 183,1 1 1,-39 6 0,54-5-230,-1 0 0,1 0 0,-1 1 0,1 0 0,0 1-1,0 0 1,1 0 0,-1 1 0,1 0 0,-9 7 0,11-6-33,0-1 0,1 1 0,-1 0 0,2 0 0,-1 0 0,0 0 0,1 1 0,0-1 0,-1 8 0,-17 65 472,19-73-501,-4 32 269,2 0 0,2 0-1,3 59 1,0-31-190,-1-58-70,0-1 1,1 1 0,-1-1 0,2 1 0,-1-1-1,1 0 1,0 1 0,1-1 0,0 0 0,0-1 0,0 1-1,1 0 1,0-1 0,0 0 0,1 0 0,-1 0-1,1-1 1,1 1 0,-1-1 0,1 0 0,0-1-1,0 1 1,0-1 0,1 0 0,-1-1 0,1 0 0,0 0-1,0 0 1,12 2 0,3 0 78,0-1 1,1-1-1,0-2 0,32-1 1,-40 0-77,-7 0-33,0 1-5,-1-1 0,1 0 0,0 0 0,0-1 0,-1 0 0,1-1 0,-1 0 0,1 0 0,11-5 0,14-11 7,-1-1-1,-2-1 0,36-29 1,-59 41-25,1 0 0,-1 0 0,0 0-1,-1-1 1,0 0 0,0-1 0,-1 1 0,-1-1 0,1 0 0,-1 0 0,-1 0 0,0-1 0,2-14 0,0-11 5,-2 0 1,-3-61-1,0 47 51,0 45-29,-1 1 1,1 0 0,-1-1-1,0 1 1,0 0-1,-1-1 1,1 1-1,-1 0 1,0 0-1,0 0 1,0 0-1,0 1 1,-1-1 0,0 1-1,1-1 1,-1 1-1,-1 0 1,1 0-1,0 0 1,-1 0-1,1 1 1,-1-1-1,0 1 1,0 0 0,0 0-1,-4-1 1,-5-2-19,-1 1 0,1 0 1,-1 1-1,0 0 1,1 1-1,-1 1 1,-15 0-1,28 1-136</inkml:trace>
</inkml:ink>
</file>

<file path=ppt/ink/ink10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3:53:21.209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242 77 5138,'0'0'3869,"6"-6"-3517,19-19 198,-24 24-427,0 0 0,0 1 1,0-1-1,-1 0 1,1 0-1,0 0 1,0 0-1,-1 0 1,1 0-1,-1 0 0,1 0 1,-1-1-1,1 1 1,-1 0-1,0 0 1,1 0-1,-1-1 1,0 1-1,0 0 1,0 0-1,0 0 0,0-1 1,0 1-1,0 0 1,-1-2-1,0 2-83,1 0 0,-1 0 0,1 0 0,-1 0 0,1 1 0,-1-1 0,0 0 0,1 0 0,-1 1 0,0-1 0,0 1 0,1-1 0,-1 0 0,0 1 0,0 0 0,0-1 0,0 1 0,0-1 0,0 1 0,0 0 0,-1-1 0,-23 0 236,-30 1-1,19 1 60,32-1-318,0 1 0,0-1 0,0 1-1,1 0 1,-1 0 0,0 0 0,1 0 0,-1 1-1,0 0 1,1-1 0,0 1 0,-1 0 0,1 1-1,0-1 1,0 1 0,0-1 0,1 1 0,-1 0-1,1 0 1,-3 4 0,-4 7 51,0 0 0,1 1 1,-8 21-1,9-20 32,2-3 15,0 0 0,1 1 0,1-1 0,0 1 0,-2 19 1,3 71 606,2-69-497,0-28-182,1 0-1,-1 0 1,1-1 0,0 1 0,1 0-1,0 0 1,0-1 0,0 1 0,1-1-1,0 0 1,0 0 0,0 0 0,1 0-1,0 0 1,0-1 0,0 1 0,1-1-1,0-1 1,0 1 0,7 5 0,-3-4-10,0-1 0,0 0-1,1 0 1,0-1 0,0 0 0,0-1 0,0 0 0,1 0 0,-1-1 0,1-1 0,-1 1 0,15-2 0,-20 0-21,10 1 48,0-2 1,28-3 0,-38 2-142,0 1 1,1-1 0,-1 0-1,0 0 1,0 0-1,-1-1 1,1 0-1,0 0 1,-1 0 0,0 0-1,5-5 1,-4 3-474,0 0 1,0 0 0,-1 0-1,0-1 1,6-10 0,-8 13-288,-1 0 0,0 0-1,0 0 1,0 0 0,0 0 0,-1-1 0,1 1 0,-1-5 0</inkml:trace>
</inkml:ink>
</file>

<file path=ppt/ink/ink10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3:53:21.655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61 0 8932,'0'0'4271,"29"19"-3812,90 67 174,-110-80-532,-1 1 0,0 0 1,-1 1-1,0-1 1,0 2-1,0-1 1,-1 1-1,-1 0 1,1 0-1,-2 0 1,1 1-1,4 14 1,-3-8 35,4 13 152,-1 0-1,-1 0 0,-2 0 0,5 56 1,-8-24-6,-7 84 1,0-109-259,-2 0-1,-1 0 1,-1 0-1,-2-1 1,-2-1-1,-19 40 1,8-28-597,-1 0 0,-3-2 0,-55 70 0,25-51-1949,3-13-1670</inkml:trace>
</inkml:ink>
</file>

<file path=ppt/ink/ink10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3:53:41.0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1595 45 5619,'0'0'5389,"-27"-3"-627,-223-9-3049,163 6-1194,-106 5 1,88 2-409,82 1-91,0 0-1,-39 9 1,39-6 4,0 0 0,-39 0-1,-414-8 191,466 4-214,-1 1 1,1 0 0,-20 5 0,5 0 4,21-6-9,1 0 1,0 1-1,0-1 1,0 1-1,0 0 1,0-1-1,1 1 1,-1 1-1,1-1 1,-1 0-1,1 1 1,0-1-1,-1 1 1,1-1-1,1 1 1,-1 0-1,0 0 1,1 0-1,-1 0 1,0 4-1,-14 21 0,8-14 35,1 1 0,0 0 0,1 0 0,1 1 0,-4 16 0,4-16 13,-7 34 38,1 1 0,3 1 0,3 0 0,1 91 1,12-48 17,-3-50-27,-2-7 5,-3-21-14,2 0 0,0 0 0,1 0 0,1 0 0,6 18 0,-9-30-61,1 1 1,0 0-1,1-1 0,-1 1 1,1-1-1,0 0 1,0 0-1,1 0 1,-1 0-1,1-1 1,0 1-1,1-1 1,-1 0-1,1 0 1,0 0-1,0-1 1,0 0-1,0 0 1,0 0-1,1-1 1,-1 1-1,9 1 1,13 2 42,1-2 1,0-1-1,-1-1 1,1-1 0,35-3-1,6 0-48,-43 2 23,16 1-24,-1-3 1,63-9-1,-63 4-12,-14 3 15,48-15-1,-62 16 0,0 0-1,-1 1 1,1 0-1,0 1 0,20 1 1,-13 0 4,28-4 1,13-5 22,105 0 1,5 0 82,72 6 20,-209-3-116,-33 5-6,1 1-1,0-1 1,-1 1 0,1-1 0,-1 0-1,1 0 1,0 0 0,-1 0 0,0 0-1,1 0 1,-1 0 0,0 0 0,1-1-1,-1 1 1,0 0 0,0-1 0,0 1-1,0-1 1,-1 1 0,2-3 0,16-36 155,-17 36-159,4-13-22,0 0 0,-2 0 0,0 0-1,-1-1 1,0 1 0,-3-30 0,3 18 29,5-33-1,-3 34 2,0-35-1,0-322 86,-5 379-94,0 0 1,0 0-1,0 0 0,-1 1 0,-3-11 0,-5-18-55,10 30 62,-1 1 1,0 0-1,1 0 0,-1 0 0,0 0 0,-1 0 0,1 0 0,0 1 0,-1-1 0,1 0 0,-1 1 0,0-1 1,0 1-1,0-1 0,0 1 0,-1 0 0,1 0 0,-1 0 0,1 0 0,-1 0 0,-3-1 0,-6 0-68,0 0 0,0 1-1,-16-2 1,-2 3-5021,14 1 950</inkml:trace>
</inkml:ink>
</file>

<file path=ppt/ink/ink10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3:53:44.7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 0 768,'0'0'5662,"-21"0"-1519,16 0 128,25 2-4045,1 0 1,-1 1-1,39 11 0,-39-8-227,1-1 0,0-1 0,0-1-1,22 1 1,-42-4-63</inkml:trace>
</inkml:ink>
</file>

<file path=ppt/ink/ink10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3:53:45.1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3890,'0'0'4068,"2"0"-3587,123 2 2063,1-1-5587,-115-1-527</inkml:trace>
</inkml:ink>
</file>

<file path=ppt/ink/ink10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3:53:46.3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76 2609,'0'0'4794,"0"0"-4672,0 0 0,1 0 0,-1 0-1,0 0 1,1 0 0,-1 0 0,1 0-1,-1 0 1,0 0 0,1 0 0,-1 0 0,1 0-1,-1 0 1,0 0 0,1 0 0,-1 0-1,0 1 1,1-1 0,-1 0 0,0 0-1,1 0 1,-1 1 0,0-1 0,1 0-1,8 46 546,-1 1-1,2 81 0,-6-65 75,-4-45-585,1 1-1,1-1 1,1 1-1,1-1 0,0 0 1,2 0-1,13 31 1,-20-55-329,1-1 1,-1 0 0,2 0-1,0-9 1,0-7-690,-2 1-857,-8-42 0,5 42 1343,-2-44-1,0-72 934,2 3 1971,4 117-2025,0 17-492,0 1 0,0-1 0,1 1 0,-1-1 0,0 1 1,1 0-1,-1-1 0,0 1 0,1 0 0,-1-1 0,1 1 0,-1 0 0,1-1 0,-1 1 0,1 0 0,-1 0 0,0 0 0,1-1 0,0 1 0,-1 0 0,1 0 0,-1 0 0,1 0 1,-1 0-1,1 0 0,-1 0 0,1 0 0,0 0 0,19 0-2,-16 0 16,1 0-1,0 1 1,0 0-1,-1-1 1,1 2-1,0-1 0,0 0 1,-1 1-1,1 0 1,-1 0-1,0 0 0,1 1 1,-1 0-1,0-1 1,0 1-1,-1 1 0,1-1 1,-1 0-1,1 1 1,3 5-1,-3-3 42,0 0 0,0 0 0,-1 1 0,1 0-1,-1-1 1,-1 1 0,1 0 0,-1 0 0,-1 1 0,1-1 0,-1 0 0,0 13 0,-1-2 113,1-11-125,-1 0 0,1 0 1,-1 1-1,-1-1 0,0 0 0,0 0 1,0 0-1,-1 0 0,0 0 1,0 0-1,-1 0 0,0 0 0,-6 10 1,-4-1 29,0-2 1,-27 25-1,39-38-191,19-1-1544,87 0 981,-103 0 689,1 1 0,0-1 0,-1 1 0,0-1 0,1 1 0,-1 0 0,1 0 0,-1 0 0,0 0 0,0 1 0,1-1 0,-1 0 0,0 1 0,0 0 0,0-1 0,-1 1 0,1 0 0,0 0-1,-1 0 1,1 0 0,-1 0 0,0 1 0,0-1 0,1 0 0,-1 1 0,-1-1 0,1 0 0,1 6 0,-1-4 32,0 0-1,-1 0 1,1 0-1,-1 0 1,1 0-1,-1 0 1,-1 0-1,1 1 1,0-1-1,-1 0 1,0 0 0,0 0-1,0 0 1,-1 0-1,1-1 1,-1 1-1,0 0 1,-2 3-1,-12 10 95,0-2-1,-1 0 1,0-1-1,-1 0 0,-1-2 1,0 0-1,0-1 0,-22 8 1,41-19-244,0 0 1,-1 0-1,1 0 1,0-1-1,-1 1 1,1 0-1,0 0 1,0 0-1,0-1 1,-1 1-1,1 0 1,0 0-1,0-1 1,0 1-1,-1 0 1,1 0-1,0-1 1,0 1-1,0 0 1,0-1 0,0 1-1,0 0 1,0 0-1,0-1 1,0 1-1,-1 0 1,1-1-1,1 1 1,-1 0-1,0-1 1,0 1-1,0 0 1,0-1-1,0 1 1,0 0-1,0-1 1,0 1-1,1-1 1,-1-2-1050,0-21-5079</inkml:trace>
</inkml:ink>
</file>

<file path=ppt/ink/ink10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3:53:46.7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10 7091,'0'0'5795,"20"-2"-5678,156-5-23,-145 7-156,4 0-323,-10 0-6038</inkml:trace>
</inkml:ink>
</file>

<file path=ppt/ink/ink10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3:53:47.1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2193,'0'0'5667,"0"118"-4707,0-73 305,0 0-193,0-6-288,0-6-527,0-12-161,0-6-80,4-6-16,-4-6-433</inkml:trace>
</inkml:ink>
</file>

<file path=ppt/ink/ink10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3:53:47.6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101 16 2545,'0'0'3055,"2"-3"-2615,9-9 4584,-11 18-4923,-2 21 14,-2 0 0,0-1 0,-2 0 0,-14 39 0,3-11 17,2-1 18,5-22 26,1 1 0,1 1 0,2 0 0,-3 53 0,6-218-8310,3 99 4358</inkml:trace>
</inkml:ink>
</file>

<file path=ppt/ink/ink10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3:53:48.0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4626,'0'0'1908,"11"3"-1674,35 13 193,-43-15-346,-1 0-1,0 1 1,0 0 0,0-1-1,0 1 1,0 0-1,0 0 1,-1 0-1,1 0 1,0 0 0,-1 1-1,0-1 1,0 0-1,0 1 1,0-1-1,0 1 1,1 4 0,1 1 261,17 57 1683,-2 1 0,15 119 0,-30-118-2308,-5-66-120,0 0 0,0-1 1,0 1-1,0-1 0,0 1 0,0-1 0,0 0 0,0 0 1,0 0-1,0 0 0,0 0 0,-3-1 0,-1 1-1246,-13 0-1203</inkml:trace>
</inkml:ink>
</file>

<file path=ppt/ink/ink10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3:53:48.3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0 103 4338,'0'0'7651,"191"-69"-7651,-141 53-2209,-10-2-3377</inkml:trace>
</inkml:ink>
</file>

<file path=ppt/ink/ink10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3:53:49.0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35 68 3522,'0'0'4604,"0"-7"401,0 77-4308,10 74-1,-6-104-455,-3-20 115,8 40 0,-8-56-311,0 0 0,0 0 0,0 0 0,1 0 0,0 0 0,0 0 0,0 0 0,0 0 0,0-1 0,1 1 0,0-1 0,-1 0-1,1 0 1,6 5 0,-2-5 1,-1-1-1,0 0 0,1 0 1,-1-1-1,1 0 0,0 0 0,-1-1 1,1 1-1,0-1 0,12-2 0,3 1-65,-21 1-1,1-1 0,-1 1 1,0 0-1,1-1 0,-1 1 0,0-1 0,0 1 1,1-1-1,-1 0 0,0 0 0,0 1 1,0-1-1,0 0 0,0 0 0,0 0 0,0 0 1,0 0-1,0-1 0,0 1 0,0 0 1,-1 0-1,1 0 0,-1-1 0,1 1 0,-1 0 1,1-1-1,-1 1 0,0 0 0,1-1 1,-1 1-1,0-2 0,1-8-260,0 0 0,0-21 0,-2 22 196,2-4-153,-1 10 211,1 0 1,-1 0-1,0 0 0,0 0 0,0 1 0,-1-1 1,0 0-1,1 0 0,-1 0 0,0 0 0,-1 1 1,1-1-1,-1 1 0,1-1 0,-1 1 0,0-1 1,-3-2-1,1 2 57,0-1-1,-1 1 1,1 0 0,-1 0 0,0 1-1,0 0 1,-1 0 0,1 0 0,0 0-1,-9-2 1,4 3 94,-1 0 0,0 0 0,0 1 0,-20 0 0,26 1-53,-22 3 257,26-3-302,0 0-1,0 0 1,1 1-1,-1-1 1,0 0 0,0 1-1,1-1 1,-1 1 0,0-1-1,1 0 1,-1 1 0,1 0-1,-1-1 1,0 1 0,1-1-1,-1 1 1,1 0 0,0-1-1,-1 1 1,1 0 0,-1 0-1,1-1 1,0 1 0,0 0-1,-1 0 1,1-1 0,0 1-1,0 0 1,0 1 0,3-2 22,3 0-150,0 0 1,0-1-1,-1 1 0,1-1 1,0-1-1,-1 1 1,1-1-1,-1 0 1,1-1-1,-1 1 1,0-1-1,0 0 1,0 0-1,0 0 1,-1-1-1,1 0 1,-1 0-1,8-9 1,-3 4-758,-1-1 1,1-1-1,-2 1 1,1-1-1,6-14 1,-12 20 661,0 0 1,0-1-1,0 1 1,0-1 0,-1 0-1,0 1 1,0-1-1,0 0 1,-1 0 0,0 0-1,0 1 1,-1-1-1,1 0 1,-3-7 0,3 11 291,-1 0 1,0 0 0,0 0 0,0 0 0,-1 0-1,1 1 1,0-1 0,-1 0 0,1 1 0,-1-1-1,0 0 1,1 1 0,-1 0 0,0-1 0,0 1-1,0 0 1,0 0 0,0 0 0,0 0 0,0 1-1,0-1 1,0 0 0,0 1 0,-5-1 0,-6-1 959,-1 1 1,1 1-1,-15 0 1,9 1-278,14-1-600,0 1 1,-1-1-1,1 1 0,0 0 1,0 1-1,0-1 0,0 1 0,0 0 1,0 1-1,0-1 0,-8 6 1,8 4-1284,5-11 866,0 0 0,0-1 0,0 1 0,0-1-1,0 1 1,0 0 0,0-1 0,0 1 0,0-1 0,0 1 0,0 0 0,1-1 0,-1 1 0,0-1 0,0 1 0,1-1-1,-1 1 1,0-1 0,1 1 0,0 0 0,13 5-4294</inkml:trace>
</inkml:ink>
</file>

<file path=ppt/ink/ink10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3:53:49.6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82 10 3089,'0'0'2778,"-7"-9"1063,6 9-3750,-1 0-1,0 1 1,0-1-1,1 1 1,-1 0-1,0-1 1,1 1-1,-1 0 0,1 0 1,-1 0-1,1 0 1,-1 0-1,1 0 1,0 1-1,-1-1 0,1 0 1,0 1-1,0-1 1,0 1-1,0-1 1,0 1-1,0 1 0,-19 46-80,15-35 240,0 3-97,1 0 0,1 1 0,0-1 0,2 1 0,0-1 0,1 25 0,0-24 94,0-15-218,0 0 0,1 0 0,-1 0 0,0 1-1,1-1 1,0 0 0,0 0 0,0 0 0,0 0 0,0-1 0,1 1-1,-1 0 1,1 0 0,-1-1 0,1 1 0,0-1 0,0 0 0,3 3 0,0-1-4,-1-1 1,1 0 0,0 0-1,0-1 1,0 1 0,0-1-1,1 0 1,-1 0 0,9 1-1,6 0-186,1-1-1,0-1 1,0 0-1,29-4 0,-46 2-132,1 1-1,-1-1 0,-1 0 0,1 0 0,0 0 1,0 0-1,0-1 0,0 1 0,-1-1 0,1 0 1,-1 0-1,1-1 0,-1 1 0,0-1 0,4-3 1,12-18-3935</inkml:trace>
</inkml:ink>
</file>

<file path=ppt/ink/ink10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3:53:50.0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5491,'0'0'6178,"10"6"-5649,10 6 207,-3-3-144,6 0-336,-6-3-128,3-3-128,0 0 0,-3-3-608,-1 0-2513,-6 0-2130</inkml:trace>
</inkml:ink>
</file>

<file path=ppt/ink/ink10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3:53:50.4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4834,'0'0'7396,"87"21"-6916,-43-3-352,2-6-128,1 0-80,0-3-1665,0-6-3745</inkml:trace>
</inkml:ink>
</file>

<file path=ppt/ink/ink10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3:53:51.2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 3121,'0'0'8236,"3"0"-7801,63-1 734,-20-1-1040,63 6 0,-71 4-98,-29-5-516,1-1 0,-1 0-1,19 0 1,-21 4-1516</inkml:trace>
</inkml:ink>
</file>

<file path=ppt/ink/ink10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3:53:51.6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5955,'0'0'6291,"0"123"-5523,0-75-336,0 3-128,0-6-256,0 0-48,0-14-272,0-7-2865,0-12-5075</inkml:trace>
</inkml:ink>
</file>

<file path=ppt/ink/ink10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3:53:58.4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87 76 2961,'0'0'3282,"3"-5"-3167,14-20 143,-10 4 3943,-4-3-3429,-3 23-740,0 11 466,0-1-1,-1 1 1,-3 14 0,-10 17-474,-77 258 285,88-285-270,1-1 1,1 1-1,0 15 0,1-28-55,0-28-2547,0 15 715,1 1 1,0 0-1,4-17 1,2 5-221</inkml:trace>
</inkml:ink>
</file>

<file path=ppt/ink/ink10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3:53:58.7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 3490,'0'0'4338,"3"0"-3824,1-1-300,0 1 0,0-1 0,0 1 0,0 0 0,0 0 0,-1 0-1,1 1 1,0-1 0,4 2 0,-6-1-118,0 0-1,0 0 1,0 0-1,0 0 1,0 1-1,0-1 1,-1 1-1,1-1 1,0 1-1,-1 0 1,1-1 0,-1 1-1,0 0 1,0 0-1,1 0 1,-1 0-1,0 0 1,0 4-1,21 58 1021,-3 1-1,12 76 0,2 8 171,-33-146-1265,2 4 7,-1 0 1,1 0-1,0 0 1,1 0-1,-1 0 0,1-1 1,1 1-1,-1-1 0,1 0 1,9 11-1,-12-16-129,-1-3-1484,0-4 467,-3-22-3393,-11 7 824</inkml:trace>
</inkml:ink>
</file>

<file path=ppt/ink/ink10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3:53:59.1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21 6675,'0'0'5122,"157"-9"-5122,-117 3-128,-13 3-976,-7 0-1361,-10 3-961</inkml:trace>
</inkml:ink>
</file>

<file path=ppt/ink/ink10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3:53:59.5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6435,'0'0'2289,"174"0"-1841,-121 6-448,-3 0-752,-6-3-2193</inkml:trace>
</inkml:ink>
</file>

<file path=ppt/ink/ink10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3:53:59.9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145 102 3874,'0'0'4741,"6"-7"-4333,18-21 128,-22 27-388,-1-1-1,0 0 1,0 0-1,0 0 1,-1 0-1,1 0 1,0 0-1,-1 0 1,1 0-1,-1 0 1,0 0-1,0-1 1,0 1 0,0 0-1,0 0 1,0 0-1,-1-3 1,1 4-113,0-1 0,-1 1 0,1 0 0,0 0 0,-1-1 0,1 1 0,-1 0 0,1 0 1,-1-1-1,0 1 0,1 0 0,-1 0 0,0 0 0,0 0 0,0 0 0,0 0 0,0 0 0,0 1 1,0-1-1,0 0 0,0 0 0,-2 0 0,-9-1 9,1 2 1,0-1-1,-1 1 0,-16 3 0,25-2-24,0 0 0,0 0 0,0 0-1,0 1 1,0-1 0,0 1 0,0 0-1,0 0 1,1 0 0,-1 0-1,1 0 1,0 1 0,-1-1 0,-3 6-1,0 1 92,0 0 0,0 1 0,-6 12-1,9-13-1,0 0 0,0 0 0,1 0-1,0 0 1,1 1 0,-1 12-1,3 59 1101,0-67-978,-1-9-195,0 0-1,1 0 0,0 0 1,0 0-1,0 0 0,0 0 1,1 0-1,0 0 0,0-1 1,0 1-1,1-1 0,-1 1 1,1-1-1,6 7 0,-4-7 43,0 1 0,0-1-1,1 0 1,-1 0 0,1-1-1,0 1 1,0-2-1,0 1 1,13 4 0,6-2-646,1-1 1,-1 0 0,1-2 0,42-2 0,-50 0-622,-2 0-3072</inkml:trace>
</inkml:ink>
</file>

<file path=ppt/ink/ink10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3:54:12.3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72 45 8308,'0'0'5997,"-11"-3"-5591,-29-9-25,27 9 792,5 0 729,13 0-1071,4-1-794,1 1-1,0 1 1,0-1-1,0 2 1,11-1-1,55-1-63,-48 2-174,9-1-37,-25 3-3651,-1 1-3402</inkml:trace>
</inkml:ink>
</file>

<file path=ppt/ink/ink10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3:54:12.7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12 5891,'0'0'5554,"8"-7"-4332,-1 5-1063,0 1 0,0 0 0,-1 1 0,1-1 0,0 1 0,14 2 0,6-1 193,40 4 395,-34-2-1524,-1-2-3633</inkml:trace>
</inkml:ink>
</file>

<file path=ppt/ink/ink10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3:54:15.7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17 6515,'0'0'5880,"1"-4"-5293,5-8-7,-4 11 753,-1 26 857,-1-6-2729,0 509 3012,-1-521-2450,1 1 0,0-1 0,0 1-1,1-1 1,0 1 0,0-1 0,1 1 0,0-1-1,0 0 1,0 0 0,1 0 0,7 12 0,-10-18-32,1 0 0,-1 0 0,1-1 0,-1 1 0,1-1 0,-1 1 1,1 0-1,-1-1 0,1 1 0,-1-1 0,1 0 0,0 1 1,-1-1-1,1 1 0,0-1 0,-1 0 0,1 1 0,0-1 1,-1 0-1,1 0 0,0 0 0,1 1 0,-2-2-20,1 1 0,-1 0-1,1 0 1,-1-1 0,1 1 0,-1-1-1,1 1 1,-1 0 0,1-1 0,-1 1-1,1-1 1,-1 1 0,0-1-1,1 1 1,-1-1 0,0 1 0,1-1-1,-1 1 1,0-1 0,1-1-1,5-33-1046,-5-120-6065,-2 83 2584,1 33 1635</inkml:trace>
</inkml:ink>
</file>

<file path=ppt/ink/ink10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3:54:16.2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14 167 3057,'0'0'4277,"-2"-14"-3871,-3-18 927,-1-49 1,6 80-1261,1-1-1,-1 1 1,1-1-1,-1 1 1,1-1-1,0 1 0,-1-1 1,1 1-1,0 0 1,0 0-1,0-1 0,0 1 1,0 0-1,1 0 1,-1 0-1,0 0 1,0 0-1,1 0 0,-1 0 1,0 1-1,1-1 1,-1 0-1,1 1 0,-1-1 1,3 0-1,3-1-56,0 0 1,1 0-1,-1 1 0,9-1 0,-7 1 55,0 0 0,-1 1 0,1 0 0,0 1 1,12 2-1,-18-2-11,0 0 0,0 0 0,0 0 0,-1 1 1,1-1-1,0 1 0,-1-1 0,1 1 0,-1 0 0,0 0 1,0 0-1,0 0 0,0 0 0,0 1 0,0-1 0,0 1 1,-1-1-1,1 1 0,1 3 0,1 6 247,0-1 0,-1 1 1,0 0-1,0 0 0,-2 0 0,2 23 0,-3-1 348,-6 41 0,4-59-539,-2-1 0,0 0 0,-1 0 0,0 0 0,-1 0 0,-1-1-1,-9 16 1,10-18-125,3-7-38,2-4-14,0 1 0,1-1 1,-1 0-1,0 1 0,1-1 0,-1 0 1,1 1-1,0-1 0,-1 1 0,1-1 0,0 2 1,13-4-3582,27-15 203,-25 10 2964,31-11 0,-41 16 723,-1 0 1,0 0-1,0 1 0,1-1 1,-1 1-1,0 0 0,0 0 1,1 0-1,-1 1 0,0 0 1,1 0-1,5 2 1,-8-2-135,0 0 1,0 0-1,-1 0 1,1 0 0,0 1-1,-1-1 1,1 0-1,-1 1 1,0 0 0,0-1-1,1 1 1,-1 0 0,0-1-1,0 1 1,0 0-1,-1 0 1,1 0 0,0 0-1,-1 0 1,1 0-1,-1 3 1,2 6 315,-2 0 1,0 21-1,0-16-177,-1-9-245,1 0 0,-1 0-1,-1-1 1,1 1 0,-1-1 0,0 1-1,-1-1 1,1 0 0,-1 0-1,-1 0 1,1 0 0,-1 0-1,0-1 1,0 0 0,0 1-1,-1-2 1,0 1 0,-8 6 0,-9 5-279,0 0 1,-2-2-1,-29 14 1,44-23 138,-2 1-78,2-1-13,-1 0 1,0 0-1,0 0 0,0-1 1,0-1-1,-1 0 0,0 0 1,-17 1-1,28-4 148,0 0 0,0 0 1,-1 0-1,1 0 0,0 0 1,0 0-1,-1 0 0,1 0 1,0 0-1,0 0 0,-1 0 0,1 0 1,0 0-1,0 0 0,-1 0 1,1 0-1,0 0 0,0 0 1,-1 0-1,1-1 0,0 1 0,0 0 1,0 0-1,-1 0 0,1 0 1,0-1-1,0 1 0,0 0 1,0 0-1,0 0 0,-1-1 0,1 1 1,0 0-1,-1-18-4007</inkml:trace>
</inkml:ink>
</file>

<file path=ppt/ink/ink10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3:54:16.6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88 4338,'0'0'8060,"9"-1"-7247,56-13 156,-38 7-269,55-7 0,-60 13-596,-11 1-123,0 0 0,1-1 0,-1-1 0,1 0 0,16-5 0,-27 7-166,0-1 0,0 0 1,0 1-1,0-1 0,0 0 1,0 1-1,0-1 0,-1 0 1,1 0-1,0 0 0,-1 0 1,1 0-1,0 1 0,-1-1 1,1 0-1,-1-1 0,0 1 0,1 0 1,-1 0-1,0 0 0,1 0 1,-1 0-1,0 0 0,0 0 1,0 0-1,0-1 0,0 1 1,0 0-1,-1-2 0,1 1-640,0-5-2840</inkml:trace>
</inkml:ink>
</file>

<file path=ppt/ink/ink10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3:54:16.9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3314,'0'0'4340,"0"28"-2966,0 179 2068,0-173-2697,-1 3 612,6 51-1,-4-78-1220,1 0 0,0 0 0,0 0 1,1 0-1,1-1 0,-1 1 1,1-1-1,1 0 0,0 0 0,6 8 1,-9-15-201,-2-1 12,1 0 0,0 0 1,-1 0-1,1 0 0,0 0 1,0 0-1,0 0 0,-1 0 1,1-1-1,0 1 0,0 0 1,0-1-1,0 1 0,0-1 1,1 1-1,-1-1 0,0 1 1,1-1-1,-1-3-1421,-1-18-840,0-15-1814</inkml:trace>
</inkml:ink>
</file>

<file path=ppt/ink/ink10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3:54:17.7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388 82 4530,'0'0'4602,"0"-9"-3970,-1-28-58,0 36-534,1-1 0,0 1 0,-1 0-1,1 0 1,-1 0 0,1 0 0,-1-1 0,1 1-1,-1 0 1,0 0 0,0 0 0,1 0 0,-1 1 0,0-1-1,0 0 1,0 0 0,0 0 0,0 1 0,0-1-1,0 0 1,-3 0 0,-23-5 557,21 5-459,-22-2 183,0 1 0,0 1 0,-39 4 0,62-2-299,-1 0 0,1 1 0,0-1 0,-1 1 0,1 0 0,0 0 0,0 1 0,0 0 0,1-1 0,-1 2 0,1-1 0,-1 0-1,1 1 1,0 0 0,-6 7 0,-4 7 168,1 0-1,-17 29 1,26-40-126,-2 3 56,1 1-1,0 0 1,1 0 0,0 0-1,1 0 1,0 1-1,-2 17 1,2 8 240,2 40 0,1-55-212,0-7-47,1 0-1,1 0 1,0 0-1,1 0 1,1 0 0,0 0-1,1-1 1,1 0-1,0 0 1,1 0 0,0-1-1,1 0 1,1 0-1,0-1 1,0 0 0,1-1-1,1 0 1,0 0-1,0-1 1,1-1-1,1 0 1,-1 0 0,1-2-1,1 1 1,-1-2-1,1 0 1,1 0 0,-1-1-1,1-1 1,0 0-1,-1-2 1,2 1 0,26 0-1,-29-3-65,-6 0-26,0 0 1,0 0-1,0-1 1,9-1 0,-13 1-26,-1 0 0,0 0 1,1 0-1,-1 0 0,0 0 1,0 0-1,0-1 0,1 1 1,-1-1-1,-1 0 0,1 1 1,0-1-1,0 0 0,-1 0 1,3-4-1,4-8-249,0 0 0,-2-1 0,1 0-1,-2 0 1,0-1 0,5-26 0,-4-1-741,3-54 0,-7-92-200,-3 108 1609,1 75-355,0 0 1,-1 0-1,0 0 0,0 0 1,0 0-1,-1 0 1,0 0-1,0 1 1,0-1-1,-1 1 0,0-1 1,0 1-1,-6-8 1,6 9-30,0 1 1,0 0-1,-1 0 1,1 0-1,-1 0 1,0 0-1,0 1 1,0 0-1,0-1 1,0 1-1,0 1 1,-1-1-1,1 1 1,0 0-1,-1 0 1,1 0-1,-1 0 1,-7 1-1,7 0-336,-10-1-691,8 3-3952</inkml:trace>
</inkml:ink>
</file>

<file path=ppt/ink/ink10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3:54:18.2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322 43 4130,'0'0'5779,"2"-3"-4584,0 0-833,-1 2-244,0 1-1,-1-1 0,1 0 1,0 0-1,0 0 1,-1 0-1,1 0 0,-1 0 1,1 0-1,-1 0 1,1 0-1,-1 0 1,0-1-1,1 1 0,-1-2 1,-1 2-71,1 0 1,-1 1 0,0-1-1,1 0 1,-1 0-1,0 1 1,0-1 0,0 1-1,1-1 1,-1 1 0,0-1-1,0 1 1,0-1-1,0 1 1,0 0 0,0-1-1,0 1 1,0 0 0,-2 0-1,-22-4 369,19 3-353,-13-1 168,0 0 1,-29 3 0,42-1-192,0 1 0,0 0 0,0 1 0,1-1 0,-1 1 0,0 0 0,1 0 0,-1 1 0,1 0 0,0 0 0,0 0 0,-6 5 0,0 1 69,1 1 0,1 1 0,0-1 0,1 1-1,0 0 1,0 1 0,1 0 0,1 1 0,0-1-1,1 1 1,0 0 0,1 0 0,-3 15 0,0 12 307,2 0 0,1 0 0,3 48 0,1-79-347,0 0-1,1-1 0,0 1 1,0 0-1,1 0 1,0-1-1,1 1 0,0-1 1,3 8-1,-2-10-37,-1-1 1,1 1-1,0-1 0,0 0 1,0 0-1,1 0 0,0-1 1,0 1-1,0-1 1,0 0-1,1-1 0,10 6 1,-5-4-43,-1-1 0,1-1 0,0 1 0,1-2 0,-1 0 0,23 2 0,69-4-764,-103 0 768,11-1-361,0 0 0,0 0 0,0-1 0,0-1 0,0 0 0,18-7 0,-20 6-807,0-1 0,0 0 1,-1-1-1,11-8 0,-2-3-6505</inkml:trace>
</inkml:ink>
</file>

<file path=ppt/ink/ink10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3:54:32.7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645 8 4098,'0'0'13137,"-20"0"-12692,-53-6-437,50 6 0,13-1-2,0 0 0,0 2 0,0-1 0,0 1 0,0 0 0,0 1 0,0 1 0,-19 6-1,8 2-24,0 2 0,0 0 0,2 1 0,-1 2 0,-29 29-1,-76 99-4,119-136 38,-6 9-7,0 1 0,1 0 1,1 0-1,1 1 0,0 1 0,-10 34 0,-21 126 354,37-166-324,-3 28 175,2 0 0,2 0 1,5 74-1,-2-111-173,0 1 1,1 0 0,0 0 0,0 0-1,0-1 1,1 1 0,-1-1-1,1 0 1,1 0 0,-1 0 0,1 0-1,0-1 1,0 1 0,8 6 0,0 0 64,2-1 1,-1 0 0,1 0 0,17 7 0,-16-10-66,0 0 0,0-2 0,1 0-1,0 0 1,-1-2 0,23 3 0,96-1 12,-108-6-54,-14 1-5,-1-1 0,1-1 0,0 0 0,-1-1 0,0 0 0,0-1 0,12-5 0,73-41-83,-87 46 86,-3 0-50,1 0 0,-1-1 0,0 0 0,0 0 0,0 0-1,-1-1 1,0 0 0,7-10 0,-11 15 12</inkml:trace>
</inkml:ink>
</file>

<file path=ppt/ink/ink10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3:54:33.2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1 235 10645,'0'0'5640,"10"32"-5024,33 103-245,-37-116-199,1-1-1,13 26 1,-17-40-111,0 0-1,0 0 1,0 0-1,0-1 1,1 1-1,0-1 1,0 1-1,0-1 1,6 4-1,-5-5-27,1 1-1,-1 0 0,1-1 0,-1 0 0,1 0 0,-1-1 0,1 0 1,0 0-1,0 0 0,0 0 0,0-1 0,0 0 0,0 0 0,-1-1 0,10-1 1,-5-1-20,0 1 0,0-2 0,-1 1 0,1-1 0,-1-1 0,0 1 0,0-2 1,11-7-1,46-42-1529,91-99 0,-41 38-2050,-17 26-118,-1 10 271</inkml:trace>
</inkml:ink>
</file>

<file path=ppt/ink/ink10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3:54:35.6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0 226 8212,'0'0'5997,"9"-5"-5410,-3 2-479,-4 2-65,0 0 1,1-1 0,-1 1-1,1 0 1,-1 0 0,1 0 0,0 1-1,3-1 1,-5 1-24,-1 0 1,1 0-1,0 0 0,0 0 0,0 0 1,0 1-1,0-1 0,-1 0 0,1 1 1,0-1-1,0 1 0,0-1 1,-1 1-1,1-1 0,0 1 0,-1 0 1,1-1-1,0 1 0,-1 0 0,1-1 1,-1 1-1,1 0 0,-1 0 0,0-1 1,1 1-1,-1 0 0,0 0 0,1 0 1,-1 0-1,0 0 0,0-1 0,0 1 1,0 2-1,3 12 288,-1-5-76,0-1 0,0 1 1,1-1-1,7 18 0,-9-25-204,0 1 0,1-1 0,0 0 0,-1 0 0,1 1 1,0-1-1,0 0 0,0-1 0,0 1 0,0 0 0,0-1 0,1 1 0,-1-1 1,0 1-1,1-1 0,-1 0 0,1 0 0,0 0 0,-1-1 0,1 1 0,0 0 0,3-1 1,6 1-8,-1 0 1,1-1 0,-1 0-1,1-1 1,-1 0 0,1-1 0,-1 0-1,0-1 1,0-1 0,0 1-1,-1-2 1,1 1 0,-1-2-1,13-7 1,203-144-3005,-138 93 286,26-18-2382</inkml:trace>
</inkml:ink>
</file>

<file path=ppt/ink/ink10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3:55:36.6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382 71 720,'0'0'4397,"3"0"-4058,23-11 637,-22 8-325,1 1 0,-1 0 0,1 0 0,-1 0 0,1 1 0,9-2 0,-14 3-527,1 0 0,-1-1 0,1 1-1,-1 0 1,1 0 0,-1-1 0,1 1 0,-1-1 0,1 1 0,-1 0-1,1-1 1,-1 1 0,1-1 0,-1 1 0,0-1 0,1 1 0,-1-1 0,0 1-1,0-1 1,1 1 0,-1-1 0,0 0 0,0 1 0,0-1 0,1 1-1,-1-1 1,0 0 0,0 1 0,0-1 0,0 1 0,0-1 0,0 0-1,-1 1 1,1-1 0,0 1 0,0-1 0,0 0 0,0 1 0,-1-1-1,1 1 1,0-1 0,-1 1 0,1-1 0,0 1 0,-1-1 0,1 1-1,-1-1 1,1 1 0,0 0 0,-1-1 0,1 1 0,-1 0 0,0-1-1,-34-6-58,1 2 0,-1 1 0,0 2 0,0 2 0,-43 4 0,71-3-63,0 0 0,1 0 0,-1 1-1,0 0 1,1 0 0,-1 0 0,1 1 0,0 0 0,0 0 0,0 1 0,-9 6-1,7-3-5,1 0 1,-1 1-1,1 0 0,1 0 0,0 0 0,0 1 0,-6 10 0,3-1-2,1 1-1,1-1 1,1 2 0,0-1 0,1 1 0,1 0-1,-2 34 1,2 8 65,3 0-1,3 0 1,11 73-1,-9-110 11,1 0 0,1-1 0,2 0-1,0 0 1,1 0 0,2-1-1,0-1 1,1 0 0,1 0-1,29 34 1,-31-45-28,0 0 0,1 0 1,1-1-1,0-1 0,0 0 0,0-1 0,1-1 0,1 0 1,-1 0-1,1-2 0,0 0 0,0 0 0,1-2 1,-1 0-1,1 0 0,19 0 0,-18-3-118,-1 0 0,1 0 0,-1-2 0,1 0 0,-1-1 0,0 0 1,0-1-1,0-1 0,-1-1 0,1 0 0,-1-1 0,-1-1 0,1 0 0,-1-1 0,16-13 0,-21 14-441,0-1 0,0 0-1,9-13 1,7-24-3390</inkml:trace>
</inkml:ink>
</file>

<file path=ppt/ink/ink10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3:55:38.6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 79 3025,'0'0'3879,"-3"1"-3422,-8 1 345,13-1 1725,26-1 2287,-10 0-5877,-11 0 1084,328-8 503,-83 3-519,-42 2 3,-156-2-16,75-17 0,22-2-19,169 18-159,-186 7 143,290-4-243,-401 4 280,-1 2 0,0 0 0,0 1 0,-1 2 0,35 12 0,-18-6 0,-17-6 11,1-1 0,-1-1 1,38 2-1,67-6 24,-58-1-23,117 2 15,205-2 51,-389 1-72,514-1 35,-257 4-26,-140-5 16,-61-1 70,0-2 0,0-3 0,0-2 0,83-27 0,-127 34-218,-12 3 229,0 0 0,0 0 0,0 0 0,-1 0 0,1 0 0,0 0 0,0 0 0,0 0 0,0-1 0,-1 1-1,1 0 1,0-1 0,0 1 0,0 0 0,-1-1 0,1 1 0,0-1 0,-1 1 0,1-1 0,0 0-1,-1 1 1,2-3 1641,-84 3-5495,18 0-761</inkml:trace>
</inkml:ink>
</file>

<file path=ppt/ink/ink10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3:56:25.3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1260 31 272,'0'0'4093,"0"-5"-3173,0-9-492,0 3 5899,-25 11-5665,-630 0 181,624 2-844,0 1 0,-61 14 0,-7 2 1,52-12-6,12-2-7,-55 2 0,-27-7 29,116 0-16,1 0 0,0-1 0,-1 1 0,1 0 1,0 0-1,-1 0 0,1 0 0,-1 0 0,1 0 1,0 0-1,-1 0 0,1 0 0,0 0 0,-1 1 1,1-1-1,-1 0 0,1 0 0,0 0 0,-1 0 1,1 0-1,0 1 0,-1-1 0,1 0 0,0 0 1,0 1-1,-1-1 0,1 0 0,0 0 0,-1 1 1,1 18 511,-2 35 137,1-29-607,0 0 0,2 0 0,1-1 0,7 38 0,5 5-5,8 91 1,-9-51-17,-8-51-34,-3 104 0,-4-75 2,2 440-80,-12-305 27,12 322-126,-9-420-23,1 2 261,0 43-172,-1 0-160,9 143-346,4-237 523,-3-69 101,-1-1 0,1 0-1,-1 1 1,1-1-1,0 0 1,0 0 0,2 4-1,-1-4 5,-1 1-1,1-1 0,-1 1 1,0-1-1,0 1 1,-1 0-1,1 4 0,-1 108-386,0-115 69,1 17 328,1-18-24,-1 1 0,0-1 0,0 1 0,0-1 0,0 0 0,0 0 1,1 0-1,-1 1 0,0-1 0,0 0 0,0 0 0,1 0 0,-1-1 0,0 1 0,0 0 1,0 0-1,0-1 0,1 1 0,-1-1 0,0 1 0,0-1 0,0 1 0,0-1 1,0 0-1,0 1 0,0-1 0,0 0 0,-1 0 0,1 0 0,1-1 0,2-3-79,-1-1 0,1 1-1,-1-1 1,4-9-1,-1 2-60,-3 6 199,0 0 0,0 0 0,0 0 0,-1 0 0,0-1 0,2-12-1,-4 18-23,1-1 0,-1 1 0,0 0 0,0-1 0,-1 1 0,1 0 0,0-1 0,-1 1 0,1 0 0,-1 0 0,0-1-1,0 1 1,0 0 0,0 0 0,0 0 0,0 0 0,-1 0 0,1 0 0,-1 1 0,1-1 0,-1 0 0,0 1 0,1-1-1,-1 1 1,-2-2 0,-4 0-28,0 0 0,0 0 0,-1 1 0,1 0 0,0 1 0,-1 0 0,1 0 1,-1 1-1,1 0 0,-10 1 0,-1-1 622,19 6-309,-1 37 322,2 59 600,0-99-1183,0 0-1,-1 0 1,1 0 0,0 0 0,1 0-1,-1 0 1,0-1 0,1 1 0,0 0-1,0-1 1,-1 1 0,2-1 0,-1 0-1,0 1 1,0-1 0,1 0 0,-1 0 0,1-1-1,-1 1 1,1 0 0,0-1 0,0 0-1,0 0 1,0 0 0,0 0 0,4 1-1,3 1 25,1-1-1,-1-1 1,0 1-1,1-2 1,-1 1-1,1-2 0,11-1 1,-17 1-117,-1 0 1,0 0-1,0-1 0,0 1 1,0-1-1,0 0 0,0-1 1,-1 1-1,1-1 1,-1 1-1,1-1 0,-1 0 1,0 0-1,0-1 0,0 1 1,-1-1-1,1 1 0,-1-1 1,0 0-1,3-6 1,-1 1-215,0 0 1,-1-1 0,0 0 0,-1 1-1,1-1 1,-2 0 0,2-20 0,-3 26 163,0 1 0,0 0 0,0 0 0,-1 0 0,1 0 0,-1-1 1,1 1-1,-1 0 0,0 0 0,0 0 0,-1 0 0,-2-5 0,2 7 156,1-1-1,-1 1 1,0-1 0,0 1-1,0 0 1,1 0-1,-2-1 1,1 2 0,0-1-1,0 0 1,0 0-1,0 1 1,0-1 0,-1 1-1,1-1 1,0 1-1,0 0 1,-1 0-1,-2 0 1,-38 0 1335,23 0-4991</inkml:trace>
</inkml:ink>
</file>

<file path=ppt/ink/ink10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3:55:54.3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0 296 4258,'0'0'3556,"2"-1"-3795,8-5 5686,125 17-4705,130 0-657,-122-9-29,156-4-99,-57-17 43,334-48 32,-337 19-17,-124 23 2,184-18-1,-10 15 0,82-3 3,-14 8-32,584-4 23,-856 31-28,102 18-1,-72-7 8,333 72 1,-115-16 7,354 34 67,-514-90-16,215-10 0,-228-6-35,-101 1-13,282-12-13,501-44-296,-473 58 241,403-4-385,-476-7-54,187-1 406,-397 10 91,760-18 874,-533 4-785,-25 2-177,387 2-117,-434 12 86,603-2-1389,-843 0 1554,0 0-1,0 0 1,0 0-1,0 0 1,1 0-1,-1 0 1,0 0-1,0 0 1,0-1-1,0 1 1,0 0 0,0-1-1,0 1 1,0-1-1,0 1 1,0-1-1,2 0 1,-3 0 39,1 0 0,-1 0 0,0 0 0,1-1 0,-1 1 0,0 0 0,0 0 0,1 0 0,-1 0 0,0 0 0,0 0 0,0-1 0,-1 0 0,1-1 14,0 2 458,41 1 766,-40 0-1334,-9 0-2316,-15 0-134,-8 0-2953</inkml:trace>
</inkml:ink>
</file>

<file path=ppt/ink/ink10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3:59:55.0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671 387 20704,'4'-3'-8</inkml:trace>
</inkml:ink>
</file>

<file path=ppt/ink/ink10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3:56:36.4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55 161 2385,'0'0'4093,"-4"-11"655,0-27-3904,-1 4-513,2 23-332,1-13-43,2 20 190,0 1-1,0-1 1,-1 0 0,1 1-1,-1-1 1,-1-4 0,2 8-51,-1-1-1,1 0 1,-1 0 0,1 0 0,-1 0 0,0 1 0,1-1 0,-1 0-1,0 1 1,1-1 0,-1 0 0,0 1 0,0-1 0,0 1-1,1-1 1,-1 1 0,0 0 0,0-1 0,0 1 0,0 0-1,0-1 1,0 1 0,0 0 0,0 0 0,0 0 0,0 0-1,-1 0 1,1 4 215,-3 25 958,0 58 1,5-87-1260,-1 0 1,1 0-1,0 0 0,0 0 1,0 0-1,-1 0 0,1 0 1,0 0-1,0 0 0,0-1 1,-1 1-1,1 0 0,0 0 1,0-1-1,-1 1 0,1 0 1,0-1-1,-1 1 0,2-1 1,0-5-100,1 1 0,-1-1 0,-1 1 0,1-1 0,-1 0 0,0 0 0,0 0 0,-1 0 0,0 0 0,0-6 0,0 11-126,0 4-99,0 4-34,0-2-2981</inkml:trace>
</inkml:ink>
</file>

<file path=ppt/ink/ink10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3:57:21.2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1 259 1361,'0'0'2665,"0"-11"-2468,0-2-127,1 1-1,0 0 0,1 0 1,0 0-1,4-13 0,-4 16 621,0-1 0,-1 1 0,0-1-1,-1 1 1,-1-17 0,0 1-1048,-3-37 248,4 60 697,0 21-3988,0-11-14</inkml:trace>
</inkml:ink>
</file>

<file path=ppt/ink/ink10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3:57:37.1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47 88 2881,'0'0'3236,"-8"0"-2702,-22-3 0,29 3-469,1-1 1,0 1 0,-1 0 0,1 0 0,-1 0 0,1 0 0,0 0 0,-1-1-1,1 1 1,0 0 0,-1 0 0,1 0 0,0-1 0,-1 1 0,1 0 0,0-1-1,-1 1 1,1 0 0,0-1 0,0 1 0,-1 0 0,1-1 0,0 1-1,0 0 1,0-1 0,0 1 0,0-1 0,0 1 0,-1 0 0,1-1 0,0 1-1,0-1 1,0 1 0,0-1 0,0 1 0,0 0 0,1-1 0,-1 1 0,0-1-1,0 1 1,0 0 0,0-1 0,0 1 0,1 0 0,-1-1 0,0 1-1,0-1 1,0 1 0,1 0 0,-1 0 0,0-1 0,1 1 0,-1 0 0,0-1-1,1 1 1,-1 0 0,1-1 0,7 0 121,1 0 0,-1 0 0,1 1 0,-1 0 0,14 1-1,5 1 262,183 9 379,-124-5-675,89-7 0,-68 0-216,39-1-29,156 4 101,-216 4-52,126 3-51,159-9 116,-266 2 6,-38 0-39,1-3 1,68-10-1,-69 0 15,102-11 10,115 20-21,-151 4 3,27-4-42,173 4-349,236 6-126,-384-9 510,-145-1 24,43-7-1,-42 3-1,45 1 0,214-2-7,87 4-48,-199 5-404,148-9 607,18-12-140,48 13-11,-236 8 40,892-2 694,-861 7-538,-170-6-195,78 8 66,40 0 92,1185-9 317,-1179 11-484,-72-3-1,62-1-57,47 5-74,61 10-344,-37-18 550,-154-4-64,29 0 5,-85 0 242,23 1-163,-25 0-198,0-1 0,0 0 0,0 0 1,0 1-1,0-1 0,0 0 0,-1 0 0,1 1 0,0-1 0,0 0 0,0 0 0,0 0 0,0 1 0,0-1 0,-1 0 0,1 0 0,0 0 0,0 1 0,0-1 1,-1 0-1,1 0 0,0 0 0,0 0 0,0 0 0,-1 0 0,1 1 0,0-1 0,0 0 0,-1 0 0,1 0 0,0 0 0,-1 0 0,-26 4-7157</inkml:trace>
</inkml:ink>
</file>

<file path=ppt/ink/ink10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3:57:41.4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153 4250 160,'0'0'2636,"-3"5"-2100,2-2-546,-1 1 200,1 0 1,-1-1-1,0 1 1,0-1-1,0 1 1,-1-1-1,1 0 0,-1 0 1,-4 3-1,7-5-173,0-1-1,0 0 0,-1 0 0,1 1 1,0-1-1,0 0 0,-1 1 0,1-1 1,0 0-1,-1 0 0,1 1 0,0-1 1,-1 0-1,1 0 0,0 0 0,-1 0 1,1 0-1,-1 1 0,-5-2 5579,-2-3-5106,8-44-1887,0 47 1422,0 31-2791,0-20 2807,0-5-33,0 1 0,0 0 0,0 0 0,-1 0-1,0-1 1,0 1 0,-1 0 0,-2 7-1,3-9 187,0 1 0,0 0 0,0-1-1,0 1 1,1 0 0,0 0-1,0 0 1,1 6 0,-1-6-31,1 1 0,-1-1 0,0 0 0,-1 0 0,1 0 0,-1 1 0,-1 4 0,3-27 3758,-2-23-3303,0 7-306,1 16-295,-1-5-2,2 0 0,0 0-1,1 0 1,7-30 0,-6 38 7,-1 1-1,0-1 1,-1 0 0,-1-23-1,-1 21 3,1 1-1,1 0 0,4-23 0,13-81 43,-16 103-58,1-22 183,-4-64 0,0 35-130,1 24-8,1 8 129,-6-55 0,2 53-48,1-48-1,3 52-69,-2 0 0,-7-42 0,-16-90-5,-26-182-36,47 277-13,3 41-7,-6-50 0,-16-129-3,19 166-1,-3-402-7,8 265 5,-2-144-47,8 140 38,0 71 77,-8 104-64,0-12 4,0 1 0,2-1 0,4-23 0,-3 23-5,-1 1 0,0-30 1,1-10-3,2 4-96,26-108 0,-27 143 79,0-1 0,0-25 1,6-30 6,-5 45-20,-1-1 0,-2 0 0,-1-34 0,-1 61 40,1-12-72,0-1-1,5-17 1,-3 17 19,0 0 0,-1-18 0,-2 35 22,1 0 0,-1-1 0,0 1 0,0 0 0,1 0 0,-1 0 0,0-1 0,1 1 0,-1 0 0,1 0 0,0 0 0,-1 0 0,1 0 0,0 0 0,0 0 0,-1 0 0,1 1 0,0-1-1,2-1 1,0-1 36,1 1 0,-1 0 1,1 1-1,0-1 0,0 0 0,4 0 0,3-1 23,0 1 0,1 0 0,20 0 0,213 2 10,-235-1-42,1 0-1,-1-1 0,0 0 0,0-1 0,10-3 0,34-8 1,-23 4 11,-27 8-12,-1 1 1,0-1-1,1 1 0,-1 0 1,1 0-1,0 0 0,-1 1 1,5-1-1,-3 0 6,1 0 1,-1-1-1,0 0 0,9-4 0,1 0-9,-9 4 1,1 0 1,0 1-1,0 1 0,0-1 0,0 1 0,12 1 1,0 0 99,-19-1-76,-4 0-2610,-21 0-2008</inkml:trace>
</inkml:ink>
</file>

<file path=ppt/ink/ink10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3:55:30.6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184 1 3794,'0'0'5400,"0"5"-4774,0 226 4009,0 313-2947,-16-239-1189,15-293-304,1-10 61,0-12-77,13-193-1560,-2 41-159,-9-60-239,-3 121 583,-3-135 1519,4 234-318,1 0 0,-1 0 0,1 0 0,0 0 0,0 0 0,0 0 1,0 0-1,0 0 0,0 0 0,0 1 0,1-1 0,-1 0 0,1 1 1,-1-1-1,1 1 0,0-1 0,-1 1 0,1 0 0,0 0 0,2-1 1,3-2 6,-1 0 1,1 1-1,0 1 1,14-5-1,-3 4 192,-1 1 0,1 1 0,0 1 0,34 3 0,-48-3-149,-1 1 1,0 0-1,1 0 1,-1 0-1,0 0 1,0 1-1,0-1 1,0 1-1,0 0 1,0 0 0,0 0-1,-1 0 1,1 1-1,-1-1 1,1 0-1,-1 1 1,0 0-1,0 0 1,0-1-1,-1 1 1,1 0 0,-1 1-1,1-1 1,1 5-1,0 5 134,1-1 1,-2 1-1,0 0 0,0 1 0,-1 14 0,0 6 349,-4 48 0,1-67-437,0-1-1,-1 0 0,-1 0 1,0 0-1,-13 26 0,-4 1-11,-2-1-1,-37 49 0,54-82-120,5-6 6,1 0-1,-1-1 1,0 1-1,0 0 1,0 1-1,1-1 1,-1 0-1,1 0 0,-1 0 1,1 0-1,-1 0 1,1 1-1,-1-1 1,1 2-1,17-3-1798,-5 1 1799,0 0 0,0 0 0,0 1 0,0 1 0,0 0 0,-1 1 0,1 0 0,-1 0 0,0 1 0,0 1 0,16 11 0,-19-12 95,-1 1 0,0 0 0,0 0 0,0 0 0,-1 1 0,0 0-1,0 1 1,-1-1 0,0 1 0,0 0 0,-1 0 0,0 0 0,0 1 0,-1-1 0,0 1-1,2 12 1,-3-10 9,-1 0 0,0 0 0,-1 0-1,0 0 1,0 0 0,-1 0 0,-1 0 0,0 0-1,-4 13 1,3-15-60,0-1 0,-1-1-1,0 1 1,-1 0 0,1-1 0,-1 0-1,-1 0 1,1 0 0,-1-1 0,-1 0-1,1 0 1,-8 5 0,-9 4-96,-1 0 0,0-1 0,-1-2 1,-1-1-1,0 0 0,-1-2 0,1-1 1,-2-1-1,1-2 0,-1-1 0,1 0 0,-44-2 1,45-1-128,19 0 111,-1-1 0,0 0 0,0 0-1,0-1 1,-8-1 0,15 1 36,-1 1 1,0-1-1,0 1 1,1-1-1,-1 0 1,0 0-1,1 0 1,-1 0-1,1 0 1,-1 0-1,1 0 1,0-1-1,0 1 1,-1 0-1,1-1 1,0 1-1,0-1 1,0 1-1,0-1 1,1 0-1,-1 1 1,0-1-1,1 0 1,-1 0-1,0-3 1,-2-45-2553,3-5-1701</inkml:trace>
</inkml:ink>
</file>

<file path=ppt/ink/ink10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3:55:31.6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12 5587,'0'0'5351,"0"4"-4790,0 22 1247,1-26-1752,0 1 0,-1-1-1,1 1 1,0-1-1,0 1 1,0-1 0,0 1-1,-1-1 1,1 0 0,0 0-1,0 1 1,0-1-1,0 0 1,0 0 0,0 0-1,0 0 1,0 0-1,0 0 1,1 0 0,0 0 83,71 4 150,75-4 1,-60-1-269,970 1-325,-938-9 434,-14 0-119,530 6-70,-326 5 41,-199-1-57,-14 1-116,118-13 1,-15-5 507,202 10 0,-272 6-20,-129 0-236,-1 1-1,0-1 1,0 1 0,0-1 0,0 1 0,1-1 0,-1 1 0,0-1-1,0 1 1,0-1 0,0 1 0,0-1 0,0 1 0,0 0 0,0-1-1,-1 1 1,1-1 0,0 1 0,0-1 0,-1 1 0,-2 2-23,-1 0 1,1-1-1,-1 1 0,0-1 1,0 0-1,1 0 1,-2-1-1,1 1 1,0-1-1,0 0 1,-8 1-1,9-1-30,-128 21-2943,65-13-1616,-7 3-3983</inkml:trace>
</inkml:ink>
</file>

<file path=ppt/ink/ink10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3:55:32.7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2913,'0'0'10309,"0"17"-10365,4 773 2220,10-488-1735,-7-205-383,1-39-51,-5-40-3,2 33-1,-5-49 8,1-1-1,-1 0 0,0 0 1,1 0-1,-1 0 0,1 1 1,-1-1-1,1 0 0,0 0 1,-1 0-1,1 0 0,0 0 1,0 0-1,0-1 0,0 1 1,0 0-1,0 0 1,0 0-1,0-1 0,0 1 1,0-1-1,0 1 0,0-1 1,0 1-1,0-1 0,1 0 1,-1 1-1,0-1 0,0 0 1,0 0-1,1 0 0,1 0 1,9 1-30,1 0 1,18-2 0,-12 0 7,0 1 18,84 0-92,160 19-1,-196-8 110,-22-2 11,2-3-1,48 2 1,-94-8-73,-1 0 1,0 0-1,1 1 0,-1-1 0,0 0 1,1 0-1,-1 1 0,0-1 1,1 0-1,-1 1 0,0-1 0,0 0 1,1 1-1,-1-1 0,0 1 0,0-1 1,0 0-1,0 1 0,1-1 0,-1 1 1,0-1-1,0 1 0,0-1 1,0 0-1,0 1 0,0-1 0,0 1 1,0-1-1,0 1 0,-1-1 0,1 0 1,0 1-1,0-1 0,0 1 0,0-1 1,0 0-1,-1 1 0,1 0 1,-3-1-781,2 0 453,0 0 1,0 0 0,0 0-1,-1 0 1,1 0 0,0 0-1,0-1 1,0 1 0,0 0-1,0 0 1,0-1-1,0 1 1,-2-2 0,-9-13-4632</inkml:trace>
</inkml:ink>
</file>

<file path=ppt/ink/ink10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3:55:33.1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 30 4130,'0'0'4746,"-3"-5"-4383,-11-15 29,10 15 1476,4 22-1105,9 196 576,-1-5 56,-9-106-823,3 116 65,-2-216-636,0 0 0,1 0 0,-1 0 0,0 1 0,1-1 0,0 0 1,0 0-1,-1 0 0,1 0 0,0 0 0,1 0 0,1 3 0,-3-5-6,0 0-1,1 0 0,-1 0 0,0 1 0,0-1 1,0 0-1,1 0 0,-1 0 0,0 0 1,0 0-1,1 1 0,-1-1 0,0 0 1,0 0-1,1 0 0,-1 0 0,0 0 1,0 0-1,1 0 0,-1 0 0,0 0 0,0 0 1,1 0-1,-1 0 0,0 0 0,0 0 1,1 0-1,-1 0 0,0 0 0,0-1 1,1 1-1,-1 0 0,0 0 0,0 0 1,1-1-1,0 0-44,0 0 1,0-1 0,0 1-1,-1 0 1,1-1-1,0 1 1,-1-1 0,1 1-1,-1-1 1,1-3-1,5-21-1310,1-38-1,-3-32-4738,-4 34 267</inkml:trace>
</inkml:ink>
</file>

<file path=ppt/ink/ink10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3:55:33.6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63 0 4482,'0'0'5194,"16"5"-4025,-6-2-987,2 0 16,-1 1 0,0 0 0,1 1 0,-1 0 0,-1 0 0,1 1 0,-1 1 0,15 12 0,45 47 1016,42 36 1,-90-83-1093,1-2 1,1-1-1,32 16 0,-52-29-126,1 0 0,0 0 0,-1 0 0,0 0 0,1 1-1,-1 0 1,-1 0 0,1 0 0,-1 0 0,1 1 0,-1-1 0,0 1-1,-1 0 1,1-1 0,-1 1 0,0 1 0,2 8 0,0 4 75,-1-1 1,-1 1-1,0 0 1,-2 21-1,0-37-62,0 1 1,-1-1-1,1 0 0,-1 1 1,0-1-1,0 0 1,0 0-1,0 1 0,0-1 1,0 0-1,-1 0 0,1 0 1,0 0-1,-1 0 0,0-1 1,0 1-1,1 0 1,-1-1-1,0 1 0,0-1 1,0 0-1,-3 2 0,-7 3 30,-1 0 0,-23 8-1,27-11-36,-104 33-236,-39 15-449,121-38 545,1 0 0,-53 34 0,61-33 126,12-6 18,-1-1 0,-17 9 0,27-16 2,1-4-555,1-1 214,-1 0 1,1 0 0,1 0 0,-1 0-1,1 0 1,0 1 0,0-1-1,0 1 1,1-1 0,3-4 0,18-31-4473</inkml:trace>
</inkml:ink>
</file>

<file path=ppt/ink/ink10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3:55:34.1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99 15 1969,'0'0'4383,"0"-2"-2926,0 1-1326,0 1 1,0 0-1,0-1 0,0 1 1,0-1-1,0 1 1,0-1-1,-1 1 0,1-1 1,0 1-1,0 0 0,0-1 1,0 1-1,0-1 1,-1 1-1,1 0 0,0-1 1,0 1-1,-1-1 1,1 1-1,0 0 0,-1 0 1,1-1-1,0 1 0,-1 0 1,1-1-1,0 1 1,-2 0-1,-14-2 2408,9 2-3283,5 1 751,0-1 1,0 1-1,0-1 0,0 1 0,0-1 1,1 1-1,-1 0 0,0 0 0,0 0 1,0 0-1,1 1 0,-1-1 0,0 0 0,1 1 1,-1-1-1,1 1 0,0-1 0,0 1 1,-1 0-1,1-1 0,0 1 0,-1 3 1,-2 4 134,0 0 1,0 0-1,-3 15 0,2 2 340,2 0 0,0 1-1,2-1 1,3 34-1,-1-11 164,-1-40-521,-1 0 27,1-1-1,0 1 0,1-1 0,0 1 0,0-1 0,1 1 1,3 8-1,-4-15-113,0 1 1,1-1 0,-1 0-1,1 0 1,0 1 0,0-1-1,0 0 1,0-1 0,0 1-1,0 0 1,1 0 0,-1-1-1,0 0 1,1 1-1,-1-1 1,1 0 0,0 0-1,-1 0 1,1-1 0,0 1-1,0 0 1,-1-1 0,1 0-1,0 0 1,4 0 0,-1 1-25,0-1 1,0 1 0,1-1-1,-1-1 1,0 1 0,0-1 0,0 0-1,0 0 1,0-1 0,0 0-1,0 0 1,0 0 0,-1-1-1,1 1 1,-1-1 0,0-1 0,1 1-1,-1-1 1,-1 0 0,1 0-1,7-9 1,-2 2-297,-1-1 0,0 0 0,-1-1 0,-1 0 0,0 0 0,0-1 0,-1 1 0,-1-1 0,0-1 0,-1 1 0,-1-1 1,0 1-1,-1-1 0,-1 0 0,0-15 0,0 11-260,-1 13 291,1 0 0,-2 0 0,1-1 0,-3-11 0,3 17 230,-1-1 0,1 0 0,-1 1 0,0-1 0,0 0 1,0 1-1,0-1 0,0 1 0,0 0 0,0-1 0,0 1 0,-1 0 0,1-1 0,0 1 1,-1 0-1,1 0 0,-1 0 0,1 0 0,-1 1 0,-3-2 0,-6-1 216,0 0-1,0 1 0,0 1 1,-1-1-1,1 2 0,-1 0 1,-13 1-1,-8 0-430,32-1 176,1 0 0,-1 0 0,1 0 0,-1 0 0,1 0 0,-1 0-1,1 0 1,-1 0 0,1 0 0,-1 0 0,1 0 0,-1 0 0,1-1 0,-1 1 0,1 0 0,0 0-1,-1-1 1,1 1 0,-1 0 0,0-1 0,-1-15-2980</inkml:trace>
</inkml:ink>
</file>

<file path=ppt/ink/ink10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3:55:35.0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52 4418,'0'0'4237,"15"0"-3776,107 0 1007,1058 3 356,-1166-3-1803,293-4 230,-119-16-142,-121 11-20,59-5-9,1 6 0,159 10 0,-221 0 25,44 5 988,-108-7-1055,0 0 0,-1 0 0,1 0 0,0 0 0,-1 1 0,1-1 0,-1 0 0,1 0 0,0 1 0,-1-1 0,1 0 0,-1 1 0,1-1 0,-1 0 0,1 1 0,-1-1 0,1 1 0,-1-1 0,0 1 0,1-1 0,-1 1 0,0-1 0,1 1 0,-1-1 0,0 1 0,0-1 0,1 1 0,-1 0 0,0-1 0,0 1 0,0-1 0,0 2 1601,-30-2-8437,-6 0-1270</inkml:trace>
</inkml:ink>
</file>

<file path=ppt/ink/ink10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3:56:10.6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 0 3169,'0'0'2887,"-3"0"-2433,-19 0 5861,22 1-6262,0 20 320,0-20-175,0 2-1578</inkml:trace>
</inkml:ink>
</file>

<file path=ppt/ink/ink10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3:56:13.0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1 180 3602,'0'0'3572,"26"0"-1272,-16 0-1812,1 0 0,0 1 0,-1 0 1,17 4-1,-19-3-412,-8-2-54,1 0-1,-1 0 1,0 0-1,1 0 1,-1 0 0,0 0-1,0 0 1,1 0-1,-1 0 1,0 1-1,0-1 1,1 0 0,-1 0-1,0 0 1,0 0-1,0 0 1,1 1 0,-1-1-1,0 0 1,0 0-1,0 0 1,0 1-1,1-1 1,-1 0 0,0 0-1,0 1 1,0-1-1,0 0 1,0 0 0,0 1-1,0-1 1,0 0-1,0 0 1,0 1-1,0-1 1,0 0 0,0 0-1,0 1 1,0-1-1,0 0 1,0 0 0,0 1-1,0-1 1,0 0-1,0 0 1,0 1-1,0-1 1,-1 1 0,1-1 90,0 1-86,0 1-2,0-1 158,-25-1-3226,-41 0-867,57-26 4772,19 24 3568,52 0-4066,99 3-60,176-3 509,-261-2-809,57-2 7,169-6 25,-117 6-26,-17 1-2,132-6-14,-164 8-2,252 0-60,133-6-11,-151-14-134,-145 16 172,-7-1 79,392 0-62,-386 9-62,-42 0 0,246-3-304,-2-26 98,-311 19-215,122 8 0,-114 2 534,55 1 26,195-4 366,-111-21-122,245 16 666,-402 7-129,-68 4 2804,-36-4-3613,-1 2-1298,0-2 1177,0 1 0,0-1 0,-1 1-1,1-1 1,0 0 0,0 1 0,0-1 0,-1 1 0,1-1 0,0 0 0,0 1 0,-1-1-1,1 0 1,0 0 0,-1 1 0,1-1 0,0 0 0,-1 0 0,1 1 0,-1-1 0,1 0-1,0 0 1,-2 1 0,-41 18-4203,-27 12-1973</inkml:trace>
</inkml:ink>
</file>

<file path=ppt/ink/ink10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3:55:24.4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 38 4274,'0'0'3228,"-10"0"2396,11 0-5605,12 0 38,1 0 0,-1 1 0,0 0 0,15 4 0,-10-2-44,0 0 0,1-2 0,-1 0 0,28-3 0,1 0-14,1110 2 81,-1112-2-100,61-11 1,-52 6 10,11-3 12,-17 3 4,72-3-1,1197 10-54,-1316 0 42,1 0 1,-1 0-1,0 1 0,1-1 0,-1 0 0,0 1 1,1-1-1,-1 0 0,0 1 0,1 0 1,-1-1-1,0 1 0,0 0 0,0-1 0,0 1 1,0 0-1,2 2 0,-3 0 737,-7-2-729,-10-1-799,15 0 725,-38 0-2681</inkml:trace>
</inkml:ink>
</file>

<file path=ppt/ink/ink10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3:55:25.3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100 58 2353,'0'0'6502,"0"-12"-5838,1 1-1072,0-22 2746,-1 33-2305,0 0-1,0 0 1,0 0-1,0 0 1,0 0-1,0 0 1,0 0-1,0 0 1,-1 0-1,1 0 1,0 0-1,0 0 1,0 0-1,0 0 1,0 0-1,0 0 0,0 0 1,0 0-1,0 0 1,0 0-1,0 0 1,0 0-1,0 0 1,0 0-1,0 0 1,-1 0-1,1 0 1,0-1-1,0 1 1,0 0-1,0 0 1,0 0-1,0 0 1,0 0-1,0 0 1,0 0-1,0 0 1,0 0-1,-5 22 303,-81 424-95,82-420-261,1 0-1,1 50 0,2-61-129,0-14-292,30-95-7915,-18 57 5333</inkml:trace>
</inkml:ink>
</file>

<file path=ppt/ink/ink10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3:55:25.6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 3714,'0'0'3807,"0"-4"-3160,0 8-144,0 79 1040,2 120 818,1-149-1567,17 94 1,5-13-121,24 95-292,-47-224-424,-1-1 0,0 0 0,0 1-1,-1-1 1,1 7 0,-1-11-462,-18-4-6641,-6-13 4117</inkml:trace>
</inkml:ink>
</file>

<file path=ppt/ink/ink10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3:55:25.9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42 7155,'0'0'5427,"225"0"-4499,-137-15-928,-5 0-112,1 7-1617,-26 4-3329</inkml:trace>
</inkml:ink>
</file>

<file path=ppt/ink/ink10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3:55:28.9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0 1 5507</inkml:trace>
</inkml:ink>
</file>

<file path=ppt/ink/ink10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3:57:25.0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 58 816,'0'0'3026,"-4"-3"-2746,-1 0-182,4 3-57,-1-1-1,0 0 1,1 0-1,-1 0 1,1 0-1,-1 0 0,1-1 1,0 1-1,-1 0 1,1-1-1,0 1 1,-1-2-1,1 2-11,1 0 0,-1 1 0,1-1-1,-1 0 1,1 0 0,-1 1 0,1-1 0,0 0-1,0 0 1,-1 1 0,1-1 0,0 0 0,0 0-1,0 0 1,0 0 0,0 1 0,0-1-1,0 0 1,0 0 0,0 0 0,0 0 0,0 1-1,0-1 1,1 0 0,-1 0 0,0 1 0,1-1-1,-1 0 1,1 0 0,-1 1 0,0-1 0,1 0-1,0 1 1,-1-1 0,1 0 0,-1 1 0,1-1-1,0 1 1,-1-1 0,1 1 0,0 0 0,0-1-1,-1 1 1,1-1 0,0 1 0,0 0 0,-1 0-1,1 0 1,0-1 0,1 1 0,7-1-116,-1 0 1,0 1-1,0-1 1,10 2-1,-7 0 196,65-1-1649,-24 0-538</inkml:trace>
</inkml:ink>
</file>

<file path=ppt/ink/ink10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3:57:25.5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38 0 3490,'0'0'800,"-9"0"897,1 0-1361,4 0-208,-5 0-128,5 0-192,0 0-1681</inkml:trace>
</inkml:ink>
</file>

<file path=ppt/ink/ink10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3:57:25.8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1 0 2369</inkml:trace>
</inkml:ink>
</file>

<file path=ppt/ink/ink10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3:57:26.3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163 195 2369,'-136'-162'771,"109"129"8036,56 33-7500,-24 0-1239,0 0-1,-1 1 1,1 0 0,0 0 0,-1 0-1,1 0 1,-1 0 0,1 1-1,-1 0 1,0 0 0,1 0 0,-1 1-1,0-1 1,-1 1 0,1 0-1,0 0 1,-1 0 0,0 1 0,1-1-1,4 8 1,179 256 1391,-182-257-1458,0 0 0,0 1 0,-1 0 0,0 0 1,-1 0-1,0 0 0,-1 1 0,1 16 0,0 14 50,-5 43 1,1-24 35,2 3-59,0-22-3,-1 0 1,-10 69 0,4-75-28,1-5-9,-2 0 1,0 0 0,-14 35 0,14-51-21,-15 40 9,-3-1-1,-46 76 0,-4-3 18,72-121-86,1-7-1457,2-9 1301,0-60-4529,0 26-37</inkml:trace>
</inkml:ink>
</file>

<file path=ppt/ink/ink10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3:57:27.7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 1 4098,'0'0'3940,"2"6"-3451,7 13 174,1-1 0,1-1-1,0 1 1,1-2 0,1 0 0,0 0 0,18 15 0,-3-5-348,-1 1-1,-1 1 1,-2 1-1,0 1 0,-2 1 1,18 35-1,-33-50-222,-1-1 0,0 1 0,-2 0 1,1 0-1,-2 1 0,2 26 0,-2 104 17,-4-89-62,0-44-32,0 1 1,-2-1-1,1 0 0,-10 25 1,-2 16 11,6-14-87,-2-1 1,-1 0 0,-26 60-1,26-80-91,-1-2 0,-1 0 0,0 0 0,-1-1 0,-1-1 0,-29 24 0,-5 8-302,40-37 443,0 0 0,1 1 0,1 0 0,-10 19 1,5-7 13,-9 28-4,18-46-64,1-6-925,2-13-1227,0 12 2134,0-36-3626</inkml:trace>
</inkml:ink>
</file>

<file path=ppt/ink/ink10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3:57:29.2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101 1 3073,'0'0'5115,"15"0"-4286,111 0 2007,-101-1-2570,1 2 0,0 0-1,0 1 1,-1 2 0,1 1-1,33 10 1,-16-1 12,71 13 1,-68-18-155,58 19 1,-95-24-82,0 1 1,-1 0-1,1 0 1,-1 0 0,0 1-1,0 0 1,-1 1-1,0 0 1,0 0-1,-1 1 1,1-1 0,-2 1-1,11 18 1,-8-11 41,-1 1 0,0 0 0,0 0 0,-2 1 0,0 0 1,-1 0-1,2 18 0,2 122 670,-5-116-607,-4 62 0,0-36-36,1-41-74,0 3 103,-3 30-1,2-49-104,-1 0 1,0 0 0,-1-1 0,0 1 0,0-1 0,-9 18-1,9-22-29,-6 12-20,0-1 0,-1 0-1,0-1 1,-2 0 0,-23 24 0,-10 6 116,28-26-76,-29 23 1,17-19-34,-1 0 1,-1-2 0,-54 27-1,69-39-2,0 1 0,0 0 1,1 1-1,-24 22 0,26-21 9,-1 0 1,0-1-1,-1-1 1,-27 15-1,28-18 6,1 0 0,-15 12 0,18-12-20,0 0 1,-1-1-1,0 0 0,-17 7 1,18-10-13,2 0-17,0 0 0,-1-1-1,1 1 1,-1-2 0,1 0 0,-11 1 0,-44-2-468,57 0-226,3 0 196,1 0 1,-1 0-1,0 0 1,1 0 0,-1-1-1,0 1 1,0-1-1,1 0 1,-1 1 0,-3-3-1,-21-14-5177</inkml:trace>
</inkml:ink>
</file>

<file path=ppt/ink/ink10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3:57:51.1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4328 3217,'0'0'4208,"0"-3"-3893,0-13 3820,0 16-4110,0 0 1,0 0 0,0 0 0,0-1-1,0 1 1,0 0 0,-1 0-1,1-1 1,0 1 0,0 0 0,0 0-1,0-1 1,1 1 0,-1 0-1,0 0 1,0 0 0,0-1 0,0 1-1,0 0 1,0 0 0,0 0-1,0-1 1,0 1 0,0 0 0,1 0-1,-1 0 1,0-1 0,0 1-1,0 0 1,0 0 0,1 0-1,-1-1 1,10 0 144,-1 0-1,1 0 1,-1 1-1,18 2 1,3-1 71,277-5-39,-295 3-203,0 0 0,23-6 0,-10 2-4,158-37 69,15 1-122,-152 27 87,-37 11-26,0 0-1,0 0 1,0 1 0,0 0-1,18-1 1,137-1 77,-121 2-60,0-2 0,60-14-1,-60 9-23,1 2-1,63-2 0,-76 8 24,55-11-1,-55 7-24,58-3 0,320 4 46,-295-5-42,4-1-31,1066 10-47,-846-13 32,-191 4 41,-61 6 35,-19 0-23,-27 3-1,73-12 0,-31-1-41,122-4 0,85 15-76,-152 3 92,-53 7 34,0-1 4,54 2-15,-114-7-2,2-1 0,-17-1 2,0 1 1,0 0-1,-1 0 0,1 1 0,12 3 1,-11-2 1,1-1 0,-1 0 0,1 0-1,-1-1 1,1-1 0,0 0 0,11-1 0,8 0 15,-30 1 25,1-1 0,-1 0 0,1 1 0,-1-1 0,0 1 0,1-1 0,-1 0 0,0 1 0,1-1 0,-1 0 0,0 0 0,0 1 0,0-1 0,0 0 0,0 0 0,0 1 0,0-1 0,0 0 0,0 0 0,0 0 0,0-31-128,0 18 205,-3-30-40,-1 1 1,-20-81-1,-4-31-32,-10-85 131,22 162-142,3-1 0,-3-113 0,16-235 834,2 394-866,2-1 0,1 1 0,15-54 0,-9 43 11,5-48 1,-11 49-21,28-394 70,-33-1280-398,0 1713 320,1 0 0,0 0 1,0 0-1,0 0 0,0 1 0,1-1 0,-1 0 1,1 0-1,0 1 0,2-4 0,0 0 34,-3 6-7,1-1 0,-1 1-1,1-1 1,-1 1 0,1-1-1,-1 1 1,1 0 0,0 0 0,-1 0-1,1 0 1,0 0 0,0 0 0,0 0-1,0 1 1,0-1 0,0 0 0,0 1-1,0 0 1,3-1 0,16-6 3,-1 7 29,-19 0-16,7 0-75,-8 0 96,4 0-76</inkml:trace>
</inkml:ink>
</file>

<file path=ppt/ink/ink10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3:57:52.1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53 37 3201,'0'0'2284,"-4"0"-2257,-25 0 194,29 0-167,-1 0 0,0 0-1,1 0 1,-1 0 0,1 0 0,-1 0-1,1-1 1,-1 1 0,1 0 0,-1-1-1,1 1 1,-1 0 0,1 0 0,0-1-1,-1 1 1,1-1 0,-1 1 0,1-1-1,0 1 1,-1 0 0,1-1-1,0 1 1,0-1 0,-1 1 0,1-1-1,0 1 1,0-1 0,0 0 0,-1 1-1,1-1 1,0 1 0,0-1 0,0 1-1,0-1 1,0 1 0,0-1-1,0 0 1,1 1 0,-1-1 0,0 0-11,0 0 0,0 0 0,0 0 1,0 0-1,0 0 0,0 0 0,-1 0 1,1 0-1,0 0 0,-1 0 0,1 0 1,0 0-1,-1 0 0,1 0 0,-2-1 1,1 2 30,-2-3 33</inkml:trace>
</inkml:ink>
</file>

<file path=ppt/ink/ink10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3:57:54.4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1 241 2849,'0'0'6438,"21"0"-4888,1343 0 1430,-1223-12-2971,3 1-5,515 11 28,-573-4-17,110-19-1,22-2 3,-168 22-9,58-12 0,89-13 40,-36 6-14,-53 8 147,-69 10-156,84 0 76,4 0-7,34-11-76,-53 9 1,-73 6 133,38-6 0,-1-4 510,-59 9 13,-13 0-877,0 0 0,0 0 0,-1 0 1,1-1-1,0 1 0,-1 0 0,1 0 1,-1 0-1,1-1 0,-1 1 0,1 0 1,-1 0-1,0 0 0,1 0 0,-2-1 1,-23-12-3420</inkml:trace>
</inkml:ink>
</file>

<file path=ppt/ink/ink10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3:57:55.8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 0 1617,'-7'0'12211,"680"0"-10979,-672 0-722,6 0-348</inkml:trace>
</inkml:ink>
</file>

<file path=ppt/ink/ink10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3:57:58.6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71 1 1889,'0'0'3916,"0"7"-1027,0 32-2579,12 211 1433,-8-187-1648,-2-35-63,3 57 68,22 110 0,-20-148-66,-3 1 1,-1-1-1,-4 51 0,4 63 29,6 68-185,-10-214 128,0-1 1,-1 0 0,-6 21-1,4-20 1,1-1 0,1 0-1,-2 23 1,3 14-46,-14 100 1,12-128 61,1 0 0,2 28-1,0-25-82,0-25-39,7-1 430,-1-1-277,1 1 0,-1-1 0,0-1 0,1 1 0,-1-1 0,0 0 0,8-4 0,13-5-22,-14 8 17,1 0 0,-1 1-1,0 1 1,1 0 0,18 1 0,-15 0 87,1-1 0,28-4 1,2-3 286,0 3 0,84 0 1,-111 4-179,0 0 0,0-2 0,37-9 0,59-25-13,-9 2 260,-91 30-400,-1 0 0,0-1-1,0 0 1,0-2-1,-1 1 1,0-2 0,-1 0-1,0-1 1,0 0-1,-1-1 1,13-14 0,-9 8-111,-1-1 1,-1-1 0,-1 0 0,-1 0-1,0-2 1,-1 0 0,-2 0-1,0-1 1,-1 0 0,-1-1 0,-1 1-1,7-48 1,7-552-61,-21 544 3,-1 64 102,-1 1 0,-1 0 0,0 0 0,0 0 0,-1 0-1,-1 1 1,0 0 0,-1 0 0,-12-19 0,1 0-138,7 13 109,-1-1 1,-1 2-1,0-1 0,-2 2 1,0 0-1,-1 0 0,-17-14 1,22 24 10,-1 0 1,1 1 0,-1 0-1,0 1 1,0 0 0,0 1-1,-1 0 1,-14-2 0,-25-7-2,28 7-7,0 1 0,-1 1-1,0 1 1,1 1 0,-26 2 0,16 0 6,-59-6 0,23-2-57,-96 2 0,149 5 46,-78-1-47,-108 3-264,189 0 299,0 1 1,1 0-1,-1 1 0,-20 8 0,-9 4 21,39-15-1,3 25-5377,0-19 866</inkml:trace>
</inkml:ink>
</file>

<file path=ppt/ink/ink10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3:58:06.0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 1 1072,'0'0'3634,"-5"4"-4063</inkml:trace>
</inkml:ink>
</file>

<file path=ppt/ink/ink10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3:58:07.8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17 199 1505,'0'0'3166,"0"-2"-2840,5-14 170,-1-1-1,-1 1 1,-1-1 0,0-19-1,1 12-631,-1-13 2943,-19 34-2033,16 3-759,0 0 0,0 1-1,0-1 1,0 1 0,0-1 0,0 1 0,1 0 0,-1-1 0,0 1 0,0 0 0,1-1 0,-1 1 0,0 0 0,1 0 0,-1 0 0,1 0 0,-1-1 0,1 1 0,-1 0 0,1 0-1,0 0 1,-1 0 0,1 0 0,0 0 0,0 0 0,0 0 0,0 0 0,0 0 0,0 0 0,0 2 0,-1 42 458,1-34-270,-1 5 50,1-10-152,0-1 1,0 1-1,0-1 1,0 1-1,2 5 1,-2-10-94,1-1 1,0 1 0,-1 0 0,1-1 0,0 1 0,0-1-1,-1 0 1,1 1 0,0-1 0,0 0 0,0 1 0,-1-1-1,1 0 1,0 0 0,0 0 0,0 0 0,0 1 0,0-1-1,-1 0 1,1-1 0,0 1 0,0 0 0,0 0 0,1-1 0,1 1 50,1 1-36,0-1 0,0 0 0,0 0 0,1-1 0,-1 1 0,0-1 0,0 0 0,0 0 0,-1 0 0,1 0 0,0-1 0,0 1 0,-1-1 0,1 0 0,-1 0 0,1-1 0,-1 1 0,0-1 0,0 1 0,0-1 0,0 0 0,0 0 0,-1-1 0,1 1 0,-1 0 0,2-6 0,1 3-151,-1 0 0,1-1 0,-2 0 0,1 0 0,-1 0 0,0 0 0,0 0 0,-1-1 0,0 1 0,-1-1 0,1 0 0,-1 1 0,0-9 0,-5 15-70,-5 0 251,-1 1 0,1 1 0,0-1 0,-1 2-1,1-1 1,0 1 0,0 0 0,0 1 0,0 0 0,-12 6 0,11-3 7,8-4-70,-1-1 1,1 1-1,-1-1 0,0 1 1,1-1-1,-1 0 1,0 0-1,0-1 0,0 1 1,-5 0-1,7-5-1260,2-16-1824,6-8-716</inkml:trace>
</inkml:ink>
</file>

<file path=ppt/ink/ink1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3:58:16.7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 5176 544,'0'0'6521,"-8"-4"-777,7-24-5602,1 5-128,4-45 0,0 13-21,-4 42 15,1 0 0,3-23-1,21-88 15,-18 83-9,-4 22-13,7-30 0,10-45 31,-6 24-11,11-62 110,-12 67-108,7-90-1,-18-57-23,-3 112 4,1-1258-138,-3 1296 101,-15-87-1,1 24 51,8 49-4,3 30 16,0-47-1,2-263 3,4-304 41,13 516-63,-1-1-17,-8-38 26,-2 155-16,1 1 0,10-46-1,3-24 5,-10 56 3,0-23-1,3-44-6,-5 69 37,-4 39-19,0 1 0,0-1-1,0 1 1,0-1 0,0 1-1,1-1 1,-1 1 0,0-1-1,0 0 1,1 1 0,-1-1 0,0 1-1,0-1 1,1 0 0,-1 1-1,1-1 1,-1 0 0,0 1-1,1-1 1,-1 0 0,1 0-1,-1 1 1,0-1 0,1 0-1,-1 0 1,1 0 0,-1 1-1,1-1 1,6 5-3865</inkml:trace>
</inkml:ink>
</file>

<file path=ppt/ink/ink1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3:58:19.4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116 137 208,'0'0'4111,"-3"-3"-3785,1 0-196,0 1 0,-1 0-1,0 1 1,1-1 0,-1 0 0,0 1 0,0 0 0,1-1 0,-1 1 0,0 0 0,0 0-1,0 1 1,-1-1 0,1 1 0,0 0 0,0-1 0,0 1 0,-6 1 0,-33-3 738,31 2 1208,35 3-1035,76 19-918,63-16-33,-59-4-6,419 3 86,-300-7-130,93-6 46,110 8 293,-375-2-377,92-17 0,1-1 7,16 12 17,63-6 207,104-8-60,-112 10-77,504-29 275,-292 39-347,-224 4-16,3 13-31,-96-4 14,55 8 37,-79-8-5,89 0 1,-161-11-31,464 7 19,-357-4-7,-48-3-23,-1 4 1,73 12-1,-4 5 10,48 10 13,-157-25 5,0-2 1,0-1-1,56-3 0,-47 0 3,67 6 0,-45 2-5,90-1 0,-53-3 1982,-99-4-1784,-10 0-1257,-20 1-654,-8 6-2105</inkml:trace>
</inkml:ink>
</file>

<file path=ppt/ink/ink1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3:58:20.9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50 3618,'0'0'4383,"0"-3"-4042,0 3-286,0-1 0,0 1-1,0-1 1,0 0-1,0 1 1,0-1 0,0 1-1,0-1 1,1 1-1,-1-1 1,0 0 0,0 1-1,0-1 1,1 1-1,-1-1 1,0 1 0,0-1-1,1 1 1,-1-1-1,1 1 1,-1 0-1,0-1 1,1 1 0,-1-1-1,1 1 1,-1 0-1,1-1 1,0 1 0,22-2 1927,-16 2-1986,256-4 1007,-246 3-975,31-5 0,-30 3-25,31-2 0,656 5 154,-684-5-642,-16 1-1618,-15 2-1336,-6 2-1115</inkml:trace>
</inkml:ink>
</file>

<file path=ppt/ink/ink1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3:58:22.6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12 1217,'0'0'4556,"12"0"540,42 0-4872,54 0 11,-107 0-353,-1-11-7506</inkml:trace>
</inkml:ink>
</file>

<file path=ppt/ink/ink1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3:58:23.7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96 0 3057,'0'0'3864,"0"3"-3459,-1-1-278,0 1 0,0-1 0,1 1 0,-1-1 0,1 1 0,0-1 0,-1 1 0,1 0 0,0-1 0,1 1 0,-1-1 0,0 1 0,1-1 0,-1 1 0,1-1 0,0 1 0,0-1 0,0 1 0,0-1 0,0 0 0,1 0 0,-1 0 0,1 0 0,-1 0 0,1 0 0,0 0 0,3 3 0,8 5 159,3 2-107,0 0-1,-1 1 1,0 1 0,14 18 0,-18-18-74,0 1 0,-1 0 1,-1 1-1,0-1 0,10 30 1,12 50 66,-5 1 0,-4 1 0,-4 1 0,-4 0 0,1 180 0,-7 70-65,-6-144-90,-4-108 51,1-76-65,0 0-1,-2 0 1,-1 0-1,-8 29 1,-33 75-2,40-111-1,-141 314 315,125-281-239,-2-2 0,-58 83 1,4-15 171,76-107 857,2-15-1031,0 0 0,1 0 0,5-14 0,2-16-434,9-76-5315,-6 52-525</inkml:trace>
</inkml:ink>
</file>

<file path=ppt/ink/ink1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3:58:25.5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251 27 1953,'0'0'4578,"-5"-3"-4162,-18-18 5535,29 20-4943,8 0-1303,-14 1 498,77-1 428,90 3-499,-152 0-95,0 1 0,0 1 0,0 0-1,-1 1 1,0 0 0,0 2 0,24 13-1,-21-11 109,0 0-1,1-1 1,0-1-1,19 5 1,26 1 102,-39-10-208,0 2 0,-1 1 1,1 1-1,-1 0 0,42 22 1,-56-24-43,107 66 261,-100-59-122,1 1 1,-1 0-1,-1 1 0,21 26 0,33 42 276,-34-44-333,42 64 1,-67-87-34,-1 0 0,-1 1-1,-1 0 1,0 0-1,-1 1 1,-1 0 0,0 0-1,3 22 1,-3 25 139,-5 95-1,-1-71-145,1 350-26,-1-420 32,-1 0-1,0-1 0,-1 1 0,-10 31 0,-30 68-81,3-13 94,27-67-64,-1-1 1,-2 0 0,-1-2 0,-2 0-1,-41 56 1,49-76 27,-1 0 0,-1-1 0,0-1-1,-22 16 1,-63 36 29,2-2 31,3 8-51,-65 46 28,128-95-44,-1-2 0,-1-2 0,-48 20 0,62-32-22,0 0 1,0-1-1,0-1 0,-24 1 1,-76-4-30,52-2 32,-100 2-16,164 0 21,0 0 0,0-1 0,0 1 1,0-1-1,0 0 0,1 1 0,-1-1 1,0 0-1,0 0 0,0 0 0,1-1 1,-1 1-1,1 0 0,-1-1 0,1 1 1,-1-1-1,1 1 0,0-1 0,0 1 0,-1-1 1,1 0-1,0 0 0,1 0 0,-1 0 1,0 1-1,1-1 0,-1 0 0,1 0 1,-1 0-1,1 0 0,0-1 0,0-1 1,-4-20-2045,4-10-3895,0 9-1413</inkml:trace>
</inkml:ink>
</file>

<file path=ppt/ink/ink1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3:58:27.1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19 222 3121,'0'0'4402,"-19"0"1799,56 1-5308,-7 0-753,0-2 1,51-7 0,101-15-45,-144 18-100,-1 1 1,42 1-1,-42 2 12,-1-1 0,46-8 0,-40 3 19,1 3 0,68 1 0,-67 3-23,0-1 0,63-11 1,-69 5 1,1 1 0,63 0 0,-54 4 219,-26 1 106,0 1 1,40 4 0,-58-4-325,8 3 97,0-2 1,19 2-1,56 8 5,30-11 761,-117-1-854,1 1 0,-1-1 0,1 0 0,-1 1 0,1-1-1,-1 0 1,0 1 0,1-1 0,-1 0 0,0 0 0,0 1 0,1-1 0,-1 0 0,0 0 0,0 1 0,0-1 0,0 0 0,0 0 0,0 0 0,-1 0 0,1-26-113,0 20 120,1-11-114,0 11 45,-1 1 0,0-1 0,0 0-1,0 0 1,-3-11 0,2 17 40,0-1 0,0 1 0,0-1 0,0 1-1,-1 0 1,1 0 0,-1-1 0,1 1 0,-1 0 0,1 0 0,-1 0 0,0 1-1,1-1 1,-1 0 0,0 1 0,0-1 0,1 1 0,-1-1 0,0 1 0,0 0-1,0 0 1,0 0 0,1 0 0,-1 0 0,0 0 0,-2 1 0,3-1 6,0 1-1,0 0 1,0-1 0,0 1 0,1 0 0,-1-1-1,0 1 1,1 0 0,-1 0 0,1 0 0,-1 0 0,1 0-1,-1 0 1,1 0 0,-1 0 0,1 0 0,0 0 0,0 0-1,-1 0 1,1 0 0,0 0 0,0 2 0,0 30 24,0-25 1,0 91 722,0-98-725,0 0 0,0 1 1,1-1-1,-1 1 0,1-1 0,-1 0 0,1 0 0,-1 1 1,1-1-1,0 0 0,-1 0 0,1 1 0,0-1 1,0 0-1,0 0 0,0 0 0,0 0 0,0 0 0,0 0 1,0-1-1,1 1 0,-1 0 0,0-1 0,0 1 1,1 0-1,-1-1 0,0 0 0,1 1 0,-1-1 0,1 0 1,-1 1-1,2-1 0,-1 0-7,1 0 0,-1 0 0,0 1 0,0-2 1,0 1-1,0 0 0,0 0 0,1-1 0,-1 1 0,0-1 0,0 1 0,0-1 0,0 0 1,0 0-1,0 0 0,0 0 0,-1 0 0,1-1 0,0 1 0,-1 0 0,3-3 1,-1-1-62,-1 1 1,1-1-1,-1 0 1,0 1-1,-1-1 1,1 0-1,-1 0 1,0-1-1,0-8 1,-1-54-1423,0 36 632,0 32 831,0-1 0,-1 1 0,1 0 0,0-1 0,0 1 1,0-1-1,0 1 0,0-1 0,-1 1 0,1-1 0,0 1 0,0 0 0,-1-1 0,1 1 1,0-1-1,0 1 0,-1 0 0,1-1 0,-1 1 0,1 0 0,0 0 0,-1-1 0,1 1 1,-1 0-1,1 0 0,0-1 0,-1 1 0,1 0 0,-1 0 0,1 0 0,-1 0 0,1 0 1,-1 0-1,1 0 0,-1 0 0,1 0 0,-1 0 0,1 0 0,-1 0 0,1 0 1,-1 0-1,1 0 0,0 1 0,-1-1 0,1 0 0,-1 1 0,-27 10-301,22-9-207,-11 0-2435,-3-2-4346</inkml:trace>
</inkml:ink>
</file>

<file path=ppt/ink/ink1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3:58:37.0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 7812,'0'0'6101,"6"0"-5888,1-1-161,-1 0-1,1 0 1,0 1-1,0 0 0,-1 1 1,1 0-1,0 0 1,0 0-1,-1 0 0,1 1 1,-1 1-1,0-1 1,1 1-1,10 6 0,6 10 279,-1 1-1,-1 1 0,0 1 0,-2 1 0,33 50 0,-32-42-26,2-2 1,1-1-1,34 33 1,-51-56-268,0 0 0,0 0 0,1-1 1,0 0-1,0 0 0,0 0 1,1-1-1,-1 0 0,1-1 0,9 3 1,-2-3 33,0 0 1,1-1 0,-1 0-1,22-2 1,-26-1-77,0 0 0,-1 0 0,0-1 0,1 0 1,-1-1-1,0 0 0,-1-1 0,1 0 0,-1 0 0,0-1 0,0 0 0,-1-1 0,14-12 1,9-13-350,-1-2 0,26-38 0,-15 19-336,-22 29 483,-9 10 169,0 1 0,16-14-1,-14 18 340,-12 9-327,0 1 0,1-1-1,-1 0 1,0 1 0,0-1 0,1 0 0,-1 1-1,0-1 1,0 0 0,0 1 0,1-1 0,-1 0-1,0 1 1,0-1 0,0 1 0,0-1-1,0 0 1,0 1 0,0-1 0,0 1 0,0-1-1,0 0 1,0 1 0,0-1 0,0 1 0,0-1-1,0 0 1,0 1 0,-1-1 0,1 1 0,0-1-1,-1 3-280,0 0 0,0 0 0,0-1 0,0 1 0,0-1 0,-1 1 0,1-1 0,-1 1 0,1-1 0,-1 0 0,0 0 0,0 0 0,0 0 0,0 0 0,0 0 0,-1-1 0,-4 4 1,-25 17-6091</inkml:trace>
</inkml:ink>
</file>

<file path=ppt/ink/ink1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3:58:37.5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3458,'0'0'5591,"8"29"-4470,0-1-800,3 6 224,-3-1 1,-1 1-1,6 62 0,-4 213 3286,-6-144-2561,-2-140-1089,1 1 0,1 0-1,1-1 1,1 1-1,16 44 1,-28-82-8444,-2-9 3560</inkml:trace>
</inkml:ink>
</file>

<file path=ppt/ink/ink1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3:58:38.7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2 102 4178,'0'0'2737,"11"-13"-2606,40-38-16,-47 47-87,0 1 0,1 0 0,-1 0 0,1 0-1,0 0 1,0 1 0,0 0 0,0 0 0,0 0 0,0 1 0,1 0 0,-1 0 0,0 0 0,1 0 0,10 1 0,10-2 7,-5 0 12,40 0-1,-44 2 110,-16 1-120,0-1-1,-1 0 1,1 1 0,0-1 0,-1 1 0,1-1 0,0 0 0,-1 1 0,1 0 0,-1-1 0,1 1 0,-1-1 0,1 1 0,-1 0 0,0-1 0,1 1-1,-1 0 1,0-1 0,1 1 0,-1 0 0,0 0 0,0-1 0,0 1 0,0 0 0,0 0 0,0-1 0,0 1 0,0 0 0,0 0 0,0-1-1,0 1 1,0 0 0,0 0 0,-1 0 0,1 3 110,0 135 2148,0-133-2242,-1 0 0,0 0 0,0-1 0,0 1 0,-1 0 0,0-1 0,0 1 0,-4 7 0,-27 42 337,22-38-264,-5 8 124,-2 0 1,0-1-1,-2-1 0,-1-1 0,0-1 1,-34 25-1,52-44-234,-1 0 1,1 0 0,-1 0-1,1-1 1,-1 1-1,1-1 1,-1 0 0,0 0-1,0 0 1,1-1-1,-1 1 1,-5-1 0,9 0-21,-1 0 0,1 0 0,0 0 0,0 0 0,0 0 1,0 0-1,-1 0 0,1 0 0,0 0 0,0 0 0,0 0 1,0 0-1,-1 0 0,1 0 0,0 0 0,0 0 0,0 0 1,0 0-1,-1 0 0,1 0 0,0 0 0,0-1 0,0 1 0,0 0 1,-1 0-1,1 0 0,0 0 0,0 0 0,0 0 0,0-1 1,0 1-1,0 0 0,0 0 0,0 0 0,0 0 0,-1-1 1,1 1-1,0 0 0,0 0 0,0 0 0,0 0 0,0-1 1,0-1-65,-1 0 0,1 0 1,0 0-1,0 0 1,0 0-1,0 0 0,0 0 1,0 0-1,1 0 0,-1 0 1,1 0-1,-1 0 1,1 0-1,0 0 0,-1 0 1,1 0-1,0 1 1,0-1-1,1 0 0,1-2 1,0 1 42,0 1 1,0 0 0,0-1-1,0 1 1,1 1 0,-1-1 0,0 0-1,1 1 1,-1 0 0,8-2-1,6 0 191,0 1 0,1 1 0,35 2 0,-42 0 41,1 2 0,-1-1-1,0 1 1,1 1 0,-1 0-1,-1 1 1,1 0 0,-1 1-1,19 12 1,-17-9-17,1-2 0,0 1 0,0-2 0,1 0 0,-1 0 1,17 3-1,-14-6-79,0 0-1,29-1 1,-40-2-209,1 0 0,-1-1-1,0 1 1,0-1-1,7-3 1,-10 4-57,-1-1 0,1 1-1,-1-1 1,1 0 0,-1 0 0,1 0-1,-1 1 1,0-1 0,1-1 0,-1 1 0,0 0-1,0 0 1,0 0 0,0-1 0,0 1-1,0 0 1,1-2 0,-2 0-602,1 0 1,0 1-1,-1-1 0,1 0 0,-1 0 1,0 1-1,0-5 0</inkml:trace>
</inkml:ink>
</file>

<file path=ppt/ink/ink1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3:59:07.484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63 0 1425,'0'0'448,"-13"45"-464,9-37 64,-4-1-48,-1 1-16,-7-1-400,3 1-977</inkml:trace>
</inkml:ink>
</file>

<file path=ppt/ink/ink1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3:56:16.9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 61 3618,'0'0'5314,"-3"-5"-4828,-9-15 58,8 16 150,2 4 415,8 6-508,6-2-475,0-2 0,-1 0 0,20 1 0,10 1 122,163 23 61,-147-21-303,1-3-1,67-3 1,-41-2-4,1071 2-157,-1080-4 135,125-22 0,-113 13 4,171-4 0,-228 18 0,-20 0 25,-1-1-1,0 0 1,0 0 0,1-1 0,-1 0-1,0 0 1,12-5 0,-10 2 28,-1 1 0,1-1-1,0 2 1,0 0 0,19-2 0</inkml:trace>
</inkml:ink>
</file>

<file path=ppt/ink/ink1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3:56:17.8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 1 3858,'-2'0'6452,"5"0"-5520,2 0-837,-1 1-1,0 0 1,1 0-1,-1 0 1,0 0-1,0 1 1,1-1-1,-1 1 1,0 0-1,-1 1 1,1-1-1,0 1 1,-1-1-1,6 6 1,5 7 76,25 30 0,-27-30-66,8 9-52,-2 0 1,-1 1-1,-1 0 0,-1 1 0,-2 1 0,0 1 0,-2 0 0,-1 0 0,-1 1 0,8 44 1,0 133 109,-14-153-116,-1 154-113,-3-111 116,0-76-52,0 0 0,-2 0 0,0 0-1,-1 0 1,-1 0 0,-14 32 0,6-22-2,-1 0 1,-2-1-1,-26 36 1,17-30 49,-42 57-52,65-89-39,1-1-1,-1 0 1,0 0 0,0 0-1,-1 0 1,1 0 0,0 0-1,-1 0 1,1 0-1,-1-1 1,1 0 0,-1 1-1,-5 1 1,8-21-1991,1-14-914,2-8-1772</inkml:trace>
</inkml:ink>
</file>

<file path=ppt/ink/ink1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3:56:19.1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 8 2273,'0'0'4447,"-3"-1"-4036,0-1-144,-5-2-398,1 3 4360,7 14-3639,0-8-519,0 0 0,1 0 1,-1 0-1,1 0 0,0 0 1,1 0-1,-1 0 0,1 0 1,0 0-1,5 9 1,-1-6 28,0 1 0,1-1 0,0-1 0,13 12 0,-16-15-89,20 17 249,39 45 1,-57-58-208,0 0 1,0 1-1,-1 0 0,0 0 0,-1 0 1,0 0-1,0 1 0,-1 0 1,0 0-1,1 11 0,21 119 72,-11-71-14,-3 1-1,2 93 1,-13 167 46,-2-295-144,-1-1 1,-9 42-1,0-28-51,-2-2 0,-1 1 0,-39 75 0,49-108-11,5-11 35,-1-1-1,1 0 1,-1 0 0,0 1-1,0-1 1,0 0 0,0 0 0,0 0-1,0 0 1,-1 0 0,1 0-1,-4 3 1,5-5 54,0-1-136,0-78-1673,0-3-4290,0 34 932</inkml:trace>
</inkml:ink>
</file>

<file path=ppt/ink/ink1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3:56:20.7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27 1873,'0'0'4786,"0"-1"-4408,0 0-1,0 0 1,0-1-1,0 1 1,1 0 0,-1 0-1,0 0 1,1-1-1,-1 1 1,0 0 0,1 0-1,-1 0 1,1 0-1,1-1 1,7-1-227,0 1 1,0 1-1,0 0 0,0 0 1,0 1-1,0 0 0,15 2 1,9 0-40,-9-2-83,80 3 238,-90-1-163,0 0 1,0 1 0,-1 0-1,1 1 1,17 8-1,2 3 54,201 80 53,-85-35-155,-135-56-53,-1 1 0,0 1 1,0 0-1,0 1 1,-1 0-1,0 1 1,-1 1-1,1-1 1,18 21-1,71 81 937,-16-18-602,-66-69-287,-2 1 0,-1 1-1,0 0 1,-2 1 0,12 31-1,-22-42-11,-1 0-1,0-1 1,-1 1-1,-1 0 0,0 0 1,-1 0-1,-3 19 1,2 8 21,1-33-62,0 0 0,0 0 0,-1-1 0,0 1 0,-1-1 0,0 1 0,0-1 0,-1 1 0,0-1-1,0 0 1,-1 0 0,0 0 0,-5 7 0,-9 13 29,10-13-17,-1-1 0,-1 0 0,0-1 0,-19 20 0,-12 8-34,29-30 50,-24 26 0,-4 5 0,15-18-49,-1-2 1,-1 0 0,-2-2-1,-47 26 1,4-5 24,54-29 10,0-1-1,-1-1 0,-1 0 0,-36 11 0,32-16-13,0-2 0,-1 0 0,-35-1 0,39-3 4,0 2-1,0 0 0,-1 2 1,1 0-1,-24 8 0,24-5-60,0-1-1,0-1 1,-1-1-1,1-1 1,-35 0-1,54-2 52,1-1 0,-1 1 0,1 0-1,-1 0 1,1-1 0,-1 1 0,1-1 0,-1 1 0,1-1 0,0 0-1,-1 0 1,1 1 0,0-1 0,0 0 0,-1 0 0,1 0 0,0 0-1,-1-2 1,-17-27-201,17 25 83,-1 1-1,1-1 1,-1 1-1,0 0 0,-4-5 1,7 9 10,0-1 1,0 1-1,0-1 1,0 0-1,0 1 1,0-1-1,0 1 1,1-1-1,-1 1 1,0-1-1,0 1 1,1-1-1,-1 1 1,0-1-1,0 1 1,1-1-1,-1 1 1,1 0-1,-1-1 1,0 1-1,1 0 1,-1-1-1,1 1 1,-1 0-1,1-1 1,-1 1-1,1 0 1,-1 0-1,1 0 1,1-1-1,-1 1 92,28-17-4025</inkml:trace>
</inkml:ink>
</file>

<file path=ppt/ink/ink1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3:58:39.6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57 5539,'0'0'7443,"1"-4"-6859,6-11 115,-6 16-635,0 1 0,0-1-1,0 1 1,0-1-1,-1 1 1,1-1 0,0 1-1,-1-1 1,0 1-1,1 0 1,-1-1 0,0 4-1,7 27 508,2 0 1,0 0-1,2-1 0,18 34 0,-23-55-463,0 0-1,0 0 0,1 0 0,1-1 0,0 0 0,13 12 1,-15-16-65,0 0 1,0-1 0,0 0 0,1 0 0,0-1 0,0 1 0,0-2-1,0 1 1,0-1 0,0 0 0,11 1 0,-5-1-17,0 0 1,0-1-1,0-1 1,1 0-1,-1 0 0,0-2 1,0 0-1,0 0 1,0-1-1,0-1 1,-1 0-1,1 0 1,13-9-1,-6 0-230,0 0 0,-1-2 1,0-1-1,32-35 0,57-83-1470,-47 53 1207,-43 61 388,-17 20 6,-1 2 27,0 75-3143,0-75 2847,0 0 1,0-1 0,0 1 0,-1 0-1,1-1 1,0 1 0,-1 0-1,1-1 1,-1 1 0,-1 2 0,-18 16-5292</inkml:trace>
</inkml:ink>
</file>

<file path=ppt/ink/ink1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3:58:40.0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4066,'0'0'8420,"0"285"-6563,0-169-289,0 1-527,0-9-449,0-21-288,0-24-256,4-18-48,9-22-48,-1-8 0,-3-15-480,-5 0-1889,0 0-1089,-4-23-4658</inkml:trace>
</inkml:ink>
</file>

<file path=ppt/ink/ink1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3:58:40.4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 1 8740,'0'0'5346,"13"217"-3921,-13-112-208,0 4-417,0-4-368,0-7-336,0-16-96,-4-14-128,-5-16-720,1-14-2754,-9-12-5138</inkml:trace>
</inkml:ink>
</file>

<file path=ppt/ink/ink1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3:59:18.9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171 181 1169,'0'0'4212,"3"0"-3710,-2 0-485,18-1 680,-19 1-650,1 0-1,0 0 0,-1 0 1,1 0-1,-1 0 0,1 0 0,0 0 1,-1-1-1,1 1 0,-1 0 1,1 0-1,0-1 0,-1 1 0,1 0 1,-1-1-1,1 1 0,-1 0 1,1-1-1,-1 1 0,0-1 0,1 1 1,-1-1-1,1 1 0,-1-1 0,1-2 3178,33 3-2981,111 0 1031,-80 0-3426,-126 1 371,-76-3-1061,129 1 2886,1-1-1,0 0 1,0 0-1,-11-5 1,10 3-24,0 1 0,0 0 0,0 1-1,-9-2 1,-17-2 129,24 3-24,0 1 0,-1 1 0,-10-1 0,-51 2 1507,81 0-1271,124 7 66,342-7-363,-444-1-49,38-7 0,-39 3-5,40 0 0,72-3 9,-66 2 442,200-20-298,-103 2-160,-101 11 33,-50 7-23,0 2 0,25-2 0,253 4 264,-154 4-157,-106 0-33,44 7-1,12 2 32,139 4 560,77-9-521,-180-8-144,177-12 179,-231 8-192,91 6 0,-72 1 0,-4-1-1,95-1-15,189 25 1,-319-14 8,-37-6 9,0 0-1,34 0 1,59 6-15,1-1-4,256-9 33,-365 0-7,-1 0-1,0 0 0,0-1 0,0 1 0,1-1 1,-1-1-1,0 1 0,0-1 0,0 0 0,-1 0 1,1 0-1,4-3 0,-8 4 152,-1-29 790,1 21-913,-1 5-54,0 1-1,0-1 1,0 1 0,0 0-1,-1-1 1,1 1 0,-2-4-1,2 6 12,-1 0 0,1 0 0,-1 0 0,1 0 0,-1 0 0,0 0 0,1 0 0,-1 1 0,0-1 0,0 0 0,0 0-1,1 1 1,-1-1 0,0 0 0,0 1 0,0-1 0,0 1 0,0-1 0,0 1 0,0 0 0,-1-1 0,1 1 0,0 0 0,0 0 0,0 0 0,0 0 0,0 0-1,-2 0 1,3 20 287,0 3-65,-1-15 56,1 1 0,0 0 1,0-1-1,1 1 0,4 15 1,-4-21-215,0 0 1,1 0 0,-1 0 0,1-1 0,-1 1 0,1 0 0,0-1 0,0 1 0,0-1-1,1 0 1,-1 0 0,1 0 0,-1 0 0,1 0 0,-1 0 0,1-1 0,0 1 0,0-1 0,0 0-1,3 1 1,-1 0-54,0 0 0,0-1-1,0 0 1,0 0 0,1-1-1,-1 1 1,0-1-1,0 0 1,1 0 0,-1-1-1,7-1 1,-9 2-87,-1-1 1,0 0-1,0 0 0,0 1 1,1-1-1,-1-1 0,0 1 1,0 0-1,-1 0 0,1-1 1,0 1-1,0-1 0,-1 0 1,1 1-1,-1-1 0,1 0 1,-1 0-1,0 0 0,1 0 1,-1 0-1,0 0 0,-1 0 1,1-1-1,0 1 0,0-4 1,1-43-1675,-2 30 1396,-1 19 436,1-1 1,-1 1-1,1 0 1,-1-1-1,1 1 1,-1-1-1,1 1 1,-1 0-1,0-1 0,1 1 1,-1 0-1,0 0 1,1 0-1,-1 0 1,1-1-1,-1 1 1,0 0-1,1 0 0,-1 0 1,0 0-1,1 0 1,-2 1-1,-23-1 488,18 0-378,-26 1-546,17 2-1655</inkml:trace>
</inkml:ink>
</file>

<file path=ppt/ink/ink1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3:59:32.006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9 462 1056,'0'0'2975,"-2"-22"-2839,0-6-31,-3-95 721,6 118-679,-1 0 0,1-1-1,0 1 1,0 0-1,4-10 1,2-11 502,-5 7-330,0 1 0,-2-1 0,-1-21 0,-1-2-296,2-3-136,0 6 4532,-1 128-3959,3 118 267,4-144-599,17 76 0,-7-52-103,52 226 35,-7-44-8,-40-129-64,3 176 0,-19-210-214,28 172 1,-19-197 237,5 128 1,-15 87-96,-2-46 77,23 172 62,-23-315-50,20 365 9,-14-122-18,1 17 3,5-208 18,34 320-4,-18-88 42,-10-94-61,21 240-57,-3-20 180,-3-209-30,18 326-37,-53-585-36,21 468 741,8-30-276,-15-272-53,-3-66-134,14 206 185,20-14-284,1 1 108,-21 401-302,-23-729-554,1-39-34,-4-326-4843,-3 225 1181</inkml:trace>
</inkml:ink>
</file>

<file path=ppt/ink/ink1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3:59:35.378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0 545 3618,'0'0'2774,"1"-13"-2475,7-105 1571,-8 76 1118,454 39-2299,-355-3-813,-1-3 0,109-25 0,-128 20-177,122-27-603,35-6 784,-108 26 146,369-44 33,-382 59-40,191-6 80,78 2 10,-109 9-259,-172 4-27,187-18 0,301-49-349,9 51 639,-73 5-530,-119 2 352,-248 7 93,-113-1-39,377 8-176,-344 0-88,99 23 0,7 1-47,-118-24 551,122 32 1,-147-29-217,0-2-1,0-1 1,1-3 0,84 0 0,-121-5-15,244-7 719,36-7-629,-37 2-104,201 10 226,-234 3-137,1218-1 580,-1307 8-612,-3-1 28,723-7 243,-759-3-291,96-18 0,58-3 46,282 20-432,-416 4 301,139-9 157,5-1-253,392-8-1105,-247 3 885,-125 7-221,985-11-583,-1120 19 1191,394-7 420,-494 7-421,290 11 220,119 20 817,-307-18-1011,-64-4 43,-26-2 85,0 1 0,-1 3 0,0 2 0,69 29 0,-106-38 180,0 0 1,1-1-1,-1-1 0,1 0 0,16 1 1,67-4-37,-40 0-241,-25 1-27,39-1 971,105 14-1,-89-2-967,-33-5 414,101 25 0,-148-29-84,14 8 2605,-47-5-5038,-48 14 1,57-14 632,-32 10-4705</inkml:trace>
</inkml:ink>
</file>

<file path=ppt/ink/ink1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3:59:47.028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532 0 2625,'0'0'6216,"0"9"-5445,-1 93 615,10 222 649,0-2-1657,-5-56-231,16 103-69,-16-114-60,2 123-28,-2-277 31,29 177 0,-23-228-19,6 30 8,-2 0 0,4 127 0,-17-132 14,0 4 77,-15 140 1,-2-88-69,2 219 1,10-267-3,-30 160 0,17-145-11,-48 236 231,23-134-141,0-33-105,-3 21 0,-42 468 33,78-474-77,4-45 14,-45 448-71,38-423 8,-9 226-235,13-148 454,-1 1-892,10-159 524,0 9 353,-15 137 0,-29 127-230,37-298 134,-7 93 100,-4 30 54,-7 107-159,14-148 269,-35 203 297,39-295-643,1 0 0,3 66-1,2-112 63,-1 65 8,-1-29 12,2 0 0,2 0 0,7 48 1,4-12-142,-5 0 1,1 134 0,-1-5 238,4 154-916,-12 180 848</inkml:trace>
  <inkml:trace contextRef="#ctx0" brushRef="#br0" timeOffset="1">39 12303 5050,'-3'0'-952</inkml:trace>
</inkml:ink>
</file>

<file path=ppt/ink/ink1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3:59:47.026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47 366 4338,'0'0'3265,"-8"0"-2392,-23 0 61,24 0 680,7 5-769,0 3-568,2 21 130,-2-28-404,1 0 0,-1 0 0,1 0 0,-1 0 0,1 1 0,0-1 0,-1 0 0,1 0 0,0 0 0,0 0 0,0-1 0,0 1 0,0 0 0,0 0 0,0 0 0,0-1 0,0 1 0,0 0 0,0-1 0,0 1 0,0-1 0,2 1 0,17 2 117,0 0 0,0-1 0,39-1 0,-47-1-19,45 1 417,-23 0-395,0-1 1,59-8 0,9-13-90,77-11-98,152 10-159,-140 14 225,296-6 11,-302 11-50,-91-1-98,150-27 0,89-40-301,-164 32 254,-33 14-4,1 6 0,219-4 0,-228 22 181,144-5-119,-189 0 92,107-20 1,-127 13 8,175-32-9,-168 36 61,102-2 0,-137 11-29,-2-1 1,-1 1 1,1 2-1,-1 1 0,0 1 0,43 12 1,121 40 251,-154-46-139,0-3 0,79 4 0,203-11 340,67 2-121,-175 16 3,52 0 27,916-21 525,-932-18-568,-23 1-365,196 19 25,-3 1 21,-199-16-104,1-1-55,152 15-282,130-4 290,114 1-277,-369 6-10,2-8 332,2-1 20,833 8 501,-977 6-700,209 37-1,-10 1 294,-118-31 143,180 19 67,273 25 667,-538-46-653,130 31 0,-135-22-235,152 12-1,-6-28 153,-25-1-244,270 0 270,-259-5-349,384 2 2494,-617 0-2282</inkml:trace>
</inkml:ink>
</file>

<file path=ppt/ink/ink1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3:59:57.6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83 5731,'0'0'4540,"7"-12"-3769,31-54 1132,-28 61 2116,14 6-3986,-14-1 346,-4 0-308,-1 1 0,1 0 0,-1 0 0,1 1 0,0 0-1,-1 0 1,0 0 0,0 0 0,1 1 0,-1 0 0,6 4 0,9 8 206,24 23-1,-22-19-127,10 10-89,-4-4 41,0-2 0,62 40 0,-80-58-90,0 1 0,1-2 0,-1 1 1,1-2-1,0 1 0,0-1 0,0-1 0,0 0 0,0-1 1,1 0-1,-1 0 0,1-1 0,-1-1 0,13-2 1,-18 2-19,0-1 1,0 0 0,0 0 0,0-1 0,-1 1 0,1-1 0,-1 0-1,0-1 1,7-5 0,5-5-105,19-23 0,-21 21-3,-8 9 23,72-69-891,-70 69 933,1 0 0,0 0 0,0 1 0,1 0 0,-1 0 0,24-7-1,-30 12 61,-3 1-78,-10 4-1045,-58 44-4136,26-25-699</inkml:trace>
</inkml:ink>
</file>

<file path=ppt/ink/ink1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3:59:58.0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6243,'0'0'4002,"6"37"-3138,2 12-501,19 176 1520,-21-62 95,5 69 229,-7-190-1840,3 0 0,1-1 0,19 60 1,-25-96-400,9 22 185,-11-27-175,1 1 0,-1 0 0,1 0 0,-1-1 0,1 1 0,-1-1 0,1 1 0,-1 0 0,1-1 0,-1 1 0,1-1 0,0 1 0,-1-1 0,1 0 0,0 1 0,-1-1 0,1 0 0,0 1 0,0-1 0,-1 0 0,1 0 0,0 0 0,0 0 0,0 1 0,-1-1 0,1 0 0,0 0 0,0-1 0,0 1 0,0 0 0,0 0-31,-1 0-1,1-1 0,-1 1 0,0 0 0,1 0 0,-1-1 0,0 1 0,1 0 1,-1-1-1,0 1 0,1 0 0,-1-1 0,0 1 0,1-1 0,-1 1 1,0 0-1,0-1 0,0 1 0,1-1 0,-1 1 0,0-1 0,0 1 0,0-1 1,0 1-1,0-1 0,4-38-2729,-3-9-2278</inkml:trace>
</inkml:ink>
</file>

<file path=ppt/ink/ink1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3:59:58.5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63 19 96,'0'0'10378,"-1"0"-10350,1-1 0,0 1 0,-1 0 0,1 0 0,-1 0-1,1-1 1,0 1 0,-1 0 0,1 0 0,-1 0 0,1 0 0,-1 0 0,1 0 0,-1 0-1,1 0 1,-1 0 0,1 0 0,0 0 0,-1 0 0,1 0 0,-1 0 0,1 0 0,-1 0-1,1 1 1,-1-1 0,1 0 0,0 0 0,-1 1 0,1-1 0,0 0 0,-1 0-1,1 1 1,0-1 0,-1 0 0,1 1 0,0-1 0,-1 0 0,1 1 0,0-1 0,0 1-1,-1 0 1,-3 7 203,0 0 0,1 0-1,0 1 1,0-1 0,1 1 0,0 0-1,0 0 1,0 12 0,-2 76 2102,4 9-110,0-102-2148,0 0 0,0 0 1,0-1-1,0 1 0,1 0 1,0 0-1,-1-1 0,1 1 1,1-1-1,-1 1 1,2 3-1,-1-5-54,-1 0 1,1-1-1,-1 0 1,1 1-1,0-1 1,0 0-1,-1 0 1,1 0-1,0 0 1,0 0-1,0 0 1,0 0-1,0-1 1,0 1-1,1-1 1,-1 1-1,0-1 1,0 0-1,0 0 0,2 0 1,2 1-16,0-1 0,0 0 0,1-1 0,-1 1 0,-1-1 0,1 0 0,0 0 0,0-1 0,10-4 0,-11 4-60,-1-1 1,0 0-1,0 0 0,-1 0 0,1 0 0,0-1 0,-1 1 0,0-1 0,0 0 0,0 0 0,0 0 1,2-6-1,1-2-341,0 0 0,-1-1 0,0 0 0,-1 0 1,-1-1-1,4-22 0,-5 6-1166,-1-60 0,-1 87 1569,0-1 0,-1 1 0,1 0 0,-1-1 0,1 1-1,-1 0 1,0 0 0,0-1 0,-1 1 0,1 0 0,-1 0 0,1 0-1,-1 0 1,0 0 0,0 1 0,0-1 0,-1 1 0,1-1-1,0 1 1,-1 0 0,0 0 0,1 0 0,-1 0 0,0 0 0,-5-2-1,-1 1 386,-1 0 0,0 1 0,0 0 0,0 0 0,0 1 0,0 0 1,-14 1-1,21 0-321,1 0 0,-1 1 0,0-1 0,0 1 0,0-1 0,0 1 0,0 0 0,1 0 0,-1 1 0,0-1 0,1 0 0,-1 1 0,1-1 0,0 1 0,-1 0 0,1 0 0,0 0 0,-3 4 0,-22 16-926,22-21-1966</inkml:trace>
</inkml:ink>
</file>

<file path=ppt/ink/ink1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4:00:01.8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48 1 1169,'0'0'2755,"-10"1"2846,-1 3-3937,-5 14-1669,15-13-11,1-3 34,0-3 14,0 1 0,-1 0-1,1 0 1,0 0-1,-1 0 1,1 0-1,0 0 1,-1 0 0,1 0-1,-1-1 1,1 1-1,0 0 1,-1 0 0,1 1-1,0-1 1,-1 0-1,1 0 1,-1 0-1,1 0 1,0 0 0,-1 0-1,1 0 1,-1 1-1,0 1 1418,8-1-894,151 3-283,-50 7 91,361-11 122,-455 1-474,0 1 0,0 0-1,20 5 1,18 4 24,108 2-33,199-9 0,-192-6 170,495 2 833,-250-4-700,-411 4 242,-2 0-802,0 0 237,0-1 1,0 1-1,0 0 1,0-1-1,0 1 1,0-1-1,0 1 1,0-1-1,0 1 1,0-1-1,1 0 1,-1 1-1,0-1 1,0 0-1,1 0 1,-2-1-1,-14-21 52,7 8-33,6 12-7,0 1-1,0-1 1,0 0 0,-1 1-1,1 0 1,-1-1-1,1 1 1,-1 1 0,0-1-1,1 0 1,-1 1 0,0 0-1,0 0 1,0 0 0,0 0-1,0 1 1,-1 0 0,1 0-1,0 0 1,-5 0 0,8 1 10,-1-1 0,1 1 0,-1-1 0,1 1 0,-1-1 1,1 1-1,0 0 0,-1 0 0,1-1 0,0 1 0,0 0 1,0 0-1,-1 0 0,1 1 0,0-1 0,0 0 0,1 0 1,-1 1-1,0-1 0,0 0 0,1 1 0,-1-1 0,0 0 1,1 1-1,0-1 0,-1 1 0,1-1 0,0 1 0,0 1 1,-2 8 115,0 0 0,1 21 0,0-4 216,0-14 56,1 0-1,3 29 0,-3-42-354,1 1 1,-1-1-1,1 1 0,-1-1 0,1 1 1,0-1-1,0 1 0,0-1 0,-1 0 1,1 0-1,0 1 0,0-1 0,1 0 1,-1 0-1,0 0 0,0 0 0,1 0 1,-1 0-1,0 0 0,1-1 0,-1 1 1,1 0-1,-1-1 0,1 1 0,-1-1 1,3 1-1,4 0 53,0 0 0,0 0 1,0-1-1,9-1 0,-2 1-13,-12 0-108,0 0-1,0 0 1,0 0 0,1 0-1,-1-1 1,0 1 0,0-1-1,0 0 1,0 0-1,0 0 1,0 0 0,0-1-1,0 1 1,0-1 0,-1 1-1,1-1 1,0 0 0,-1 0-1,0-1 1,1 1-1,-1 0 1,0-1 0,0 1-1,0-1 1,-1 0 0,1 1-1,-1-1 1,3-5-1,-2-1-198,1 0-1,-1-1 1,0 1-1,-1 0 1,0-1-1,-1 1 0,-1-13 1,1 5 18,0 15 221,0-1 0,0 1 0,-1 0 0,1 0 0,-1-1 0,1 1 0,-1 0 0,0 0 0,0 0 0,0 0 0,0 0 0,0 0 0,0 0 0,0 0 0,-1 0 1,1 1-1,-1-1 0,1 1 0,-1-1 0,0 1 0,0-1 0,1 1 0,-1 0 0,0 0 0,0 0 0,0 0 0,-1 0 0,1 0 0,0 1 0,0-1 1,0 1-1,-4-1 0,-9-1 362,0 0 1,-1 2 0,-29 1-1,14 1-414,13-2-1105,6 0-2445,0 0-5377</inkml:trace>
</inkml:ink>
</file>

<file path=ppt/ink/ink1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3:19:42.06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252 49 1185,'0'0'8443,"0"-6"-7554,0-36 2208,-1 42-3076,0 0 0,0 0 0,0-1 0,0 1-1,-1 0 1,1 0 0,0 1 0,0-1 0,0 0 0,0 0 0,0 0-1,0 1 1,0-1 0,1 0 0,-3 2 0,-4 7 0,1 0 1,0 1 0,0 0 0,1 0 0,-8 20-1,10-23-13,-20 48 39,-111 234 224,128-278-263,3-6-4,0 0-1,0 0 0,0 0 1,1 0-1,0 1 0,0-1 1,0 1-1,1 0 1,0-1-1,-1 10 0,2-15-35,29-52-624,-15 27-2112,-1 0-1,11-29 1,-17 30 594</inkml:trace>
</inkml:ink>
</file>

<file path=ppt/ink/ink1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3:19:42.52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9 2353,'6'-8'9425,"-5"7"-9224,2 2-139,0-1 0,0 1 0,0 0 1,0 0-1,0 0 0,0 1 0,0-1 0,-1 0 1,1 1-1,0 0 0,-1 0 0,0 0 0,1 0 1,-1 0-1,0 0 0,0 1 0,0-1 0,0 1 1,2 4-1,10 10 126,4 4 168,-2 1 0,0 0 0,-2 1 0,24 48-1,29 106 1360,-36-91-1540,-31-86-244,0 1 0,1-1-1,-1 1 1,0-1 0,0 1 0,1-1 0,-1 1 0,0-1 0,0 1-1,0-1 1,0 1 0,0-1 0,0 1 0,1 0 0,-1-1-1,-1 1 1,1-1 0,0 1 0,0-1 0,0 1 0,0 0 0,0-1-1,0 1 1,-1-1 0,1 1 0,0-1 0,0 1 0,-1-1 0,1 1-1,0-1 1,-1 1 0,1-1 0,0 0 0,-1 1 0,1-1 0,-1 1-1,-21 0-5566,10-2 5011,-7 1-1510,2-3-692</inkml:trace>
</inkml:ink>
</file>

<file path=ppt/ink/ink1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3:19:42.95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64 7251,'0'0'4066,"207"-21"-2913,-127 6-849,-3 0-304,-7 6-192,-20 6-1761,-16 3-1681</inkml:trace>
</inkml:ink>
</file>

<file path=ppt/ink/ink1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3:19:44.17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69 1 3730,'4'1'8607,"-4"-1"-8538,5 38 633,-1 0 1,-2 0 0,-3 52-1,0-25-391,1-59-296,-1 21 79,2 1 0,1 0 0,1-1 1,8 38-1,-2-28 53,-7-25-89,1 1 0,0-1 0,8 18 0,-9-27-52,-1 0 1,1-1 0,-1 1-1,1-1 1,0 0 0,0 1 0,0-1-1,0 0 1,1 0 0,-1 0 0,1-1-1,-1 1 1,1 0 0,-1-1 0,1 0-1,0 0 1,0 0 0,5 2 0,3-1 41,0-1 1,-1 1-1,21-2 0,-29 0-49,0 0-2,0-1 0,1 1 1,-1-1-1,0 0 0,0 1 0,0-1 1,-1 0-1,1 0 0,0 0 1,0-1-1,0 1 0,-1 0 1,1-1-1,-1 1 0,1-1 1,-1 1-1,1-1 0,-1 0 0,0 0 1,0 1-1,0-1 0,0 0 1,0 0-1,0 0 0,-1 0 1,1 0-1,0-4 0,2-5-149,0-1-1,-1 0 1,1-19-1,-2 25 93,0-9-185,-1-1 0,0 0 1,-3-25-1,2 37 227,0 0 0,1 1 0,-1-1 0,-1 0 0,1 1 0,0-1 0,-1 1 0,0 0 0,0 0 0,0-1 0,0 1 0,0 0 0,-1 1 0,1-1 0,-1 0 0,0 1 0,0-1 0,0 1 0,0 0 0,-6-4 0,7 6 29,1-1 0,-1 0 0,1 1-1,-1-1 1,0 1 0,1 0-1,-1-1 1,1 1 0,-1 0-1,0 0 1,1 0 0,-1 0 0,0 0-1,1 0 1,-1 1 0,0-1-1,1 0 1,-1 1 0,1-1 0,-3 2-1,1 0 4,-1 1 0,1-1-1,0 1 1,0 0 0,0 0 0,-2 4-1,-8 7 69,12-14-68,1 0 0,0 0 0,0 0-1,0 0 1,-1 0 0,1-1 0,0 1-1,0 0 1,0 0 0,-1 0 0,1 0 0,0 0-1,0-1 1,0 1 0,0 0 0,0 0 0,-1 0-1,1-1 1,0 1 0,0 0 0,0 0-1,0 0 1,0-1 0,0 1 0,0 0 0,0 0-1,0 0 1,0-1 0,0 1 0,0 0 0,0 0-1,0-1 1,0 1 0,0 0 0,0 0-1,0 0 1,0-1 0,0 1 0,0 0 0,0-1-1,0-13-106,3-3-182,0-1-1,1 1 0,0 0 1,10-21-1,-8 23-66,-1-1 1,0 0-1,-1 0 0,-1 0 1,3-29-1,-6 43 321,0-1 64,0-1 1,0 1 0,0 0 0,-1 0 0,1 0-1,-1 0 1,-1-6 0,1 8-1,0 0 0,0-1 0,0 1 0,0 0 0,0 0 0,0 0 0,-1 0 0,1 0 0,0 0 0,-1 0 0,1 0 0,-1 1-1,1-1 1,-1 0 0,1 1 0,-3-1 0,-19-7 198,-1 0 0,1 2 0,-1 1 0,0 1 0,-44-1 0,59 5-211</inkml:trace>
</inkml:ink>
</file>

<file path=ppt/ink/ink1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3:19:45.22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254 31 3169,'0'0'5635,"0"-5"-5059,0-15-53,0 15 1123,-10 27 411,-106 234-1616,62-144-306,47-97-118,-55 133 121,58-132-146,14-31-347,75-126-5810,-64 95 1045</inkml:trace>
</inkml:ink>
</file>

<file path=ppt/ink/ink1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3:19:45.63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2 4578,'0'0'3226,"6"0"-2880,-1 0-388,-2-1 157,0 1 1,0 0-1,0 0 0,0 0 1,0 0-1,0 1 1,0-1-1,0 1 0,0 0 1,0 0-1,-1 0 1,1 0-1,0 0 1,0 0-1,-1 1 0,1 0 1,-1-1-1,1 1 1,-1 0-1,0 0 0,0 0 1,3 3-1,12 23 531,-2 0 0,0 1 0,-2 1 0,-1 0 0,10 40 0,25 160 1196,-44-212-1736,5 16-10,-6-25-97,0 1 0,0 0-1,1 16 1,-43-26-9531,13 0 4612</inkml:trace>
</inkml:ink>
</file>

<file path=ppt/ink/ink1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3:19:45.99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64 7764,'0'0'1120,"214"-24"-192,-154 9-928,-7 3-1472,-16 0-2402</inkml:trace>
</inkml:ink>
</file>

<file path=ppt/ink/ink1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3:19:46.51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 6211,'0'0'5122,"10"0"-4631,163 1 883,21 1-4383</inkml:trace>
</inkml:ink>
</file>

<file path=ppt/ink/ink1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3:19:46.94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0 4002,'0'0'3313,"0"7"-2656,0 370 6399,0-373-7050,2 29 112,-2-32-129,0 0 0,0 0 0,0 0 0,0 0 0,0 0 0,0 0 1,1-1-1,-1 1 0,0 0 0,1 0 0,-1 0 0,0-1 0,1 1 0,-1 0 1,1 0-1,-1-1 0,1 1 0,-1 0 0,1-1 0,-1 1 0,1-1 0,0 1 1,0-1-1,-1 1 0,1-1 0,0 1 0,0-1 0,-1 0 0,3 1 0,-3-23-8051,0-4 1955</inkml:trace>
</inkml:ink>
</file>

<file path=ppt/ink/ink1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3:19:47.95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16 3458,'0'0'4119,"10"-15"2281,-10 27-5762,0 16-171,2-1-1,1 1 1,8 34 0,-8-43-343,-1 1-1,-1 0 0,-1 25 1,0-22-55,4 45 1,-1-51-57,17 87 69,-17-91-63,1-1-1,1 1 0,0-1 0,0 0 1,14 21-1,-16-30-13,-1 0 1,1 0-1,0-1 0,0 1 0,0-1 1,0 1-1,0-1 0,0 0 1,1-1-1,-1 1 0,1-1 0,-1 1 1,1-1-1,5 1 0,-3-1-9,0 0 0,0 0 0,-1 0 0,1-1 0,0 0 0,0 0 0,0-1 0,11-2 0,-14 2-7,-1-1 0,1 0 0,-1 1 0,1-1 0,-1 0 0,0 0 0,0 0 0,0 0 0,0-1 0,0 1 0,0-1 0,-1 1 1,1-1-1,-1 1 0,1-1 0,-1 0 0,1-3 0,3-7-164,-1 0 1,4-18-1,-5 13 90,0-1 0,-1 0 1,-1 0-1,-1 0 0,-3-26 0,3 42 93,-1 1 0,-1-1 0,1 0 0,0 1 0,-1-1 0,1 1 0,-1 0 0,0-1 0,0 1 0,0 0 0,0 0 0,0 0 0,0 1 0,0-1 0,-4-2 0,-4-2 22,1 1 0,-18-8 0,17 10 7,0 1 0,0 0 0,0 1 0,1 0 0,-1 1-1,0 0 1,-11 1 0,-5 0 250,25-1-178,11-2 4,0-2-180,-1-1 1,0 0 0,0 0 0,-1-1 0,0 0 0,0 0 0,0-1 0,11-13 0,-7 6-842,0 0 0,-2-1 1,0 0-1,10-20 0,-18 31 515,0-1 0,0 1 0,0-1 0,-1 0 0,0 1 0,0-1 0,0 0 0,-1 0 0,0 0 0,0 0 0,-1-8 0,1 12 404,0 0 1,0 0-1,-1 0 1,1 0 0,-1 1-1,1-1 1,-1 0-1,1 0 1,-1 1 0,1-1-1,-1 0 1,0 1-1,1-1 1,-1 1 0,0-1-1,1 0 1,-1 1-1,0 0 1,0-1 0,0 1-1,1-1 1,-1 1 0,0 0-1,0 0 1,-2-1-1,-25-2 1203,24 3-928,-12-2 335,1 1 0,0 1 0,-1 0 0,1 1 0,0 1 0,0 0 0,-1 1 0,-23 9 0</inkml:trace>
</inkml:ink>
</file>

<file path=ppt/ink/ink1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3:19:35.31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282 130 5907,'0'0'1638,"0"22"-614,1 66 1169,3-176-1635,-3 66 111,3 12 2500,-4-20-3110,0 25 200,0 1-286,0 0 0,0 1-1,0-1 1,-1 0 0,1 1-1,-1-1 1,0 0 0,0 1 0,0-1-1,0 1 1,-3-5 0,2 6 18,0-1 0,0 1 0,0 0 0,0 1 0,-1-1 0,1 0 1,0 1-1,-1-1 0,1 1 0,-1 0 0,0 0 0,1 0 0,-1 0 1,0 0-1,-5 0 0,-15-4 32,0 2 1,0 0-1,-32 2 0,52 1-23,1 1 1,-1-1-1,0 1 0,1 0 0,-1 0 0,1 0 1,-1 0-1,1 0 0,0 1 0,0-1 0,-1 1 1,1 0-1,0-1 0,0 1 0,0 0 0,-2 3 1,-29 41 35,25-35-36,4-4-14,0 0 1,1-1-1,0 1 0,0 1 0,0-1 0,1 0 0,0 1 0,-2 13 1,2 4 14,2 35 0,0-32 47,0-24-52,1 0 0,-1-1 1,1 1-1,0 0 0,0-1 1,0 1-1,1-1 0,-1 1 1,1-1-1,0 1 0,0-1 1,0 0-1,0 0 0,1 0 1,-1 0-1,1-1 0,-1 1 1,1-1-1,0 1 1,5 2-1,7 4 70,-1-1 1,1 0 0,20 7-1,-23-10-2,5 0-41,0-1-1,1 0 1,-1-2-1,1 1 1,0-2-1,0-1 1,30-2-1,2 1 30,-48 1-55,1 0 1,0 1-1,-1-1 0,1 1 1,-1 0-1,1 0 0,-1 0 0,0 0 1,1 0-1,-1 0 0,0 1 1,0-1-1,1 1 0,-1-1 0,0 1 1,-1 0-1,1 0 0,0 0 1,-1 0-1,1 0 0,-1 0 0,1 1 1,-1-1-1,0 0 0,0 1 1,0-1-1,1 4 0,1 4 29,-1 0 0,1 0 0,-2 0 0,1 0 0,-1 17 0,-1-22 0,0 15 118,0 0-1,-5 25 1,4-38-105,-1 1 0,0-2 0,-1 1 0,1 0 1,-1 0-1,0-1 0,-1 1 0,0-1 0,-8 10 1,8-11-30,0 0 1,0 0 0,-1-1 0,0 0 0,0 1 0,0-2 0,-1 1 0,1 0 0,-1-1 0,0 0 0,0-1 0,0 1-1,-6 1 1,-4-1 10,0-1 0,0 0 0,-32-2 0,47 0-23,-6 1-46,-1-2-1,0 1 0,0-1 0,0 0 1,1-1-1,-1 1 0,-8-5 0,13 5-55,0 0-1,1 0 0,-1-1 0,1 0 0,0 1 0,-1-1 1,1 0-1,0 0 0,0 0 0,0 0 0,0 0 0,1-1 0,-1 1 1,1-1-1,-1 1 0,1-1 0,0 1 0,0-1 0,0 0 1,0 0-1,0 1 0,0-7 0,-2-3-2203,0-3-1966</inkml:trace>
</inkml:ink>
</file>

<file path=ppt/ink/ink1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3:19:36.13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99 0 2721,'0'0'6059,"-24"0"-3415,22 0-2512,0 0 1,0 0-1,0 0 1,1 1-1,-1-1 1,0 0-1,0 1 1,0-1-1,1 1 1,-1-1-1,0 1 1,1 0-1,-1 0 1,1 0-1,-1 0 1,1 0-1,-2 1 1,-1 2-18,1 0 0,1 1 1,-1-1-1,0 0 1,-2 7-1,4-8-71,-4 9 107,1 1 0,1 0 0,0 0 0,0 0 0,1 0-1,1 0 1,0 1 0,3 24 0,-2-13 231,0-22-347,0 0 0,1 1 1,0-1-1,-1 0 0,1 0 0,0 0 1,1 0-1,-1 0 0,0 0 0,1 0 1,0 0-1,-1-1 0,1 1 0,0 0 0,1-1 1,-1 0-1,0 1 0,1-1 0,-1 0 1,1 0-1,0-1 0,-1 1 0,1 0 1,0-1-1,4 2 0,1 0 20,1 1 0,0-2 0,0 1 0,1-1-1,-1 0 1,0-1 0,15 0 0,-12-1-13,-9 1-45,1-1 0,-1 0 1,1 0-1,-1 0 1,1 0-1,-1 0 0,1-1 1,-1 0-1,1 1 1,-1-2-1,0 1 0,1 0 1,-1 0-1,0-1 1,0 0-1,0 0 0,0 0 1,5-4-1,-1-1-174,-1 0 0,0-1 0,-1 0 0,0 0 0,0 0-1,-1-1 1,1 1 0,-2-1 0,5-15 0,-4 7-14,-1-1 0,0 0 0,-1 0 0,-1-22-1,-1 39 224,-1-1 0,1 1 0,0 0 0,-1-1 0,1 1 0,-1 0 0,0-1 0,1 1 0,-1 0 0,0 0 0,0 0 0,0 0 0,0 0 0,0 0 0,0 0 0,0 0 0,0 0 0,0 0 0,0 0 0,-1 1 0,1-1 0,0 0 0,0 1 0,-1-1 0,1 1 0,0 0 0,-1-1 0,1 1 0,-3 0 0,-5-2-17,1 1 0,-1 0 0,-11 0 0,8 2-64,5-1-60,0 0 0,0 0-1,0-1 1,-13-2 0,20 3-43,0-1 0,-4-4-2278,4 4 2279,0 1-1,0 0 0,0-1 0,0 1 0,0-1 0,0 1 0,0-1 1,0 1-1,0 0 0,0-1 0,0 0 0</inkml:trace>
</inkml:ink>
</file>

<file path=ppt/ink/ink1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3:19:36.98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5 3682,'0'0'9127,"11"0"-8135,345 0 1494,-316-5-2299</inkml:trace>
</inkml:ink>
</file>

<file path=ppt/ink/ink1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3:19:37.78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 22 2065,'-4'7'10916,"28"-8"-7034,-11 0-5479,96-10 1936,106-4 610,-214 15-815</inkml:trace>
</inkml:ink>
</file>

<file path=ppt/ink/ink1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3:20:02.72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40 1 4338,'0'0'3583,"-2"1"-3170,0 0-378,-2 0 115,0 0 0,0 1 0,0 0 0,1 0 1,-14 9 6048,425-11-4665,-408 0-1425,1 0-34,1 0-43,-2 0-51</inkml:trace>
</inkml:ink>
</file>

<file path=ppt/ink/ink1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3:20:03.64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55 3474,'6'-1'7523,"5"-1"-6197,18-38-459,-28 37-603,-1 3-126,2-8-84,-1 7-80,0 16 458,14 120 42,-4-23 84,1 12-191,-4-20-294,-4-83-57,-2-17-54,-2-14-148,-1-9-2025,-7-33-1,8 50 1940,-4-27-4010</inkml:trace>
</inkml:ink>
</file>

<file path=ppt/ink/ink1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3:20:04.54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79 800,'0'0'3770,"2"-6"-3618,1-2 68,0 0 0,-1 0 0,0 0 0,0 0 0,-1-1 0,0-14 0,0 120 5358,4 157-2929,-1-46-1408,-4-208-1201,0-18-2196,0-2 115,0-11-1768</inkml:trace>
</inkml:ink>
</file>

<file path=ppt/ink/ink1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3:20:05.48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73 944,'0'0'6593,"1"-6"-6081,-1 5-519,0-1 95,0 0 1,0-1-1,0 1 0,0-1 0,1 1 0,-1 0 0,1-1 1,-1 1-1,1 0 0,0 0 0,0-1 0,0 1 1,0 0-1,1 0 0,-1 0 0,0 0 0,1 0 0,-1 1 1,1-1-1,0 0 0,0 1 0,-1-1 0,1 1 1,0-1-1,0 1 0,1 0 0,-1 0 0,3-1 1,4-1 99,0 1 0,0 1 1,0-1-1,1 1 0,-1 1 1,0 0-1,1 0 0,-1 1 1,11 2-1,-16-2-118,0 1 1,-1 0-1,1 0 0,0 0 1,0 0-1,-1 0 0,0 1 1,1-1-1,-1 1 0,0 0 1,0 0-1,-1 1 0,5 4 0,-2-1 3,-1 0-1,0 0 0,0 1 0,0-1 0,5 16 0,-4-3 106,-1-7-12,0 1-1,-1-1 1,0 1-1,0 26 0,-2-27-65,-1-10-74,0 1 0,1-1 0,-1 1 0,0-1 0,-1 1 0,1 0-1,-1-1 1,1 1 0,-1-1 0,0 1 0,0-1 0,-1 0 0,1 1 0,-1-1-1,1 0 1,-1 0 0,-4 5 0,-5 3-61,-1 1 0,0-1 0,-1-1 0,0-1 0,0 1 0,-1-2 0,-1 0 0,-28 11 0,9-15-456,32-4 430,1 0-99,3-10-179,1 7 347,0-1 1,1 0-1,-1 1 0,1 0 1,-1 0-1,1 0 0,0 0 1,0 1-1,0 0 0,1 0 1,-1 0-1,1 0 0,-1 0 1,1 1-1,4-1 0,6-1-4,0 0-1,0 1 0,23 1 1,63 1 116,-98 1-103,1 0 1,-1 0-1,0 1 0,0-1 1,0 1-1,0-1 0,0 1 1,0 0-1,0 0 0,0 0 1,-1 1-1,1-1 0,-1 1 1,0-1-1,1 1 0,-1 0 1,0 0-1,-1 0 1,3 5-1,3 5 153,-1 0 0,-1 0 0,6 22 0,-6-11 192,-1 1 0,-2 0 0,0 50 1,-2-69-310,-1-1-9,1-1 1,-1 1-1,0-1 0,0 0 1,-1 1-1,1-1 0,-1 0 1,0 0-1,0 0 0,0 0 0,-1 0 1,1-1-1,-1 1 0,0-1 1,-4 4-1,-5 5 56,-1-1 0,-24 17 0,28-22-96,-1 0 1,0-1 0,0 0-1,0-1 1,0 0 0,-1 0 0,0-1-1,-14 2 1,16-4-358,1 0 0,-1 0-1,1-1 1,-1 0 0,0-1 0,1 0-1,-1 0 1,1-1 0,0 0-1,-1-1 1,-12-5 0,-34-26-5692</inkml:trace>
</inkml:ink>
</file>

<file path=ppt/ink/ink1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3:20:08.83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311 93 3970,'0'0'3818,"0"-7"-3448,0-50 3664,0 56-4028,-1 0 0,1 1 0,0-1 0,-1 0 0,1 0 0,-1 0-1,1 1 1,-1-1 0,1 0 0,-1 1 0,0-1 0,1 0 0,-1 1 0,0-1-1,0 1 1,1-1 0,-1 1 0,0-1 0,0 1 0,0 0 0,0-1 0,1 1-1,-3-1 1,-28-7 143,19 6-132,7 1-19,-1 0 0,1 0-1,-1 1 1,1 0 0,-1 0 0,0 0 0,1 1 0,0-1-1,-1 1 1,1 1 0,-1-1 0,1 1 0,0 0-1,0 0 1,0 1 0,0-1 0,0 1 0,-7 5-1,-1 3 2,-1 0 0,1 1 0,1 0-1,-18 22 1,23-25 58,0 1 0,1-1 0,0 1 0,0 0 0,1 0 0,1 1-1,0 0 1,0 0 0,1 0 0,0 0 0,1 0 0,0 0 0,1 1 0,0 20 0,2-30-42,-1-1 0,1 1-1,-1-1 1,1 1 0,-1-1 0,1 0 0,0 1 0,0-1 0,0 0 0,0 0 0,0 1-1,0-1 1,0 0 0,0 0 0,0 0 0,0 0 0,1 0 0,-1-1 0,0 1 0,1 0-1,-1-1 1,3 2 0,41 13 164,-32-11-65,105 24 199,-92-24-318,0 2-1,-1 0 1,0 1-1,-1 2 0,30 14 1,-50-21 5,0 1 1,0 1-1,0-1 0,0 0 1,0 1-1,-1 0 0,1 0 1,-1 0-1,0 0 1,-1 1-1,1-1 0,-1 1 1,1-1-1,-1 1 0,-1 0 1,2 5-1,-1-2 56,0 0 1,-1-1-1,0 1 0,0 0 0,-1 0 0,0 0 1,0 0-1,-1 0 0,-3 15 0,2-19-23,0 0 0,0 1-1,0-1 1,0 0 0,-1 0-1,0 0 1,1 0 0,-1-1 0,-1 1-1,1-1 1,-1 0 0,1 0 0,-1 0-1,0 0 1,-5 2 0,0 0 2,0 0 1,0-1 0,0 0 0,-1-1-1,1 0 1,-12 2 0,5-2-17,0-1 1,0-1-1,0 0 0,0-1 1,-26-4-1,35 3-142,0 0-1,0-1 1,-1 0 0,1 0-1,0-1 1,0 0 0,1 0-1,-1 0 1,1-1 0,0 0-1,-1 0 1,2-1-1,-1 0 1,-5-5 0,10 9-76,0 0 1,1 0 0,-1 0-1,0 0 1,1 0-1,-1-1 1,0 1 0,1 0-1,-1 0 1,1 0 0,0-1-1,-1 1 1,1 0 0,0 0-1,0-1 1,0 0-1</inkml:trace>
</inkml:ink>
</file>

<file path=ppt/ink/ink1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3:20:09.33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0 167 6995,'0'0'2423,"5"-16"-2429,13-51-421,-17 61 306,1 0 0,-1 0 0,0 0 0,-1 0 0,0 0 0,0-12-1,-1 2 90,1 16 57,0-1 1,0 1-1,0-1 1,0 1-1,0-1 1,0 1-1,0-1 1,0 0-1,0 1 0,0-1 1,-1 1-1,1-1 1,0 1-1,0-1 1,0 1-1,-1-1 0,1 1 1,0-1-1,-1 1 1,1 0-1,0-1 1,-1 1-1,1-1 1,-1 1-1,1 0 0,-1 0 1,1-1-1,0 1 1,-1 0-1,0-1 1,0 1 11,1 0 1,-1 1 0,1-1 0,-1 0 0,1 0 0,-1 1 0,1-1 0,-1 0 0,1 0 0,0 1-1,-1-1 1,1 0 0,0 1 0,-1-1 0,1 1 0,0-1 0,-1 1 0,1-1 0,0 0 0,0 1 0,-1-1-1,1 1 1,0-1 0,0 1 0,0-1 0,0 1 0,0-1 0,0 1 0,0-1 0,0 1 0,0-1-1,0 1 1,0-1 0,0 1 0,0 0 0,0 417 6117,0-414-6471,1-6-200,0-10-1021,1-21-2876,-2 3-736</inkml:trace>
</inkml:ink>
</file>

<file path=ppt/ink/ink1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3:20:09.85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24 1 1745,'0'0'8649,"-4"2"-8094,-16 11 2323,26-11-2442,6-1-538,241-1 134,-253 0-253</inkml:trace>
</inkml:ink>
</file>

<file path=ppt/ink/ink1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3:20:10.22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0 1 4930</inkml:trace>
</inkml:ink>
</file>

<file path=ppt/ink/ink1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3:20:17.35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58 75 416,'0'0'6107,"0"-2"-5491,0 0-471,0 1-120,0 1 1,0 0 0,0-1 0,0 1 0,1 0-1,-1-1 1,0 1 0,0 0 0,0-1-1,0 1 1,0 0 0,0-1 0,0 1-1,-1 0 1,1 0 0,0-1 0,0 1-1,0 0 1,0-1 0,0 1 0,0 0-1,-1 0 1,1-1 0,0 1 0,0 0-1,0 0 1,-1-1 0,1 1 0,0 0 0,0 0-1,-1-1 1,1 1 0,0 0 0,0 0-1,-1 0 1,1 0 0,0 0 0,-1-1-1,1 1 1,0 0 0,-1 0 0,1 0-1,-1 0 1,-12-12 1735,2 10-1663,10 2-94,0 0 0,0 0-1,0 0 1,0 0 0,0-1-1,0 1 1,0 0 0,0 0 0,0-1-1,0 1 1,0 0 0,0-1-1,1 1 1,-1-1 0,0 1 0,0-1-1,0 1 1,1-1 0,-1 0-1,0 1 1,0-1 0,1 0 0,-1 0-1,1 1 1,-2-2 0,0-3 1606,1 1-297,12 3-1184,262-2 1474,-273-17-722,0 19-863</inkml:trace>
</inkml:ink>
</file>

<file path=ppt/ink/ink1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3:20:18.67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476 13 4914,'0'0'6158,"0"-1"-6041,0 1 0,0-1 1,0 1-1,0-1 0,0 0 0,0 1 1,0-1-1,0 1 0,-1-1 1,1 1-1,0-1 0,0 1 0,0-1 1,-1 1-1,1 0 0,0-1 1,0 1-1,-1-1 0,1 1 0,0-1 1,-1 1-1,1 0 0,0-1 0,-1 1 1,-413 0 298,413 0-406,-1 0 0,1 0 0,-1 0 0,1 0 0,-1 0 0,1 1 0,-1-1 0,1 1 0,-1-1 0,1 1 0,0 0 0,-1-1 0,1 1 0,0 0 0,-1 0 0,1 0 0,0 0 0,0 0 0,0 0 0,0 0 0,0 0 0,0 1 0,0-1 0,1 0 0,-1 1 0,0 0 0,-2 5 129,1 0 1,0 0-1,0 0 0,0 11 0,-3 8 205,2-10-201,1 0 0,0 0 0,2 0 0,2 32 0,-1-3 94,0 6-47,1 0-1,15 81 0,-13-112-116,1 1-1,1-1 0,1-1 1,0 1-1,1-1 0,2 0 1,0-1-1,0 0 0,18 20 1,-26-35-70,1 0 0,0-1 0,0 1 1,0-1-1,0 0 0,0 0 0,0 0 1,1-1-1,-1 1 0,1-1 0,-1 0 1,1 1-1,-1-2 0,1 1 0,4 0 1,7 1 61,1-2 1,21-1-1,-8 0 9,0-1-55,0-2-1,0-1 0,-1-1 1,42-16-1,-39 13-123,-29 8-13,0 1 0,0-1 0,-1 1 0,1-1 0,0 0 0,-1 0 0,1 1 0,-1-1 0,1 0 1,-1 0-1,1-1 0,1-1 0,2-10-5557,-5 10 5202</inkml:trace>
</inkml:ink>
</file>

<file path=ppt/ink/ink11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3:20:38.67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178 0 5523,'0'0'4868,"-1"2"-4635,-39 105 756,4-10-807,9-10-58,3 1 0,5 2 0,-11 117 0,29-173-192,4-53-4394,8-15 1999</inkml:trace>
</inkml:ink>
</file>

<file path=ppt/ink/ink11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3:20:39.20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3 3330,'0'0'3617,"1"0"-3331,0-1 0,-1 1 0,1 0-1,0 0 1,0-1 0,-1 1 0,1 0 0,0 0 0,0 0-1,0 0 1,-1 0 0,1 0 0,0 0 0,1 0-1,-1 8-154,0-1 0,0 0-1,0 1 1,-1-1 0,-1 0-1,0 9 1,-1 11 139,4-3 66,0 0 0,10 42 1,3 17 377,62 349 1512,-74-416-2186,0 1-14,0 1 0,1 1 0,1-1 0,1 0 1,12 27-1,-17-56-2209,-3-10 740,-20-31-4992,9 26 651</inkml:trace>
</inkml:ink>
</file>

<file path=ppt/ink/ink11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3:20:39.60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0 9220,'0'0'3074,"177"12"-1762,-104-12-559,1 0-753,-11 0-561,-13 0-2016,-23 0-4066</inkml:trace>
</inkml:ink>
</file>

<file path=ppt/ink/ink11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3:45:41.9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 0 1409,'0'0'12248,"-10"1"-11336,38 12 227,-24-10-1017,0-1-1,1 0 1,-1 0 0,1 0 0,0 0 0,0-1-1,8 2 1,-2-1-86,0 0 0,0 1 1,15 6-1,-15-5-17,0-1 0,0 0 0,22 3 1,75-1-7192</inkml:trace>
</inkml:ink>
</file>

<file path=ppt/ink/ink11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3:45:42.4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3682,'0'0'10693,"2"1"-10440,24 4-133,0-1-1,1-1 1,-1-1-1,1-1 1,27-4-1,6 2-150,-59 1-12,-1-1 0,1 1 1,0 0-1,-1 0 0,1 0 0,0 0 1,-1 0-1,1 0 0,0 0 0,-1 0 1,1 0-1,0 1 0,-1-1 1,1 0-1,-1 0 0,1 0 0,0 1 1,-1-1-1,1 0 0,-1 1 1,1-1-1,-1 1 0,1-1 0,-1 0 1,1 1-1,-1-1 0,1 1 1,-1-1-1,0 1 0,1 0 0,-1-1 1,0 1-1,1-1 0,-1 1 0,0 0 1,0-1-1,0 1 0,1-1 1,-1 1-1,0 0 0,0-1 0,0 1 1,0 0-1,0-1 0,0 1 1,0 0-1,-1-1 0,1 1 0,0 0 1,0 0-1,-1 7-1257,1 1-2803</inkml:trace>
</inkml:ink>
</file>

<file path=ppt/ink/ink11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3:45:43.5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405 195 720,'0'0'8060,"2"-8"-7473,0 0-430,-1 3-47,0 1 1,0 0-1,0 1 0,1-1 0,0 0 0,2-5 0,-3 5 136,0 1-1,0 0 1,-1-1-1,0 1 1,1-1-1,-1 1 0,-1 0 1,1-1-1,-1-3 1,0-9-273,1 10 2,0 0 1,0 0-1,-1 0 0,1 0 0,-3-8 1,2 11 31,-1 0 1,1 1-1,0-1 1,-1 1-1,0-1 1,1 1 0,-1 0-1,0 0 1,0 0-1,-1 0 1,1 0-1,0 0 1,-4-2-1,2 2-8,-1 0-1,1 0 1,0 0-1,0 1 0,-1 0 1,1 0-1,-1 0 0,1 0 1,-1 1-1,-5 0 0,-50 3-38,57-2 43,0-1 0,0 1 1,0 0-1,0 1 0,0-1 1,0 0-1,0 1 0,0 0 1,1 0-1,-1-1 0,0 2 1,1-1-1,-4 4 0,-13 10 7,2-1-13,0 1-1,1 0 1,1 1 0,-15 24 0,14-20 1,2-3 6,-18 31 0,28-43-10,1 0 1,0 0-1,1 1 0,0-1 1,0 1-1,0 0 0,1-1 0,0 1 1,-1 11-1,2-3 102,0-8 59,0 0 0,0 1-1,1-1 1,2 13 0,-2-17-123,1 1 1,-1-1-1,1 0 1,-1 0-1,1 0 0,0 0 1,0 0-1,1 0 1,-1-1-1,0 1 1,1-1-1,5 4 0,51 36 53,-43-32-69,0 0 1,-1 1-1,26 25 0,-37-31-17,0 0 1,0 0-1,-1 0 1,1 0-1,-1 1 1,0-1-1,-1 1 1,1 0-1,-1 0 1,0 0-1,-1 0 1,1 0-1,-1 1 1,0-1-1,-1 11 1,1-12 13,-1-1 0,-1 1 0,1-1 0,-1 0 0,-1 8 0,1-10-1,0 0 0,0 0-1,0 0 1,0 0-1,-1 0 1,1-1-1,-1 1 1,1 0-1,-1-1 1,1 1-1,-1-1 1,0 0-1,-3 2 1,-10 6-9,0-2 1,0 0-1,-1-1 0,0 0 1,0-1-1,-1-1 0,1-1 1,-1 0-1,0-1 0,0-1 1,-20-1-1,36 0-32,1 0 0,-1 0 0,1 0 0,-1-1 0,0 1 0,1 0 0,-1 0 0,1-1 0,-1 1 0,1 0 0,-1-1 0,1 1 0,-1 0 0,1-1 0,-1 1 0,1-1 0,-1 1 0,1-1 1,0 1-1,-1-1 0,1 1 0,0-1 0,-1 1 0,1-1 0,0 1 0,0-1 0,-1 1 0,1-1 0,0 0 0,0 1 0,0-2 0,-1-23-2282,1 19 1264,0-20-3806</inkml:trace>
</inkml:ink>
</file>

<file path=ppt/ink/ink11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3:45:44.0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62 62 5122,'0'0'4522,"0"0"-4368,0 0 0,0-1-1,0 1 1,-1-1-1,1 1 1,0 0 0,0-1-1,0 1 1,0 0 0,0 0-1,0-1 1,-1 1-1,1 0 1,0-1 0,0 1-1,0 0 1,-1 0-1,1-1 1,0 1 0,0 0-1,-1 0 1,1-1-1,0 1 1,-1 0 0,1 0-1,-2 0-129,1 0 0,0 0 0,-1 0 0,1 1 0,0-1 0,-1 1 0,1-1 0,0 1 0,0-1 0,-1 1 0,1 0 0,0-1 0,0 1 0,0 0 0,0 0 0,0 0 0,0 0 0,0 0 0,0 0 0,-1 2-1,0 1 13,-1 0-1,1 1 0,0-1 0,0 1 0,-2 8 0,0 3 249,1 0 0,-2 29 0,4-24 151,-1-10-97,1 1 0,1 0 0,0 0 0,1 0 0,2 12 0,-3-24-331,0 0 1,0 1-1,0-1 0,1 0 1,-1 0-1,0 1 1,0-1-1,0 0 0,0 0 1,1 1-1,-1-1 1,0 0-1,0 0 0,0 0 1,1 0-1,-1 1 1,0-1-1,0 0 0,1 0 1,-1 0-1,0 0 1,0 0-1,1 0 0,-1 0 1,0 0-1,1 0 1,-1 0-1,0 0 0,0 0 1,1 0-1,2 1 14,1-1 1,0 1-1,-1-1 0,1 0 0,-1-1 0,1 1 1,-1 0-1,1-1 0,-1 0 0,1 0 0,-1 0 1,1 0-1,-1-1 0,0 1 0,5-4 0,-4 1-60,1 0-1,-1 0 0,0 0 0,0-1 1,0 0-1,0 1 0,-1-2 0,6-9 1,-5 5-286,1 0 1,-2 0 0,1 0 0,-1-1 0,-1 1 0,3-17 0,-2-63-3328,-3 72 2908,0 17 739,0 0 0,0 0 0,0-1 1,0 1-1,-1 0 0,1 0 0,0 0 0,-1 0 0,1 0 0,0 0 0,-1-1 0,1 1 0,-1 0 0,0 0 1,1 1-1,-1-1 0,0 0 0,1 0 0,-1 0 0,0 0 0,0 0 0,0 1 0,0-1 0,0 0 1,0 1-1,0-1 0,0 1 0,0-1 0,0 1 0,0 0 0,-2-1 0,-4 0 443,1 0 1,-1 1-1,1 0 0,-12 0 0,2 1 348,15-1-805,1 0 1,-1 0-1,1 0 0,0 0 1,-1 0-1,1 0 0,-1 0 1,1 0-1,-1 0 0,1 0 1,-1 0-1,1 0 0,-1 0 1,1 0-1,0 1 0,-1-1 1,1 0-1,-1 0 0,1 1 1,-1-1-1,1 0 0,0 0 1,-1 1-1,1-1 0,0 0 1,-1 1-1,1-1 0,0 0 1,0 1-1,-1-1 0,1 1 0,0-1 1,0 0-1,0 1 0,-1-1 1,1 1-1,0-1 0,0 1 1,0-1-1,0 1 0,0 0 1</inkml:trace>
</inkml:ink>
</file>

<file path=ppt/ink/ink11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3:45:44.8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367 21 5843,'0'0'4970,"0"-1"-4878,0 0 0,1 0 0,-1 0 0,0 0 0,0 0 0,0 0 0,0 0 0,0 0 0,-1 0 0,1 0 0,0 0 0,0 1 0,-1-1 1,1 0-1,-1-1 0,-9 0-33,-1 1 0,1 0 0,-1 0 0,-17 2 0,4 0 59,20-1-93,-1 1 0,1 0-1,0 0 1,-1 1 0,1-1 0,0 1-1,0 0 1,0 0 0,0 0 0,0 1 0,0-1-1,1 1 1,-1 0 0,1 0 0,0 0-1,0 1 1,0-1 0,0 1 0,-4 6-1,2-2 33,0 1 0,0-1 0,1 1 0,0 0 1,0 0-1,1 1 0,0-1 0,-1 15 0,2-12 20,-4 64 628,6-69-606,0 0-1,1-1 1,-1 1 0,1 0-1,1-1 1,-1 1-1,1 0 1,1-1 0,2 8-1,11 10 54,1-1 0,1 0 0,40 38-1,8 9-112,-59-62-29,0 1-15,0-1-1,0 2 0,8 14 0,-14-21 6,1 0-1,-1 0 1,1 1 0,-1-1-1,-1 1 1,1-1 0,0 1-1,-1-1 1,0 1-1,1 0 1,-1-1 0,-1 1-1,1 0 1,-1-1 0,0 6-1,0-8 6,0 1 0,0-1 0,0 1 0,1-1 0,-1 1 0,-1-1-1,1 0 1,0 0 0,0 1 0,0-1 0,-1 0 0,1 0 0,0 0-1,-1 0 1,1-1 0,-1 1 0,1 0 0,-1-1 0,0 1 0,-1 0 0,-40 8 3,31-8 7,-43 7-263,-110-1 0,162-6 96,0-1 0,0 0 0,0 0 1,0 0-1,0-1 0,0 1 1,0-1-1,0 1 0,0-1 1,0 0-1,0 0 0,0-1 1,0 1-1,1 0 0,-1-1 1,1 0-1,-1 0 0,1 1 0,0-2 1,-4-2-1,-16-24-3815</inkml:trace>
</inkml:ink>
</file>

<file path=ppt/ink/ink11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3:45:45.2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23 8052,'0'0'6691,"208"0"-6547,-154 0-144,-12 0-32,0-8-977,-17 1-1872,-4-1-3042</inkml:trace>
</inkml:ink>
</file>

<file path=ppt/ink/ink11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3:45:45.6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4498,'0'0'8788,"55"49"-8148,-26-49-175,0 0-273,4 0-192,1 0-128,-5 0-785,0-15-2448,-12 8-4659</inkml:trace>
</inkml:ink>
</file>

<file path=ppt/ink/ink11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3:45:46.3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39 368,'0'0'5787,"7"-6"-5054,21-19-28,-28 24-503,1 1 0,-1-1 0,1 1 0,-1-1 1,1 1-1,-1-1 0,1 1 0,-1-1 0,1 1 0,0 0 0,-1-1 1,1 1-1,-1 0 0,1-1 0,0 1 0,-1 0 0,1 0 0,0 0 1,-1 0-1,1 0 0,0 0 0,-1 0 0,1 0 0,0 0 0,0 0 1,-1 0-1,2 0 0,3 14-162,-5-12 159,7 51 437,-2-19 328,9 39 0,-11-62-849,0-1 1,1-1 0,0 1 0,0 0 0,1-1 0,0 0 0,1 0 0,8 10-1,-13-17-129,1-1 0,-1 0-1,0 0 1,1 0 0,-1 1-1,1-1 1,-1-1-1,1 1 1,-1 0 0,1 0-1,0-1 1,0 1-1,1 0 1,-2-1-112,0 0 1,-1 0-1,1 0 0,0 0 1,-1 0-1,1 0 1,0 0-1,-1-1 0,1 1 1,0 0-1,-1 0 1,1 0-1,0-1 0,-1 1 1,1 0-1,-1-1 0,1 1 1,0-1-1,-1 1 1,1-1-1,-1 1 0,1-1 1,-1 1-1,0-1 0,1 1 1,-1-1-1,0 0 1,1 1-1,-1-1 0,0 0 1,1 1-1,-1-1 0,0 0 1,0 1-1,0-1 1,0 0-1,0 1 0,0-1 1,0 0-1,2-39-7232</inkml:trace>
</inkml:ink>
</file>

<file path=ppt/ink/ink11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3:45:47.6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 11 560,'0'0'7761,"-4"-10"-875,4 23-6605,-1-4-151,1 0 0,0 1 1,1-1-1,0 0 0,0 0 1,1 0-1,0-1 1,6 15-1,29 55 282,28 61 187,-49-103-289,1-1 1,2 0-1,1-2 1,1-1-1,48 55 0,-49-65-144,4 3-62,32 45 0,-51-60-148,-5-9 15,0 0 0,0 0 0,1 0 0,-1 0 1,0 0-1,1 0 0,-1 0 0,0 0 0,1 0 0,-1-1 0,1 1 0,0 0 0,-1 0 0,1-1 0,0 1 0,-1 0 1,1-1-1,0 1 0,0 0 0,-1-1 0,1 1 0,0-1 0,0 0 0,0 1 0,0-1 0,1 1 0,-2-13-2881,0-19 52,0-9-1749</inkml:trace>
</inkml:ink>
</file>

<file path=ppt/ink/ink11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3:45:47.9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567 1 6163,'0'0'6211,"-50"56"-5859,0-3-16,-4 7 160,-4 15 225,-9 11-129,5 0 16,3 0-336,14-7-256,7-8-16,9-15-1152,4-11-1650,-4-11-4065</inkml:trace>
</inkml:ink>
</file>

<file path=ppt/ink/ink11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3:45:49.7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3474,'0'0'5909,"8"1"-466,38 2-5046,120-3-496,-165 0 63,0 0 0,0 0 0,0 0-1,0 1 1,0-1 0,0 0 0,0 1-1,0-1 1,0 1 0,0-1 0,0 1-1,-1-1 1,1 1 0,0 0 0,0 0 0,-1-1-1,1 1 1,0 0 0,-1 0 0,1-1-1,-1 1 1,1 0 0,-1 0 0,1 0-1,-1 0 1,0 0 0,0 0 0,1 0 0,-1 0-1,0 2 1</inkml:trace>
</inkml:ink>
</file>

<file path=ppt/ink/ink11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3:45:50.2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 0 3698,'0'0'6259,"-3"12"-3698,11-9-2359,-1-1 1,1 0-1,0 0 1,-1 0-1,1-1 1,11 0-1,52-2-83,-30 0-319,0 1-2673,-27 0-2105</inkml:trace>
</inkml:ink>
</file>

<file path=ppt/ink/ink11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3:45:51.2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198 31 3970,'0'0'4797,"0"-3"-4394,0-3-260,1 6-118,-1-1 1,0 0 0,0 1 0,0-1 0,0 1-1,1-1 1,-1 0 0,0 1 0,0-1 0,0 0-1,0 1 1,0-1 0,-1 0 0,1 1 0,0-1-1,0 0 1,0 1 0,0-1 0,-1 1-1,1-1 1,0 0 0,-1 1 0,1-1 0,0 1-1,-1-1 1,1 1 0,-1-1 0,1 1 0,-1-1-1,1 1 1,-1 0 0,1-1 0,-1 1 0,1 0-1,-1-1 1,1 1 0,-1 0 0,0 0 0,1-1-1,-1 1 1,0 0 0,1 0 0,-2 0-1,-20-1-123,-26 1 25,46 1 75,-1-1-1,1 1 0,-1-1 0,1 1 0,-1 0 1,1 0-1,0 0 0,0 0 0,-1 0 0,1 0 0,0 1 1,0-1-1,0 1 0,0-1 0,-3 4 0,-2 4 14,0-1 0,1 1 0,0 0 0,0 0 0,1 1 0,0 0 0,1 0 0,0 0 0,0 0 0,1 1 0,0-1 0,1 1 0,1 0 0,-2 20-1,3-28-14,0 3 94,0-1 0,1 1 0,-1-1 0,3 10 0,-3-13-68,1 0 0,0 0-1,0 0 1,0 0 0,0 0 0,0-1 0,1 1-1,-1 0 1,1-1 0,-1 1 0,1 0-1,-1-1 1,1 0 0,3 3 0,19 11 53,-14-10-69,-1 0-1,1 1 1,-1 1-1,-1 0 1,1 0 0,-1 0-1,0 1 1,11 15-1,-18-22-6,-1-1 0,1 1 0,-1 0 0,1 0 0,-1 0 0,1-1 1,-1 1-1,0 0 0,1 0 0,-1 0 0,0 0 0,0 0 0,1 0 0,-1 0 0,0 0 0,0 0 0,0 0 0,0 0 0,-1 0 0,1-1 0,0 1 0,0 0 0,0 0 0,-1 0 0,1 0 0,0 0 0,-1 0 0,1 0 0,-1-1 0,1 1 0,-1 0 0,0 0 0,1-1 0,-1 1 0,0 0 0,1-1 0,-1 1 0,0-1 1,0 1-1,1-1 0,-1 1 0,0-1 0,0 1 0,0-1 0,0 0 0,0 1 0,-1-1 0,-6 2 34,0-1 1,0 0-1,0 0 1,-13-1-1,18 0-55,-78 0-2282</inkml:trace>
</inkml:ink>
</file>

<file path=ppt/ink/ink11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3:45:51.9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92 0 2689,'0'0'2879,"-5"2"-2658,-1 1 123,-1-1 0,1 1 0,-1 1 0,1-1 0,0 1 0,0 0 0,-11 10 0,15-11-164,-1 0 0,0 1 0,1-1 0,0 1 0,0-1 0,0 1 1,0 0-1,1 0 0,-1 0 0,1 0 0,0 0 0,0 0 0,0 0 0,1 0 0,0 1 1,0 4-1,-1-7-89,1 1 1,0-1-1,0 0 0,0 0 1,0 0-1,1 0 1,-1 1-1,0-1 1,1 0-1,0 0 1,-1 0-1,1 0 1,0 0-1,2 3 1,-1-4-42,0 0 1,0 1 0,0-1 0,0 0 0,1-1 0,-1 1-1,0 0 1,1-1 0,-1 1 0,0-1 0,1 0 0,-1 1-1,4-1 1,18 1 133,29-2 0,-50 0-228,0 1 0,-1-1 0,1 0 0,0 0 0,-1 0 0,1 0 0,0 0-1,-1-1 1,0 1 0,1-1 0,-1 1 0,0-1 0,0 0 0,0 0-1,0 0 1,0 0 0,0 0 0,0 0 0,-1-1 0,1 1 0,-1-1 0,0 1-1,1-1 1,-1 1 0,-1-1 0,1 0 0,0 1 0,0-4 0,2-9-970,-1 0 0,0 0 0,-1-27 0,-1 40 886,-17 1 1779,-17 1 529,11 0-6099</inkml:trace>
</inkml:ink>
</file>

<file path=ppt/ink/ink11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3:45:53.5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238 1 544,'0'0'10664,"-18"0"-10539,-113 0-184,128 0 66,1 1 0,-1 0 0,1 0 0,-1 0 0,1 0 0,-1 0 0,1 0 0,0 1 0,0-1 0,0 1 0,0-1 0,0 1 0,0 0 0,0 0 0,-2 3 0,-24 33 111,27-37-115,-1 4 5,-1 1 1,2 0 0,-1 0 0,0 0-1,1 0 1,0 0 0,1 0 0,0 0-1,-1 1 1,2-1 0,1 11 0,-1 10 166,-2-7-32,0-13-87,0 0 0,1-1-1,0 1 1,0 0 0,1 0 0,0-1 0,1 8-1,-1-13-43,0 0 1,0 0-1,0 0 0,0 0 0,0 0 0,1 0 0,-1 0 0,0 0 0,0 0 1,1-1-1,-1 1 0,0 0 0,1-1 0,-1 0 0,1 1 0,-1-1 0,1 0 1,-1 1-1,2-1 0,33 2 181,-33-2-180,175 0-934,-177 23 942,-1-15 57,0 0 0,-1-1-1,1 1 1,-2-1-1,1 1 1,-1-1 0,-4 13-1,4-16-42,0-1-1,-1 1 1,1-1-1,0 1 0,-1-1 1,0 0-1,0 0 1,0 0-1,0 0 0,0 0 1,0-1-1,-1 0 1,0 0-1,1 1 1,-1-2-1,-5 3 0,-4 0-189,0-1-1,-1-1 1,1 0-1,-1 0 1,0-2-1,1 0 0,-16-1 1,-4 0-2229,15-1-908,1-11-2743</inkml:trace>
</inkml:ink>
</file>

<file path=ppt/ink/ink11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3:45:55.5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68 3826,'0'0'2102,"1"-8"-1937,1-5-138,-2 8 83,0 0 0,1-1 0,0 1 1,0 0-1,1 0 0,2-6 0,-4 11-60,0 0 0,0-1 0,0 1 0,0 0 1,0 0-1,1-1 0,-1 1 0,0 0 0,0 0 0,0 0 0,0-1 0,1 1 0,-1 0 0,0 0 0,0 0 0,0-1 1,1 1-1,-1 0 0,0 0 0,0 0 0,1 0 0,-1 0 0,0 0 0,1 0 0,-1 0 0,0 0 0,0-1 0,1 1 0,-1 0 1,0 0-1,1 0 0,-1 0 0,0 1 0,0-1 0,1 0 0,-1 0 0,0 0 0,0 0 0,1 0 0,-1 0 0,0 0 1,0 0-1,1 1 0,-1-1 0,0 0 0,0 0 0,1 0 0,-1 1 0,0-1 0,0 0 0,0 0 0,0 0 0,1 1 0,-1-1 1,0 0-1,0 0 0,0 1 0,0-1 0,0 0 0,0 0 0,0 1 0,0-1 0,0 0 0,0 1 0,0-1 0,0 0 1,0 0-1,0 1 0,0-1 0,3 29 471,-3 37 0,2 19 1115,0-60-1069,4 39 728,-5-60-1232,0 0 0,0 0 0,0 0 0,0 0 0,1 0 0,-1 0 0,1-1 0,0 1 0,0-1 0,0 1 0,1-1 0,3 4 1,-6-7-84,0 0 0,0 1 1,1-1-1,-1 0 0,0 0 1,0 1-1,1-1 0,-1 0 1,0 0-1,1 0 0,-1 0 1,0 0-1,1 0 0,-1 1 1,0-1-1,0 0 0,1 0 1,-1 0-1,0 0 1,1 0-1,-1 0 0,0 0 1,1 0-1,-1 0 0,0 0 1,1-1-1,-1 1 0,0 0 1,1 0-1,-1 0 0,0 0 1,0 0-1,1-1 0,-1 1 1,0 0-1,1 0 1,-1 0-1,0-1 0,0 1 1,0 0-1,1 0 0,-1-1 1,0 1-1,0 0 0,0 0 1,0-1-1,1 1 0,-1 0 1,0-1-1,0 1 0,0-1 1,3-28-2844,-2-11-1982</inkml:trace>
</inkml:ink>
</file>

<file path=ppt/ink/ink11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3:45:56.6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4226,'2'0'10321,"18"4"-9914,11 3-327,1-2 0,0-1 1,0-2-1,40-2 1,-69 0-78,196 0-96,-197 0-59</inkml:trace>
</inkml:ink>
</file>

<file path=ppt/ink/ink11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3:45:57.5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5699,'0'0'6309,"6"0"-5186,0 0-1022,-1 0-1,1 1 1,0-1 0,-1 1-1,1 0 1,-1 0-1,1 1 1,-1 0-1,1 0 1,-1 0-1,0 1 1,0-1-1,0 1 1,0 0 0,4 4-1,51 36 304,50 41 233,-78-58-406,-22-18-120,0 1 0,0 0 0,16 19 0,-11-13-680,-13-13 386,0-1 0,0 1 0,0 0 0,-1 0 0,1 0 0,0 0 0,-1 0 0,0 0 0,1 0 0,-1 1 0,0-1 0,0 0 0,0 1 0,1 4 0,-2-8-125,-1 0-1,1 0 1,0 0 0,-1 0-1,1 0 1,-1 0 0,1 0-1,-1 0 1,1 0 0,-1 0 0,0 0-1,1 1 1,-1-1 0,0 0-1,0 0 1,0 1 0,0-1-1,-1 0 1,2 0 243,-16-10-4881</inkml:trace>
</inkml:ink>
</file>

<file path=ppt/ink/ink11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3:45:57.9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155 0 3201,'0'0'7260,"0"10"-6361,0-6-815,1 13 214,-1 1 0,-1-1 0,0 1 0,-1-1 0,-1 0 0,-1 1 0,-11 31 0,-16 20-184,-22 50-213,20-38-4412,21-47 285</inkml:trace>
</inkml:ink>
</file>

<file path=ppt/ink/ink11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3:45:59.4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42 1 3298,'0'0'5290,"-6"0"-4346,-30 0 4211,38 0-4934,244 0 34,-139 0-8164</inkml:trace>
</inkml:ink>
</file>

<file path=ppt/ink/ink11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3:45:59.8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8 5683,'0'0'5154,"163"-7"-5090,-134 7-64,-4 0-128,0 0-560,-8 0-2258</inkml:trace>
</inkml:ink>
</file>

<file path=ppt/ink/ink11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3:46:00.7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321 19 800,'0'0'5115,"-6"-2"-4792,-24-4 537,0 1 1,-54-1 0,14 6-498,68 0-322,0 1 0,0-1 0,0 1 0,0-1 0,0 1 1,0-1-1,1 1 0,-1 0 0,0 0 0,1 0 0,-1 0 0,0 0 0,1 1 1,-1-1-1,1 0 0,0 1 0,-1-1 0,1 1 0,0-1 0,0 1 0,0 0 1,0-1-1,-1 4 0,-2 4 238,1-1 1,0 1-1,-4 15 1,5-9-230,0 0 0,0 1 1,1-1-1,1 1 0,1-1 1,3 20-1,-3-32-25,0 0 0,0 0 0,1 0 0,0 0-1,-1-1 1,1 1 0,0 0 0,0-1 0,1 1 0,-1-1 0,0 0 0,1 1 0,-1-1-1,1-1 1,0 1 0,4 2 0,9 5 86,29 10 0,-31-13-62,-1-1-27,-7-3-12,1 1 0,-1-1-1,0 2 1,9 4 0,-14-6-9,1-1 0,-1 0 0,1 1-1,-1-1 1,0 0 0,1 1 0,-1 0-1,0-1 1,0 1 0,0 0 0,0-1 0,0 1-1,-1 0 1,1 0 0,-1 0 0,1 0 0,-1 0-1,0 0 1,1 0 0,-1 2 0,0-1 6,-1 0 0,1-1 1,-1 1-1,1 0 1,-1-1-1,0 1 0,0-1 1,0 1-1,0-1 0,0 1 1,-1-1-1,1 0 1,-1 0-1,0 0 0,1 0 1,-1 0-1,0 0 0,0 0 1,0 0-1,0-1 1,-5 3-1,-4 3 52,-1-1 0,-1-1-1,-15 6 1,8-4-29,9-3-200,-1 0 0,0-2 1,0 1-1,0-2 1,0 1-1,-24-2 0,31-1-1999,5-5-888</inkml:trace>
</inkml:ink>
</file>

<file path=ppt/ink/ink11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3:46:01.3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37 12 3826,'0'0'4978,"-1"5"-4298,-9 19 7,8-19-520,0-1 0,0 1-1,0 0 1,1-1-1,-1 1 1,1 0-1,0 6 1,0 0 139,-1 0 58,1 1 1,1-1-1,0 1 0,1-1 0,3 22 1,-3-32-349,-1 0 0,1 0 1,0 0-1,0 0 0,0-1 0,0 1 1,-1 0-1,1 0 0,0-1 1,0 1-1,1 0 0,-1-1 1,0 1-1,0-1 0,0 1 0,0-1 1,0 0-1,1 1 0,-1-1 1,0 0-1,2 0 0,29 1 45,-23-1-43,-4-1-50,0 1 0,0 0-1,0-1 1,0 0 0,0 0 0,0 0-1,0-1 1,-1 0 0,1 0 0,0 0-1,-1 0 1,0-1 0,0 0 0,1 0-1,-2 0 1,1 0 0,0 0 0,-1-1-1,1 0 1,-1 0 0,0 0 0,5-8-1,-3 2-471,-1 1 0,0-1 0,0 0 0,-1-1-1,0 1 1,-1 0 0,0-1 0,0 1-1,-1-21 1,-1 30 481,-1 0 1,1 0-1,-1 0 0,1 0 0,-1 0 0,1 0 0,-1 1 1,0-1-1,1 0 0,-1 0 0,0 1 0,0-1 0,1 0 0,-1 1 1,0-1-1,0 0 0,0 1 0,0-1 0,0 1 0,0 0 0,0-1 1,0 1-1,0 0 0,0 0 0,0-1 0,0 1 0,0 0 1,0 0-1,0 0 0,-2 0 0,-44 0 736,33 1-360,4-1-138,-1 1 0,0 1 0,0 0 1,1 0-1,-1 1 0,-12 5 0,-10 3-331,29-10-1581</inkml:trace>
</inkml:ink>
</file>

<file path=ppt/ink/ink11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3:46:02.0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 1 4258,'0'0'5725,"-4"0"-4951,-13 0-59,13 0 1462,7 0-1972,288 0 963,-94 0-6775,-188 0 2643</inkml:trace>
</inkml:ink>
</file>

<file path=ppt/ink/ink11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3:46:02.7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246 20 3986,'0'0'2190,"-14"-3"-2112,12 2-73,-21-4 32,1 1 1,-43-2-1,58 6 58,0 0 201,0 0 0,0 0 0,0 1 1,0 0-1,-8 2 0,12-2-217,1 0 0,-1 0 0,0 1 0,1-1 0,-1 1 0,1 0 0,-1-1 0,1 1 0,0 0 0,0 1 0,0-1 0,0 0 0,0 1 0,-2 4 0,1-2 15,1 1 0,0 0-1,0 0 1,0 0 0,1-1-1,0 1 1,0 1 0,0-1-1,1 0 1,0 0 0,1 11-1,0 3 475,-1-17-540,0-1-1,1 1 1,-1-1 0,1 0 0,-1 1-1,1-1 1,0 0 0,0 1 0,0-1 0,0 0-1,0 0 1,1 0 0,-1 0 0,1 0-1,-1 0 1,1 0 0,0-1 0,3 4 0,4 1 49,1 1 0,19 9 0,-4-3 12,-12-5-82,-6-4-2,0 0-1,0 0 1,11 10 0,-16-12-11,0 0 0,-1-1 0,1 1 0,-1 0 0,1 0 1,-1 0-1,0 0 0,0 1 0,0-1 0,0 0 0,0 0 0,-1 1 0,1-1 1,0 0-1,-1 1 0,0-1 0,0 4 0,0-5 11,0 1 0,-1-1 0,1 1 1,-1-1-1,0 0 0,1 1 0,-1-1 0,0 0 0,0 1 0,0-1 0,0 0 0,0 0 1,0 0-1,0 0 0,0 0 0,0 0 0,-1 0 0,1 0 0,0 0 0,-1 0 0,1-1 1,-1 1-1,1-1 0,-1 1 0,-1 0 0,-49 12 95,37-10-23,-1 1-77,0 1 0,-26 12 0,32-8-125</inkml:trace>
</inkml:ink>
</file>

<file path=ppt/ink/ink11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3:46:03.1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2049,'0'0'7219,"67"101"-5730,-59-63-144,-3-1-577,3-7-384,-8-11-192,0-8-192,0-7 0</inkml:trace>
</inkml:ink>
</file>

<file path=ppt/ink/ink11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3:46:03.7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 1 1361,'0'0'7870,"-3"0"-6808,-8 0-153,8 0-17,6 0 9,13 6-468,-1 1-1,1 0 1,-1 0-1,-1 2 0,27 19 1,-14-10-226,25 17 232,98 68 549,-138-94-931,-6-3-17,1-1 0,0 1 0,1-2-1,-1 1 1,13 5 0,-9-9 125,-13-23-11175</inkml:trace>
</inkml:ink>
</file>

<file path=ppt/ink/ink11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3:46:04.1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400 1 3298,'0'0'5330,"-58"41"-4738,33-7-80,0 14 401,-8 20 175,-9 26 145,-12 7-369,0 8-399,8-19-465,17-23-225,8-22-2384,8-30-6035</inkml:trace>
</inkml:ink>
</file>

<file path=ppt/ink/ink11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3:46:05.4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 23 1457,'0'0'10951,"-2"-3"-9996,-10-12-237,10 11 659,167 4 338,-56 0-6842</inkml:trace>
</inkml:ink>
</file>

<file path=ppt/ink/ink11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3:46:05.8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0 266 3458</inkml:trace>
  <inkml:trace contextRef="#ctx0" brushRef="#br0" timeOffset="1">0 266 3458,'46'-266'6739,"-37"270"-6131,11 3-160,10-3 96,3-4-271,4 0-273,-3 0-32,-1 0-625,-8 0-2832</inkml:trace>
</inkml:ink>
</file>

<file path=ppt/ink/ink11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3:46:06.8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213 33 2785,'0'0'2001,"-12"-5"-1897,-40-15 128,48 18-89,0 1 0,0 0-1,0 0 1,0 0 0,0 0-1,0 1 1,0-1 0,0 1-1,-1 0 1,-7 1 0,-5 1 443,15-2-515,0 0-1,0 0 1,0 0 0,0 1-1,0-1 1,0 0 0,0 1-1,0 0 1,0 0 0,0-1 0,0 1-1,0 0 1,1 0 0,-1 1-1,0-1 1,1 0 0,-1 1-1,-1 1 1,1 0 21,-1 0 1,1 0-1,0 1 0,0-1 1,1 0-1,-1 1 0,1 0 0,0-1 1,-1 6-1,-1 8 307,1 0 0,0 1 1,2 26-1,0-28 55,0-12-414,0-1 1,-1 1 0,1 0 0,0-1-1,1 1 1,-1-1 0,1 1 0,0-1 0,-1 1-1,2-1 1,-1 1 0,0-1 0,1 0-1,-1 1 1,1-1 0,0 0 0,0 0-1,0-1 1,1 1 0,-1 0 0,0-1-1,1 1 1,0-1 0,6 4 0,45 26 330,-43-27-351,0 1 1,-1 0-1,0 0 1,0 1-1,15 14 0,-23-19-29,-1 0 0,1 0 0,-1 1 0,0-1 0,0 0 0,0 0 0,0 0-1,-1 1 1,1-1 0,-1 0 0,1 1 0,-1-1 0,0 1 0,0-1 0,0 0-1,0 1 1,0-1 0,-1 5 0,0-4 15,1 0 0,-1 0 0,0 0 0,0 0 0,0 0 0,-1-1 0,1 1 0,0 0 0,-1-1 0,0 1 0,0-1 1,1 0-1,-2 0 0,-1 3 0,-5 2 41,-1-1 0,1 1 0,-1-2 0,-1 1 1,1-2-1,-1 1 0,0-1 0,0-1 0,0 0 1,0-1-1,0 0 0,-13 1 0,22-3-74,1 0-14,1 0-1,-1 0 1,0 0-1,1 0 1,-1 0 0,0 0-1,1 0 1,-1 0-1,0 0 1,1 0 0,-1 0-1,0-1 1,1 1-1,-1 0 1,1 0-1,-1-1 1,1 1 0,-1 0-1,0-1 1,1 1-1,-1-1 1,1 1 0,-1 0-1,1-1 1,0 1-1,-1-1 1,1 1 0,-1-1-1,1 0 1,0 1-1,0-1 1,-1 1-1,1-1 1,0 0 0,0 0-1,-5-29-3306</inkml:trace>
</inkml:ink>
</file>

<file path=ppt/ink/ink11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3:46:07.6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60 0 2513,'0'0'5096,"-29"0"-1791,28 1-3247,0-1 0,0 1-1,1-1 1,-1 1 0,0 0-1,0-1 1,1 1 0,-1 0 0,0 0-1,1 0 1,-1-1 0,1 1-1,-1 0 1,1 0 0,-1 0-1,1 0 1,-1 0 0,1 0-1,0 0 1,-1 1 0,-8 32 603,6-21-359,1 0-43,0 0 0,1 1 1,0-1-1,2 22 0,0-4 496,-1-29-688,0 0 0,0 0 0,0 0-1,0 0 1,0-1 0,1 1 0,-1 0 0,1 0-1,-1 0 1,1 0 0,0 0 0,-1-1 0,3 3-1,-2-3-33,0 0 0,0 0 0,0 0 0,0 0-1,0-1 1,1 1 0,-1 0 0,0-1 0,1 1-1,-1-1 1,0 1 0,1-1 0,-1 0-1,1 0 1,-1 1 0,0-1 0,1 0 0,2-1-1,11 2 48,-6-1-45,0 0 0,0 0 0,0-1 1,17-4-1,-23 4-70,0 0 1,0 0 0,0-1-1,0 1 1,0-1 0,0 0-1,-1 0 1,1 0 0,0 0-1,-1-1 1,0 1 0,1-1-1,-1 1 1,0-1 0,0 0-1,2-5 1,-2 3-194,0 0 0,0-1 0,0 0 0,-1 1 0,0-1 0,0 0 0,0 0 0,-1-9 0,-3-48-823,3 61 1052,-1 0-1,1 0 0,-1 1 0,1-1 1,-1 0-1,0 0 0,0 0 0,1 0 1,-1 1-1,0-1 0,-1 0 0,1 1 1,0-1-1,0 1 0,-1-1 1,1 1-1,-1 0 0,1 0 0,-1-1 1,0 1-1,1 0 0,-1 1 0,0-1 1,0 0-1,0 0 0,0 1 0,0-1 1,1 1-1,-4-1 0,-6-1-20,-1 1 0,1 1 0,-1-1 0,-11 3 1,2-2-407,12-3-5377</inkml:trace>
</inkml:ink>
</file>

<file path=ppt/ink/ink11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3:46:08.4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213 56 4210,'0'0'3425,"-5"-6"-3376,-19-20-20,21 23 103,0 1 1,0 0 0,0-1-1,0 2 1,0-1-1,0 0 1,-1 1-1,1-1 1,-1 1-1,1 0 1,-1 0 0,1 0-1,-1 1 1,0-1-1,1 1 1,-1 0-1,0 0 1,0 0 0,-6 2-1,-6-1 18,14-1-122,0 0-1,0 0 1,0 1 0,0-1-1,0 1 1,0 0-1,0 0 1,1-1-1,-1 1 1,0 0 0,0 1-1,1-1 1,-1 0-1,1 0 1,-1 1 0,1-1-1,-1 1 1,1-1-1,0 1 1,0-1-1,0 1 1,0 0 0,0 0-1,0 0 1,0-1-1,1 1 1,-2 4 0,0 2 99,0 0-1,0 1 1,1-1 0,0 0 0,0 11 0,1 5 210,0 0 194,3 32 1,-2-47-434,1-1 0,0 0 0,0 0 1,1 0-1,0-1 0,0 1 0,7 12 0,1-5-45,-1-1 0,2 0 0,-1-1-1,19 16 1,-30-29-58,1 1 0,-1-1-1,0 0 1,0 0-1,1 1 1,-1-1 0,0 0-1,0 1 1,0-1 0,1 1-1,-1-1 1,0 0 0,0 1-1,0-1 1,0 1-1,0-1 1,0 0 0,0 1-1,0-1 1,0 1 0,0-1-1,0 0 1,0 1-1,0-1 1,0 1 0,0-1-1,0 0 1,0 1 0,-1-1-1,1 0 1,0 1 0,0-1-1,0 1 1,-1-1-1,1 0 1,0 0 0,-1 1-1,1-1 1,0 0 0,0 1-1,-1-1 1,1 0-1,0 0 1,-1 0 0,1 1-1,-1-1 1,1 0 0,0 0-1,-1 0 1,-23 10 70,20-9-67,-28 11 138,15-6-53,1 0 1,-27 14 0,39-19-44,4-1-286,0-3-1541,0-12-2575</inkml:trace>
</inkml:ink>
</file>

<file path=ppt/ink/ink11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3:46:08.8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5507,'0'0'5378,"9"56"-4482,-5-11 273,0-4-257,-4 4-31,4-7-225,-4-12-144,0-7-320,4-12-176,-4-3-16,4-4-2913,-4-11-1873</inkml:trace>
</inkml:ink>
</file>

<file path=ppt/ink/ink11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3:46:09.2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3810,'0'0'7179,"7"12"-6120,-4-7-950,5 7 194,1 0 1,-1 0 0,2-1 0,0 0 0,15 13 0,137 128 2814,-157-147-3048,38 42 677,41 58 0,-70-89-817,-14-15 22,0-1-1,0 0 1,0 0-1,0 0 1,0 0-1,0 0 1,1 1 0,-1-1-1,0 0 1,0 0-1,0 0 1,0 0-1,1 0 1,-1 0-1,0 0 1,0 1-1,0-1 1,0 0-1,1 0 1,-1 0-1,0 0 1,0 0 0,0 0-1,1 0 1,-1 0-1,0 0 1,0 0-1,0 0 1,1 0-1,-1 0 1,0 0-1,0-1 1,0 1-1,1 0 1,-1 0-1,0 0 1,0 0 0,1-3-520,0 1 0,-1 0 0,0-1 1,1 1-1,-1-1 0,0 1 1,0-1-1,-1-3 0,1-11-684,0-13-3102</inkml:trace>
</inkml:ink>
</file>

<file path=ppt/ink/ink11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3:46:09.6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447 0 4402,'0'0'6019,"-113"139"-5283,63-64 465,-8 19-305,-5 3-576,5 8-256,8-11-64,17-15-1264,12-31-4019</inkml:trace>
</inkml:ink>
</file>

<file path=ppt/ink/ink11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3:42:04.7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72 45 5234,'0'0'5550,"-1"-7"-4993,-2-23-85,3 22 1481,-1 9-1931,0-1 0,1 1-1,-1-1 1,0 1-1,1 0 1,-1-1 0,1 1-1,-1 0 1,1-1 0,0 1-1,-1 0 1,1 0 0,0-1-1,-1 1 1,1 0-1,0 0 1,0-1 0,0 1-1,0 0 1,-1 0 0,1 0-1,0 0 1,0-1 0,1 2-1,-2 2 52,-2 24 224,0 49 0,1-3 43,-43 427 1282,40-316-306,5-159-1106,0-25-173,0-4-1197,0-81-6265,0 44 1801</inkml:trace>
</inkml:ink>
</file>

<file path=ppt/ink/ink11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3:42:05.3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 12 3490,'0'0'10348,"-4"0"-8817,7 0-917,79 0 484,242-7-638,-181 3-2073,-138 4 1271,-4 11-9145</inkml:trace>
</inkml:ink>
</file>

<file path=ppt/ink/ink11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3:42:05.7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6067,'0'0'6483,"13"1"-6006,297 2 1409,-297-2-1888,29 2 142,-39-3-224,-1 0 0,1 1 0,0-1 0,0 1 0,-1 0 0,1 0 0,0 0 0,-1 0 0,1 0 0,3 3-1,-6-4-190,1 1 0,-1-1-1,1 1 1,-1 0 0,1-1 0,-1 1-1,0 0 1,1-1 0,-1 1-1,0 0 1,1-1 0,-1 1-1,0 0 1,0 0 0,0-1-1,0 1 1,0 0 0,0 0-1,0 1 1,0 5-5832</inkml:trace>
</inkml:ink>
</file>

<file path=ppt/ink/ink11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3:42:06.2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2977,'0'0'10725,"6"0"-10245,262 0 1586,-150 0-9729</inkml:trace>
</inkml:ink>
</file>

<file path=ppt/ink/ink11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3:42:06.5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38 7652,'0'0'5490,"216"-4"-5282,-162-4-160,-8 5-48,-4-1 0,-13 0-208,-4 0-864,-12-3-1810,-5 3-751</inkml:trace>
</inkml:ink>
</file>

<file path=ppt/ink/ink11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3:42:07.9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 32 2353,'0'0'5317,"-1"-5"-4415,-2-14-410,2 12 1099,3 19 3721,8 32-4711,1 0-1,35 81 0,-42-115-520,1 0 0,1 0 0,0-1 1,0 1-1,1-1 0,15 14 0,-18-19-60,0 0 0,0 0-1,1-1 1,0 0 0,-1 1 0,1-2 0,1 1-1,-1-1 1,0 0 0,0 0 0,1 0 0,-1-1-1,1 0 1,0 0 0,8 1 0,2-2 4,-10 1-22,0-1 0,-1 0-1,1 0 1,-1 0 0,1-1 0,0 0 0,-1 0 0,0 0 0,7-3 0,-4-1-55,-1 0 0,1 0 0,-1-1-1,-1 1 1,1-2 0,-1 1 0,9-12 0,38-58-1210,-45 62 958,8-11-456,1 1 0,1 1 0,1 0 0,42-38 0,-56 58 743,-1 0 0,0 0 0,1 1 0,0-1 0,-1 1 0,1 0 0,0 1 0,0-1 0,0 1 0,0 0 0,6 0 0,7-1 30,34 3-1,-21 0-1883</inkml:trace>
</inkml:ink>
</file>

<file path=ppt/ink/ink11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3:42:08.3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2865,'0'0'8591,"2"9"-7857,2 18-328,19 161 2669,-23-24-1463,1 49-593,-1-212-1021,0 3-15,0 0 0,0 0 1,0 0-1,1 0 0,-1 0 0,1 0 1,0 0-1,0 0 0,1 0 1,-1-1-1,1 1 0,0 0 0,0-1 1,0 1-1,3 3 0,-4-35-7565,3-7-803</inkml:trace>
</inkml:ink>
</file>

<file path=ppt/ink/ink11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3:42:08.9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1 249 6883,'0'0'7484,"2"-8"-7316,7-24-170,-2 10-408,-1 0 1,6-45 0,-11 48-2,-1 12 283,0-1 0,0 1 0,1 0 0,0 0 0,1 0 0,-1 0 0,1 0-1,4-8 1,-6 14 132,0 1 0,0 0 0,0-1 0,0 1-1,0 0 1,0-1 0,1 1 0,-1 0 0,0-1 0,0 1-1,0 0 1,1 0 0,-1-1 0,0 1 0,0 0-1,1 0 1,-1-1 0,0 1 0,1 0 0,-1 0-1,0 0 1,1 0 0,-1 0 0,0-1 0,1 1 0,-1 0-1,0 0 1,1 0 0,-1 0 0,0 0 0,1 0-1,-1 0 1,0 0 0,1 0 0,-1 0 0,0 0-1,1 0 1,-1 0 0,0 1 0,1-1 0,-1 0 0,0 0-1,1 0 1,-1 0 0,0 1 0,0-1 0,1 0-1,-1 0 1,0 0 0,0 1 0,1-1 0,-1 0-1,0 1 1,0-1 0,1 0 0,-1 0 0,0 1 0,0-1-1,0 1 1,9 20 352,0 39 908,1 106 1,-3-17 141,-4-118-1197,-3-18-153,1-1-1,0 1 1,1-1-1,0 1 1,1-1 0,0 0-1,1 0 1,9 19-1,-12-59-2277,-1-17-774,0-16-2241</inkml:trace>
</inkml:ink>
</file>

<file path=ppt/ink/ink11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3:42:09.4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0 113 3121,'0'0'9005,"2"0"-8074,358 0 2396,-352 0-3348,0 0 1,-1-1-1,1 0 1,0 0-1,0-1 1,11-3-1,-17 4-88,0 0 0,0 0 0,0 0 0,0 0-1,0 0 1,0 0 0,-1-1 0,1 1 0,0 0 0,-1-1 0,1 0 0,-1 1 0,1-1-1,-1 0 1,0 0 0,0 0 0,0 0 0,0 0 0,0 0 0,0 0 0,0 0-1,-1 0 1,1 0 0,-1 0 0,0-1 0,1 1 0,-1-3 0,0-30-4701,0 17 933</inkml:trace>
</inkml:ink>
</file>

<file path=ppt/ink/ink11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3:42:09.8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 0 4274,'0'0'4034,"-2"7"-3658,-3 15 440,1 0 1,2 1-1,0-1 1,1 1-1,3 32 1,-1 1 164,-1 159 1175,0-214-2154,0 0 0,0 1 1,0-1-1,0 1 1,0-1-1,0 1 0,0-1 1,1 0-1,-1 1 1,0-1-1,1 0 0,-1 1 1,1-1-1,-1 0 0,1 0 1,0 1-1,-1-1 1,3 2-1,-2-2-127,-1-31-7986,0 7 2799</inkml:trace>
</inkml:ink>
</file>

<file path=ppt/ink/ink12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3:42:10.7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884 105 3826,'0'0'6717,"-7"-11"-6020,-27-33-190,31 40-440,-1 0 0,0 1-1,0-1 1,0 1 0,-1 0 0,1 0 0,-1 1 0,1-1 0,-1 1 0,0 0 0,0 0 0,0 1 0,0 0 0,-10-2-1,4 1-13,-11-2 53,0 2 1,0 1-1,-41 2 0,13 0 13,32 0-91,1 1-1,-1 0 1,1 2-1,0 0 1,0 0-1,0 2 1,1 0-1,-26 13 1,-11 11 41,-56 41 0,75-48-4,12-8 56,0 1 1,-21 22-1,34-30-8,1 1 0,1 0 0,-1 0 0,1 1 0,1 0 0,0 0 0,-6 14 0,2-2 99,2 0 0,0 0 1,2 1-1,0 0 1,2 0-1,0 1 1,0 30-1,4-40-89,0 8 202,4 39 0,-2-52-268,-1-1-1,2 0 0,-1 1 1,1-1-1,1 0 1,-1 0-1,9 12 1,12 16 212,2-1-1,1 0 1,60 56 0,-69-74-210,1-2-1,0 0 0,1 0 1,1-2-1,0-1 0,1-1 1,1 0-1,33 10 0,-29-15-26,1-2 1,-1-1-1,1-1 0,-1-2 0,33-2 0,-45 1-9,-4 0-32,0-1-1,-1 0 0,1 0 0,-1-1 0,1-1 0,-1 1 0,0-2 1,-1 1-1,1-2 0,-1 1 0,0-1 0,0-1 0,0 1 0,-1-1 1,0-1-1,11-13 0,0-2-193,-1-2-1,-1 0 1,-1 0-1,22-50 1,-29 52 121,0 0 0,-2 0 0,-1-1 1,-1 0-1,5-47 0,-8-126 155,-3 113-77,1 75-2,0 0 0,-1 1 0,0-1 0,-1 0 0,0 1 0,0-1 0,-1 1-1,0 0 1,0-1 0,-6-8 0,1 5 4,0 0-1,-1 1 0,0 0 1,-1 0-1,-15-12 1,18 16 115,-1 0-1,0 1 1,0 0 0,-11-5 0,-13 0-1756,5 9-3649</inkml:trace>
</inkml:ink>
</file>

<file path=ppt/ink/ink12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3:42:11.3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1024,'0'0'14255,"6"4"-12529,8 13-1162,-2 0 0,0 1 0,14 30-1,1 2 29,-22-41-495,6 11 61,1 1 0,1-2 0,1 0 0,0-1 0,2 0 0,27 25 0,-38-39-148,0-1 0,1 0 0,-1-1 0,0 1 0,1-1 0,0 0 0,-1 0 0,1-1 0,0 1 0,0-1 0,0-1 0,0 1 0,0-1 0,0 0 0,0 0 0,0-1 0,0 0 0,0 0 0,0 0 0,0-1 0,-1 0 0,1 0 0,0 0-1,-1-1 1,0 0 0,6-3 0,2-7-179,0-1 0,-1 0 0,0-1 1,12-21-1,27-33-862,-39 55 952,0 0 0,0 1 0,2 1 0,-1 0 0,2 1 0,-1 0 0,23-11 0,-35 21 504</inkml:trace>
</inkml:ink>
</file>

<file path=ppt/ink/ink12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3:42:11.6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 1 6131,'0'0'7078,"0"34"-6214,0 213 1519,-1-178-1357,0-15 222,8 83-1,-6-134-1215,8 43 292,-9-44-328,1-1 0,-1 1 0,0-1 1,1 0-1,-1 1 0,1-1 0,0 0 0,-1 1 0,1-1 0,0 0 0,0 0 0,0 0 0,0 1 1,0-1-1,0 0 0,0 0 0,0-1 0,0 1 0,1 0 0,-1 0 0,0 0 0,0-1 1,1 1-1,-1-1 0,1 1 0,1 0 0,-3-2-52,1 1 0,0-1 0,-1 1 1,1-1-1,-1 1 0,1-1 0,-1 1 0,1-1 0,-1 0 0,1 1 1,-1-1-1,0 1 0,1-1 0,-1 0 0,0 0 0,0 1 0,0-1 1,1 0-1,-1 1 0,0-1 0,0 0 0,0 0 0,0 1 0,0-1 1,0-1-1,0-2-264,8-74-5844,-7 58 2745,3-7-4766</inkml:trace>
</inkml:ink>
</file>

<file path=ppt/ink/ink12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3:42:12.3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84 5 5603,'-7'0'10626,"48"-2"-10356,-27 1-238,0 0 1,-1 1 0,1 0-1,0 1 1,-1 1-1,1 0 1,25 8 0,-37-9-27,1 0 1,-1 0 0,0 0-1,0 0 1,0 1-1,0-1 1,0 1 0,0 0-1,-1-1 1,1 1 0,0 0-1,-1 0 1,0 0-1,1 0 1,-1 0 0,0 0-1,0 0 1,1 4 0,-1-1 39,0 0 1,0-1-1,-1 1 1,0 0-1,0 0 0,0-1 1,0 1-1,-3 8 1,3-10-21,-2 0 1,1 0-1,0 0 1,-1 0-1,1 0 1,-1-1-1,0 1 1,0-1-1,0 1 1,0-1-1,0 0 1,0 1-1,-1-1 1,1 0-1,-1-1 1,-5 4-1,-4 4 33,-25 19 25,4-4 7,0 2 1,2 1 0,1 1-1,-28 34 1,56-60-39,1 0-1,0-1 1,-1 1-1,1 0 1,0 0 0,0 0-1,0 0 1,0 0-1,0 0 1,1 0-1,-1 0 1,1 0 0,-1 0-1,1 0 1,0 0-1,-1 3 1,6-1 264,7-1-212,-1 0 0,1-1 0,-1-1 0,1 0 0,0-1-1,22-2 1,5 1 39,43 0 10,145 6-156,-219-4-310,0 0 0,0 0 0,0 1 0,0 0-1,15 5 1</inkml:trace>
</inkml:ink>
</file>

<file path=ppt/ink/ink12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3:42:15.3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 98 3410,'0'0'9983,"-4"-2"-8956,-12-8-184,11 7 496,8 3-904,144 1 300,449-17-552,-553 11-213,280-16-298,-293 14-1667,-31-17-5603,-6 14 4284</inkml:trace>
</inkml:ink>
</file>

<file path=ppt/ink/ink12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3:42:15.7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 0 3826,'0'0'8980,"-2"18"-7862,1-10-1017,0-2-45,0 0 0,0 0 0,0 0 0,1 0 0,0 0 0,0 0 0,1 0 0,0 0 0,0 0 0,0 0 0,0 0 0,1 0 0,0-1 0,1 1 1,-1-1-1,1 1 0,0-1 0,0 0 0,1 0 0,6 7 0,2 0 41,1-1 0,1-1 1,0 0-1,0-1 0,1 0 1,0-1-1,27 10 0,-1-4-109,76 14 1,-116-28-12,0 0 1,0 1 0,0-1 0,0 1 0,0-1 0,0 1 0,0-1-1,-1 1 1,1 0 0,0 0 0,0-1 0,0 1 0,-1 0 0,1 0-1,-1 0 1,1 0 0,-1-1 0,1 1 0,-1 0 0,1 0 0,-1 0-1,0 0 1,1 0 0,-1 0 0,0 0 0,0 1 0,0-1 0,0 0-1,0 0 1,0 0 0,0 0 0,0 0 0,0 0 0,0 0 0,-1 0-1,0 2 1,0 2 3,-1 1-1,1 0 1,-2 0-1,1 0 1,-6 9-1,-9 9 116,-1 0 0,-26 26 0,-5 6 152,24-26-120,13-16-80,0 0 1,1 0 0,1 2 0,-11 18-1,21-32-255,-1-1-1,0 1 0,0 0 1,1-1-1,-1 1 0,1 0 0,0-1 1,-1 1-1,1 0 0,0-1 1,0 1-1,0 3 0,7-5-4679</inkml:trace>
</inkml:ink>
</file>

<file path=ppt/ink/ink12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3:42:16.5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27 5330,'0'0'7500,"2"-2"-6729,-1 1-706,0 0 1,0 1-1,0-1 1,1 0-1,-1 1 1,0-1-1,0 0 1,1 1-1,-1-1 0,1 1 1,-1 0-1,0 0 1,1-1-1,-1 1 1,1 0-1,-1 0 1,1 0-1,-1 0 1,1 1-1,-1-1 0,0 0 1,1 1-1,-1-1 1,0 0-1,1 1 1,-1 0-1,0-1 1,1 1-1,-1 0 1,0 0-1,0 0 0,0-1 1,0 1-1,1 2 1,6 4 232,-1 0 1,-1 0 0,11 16-1,-16-22-288,58 95 1500,4 4-343,-54-87-1043,1 0 0,1-1-1,0 0 1,0 0 0,16 10 0,-20-17-90,0-1-1,0 1 1,0-2 0,1 1-1,0-1 1,0 0 0,0 0 0,12 1-1,-1-1 17,1-1 0,27 0 1,-36-3-43,-1 0 1,0 0 0,0-1-1,0 0 1,0-1-1,0 0 1,-1 0 0,1-1-1,-1-1 1,0 0 0,0 0-1,-1 0 1,14-11 0,4-8-146,0 0 1,35-44-1,-52 57 81,-1 1-6,17-17-154,-2-2 0,0 0 0,-2-2 0,21-40 1,-40 66 179,-2 4 34,0 1 0,0-1 0,0 1 0,0-1 0,0 1 0,0 0 0,1-1 0,-1 1 0,0 0 0,0-1 0,0 1 0,1-1 0,-1 1-1,0 0 1,0 0 0,1-1 0,-1 1 0,0 0 0,1-1 0,-1 1 0,0 0 0,1 0 0,-1 0 0,0-1 0,1 1 0,0 0 0,-1 0-89,1 8-498,2 50-2034,-2-16-3030,-1-23-318</inkml:trace>
</inkml:ink>
</file>

<file path=ppt/ink/ink12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3:42:16.8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7764,'0'0'5397,"0"35"-4640,0 229 1063,0 249 1835,0-511-3919,6-11-1873,17-64-4917,-14 35-371</inkml:trace>
</inkml:ink>
</file>

<file path=ppt/ink/ink12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3:42:17.2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 10 6611,'0'0'5707,"-2"-6"-4743,1 3-838,0 4 651,0 110 1576,-1-10-939,13 116 0,-10-199-1342,-1-14-70,0 1 0,1-1 0,-1 1 1,1-1-1,0 1 0,0-1 0,0 1 0,0-1 0,1 0 0,0 0 1,0 0-1,0 0 0,0 0 0,5 6 0,-7-10-21,0 0-1,0 0 0,0 0 1,1 0-1,-1 0 0,0 0 1,0 0-1,0 0 1,0 1-1,1-1 0,-1 0 1,0 0-1,0 0 0,0 0 1,0 0-1,1 0 0,-1 0 1,0 0-1,0 0 1,0 0-1,0 0 0,0 0 1,1-1-1,-1 1 0,0 0 1,0 0-1,0 0 0,0 0 1,1 0-1,-1 0 1,0 0-1,0 0 0,0 0 1,0-1-1,0 1 0,0 0 1,0 0-1,1 0 1,-1 0-1,0 0 0,0 0 1,0-1-1,0 1 0,0 0 1,0 0-1,0 0 0,0 0 1,0-1-1,0 1 1,0 0-1,0 0 0,0 0 1,0 0-1,0-1 0,0 1 1,0 0-1,0 0 0,0 0 1,0 0-1,0-1 1,0 1-1,0 0 0,-1 0 1,10-86-4189,-5 24 271</inkml:trace>
</inkml:ink>
</file>

<file path=ppt/ink/ink12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3:42:17.6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34 7652,'0'0'5842,"1"0"-5119,134 2 2589,66 14-2811,-199-15-615,0-1 0,0 1 0,0-1 0,0 0 0,0 0 0,0 0 1,0 0-1,0 0 0,0 0 0,0-1 0,0 1 0,0-1 1,4-1-1,-6 1-224,1 0 1,0 0 0,0-1 0,0 1-1,-1-1 1,1 1 0,-1 0-1,1-1 1,-1 1 0,0-1 0,0 1-1,1-1 1,-1 1 0,0-1 0,0 0-1,0 1 1,-1-3 0,1-18-4169</inkml:trace>
</inkml:ink>
</file>

<file path=ppt/ink/ink12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3:42:18.0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6787,'0'0'8452,"121"56"-7828,-67-56-320,5 0-31,-1 0-209,-8-4-32,-8-7-32,-13 0-225,-4 7-335,-8 0-544,-1 4-433,-7 0-1568</inkml:trace>
</inkml:ink>
</file>

<file path=ppt/ink/ink12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3:42:20.7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450 2 8980,'0'0'4565,"-8"0"-4413,-26 0 74,-8-2 495,-57 6-1,89-1-674,0-1-1,0 2 0,0-1 0,1 1 0,-1 1 1,1 0-1,0 0 0,1 1 0,-1 0 0,1 0 0,-12 13 1,2-1 75,0 2 0,2 0 0,-22 32 1,31-39-83,0-1 1,0 1 0,1 1 0,1-1 0,0 1 0,1 0-1,-2 14 1,2-3 17,2 0-1,0 0 0,3 31 1,0-49-36,0 0 0,0 0 0,1 0 0,0 0 0,0 0-1,1-1 1,-1 1 0,2-1 0,-1 1 0,1-1 0,0 0 0,0 0 0,6 6 0,9 9 27,2-1 0,24 18 0,-6-4-16,-7-6-11,11 9-8,-2 2 0,52 64 0,-83-90-12,0 1-1,-1-1 1,-1 1-1,0 1 1,-1 0-1,0 0 1,-2 0-1,1 1 1,-2 0-1,0 0 1,-1 0-1,-1 0 0,1 20 1,-3-32 9,0 1 0,0-1-1,0 1 1,0-1 0,-1 1 0,0-1 0,0 1-1,0-1 1,-1 1 0,1-1 0,-1 0 0,0 0 0,0 0-1,0 0 1,-1 0 0,0 0 0,1-1 0,-1 1-1,0-1 1,-1 0 0,1 0 0,-1 0 0,1 0-1,-1-1 1,0 1 0,0-1 0,0 0 0,0 0-1,0 0 1,-7 1 0,-9 4 9,-1-1-1,1-1 1,-1-1 0,-35 3-1,-88-4-688,98-3-68,44 0 617,0 0 0,0 0 0,0 0 0,-1 0 0,1 0 0,0-1 0,0 1 0,0-1 0,0 1 0,0-1 0,0 0 0,0 0 0,0 0 0,-4-2 0,5 2-199,0-1 0,0 1 1,0-1-1,0 0 0,0 1 0,1-1 0,-1 0 1,0 1-1,1-1 0,0 0 0,-1 0 0,1 0 1,0 1-1,0-1 0,0 0 0,0-3 1,0-18-5161</inkml:trace>
</inkml:ink>
</file>

<file path=ppt/ink/ink12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3:42:21.0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 1 5394,'0'0'7860,"-17"270"-5763,17-173-640,9-7-625,12-19-192,4-14-416,-9-27-224,1-12-96,0-18-880,-9 0-1185,-8-56-1024</inkml:trace>
</inkml:ink>
</file>

<file path=ppt/ink/ink12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3:42:21.4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0 113 7876,'0'0'9828,"246"0"-9476,-142-18-96,0-1-256,-4 0 0,-21 4-32,-20-4-560,-18 8-448,-11 4-1297,-10 3-1793,-7 4-3538</inkml:trace>
</inkml:ink>
</file>

<file path=ppt/ink/ink12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3:42:22.0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484 77 6979,'0'0'3703,"-11"-10"-3209,-32-34 183,41 42-618,0 0 0,0 0 0,0 0 0,0 0-1,0 1 1,0-1 0,-1 1 0,1 0-1,0-1 1,-1 1 0,1 0 0,-1 0 0,1 1-1,-1-1 1,0 0 0,1 1 0,-1 0-1,0-1 1,1 1 0,-1 0 0,0 1 0,-2-1-1,-10 1 143,-6-1-27,12-1-66,-1 1-1,1 0 1,-1 0-1,1 1 1,-1 0-1,1 0 1,-1 1 0,1 1-1,0 0 1,0 0-1,-15 8 1,8-1 11,0 1 0,1 1 0,1 0-1,0 1 1,1 0 0,0 1 0,1 1 0,0 0 0,2 0 0,-1 1 0,2 1 0,0-1 0,1 1 0,1 1-1,1 0 1,0 0 0,1 0 0,1 1 0,1-1 0,-2 36 0,4-27 174,5 53-1,-2-70-258,0 0 1,0 0-1,1-1 0,0 1 1,1-1-1,0 1 0,0-1 0,9 12 1,6 6 45,1-1 0,1-1 0,28 25 0,79 60-33,-49-43-142,-63-53 13,-1 0 1,-1 1-1,0 0 1,18 28-1,-25-33 57,-2 0 1,1 0-1,-2 1 1,1 0-1,-2 0 1,1 1-1,-1-1 0,-1 0 1,2 19-1,-3-22 20,-1 1-1,0 0 1,0 0-1,-1-1 1,0 1-1,0 0 1,-4 10-1,3-14 5,0 0-1,0 0 1,-1-1-1,1 1 1,-1-1 0,0 1-1,-1-1 1,1 0-1,-1 0 1,0-1-1,0 1 1,0-1 0,-5 4-1,-6 2 7,0 0 1,-1-1-1,-1 0 0,1-1 0,-1-1 1,0-1-1,-32 6 0,7-5-21,1-2-1,-49-1 0,86-3-53,-1 0 0,1 0 0,0 0 0,-1 0 0,1-1-1,0 0 1,0 0 0,0 0 0,0 0 0,0 0 0,-5-3 0,7 2-95,0 0 0,1 0 1,-1 0-1,0 0 0,1 0 1,0 0-1,0 0 0,-1 0 1,1 0-1,1-1 0,-1 1 0,0 0 1,0-1-1,1 1 0,-1 0 1,1-1-1,0 1 0,0-1 1,0-3-1,0-45-4960</inkml:trace>
</inkml:ink>
</file>

<file path=ppt/ink/ink12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3:42:22.5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37 27 10789,'0'0'6301,"-6"41"-5343,-19 132-51,23-157-703,0 0 1,1 0-1,1 1 0,3 30 0,-2-42-164,0 0 1,0-1-1,1 1 1,0-1-1,0 1 1,0-1-1,1 0 1,-1 0-1,1 0 1,0 0-1,0 0 1,0-1-1,7 7 1,-5-7-35,0 0 1,-1 0 0,1-1 0,0 0-1,1 1 1,-1-2 0,0 1 0,1 0-1,-1-1 1,1 0 0,-1-1-1,1 1 1,-1-1 0,1 0 0,0 0-1,-1-1 1,1 0 0,-1 0 0,1 0-1,-1 0 1,0-1 0,6-2-1,-4-1-56,-1 1-1,1-1 1,-1 0-1,0-1 1,0 1-1,-1-1 1,1 0-1,-1-1 1,-1 1-1,1-1 0,6-14 1,-4 6-366,0 0 1,-1-1 0,-1 0-1,6-32 1,-7 25-551,-2 0 1,-1 0 0,-3-45 0,2 64 909,-1-1 0,1 1 0,-1 0 0,0 0 1,0 0-1,-1 0 0,1 0 0,-1 0 0,0 1 0,0-1 0,0 0 0,-1 1 0,1-1 0,-1 1 0,0 0 0,1 0 1,-2 0-1,1 0 0,0 1 0,0-1 0,-1 1 0,0 0 0,1 0 0,-1 0 0,0 0 0,-5-1 0,-7-1 467,0 1 0,0 1 0,0 0 0,0 1 0,-22 1 0,33 0-228,1-1-89,1 1 0,-1 0 0,0 0 0,1 1 0,-1-1 0,0 1 0,1-1 0,-1 1 0,1 0 0,-1 0 0,1 1 0,-1-1 0,1 1 0,0 0 0,0 0 0,0 0 0,0 0 0,0 0 0,0 1-1,1-1 1,-1 1 0,-3 5 0,4-6-337,0 1 432</inkml:trace>
</inkml:ink>
</file>

<file path=ppt/ink/ink12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3:42:23.3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363 0 2321,'0'0'11464,"0"3"-10858,-1 6-422,1-1 1,-2 1-1,1 0 1,-1 0 0,-1-1-1,-4 14 1,-29 52 159,4-8-132,-181 485 1126,203-524-1264,2-7-45,-1 3 58,0-1-1,2 2 1,0-1-1,2 1 1,1 0-1,-3 36 1,8-60-107,0 0 0,0 1 0,0-1 0,0 0 0,0 0 1,0 0-1,0 0 0,0 0 0,0-1 0,0 1 0,0 0 0,0 0 1,0-1-1,0 1 0,0 0 0,0-1 0,1 0 0,3-2-124,0-1 0,0 0 0,-1 0-1,0 0 1,0 0 0,0-1 0,0 1 0,5-10 0,24-47-1866,-25 44 1182,22-44-3139,-1-8-2033</inkml:trace>
</inkml:ink>
</file>

<file path=ppt/ink/ink12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3:42:23.7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 6515,'0'0'5904,"7"0"-5256,20-2 233,-26 2-828,0 0 0,1 0 1,-1 0-1,0 1 0,1-1 1,-1 0-1,0 1 0,1-1 1,-1 1-1,0 0 0,0-1 1,1 1-1,-1 0 0,0 0 1,0-1-1,0 1 0,0 0 0,0 0 1,0 0-1,0 0 0,-1 1 1,1-1-1,0 0 0,-1 0 1,1 0-1,0 1 0,0 1 1,3 5 174,25 44 1038,39 103 1,7 65 406,-14-39-632,120 225-208,-176-395-2200,-8-17-2071,-4-5 2245,-17-21-2219,-8-1-1580</inkml:trace>
</inkml:ink>
</file>

<file path=ppt/ink/ink12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3:42:24.0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1 128 10677,'0'0'3874,"267"-4"-3042,-134-26-832,0-3-32,-12 3-1553,-25 0-3393</inkml:trace>
</inkml:ink>
</file>

<file path=ppt/ink/ink12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3:42:26.9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 3 8132,'0'0'6477,"-7"-3"-5730,7 4-714,0-1 0,0 0 0,0 0 0,0 0 1,0 0-1,0 0 0,0 0 0,0 0 0,0 0 0,0 0 0,0 1 1,1-1-1,-1 0 0,0 0 0,0 0 0,-1 0 0,1 0 0,0 0 1,0 0-1,0 0 0,0 1 0,0-1 0,0 0 0,0 0 0,0 0 1,0 0-1,0 0 0,0 0 0,0 0 0,0 0 0,0 0 0,0 0 1,0 1-1,0-1 0,0 0 0,0 0 0,-1 0 0,1 0 1,0 0-1,0 0 0,0 0 0,0 0 0,0 0 0,0 0 0,0 0 1,0 0-1,0 0 0,-1 0 0,1 0 0,15 23 542,0 1 0,-2 0 0,19 52 0,3 2 25,-34-75-579,15 30 230,2 0 1,23 31 0,-36-56-225,1 0 0,1 0 0,-1 0-1,1-1 1,1-1 0,-1 1 0,1-1 0,0 0 0,1-1 0,0 0 0,-1 0 0,1-1 0,10 4 0,-8-5-23,0-1 1,1 0 0,-1-1 0,0 0 0,0 0-1,1-2 1,-1 1 0,0-1 0,1-1-1,-1 0 1,0 0 0,0-1 0,0-1 0,-1 0-1,1 0 1,-1-1 0,0-1 0,0 1-1,-1-2 1,0 1 0,0-1 0,0 0 0,11-13-1,2-4-430,-1-1-1,-1 0 0,-1-2 0,-1 0 0,-1-1 0,-2-1 0,15-38 0,-28 59 55,1 0 1,-1-1-1,-1 1 0,0-1 0,0 1 0,-1-10 0,0 17-463,-1 1 75,0 0 625,0 1 0,0-1 0,0 1 0,0-1-1,1 0 1,-1 1 0,0 0 0,0-1 0,0 1 0,0-1 0,1 1-1,-1 0 1,0 0 0,1-1 0,-1 1 0,0 0 0,1 0-1,-1 1 1,-10 19-2520,9-18 1778,-10 24-4813</inkml:trace>
</inkml:ink>
</file>

<file path=ppt/ink/ink12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3:42:27.3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 1 3666,'0'0'9556,"0"42"-8142,0 276 422,1-212-1040,-5 189 678,3-259-1603,1-29-763,0-25-579,0 11 827,1 0 0,0 0 0,0 0-1,0 0 1,1 0 0,0 0 0,1 1 0,-1-1 0,1 1-1,7-11 1,18-28-5415</inkml:trace>
</inkml:ink>
</file>

<file path=ppt/ink/ink12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3:42:27.7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5635,'0'0'7528,"10"0"-6885,1 0-567,3-1 426,1 2 0,21 2 0,-31-2-390,-1 0-1,1 0 0,0 1 0,0-1 1,-1 1-1,1 0 0,-1 1 0,0-1 0,1 1 1,-1 0-1,0-1 0,5 7 0,-5-5-51,-1 0 1,0 0-1,0 1 0,0 0 0,0 0 0,-1 0 0,1 0 0,-1 0 0,-1 0 1,1 0-1,-1 1 0,1 5 0,0 7 147,-1 1 0,-1 23 0,0-13-33,-1-12-119,-1-1 0,0 0 1,-1 0-1,-1 1 0,0-2 0,-1 1 0,-1 0 0,-1-1 0,0 0 0,0-1 1,-11 15-1,-1 0-31,11-19-22,1 0 1,1 1 0,0 0-1,1 0 1,-6 16 0,11-26-5,-1-1 1,1 1-1,0-1 1,0 0-1,0 0 1,-1 1-1,1-1 1,0 0-1,0 0 1,0 1-1,0-1 1,0 0-1,0 1 1,0-1-1,0 0 1,0 0-1,0 1 1,0-1-1,0 0 1,0 1-1,0-1 1,0 0 0,0 1-1,0-1 1,0 0-1,0 0 1,0 1-1,0-1 1,0 0-1,1 0 1,-1 1-1,0-1 1,0 0-1,0 0 1,1 1-1,-1-1 1,0 0-1,0 0 1,0 0-1,1 1 1,-1-1-1,0 0 1,0 0-1,1 0 1,-1 0 0,0 0-1,1 1 1,-1-1-1,0 0 1,0 0-1,1 0 1,-1 0-1,1 0 1,21 0 54,0-1 0,0-1-1,0 0 1,0-2 0,24-7 0,-22 3-58,61-19-281,121-23 1,-179 47-306,-20 3-140,0-1 1,1 0-1,-1 0 1,0-1 0,0 0-1,10-4 1,-11-1-4368</inkml:trace>
</inkml:ink>
</file>

<file path=ppt/ink/ink12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3:42:28.0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7684,'0'0'8051,"104"52"-7843,-54-52 0,-4 0-96,-4 0-112,-5 0-320,-8 0-720,-8-7-673,-12-12-1969,-9 4-720</inkml:trace>
</inkml:ink>
</file>

<file path=ppt/ink/ink12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3:42:28.4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12 8308,'0'0'5490,"275"0"-3825,-183-4-1265,-9 0-400,-16 4-928,-17 0-1105,-21-3-3714</inkml:trace>
</inkml:ink>
</file>

<file path=ppt/ink/ink12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3:42:30.1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267 223 6211,'0'0'3964,"17"-21"-3401,51-70 120,-63 85-446,-1-1-1,0 1 1,0-1-1,6-14 1,-10 19-60,1-1 1,0 1 0,-1-1-1,0 1 1,0-1-1,0 1 1,0-1-1,0-4 1,-1-8 776,0 14-948,1 0-1,0 1 1,-1-1 0,1 0-1,0 1 1,-1-1-1,1 1 1,0-1 0,-1 1-1,1-1 1,-1 1-1,1-1 1,-1 1 0,1 0-1,-1-1 1,0 1 0,1 0-1,-1-1 1,1 1-1,-1 0 1,0-1 0,1 1-1,-1 0 1,-1 0-1,-20-5 122,19 5-84,-21-3-25,0 1 1,0 1 0,-41 4-1,58-1-18,0-1-1,0 1 0,1 1 0,-1-1 0,1 1 0,0 0 0,-1 1 0,1-1 0,1 1 1,-1 0-1,-8 8 0,3-2 17,1 1 1,0 0-1,0 1 1,-12 18-1,18-22 5,0 0-1,0 1 1,1-1-1,0 1 1,0-1-1,1 1 1,-2 15-1,1 4 64,1 32-1,3-49-50,0-1 0,0 1 0,1-1 0,0 1 0,1-1 0,0 0 0,1 0 0,0 0 0,1-1 0,0 1 0,0-1 0,8 11 1,10 9 95,1-1 1,34 31 0,-8-9-2,-28-27-79,3 4 29,42 54 0,-62-73-80,1 0 0,-1 1 0,0 0 0,-1 0 0,0 0 0,-1 0 0,0 1 0,0 0 0,-1-1 1,0 1-1,1 17 0,-3-24 2,-1-1-1,1 0 1,-1-1 0,1 1 0,-1 0 0,0 0-1,1 0 1,-1 0 0,0 0 0,0-1 0,0 1-1,-1 0 1,1-1 0,0 1 0,-1-1 0,1 1-1,-1-1 1,1 0 0,-1 0 0,0 1 0,1-1-1,-1 0 1,0-1 0,0 1 0,0 0 0,-3 1-1,-8 1-11,1 1 1,0-2-1,-15 3 0,18-4-15,-40 4-1262,-95-3 1,136-2 916,-1-1 0,0 0 0,-15-3 1,22 3 166,0 1 1,0-1-1,1 1 1,-1-1-1,0 0 1,0 0-1,0 0 0,1 0 1,-1 0-1,0 0 1,1-1-1,-1 1 1,1-1-1,0 1 1,-1-1-1,1 1 1,0-1-1,0 0 0,0 1 1,0-1-1,-1-4 1,0-9-2269</inkml:trace>
</inkml:ink>
</file>

<file path=ppt/ink/ink12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3:42:30.4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 0 7283,'0'0'8356,"-17"255"-7395,17-176-273,0 0-80,0-23-416,0-18-176,0-20-16,0-14-304,17-4-800,8-30-1185,-8-34-817,-1-26-6994</inkml:trace>
</inkml:ink>
</file>

<file path=ppt/ink/ink12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3:42:31.0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447 35 3986,'0'0'7779,"-19"-5"-7357,-64-18-43,74 21-275,0 1 1,1-1-1,-1 1 0,0 1 1,0-1-1,0 2 0,1-1 1,-1 1-1,0 1 1,0-1-1,-9 4 0,4 1 70,0 1-1,1 0 0,0 0 1,-18 15-1,21-15-54,-5 3 126,1 2 1,0-1-1,1 1 0,-14 17 1,21-22-138,1 0 1,0 0 0,0 1 0,0 0-1,1 0 1,0 0 0,1 1-1,0-1 1,0 1 0,-2 11 0,3 4 38,1 0 0,2 32 0,-1-49-130,1 2 2,0-1 0,1 1-1,0-1 1,0 1-1,1-1 1,0 0-1,0 0 1,1 0 0,0-1-1,0 1 1,1-1-1,0 0 1,8 8 0,9 9 57,1-2 1,31 25 0,-35-31-53,49 37-6,-43-35 1,-1 1-1,0 1 0,-1 1 0,22 28 1,-42-43-22,0-1 1,0 0-1,0 1 1,-1-1-1,0 1 1,-1 0-1,1 0 1,-1-1 0,0 1-1,0 0 1,-1 0-1,0 0 1,0 0-1,0 0 1,-2 9-1,2-14 3,-1 3-2,0 0 1,0 0 0,0 0 0,0 0-1,-1 0 1,0 0 0,0-1-1,0 1 1,0-1 0,0 1-1,-1-1 1,1 0 0,-1 0 0,0 0-1,0 0 1,0-1 0,0 1-1,-1-1 1,-4 3 0,-9 5-12,-1 0 0,-29 10 0,38-16 3,-7 3-51,9-4-39,0 0 0,1 0 0,-1-1-1,0 0 1,0 0 0,0 0 0,-12 0 0,19-2 43,-1 0-1,1 0 0,0 0 0,0 0 0,-1 0 1,1 0-1,0 0 0,0 0 0,0 0 1,-1 0-1,1 0 0,0 0 0,0 0 1,-1 0-1,1 0 0,0 0 0,0 0 1,0-1-1,-1 1 0,1 0 0,0 0 0,0 0 1,0 0-1,0 0 0,-1-1 0,1 1 1,0 0-1,0 0 0,0 0 0,0-1 1,0 1-1,0 0 0,0 0 0,-1 0 1,1-1-1,0 1 0,0 0 0,0 0 1,0-1-1,0 1 0,0 0 0,0 0 0,0-1 1,0 1-1,0 0 0,0 0 0,0 0 1,0-1-1,1 1 0,-1 0 0,0 0 1,0-1-1,0 1 0,0 0 0,0-6-777,0-32-3490</inkml:trace>
</inkml:ink>
</file>

<file path=ppt/ink/ink12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3:42:31.3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177 83 5475,'0'0'9641,"-26"31"-8475,-80 104-112,100-126-898,0 0 0,1 0 0,0 1 0,0 0 0,-5 17 0,8-20 18,1 1-1,0 0 1,0 0-1,1 13 1,-1-3 95,1-8-119,-1 15 424,3 36 1,-2-59-563,0-1 0,1 1 1,-1-1-1,0 1 0,1-1 0,0 1 0,-1-1 1,1 0-1,0 1 0,-1-1 0,1 0 0,0 0 0,0 1 1,0-1-1,0 0 0,0 0 0,0 0 0,0 0 0,1 0 1,-1 0-1,0-1 0,2 2 0,0-1-4,1 0 0,-1 0 0,0 0 0,0 0-1,1-1 1,-1 1 0,0-1 0,1 0 0,-1 0 0,4-1-1,0 1-13,-1-1-1,1-1 1,-1 1-1,1-1 1,-1 0-1,0-1 1,0 1-1,0-1 1,0 0-1,0-1 1,5-4-1,-2-1-117,1-2-1,-1 0 0,-1 0 1,0 0-1,-1-1 0,0 0 1,5-13-1,-2 1-449,-1 1-1,-1-1 1,5-26-1,-8 29-145,-2-1-1,0 0 0,-1-1 1,-2 1-1,0 0 0,-4-28 0,4 47 666,-1 1-1,1 0 0,-1-1 0,0 1 0,0 0 1,0 0-1,0 0 0,0-1 0,0 1 0,0 0 1,-1 0-1,1 1 0,-1-1 0,1 0 0,-1 0 1,0 1-1,0-1 0,0 1 0,0-1 0,0 1 0,0 0 1,0 0-1,0 0 0,0 0 0,-1 0 0,-2 0 1,-5-1 50,-1 0 0,0 1 0,0 0-1,-18 2 1,-20-3-71,48 2-9,-1-1 1,1 1-1,-1-1 1,1 1-1,-1-1 1,1 0-1,-1 1 1,1-1-1,0 0 1,0 0-1,-2-1 1,-17-21-3819</inkml:trace>
</inkml:ink>
</file>

<file path=ppt/ink/ink12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3:42:31.8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1 304,'0'0'16504,"195"94"-15752,-95-91-144,5-3-384,-1 0-224,-4 0-96,-21-3-608,-12-16-1361,-17 4-1905,-9 0-3729</inkml:trace>
</inkml:ink>
</file>

<file path=ppt/ink/ink12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3:42:32.2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197 87 2401,'0'0'5189,"15"-14"-4303,46-44 539,-45 44 2544,-18 17-3544,-46 96 468,-142 460 1306,185-542-2131,-6 17 44,2 0 1,1 1-1,2-1 0,-3 54 0,9-88-115,0 1 0,0-1-1,0 0 1,0 0 0,0 0-1,0 0 1,0 0 0,0 0 0,0 1-1,0-1 1,0 0 0,0 0-1,0 0 1,0 0 0,0 0-1,0 0 1,0 1 0,0-1 0,0 0-1,0 0 1,0 0 0,0 0-1,0 0 1,1 0 0,-1 0 0,0 0-1,0 1 1,0-1 0,0 0-1,0 0 1,0 0 0,0 0-1,0 0 1,1 0 0,-1 0 0,0 0-1,0 0 1,0 0 0,0 0-1,0 0 1,0 0 0,1 0-1,-1 0 1,0 0 0,0 0 0,0 0-1,0 0 1,0 0 0,0 0-1,0 0 1,1 0 0,-1 0 0,0 0-1,0 0 1,0 0 0,0 0-1,0 0 1,1 0 0,6-6-171,1-3-99,0-1 1,-1 1-1,0-1 1,-1-1-1,9-18 0,21-63-2928,-14 17-1462</inkml:trace>
</inkml:ink>
</file>

<file path=ppt/ink/ink12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3:42:32.6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9076,'0'0'5579,"20"6"-5198,-5-3-253,-10-2-80,0 0 1,1 0 0,-1 0 0,0 1-1,1-1 1,-1 1 0,0 1 0,0-1-1,-1 1 1,1-1 0,0 1 0,-1 1-1,0-1 1,1 1 0,-1-1 0,-1 1-1,1 0 1,-1 1 0,1-1 0,-1 1-1,0-1 1,3 8 0,29 90 1633,43 202 0,-56-199-852,71 202-1,-48-223-930,-70-116-12633,5 9 5606</inkml:trace>
</inkml:ink>
</file>

<file path=ppt/ink/ink12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3:42:33.0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98 13238,'0'0'4018,"284"30"-3346,-180-41-672,-8-23-704,-17-7-1329,-17-1-2161</inkml:trace>
</inkml:ink>
</file>

<file path=ppt/ink/ink12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3:42:24.8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0 688,'0'0'0</inkml:trace>
</inkml:ink>
</file>

<file path=ppt/ink/ink12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3:42:25.2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 1665,'0'0'185,"1"0"0,-1-1-1,0 1 1,1 0 0,-1 0 0,1-1 0,-1 1 0,1 0 0,-1 0 0,0 0 0,1 0 0,-1 0-1,1 0 1,-1 0 0,1 0 0,-1 0 0,1 0 0,-1 0 0,1 0 0,-1 0 0,1 0 0,-1 0-1,1 0 1,0 12 1010,-1-8-2796,0 5-1006</inkml:trace>
</inkml:ink>
</file>

<file path=ppt/ink/ink12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3:42:33.6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 1 5683,'0'0'7318,"-4"10"-6409,-12 30 65,14-38-487,-1 8 324,5-8 221,1-3 1136,249 1-1134,-142 0-9031</inkml:trace>
</inkml:ink>
</file>

<file path=ppt/ink/ink12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3:42:34.0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183 83 8900</inkml:trace>
  <inkml:trace contextRef="#ctx0" brushRef="#br0" timeOffset="1">183 83 8900,'-183'-83'2321,"196"83"-1681,45 0 849,17 0-384,8 0-673,5 0-384,-5 0-48,-20 0-80,-13 0-544,-21 4-1025,-25 7-3137</inkml:trace>
</inkml:ink>
</file>

<file path=ppt/ink/ink12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4:01:21.6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43 237 17287,'-7'17'40,"-1"5"8,1-1 1,1 1-1,1 1 1,1-1 0,1 1-1,0 26 1,3-18 32,6 136 606,-4-147-579,2-1-1,0 1 0,1-1 0,1 0 0,0 0 0,13 23 0,-5-13 40,2-2 1,2 0 0,0-1-1,2-1 1,27 28 0,-39-46-137,1 0 0,0 0 1,0-1-1,0-1 0,1 1 1,0-2-1,0 1 0,0-1 1,0-1-1,1 0 0,-1 0 1,1-1-1,0-1 0,0 1 1,0-2-1,0 0 0,0 0 1,0-1-1,0 0 0,-1-1 1,1 0-1,0 0 0,-1-1 1,1-1-1,-1 0 0,0-1 1,12-6-1,-2-5-454,-1 0 1,0-1-1,-1-1 1,-1 0-1,-1-2 1,0 0-1,21-38 1,-24 46-1096</inkml:trace>
</inkml:ink>
</file>

<file path=ppt/ink/ink12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3:42:44.4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175 2 5378,'-3'-2'10941,"3"2"-10871,-5 5-6,0 0 0,0 0 0,0 0 1,1 1-1,0 0 0,0 0 0,0 0 0,-3 7 0,-6 11 7,-2 2-35,1-1 0,1 2 0,2 0 0,0 0 0,2 1 0,-6 29 0,6-5 102,2-1 1,-1 82-1,7-74-38,-1 6 272,2-1-1,16 117 1,-12-159-236,1-1 1,1 0-1,1 0 1,19 37-1,-19-44-66,2 0 0,-1-1 0,2-1 0,-1 0 0,2 0 0,0 0 0,22 17 0,-23-22-49,0-1 0,0 0-1,0 0 1,1-1 0,0 0 0,1-1-1,-1 0 1,0-1 0,1 0-1,0-1 1,0 0 0,0-1 0,0 0-1,0-1 1,0-1 0,22-3-1,-30 4-83,-1-1 0,0-1 0,0 1 0,0 0 0,0-1 0,0 1 0,0-1-1,-1 0 1,1 0 0,-1 0 0,1 0 0,-1 0 0,1-1 0,-1 1-1,0-1 1,0 1 0,0-1 0,-1 0 0,1 0 0,-1 0 0,1 0 0,-1 0-1,0 0 1,0 0 0,0-6 0,2-8-1418,-1 0 1,0 0-1,-2-31 1,-1 25-1244,1-22-4717</inkml:trace>
</inkml:ink>
</file>

<file path=ppt/ink/ink12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3:42:44.8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351 0 2209,'0'0'11496,"-1"3"-11107,-9 28 35,-23 44 0,1-1-260,-40 138 390,15-40-143,12-53-178,-45 143 9,89-260-242,-1 6-10,0 0 0,0 0 0,1 0 0,-1 15 0,10-29-938,4-14 32,-1 0-1,-1 0 0,-1-1 1,11-35-1,-3 1-3005</inkml:trace>
</inkml:ink>
</file>

<file path=ppt/ink/ink12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3:42:45.2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2369,'0'0'8772,"15"7"-7838,6 2-398,23 15 0,-41-22-437,1 1-1,-1-1 0,0 1 1,0 0-1,0 0 1,-1 0-1,1 0 0,-1 1 1,1-1-1,-1 1 0,0 0 1,-1-1-1,1 1 0,0 0 1,-1 0-1,1 6 0,3 5 263,19 62 1171,13 82 0,3 80 57,9 43-543,-42-248-960,2-1 1,2 0-1,1 0 1,1-1-1,2 0 1,20 31 0,-35-63-129,0 0 0,0 0 0,0 0 1,0 0-1,0 0 0,0 0 1,0 0-1,0-1 0,0 1 1,0 0-1,0 0 0,0 0 1,0 0-1,0 0 0,0 0 1,0 0-1,0 0 0,0 0 1,0 0-1,0 0 0,1-1 1,-1 1-1,0 0 0,0 0 1,0 0-1,0 0 0,0 0 1,0 0-1,0 0 0,0 0 0,0 0 1,0 0-1,0 0 0,1 0 1,-1 0-1,0 0 0,0 0 1,0 0-1,0 0 0,0 0 1,0 0-1,0 0 0,0 0 1,0 0-1,0 0 0,1 0 1,-1 0-1,0 0 0,0 0 1,0 0-1,0 0 0,0 0 1,0 0-1,0 1 0,0-1 1,0 0-1,0 0 0,0-16-1522,-6-21-884,2 27 1104,-1 0 1,-11-15-1,15 24 1213,-31-51-6072</inkml:trace>
</inkml:ink>
</file>

<file path=ppt/ink/ink12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3:42:45.6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87 3890,'0'0'9092,"275"-19"-8788,-200 0-304,-12 4-1072,-13-4-2178,-13 4-4225</inkml:trace>
</inkml:ink>
</file>

<file path=ppt/ink/ink12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3:42:46.0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45 41 4978,'0'0'7508,"-11"0"-6521,-23 0-4,68 0 238,42 1-770,207-9 170,-99-3-2064,-183 11 501,-1-1 736,0 1 1,0-1-1,0 0 1,-1 1-1,1-1 1,0 1-1,0-1 0,0 1 1,-1 0-1,1-1 1,0 1-1,-1-1 1,1 1-1,0-1 0,-1 1 1,1 0-1,0-1 1,-1 1-1,1 0 1,-1-1-1,1 1 0,-1 0 1,1 0-1,-1-1 1,-1 0-520,-17-10-2749</inkml:trace>
</inkml:ink>
</file>

<file path=ppt/ink/ink12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3:42:46.3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6147,'0'0'5586,"2"41"-4545,-1-8-787,21 242 1992,12 10 563,-33-273-2736,1 0 0,0 0-1,0 0 1,1-1 0,1 1 0,0-1 0,0 0 0,1 0-1,9 14 1,-13-24-99,-1 0 0,1 0 0,0 0 0,0 0 0,-1-1 0,1 1 0,0 0 0,0 0 0,0-1 0,0 1 0,0 0 0,0-1 0,0 1 0,0-1 0,0 1 0,0-1 0,0 0 0,1 1 0,-1-1 0,0 0 0,0 0 0,0 0 0,2 0 0,-3-5-729,0-68-3420,0 27-2471</inkml:trace>
</inkml:ink>
</file>

<file path=ppt/ink/ink12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3:42:46.9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 15 6467,'0'0'6165,"3"-2"-5650,-2 1-141,8-8-404,-1 6 3635,-8 16-3184,-1 159 945,2 202 214,0-348-1494,1-1 0,1 0 0,1 0 0,2-1-1,0 1 1,10 25 0,-11-40-56,-1 0-1,1-1 0,1 0 0,0 0 1,0 0-1,1 0 0,10 10 1,-12-14-16,1-1 1,0 1-1,0-1 1,0 0 0,1 0-1,-1 0 1,1-1-1,0 0 1,0-1 0,0 1-1,13 1 1,-9-2 2,-1 0 1,1-1 0,0 0-1,14-2 1,-21 1-40,0 0 0,-1-1 0,1 0 0,-1 0 0,1 0-1,-1 0 1,0 0 0,1-1 0,-1 1 0,0-1 0,0 0 0,0 0 0,0 0 0,0 0 0,-1-1 0,1 1-1,2-4 1,5-8-224,-1 0 0,-1 0 0,0-1 0,-1 0 0,-1 0 0,0-1 0,-1 0 0,5-27 0,-6 20-174,-1 0 1,-2 0 0,0 0 0,-1 0-1,-6-40 1,5 56 425,-1 0 0,0 0 0,0 0 0,-1 0 0,0 1 0,0-1-1,-1 1 1,0 0 0,0 0 0,0 0 0,-1 0 0,1 1 0,-2-1 0,1 1 0,0 1 0,-1-1-1,0 1 1,-9-5 0,4 3 139,0 0-1,0 1 1,0 0-1,-1 1 1,0 1 0,0 0-1,0 0 1,0 1-1,0 1 1,-13 0-1,11 1-20,3-1 84,0 1-1,0 0 1,0 1 0,0 1-1,0-1 1,-12 5 0,20-5-145,0 0 0,1 1 0,-1-1 1,0 1-1,0 0 0,1 0 0,-1 0 0,1 0 0,0 0 1,-1 1-1,1-1 0,0 1 0,1-1 0,-1 1 1,0 0-1,1 0 0,-1-1 0,1 1 0,0 0 0,0 0 1,0 1-1,0-1 0,1 0 0,-1 0 0,1 6 0,-1 16 119,7-23-102,4-2-38,-4 0-29,0 1 0,0-1-1,0-1 1,0 1 0,0-1 0,0 0 0,0 0-1,6-3 1,-1-2-57,-1 0 0,-1-1 0,1 0 0,-1 0 0,0-1 0,13-15 0,46-61-1147,-59 72 912,0-2 0,-1 1-1,0-1 1,-1 0 0,-1 0 0,0-1 0,0 0 0,-2 0-1,0-1 1,-1 1 0,0-1 0,-2 1 0,1-19-1,-2 32 280,0-1 0,0 1 0,0 0 0,0 0 0,-1 0 0,1 0 0,-1 0 0,1-1 0,-1 1-1,0 0 1,0 0 0,0 1 0,0-1 0,0 0 0,0 0 0,-1 0 0,1 1 0,0-1-1,-1 0 1,0 1 0,1 0 0,-1-1 0,0 1 0,1 0 0,-1 0 0,0 0 0,0 0-1,0 0 1,0 0 0,-3 0 0,-5-2 138,-1 2 1,0-1-1,1 1 0,-1 1 1,-11 0-1,6 1 169,9-1-159,-1 1 0,1 0 0,0 0 0,0 0 0,0 1 0,0 1 0,0-1 0,1 1-1,-1 0 1,0 0 0,1 1 0,0 0 0,-6 4 0,-7 9 204,0 0 0,-22 27 0,23-25-403,13-16-3215,3-10 2187,6-15-304,15-22-2621,9-4-1911</inkml:trace>
</inkml:ink>
</file>

<file path=ppt/ink/ink12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3:42:47.3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42 0 7940,'0'0'8601,"10"10"-8132,12 13-34,-1 2 0,-1 0 0,-1 2 0,-1 0 0,22 46 0,-17-23-254,-1 1 0,-3 2 0,-2 0 0,-3 1 0,-1 0 0,-4 1 0,4 64 0,-9-38-157,-3-1 0,-13 101 0,7-147-54,-1 1-1,-1-1 1,-3 0 0,0-1-1,-2 0 1,-2-1 0,-29 52 0,39-77-19,0 0 1,-1-1-1,1 0 1,-2 0-1,1 0 1,-1 0-1,0-1 1,0 0-1,-11 8 1,11-10-204,0-1 1,0 1 0,0-1 0,-1 0-1,1-1 1,0 1 0,-1-1-1,1-1 1,-1 1 0,0-1 0,-9-1-1,14 1-16,0 0 0,-1 0 1,1 0-1,0-1 0,0 1 0,0-1 0,0 0 0,0 1 0,0-1 0,0 0 0,0 0 0,0 0 0,0 0 0,0-1 0,1 1 0,-1 0 0,0-1 1,1 1-1,-1-1 0,1 0 0,0 1 0,-1-1 0,1 0 0,0 0 0,0 0 0,0 0 0,-1-2 0,-8-32-7450</inkml:trace>
</inkml:ink>
</file>

<file path=ppt/ink/ink12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3:42:47.8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64 14134,'0'0'5203,"5"0"-8261,7-19 81,5-26-3042</inkml:trace>
</inkml:ink>
</file>

<file path=ppt/ink/ink12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3:42:48.2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413 1 4866,'0'0'7788,"-5"13"-7295,-88 209 281,-177 441 1075,263-643-1811,-1-1 39,2 0 1,0 0 0,1 0-1,1 1 1,0 0 0,0 29-1,4-50-229,0-1-1,0 1 0,1-1 0,-1 0 0,1 1 0,0-1 0,-1 1 0,1-1 0,0 1 1,1-3-1,5-7-380,32-91-5059,-22 43 2586</inkml:trace>
</inkml:ink>
</file>

<file path=ppt/ink/ink12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3:42:48.6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57 4098,'0'0'7120,"5"-9"-6530,16-29 93,-21 38-647,0-1 0,0 1 0,0-1 0,1 1-1,-1-1 1,0 1 0,0-1 0,1 1 0,-1-1 0,0 1 0,1-1 0,-1 1 0,1 0-1,-1-1 1,0 1 0,1 0 0,-1-1 0,1 1 0,-1 0 0,1 0 0,-1-1 0,1 1-1,-1 0 1,1 0 0,-1 0 0,1 0 0,-1-1 0,1 1 0,0 0 0,-1 0 0,1 0-1,-1 0 1,1 0 0,-1 0 0,1 1 0,-1-1 0,1 0 0,-1 0 0,1 0 0,-1 0-1,1 1 1,-1-1 0,1 0 0,-1 1 0,1-1 0,0 1 0,10 18 713,23 91 971,33 177 1,-30-114-717,-26-126-742,45 177 523,-42-180-714,2 0-1,40 79 1,-43-103-717,-12-23-2003,-4-19-59,-11-20-1771</inkml:trace>
</inkml:ink>
</file>

<file path=ppt/ink/ink12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3:42:49.0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83 7972,'0'0'1520,"254"-22"-1184,-150-8-336,-12 0-1888</inkml:trace>
</inkml:ink>
</file>

<file path=ppt/ink/ink12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3:42:49.4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 12 2545,'0'0'6873,"-4"0"-5435,-17 8 5936,21-8-7293,0 0 0,0 0 0,0 0 0,-1 0 0,51 6 173,-1-3 0,75-4 0,-43 0-640,-61 2 89,-15-1 127,0 1 0,0-1 0,0 0-1,0 0 1,-1 0 0,1-1 0,0 1 0,0-1-1,0 0 1,0-1 0,7-3 0,-6-2-788,-6 7 835,1-1 0,-1 1-1,0 0 1,0 0-1,0 0 1,0-1-1,0 1 1,0 0-1,0 0 1,0 0-1,0-1 1,0 1 0,0 0-1,0 0 1,0 0-1,0-1 1,0 1-1,0 0 1,0 0-1,0 0 1,0-1-1,0 1 1,0 0 0,0 0-1,0 0 1,0-1-1,0 1 1,0 0-1,0 0 1,0 0-1,-1 0 1,1-1-1,0 1 1,0 0 0,0 0-1,0 0 1,0 0-1,-1 0 1,1-1-1,0 1 1,0 0-1,0 0 1,-1 0 0,1 0-1,0 0 1,0 0-1,0 0 1,-1 0-1,1 0 1,0 0-1,0 0 1,-21-3-3730</inkml:trace>
</inkml:ink>
</file>

<file path=ppt/ink/ink12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3:42:49.7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84 184 5619</inkml:trace>
  <inkml:trace contextRef="#ctx0" brushRef="#br0" timeOffset="1">84 184 5619,'-83'-184'7251,"116"184"-6003,21 0-607,9 0-337,3 0-96,5 0-128,-8 0-80,-18 0-288,-7 0-785,-13 0-1872</inkml:trace>
</inkml:ink>
</file>

<file path=ppt/ink/ink12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3:42:55.9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276 103 1969,'0'0'4567,"16"-4"1103,-16-63-3368,0 66-2294,-1-1 1,1 1-1,-1 0 0,0-1 0,1 1 1,-1 0-1,0 0 0,0 0 1,0 0-1,0 0 0,0 0 0,0 0 1,0 0-1,0 0 0,0 1 1,0-1-1,-1 0 0,0 0 0,-1-1 8,0 1 0,1 0-1,-1-1 1,0 1 0,0 0-1,0 1 1,-5-2 0,-22 1 1,15 1 26,-1-1 0,-25 5 0,36-3-34,0 0-1,0 0 1,1 0-1,-1 1 0,1 0 1,-1 0-1,1 0 1,0 0-1,0 1 1,0 0-1,0 0 0,-6 6 1,3-2 17,0 0 1,1 1-1,0 0 1,1 0-1,0 0 0,0 1 1,-6 17-1,6-9 68,0 0 0,1 0 0,-2 29 0,-3 245 982,10-213-647,-2-52-257,2 0 0,1 0 1,1 0-1,2 0 0,7 29 1,-9-46-98,1 0 1,0 0 0,0 0-1,0 0 1,1 0 0,0-1 0,1 0-1,0 0 1,0-1 0,1 1-1,0-2 1,0 1 0,1-1-1,-1 0 1,1 0 0,18 9 0,-18-11-19,1-1 0,0 0 1,0-1-1,1 1 1,-1-2-1,1 1 1,13-1-1,4-1 46,38-4-1,-50 1-120,0 0 1,0-1 0,-1 0-1,1-1 1,-1-1-1,0 0 1,0-1-1,-1-1 1,0 0 0,15-12-1,-11 7-562,-1-1-1,-1-1 1,0 0-1,-1-1 1,0 0-1,21-36 1,-31 45-82,0 0 0,-1-1 1,0 0-1,3-8 0,-3-21-4311</inkml:trace>
</inkml:ink>
</file>

<file path=ppt/ink/ink12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3:42:56.4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 16 7043,'0'0'9172,"-21"-15"-8083,42 15-545,17 0-80,12 3-127,4 5-81,8-4-144,-3-4-112,-5 0-272,-8 0-881,-13 0-2000,-21 0-4339</inkml:trace>
</inkml:ink>
</file>

<file path=ppt/ink/ink12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3:42:58.3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172 1 3330,'0'0'9817,"0"0"-9807,-1 0-1,1 0 0,0 0 1,0 0-1,0 0 1,-1-1-1,1 1 0,0 0 1,0 0-1,-1 0 0,1 0 1,0 0-1,0 0 1,-1 0-1,1 0 0,0 0 1,0 0-1,-1 1 0,1-1 1,0 0-1,0 0 0,-1 0 1,1 0-1,0 0 1,0 0-1,0 0 0,-1 0 1,1 1-1,0-1 0,0 0 1,0 0-1,0 0 1,-1 1-1,1-1 0,0 0 1,0 0-1,0 0 0,0 1 1,0-1-1,0 0 1,-9 12 65,1 0 0,-12 25 0,3-6-44,1 0 18,1 1 1,1 0-1,2 1 0,1 1 1,2 0-1,1 0 1,-5 53-1,2 249 1443,11-254-1029,0-60-334,0-1 0,2 0 1,1 1-1,0-1 0,9 29 0,-10-43-84,1-1-1,-1 1 1,1-1-1,0 0 1,1 1-1,0-2 1,0 1-1,0 0 1,0-1 0,1 0-1,0 0 1,0 0-1,0 0 1,1-1-1,0 0 1,0 0-1,0-1 1,0 1-1,0-1 1,10 3-1,-8-4-21,0 0-1,0 0 1,1-1 0,-1 0-1,1 0 1,-1-1 0,0 0-1,1 0 1,12-3-1,-17 2-132,1 0 0,-1 0 0,0 0-1,0-1 1,0 0 0,0 0-1,0 0 1,0 0 0,0-1-1,-1 1 1,1-1 0,-1 0 0,0 0-1,0 0 1,0 0 0,0-1-1,0 1 1,-1-1 0,3-4 0,8-32-2980,-7 2-2310</inkml:trace>
</inkml:ink>
</file>

<file path=ppt/ink/ink12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3:42:58.9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234 27 2273,'0'0'5547,"0"-4"-4592,0-14 58,0 14 1882,-2 4-2679,0 0-174,1 0-1,0 0 0,-1 1 0,1-1 1,-1 0-1,1 1 0,0-1 0,-1 1 1,1 0-1,0-1 0,-1 1 1,1 0-1,0 0 0,0 0 0,0 0 1,0 0-1,0 0 0,0 0 0,0 0 1,0 0-1,0 0 0,0 0 1,0 2-1,-14 37 314,10-26-292,-143 485 1850,139-467-1841,1 1 0,2 1 0,1-1 0,-1 42 0,6-74-275,2-4-290,1 0 232,0 0 0,-1 0 0,1 0 0,-1 0 0,0-1 0,0 1 0,0-1 0,-1 0 0,1 1 0,1-8 0,6-43-4207,-9 54 4371,5-49-7007</inkml:trace>
</inkml:ink>
</file>

<file path=ppt/ink/ink12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3:42:59.3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4178,'0'0'8148,"16"20"-7153,-2-2-734,-3-6-12,0 2-1,-1-1 1,-1 2 0,0-1 0,-1 1-1,0 1 1,-2-1 0,9 27 0,52 292 3408,-48-219-2649,61 207 1,-68-291-1086,-11-30-329,0-8-441,-1-1 0,0 1 0,0-1 0,-1 1 0,0-1 0,0 1 0,0-1 0,-1 1 0,0 0 0,-1 0 0,-3-8 0,-24-46-6671</inkml:trace>
</inkml:ink>
</file>

<file path=ppt/ink/ink12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3:42:59.7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19 11557,'0'0'3682,"245"11"-2417,-166-11-1169,-8 0-96,-12-4-641,-18-7-1280,-16-4-2673</inkml:trace>
</inkml:ink>
</file>

<file path=ppt/ink/ink12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3:43:00.2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 0 3249,'0'0'4989,"-10"3"2863,51 7-7579,0-1-1,46 2 1,28 4-235,-66-10 580,-30-5-5215,-13 0 637,-16 0-453</inkml:trace>
</inkml:ink>
</file>

<file path=ppt/ink/ink12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3:43:00.6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3602,'0'0'6120,"5"15"-5685,2 7 40,-1-1 0,-1 1 1,-1 0-1,2 32 1,-2 258 3815,-3-197-6531,-1-154-2068</inkml:trace>
</inkml:ink>
</file>

<file path=ppt/ink/ink12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3:43:01.4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258 6 4370,'0'0'4034,"0"-6"435,-51 168-3424,-108 215 508,146-352-1328,2 0 0,-12 39 0,39-111-4595,20-32-1243,-27 49 3276</inkml:trace>
</inkml:ink>
</file>

<file path=ppt/ink/ink12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3:43:01.8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56 2497,'0'0'9543,"5"-9"-8409,19-29-483,-24 38-636,0-1-1,0 1 1,1-1 0,-1 1-1,0-1 1,1 1 0,-1 0-1,0-1 1,0 1 0,1-1-1,-1 1 1,1 0 0,-1-1-1,0 1 1,1 0 0,-1-1-1,1 1 1,-1 0 0,1 0-1,-1-1 1,1 1 0,-1 0-1,1 0 1,-1 0 0,1 0-1,-1 0 1,1 0 0,-1 0-1,1 0 1,-1 0 0,2 0-1,5 14 427,29 191 2246,-22-110-1770,-8-56-540,39 216 1534,-28-181-1731,35 100-1,-51-172-889,-9-22-4906,-15-22 2172,-9-13-2426</inkml:trace>
</inkml:ink>
</file>

<file path=ppt/ink/ink12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3:43:02.2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1 140 11013,'0'0'4770,"225"-42"-4770,-159 20-48,-7-1-1152,-18-3-1618,-3 0-3296</inkml:trace>
</inkml:ink>
</file>

<file path=ppt/ink/ink12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3:43:02.7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 8 4002,'0'0'6493,"0"0"-6354,1 1 0,-1-1 0,1 0 0,-1 0 0,0 0-1,1 0 1,-1 0 0,0 1 0,1-1 0,-1 0-1,0 0 1,1 0 0,-1 1 0,0-1 0,1 0 0,-1 1-1,0-1 1,1 0 0,-1 1 0,0-1 0,0 0-1,0 1 1,1-1 0,-1 1 0,0-1 0,0 0 0,0 1-1,0-1 1,0 1 0,1 121 2212,-6 195 434,0-249-2117,7 135 0,-1-199-644,-1 1 0,1-1 0,0 0-1,0 1 1,0-1 0,1 0 0,-1 0 0,1 0-1,0 0 1,0 0 0,0 0 0,1-1 0,-1 1-1,1-1 1,0 0 0,0 1 0,0-1 0,1-1-1,-1 1 1,1 0 0,-1-1 0,1 0-1,0 0 1,0 0 0,6 2 0,3 0 11,-1-1 0,1-1 0,0 0 0,-1 0 0,1-2 0,0 1 0,19-3 0,-28 1-80,0 0 0,0 0-1,0 0 1,-1-1 0,1 1-1,0-1 1,-1 0-1,1 0 1,-1 0 0,0-1-1,1 1 1,-1-1 0,0 0-1,-1 0 1,1 0-1,0 0 1,-1 0 0,3-5-1,4-6-431,-1-1-1,13-30 1,-15 29 80,-1 0 1,0 0-1,-2 0 1,0-1-1,1-18 0,-2-2-191,-4-45 0,2 79 609,-1-1 1,1 1 0,-1 0 0,0 0-1,0 0 1,0 0 0,0 0 0,0 0-1,-1 0 1,0 0 0,1 0-1,-1 1 1,0-1 0,0 1 0,0-1-1,-1 1 1,1 0 0,-1 0 0,1 0-1,-1 0 1,0 0 0,1 0-1,-1 1 1,0-1 0,0 1 0,0 0-1,0 0 1,-1 0 0,-4 0-1,-11-3 223,0 2 0,1 0 0,-1 2 0,-20 1-1,11-1-72,22 0-34,-1 0 1,0 1-1,1-1 1,-1 1-1,1 1 0,0-1 1,-1 1-1,1 0 1,0 1-1,0-1 1,0 1-1,0 0 1,1 1-1,-1-1 1,1 1-1,0 0 1,0 0-1,-7 9 1,8-4 294,9-6-274,-3-3-158,1 0 1,-1-1-1,0 1 1,0-1-1,0 1 1,0-1-1,-1 0 1,5-2-1,10-9-119,-1 0 0,0-1 0,23-28 0,-25 27-69,10-10-667,-1-1-1,-2-2 1,28-45 0,-42 62 523,0-1 0,-1 0 1,0 0-1,-1 0 0,0-1 1,-1 0-1,0 1 0,-1-1 1,-1 0-1,1 0 0,-2-1 1,0 1-1,-2-16 0,2 27 342,0 0 1,0 0-1,-1 0 0,1-1 1,0 1-1,-1 0 0,1 0 1,-1 0-1,1 0 0,-1 0 1,0 0-1,1 0 0,-1 0 1,0 0-1,0 1 0,0-1 1,0 0-1,0 0 0,1 1 1,-1-1-1,0 0 0,-3 0 1,-24-4 678,23 5-541,-95-3 2790,88 3-2533,0 1 0,1 1 0,-1 0 0,0 0 0,1 1 1,-16 7-1,22-7-251,4-3-144,0 1 1,0 0 0,0-1 0,0 1 0,0-1 0,0 0 0,0 1 0,-1-1-1,1 0 1,0 1 0,0-1 0,0 0 0,0 0 0,0 0 0,-1 0 0,0 0-1,1 0-831,1-11-4496,0-12 181</inkml:trace>
</inkml:ink>
</file>

<file path=ppt/ink/ink12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3:43:03.0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271 0 11093,'0'0'4802,"138"304"-2881,-88-158-1024,-25 12-417,-21 14 80,-4 8-480,-42 4-32,-41-4-48,-9-11-512,-8-31-1537,9-40-1729,11-38-3505</inkml:trace>
</inkml:ink>
</file>

<file path=ppt/ink/ink12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3:43:04.2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 87 6339,'0'0'9908,"-7"0"-8805,4 0-1003,5 0 576,30 0-412,95-3 203,-105 1-621,0-1 1,0 0-1,40-13 1,-57 14-379,0 0 0,0-1 1,-1 1-1,1-1 0,0 0 0,-1 0 0,0 0 1,1-1-1,-1 0 0,-1 0 0,5-5 0,2-9-3886</inkml:trace>
</inkml:ink>
</file>

<file path=ppt/ink/ink12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3:43:04.6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45 8868,'0'0'6915,"212"0"-6531,-162 0-143,-8-7-241,-9-1 0,-12 1-865,0-4-2000,-21-1-3762</inkml:trace>
</inkml:ink>
</file>

<file path=ppt/ink/ink12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3:43:07.8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263 51 3858,'0'0'6669,"4"-3"-5543,12-9-96,-15 11-925,0 0 0,-1 0 0,1 0 0,-1 0 0,1 1 0,-1-1 0,1 0 0,-1 0 0,0 0 0,0 0-1,1 0 1,-1 0 0,0 0 0,0 0 0,0 0 0,0-1 0,0 1 0,0 0 0,0 0 0,0 0 0,-1 0 0,1 0 0,0 0 0,-1 0 0,1 0 0,0 0-1,-1 1 1,1-1 0,-1 0 0,0 0 0,1 0 0,-2-1 0,-9 1 41,-1 0 0,1 0-1,-19 3 1,4-1-121,19-1-25,1 1-1,-1 0 1,1 0-1,-1 0 1,1 1-1,0 0 1,0 1 0,-7 2-1,-47 30-29,35-19 38,24-15-7,-1 0 0,1 1 1,-1-1-1,1 0 1,0 1-1,-1-1 0,1 0 1,0 1-1,0 0 1,0-1-1,0 1 0,1 0 1,-1-1-1,0 1 1,1 0-1,-1 0 0,1-1 1,-1 5-1,1 36 93,1-23-22,-1 25 40,1 23 202,-14 114-1,7-131 34,-1 83-1,8-125-270,0 0 1,0-1-1,0 1 0,1-1 0,1 0 0,-1 0 0,1 0 0,0 0 0,1 0 0,0 0 0,0-1 1,0 1-1,1-1 0,7 8 0,-4-6-42,-1 0 0,2-1 0,-1 0 0,1 0-1,0-1 1,1 0 0,-1 0 0,1-1 0,16 6 0,-21-10-137,0 1-1,0-1 0,1 0 1,-1 0-1,0-1 1,1 1-1,-1-1 0,0 0 1,1-1-1,-1 1 1,0-1-1,1 0 0,-1-1 1,0 1-1,0-1 1,0 0-1,0 0 0,0 0 1,-1-1-1,1 0 1,-1 0-1,1 0 1,-1 0-1,0-1 0,0 0 1,-1 1-1,1-1 1,4-7-1,-1 1-1159,0-1 0,-1 0-1,0 0 1,0-1 0,6-19 0,-5-14-6882</inkml:trace>
</inkml:ink>
</file>

<file path=ppt/ink/ink12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3:43:08.3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8 2785,'0'0'12406,"58"0"-11814,-21 0 49,13 0-177,-4 0-384,8 0-80,-16-3-560,-9-1-2770,-8 4-4914</inkml:trace>
</inkml:ink>
</file>

<file path=ppt/ink/ink12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3:43:09.0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13 101 3970,'0'0'13654,"-13"0"-13654,13-3-720,0-20-1121,0-11-1281,0-7-7442</inkml:trace>
</inkml:ink>
</file>

<file path=ppt/ink/ink12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3:43:09.7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209 1 2625,'0'0'5109,"0"0"-4960,1 0 0,-1 0 0,0 0 0,1 0 0,-1 0 0,0 0 0,1 0 0,-1 0 0,0 0 0,1 0 0,-1 0 0,0 0-1,1 0 1,-1 1 0,0-1 0,0 0 0,1 0 0,-1 0 0,0 1 0,0-1 0,1 0 0,-1 0 0,0 1 0,0-1 0,1 0 0,-1 1 0,0-1 0,0 1 0,-2 21-54,-1 1 0,0-1 0,-2 0 0,-1 0 0,-1 0 1,-11 26-1,-4 11 90,-20 67 142,-57 182 834,95-298-1112,3-6-23,0 0-1,0 1 1,0-1 0,0 0 0,1 1 0,0 6 0,4-17-346,51-81-4845,-19 31-2292</inkml:trace>
</inkml:ink>
</file>

<file path=ppt/ink/ink12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3:43:10.3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 1 5122,'0'0'5896,"-3"4"-5410,0 1-292,0 0 0,1 0 0,0 0 1,0 1-1,0-1 0,1 0 0,-1 1 0,2 0 1,-1-1-1,0 1 0,1-1 0,0 1 0,1 6 1,-2 68 1478,3 99-113,1-139-1227,1 0 1,13 56-1,13 5 628,46 108-1,-67-175-1409,-7-25-1805,-3-25 214,-1 2-102,0 1-1,-1 0 1,-6-19 0,1 7-3146</inkml:trace>
</inkml:ink>
</file>

<file path=ppt/ink/ink12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3:43:10.7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10053,'0'0'5778,"275"0"-5554,-209 0-224,-16 0-480,-25 0-2193,-16 0-4402</inkml:trace>
</inkml:ink>
</file>

<file path=ppt/ink/ink12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3:43:12.3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28 9668,'0'0'6641,"6"-3"-6017,3-2-513,0 1 0,1 1 0,0 0 0,-1 0 0,1 1 0,0 0 0,19-1 0,82 3 329,-54 2-322,79-2-1727,-134 0-15</inkml:trace>
</inkml:ink>
</file>

<file path=ppt/ink/ink12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3:43:12.7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3378,'0'0'11973,"212"0"-10580,-145 0-1057,-4 0-336,-18 0-160,-15 0-1025,-10 0-1408</inkml:trace>
</inkml:ink>
</file>

<file path=ppt/ink/ink12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3:43:14.6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529 1 7732,'0'0'7507,"-4"0"-7208,-12 0-77,3-1-119,0 1 0,-1 1 0,1 0 0,0 1 0,-19 5 0,6 2-77,0 1 0,1 2-1,0 0 1,1 2 0,1 1 0,0 0-1,0 2 1,-20 20 0,27-21 25,1 0 0,0 1 1,2 1-1,-1 0 0,2 1 0,1 0 0,0 1 1,1 0-1,2 0 0,-11 34 0,10-10 217,1 1 0,2 0 1,3 0-1,1 0 0,7 82 0,-2-109-125,0 1-1,2-1 1,-1 0 0,2 0 0,1 0-1,0-1 1,1 0 0,1-1 0,0 1-1,1-2 1,1 1 0,1-2 0,0 1-1,25 21 1,-22-22-56,1-1 1,0 0-1,1-1 0,0-1 0,1-1 0,0-1 0,1 0 1,0-2-1,0 0 0,1 0 0,0-2 0,0-1 0,26 3 0,56-6-188,-102-1 64,1 0 1,-1 0-1,0 0 0,1 0 0,-1 0 1,1 0-1,-1 0 0,1 0 1,-1 0-1,0-1 0,1 1 0,-1 0 1,1 0-1,-1 0 0,0-1 0,1 1 1,-1 0-1,0 0 0,1-1 1,-1 1-1,0 0 0,1-1 0,-1 1 1,0 0-1,0-1 0,1 1 1,-1-1-1,0 1 0,0 0 0,0-1 1,0 1-1,1-1 0,-1-16-1960,-1 9 270,-11 7-8256</inkml:trace>
</inkml:ink>
</file>

<file path=ppt/ink/ink12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3:43:15.8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211 19 4818,'0'0'5400,"0"-3"-4832,-4-11 2368,4 13-2904,-1 1-1,1 0 1,-1 0-1,1 0 1,-1 0-1,0 0 1,1-1-1,-1 1 1,1 0-1,-1 0 1,1 0-1,-1 0 1,0 1-1,1-1 1,-1 0-1,1 0 1,-1 0-1,1 0 1,-1 1-1,1-1 1,-1 0-1,1 0 1,-1 1-1,1-1 1,-1 0-1,1 1 1,-1-1-1,1 1 1,0-1-1,-1 0 1,1 1-1,0-1 1,-1 1-1,-8 9 11,1 1 0,0-1 0,0 1 0,-9 19 0,4-7 7,-5 10 40,2 0 0,2 0 0,1 2 1,2-1-1,1 2 0,-11 71 0,9 1 145,3 113-1,9-189-154,-2 48 386,14 131 0,-9-186-335,2-1 0,0 0-1,2 0 1,0-1-1,2 0 1,0 0 0,2-1-1,0 0 1,25 34-1,-28-45-67,1-1-1,1 1 0,0-1 0,1-1 0,0 0 1,0 0-1,18 10 0,-23-16-75,1 0 0,-1 0-1,1 0 1,0 0 0,-1-1 0,1 0 0,0-1-1,0 1 1,0-1 0,0-1 0,1 0 0,-1 0-1,0 0 1,0 0 0,0-1 0,9-3 0,-14 4-42,-1-1 1,0 1 0,0-1-1,1 1 1,-1-1 0,0 0-1,0 0 1,0 0 0,0 0-1,0 0 1,0 0-1,0 0 1,0 0 0,0 0-1,-1 0 1,1 0 0,0-1-1,-1 1 1,1 0 0,0-3-1,4-27-1246,-4 26 1003,0-47-3002,-1 0-2000</inkml:trace>
</inkml:ink>
</file>

<file path=ppt/ink/ink12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3:43:17.3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184 83 1105,'0'0'6400,"16"-14"-5301,45-41 227,-46 41 2657,-15 17-3895,-1 8 22,-1 1 1,0-1-1,-1 0 0,0 0 1,0 0-1,-9 17 0,3-7-42,-200 565 821,202-563-844,0 0 0,2 0-1,0 0 1,-2 43 0,7-65-45,0-1 0,0 1 0,0-1 0,0 1 0,0-1 0,0 0 1,0 1-1,0-1 0,0 1 0,0-1 0,1 1 0,-1-1 0,0 0 0,0 1 0,0-1 0,1 1 0,-1-1 0,0 0 1,1 1-1,-1-1 0,0 0 0,1 1 0,-1-1 0,0 0 0,1 1 0,-1-1 0,0 0 0,1 0 0,-1 0 0,1 1 1,-1-1-1,1 0 0,-1 0 0,0 0 0,1 0 0,-1 0 0,1 0 0,-1 0 0,1 0 0,-1 0 0,1 0 0,-1 0 1,1 0-1,20-9-95,-13 3-90,-1-1-1,0 0 1,0-1 0,-1 0-1,0 0 1,6-11-1,0-1-1906,17-38 0,-11 8-2959</inkml:trace>
</inkml:ink>
</file>

<file path=ppt/ink/ink12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3:43:17.6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 2321,'0'0'8038,"1"-5"-6368,-1 5-1662,0 0-1,0 0 1,0 1 0,0-1-1,0 0 1,0 0-1,0 0 1,0 0-1,0 0 1,0 0-1,0 0 1,1 0-1,-1 0 1,0 0-1,0 0 1,0 0 0,0 0-1,0 1 1,0-1-1,0 0 1,0 0-1,0 0 1,0 0-1,0 0 1,0 0-1,0 0 1,0 0-1,0 0 1,1 0 0,-1 0-1,0 0 1,0 0-1,0 0 1,0 0-1,0 0 1,0 0-1,0 0 1,0 0-1,0 0 1,0 0-1,0 0 1,0 0 0,1 0-1,-1 0 1,0 0-1,0 0 1,0 0-1,0 0 1,0 0-1,0 0 1,0 0-1,0 0 1,0-1-1,0 1 1,0 0 0,0 0-1,3 10 387,-2 0-1,1 0 1,-1 13 0,1 6 104,22 149 1229,7-1 0,60 189 0,-83-336-1687,2-1-1,2 0 0,1 0 1,26 43-1,-35-62-702,-4-7-1080,-8-9-1053,-22-27-1521,-10-14-3065</inkml:trace>
</inkml:ink>
</file>

<file path=ppt/ink/ink12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3:43:18.0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15 12966,'0'0'864,"267"4"561,-167-4-1425,-17 0-192,-12-4-2529,-21-11-1953</inkml:trace>
</inkml:ink>
</file>

<file path=ppt/ink/ink12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3:43:18.4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0 266 5859,'0'0'8500,"213"23"-7860,-168-16-320,-3 5-224,-4-1-96,-13 0-272,-9-7-464,-7-4-689</inkml:trace>
  <inkml:trace contextRef="#ctx0" brushRef="#br0" timeOffset="1">100 0 6195,'0'0'4882,"42"195"-3473,-30-109-193,1 12 209,-1-1-160,1-3-545,-5-15-368,5-19-240,-5-23-112,4-18-80,1-11-848,-9-8-1409,4-12-177,-8-40-1728</inkml:trace>
</inkml:ink>
</file>

<file path=ppt/ink/ink12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3:43:19.1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 61 4258,'0'0'7611,"0"9"-7194,-4 139 3256,-4 55-2104,-1 101 77,10-226-1136,-2-67-444,2 0 1,0-1-1,0 1 1,1-1-1,0 1 1,1-1-1,7 18 1,-7-22-44,0-1 0,0 1 0,0-1-1,1 0 1,-1 0 0,1 0 0,1-1 0,-1 0 0,1 1-1,-1-2 1,1 1 0,0 0 0,1-1 0,9 5 0,-8-5 12,0-1 0,1 0 1,-1 0-1,0-1 0,1 1 1,-1-2-1,12 1 0,-14-1-22,0 0 0,0-1-1,1 1 1,-1-1 0,0 0-1,0 0 1,0-1 0,0 0 0,0 0-1,0 0 1,7-4 0,-4-2-91,1 0 0,-1 0 0,0-1 1,-1 0-1,0 0 0,-1 0 0,1-1 1,-2 0-1,7-15 0,-1-3-627,0-1 0,9-41 1,-14 40 122,-2 0 0,-2 0 1,0-36-1,-2 64 590,0 0 0,0 0 0,0 0 0,-1 0 0,1 0 0,-1 0 0,1 0 0,-1 0 0,0 0 0,0 1 0,0-1 0,0 0 0,0 0 0,0 1 0,0-1 0,0 0 0,-1 1 0,1 0 0,-1-1-1,1 1 1,-1 0 0,1 0 0,-1-1 0,0 1 0,0 0 0,1 1 0,-1-1 0,0 0 0,0 1 0,0-1 0,-3 0 0,-6-1 178,-1 1 1,1 0-1,-1 0 0,-16 2 1,9-1 176,-4 0 25,15-1-252,0 1 1,1 0-1,-1 0 0,0 0 0,1 1 1,-1 1-1,1-1 0,-1 1 0,-8 3 0,5 0 59,9-5-48,5-5-107,42-80-730,30-65-1549,-68 133 1740,0-1 0,-2 0 0,0-1 0,-1 1 0,-1-1 0,1-34 0,-4 47 497,1 6 16,-1 0 1,0-1-1,0 1 1,0-1 0,0 1-1,0-1 1,0 1 0,0 0-1,0-1 1,0 1-1,0-1 1,0 1 0,0 0-1,0-1 1,-1 1 0,1-1-1,0 1 1,0 0-1,0-1 1,0 1 0,-1-1-1,1 1 1,0 0 0,0 0-1,-1-1 1,1 1-1,0 0 1,-1-1 0,1 1-1,0 0 1,-1 0 0,1-1-1,0 1 1,-1 0-1,1 0 1,-1 0 0,1 0-1,0 0 1,-1 0 0,1-1-1,-1 1 1,1 0-1,-1 0 1,1 0 0,0 0-1,-1 0 1,1 0 0,-1 1-1,1-1 1,0 0-1,-1 0 1,1 0 0,-1 0-1,-7 0 280,-1 0-1,1 0 0,0 1 0,-1 0 1,1 0-1,0 1 0,0 0 0,0 1 1,0 0-1,0 0 0,-12 7 0,10-4-16,5-1-101,-1-1 1,0-1-1,0 1 0,0-1 1,0 0-1,-1 0 1,1 0-1,-1-1 0,1 0 1,-1-1-1,-11 2 0,18-3-179,-1 0 0,1 0-1,0 0 1,0 0-1,0 0 1,-1 0-1,1 0 1,0 0 0,0 0-1,0 0 1,-1 0-1,1 0 1,0-1-1,0 1 1,0 0 0,0 0-1,-1 0 1,1 0-1,0 0 1,0 0 0,0-1-1,0 1 1,0 0-1,-1 0 1,1 0-1,0 0 1,0 0 0,0-1-1,0 1 1,0 0-1,0 0 1,0 0-1,0-1 1,0 1 0,0 0-1,0 0 1,0 0-1,0-1 1,0 1-1,0 0 1,0 0 0,0 0-1,0-1 1,0 1-1,0 0 1,-2-97-4210,3 52-282,-1-2-4053</inkml:trace>
</inkml:ink>
</file>

<file path=ppt/ink/ink12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3:43:20.0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5442,'0'0'7017,"0"1"-5826,9 2-653,249 2 1923,-149-7-2289,1102 2 519,-1210 0-587,3 5 123,-3-2-236,1 1 0,-1-1 0,0 0 1,0 1-1,0-1 0,-1 1 0,1-1 0,-1 1 1,0 5-1</inkml:trace>
</inkml:ink>
</file>

<file path=ppt/ink/ink12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3:43:20.6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122 0 4690,'0'0'7307,"-13"2"-6183,-37 5 28,50-7-1102,-1 0-1,0 0 1,0 1-1,1-1 1,-1 0-1,0 1 1,0-1-1,1 1 1,-1-1-1,1 0 1,-1 1 0,0 0-1,1-1 1,-1 1-1,1-1 1,-1 1-1,1 0 1,-1-1-1,1 1 1,0 0-1,-1 0 1,1-1-1,0 1 1,0 0-1,-1 0 1,1-1-1,0 1 1,0 0-1,0 0 1,0 1 0,4 19 539,-4-20-558,2 3 45,0 1 0,0-1 0,1 0 0,-1 0 0,1 0 0,0 0 0,0 0 0,6 5 0,2 3 40,12 14-10,-1 1-1,-2 1 1,-1 2 0,29 57-1,-38-62-101,-1 0 1,0 1-1,-2 0 0,-1 0 0,-1 0 1,3 54-1,-11 115 10,0-165-7,-1 0 1,-2-1 0,-1 0 0,-16 44 0,-1-16 71,-2-1-1,-3-1 0,-2-2 1,-55 73-1,77-115-20,6-9-41,1 1 1,0-1-1,0 1 0,0-1 1,0 1-1,0 0 0,0 0 1,1 0-1,-1 0 0,-1 6 0,3-8 26,1-1-60,1 0 0,-1-1 0,0 1 0,1 0 0,-1 0 0,0-1 0,1 1 0,-1-1 0,0 1 0,1-1 0,-1 0 0,1 0 0,9-10-384,0-1 0,-1 0 0,10-16 0,10-11-1274,4 0-1524,3-2-2094</inkml:trace>
</inkml:ink>
</file>

<file path=ppt/ink/ink12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3:43:21.0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53 13382,'0'0'4594,"46"4"-5218,-42-4-977,0-27-1200,-4-3-2578</inkml:trace>
</inkml:ink>
</file>

<file path=ppt/ink/ink12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3:43:21.5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464 1 5683,'0'0'1235,"-16"1"-987,-46 5 656,58-6-620,0 1 1,1 0-1,-1 0 0,0 0 0,1 0 0,-1 1 0,1-1 0,0 1 0,-1 0 0,1 0 0,0 0 0,0 0 1,0 1-1,0-1 0,0 1 0,1 0 0,-1-1 0,1 1 0,0 1 0,0-1 0,0 0 0,0 0 0,-1 5 1,-6 7-55,-25 40 196,-48 105 0,-10 65-280,84-204-119,-51 148 452,51-143-379,2 1 0,0 0 0,2 0 0,-1 40 0,5-67-102,0 0 1,0 0-1,0 0 1,0 1 0,0-1-1,0 0 1,0 0 0,-1 1-1,1-1 1,0 0 0,0 0-1,0 1 1,0-1-1,0 0 1,0 0 0,0 1-1,1-1 1,-1 0 0,0 0-1,0 1 1,0-1 0,0 0-1,0 0 1,0 1-1,0-1 1,1 0 0,-1 0-1,0 0 1,0 1 0,0-1-1,0 0 1,1 0 0,-1 0-1,0 1 1,0-1-1,0 0 1,1 0 0,-1 0-1,0 0 1,0 0 0,1 0-1,-1 0 1,0 0 0,0 0-1,1 0 1,-1 1 0,0-1-1,0 0 1,1 0-1,-1 0 1,0-1 0,0 1-1,1 0 1,-1 0 0,0 0-1,0 0 1,1 0 0,-1 0-1,0 0 1,0 0-1,1 0 1,-1-1 0,0 1-1,0 0 1,0 0 0,1-1-1,2 0-48,4-1-72,-1-1 0,0-1 0,0 1 0,0-1-1,0 0 1,-1 0 0,1 0 0,-1-1 0,0 0 0,6-8-1,7-9-1094,17-32-1,-29 44 728,37-60-3930</inkml:trace>
</inkml:ink>
</file>

<file path=ppt/ink/ink12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3:43:21.9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 6627,'0'0'7708,"8"-1"-7049,-3 1-519,-3-1-86,0 1-1,0-1 1,-1 1 0,1 0-1,0 0 1,0 0-1,-1 0 1,1 0 0,0 0-1,0 0 1,0 1 0,-1-1-1,1 1 1,0-1 0,-1 1-1,1 0 1,-1-1 0,1 1-1,0 0 1,-1 0 0,0 0-1,1 0 1,-1 1-1,0-1 1,1 0 0,-1 1-1,0-1 1,0 0 0,0 1-1,1 2 1,25 67 950,-4 1 0,25 128 0,-28-103-569,1-8-63,77 290 726,-70-307-993,-24-64-103,0-1 0,0 0 0,0-1 1,1 1-1,0-1 0,11 11 0,-14-15-34,-1-1-2,-1-1 1,1 1 0,0 0-1,-1-1 1,1 1-1,0 0 1,0-1 0,0 1-1,0-1 1,0 0-1,-1 1 1,1-1-1,0 1 1,0-1 0,0 0-1,2 0 1,-3-3-674,1-15-236,-1 6 32,0 0 1,0 1-1,-1-1 0,0 0 1,-1 1-1,-1-1 1,-4-13-1,0 10-1275,-1 0 1,-9-14-1,17 29 2175</inkml:trace>
</inkml:ink>
</file>

<file path=ppt/ink/ink12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3:43:22.2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75 7139,'0'0'6659,"250"0"-5106,-154-7-1297,-9-16-256,-8 1-1264,-20 7-1714,-22 7-5057</inkml:trace>
</inkml:ink>
</file>

<file path=ppt/ink/ink12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3:43:22.7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6563,'0'0'7587,"4"4"-7445,2 0-55,1 0 0,-1 0 1,1 0-1,0-1 0,0 0 0,0-1 1,1 1-1,-1-1 0,1-1 0,-1 1 0,12-1 1,96 3-854,-90-4-147,-22 0 1320,-1 1-1756,-2-1 1180,0 0 0,1 0 0,-1 0 1,0 0-1,0 0 0,0 0 0,1 0 1,-1 0-1,3-20-10054</inkml:trace>
</inkml:ink>
</file>

<file path=ppt/ink/ink12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3:43:23.0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13 226 4082</inkml:trace>
  <inkml:trace contextRef="#ctx0" brushRef="#br0" timeOffset="1">13 226 4082,'-13'-203'4274,"34"196"-2930,8-1-239,13 5 528,12-1-657,-4 4-608,0 0-240,-8 0-128,-9 0-288,-8 0-1024,-8 0-1906,-9 0-3153</inkml:trace>
</inkml:ink>
</file>

<file path=ppt/ink/ink12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3:43:29.2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228 46 1297,'0'0'2996,"5"1"-3207,-1 0 324,16 3-527,5-3 4036,-25-7 1328,0-18-4073,0 2-34,-25 22-539,21 0-293,0 1 0,0-1 0,1 1 0,-1 0-1,0 0 1,0 0 0,1 1 0,-1 0 0,0-1-1,1 1 1,0 0 0,-1 1 0,1-1 0,0 1 0,0-1-1,0 1 1,-3 5 0,-6 6 50,2 1 0,-15 25 1,8-13 2,-6 8-27,12-22-11,1 1 1,1 1-1,1 0 1,0 0-1,0 1 0,2 0 1,-6 18-1,2 11 226,4-23-182,2 0 1,0-1-1,-1 33 1,4 16 10,-1-21 331,7 61-1,-3-97-350,1-1 0,0 1 0,0-1 1,2 0-1,-1 0 0,1-1 0,1 1 0,0-1 0,1-1 0,0 1 0,1-1 0,0 0 0,0 0 0,1-1 1,0-1-1,1 1 0,0-1 0,0-1 0,1 0 0,0 0 0,0-1 0,0-1 0,1 0 0,0 0 0,0-1 0,0-1 1,0 0-1,17 2 0,-20-4-51,3 0 21,1 0 0,0 0 1,-1-2-1,1 1 0,12-4 1,-22 4-56,0-1 0,0 0 1,0 0-1,0 0 1,0 0-1,-1 0 0,1-1 1,-1 1-1,1-1 0,-1 0 1,1 0-1,-1 0 0,0 0 1,0 0-1,0 0 0,0-1 1,0 1-1,-1-1 1,1 1-1,-1-1 0,1 1 1,-1-1-1,0 0 0,0 0 1,0 0-1,0-4 0,5-42-1176,-6 49 906</inkml:trace>
</inkml:ink>
</file>

<file path=ppt/ink/ink12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3:43:29.7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16 2609,'0'0'2452,"2"-3"-2143,6-7 161,-6 8 1304</inkml:trace>
</inkml:ink>
</file>

<file path=ppt/ink/ink12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3:43:30.1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262 115 544,'17'-42'1841,"-16"41"-1831,-1-1 0,1 0 1,-1 1-1,1-1 0,-1 1 0,1-1 0,-1 0 1,0 1-1,0-1 0,0 0 0,0 1 0,0-1 1,0 0-1,-1 1 0,1-1 0,0 0 0,-1 1 1,0-1-1,1 1 0,-1-1 0,0 1 0,1-1 1,-1 1-1,-2-3 0,2 3-8,0 0 0,0-1 0,0 1 0,1 0 0,-1-1 0,0 1 0,1 0 0,-1-1-1,1 1 1,0-1 0,-1 1 0,1-3 0,-1 3 192,1 0-1,-1 0 1,1 1 0,-1-1-1,0 0 1,1 1-1,-1-1 1,0 0 0,0 1-1,1-1 1,-1 1-1,0 0 1,0-1 0,0 1-1,0 0 1,1-1-1,-1 1 1,0 0-1,0 0 1,0 0 0,0-1-1,0 1 1,0 0-1,0 0 1,0 1 0,0-1-1,-1 0 1,-1 0 102,0 0 1,1 0-1,-1 1 1,1-1-1,-1 0 1,1 1-1,-1 0 0,1 0 1,-5 1-1,-1 6-47,1 0 0,0 0-1,1 0 1,0 1 0,0 0-1,1 0 1,-7 15 0,-22 74 552,16-42-465,-6 12-8,3 1 0,4 0 1,2 2-1,4 0 0,-3 78 0,14 36 366,1-176-639,0 0 0,1 1 0,0-1 0,1-1 0,-1 1 0,2 0 0,-1-1-1,1 1 1,0-1 0,1 0 0,0 0 0,12 13 0,-13-16-29,1 0 0,0 0 0,1-1 0,-1 0 0,1 0 0,0 0 0,0-1 0,0 1 0,0-2 0,0 1 0,1-1 0,0 1 0,-1-2 0,1 1 0,0-1 0,0 0 0,10 0 0,-12-1-61,1 0 0,-1 0 0,0-1 0,1 1 0,-1-1 0,0-1 0,0 1 0,6-3 0,-8 3-54,0-1 0,-1 1 0,0-1 1,1 0-1,-1 0 0,0 0 1,0 0-1,0-1 0,0 1 1,0-1-1,0 1 0,-1-1 1,1 1-1,-1-1 0,2-3 0,1-7-1086,1 0 0,-2-1 0,0 1 0,0-1-1,0-15 1,-1-19-6348</inkml:trace>
</inkml:ink>
</file>

<file path=ppt/ink/ink12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3:43:30.6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338 1 4258,'0'0'4893,"-17"12"-4344,-57 44 92,67-50-515,0 1 1,1-1-1,0 1 1,0 1-1,1-1 1,-1 1-1,2-1 1,-6 11 0,-1 3 110,-13 24 283,3 1-1,1 0 1,-22 81-1,-16 151 960,51-231-1253,1 86 1,6-133-231,-1 1 0,1 0 0,0 0 0,0-1 0,0 1-1,0 0 1,0 0 0,1-1 0,-1 1 0,0 0 0,0-1 0,0 1-1,1 0 1,-1 0 0,0-1 0,1 1 0,-1-1 0,0 1 0,1 0 0,-1-1-1,1 1 1,-1-1 0,1 1 0,-1-1 0,1 1 0,-1-1 0,1 1-1,1 0 1,-1-1-16,0 0 0,0 0 0,0 0-1,0 0 1,0-1 0,0 1 0,1 0-1,-1 0 1,0-1 0,0 1 0,0 0 0,0-1-1,0 1 1,0-1 0,-1 0 0,1 1-1,0-1 1,2-1 0,6-9-385,-1 0 0,0 0 0,0-1-1,-1 0 1,-1 0 0,8-18 0,11-39-3085,-7 1-1757</inkml:trace>
</inkml:ink>
</file>

<file path=ppt/ink/ink12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3:43:31.0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4802,'0'0'5528,"1"6"-4581,11 54 1011,4 68 1,-3-16-796,95 431 1844,-88-479-2988,-8-30-364,-12-34 212,0 1 0,0-1-1,1 0 1,-1 1 0,0-1 0,0 0-1,0 1 1,0-1 0,0 0 0,1 1 0,-1-1-1,0 0 1,0 1 0,0-1 0,0 0 0,0 1-1,0-1 1,0 1 0,0-1 0,0 0-1,-1 1 1,1-1 0,0 0 0,0 1 0,0-1-1,0 0 1,0 1 0,-1-1 0,1 0-1,0 1 1,0-1 0,-1 1 0,-13-8-3685,-16-19-987</inkml:trace>
</inkml:ink>
</file>

<file path=ppt/ink/ink12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3:43:31.4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0 150 11429,'0'0'2513,"262"-71"-1296,-191 49-1217,-4 10-192,-17-3-1009,-13 0-1728,-12 0-4194</inkml:trace>
</inkml:ink>
</file>

<file path=ppt/ink/ink12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3:43:31.8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57 7475,'0'0'7412,"0"3"-6756,0-18-3009,0-30-2321</inkml:trace>
</inkml:ink>
</file>

<file path=ppt/ink/ink12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3:43:32.6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5074,'0'0'5739,"2"15"-5069,13 115 2008,10 63 110,-23-167-2442,1 29 1,1 17 57,2-27-31,1 0 1,16 47 0,-18-77-230,0-1-1,0 0 1,2 0 0,0 0 0,0 0-1,1-1 1,1-1 0,0 1 0,1-2-1,12 13 1,-18-21-116,0 0 0,0 0 0,0-1-1,1 1 1,-1-1 0,1 0 0,0 0-1,0 0 1,0-1 0,0 0 0,0 0 0,5 0-1,9 1 46,35-3 0,-49 1-73,-2-1-15,1 1 0,-1-1 0,1 1 0,-1-1 0,0 0 0,1 0 0,-1-1 0,0 1 0,0-1-1,0 1 1,0-1 0,0 0 0,5-5 0,-3 2-60,0 1 0,-1-1 0,0-1 0,0 1 0,-1-1 0,1 1 0,2-8 0,-1 1-198,0-2 0,0 1-1,-2 0 1,0-1 0,0 0-1,1-22 1,-4 35 258,1-10-159,-1 0 0,0 0 0,-1 0 0,-2-16 0,2 23 163,0 1 1,-1-1 0,1 1 0,-1-1 0,0 1 0,0-1-1,0 1 1,0 0 0,0 0 0,-1 0 0,1 0-1,-1 1 1,0-1 0,0 1 0,-6-5 0,-3 0 49,0 1 0,0 0 1,-1 1-1,1 0 0,-1 1 1,0 0-1,-23-3 0,17 4 169,-1 2 0,1 0-1,-1 1 1,-34 4-1,49-3-76,-1 0-1,1 1 0,0-1 1,0 1-1,0 0 0,-5 3 1,8-4-90,1-1 1,-1 1 0,1 0 0,0 0-1,-1 0 1,1 0 0,0 0 0,0 0 0,-1 1-1,1-1 1,0 0 0,0 1 0,0-1-1,1 0 1,-1 1 0,0-1 0,0 1-1,1 0 1,-1-1 0,1 1 0,0-1-1,-1 4 1,11-4 57,-3-2-100,0 0 0,1 0 1,-1-1-1,0 0 0,0-1 0,0 0 1,0 0-1,-1 0 0,1-1 0,-1 1 1,0-2-1,0 1 0,10-9 0,6-8-305,-1 0 0,21-28 0,-32 37-41,0-1 0,-1 0 0,0-1 0,-1 0-1,0 0 1,-1 0 0,-1-1 0,0 0 0,-1-1-1,-1 1 1,-1-1 0,0 0 0,2-24 0,-5 37 318,0-1 1,0 1-1,-1 0 1,1-1-1,-1 1 1,1 0-1,-1 0 1,0 0-1,0-1 1,0 1-1,-1 0 1,1 0-1,-1 1 1,-3-6-1,2 5 67,-1 0-1,1 0 1,-1 1 0,1-1-1,-1 1 1,0-1 0,0 1-1,0 1 1,0-1 0,-7-1-1,-4-1 483,0 1-1,0 0 0,0 2 1,-1-1-1,-21 3 1,27-1 34,9-10-519,1-37-3495,0 17-1561</inkml:trace>
</inkml:ink>
</file>

<file path=ppt/ink/ink12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3:43:33.2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16 7812,'0'0'6050,"137"0"-6002,-87 0 32,0-4-64,-4-4-16,0 5-304,-13 3-2017,0 0-2689</inkml:trace>
</inkml:ink>
</file>

<file path=ppt/ink/ink12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3:43:33.6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6467,'0'0'7844,"100"53"-7812,-55-53 384,5 0-416,5 0-544,-14-8-1874,-16-7-2656</inkml:trace>
</inkml:ink>
</file>

<file path=ppt/ink/ink12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3:43:34.3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130 1 6339,'0'0'5149,"-1"32"-4463,1 106-27,1-128-579,-1 0 0,1 0 0,1 0 0,0 0 0,0 0 0,1 0 0,0-1 0,6 12 0,2 7 144,2 13 118,-2 1-1,-2 0 1,7 79 0,-10 129 245,-6-194-575,-1-27-13,0 1 1,-2 0-1,-1-1 0,-1 1 0,-13 39 0,13-56 5,0 0 1,-1 0-1,0-1 0,-1 0 0,-16 22 1,17-27 5,0 0 1,0-1-1,-1 1 1,0-1-1,-1-1 1,1 1-1,-1-1 1,0-1-1,-16 7 1,20-9-316,-1 0 1,-1-1 0,1 0 0,0 0 0,0 0 0,-10 0 0,14-18-2223,2-12-1072,6-7-2126</inkml:trace>
</inkml:ink>
</file>

<file path=ppt/ink/ink13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3:43:34.7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30 7267,'0'0'5891,"0"8"-4915,0-20-3473,0-14-2145</inkml:trace>
</inkml:ink>
</file>

<file path=ppt/ink/ink13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3:43:35.2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171 0 2113,'0'0'8556,"0"21"-8041,0 68-214,0-65-65,-2 1 0,-1 0 0,0-1 0,-2 0 0,-12 37 0,1-6 32,-26 100 339,-31 129 320,71-272-879,-1 2 36,1 0 1,0 0-1,1 0 0,1 21 0,1-33-148,2-4-66,3-3-60,0-1 1,-1 1 0,0-1 0,0 0 0,0 0 0,-1 0 0,5-8-1,23-53-2274,-30 63 2266,24-60-3337</inkml:trace>
</inkml:ink>
</file>

<file path=ppt/ink/ink13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3:43:35.6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 7411,'0'0'6427,"1"0"-6392,-1 0 0,0-1 0,0 1 1,0 0-1,1 0 0,-1 0 0,0 0 0,0 0 0,1-1 0,-1 1 0,0 0 0,0 0 0,1 0 0,-1 0 0,0 0 0,0 0 0,1 0 0,-1 0 0,0 0 0,1 0 0,-1 0 0,0 0 1,0 0-1,1 0 0,-1 0 0,0 0 0,0 0 0,1 1 0,0 1 62,1-1-1,-1 1 1,0 0 0,0 0 0,0 0-1,0 1 1,0-1 0,-1 0 0,1 0-1,0 0 1,-1 5 0,2 1 89,50 253 2355,-28-126-1534,6 33 4,23 107-21,-51-261-1027,2-1-1,0 1 0,0-1 0,1 0 1,1 0-1,12 21 0,-16-44-6656,-3-14 5094,-6-24-4294</inkml:trace>
</inkml:ink>
</file>

<file path=ppt/ink/ink13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3:43:36.0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0 106 11637,'0'0'2449,"242"-49"-1360,-171 34-1089,-1-4-800,-15 8-1602,-22 0-3344</inkml:trace>
</inkml:ink>
</file>

<file path=ppt/ink/ink13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3:43:36.4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10533,'0'0'6819,"38"63"-6675,-9-51 0,-8-1-144,0-7-112,0-1-160,-5-3-560,1 0-1073,-5 0-817</inkml:trace>
</inkml:ink>
</file>

<file path=ppt/ink/ink13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3:43:36.7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0 200 11333,'34'-199'1953,"20"206"-1745,8-3 1137,1-4 320,-1 0-1665,-24 0-369,-5 4-1824,-20 0-2321</inkml:trace>
</inkml:ink>
</file>

<file path=ppt/ink/ink13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3:43:39.0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48 1 5683,'0'0'8414,"-8"2"-7280,-22 5 27,29-7-1103,1 0 0,0 0 1,-1 0-1,1 0 1,0 0-1,-1 0 1,1 0-1,0 0 0,-1 0 1,1 0-1,0 1 1,-1-1-1,1 0 1,0 0-1,-1 0 1,1 0-1,0 1 0,0-1 1,-1 0-1,1 0 1,0 0-1,0 1 1,-1-1-1,1 0 1,0 1-1,0-1 0,0 0 1,-1 0-1,1 1 1,0-1-1,0 1 1,6 4 392,17 3-272,1 0 0,-1-2 1,2 0-1,37 3 1,-50-7-213,47 2-413,-44-4-202,1 1-1,-1 1 0,0 0 0,19 5 0,-34-7 622,15 7-2123,-9-2-353</inkml:trace>
</inkml:ink>
</file>

<file path=ppt/ink/ink13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3:43:39.4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1 177 10533,'0'-176'2129,"37"176"-1425,22 7 945,7 4-272,5 1-1233,-13-9-144,-12 1-673,-17-4-1344,-16 0-3745</inkml:trace>
</inkml:ink>
</file>

<file path=ppt/ink/ink13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3:43:39.9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309 23 5651,'0'0'5941,"2"-3"-5322,0 1-260,-1 1-204,-1 0 0,1 0 1,0 1-1,-1-1 0,1 0 0,0 0 0,-1 0 0,1 0 0,-1 0 0,1 0 1,-1 0-1,0 0 0,1 0 0,-1 0 0,0-2 0,-17 3 1238,11 0-1354,-10-1 44,-1 2-1,-26 3 0,37-2-74,0 0-1,-1-1 0,1 2 1,0-1-1,0 1 1,1 0-1,-1 0 0,1 1 1,-10 7-1,0 3 71,1 0 1,1 1-1,1 0 1,0 1-1,0 0 0,2 1 1,0 0-1,1 1 0,1 0 1,1 0-1,0 1 0,1 0 1,1 0-1,1 1 1,-3 34-1,4 110 1075,3-110-703,0-34-226,1 1-1,1-1 1,0 0-1,2 0 1,0 0 0,12 33-1,-12-43-157,0-1 0,1-1-1,0 1 1,0 0 0,1-1 0,0 0 0,0 0-1,1-1 1,0 0 0,0 0 0,1-1-1,-1 1 1,2-2 0,-1 1 0,16 7 0,-13-9-38,0 0 1,0 0 0,0-1 0,0-1 0,1 0 0,13 1 0,68-3 39,-77 0-74,-10 0-43,-1-1 0,1 1 1,-1-1-1,1 0 0,-1-1 0,0 1 1,1-1-1,-1 0 0,0 0 1,0 0-1,0-1 0,-1 0 1,1 0-1,-1 0 0,8-7 0,-8 5-317,0 0 0,0 0 0,0-1 0,0 0 0,-1 0 0,0 0 0,0 0 0,0 0 0,-1 0-1,0-1 1,-1 1 0,2-11 0,0-20-3940,-3 6-2870</inkml:trace>
</inkml:ink>
</file>

<file path=ppt/ink/ink13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3:43:40.2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87 14695,'0'0'4226,"5"-8"-6243,3-25-961,0-12-3072</inkml:trace>
</inkml:ink>
</file>

<file path=ppt/ink/ink13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3:43:41.8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284 24 1201,'0'0'8379,"0"-4"-7378,0-11-118,0 12-107,0 2-749,0 1-1,-1 0 0,1 0 1,0 0-1,0 0 1,-1 0-1,1 0 1,0 0-1,-1 0 0,1 0 1,0 0-1,0 0 1,-1 0-1,1 0 0,0 0 1,0 0-1,-1 0 1,1 0-1,0 0 0,0 0 1,-1 0-1,1 0 1,0 0-1,0 0 0,-1 1 1,1-1-1,0 0 1,0 0-1,0 0 0,-1 0 1,1 1-1,0-1 1,0 0-1,0 0 0,0 1 1,-1-1-1,1 0 1,0 1-1,-7 6 173,1 0-1,0 1 1,0-1-1,1 1 1,0 1-1,-6 11 1,-21 60 623,31-77-800,-167 501 2752,161-477-2683,1 0 1,0 1 0,2-1 0,0 45 0,4-70-178,4-2-183,-2 0 226,0 0-1,0 0 1,0-1 0,0 1 0,0-1 0,0 0-1,0 0 1,0 1 0,-1-1 0,1-1 0,0 1-1,0 0 1,-1 0 0,1 0 0,1-3 0,2-1-229,0-1 1,0 0 0,0 0-1,3-7 1,4-9-2157,15-40-1,-9 7-1786,-5 2-38</inkml:trace>
</inkml:ink>
</file>

<file path=ppt/ink/ink13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3:43:42.2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5186,'0'0'7740,"6"7"-6937,-1-1-634,0 0 1,0 0-1,-1 0 1,1 1-1,-1 0 0,-1 0 1,1 0-1,-1 1 1,3 10-1,138 581 5380,-126-528-5212,19 84-140,-37-155-331,0 0 0,0 1 0,0-1 0,0 0 0,0 0 0,0 1 0,0-1 0,0 0 1,0 0-1,0 1 0,0-1 0,0 0 0,0 0 0,0 1 0,0-1 0,0 0 0,0 0 0,-1 1 0,1-1 0,0 0 0,0 0 0,0 1 1,0-1-1,0 0 0,-1 0 0,1 0 0,0 1 0,0-1 0,0 0 0,-1 0 0,1 0 0,0 0 0,0 0 0,-1 1 0,1-1 1,0 0-1,0 0 0,-1 0 0,-14-1-2296,-15-12-2016,-3-14-2880</inkml:trace>
</inkml:ink>
</file>

<file path=ppt/ink/ink13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3:43:42.5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57 13270,'0'0'3138,"242"0"-2930,-163 0-208,-8-4-769,-13-15-735,-20 1-2546,-22 3-3698</inkml:trace>
</inkml:ink>
</file>

<file path=ppt/ink/ink13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3:43:42.9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15 10165,'0'0'8147,"200"-7"-7842,-125-1-241,0 8-64,-9 0-241,-3 0-735,-18 0-1809,-11 11-2226</inkml:trace>
</inkml:ink>
</file>

<file path=ppt/ink/ink13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3:43:43.3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 60 10485,'0'0'7987,"-4"0"-8403,8 0-2081,-4-26-1377,0-8-4497</inkml:trace>
</inkml:ink>
</file>

<file path=ppt/ink/ink13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3:43:43.8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184 16 5923,'0'0'4738,"5"-3"-4471,15-7 23,-16 8 1927,-4 3-1784,0 6-314,-1 0-1,-1 0 1,1 0 0,-1-1 0,-1 1 0,1 0-1,-5 8 1,-1 2 14,-163 480 1155,167-484-1221,0 1 0,2 0 0,0-1-1,0 1 1,1 21 0,8-34-652,-5-1 488,0 0 0,-1-1 0,1 1 0,0-1-1,0 1 1,-1-1 0,1 0 0,0 1-1,-1-1 1,1 0 0,-1 0 0,1 0 0,-1 0-1,0 0 1,1-1 0,-1 1 0,0 0 0,0-1-1,1 1 1,0-3 0,19-36-3461,-20 37 3200,12-30-4874</inkml:trace>
</inkml:ink>
</file>

<file path=ppt/ink/ink13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3:43:44.3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5218,'0'0'8279,"6"8"-7612,4 7-263,0 1 1,-2-1 0,0 1-1,-1 1 1,8 24 0,24 102 807,-17-57-568,-7-33-176,107 334 2023,-112-370-2467,-9-15-42,1 0 0,-1 1 0,1-1 0,-1 1 0,0-1 0,0 1 0,0-1 0,0 5-1,-17-11-7144,-1-11 5029,7 4-46,-26-19-6122</inkml:trace>
</inkml:ink>
</file>

<file path=ppt/ink/ink13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3:43:44.6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0 106 11205,'0'0'3346,"263"-45"-3186,-176 22-160,-7 1-1905,-26 7-2929</inkml:trace>
  <inkml:trace contextRef="#ctx0" brushRef="#br0" timeOffset="1">1000 255 12774,'0'0'1937</inkml:trace>
</inkml:ink>
</file>

<file path=ppt/ink/ink13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3:43:45.5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118 0 4178,'0'0'7603,"0"2"-6741,0 692 6152,0-684-6906,0 0 0,1 0 0,0 1 0,1-1 0,0 0 0,1-1 0,0 1 0,1 0 0,-1-1 0,2 0 0,8 15 0,-9-19-88,-1 0 0,1-1 1,0 1-1,1-1 1,-1 0-1,1 0 0,-1-1 1,1 1-1,0-1 1,1 0-1,-1 0 1,0-1-1,1 1 0,0-1 1,-1 0-1,1-1 1,0 0-1,0 0 1,0 0-1,0 0 0,6-1 1,-8 0-64,0 0 0,1 0 0,-1 0 0,0-1 0,0 0 0,0 0 1,0 0-1,0 0 0,0-1 0,0 1 0,-1-1 0,1 0 0,0 0 0,-1 0 0,1-1 0,-1 1 1,0-1-1,0 0 0,0 0 0,0 0 0,-1 0 0,1 0 0,-1-1 0,3-3 0,4-9-451,-1 0-1,0 0 0,-1-1 0,0 0 0,-2 0 0,0-1 1,-1 0-1,-1 0 0,0 0 0,-2 0 0,0 0 1,-1 0-1,0 0 0,-6-29 0,5 42 528,0-1 0,-1 1-1,1-1 1,-2 1 0,1 0-1,0 0 1,-1 0 0,0 0-1,0 1 1,0-1 0,-1 1-1,1 0 1,-8-7 0,4 6 154,0-1 1,-1 1-1,1 1 1,-1 0 0,0 0-1,0 0 1,-17-4-1,4 3 341,0 1 0,0 1 0,-1 1 0,1 1 0,0 1 0,-32 3-1,47-2-360,0 0 0,-1 0-1,1 1 1,0 0-1,0 0 1,0 1-1,0-1 1,0 1 0,1 1-1,-1-1 1,-9 8-1,12-8-117,0 0-1,0 0 0,0 1 0,0-1 1,0 1-1,1 0 0,0-1 1,-1 1-1,1 0 0,1 0 0,-1 0 1,1 1-1,-1-1 0,1 0 1,0 1-1,1-1 0,-1 8 0,1-12-45,0 0-1,0 1 0,0-1 0,0 0 0,0 0 0,0 0 0,0 0 1,0 1-1,0-1 0,1 0 0,-1 0 0,0 0 0,0 0 1,0 0-1,0 1 0,0-1 0,0 0 0,0 0 0,1 0 0,-1 0 1,0 0-1,0 0 0,0 0 0,0 0 0,1 0 0,-1 1 0,0-1 1,0 0-1,0 0 0,0 0 0,1 0 0,-1 0 0,0 0 0,0 0 1,0 0-1,0 0 0,1 0 0,-1 0 0,0 0 0,0 0 0,0-1 1,1 1-1,-1 0 0,0 0 0,0 0 0,0 0 0,0 0 0,0 0 1,1 0-1,-1 0 0,4 0 3,9 0-64,0 0 0,-1 0 0,1-1 0,0-1 0,-1 0 0,1-1 0,-1 0 0,22-9 0,-14 1-539,0-1 1,-1 0-1,-1-2 0,0 0 0,-1-1 0,0-1 0,-1 0 0,-1-2 1,-1 1-1,20-32 0,-30 41 371,-1 1 1,0-1-1,0 1 1,-1-1-1,0 0 0,0 0 1,-1 0-1,0 0 1,0-1-1,-1 1 1,0 0-1,0 0 0,-3-14 1,3 21 286,-1-1 0,1 1 0,-1 0 0,1 0 0,-1 0 0,1 0 0,-1 0 0,0 0 0,1 0 0,-1 0 0,0 0 0,0 0 0,0 1 0,0-1 0,0 0 0,0 1 0,0-1 0,0 0 0,0 1 0,0-1 0,-2 0 0,-24-3 802,23 3-726,-44-2 1454,1 2 0,-51 5 0,71 3-846,-4 0-244,30-17-2050,1 0 510,1 0-1,0 0 1,0 0 0,1 0 0,1 0 0,3-11 0,17-27-7004</inkml:trace>
</inkml:ink>
</file>

<file path=ppt/ink/ink13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3:43:45.8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8324,'0'0'7795,"237"78"-7795,-153-78-1136,-18 0-2162,-12 0-7218</inkml:trace>
</inkml:ink>
</file>

<file path=ppt/ink/ink13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3:43:46.2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7507,'0'0'8772,"141"11"-8627,-99-3-129,-5-1-16,-3-3-689,-5-4-783,-4 0-1458,-8 0-1952</inkml:trace>
</inkml:ink>
</file>

<file path=ppt/ink/ink13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3:43:46.6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10325,'0'0'4898,"241"57"-5378,-207-57-881,-13 0-3873</inkml:trace>
</inkml:ink>
</file>

<file path=ppt/ink/ink13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3:43:50.3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268 1 3025,'0'0'12281,"-2"0"-12236,-5 0 4,0 1 0,1 1 0,-1-1 1,0 1-1,1 0 0,0 1 0,-1-1 0,1 1 0,0 1 1,-7 5-1,1-2 188,2 1 1,-1 0 0,1 1-1,-13 16 1,11-12-49,1 1 0,1 1 0,0 0 0,1 0 0,0 1 1,1 0-1,1 0 0,-8 29 0,4 10 199,2-1 0,2 2 0,3-1 0,6 95-1,-1-141-314,1-1 0,-1 0 0,2 0 0,-1 0 0,1 0-1,1 0 1,7 12 0,-3-6 3,0-1 0,2 0-1,11 12 1,-11-15-45,0 0-1,1-1 0,0 0 1,1-1-1,0 0 1,0-1-1,1-1 0,0 0 1,0 0-1,0-1 1,25 5-1,-10-4-14,0-2 0,1-1 1,-1-2-1,53-3 0,-71 0-35,0-1 0,1 0 0,-1-1 0,-1 0 0,1 0 0,-1-1 0,1 0 0,-1-1 0,11-8 0,-12 8 11,-5 4-3,1-1 0,-1 0 0,0 0 0,0-1-1,0 1 1,-1-1 0,1 1 0,-1-1 0,4-7-1,12-38-220,-17 45 203,10-45-319,-9 36 206,1 0 0,7-21 0,-3 13 105,-1-1-1,5-32 1,-2 8 74,-6 23-54,-1-1 0,0 1 0,-4-42 0,1 13-8,1 31-30,0 0 0,-1 0-1,-1 1 1,-1-1 0,-1 1-1,-7-24 1,10 42 56,0-1-1,0 0 0,0 1 1,0-1-1,0 1 0,-1 0 1,1-1-1,-1 1 1,1 0-1,-1 0 0,0 0 1,0 0-1,-4-3 0,6 5 1,-15-15 27,13 13-35,0 0 0,0-1 1,-1 1-1,1 0 1,-1 0-1,1 0 1,-1 0-1,0 1 0,0-1 1,0 1-1,0-1 1,0 1-1,-4-1 1,-19-3-15,-1 2 0,0 0 0,-43 3 0,50 0 22,16 0 1,-16 0 0,0 0 1,-23 5 0,35-4-13,1 1 0,0 0 0,0 0 1,0 1-1,0 0 0,1 0 0,-1 1 0,1 0 1,-7 5-1,-30 26-92,19-15-188,-26 17 0,41-31-954,0-1 0,-1 0-1,-17 6 1,3-3-4249</inkml:trace>
</inkml:ink>
</file>

<file path=ppt/ink/ink13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3:43:54.5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 75 6131,'0'0'4807,"-2"-11"-3777,-7-35 133,8 45-998,1 0 0,0-1 0,-1 1 0,1 0-1,-1 0 1,1 0 0,-1-1 0,1 1 0,-1 0 0,0 0-1,0 0 1,-1-2 0,2 3-140,0 0-1,0 0 0,-1 0 1,1 0-1,0 0 0,0 0 1,0 0-1,0 0 1,-1 0-1,1 0 0,0 0 1,0 0-1,0 0 1,0 0-1,-1 0 0,1 0 1,0 0-1,0 0 1,0 0-1,0 0 0,0 0 1,-1 0-1,1 0 1,0 0-1,0 0 0,0 0 1,0 0-1,0 0 1,-1 1-1,1-1 0,0 0 1,0 0-1,0 0 1,0 0-1,0 0 0,0 0 1,0 1-1,-1-1 1,1 0-1,0 0 0,0 0 1,0 0-1,0 1 1,0-1-1,0 0 0,0 0 1,0 0-1,0 0 1,0 1-1,0-1 0,0 0 1,0 0-1,0 0 1,0 0-1,0 1 0,0-1 1,0 0-1,0 0 1,1 0-1,-1 0 0,0 12-7,13 343 636,29 299 1311,-41-607-1886,1 13 57,2-1 0,17 86-1,-19-138-123,-1 0 4,1 0-1,0 0 1,0 0 0,3 6 0,-4-12-13,0 1 0,-1-1 0,1 0 0,0 0 0,0 1 0,0-1 0,0 0 0,0 0 0,0 0 0,0 0 1,0 0-1,0 0 0,1-1 0,-1 1 0,0 0 0,1-1 0,-1 1 0,0 0 0,1-1 0,-1 0 0,1 1 0,-1-1 0,0 0 0,3 0 0,-3 0-7,-1 0 0,0 0 0,1 0 0,-1 0-1,1 0 1,-1 0 0,1 0 0,-1-1 0,0 1-1,1 0 1,-1 0 0,0 0 0,1-1 0,-1 1-1,0 0 1,1 0 0,-1-1 0,0 1 0,1 0-1,-1-1 1,0 1 0,0-1 0,1 1 0,-1 0-1,0-1 1,0 1 0,0 0 0,0-1 0,1 1-1,-1-1 1,0 1 0,0-1 0,0 1 0,0 0-1,0-1 1,0 1 0,0-1 0,0 1-1,0-1 1,-1 0 0,5-38-1400,-1-1 0,-4-47-1,-1 21-1864,2-11-2402</inkml:trace>
</inkml:ink>
</file>

<file path=ppt/ink/ink13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3:43:54.9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70 50 5442,'0'0'8306,"-12"-8"-6916,-35-25-43,36 24 173,17 10-1403,-3-1 119,20 2 90,1 1 1,-2 1 0,1 1-1,39 15 1,25 5 33,-41-16-229,95 7-1,47-13-94,-137-4-40,-42 1-61,11 1-17,31-5 1,-46 3-123,0 0-1,0 0 1,0 0 0,0-1 0,0 0 0,0 0-1,0 0 1,-1 0 0,1-1 0,-1 0 0,5-4 0,-4 0-1845,-9 4-1153,-14 2-2040,13 1 5060,-34 0-5492</inkml:trace>
</inkml:ink>
</file>

<file path=ppt/ink/ink13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3:43:55.3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1 169 8260,'0'0'8228,"266"-3"-7588,-141-27-48,0-8 64,-12 1-431,-17 10-225,-25 5-209,-17 14-719,-21 5-1073,-8 3-1040,-12 0-3122</inkml:trace>
</inkml:ink>
</file>

<file path=ppt/ink/ink13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3:43:55.7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0 132 96,'0'0'14935,"150"-38"-14807,-83 27 32,-5 7-144,-3 1-32,-5-1-208,-8 0-608,-13-3-673,-8-8-880,-8-8-1137,-13 1-1280</inkml:trace>
</inkml:ink>
</file>

<file path=ppt/ink/ink13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3:43:56.0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1 121 12166,'0'0'2625,"287"-26"-1585,-182-1-848,-18 5-192,-12-1-1344,-21 8-2722,-29 8-4930</inkml:trace>
</inkml:ink>
</file>

<file path=ppt/ink/ink13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3:43:57.1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267 7 6915,'0'0'5355,"1"-5"-4866,0 4-446,0 5 78,0 6 39,-1 0-1,0 0 0,0 0 1,-1-1-1,-1 1 0,-4 17 1,-24 66 374,11-39-370,-171 563 741,184-598-945,2-9-35,1 0 0,0 0 0,1 0-1,0 1 1,-1 16 0,3-27-365,0-35-6534,0 6 3191</inkml:trace>
</inkml:ink>
</file>

<file path=ppt/ink/ink13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3:43:57.5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6339,'0'0'6899,"12"25"-6219,-3-4-510,66 161 1432,170 567 2445,-241-737-4171,-1 0 1,1 0-1,-2 0 1,0 0-1,1 14 0,-3-24-964,-6-4-3269,-22-11-373</inkml:trace>
</inkml:ink>
</file>

<file path=ppt/ink/ink13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3:43:57.8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0 203 12230,'0'0'2593,"254"-86"-1953,-166 44-640,-1 5-1681,-12-1-3457</inkml:trace>
</inkml:ink>
</file>

<file path=ppt/ink/ink13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3:43:58.2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455 9 6163,'0'0'5488,"-17"-2"-5032,-112-4 886,123 6-1264,-7 0 146,-1 0 0,1 1 0,-20 4 1,28-4-179,-1 1 0,1 0 0,0 0 0,0 0 0,0 1 1,0 0-1,0 0 0,1 0 0,-1 1 0,1-1 0,-5 6 1,-7 9 71,0 0 0,2 1 1,0 0-1,2 1 1,0 1-1,1 0 1,1 1-1,1 0 1,-10 36-1,8-15 275,3 1 1,2-1-1,1 1 0,2 56 0,3-78-134,0 0 0,2 0-1,1 0 1,7 31 0,-6-42-159,-1-1 0,1 0 1,1 0-1,0-1 0,0 1 1,0-1-1,2 0 0,-1-1 1,1 1-1,0-1 0,9 8 0,-7-9-28,0 1-1,1-2 0,0 1 0,0-1 0,0-1 1,1 1-1,-1-2 0,21 7 0,-11-7-28,0 0-1,0-1 1,0-1 0,25-1-1,-31-1-104,1 0 0,-1-2 0,0 1 0,0-2 0,0 0 0,0 0 0,-1-1 0,1-1 0,-1 0 0,0-1 0,0-1 0,-1 0 0,0 0 0,0-1 0,-1-1 0,12-11 0,-12 11-560,-1 0-1,-1-1 0,0 0 0,0 0 0,-1-1 1,-1 0-1,1 0 0,8-20 0,-13 21-1057,0-1 0,3-21 0</inkml:trace>
</inkml:ink>
</file>

<file path=ppt/ink/ink13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3:43:58.6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11509,'0'0'4931,"275"23"-4115,-187-23-576,-9 0-240,-8-4-144,-17-7-1681,-12 3-2961</inkml:trace>
</inkml:ink>
</file>

<file path=ppt/ink/ink13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3:43:59.0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57 10053,'0'0'3457,"283"-34"-3297,-187 19-144,-4 8 16,-13 7-32,-16 0 0,-18 0 0,-11 0 0,-18 3-48,-7-3-64</inkml:trace>
</inkml:ink>
</file>

<file path=ppt/ink/ink13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3:43:59.4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5298,'0'0'7260,"0"22"-6513,1 146 789,12 162 1015,-13-318-2475,2 16 181,6 39 0,-7-61-240,0 0 0,1 1-1,0-1 1,0-1 0,0 1 0,1 0 0,-1 0-1,1-1 1,1 1 0,-1-1 0,1 0 0,5 6-1,-7-10-72,-1 0 0,0 0 0,1 0 0,-1 0-1,1 0 1,-1 0 0,1-1 0,0 1-1,-1-1 1,1 1 0,0-1 0,-1 1 0,1-1-1,0 0 1,3 0 0,-4 0-45,0 0 0,0 0 1,0 0-1,-1 0 0,1-1 0,0 1 0,0-1 0,0 1 1,0 0-1,0-1 0,0 1 0,0-1 0,-1 0 0,1 1 0,0-1 1,0 0-1,-1 1 0,1-1 0,-1 0 0,1 0 0,0 0 1,-1 0-1,1 1 0,-1-1 0,0 0 0,1 0 0,-1 0 1,0 0-1,1-2 0,3-35-3826,-3-9-3541</inkml:trace>
</inkml:ink>
</file>

<file path=ppt/ink/ink13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3:43:59.9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921 219 6627,'0'0'5816,"-14"-15"-5272,-45-50-47,53 59-397,1 1 1,-1 0 0,0 0 0,0 0-1,-1 1 1,-7-4 0,0-1 125,-8-4-95,-1 1 1,0 1 0,0 0-1,-1 2 1,0 1 0,-1 1-1,0 1 1,0 1 0,0 2 0,-48-2-1,35 4-99,14 0 55,-29 3-1,46-2-71,1 1 0,0 0 0,0 1 0,0-1 0,0 1 0,0 0 0,0 1 0,0 0 0,-7 5 0,-20 17 141,1 2 0,-32 35 0,51-49-149,0 1 121,1 0 0,1 1-1,0 0 1,1 0 0,1 2 0,0-1-1,1 1 1,-10 33 0,5-3 170,2 1 0,-6 56 0,13-47 175,4 92 1,2-132-391,0-1 0,1 1 0,1-1 0,1 0 0,0 0 0,1 0 1,1-1-1,0 0 0,1 0 0,0-1 0,2 0 0,18 23 0,-14-21 18,1 0-1,1 0 1,0-2 0,1 0-1,0 0 1,1-2-1,1 0 1,0-2-1,27 13 1,-26-16-43,1-2 1,-1 1-1,1-2 0,38 3 1,87-8 95,-126-1-184,0-1 0,0-1 0,-1-1 1,1 0-1,-1-2 0,0 0 1,0-1-1,-1-1 0,0 0 1,-1-2-1,28-21 0,-28 19-272,-1-2-1,0 0 1,-1-1-1,0 0 0,-1-1 1,-1-1-1,-1 0 1,-1-1-1,0 0 1,14-37-1,-19 37 56,-1 0 1,-1 0-1,0 0 0,0-29 0,-4-78 133,-1 57 160,2 52-16,-1 0-1,-1-1 0,0 1 1,-2 1-1,0-1 0,0 0 1,-2 1-1,-9-24 0,7 26-32,0 1-1,0 0 1,-2 0-1,1 1 1,-2 0 0,0 0-1,-14-12 1,17 18-45,0 0 0,0 1 1,-1 0-1,1 0 1,-1 1-1,0 0 1,0 1-1,-1 0 1,1 0-1,-1 0 0,0 1 1,1 1-1,-15-2 1,-56 2-188,79 1 180,-1 0 0,1 0 0,-1 0 0,1 0 0,-1 0 1,1 0-1,-1 0 0,1 0 0,-1 1 0,1-1 0,-1 0 0,1 0 0,-1 0 0,1 0 0,-1 1 0,1-1 1,-1 0-1,1 0 0,-1 1 0,1-1 0,0 0 0,-1 1 0,1-1 0,-1 1 0,1-1 0,0 0 1,0 1-1,-1-1 0,1 1 0,0-1 0,0 1 0,-1-1 0,1 1 0,0-1 0,0 1 0,0-1 1,0 1-1,0-1 0,0 1 0,0-1 0,0 1 0,0-1 0,0 1 0,0-1 0,0 1 0,0-1 0,0 1 1,1 0-1,-1 5-1417,0 5-3552</inkml:trace>
</inkml:ink>
</file>

<file path=ppt/ink/ink13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3:44:00.7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356 0 6947,'0'0'6411,"-14"8"-5952,-105 55 1494,105-55-1726,0 1-1,0 0 1,1 1 0,0 0 0,1 1 0,0 1-1,1 0 1,0 0 0,1 1 0,0 0-1,1 1 1,1 0 0,-11 24 0,9-15-137,1 0 0,1 1 1,2 0-1,0 0 0,1 1 1,-1 27-1,4-3 181,5 69 0,-2-101-196,2 0-1,0 0 0,1 0 0,1 0 1,0 0-1,1-1 0,13 23 0,-11-23 26,2-1-1,0 0 1,1 0-1,1-1 1,0-1-1,0 0 0,2 0 1,18 13-1,-19-17-36,0-1-1,0-1 1,1 0-1,0-1 1,0 0-1,1-1 1,0-1-1,0 0 1,0-1-1,18 1 1,11 0-31,78-5 0,-114 0-86,1 0 0,-1-1 0,0-1 1,0 1-1,1-1 0,-2 0 0,1-1 1,0 0-1,-1 0 0,1-1 1,-1 0-1,-1 0 0,1-1 0,-1 0 1,0 0-1,0 0 0,0-1 0,-1 0 1,8-14-1,-2 2-216,-1 0-1,-1-1 1,0-1 0,-2 1-1,0-1 1,6-38 0,-8 10-23,-1 0 1,-5-88-1,0 127 297,-1-1-1,0 1 1,0-1 0,-1 1-1,0 0 1,-1 0 0,0 0-1,-1 0 1,0 1-1,0 0 1,-1 0 0,0 0-1,-15-15 1,-3 0 124,0 1 0,-2 1 0,-31-20 0,34 26 60,-1 1 1,0 1-1,-42-18 0,55 27-239,-1 1-1,0 1 0,0 0 0,0 0 1,0 1-1,0 1 0,-1 0 0,1 1 1,0 0-1,-21 3 0,27-1-409,0-1-1,0 2 1,1-1-1,0 1 0,-1-1 1,1 2-1,0-1 1,0 0-1,0 1 1,1 0-1,-6 5 1,10-8 346,-41 38-7123</inkml:trace>
</inkml:ink>
</file>

<file path=ppt/ink/ink13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3:44:04.4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84 30 10757,'0'0'6880,"-14"1"-6522,-55 2 1149,108 1-561,-10-1-793,232-2 135,-142-1-290,-109 0-100,-1 0 0,0 0 0,1-1 0,-1 0 0,0-1 0,0 0 0,0 0 0,0-1 0,0 0 0,0-1 0,-1 0 0,12-7 0,-14 5-1777,-31 3-9688</inkml:trace>
</inkml:ink>
</file>

<file path=ppt/ink/ink13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3:44:04.8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51 61 6819,'0'0'6843,"-9"-1"-6194,-24-4 116,25 3 999,10 2-980,142 2 904,167-5-1895,-296 2-102,-1-1 0,1 0 1,-1-1-1,21-8 0,-21 6-1694,-1-1 0,17-10 0,-21 11-3658</inkml:trace>
</inkml:ink>
</file>

<file path=ppt/ink/ink13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3:44:06.3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675 94 8004,'0'0'4674,"-5"-14"-4202,-18-42 56,22 55-491,1-1 0,-1 1-1,1 0 1,-1 0-1,1-1 1,-1 1 0,0 0-1,0 0 1,0 0 0,1 0-1,-1 0 1,0 0-1,0 0 1,0 0 0,0 0-1,-1 1 1,1-1 0,0 0-1,0 1 1,0-1-1,-1 1 1,1-1 0,0 1-1,-1-1 1,1 1 0,0 0-1,-1 0 1,1 0-1,0 0 1,-1 0 0,1 0-1,0 0 1,-1 0 0,1 0-1,0 1 1,-3 0-1,-5 0-38,7-1 6,0 1-1,0-1 1,0 0 0,1 1-1,-1 0 1,0-1 0,0 1-1,1 0 1,-1 0 0,0 0 0,1 0-1,-1 0 1,1 1 0,-1-1-1,1 0 1,0 1 0,-1-1-1,0 3 1,-22 34 5,17-27 3,-297 587 730,136-254-222,154-318-511,7-15 2,1 0 0,0 1 1,1-1-1,0 1 0,1 1 0,0-1 1,1 1-1,1-1 0,0 1 1,-1 13-1,7-24-211,2-3 101,0 0 0,0 0 1,0-1-1,0 0 1,0 0-1,-1 0 0,1-1 1,-1 1-1,0-1 0,1-1 1,-1 1-1,-1-1 0,1 0 1,0 0-1,5-6 0,9-11-1111,32-46 0,-10 4-1834,-6-1-1636</inkml:trace>
</inkml:ink>
</file>

<file path=ppt/ink/ink13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3:44:06.7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7251,'0'0'5104,"22"14"-4677,10 6-151,30 24 0,-55-38-171,-1 1 1,0 0-1,0-1 0,0 2 1,-1-1-1,0 1 0,0 0 1,-1 0-1,0 0 0,-1 0 0,0 1 1,5 17-1,0 0 180,13 43 785,15 91 0,0 74 397,-1-4-768,-29-197-747,1 10-198,2 0 0,2-1 0,22 59 0,-31-98-1195,-23-33-10658</inkml:trace>
</inkml:ink>
</file>

<file path=ppt/ink/ink13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3:44:07.1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1 260 12630,'0'0'3473,"283"-57"-2128,-154 9-929,-4 3-416,-21 7-224,-16 8-656,-30 8-1393,-20 3-2450</inkml:trace>
</inkml:ink>
</file>

<file path=ppt/ink/ink13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3:44:07.4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574 70 5987,'0'0'5610,"-11"-11"-4743,-36-34 3,46 44-800,0 0 1,-1-1-1,1 1 0,-1 0 1,1 0-1,-1 0 0,1 0 1,-1 0-1,0 1 0,1-1 1,-1 0-1,0 1 0,0-1 1,1 1-1,-1 0 0,0 0 1,0-1-1,0 1 0,0 0 1,1 1-1,-1-1 0,-4 1 1,-3 0 235,-1-1-73,3-1-140,-1 1 1,1 0 0,0 0-1,-1 1 1,1 0 0,0 0-1,0 1 1,0-1 0,0 2 0,0-1-1,0 1 1,1 0 0,-9 5-1,-15 14-4,2 2-1,0 0 0,-30 36 1,-62 94 120,108-137-106,2 0 0,0 1 0,2 0 0,0 0 0,0 1 0,2 0-1,0 0 1,2 1 0,0 0 0,1 0 0,1 0 0,0 0 0,2 0 0,0 0 0,6 35-1,-4-45-31,1-1 0,0 0 0,0 0 0,1 0-1,0 0 1,0-1 0,1 1 0,0-1 0,1 0 0,0 0-1,0-1 1,0 0 0,1 0 0,0 0 0,1-1-1,-1 0 1,10 5 0,-2-2-7,1 0 1,0-1-1,0-1 1,1 0-1,0-1 0,0-1 1,1 0-1,23 2 1,-4-3 23,-1-1 0,48-4 1,-64 0-86,0-1 1,0-1 0,0-1 0,-1-1 0,35-13 0,-31 8-205,-1-1 1,-1-1-1,0-1 0,-1-1 1,36-32-1,-47 37-369,1 0-1,-2-1 1,0 1-1,0-1 1,-1-1-1,0 0 1,0 0-1,-1 0 0,-1-1 1,0 1-1,-1-1 1,0-1-1,3-16 1,-5-14-4846</inkml:trace>
</inkml:ink>
</file>

<file path=ppt/ink/ink13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3:44:08.7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 1 4338,'0'0'4231,"-10"7"4117,123-8-7506,183 6-788,-240 2-76,-34-4-23,32 2 0,-52-2-359</inkml:trace>
</inkml:ink>
</file>

<file path=ppt/ink/ink13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3:44:10.9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 60 17704,'0'0'6675,"-12"0"-6467,12-11-6050,0-11 1167,0-5-5681</inkml:trace>
</inkml:ink>
</file>

<file path=ppt/ink/ink13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3:44:12.1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280 132 8708,'0'0'4543,"0"-9"-4393,0-29 141,0 37-255,0 0 0,0 0 1,0 1-1,0-1 0,-1 0 1,1 0-1,0 0 0,0 0 0,0 1 1,-1-1-1,1 0 0,-1 0 1,1 0-1,0 1 0,-1-1 1,1 0-1,-1 1 0,0-1 1,1 0-1,-1 1 0,0-1 1,1 1-1,-1-1 0,0 1 1,1-1-1,-1 1 0,0 0 1,0-1-1,0 1 0,1 0 1,-1 0-1,0-1 0,-1 1 1,-27 0 319,22 1-256,-14-2 202,-24 2 234,42-1-514,0 0 0,1 1 0,-1-1 0,1 1 0,-1 0 0,0 0 0,1 0 1,0 0-1,-1 0 0,1 1 0,0-1 0,-1 1 0,-2 2 0,-4 7 38,0 0 0,0 1 0,1 0 0,1 0 0,0 1 0,0 0 0,-5 18 0,-26 99 538,37-124-574,-6 28 176,3 1 0,1 0-1,2 66 1,2-52 42,-1-38-155,0 1 0,1 0 0,1-1 0,0 1 0,0-1 0,5 13 0,-4-16-10,0-1 0,1 0 1,0 0-1,0 0 0,1 0 0,0-1 1,0 1-1,0-1 0,11 9 1,-8-9-3,0 0 1,1-1 0,-1 0 0,1 0 0,0-1 0,0 0 0,1-1 0,-1 0 0,1 0 0,-1-1 0,11 1 0,1-1 36,1 0 1,-1-2-1,0 0 0,24-5 0,-32 3-97,1-1 0,-1-1 0,0-1 0,0 1-1,0-2 1,-1 0 0,1-1 0,-2 0 0,1 0 0,-1-1-1,0-1 1,17-17 0,-7 4-212,-1 0 0,-1-2 0,-2 0 0,28-50 0,-36 57 34,-2-1-1,1 0 1,-2 0 0,0-1 0,-2 0 0,5-31 0,-3-116-773,-6 156 906,1 2 24,-2 1-1,1-1 1,-1 1 0,0-1-1,-1 1 1,0 0 0,0 0-1,0 0 1,-1 0 0,0 0-1,-1 0 1,1 0 0,-1 1-1,0 0 1,-1 0 0,0 0-1,0 0 1,0 1 0,0 0-1,-10-7 1,5 5 20,0 0 1,-1 0 0,1 1-1,-1 0 1,-1 1-1,1 1 1,-1 0 0,0 0-1,1 1 1,-21-3 0,-7 3 129,-78 2 0,54 2 63,54-1-185,0 1 1,0 0-1,0 0 1,0 0-1,1 1 0,-10 3 1,15-4-40,1 0 0,-1 0 0,0 1 0,1-1 0,-1 1 0,1-1 0,-1 1 1,1 0-1,0 0 0,0 0 0,-1 0 0,1 0 0,1 0 0,-1 0 0,0 1 0,1-1 0,-1 1 1,1-1-1,0 1 0,-1 0 0,1 0 0,-1 4 0,-1 36-2255,2-14-3158,1-13-2905</inkml:trace>
</inkml:ink>
</file>

<file path=ppt/ink/ink13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3:44:12.6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15 3282,'0'0'13350,"17"0"-12486,49 0-32,22 0-143,8 0-177,4 0-224,-4 0-288,-13 0-64,-16-7-1088,-17 3-545,-17 0-2753,-21 4-3922</inkml:trace>
</inkml:ink>
</file>

<file path=ppt/ink/ink13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3:44:13.6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13 105 6947,'0'0'7502,"-3"-1"-6629,-7-4 161,22 4-67,5-1-927,532-12 1220,-441 15-1264,-106-1-7,1 0 0,-1 0 1,1 0-1,-1 0 0,0 0 0,1-1 0,-1 1 0,0-1 0,1 1 0,-1-1 1,0 0-1,0 0 0,0 0 0,4-3 0,-5 3-158,1-1 0,-1 0-1,0 1 1,0-1 0,-1 0-1,1 0 1,0 0 0,0 0-1,-1 0 1,1 0 0,-1 0-1,0 0 1,0 0 0,0 0-1,0 0 1,0-3 0,0 4-11,0 0 0,0-1 0,-1 1 0,1 0 0,0 0 0,-1 0 0,1 0 1,0 0-1,-1 0 0,1 0 0,-1 0 0,0 0 0,1 0 0,-1 1 0,0-1 0,0 0 0,1 0 0,-1 0 0,0 1 1,0-1-1,0 1 0,0-1 0,0 0 0,0 1 0,0 0 0,-2-1 0,3 1 177,-27-15-5640</inkml:trace>
</inkml:ink>
</file>

<file path=ppt/ink/ink13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3:44:14.1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51 23 6643,'0'0'5669,"-3"-4"-5090,-5-11-112,6 12 590,2 8-676,-13 463 3053,-11 20-2973,23-487-519,1-1 0,0 1 0,0 0-1,0 0 1,1 0 0,-1 0 0,0 0 0,0 0-1,0-1 1,1 1 0,-1 0 0,0 0-1,1 0 1,-1-1 0,1 1 0,-1 0 0,1 0-1,-1-1 1,1 1 0,-1 0 0,1-1 0,0 1-1,-1-1 1,1 1 0,0-1 0,0 1-1,-1-1 1,1 1 0,0-1 0,0 0 0,0 0-1,-1 1 1,1-1 0,0 0 0,0 0 0,0 0-1,0 0 1,0 0 0,0 0 0,1 0-1,0 0-190,1-1-1,-1 1 0,0-1 0,0 1 1,0-1-1,0 0 0,0 0 1,0 0-1,0 0 0,0 0 0,0 0 1,0-1-1,-1 1 0,1 0 0,-1-1 1,4-3-1,14-29-3824,-2-3-1638</inkml:trace>
</inkml:ink>
</file>

<file path=ppt/ink/ink13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3:44:14.6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267 54 1713,'0'0'6589,"6"-10"-6106,19-28 64,-19 32 3914,-7 18-3529,-7 20-1029,-54 189 825,-62 203 337,88-325-984,16-45-67,2 1 1,-13 67 0,29-109-31,1 0 0,0 26 0,1-21-45,0-18 39,1 0 0,-1 0 0,0 0 0,0 0 0,0 1 1,0-1-1,0 0 0,0 0 0,1 0 0,-1 0 0,0 0 0,0 0 0,0 0 1,0 0-1,0 0 0,1 0 0,-1 0 0,0 0 0,0 0 0,0 0 0,0 0 1,1 0-1,-1 0 0,0 0 0,0 0 0,0 0 0,0 0 0,1 0 0,-1 0 1,0 0-1,0 0 0,0 0 0,0 0 0,1 0 0,-1 0 0,0 0 0,0 0 1,0-1-1,0 1 0,0 0 0,0 0 0,0 0 0,1 0 0,-1 0 0,0 0 1,0-1-1,0 1 0,0 0 0,0 0 0,0 0 0,0 0 0,0-1 0,0 1 1,0 0-1,5-5-338,-1-1 1,0 1 0,0-1-1,0 0 1,-1 0-1,0-1 1,0 1 0,0 0-1,2-10 1,9-43-4030</inkml:trace>
</inkml:ink>
</file>

<file path=ppt/ink/ink13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3:44:15.0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3282,'0'0'9540,"12"15"-9103,-9-11-411,13 15 175,-2 0-1,0 2 1,-1-1 0,-1 2 0,9 23-1,80 266 2704,-69-197-1868,74 170 0,-31-129-1177,-75-155 69,0 0 1,1 0-1,-1 0 1,0 0 0,0 0-1,0 0 1,0 0 0,0 1-1,0-1 1,0 0 0,0 0-1,0 0 1,1 0 0,-1 0-1,0 0 1,0 1-1,0-1 1,0 0 0,0 0-1,0 0 1,0 0 0,0 0-1,0 0 1,0 1 0,0-1-1,0 0 1,0 0 0,0 0-1,0 0 1,0 0 0,0 0-1,0 1 1,0-1-1,0 0 1,-1 0 0,1 0-1,0 0 1,0 0 0,0 0-1,0 0 1,0 1 0,0-1-1,0 0 1,0 0 0,0 0-1,-1 0 1,1 0-1,0 0 1,0 0 0,0 0-1,0 0 1,0 0 0,0 0-1,0 0 1,-1 1 0,-10-7-3126,-21-19-1411</inkml:trace>
</inkml:ink>
</file>

<file path=ppt/ink/ink13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3:44:15.4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0 203 8500,'0'0'6435,"250"-109"-5635,-158 83-784,-17 3-16,-9 8-1152,-20 0-2370,-17 0-4690</inkml:trace>
</inkml:ink>
</file>

<file path=ppt/ink/ink13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3:44:15.8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463 49 6931,'0'0'3823,"-11"-7"-3657,-36-21 92,42 26-125,0 0 1,0 0-1,0 0 0,0 1 0,0 0 0,-1 0 0,1 0 0,-1 0 0,1 1 0,0 0 0,-1 0 0,-9 2 0,-7-1 344,2-1-249,5 0-43,0 0 0,-18 3 0,27-2-136,1 0 1,-1 1-1,1-1 0,0 1 0,-1 1 0,1-1 1,0 1-1,0-1 0,-6 6 0,0 1 88,0 0-1,0 2 1,1-1 0,0 1-1,1 1 1,0-1 0,-13 24-1,12-15 35,1-1 0,1 1-1,1 0 1,-7 36-1,4 4 368,4 0-1,1 107 1,5-155-446,0 0 1,1-1-1,0 1 1,1-1-1,1 1 0,-1-1 1,2 0-1,0 0 1,0 0-1,1 0 0,0-1 1,1 0-1,0 0 1,0 0-1,1-1 0,1 0 1,-1 0-1,15 12 0,-11-12-16,0 1 0,0-2 0,1 0 0,1 0 0,-1-1 0,1 0 0,0-1 0,26 7 0,-16-7-37,1-1 0,0-1 0,0-2-1,37 0 1,-48-2-159,0 0 1,0-1-1,-1-1 0,1 0 1,0-1-1,-1 0 0,0-1 0,1-1 1,-2 0-1,1 0 0,0-1 0,-1-1 1,0 0-1,-1 0 0,0-1 0,13-12 1,-14 12-638,0 0 1,-1 0 0,0-1-1,-1 0 1,0 0 0,0-1-1,7-14 1,-6-4-4807</inkml:trace>
</inkml:ink>
</file>

<file path=ppt/ink/ink13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3:44:16.3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16 2593,'0'0'13190,"21"-4"-12165,25 8-225,12 3-240,9-7-336,8 0-224,0 0-112,-12-3-976,-9-9-1857,-17 5-2802</inkml:trace>
</inkml:ink>
</file>

<file path=ppt/ink/ink13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3:44:17.3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1 102 14102,'0'0'3490,"33"15"-3522,-12-15 32,-5-11-144,-7-8-848,-5-3-929,-4-8-1425,0-4-3745</inkml:trace>
</inkml:ink>
</file>

<file path=ppt/ink/ink13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3:44:19.4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83 83 8740,'0'0'4181,"0"0"-4119,0 0 0,0 0 1,0 0-1,0 0 1,0 0-1,0 0 0,-1 0 1,1 0-1,0 0 1,0 0-1,0 0 1,0 0-1,0 1 0,-1-1 1,1 0-1,0 0 1,0 0-1,0 0 0,0 0 1,-1 0-1,1 0 1,0 0-1,0 0 0,0-1 1,0 1-1,0 0 1,-1 0-1,1 0 1,0 0-1,0 0 0,0 0 1,0 0-1,0 0 1,-1 0-1,1 0 0,0 0 1,0-1-1,0 1 1,0 0-1,0 0 0,0 0 1,0 0-1,0 0 1,0-1-1,0 1 1,-1 0-1,1 0 0,0 0 1,0 0-1,0 0 1,0-1-1,0 1 0,0 0 1,0 0-1,0 0 1,0 0-1,0 0 0,0-1 1,0 1-1,0 0 1,0 0-1,1 0 1,-1 0-1,0-1 0,0 1 1,-11 18 100,2 1-1,0 0 1,1 0 0,1 1-1,1 0 1,-7 36 0,6-11 256,2 0 0,2 53 0,3-68 62,7 54-1,-5-72-364,1-1-1,0 1 0,0-1 0,1 0 0,1 0 1,0 0-1,11 17 0,-8-17-47,0 0 1,1-1-1,0 0 0,0-1 1,1 0-1,1 0 1,-1-1-1,2 0 0,-1-1 1,1 0-1,0-1 0,0-1 1,0 0-1,1 0 0,0-1 1,0-1-1,0 0 0,0-1 1,1 0-1,13 0 0,-4-1-10,0-1-1,-1 0 0,32-6 0,-44 4-66,0-1-1,0 0 0,0 0 0,0-1 0,-1 0 0,0-1 1,0 0-1,0 0 0,11-9 0,-3 0-133,0 0-1,-1-1 1,-1 0 0,0-2-1,-1 0 1,-1 0-1,0-1 1,-2 0 0,0-1-1,-1-1 1,-1 0-1,-1 0 1,0-1 0,-2 0-1,0 0 1,-2 0-1,0-1 1,-1 1 0,-1-28-1,-1 9 9,0 12 56,-1 1 1,-5-31 0,4 50 71,-1 0 1,0 0-1,0 0 0,0 0 0,-1 1 1,0-1-1,-1 1 0,0 0 0,0 0 1,0 0-1,-10-10 0,7 9 34,-1 1-1,-1-1 0,1 2 1,-1-1-1,0 1 0,0 0 1,-1 1-1,0 0 0,0 1 1,0 0-1,-1 0 0,-12-2 0,-7 1 87,0 1 0,0 2-1,-36 1 1,52 2-80,1 0 1,-1 1 0,1 0 0,0 1-1,-1 1 1,2 0 0,-1 0 0,-23 13 0,18-7-38,0 1 1,1 0-1,1 2 0,0 0 1,-19 20-1,22-18-628,0 1 0,1 1 0,1 0-1,1 0 1,0 1 0,-9 25-1,-2 4-4921</inkml:trace>
</inkml:ink>
</file>

<file path=ppt/ink/ink13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3:44:20.7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59 135 2561,'0'0'14103,"-9"0"-13114,-30 0-428,29 0-148,16 0-53,81 1 251,123-4-869,-197 1 71,0 0 0,-1-1 0,0-1 1,0 0-1,0 0 0,0-1 0,-1-1 1,19-12-1,-18 10-725,-1 0-1,0-1 1,0 0-1,12-15 1,-14 9-2122,-8 3-626</inkml:trace>
</inkml:ink>
</file>

<file path=ppt/ink/ink13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3:44:21.1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53 9604,'0'0'7492,"259"-49"-7492,-197 49-64,-3 0-576,-5 0-1489,-8-4-2802</inkml:trace>
</inkml:ink>
</file>

<file path=ppt/ink/ink13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3:44:24.5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147 158 4226,'0'0'7769,"11"-22"-6995,35-67-156,-41 79-495,10-17 491,-5 20 220,-6 5 1032,-4 14-1804,-1 1 1,-1 0-1,-1 0 1,-4 15 0,0 1-48,-81 380 200,-11 47 346,92-428-527,1-4 35,0 1 0,2-1 0,0 1 0,1 26 0,20-65-210,-5-8-388,-1-2-1,-1 0 1,-1 0 0,-1 0 0,7-38 0,-2-13-2886,-4 4-2270</inkml:trace>
</inkml:ink>
</file>

<file path=ppt/ink/ink13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3:44:24.8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8724,'0'0'5627,"16"4"-5171,-10-3-404,-1 0 0,0 0 0,0 0 0,0 0 0,0 1 0,-1 0-1,1 0 1,-1 0 0,1 0 0,-1 1 0,0-1 0,1 1-1,-2 0 1,1 0 0,0 1 0,0-1 0,-1 1 0,0 0-1,0 0 1,0 0 0,0 0 0,-1 1 0,0-1 0,3 6-1,72 245 1854,-24-68-800,111 248 642,-157-417-1737,1-1 0,1 1 0,13 19 0,-21-36-76,-1 0 1,1 0-1,-1 0 0,1 0 0,0 0 0,-1 0 1,1 0-1,0-1 0,0 1 0,0 0 0,0-1 1,-1 1-1,1 0 0,0-1 0,0 1 0,0-1 0,0 1 1,0-1-1,1 0 0,-1 1 0,0-1 0,0 0 1,1 0-1,-2-4-2189,0 4 2255,-1-1-338,1-1-1,-1 0 1,1 0-1,-1 1 1,0-1-1,1 0 0,-1 1 1,0-1-1,0 1 1,-2-3-1,-32-28-5656</inkml:trace>
</inkml:ink>
</file>

<file path=ppt/ink/ink13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3:44:25.2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98 12870,'0'0'2337,"230"4"-1136,-130-4-33,0-27-1136,-13 5-32,-12 3-1441,-12 4-2416,-18-4-4883</inkml:trace>
</inkml:ink>
</file>

<file path=ppt/ink/ink13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3:44:25.5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353 74 8004,'0'0'5042,"-8"-12"-4730,-23-33 46,30 44-323,1 0 1,-1 0 0,0 0-1,1 0 1,-1 0 0,0 0-1,0 0 1,1 0 0,-1 0-1,0 1 1,0-1 0,0 0-1,0 1 1,0-1 0,0 0-1,0 1 1,-1-1 0,1 1-1,0-1 1,0 1 0,0 0-1,0 0 1,-1-1 0,1 1-1,0 0 1,0 0 0,0 0-1,-1 0 1,1 0 0,0 1-1,-2-1 1,-4 1 231,3-1-195,0 0 0,-1 0 0,1 0 0,0 0 0,0 0 0,0 1 0,0 0 1,0 0-1,0 0 0,1 0 0,-1 1 0,0 0 0,0-1 0,1 1 0,-1 0 0,1 1 0,0-1 0,0 1 0,0-1 0,-4 6 0,-5 6 0,1 2 0,0 0 0,1 0 0,1 0 1,-7 20-1,-29 90 39,27-74 152,3 0 0,1 2 0,3 0 0,-4 66 0,13-89-25,0 1 169,2 39 0,1-61-311,0-1 0,0 0 0,1 0 0,1 0 0,-1 0 0,1 0 0,0-1 0,1 1 0,5 7 0,-4-8-27,1-1-1,-1 0 1,1 0-1,1-1 1,-1 1-1,1-1 1,0-1 0,1 0-1,-1 0 1,1 0-1,0-1 1,0 0-1,1 0 1,-1-1-1,11 3 1,5-1 34,0 0 1,1-1-1,0-2 1,36-1-1,-44-1-124,0-1 0,1 0 0,-1-2-1,0 0 1,0-1 0,0 0 0,-1-2 0,1 0 0,-1-1-1,0 0 1,-1-1 0,0-1 0,0 0 0,14-14 0,-9 8-666,-1-2 1,27-29 0,-39 38-222,0 0 0,-1-1 0,0 0 1,-1 0-1,0-1 0,0 1 0,-1-1 1,6-18-1,-9 20-1414,1-1 1,-1 0-1,-1-14 0</inkml:trace>
</inkml:ink>
</file>

<file path=ppt/ink/ink13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3:44:25.9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16 1617,'0'0'12069,"125"18"-11797,-50-18 49,4-3-113,4-12-208,-8 3-561,-4 9-1424,-17 3-4209</inkml:trace>
</inkml:ink>
</file>

<file path=ppt/ink/ink13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3:44:27.0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 0 13990,'0'0'7140,"-4"0"-7140,4 4-112,0 0-1825,8-4-5203,4 0-3552</inkml:trace>
</inkml:ink>
</file>

<file path=ppt/ink/ink13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3:44:28.5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0 278 10661,'0'0'5923,"37"-16"-5457,113-52-516,-141 63-20,0 0 0,0-1 0,0 0 0,12-11 0,-17 13-51,-1 0 0,1 0 1,-1 0-1,0-1 1,3-6-1,1-1-243,-3 5 225,0 0 0,-1 0-1,0-1 1,0 1 0,-1-1 0,1 1 0,-2-1 0,1 0 0,-1 0-1,0 0 1,-1 1 0,-1-13 0,-3 32 739,-1 32-232,2 1 0,3 53 1,0-47-102,0 623 1854,-1-658-2390,1-9 361,0-1 0,0 1 0,0 0 0,2 7-1,-2-13-215,0 0 0,1 0 0,-1 0 0,0 0 0,0 0 0,1-1 0,-1 1 0,1 0 0,-1 0 0,1 0 0,-1 0 0,1-1 0,0 1 0,-1 0 0,1 0-1,0-1 1,-1 1 0,1-1 0,0 1 0,0 0 0,0-1 0,0 1 0,-1-1 0,1 0 0,0 1 0,0-1 0,0 0 0,0 0 0,0 1 0,0-1 0,0 0-1,1 0 1,-2 0 1,1 0 0,-1 0 0,0 0 0,0 0 0,1-1 0,-1 1 0,0 0-1,0 0 1,1 0 0,-1 0 0,0 0 0,0 0 0,0-1 0,1 1 0,-1 0-1,0 0 1,0 0 0,0 0 0,0-1 0,1 1 0,-1 0 0,0 0 0,0 0-1,0-1 1,0 1 0,0 0 0,0 0 0,0-1 0,0 1 0,0 0 0,0 0-1,0-1 1,0 1 0,0 0 0,0 0 0,0-1 0,0 1 0,0 0 0,0-1-1,4-36-8893</inkml:trace>
</inkml:ink>
</file>

<file path=ppt/ink/ink13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3:44:29.3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 8868,'0'0'6915,"9"-1"-6317,52-1-374,0 2 0,0 2 0,68 13 0,-54-6-464,132-2 0,-204-7 70,0 0-1,-1 0 1,1-1 0,0 1-1,0-1 1,0 0 0,-1 1-1,1-1 1,4-3 0,-6 4-99,0-1 0,0 0-1,0 1 1,0-1 0,0 0 0,0 0 0,0 0 0,0 0 0,-1 0 0,1 0 0,0 0 0,-1 0 0,1 0 0,0 0 0,-1 0 0,0 0-1,1 0 1,-1-1 0,1 1 0,-1 0 0,0 0 0,0 0 0,0-2 0</inkml:trace>
</inkml:ink>
</file>

<file path=ppt/ink/ink13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3:44:29.7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9156,'0'0'3042,"29"285"-1346,-8-176-495,-5-8-401,1-11-608,-5-19-192,5-18-416,0-23-1409,-1-23-2353</inkml:trace>
</inkml:ink>
</file>

<file path=ppt/ink/ink13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3:44:31.2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200 166 1681,'0'0'7280,"5"-19"-2555,-5-7-4554,0 26 26,-8-2 1584,7 1-1777,0 1 1,0 0 0,0-1 0,0 1 0,0 0 0,0 0 0,0 0 0,0-1 0,0 1 0,0 0 0,0 1 0,0-1 0,0 0-1,0 0 1,0 0 0,0 1 0,0-1 0,0 0 0,0 1 0,-2 0 0,-4 4 6,0 0 0,0 1 0,0 0 0,1 0 0,0 0 0,0 1-1,0 0 1,1 0 0,0 0 0,-5 11 0,3-3 7,-1 1-1,2-1 1,0 1-1,-5 27 1,3 8 216,3-1 1,4 103-1,1-82 58,0-51-143,1 0-1,0 0 1,2 0 0,4 22-1,-4-34-72,0 1 0,0-1 0,0 0 0,1 0 0,0-1 0,1 1 0,0-1 0,0 0 1,0 0-1,1-1 0,0 1 0,8 5 0,-1-1 23,1-2 0,0 1 0,0-2 0,1 0 0,1-1 0,-1 0 0,1-1 0,0-1 0,1-1 0,26 5 0,13-3 7,102-1 0,-143-5-100,-9 0-22,1 0 1,0-1-1,-1 1 1,1-2-1,-1 1 1,1-1-1,-1 0 1,0 0-1,0 0 1,0-1-1,0 0 1,0-1-1,0 1 1,-1-1-1,0 0 1,0 0-1,0-1 1,0 1-1,0-1 1,5-9-1,0 0-122,0-1 0,-1 0 0,-1 0 0,0-1 0,-1 0 0,-1-1 0,-1 0 0,0 0 0,-1 0 0,2-18-1,0-26-431,-1-92 0,-4 101 412,-2-62 9,0 103 149,0 0 0,-1 0 0,-1 0 0,1 0 0,-2 0 0,0 1 0,-9-19 0,4 15 15,0 1 0,-1-1-1,0 2 1,-1 0 0,-1 0 0,0 1 0,-1 0 0,0 1 0,0 1 0,-1 0 0,0 1 0,-1 0 0,0 1-1,-20-7 1,2 4-6,0 1 0,0 2 0,-1 1 0,0 2 0,-63 0 0,89 4-8,1 0 0,-1 0 0,1 1 0,-1 1 0,1-1 0,0 1 0,-1 0 0,1 1 0,0 0 0,0 0 0,1 0 0,-1 1 0,1 0 0,-1 0 0,1 1 0,0-1 0,1 2 0,-1-1 0,1 0 0,0 1 0,-4 7 0,-6 8-268,1-1 1,2 2 0,0-1 0,1 2 0,1 0-1,2 0 1,0 0 0,-6 31 0,-1 30-3656</inkml:trace>
</inkml:ink>
</file>

<file path=ppt/ink/ink13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3:44:32.8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 0 9316,'0'0'5341,"-5"3"-4452,-14 10-134,14-10-195,4-1 199,8 3-549,9 2-37,0-2 0,1 0 1,0 0-1,1-2 0,26 3 1,94-3-266,-102-3 45,-11 0-674,0-2 1,1-1-1,-1 0 0,31-10 0,5 1-5116,-50 11 1381</inkml:trace>
</inkml:ink>
</file>

<file path=ppt/ink/ink13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3:44:33.2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64 10181,'0'0'3761,"217"0"-2944,-142-15-769,-8 0-48,-1 4-865,-7-4-1392,-9 7-3409</inkml:trace>
</inkml:ink>
</file>

<file path=ppt/ink/ink13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3:44:34.0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176 93 1345,'-4'1'5682,"5"-4"-5617,1 0-1,-1 0 0,1 0 1,0 0-1,-1 1 0,1-1 1,0 1-1,1-1 0,3-3 0,30-23 98,-11 9-33,-8 6 3886,-21 28-733,-6 8-3960,-124 409 1097,53-147-32,66-243-382,10-28-20,0 0 0,1 0 0,0 1 0,1 0 1,0 0-1,0 22 0,3-39-55,0 0 0,1 0 1,-1 0-1,1 0 0,0 0 0,0 0 1,0 0-1,0 1 0,0-1 0,3-3 1,3-9-252,3-8-268,23-64-3166,-19 31-145</inkml:trace>
</inkml:ink>
</file>

<file path=ppt/ink/ink13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3:44:34.4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11 4258,'0'0'7307,"0"-3"-6925,0 3-363,0 0 0,0-1-1,0 1 1,0 0 0,0-1 0,0 1 0,1 0 0,-1 0 0,0-1 0,0 1 0,0 0 0,0-1-1,0 1 1,0 0 0,0 0 0,1-1 0,-1 1 0,0 0 0,0 0 0,0 0 0,1-1-1,-1 1 1,0 0 0,0 0 0,1 0 0,-1-1 0,0 1 0,0 0 0,1 0 0,-1 0-1,0 0 1,0 0 0,1 0 0,-1 0 0,1 0 0,6 9 667,4 24 218,28 156 1239,-12-51-1372,4 11 19,0 9-189,69 200 0,-67-263-1121,-33-94 81,1 2 600,-31-12-8415,-6-14 2153</inkml:trace>
</inkml:ink>
</file>

<file path=ppt/ink/ink13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3:44:34.8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71 10773,'0'0'2177,"217"0"-288,-125-7-401,-1-12-1295,-7 0-193,-18 8-1217,-7 4-1424,-18-1-5315</inkml:trace>
</inkml:ink>
</file>

<file path=ppt/ink/ink13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3:44:35.1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454 84 5939,'0'0'5253,"0"-11"-4848,-1-36 22,1 46-392,0 0 0,-1 0 1,1 0-1,0-1 0,-1 1 0,1 0 0,-1 0 0,1 0 0,-1 0 1,1 0-1,-1 0 0,0 0 0,0 0 0,0 0 0,1 0 0,-1 0 0,0 0 1,0 1-1,0-1 0,0 0 0,0 1 0,0-1 0,0 1 0,-1-1 1,1 1-1,0-1 0,0 1 0,0 0 0,-1-1 0,1 1 0,0 0 1,0 0-1,0 0 0,-1 0 0,1 0 0,0 0 0,-2 1 0,-3-1 98,-31-2 427,-51 4 0,79-1-534,1 1 1,-1 0-1,1 1 0,-1-1 1,1 2-1,0-1 1,0 1-1,-10 6 0,3 0 24,0 0 0,1 1 1,-14 13-1,15-11 47,1 1 1,0 0 0,1 1 0,0 0 0,1 0 0,1 1 0,1 1 0,0 0-1,1 0 1,1 0 0,0 1 0,2-1 0,0 1 0,1 1 0,-2 34 0,4 139 1051,2-174-1020,0 0 0,1 0 0,1 0 0,1 0 0,0 0 0,1-1 0,1 0 0,1 0-1,0-1 1,1 1 0,1-2 0,0 1 0,2-1 0,-1-1 0,23 23 0,-21-25-53,0 0 0,1-1 0,1-1-1,0 0 1,0-1 0,1-1 0,0 0 0,1-1 0,-1 0 0,22 5 0,-7-5-9,2 0-1,-1-2 1,1-2 0,48 0-1,-63-3-79,1-1-1,-1 0 1,1-1-1,-1-1 1,0-1 0,29-10-1,-38 10-205,-1 1-1,1-1 1,-1 0 0,0 0-1,-1 0 1,1-1 0,-1 0-1,0-1 1,0 0 0,0 1-1,-1-2 1,0 1 0,0-1-1,-1 1 1,1-1 0,4-13-1,-6 12-603,0 0 1,-1-1-1,0 1 0,1-10 0,0-32-5465</inkml:trace>
</inkml:ink>
</file>

<file path=ppt/ink/ink13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3:44:35.5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7443,'0'0'9605,"221"45"-9301,-138-45-160,-4 0-144,-8 0-528,-13 0-1617,-20 0-2529</inkml:trace>
</inkml:ink>
</file>

<file path=ppt/ink/ink13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3:44:36.8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 94 3666,'0'0'5653,"-3"-16"-5114,-8-46-43,8 46 977,3 20-1254,0 948 4073,0-932-4290,-1-11-2,1 1 0,0 0 0,1 0 0,0-1 0,0 1 1,1 0-1,0-1 0,1 1 0,4 9 0,-7-18-58,0 0 1,1 0 0,-1 0-1,1-1 1,0 1 0,-1 0-1,1 0 1,0 0-1,-1-1 1,1 1 0,0 0-1,0-1 1,0 1-1,-1 0 1,1-1 0,0 1-1,1 0 1,4-5-1423,-3-9-529,-3-23-2575</inkml:trace>
</inkml:ink>
</file>

<file path=ppt/ink/ink13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3:44:37.2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 0 5122,'0'0'6667,"-5"1"-5714,-12 2-341,26-2 58,46-2 495,-24 1-811,132 0 748,4 0-1579,-54 0-3413,-112 0 3792,-1 0 0,0 0 0,0 0 0,1 0 0,-1 0 1,0 1-1,0-1 0,1 0 0,-1 0 0,0 0 0,0 0 0,1 0 1,-1 1-1,0-1 0,0 0 0,0 0 0,1 0 0,-1 1 0,0-1 1,0 0-1,0 0 0,0 0 0,0 1 0,1-1 0,-1 0 0,0 0 1,0 1-1,0-1 0,0 0 0,0 1 0,0-1 0,0 0 0,0 0 1,0 1-1,0-1 0,0 0 0,0 0 0,0 1 0,0-1 0,0 0 1,0 0-1,-1 1 0,1 2-646,0 11-1956</inkml:trace>
</inkml:ink>
</file>

<file path=ppt/ink/ink13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3:44:37.6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87 9092,'0'0'4002,"267"-45"-2561,-176 22-593,-3 8-560,-5 12-224,-16 3-64,-17 0-528,-9 0-1057,-20 0-1472,-4 7-3090</inkml:trace>
</inkml:ink>
</file>

<file path=ppt/ink/ink13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3:44:42.339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0 3874,'0'0'4204,"17"0"-3681,87 0 1486,-57 11-240,-20-9-1370,-1 1 1,29 7-1,-31-3-234,15 2 17,24-3-14,77 2 112,-115-7-266,-1 1-1,1 1 1,-1 2 0,0 0 0,38 13 0,-32-10 1,0-2 1,0-1-1,0-1 1,58-1-1,-8-2-57,-10 1-64,100-11 1,-24-4-238,164 6 0,-249 7 298,-121 0-953,12 0-1948</inkml:trace>
</inkml:ink>
</file>

<file path=ppt/ink/ink13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3:44:44.25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13 120 2785,'0'0'5085,"-4"-1"-4140,-5-6 1352,29 7 156,-6 0-2977,339 4 1367,-122 12-807,-58-1 245,590 3 178,-348-50-603,-155 6 160,148-8-35,60-4-378,-312 36 456,42-4 15,322-17 324,-448 21 135,-36 0-36,-1 2-1,0 1 0,53 9 0,-63-5-379,0 0-1,46 0 1,-70-5 152,-12-1-141,-50-7-2465,-84-1 0,20 8-3378</inkml:trace>
</inkml:ink>
</file>

<file path=ppt/ink/ink13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3:44:44.94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121 65 3265,'0'0'6177,"7"-13"-5489,25-38 2194,-32 51-2839,0 0 0,0 0 0,0 0 1,1 0-1,-1 0 0,0 0 1,0-1-1,0 1 0,0 0 1,-1 0-1,2 15 506,-6 22-561,-55 142 706,28-80-201,16-54-231,2 0 0,2 1 1,-9 71-1,20-89-284,1-27-274,2-1 176,0 0-1,0 0 0,-1 0 0,1-1 0,0 1 1,0 0-1,-1-1 0,1 0 0,-1 1 1,1-1-1,0 0 0,-1 0 0,1 0 0,-1 0 1,0 0-1,1 0 0,-1 0 0,2-3 0,0 1-242,-1-1 0,0 1 0,0-1 0,0 0 0,0 1 0,-1-1 0,2-5 0,3-21-3082</inkml:trace>
</inkml:ink>
</file>

<file path=ppt/ink/ink13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3:44:45.342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225 0 4002,'0'0'9140,"-54"169"-8292,29-90-47,-4 11-209,-5 0-384,1-15-208,8-8-32,8-22-640,9-15-1201</inkml:trace>
</inkml:ink>
</file>

<file path=ppt/ink/ink13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4:01:25.5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584 83 3698,'0'0'7366,"9"-15"-432,-9 13-6931,1 1 1,0 0-1,-1 0 1,1-1 0,-1 1-1,0 0 1,1 0-1,-1-1 1,0 1-1,0-1 1,0 1 0,0 0-1,0-1 1,0 1-1,0 0 1,0-1 0,0 1-1,-1 0 1,1-1-1,0 1 1,-1 0 0,0 0-1,0-2 1,0 1 6,-1 0-1,0 1 1,1-1 0,-1 0 0,0 1 0,0-1-1,0 1 1,0 0 0,0 0 0,0-1-1,0 1 1,-3 0 0,-4-2 18,0 0-1,0 1 1,0 1-1,0-1 1,-15 1-1,-231-3-168,252 5 138,0 0-1,1 0 1,-1 0 0,0 0 0,1 1-1,-1-1 1,1 1 0,-1 0 0,1-1-1,0 1 1,0 0 0,-3 4-1,-13 9-4,-20 4 8,36-18-3,0 1 0,0-1-1,0 1 1,1-1 0,-1 1-1,0 0 1,1 0 0,-3 2-1,-15 16-38,17-18 44,0-1 1,0 1-1,0 0 0,0 1 0,1-1 1,-1 0-1,1 0 0,-1 1 0,1-1 0,0 1 1,0-1-1,0 1 0,0-1 0,0 4 0,-12 21-24,3-15 25,0 1-1,1 1 1,0 0 0,1 0-1,1 0 1,-10 25 0,15-29-40,0 0 0,0 1 0,1-1 0,0 19 1</inkml:trace>
</inkml:ink>
</file>

<file path=ppt/ink/ink13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4:01:26.7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17 3858,'0'0'13385,"10"0"-12777,179-14 272,-153 11-838,65 4 0,-37 0-16,102-1 139,-91 4 526,-75-4-448,3 0-24,-5 1-414,-55 9-3756,9-2-1465</inkml:trace>
</inkml:ink>
</file>

<file path=ppt/ink/ink13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4:01:27.8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254 107 3906,'0'0'10212,"-5"-19"-9062,0 14-1144,-1 0 0,0 0 1,0 0-1,0 1 0,-14-7 0,-5-3 8,22 11-27,-1 1 0,1 0 1,-1 0-1,0 0 0,0 0 0,0 1 0,0 0 1,0 0-1,0 0 0,0 0 0,0 1 0,0-1 1,-1 1-1,-7 0 0,10 0 4,0 0 0,-1 0 1,1 0-1,0-1 0,0 1 0,-1-1 1,1 1-1,0-1 0,0 0 0,0 0 1,-1 0-1,1 0 0,0-1 0,0 1 1,1 0-1,-1-1 0,-2-2 1,0 3-59,0 1 0,1-1 0,-1 1 1,1 0-1,-1 0 0,1 0 1,-7 1-1,9 0-58,0-1-1,0 0 1,0 0 0,0 1-1,0-1 1,0 1 0,0-1 0,0 1-1,0 0 1,0-1 0,1 1-1,-1 0 1,0-1 0,0 1-1,0 0 1,1 0 0,-2 1-1,-2 3-1286,-8 4-3881</inkml:trace>
</inkml:ink>
</file>

<file path=ppt/ink/ink13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1T04:01:28.7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176 0 2209,'0'0'6032,"-1"20"-1945,-4-9-4007,0-1 0,-1-1-1,-1 1 1,1-1 0,-1 0-1,-15 14 1,-2 0-1754,-51 36 0,66-55-1490,1-3-2730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77D817-6331-C7B5-CBA9-E1E1508D569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8130403-66E7-365E-60F2-4472607E545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CE42EB-5F80-B010-62E0-67F985D64A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C96484-6A53-48EF-908E-5116F89489AF}" type="datetimeFigureOut">
              <a:rPr lang="en-US" smtClean="0"/>
              <a:t>5/11/2023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25FE37-F428-6665-7F54-DF360BBA40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AF50FC-2EE1-3A37-01EA-A67EC4F0B4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B9168-F485-41A6-AD5E-41A1C1BAD0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3301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4E5C56-8703-9D06-D196-024CA97B1B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0F3128-3EEE-C01A-D8D7-1C2D7DDA69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97E9A6-9476-1E6B-8E45-B99C80A89A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C96484-6A53-48EF-908E-5116F89489AF}" type="datetimeFigureOut">
              <a:rPr lang="en-US" smtClean="0"/>
              <a:t>5/11/2023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7BF88A-3747-48A9-6AE3-474B80A6C2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7EBC28-3188-C257-6D8D-F82090D369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B9168-F485-41A6-AD5E-41A1C1BAD0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20179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B6518C-AC9B-0428-1B73-E5F2A879DD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628B6F0-5F9B-D10D-6E76-1244FA2DD1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C0DFC3-01C3-2FCB-86FB-78D5B4520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C96484-6A53-48EF-908E-5116F89489AF}" type="datetimeFigureOut">
              <a:rPr lang="en-US" smtClean="0"/>
              <a:t>5/11/2023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0E7588-9765-1F38-3E93-17B5D43084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104BBC-F193-6DFB-3C7F-43E1818EEB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B9168-F485-41A6-AD5E-41A1C1BAD0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61726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E7AC36-B251-6354-CAE2-ED90AE1AB9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D1F81E-279A-113E-2C49-81F6ECA1F57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DDCF9DE-A9B6-236A-F99D-7900FCA14A7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4770C5A-185F-C255-603D-25BFFFC0DB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C96484-6A53-48EF-908E-5116F89489AF}" type="datetimeFigureOut">
              <a:rPr lang="en-US" smtClean="0"/>
              <a:t>5/11/2023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D0A2841-B986-CEA4-AF24-680966530E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B9FEDF0-2BBE-2664-3B06-9A6752BDBC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B9168-F485-41A6-AD5E-41A1C1BAD0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76998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80C2D1-772D-B2E1-C19E-97957A454A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063CFF-30B9-5481-993B-C0328ECB1C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A8348AD-C762-4382-F241-0CE4DE5AD1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49F3923-B714-6927-A7AE-26B709078CD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F0028FE-16F6-E877-15D5-BE13BE3BAA1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4EB7953-FE48-40FE-D0A2-862411B394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C96484-6A53-48EF-908E-5116F89489AF}" type="datetimeFigureOut">
              <a:rPr lang="en-US" smtClean="0"/>
              <a:t>5/11/2023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012F08B-DB9A-E2E8-0CE9-05FB647340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D13ECD6-6BB9-9662-E260-C8640324C7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B9168-F485-41A6-AD5E-41A1C1BAD0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95703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A03984-3A0D-61C0-5330-9F624ABCB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47197B6-162A-1A95-5381-0173DB89BE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C96484-6A53-48EF-908E-5116F89489AF}" type="datetimeFigureOut">
              <a:rPr lang="en-US" smtClean="0"/>
              <a:t>5/11/2023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1FADC13-25EE-56B8-6F6B-2C8717ECC9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4316DF9-B197-61A7-A773-0828AF2774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B9168-F485-41A6-AD5E-41A1C1BAD0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28492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EF74AD0-6D3D-7FA2-067B-762F1A1B90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C96484-6A53-48EF-908E-5116F89489AF}" type="datetimeFigureOut">
              <a:rPr lang="en-US" smtClean="0"/>
              <a:t>5/11/2023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6FD0BF9-E1B0-CC4D-A958-5992EE4DA2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91C8BE-4E5C-C893-FB7C-D836D78C06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B9168-F485-41A6-AD5E-41A1C1BAD0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31260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4EE4D7-E305-77FA-6B96-DF79A2FD85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9FAF65-E7EE-D3B9-BB77-06C49667D0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5049CA2-A142-2807-4D48-7BBA53DBD16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BAE94D9-C46F-042B-F639-C7E6ADD8A8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C96484-6A53-48EF-908E-5116F89489AF}" type="datetimeFigureOut">
              <a:rPr lang="en-US" smtClean="0"/>
              <a:t>5/11/2023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4ABE8C0-D278-7085-4CE5-6662B7B5AD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2072AB2-3856-7949-0FB1-7039BF4115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B9168-F485-41A6-AD5E-41A1C1BAD0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24376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61E697-3CE3-27B8-7DB8-FBAAC5554C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EFD5C89-3316-12F0-3707-40F36728358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C91D7F7-690C-9B0C-7070-7CC6BB2B47F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DC4EACD-52A2-4DE2-8C13-E81D6A66E8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C96484-6A53-48EF-908E-5116F89489AF}" type="datetimeFigureOut">
              <a:rPr lang="en-US" smtClean="0"/>
              <a:t>5/11/2023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F808CDC-2490-D5A3-8834-0949268EDA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2B71FE7-6E22-3153-F8C3-3F8879662D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B9168-F485-41A6-AD5E-41A1C1BAD0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5353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FEFB32-AB4C-1BF9-2963-52FAB3CDC5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7506261-FFEA-4F42-D98E-A220365573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251AA0-674C-55F3-B793-C9EBD61AE5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C96484-6A53-48EF-908E-5116F89489AF}" type="datetimeFigureOut">
              <a:rPr lang="en-US" smtClean="0"/>
              <a:t>5/11/2023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2641AC-3FA7-3E49-E0DF-D6264082EE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2DB923-FCE3-1793-8178-E025966855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B9168-F485-41A6-AD5E-41A1C1BAD0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69183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3F4A3BE-2ACC-0122-00D6-22AE97C800C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2D5D6EB-A741-9D40-91F2-8D45DEDC521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76319B-A0E7-70CF-A050-B54E3C735C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C96484-6A53-48EF-908E-5116F89489AF}" type="datetimeFigureOut">
              <a:rPr lang="en-US" smtClean="0"/>
              <a:t>5/11/2023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D370E3-79D2-B0F4-D1BE-CDC2F19921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725F3B-4CA7-BA38-A170-3D88B92F23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B9168-F485-41A6-AD5E-41A1C1BAD0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1475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2A0AF08-A677-4764-B909-2AD95FC751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521F65A-B2C8-5B1C-E2CB-B9D55F71BA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BEBFA9-6D54-B99E-AAF9-2F9E9F66673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2C96484-6A53-48EF-908E-5116F89489AF}" type="datetimeFigureOut">
              <a:rPr lang="en-US" smtClean="0"/>
              <a:t>5/11/2023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C8C019-0E92-D292-6E36-FB6C0CCA210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994898-54F7-C8D4-0DB2-1B782CE7A57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7B9168-F485-41A6-AD5E-41A1C1BAD0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61851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57.xml"/><Relationship Id="rId21" Type="http://schemas.openxmlformats.org/officeDocument/2006/relationships/customXml" Target="../ink/ink10.xml"/><Relationship Id="rId42" Type="http://schemas.openxmlformats.org/officeDocument/2006/relationships/image" Target="../media/image21.png"/><Relationship Id="rId63" Type="http://schemas.openxmlformats.org/officeDocument/2006/relationships/customXml" Target="../ink/ink30.xml"/><Relationship Id="rId84" Type="http://schemas.openxmlformats.org/officeDocument/2006/relationships/image" Target="../media/image43.png"/><Relationship Id="rId138" Type="http://schemas.openxmlformats.org/officeDocument/2006/relationships/image" Target="../media/image70.png"/><Relationship Id="rId107" Type="http://schemas.openxmlformats.org/officeDocument/2006/relationships/customXml" Target="../ink/ink52.xml"/><Relationship Id="rId11" Type="http://schemas.openxmlformats.org/officeDocument/2006/relationships/customXml" Target="../ink/ink5.xml"/><Relationship Id="rId32" Type="http://schemas.openxmlformats.org/officeDocument/2006/relationships/image" Target="../media/image16.png"/><Relationship Id="rId53" Type="http://schemas.openxmlformats.org/officeDocument/2006/relationships/customXml" Target="../ink/ink26.xml"/><Relationship Id="rId74" Type="http://schemas.openxmlformats.org/officeDocument/2006/relationships/image" Target="../media/image38.png"/><Relationship Id="rId128" Type="http://schemas.openxmlformats.org/officeDocument/2006/relationships/image" Target="../media/image65.png"/><Relationship Id="rId149" Type="http://schemas.openxmlformats.org/officeDocument/2006/relationships/customXml" Target="../ink/ink73.xml"/><Relationship Id="rId5" Type="http://schemas.openxmlformats.org/officeDocument/2006/relationships/customXml" Target="../ink/ink2.xml"/><Relationship Id="rId95" Type="http://schemas.openxmlformats.org/officeDocument/2006/relationships/customXml" Target="../ink/ink46.xml"/><Relationship Id="rId22" Type="http://schemas.openxmlformats.org/officeDocument/2006/relationships/image" Target="../media/image11.png"/><Relationship Id="rId27" Type="http://schemas.openxmlformats.org/officeDocument/2006/relationships/customXml" Target="../ink/ink13.xml"/><Relationship Id="rId43" Type="http://schemas.openxmlformats.org/officeDocument/2006/relationships/customXml" Target="../ink/ink21.xml"/><Relationship Id="rId48" Type="http://schemas.openxmlformats.org/officeDocument/2006/relationships/image" Target="../media/image24.png"/><Relationship Id="rId64" Type="http://schemas.openxmlformats.org/officeDocument/2006/relationships/image" Target="../media/image33.png"/><Relationship Id="rId69" Type="http://schemas.openxmlformats.org/officeDocument/2006/relationships/customXml" Target="../ink/ink33.xml"/><Relationship Id="rId113" Type="http://schemas.openxmlformats.org/officeDocument/2006/relationships/customXml" Target="../ink/ink55.xml"/><Relationship Id="rId118" Type="http://schemas.openxmlformats.org/officeDocument/2006/relationships/image" Target="../media/image60.png"/><Relationship Id="rId134" Type="http://schemas.openxmlformats.org/officeDocument/2006/relationships/image" Target="../media/image68.png"/><Relationship Id="rId139" Type="http://schemas.openxmlformats.org/officeDocument/2006/relationships/customXml" Target="../ink/ink68.xml"/><Relationship Id="rId80" Type="http://schemas.openxmlformats.org/officeDocument/2006/relationships/image" Target="../media/image41.png"/><Relationship Id="rId85" Type="http://schemas.openxmlformats.org/officeDocument/2006/relationships/customXml" Target="../ink/ink41.xml"/><Relationship Id="rId150" Type="http://schemas.openxmlformats.org/officeDocument/2006/relationships/image" Target="../media/image76.png"/><Relationship Id="rId155" Type="http://schemas.openxmlformats.org/officeDocument/2006/relationships/customXml" Target="../ink/ink76.xml"/><Relationship Id="rId12" Type="http://schemas.openxmlformats.org/officeDocument/2006/relationships/image" Target="../media/image6.png"/><Relationship Id="rId17" Type="http://schemas.openxmlformats.org/officeDocument/2006/relationships/customXml" Target="../ink/ink8.xml"/><Relationship Id="rId33" Type="http://schemas.openxmlformats.org/officeDocument/2006/relationships/customXml" Target="../ink/ink16.xml"/><Relationship Id="rId38" Type="http://schemas.openxmlformats.org/officeDocument/2006/relationships/image" Target="../media/image19.png"/><Relationship Id="rId59" Type="http://schemas.openxmlformats.org/officeDocument/2006/relationships/customXml" Target="../ink/ink28.xml"/><Relationship Id="rId103" Type="http://schemas.openxmlformats.org/officeDocument/2006/relationships/customXml" Target="../ink/ink50.xml"/><Relationship Id="rId108" Type="http://schemas.openxmlformats.org/officeDocument/2006/relationships/image" Target="../media/image55.png"/><Relationship Id="rId124" Type="http://schemas.openxmlformats.org/officeDocument/2006/relationships/image" Target="../media/image63.png"/><Relationship Id="rId129" Type="http://schemas.openxmlformats.org/officeDocument/2006/relationships/customXml" Target="../ink/ink63.xml"/><Relationship Id="rId54" Type="http://schemas.openxmlformats.org/officeDocument/2006/relationships/image" Target="../media/image27.png"/><Relationship Id="rId70" Type="http://schemas.openxmlformats.org/officeDocument/2006/relationships/image" Target="../media/image36.png"/><Relationship Id="rId75" Type="http://schemas.openxmlformats.org/officeDocument/2006/relationships/customXml" Target="../ink/ink36.xml"/><Relationship Id="rId91" Type="http://schemas.openxmlformats.org/officeDocument/2006/relationships/customXml" Target="../ink/ink44.xml"/><Relationship Id="rId96" Type="http://schemas.openxmlformats.org/officeDocument/2006/relationships/image" Target="../media/image49.png"/><Relationship Id="rId140" Type="http://schemas.openxmlformats.org/officeDocument/2006/relationships/image" Target="../media/image71.png"/><Relationship Id="rId145" Type="http://schemas.openxmlformats.org/officeDocument/2006/relationships/customXml" Target="../ink/ink7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23" Type="http://schemas.openxmlformats.org/officeDocument/2006/relationships/customXml" Target="../ink/ink11.xml"/><Relationship Id="rId28" Type="http://schemas.openxmlformats.org/officeDocument/2006/relationships/image" Target="../media/image14.png"/><Relationship Id="rId49" Type="http://schemas.openxmlformats.org/officeDocument/2006/relationships/customXml" Target="../ink/ink24.xml"/><Relationship Id="rId114" Type="http://schemas.openxmlformats.org/officeDocument/2006/relationships/image" Target="../media/image58.png"/><Relationship Id="rId119" Type="http://schemas.openxmlformats.org/officeDocument/2006/relationships/customXml" Target="../ink/ink58.xml"/><Relationship Id="rId44" Type="http://schemas.openxmlformats.org/officeDocument/2006/relationships/image" Target="../media/image22.png"/><Relationship Id="rId60" Type="http://schemas.openxmlformats.org/officeDocument/2006/relationships/image" Target="../media/image31.png"/><Relationship Id="rId65" Type="http://schemas.openxmlformats.org/officeDocument/2006/relationships/customXml" Target="../ink/ink31.xml"/><Relationship Id="rId81" Type="http://schemas.openxmlformats.org/officeDocument/2006/relationships/customXml" Target="../ink/ink39.xml"/><Relationship Id="rId86" Type="http://schemas.openxmlformats.org/officeDocument/2006/relationships/image" Target="../media/image44.png"/><Relationship Id="rId130" Type="http://schemas.openxmlformats.org/officeDocument/2006/relationships/image" Target="../media/image66.png"/><Relationship Id="rId135" Type="http://schemas.openxmlformats.org/officeDocument/2006/relationships/customXml" Target="../ink/ink66.xml"/><Relationship Id="rId151" Type="http://schemas.openxmlformats.org/officeDocument/2006/relationships/customXml" Target="../ink/ink74.xml"/><Relationship Id="rId156" Type="http://schemas.openxmlformats.org/officeDocument/2006/relationships/image" Target="../media/image79.png"/><Relationship Id="rId13" Type="http://schemas.openxmlformats.org/officeDocument/2006/relationships/customXml" Target="../ink/ink6.xml"/><Relationship Id="rId18" Type="http://schemas.openxmlformats.org/officeDocument/2006/relationships/image" Target="../media/image9.png"/><Relationship Id="rId39" Type="http://schemas.openxmlformats.org/officeDocument/2006/relationships/customXml" Target="../ink/ink19.xml"/><Relationship Id="rId109" Type="http://schemas.openxmlformats.org/officeDocument/2006/relationships/customXml" Target="../ink/ink53.xml"/><Relationship Id="rId34" Type="http://schemas.openxmlformats.org/officeDocument/2006/relationships/image" Target="../media/image17.png"/><Relationship Id="rId50" Type="http://schemas.openxmlformats.org/officeDocument/2006/relationships/image" Target="../media/image25.png"/><Relationship Id="rId55" Type="http://schemas.openxmlformats.org/officeDocument/2006/relationships/customXml" Target="../ink/ink27.xml"/><Relationship Id="rId76" Type="http://schemas.openxmlformats.org/officeDocument/2006/relationships/image" Target="../media/image39.png"/><Relationship Id="rId97" Type="http://schemas.openxmlformats.org/officeDocument/2006/relationships/customXml" Target="../ink/ink47.xml"/><Relationship Id="rId104" Type="http://schemas.openxmlformats.org/officeDocument/2006/relationships/image" Target="../media/image53.png"/><Relationship Id="rId120" Type="http://schemas.openxmlformats.org/officeDocument/2006/relationships/image" Target="../media/image61.png"/><Relationship Id="rId125" Type="http://schemas.openxmlformats.org/officeDocument/2006/relationships/customXml" Target="../ink/ink61.xml"/><Relationship Id="rId141" Type="http://schemas.openxmlformats.org/officeDocument/2006/relationships/customXml" Target="../ink/ink69.xml"/><Relationship Id="rId146" Type="http://schemas.openxmlformats.org/officeDocument/2006/relationships/image" Target="../media/image74.png"/><Relationship Id="rId7" Type="http://schemas.openxmlformats.org/officeDocument/2006/relationships/customXml" Target="../ink/ink3.xml"/><Relationship Id="rId71" Type="http://schemas.openxmlformats.org/officeDocument/2006/relationships/customXml" Target="../ink/ink34.xml"/><Relationship Id="rId92" Type="http://schemas.openxmlformats.org/officeDocument/2006/relationships/image" Target="../media/image47.png"/><Relationship Id="rId2" Type="http://schemas.openxmlformats.org/officeDocument/2006/relationships/image" Target="../media/image1.png"/><Relationship Id="rId29" Type="http://schemas.openxmlformats.org/officeDocument/2006/relationships/customXml" Target="../ink/ink14.xml"/><Relationship Id="rId24" Type="http://schemas.openxmlformats.org/officeDocument/2006/relationships/image" Target="../media/image12.png"/><Relationship Id="rId40" Type="http://schemas.openxmlformats.org/officeDocument/2006/relationships/image" Target="../media/image20.png"/><Relationship Id="rId45" Type="http://schemas.openxmlformats.org/officeDocument/2006/relationships/customXml" Target="../ink/ink22.xml"/><Relationship Id="rId66" Type="http://schemas.openxmlformats.org/officeDocument/2006/relationships/image" Target="../media/image34.png"/><Relationship Id="rId87" Type="http://schemas.openxmlformats.org/officeDocument/2006/relationships/customXml" Target="../ink/ink42.xml"/><Relationship Id="rId110" Type="http://schemas.openxmlformats.org/officeDocument/2006/relationships/image" Target="../media/image56.png"/><Relationship Id="rId115" Type="http://schemas.openxmlformats.org/officeDocument/2006/relationships/customXml" Target="../ink/ink56.xml"/><Relationship Id="rId131" Type="http://schemas.openxmlformats.org/officeDocument/2006/relationships/customXml" Target="../ink/ink64.xml"/><Relationship Id="rId136" Type="http://schemas.openxmlformats.org/officeDocument/2006/relationships/image" Target="../media/image69.png"/><Relationship Id="rId61" Type="http://schemas.openxmlformats.org/officeDocument/2006/relationships/customXml" Target="../ink/ink29.xml"/><Relationship Id="rId82" Type="http://schemas.openxmlformats.org/officeDocument/2006/relationships/image" Target="../media/image42.png"/><Relationship Id="rId152" Type="http://schemas.openxmlformats.org/officeDocument/2006/relationships/image" Target="../media/image77.png"/><Relationship Id="rId19" Type="http://schemas.openxmlformats.org/officeDocument/2006/relationships/customXml" Target="../ink/ink9.xml"/><Relationship Id="rId14" Type="http://schemas.openxmlformats.org/officeDocument/2006/relationships/image" Target="../media/image7.png"/><Relationship Id="rId30" Type="http://schemas.openxmlformats.org/officeDocument/2006/relationships/image" Target="../media/image15.png"/><Relationship Id="rId35" Type="http://schemas.openxmlformats.org/officeDocument/2006/relationships/customXml" Target="../ink/ink17.xml"/><Relationship Id="rId56" Type="http://schemas.openxmlformats.org/officeDocument/2006/relationships/image" Target="../media/image28.png"/><Relationship Id="rId77" Type="http://schemas.openxmlformats.org/officeDocument/2006/relationships/customXml" Target="../ink/ink37.xml"/><Relationship Id="rId100" Type="http://schemas.openxmlformats.org/officeDocument/2006/relationships/image" Target="../media/image51.png"/><Relationship Id="rId105" Type="http://schemas.openxmlformats.org/officeDocument/2006/relationships/customXml" Target="../ink/ink51.xml"/><Relationship Id="rId126" Type="http://schemas.openxmlformats.org/officeDocument/2006/relationships/image" Target="../media/image64.png"/><Relationship Id="rId147" Type="http://schemas.openxmlformats.org/officeDocument/2006/relationships/customXml" Target="../ink/ink72.xml"/><Relationship Id="rId8" Type="http://schemas.openxmlformats.org/officeDocument/2006/relationships/image" Target="../media/image4.png"/><Relationship Id="rId51" Type="http://schemas.openxmlformats.org/officeDocument/2006/relationships/customXml" Target="../ink/ink25.xml"/><Relationship Id="rId72" Type="http://schemas.openxmlformats.org/officeDocument/2006/relationships/image" Target="../media/image37.png"/><Relationship Id="rId93" Type="http://schemas.openxmlformats.org/officeDocument/2006/relationships/customXml" Target="../ink/ink45.xml"/><Relationship Id="rId98" Type="http://schemas.openxmlformats.org/officeDocument/2006/relationships/image" Target="../media/image50.png"/><Relationship Id="rId121" Type="http://schemas.openxmlformats.org/officeDocument/2006/relationships/customXml" Target="../ink/ink59.xml"/><Relationship Id="rId142" Type="http://schemas.openxmlformats.org/officeDocument/2006/relationships/image" Target="../media/image72.png"/><Relationship Id="rId3" Type="http://schemas.openxmlformats.org/officeDocument/2006/relationships/customXml" Target="../ink/ink1.xml"/><Relationship Id="rId25" Type="http://schemas.openxmlformats.org/officeDocument/2006/relationships/customXml" Target="../ink/ink12.xml"/><Relationship Id="rId46" Type="http://schemas.openxmlformats.org/officeDocument/2006/relationships/image" Target="../media/image23.png"/><Relationship Id="rId67" Type="http://schemas.openxmlformats.org/officeDocument/2006/relationships/customXml" Target="../ink/ink32.xml"/><Relationship Id="rId116" Type="http://schemas.openxmlformats.org/officeDocument/2006/relationships/image" Target="../media/image59.png"/><Relationship Id="rId137" Type="http://schemas.openxmlformats.org/officeDocument/2006/relationships/customXml" Target="../ink/ink67.xml"/><Relationship Id="rId20" Type="http://schemas.openxmlformats.org/officeDocument/2006/relationships/image" Target="../media/image10.png"/><Relationship Id="rId41" Type="http://schemas.openxmlformats.org/officeDocument/2006/relationships/customXml" Target="../ink/ink20.xml"/><Relationship Id="rId62" Type="http://schemas.openxmlformats.org/officeDocument/2006/relationships/image" Target="../media/image32.png"/><Relationship Id="rId83" Type="http://schemas.openxmlformats.org/officeDocument/2006/relationships/customXml" Target="../ink/ink40.xml"/><Relationship Id="rId88" Type="http://schemas.openxmlformats.org/officeDocument/2006/relationships/image" Target="../media/image45.png"/><Relationship Id="rId111" Type="http://schemas.openxmlformats.org/officeDocument/2006/relationships/customXml" Target="../ink/ink54.xml"/><Relationship Id="rId132" Type="http://schemas.openxmlformats.org/officeDocument/2006/relationships/image" Target="../media/image67.png"/><Relationship Id="rId153" Type="http://schemas.openxmlformats.org/officeDocument/2006/relationships/customXml" Target="../ink/ink75.xml"/><Relationship Id="rId15" Type="http://schemas.openxmlformats.org/officeDocument/2006/relationships/customXml" Target="../ink/ink7.xml"/><Relationship Id="rId36" Type="http://schemas.openxmlformats.org/officeDocument/2006/relationships/image" Target="../media/image18.png"/><Relationship Id="rId57" Type="http://schemas.openxmlformats.org/officeDocument/2006/relationships/image" Target="../media/image29.png"/><Relationship Id="rId106" Type="http://schemas.openxmlformats.org/officeDocument/2006/relationships/image" Target="../media/image54.png"/><Relationship Id="rId127" Type="http://schemas.openxmlformats.org/officeDocument/2006/relationships/customXml" Target="../ink/ink62.xml"/><Relationship Id="rId10" Type="http://schemas.openxmlformats.org/officeDocument/2006/relationships/image" Target="../media/image5.png"/><Relationship Id="rId31" Type="http://schemas.openxmlformats.org/officeDocument/2006/relationships/customXml" Target="../ink/ink15.xml"/><Relationship Id="rId52" Type="http://schemas.openxmlformats.org/officeDocument/2006/relationships/image" Target="../media/image26.png"/><Relationship Id="rId73" Type="http://schemas.openxmlformats.org/officeDocument/2006/relationships/customXml" Target="../ink/ink35.xml"/><Relationship Id="rId78" Type="http://schemas.openxmlformats.org/officeDocument/2006/relationships/image" Target="../media/image40.png"/><Relationship Id="rId94" Type="http://schemas.openxmlformats.org/officeDocument/2006/relationships/image" Target="../media/image48.png"/><Relationship Id="rId99" Type="http://schemas.openxmlformats.org/officeDocument/2006/relationships/customXml" Target="../ink/ink48.xml"/><Relationship Id="rId101" Type="http://schemas.openxmlformats.org/officeDocument/2006/relationships/customXml" Target="../ink/ink49.xml"/><Relationship Id="rId122" Type="http://schemas.openxmlformats.org/officeDocument/2006/relationships/image" Target="../media/image62.png"/><Relationship Id="rId143" Type="http://schemas.openxmlformats.org/officeDocument/2006/relationships/customXml" Target="../ink/ink70.xml"/><Relationship Id="rId148" Type="http://schemas.openxmlformats.org/officeDocument/2006/relationships/image" Target="../media/image75.png"/><Relationship Id="rId4" Type="http://schemas.openxmlformats.org/officeDocument/2006/relationships/image" Target="../media/image2.png"/><Relationship Id="rId9" Type="http://schemas.openxmlformats.org/officeDocument/2006/relationships/customXml" Target="../ink/ink4.xml"/><Relationship Id="rId26" Type="http://schemas.openxmlformats.org/officeDocument/2006/relationships/image" Target="../media/image13.png"/><Relationship Id="rId47" Type="http://schemas.openxmlformats.org/officeDocument/2006/relationships/customXml" Target="../ink/ink23.xml"/><Relationship Id="rId68" Type="http://schemas.openxmlformats.org/officeDocument/2006/relationships/image" Target="../media/image35.png"/><Relationship Id="rId89" Type="http://schemas.openxmlformats.org/officeDocument/2006/relationships/customXml" Target="../ink/ink43.xml"/><Relationship Id="rId112" Type="http://schemas.openxmlformats.org/officeDocument/2006/relationships/image" Target="../media/image57.png"/><Relationship Id="rId133" Type="http://schemas.openxmlformats.org/officeDocument/2006/relationships/customXml" Target="../ink/ink65.xml"/><Relationship Id="rId154" Type="http://schemas.openxmlformats.org/officeDocument/2006/relationships/image" Target="../media/image78.png"/><Relationship Id="rId16" Type="http://schemas.openxmlformats.org/officeDocument/2006/relationships/image" Target="../media/image8.png"/><Relationship Id="rId37" Type="http://schemas.openxmlformats.org/officeDocument/2006/relationships/customXml" Target="../ink/ink18.xml"/><Relationship Id="rId58" Type="http://schemas.openxmlformats.org/officeDocument/2006/relationships/image" Target="../media/image30.png"/><Relationship Id="rId79" Type="http://schemas.openxmlformats.org/officeDocument/2006/relationships/customXml" Target="../ink/ink38.xml"/><Relationship Id="rId102" Type="http://schemas.openxmlformats.org/officeDocument/2006/relationships/image" Target="../media/image52.png"/><Relationship Id="rId123" Type="http://schemas.openxmlformats.org/officeDocument/2006/relationships/customXml" Target="../ink/ink60.xml"/><Relationship Id="rId144" Type="http://schemas.openxmlformats.org/officeDocument/2006/relationships/image" Target="../media/image73.png"/><Relationship Id="rId90" Type="http://schemas.openxmlformats.org/officeDocument/2006/relationships/image" Target="../media/image46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4.png"/><Relationship Id="rId13" Type="http://schemas.openxmlformats.org/officeDocument/2006/relationships/customXml" Target="../ink/ink82.xml"/><Relationship Id="rId3" Type="http://schemas.openxmlformats.org/officeDocument/2006/relationships/customXml" Target="../ink/ink77.xml"/><Relationship Id="rId7" Type="http://schemas.openxmlformats.org/officeDocument/2006/relationships/customXml" Target="../ink/ink79.xml"/><Relationship Id="rId12" Type="http://schemas.openxmlformats.org/officeDocument/2006/relationships/image" Target="../media/image86.png"/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3.png"/><Relationship Id="rId11" Type="http://schemas.openxmlformats.org/officeDocument/2006/relationships/customXml" Target="../ink/ink81.xml"/><Relationship Id="rId5" Type="http://schemas.openxmlformats.org/officeDocument/2006/relationships/customXml" Target="../ink/ink78.xml"/><Relationship Id="rId10" Type="http://schemas.openxmlformats.org/officeDocument/2006/relationships/image" Target="../media/image85.png"/><Relationship Id="rId4" Type="http://schemas.openxmlformats.org/officeDocument/2006/relationships/image" Target="../media/image82.png"/><Relationship Id="rId9" Type="http://schemas.openxmlformats.org/officeDocument/2006/relationships/customXml" Target="../ink/ink80.xml"/><Relationship Id="rId14" Type="http://schemas.openxmlformats.org/officeDocument/2006/relationships/image" Target="../media/image8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9.png"/><Relationship Id="rId2" Type="http://schemas.openxmlformats.org/officeDocument/2006/relationships/image" Target="../media/image88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141.xml"/><Relationship Id="rId21" Type="http://schemas.openxmlformats.org/officeDocument/2006/relationships/customXml" Target="../ink/ink92.xml"/><Relationship Id="rId42" Type="http://schemas.openxmlformats.org/officeDocument/2006/relationships/customXml" Target="../ink/ink103.xml"/><Relationship Id="rId63" Type="http://schemas.openxmlformats.org/officeDocument/2006/relationships/image" Target="../media/image120.png"/><Relationship Id="rId84" Type="http://schemas.openxmlformats.org/officeDocument/2006/relationships/image" Target="../media/image130.png"/><Relationship Id="rId138" Type="http://schemas.openxmlformats.org/officeDocument/2006/relationships/image" Target="../media/image157.png"/><Relationship Id="rId107" Type="http://schemas.openxmlformats.org/officeDocument/2006/relationships/customXml" Target="../ink/ink136.xml"/><Relationship Id="rId11" Type="http://schemas.openxmlformats.org/officeDocument/2006/relationships/customXml" Target="../ink/ink87.xml"/><Relationship Id="rId32" Type="http://schemas.openxmlformats.org/officeDocument/2006/relationships/customXml" Target="../ink/ink98.xml"/><Relationship Id="rId53" Type="http://schemas.openxmlformats.org/officeDocument/2006/relationships/image" Target="../media/image115.png"/><Relationship Id="rId74" Type="http://schemas.openxmlformats.org/officeDocument/2006/relationships/image" Target="../media/image125.png"/><Relationship Id="rId128" Type="http://schemas.openxmlformats.org/officeDocument/2006/relationships/image" Target="../media/image152.png"/><Relationship Id="rId149" Type="http://schemas.openxmlformats.org/officeDocument/2006/relationships/customXml" Target="../ink/ink157.xml"/><Relationship Id="rId5" Type="http://schemas.openxmlformats.org/officeDocument/2006/relationships/customXml" Target="../ink/ink84.xml"/><Relationship Id="rId95" Type="http://schemas.openxmlformats.org/officeDocument/2006/relationships/customXml" Target="../ink/ink130.xml"/><Relationship Id="rId22" Type="http://schemas.openxmlformats.org/officeDocument/2006/relationships/image" Target="../media/image100.png"/><Relationship Id="rId27" Type="http://schemas.openxmlformats.org/officeDocument/2006/relationships/customXml" Target="../ink/ink95.xml"/><Relationship Id="rId43" Type="http://schemas.openxmlformats.org/officeDocument/2006/relationships/image" Target="../media/image110.png"/><Relationship Id="rId48" Type="http://schemas.openxmlformats.org/officeDocument/2006/relationships/customXml" Target="../ink/ink106.xml"/><Relationship Id="rId64" Type="http://schemas.openxmlformats.org/officeDocument/2006/relationships/customXml" Target="../ink/ink114.xml"/><Relationship Id="rId69" Type="http://schemas.openxmlformats.org/officeDocument/2006/relationships/customXml" Target="../ink/ink117.xml"/><Relationship Id="rId113" Type="http://schemas.openxmlformats.org/officeDocument/2006/relationships/customXml" Target="../ink/ink139.xml"/><Relationship Id="rId118" Type="http://schemas.openxmlformats.org/officeDocument/2006/relationships/image" Target="../media/image147.png"/><Relationship Id="rId134" Type="http://schemas.openxmlformats.org/officeDocument/2006/relationships/image" Target="../media/image155.png"/><Relationship Id="rId139" Type="http://schemas.openxmlformats.org/officeDocument/2006/relationships/customXml" Target="../ink/ink152.xml"/><Relationship Id="rId80" Type="http://schemas.openxmlformats.org/officeDocument/2006/relationships/image" Target="../media/image128.png"/><Relationship Id="rId85" Type="http://schemas.openxmlformats.org/officeDocument/2006/relationships/customXml" Target="../ink/ink125.xml"/><Relationship Id="rId150" Type="http://schemas.openxmlformats.org/officeDocument/2006/relationships/image" Target="../media/image163.png"/><Relationship Id="rId12" Type="http://schemas.openxmlformats.org/officeDocument/2006/relationships/image" Target="../media/image95.png"/><Relationship Id="rId17" Type="http://schemas.openxmlformats.org/officeDocument/2006/relationships/customXml" Target="../ink/ink90.xml"/><Relationship Id="rId33" Type="http://schemas.openxmlformats.org/officeDocument/2006/relationships/image" Target="../media/image105.png"/><Relationship Id="rId38" Type="http://schemas.openxmlformats.org/officeDocument/2006/relationships/customXml" Target="../ink/ink101.xml"/><Relationship Id="rId59" Type="http://schemas.openxmlformats.org/officeDocument/2006/relationships/image" Target="../media/image118.png"/><Relationship Id="rId103" Type="http://schemas.openxmlformats.org/officeDocument/2006/relationships/customXml" Target="../ink/ink134.xml"/><Relationship Id="rId108" Type="http://schemas.openxmlformats.org/officeDocument/2006/relationships/image" Target="../media/image142.png"/><Relationship Id="rId124" Type="http://schemas.openxmlformats.org/officeDocument/2006/relationships/image" Target="../media/image150.png"/><Relationship Id="rId129" Type="http://schemas.openxmlformats.org/officeDocument/2006/relationships/customXml" Target="../ink/ink147.xml"/><Relationship Id="rId54" Type="http://schemas.openxmlformats.org/officeDocument/2006/relationships/customXml" Target="../ink/ink109.xml"/><Relationship Id="rId70" Type="http://schemas.openxmlformats.org/officeDocument/2006/relationships/image" Target="../media/image123.png"/><Relationship Id="rId75" Type="http://schemas.openxmlformats.org/officeDocument/2006/relationships/customXml" Target="../ink/ink120.xml"/><Relationship Id="rId91" Type="http://schemas.openxmlformats.org/officeDocument/2006/relationships/customXml" Target="../ink/ink128.xml"/><Relationship Id="rId96" Type="http://schemas.openxmlformats.org/officeDocument/2006/relationships/image" Target="../media/image136.png"/><Relationship Id="rId140" Type="http://schemas.openxmlformats.org/officeDocument/2006/relationships/image" Target="../media/image158.png"/><Relationship Id="rId145" Type="http://schemas.openxmlformats.org/officeDocument/2006/relationships/customXml" Target="../ink/ink15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2.png"/><Relationship Id="rId23" Type="http://schemas.openxmlformats.org/officeDocument/2006/relationships/customXml" Target="../ink/ink93.xml"/><Relationship Id="rId28" Type="http://schemas.openxmlformats.org/officeDocument/2006/relationships/image" Target="../media/image103.png"/><Relationship Id="rId49" Type="http://schemas.openxmlformats.org/officeDocument/2006/relationships/image" Target="../media/image113.png"/><Relationship Id="rId114" Type="http://schemas.openxmlformats.org/officeDocument/2006/relationships/image" Target="../media/image145.png"/><Relationship Id="rId119" Type="http://schemas.openxmlformats.org/officeDocument/2006/relationships/customXml" Target="../ink/ink142.xml"/><Relationship Id="rId44" Type="http://schemas.openxmlformats.org/officeDocument/2006/relationships/customXml" Target="../ink/ink104.xml"/><Relationship Id="rId60" Type="http://schemas.openxmlformats.org/officeDocument/2006/relationships/customXml" Target="../ink/ink112.xml"/><Relationship Id="rId65" Type="http://schemas.openxmlformats.org/officeDocument/2006/relationships/customXml" Target="../ink/ink115.xml"/><Relationship Id="rId81" Type="http://schemas.openxmlformats.org/officeDocument/2006/relationships/customXml" Target="../ink/ink123.xml"/><Relationship Id="rId86" Type="http://schemas.openxmlformats.org/officeDocument/2006/relationships/image" Target="../media/image131.png"/><Relationship Id="rId130" Type="http://schemas.openxmlformats.org/officeDocument/2006/relationships/image" Target="../media/image153.png"/><Relationship Id="rId135" Type="http://schemas.openxmlformats.org/officeDocument/2006/relationships/customXml" Target="../ink/ink150.xml"/><Relationship Id="rId13" Type="http://schemas.openxmlformats.org/officeDocument/2006/relationships/customXml" Target="../ink/ink88.xml"/><Relationship Id="rId18" Type="http://schemas.openxmlformats.org/officeDocument/2006/relationships/image" Target="../media/image98.png"/><Relationship Id="rId39" Type="http://schemas.openxmlformats.org/officeDocument/2006/relationships/image" Target="../media/image108.png"/><Relationship Id="rId109" Type="http://schemas.openxmlformats.org/officeDocument/2006/relationships/customXml" Target="../ink/ink137.xml"/><Relationship Id="rId34" Type="http://schemas.openxmlformats.org/officeDocument/2006/relationships/customXml" Target="../ink/ink99.xml"/><Relationship Id="rId50" Type="http://schemas.openxmlformats.org/officeDocument/2006/relationships/customXml" Target="../ink/ink107.xml"/><Relationship Id="rId55" Type="http://schemas.openxmlformats.org/officeDocument/2006/relationships/image" Target="../media/image116.png"/><Relationship Id="rId76" Type="http://schemas.openxmlformats.org/officeDocument/2006/relationships/image" Target="../media/image126.png"/><Relationship Id="rId97" Type="http://schemas.openxmlformats.org/officeDocument/2006/relationships/customXml" Target="../ink/ink131.xml"/><Relationship Id="rId104" Type="http://schemas.openxmlformats.org/officeDocument/2006/relationships/image" Target="../media/image140.png"/><Relationship Id="rId120" Type="http://schemas.openxmlformats.org/officeDocument/2006/relationships/image" Target="../media/image148.png"/><Relationship Id="rId125" Type="http://schemas.openxmlformats.org/officeDocument/2006/relationships/customXml" Target="../ink/ink145.xml"/><Relationship Id="rId141" Type="http://schemas.openxmlformats.org/officeDocument/2006/relationships/customXml" Target="../ink/ink153.xml"/><Relationship Id="rId146" Type="http://schemas.openxmlformats.org/officeDocument/2006/relationships/image" Target="../media/image161.png"/><Relationship Id="rId7" Type="http://schemas.openxmlformats.org/officeDocument/2006/relationships/customXml" Target="../ink/ink85.xml"/><Relationship Id="rId71" Type="http://schemas.openxmlformats.org/officeDocument/2006/relationships/customXml" Target="../ink/ink118.xml"/><Relationship Id="rId92" Type="http://schemas.openxmlformats.org/officeDocument/2006/relationships/image" Target="../media/image134.png"/><Relationship Id="rId2" Type="http://schemas.openxmlformats.org/officeDocument/2006/relationships/image" Target="../media/image90.png"/><Relationship Id="rId29" Type="http://schemas.openxmlformats.org/officeDocument/2006/relationships/customXml" Target="../ink/ink96.xml"/><Relationship Id="rId24" Type="http://schemas.openxmlformats.org/officeDocument/2006/relationships/image" Target="../media/image101.png"/><Relationship Id="rId40" Type="http://schemas.openxmlformats.org/officeDocument/2006/relationships/customXml" Target="../ink/ink102.xml"/><Relationship Id="rId45" Type="http://schemas.openxmlformats.org/officeDocument/2006/relationships/image" Target="../media/image111.png"/><Relationship Id="rId66" Type="http://schemas.openxmlformats.org/officeDocument/2006/relationships/image" Target="../media/image121.png"/><Relationship Id="rId87" Type="http://schemas.openxmlformats.org/officeDocument/2006/relationships/customXml" Target="../ink/ink126.xml"/><Relationship Id="rId110" Type="http://schemas.openxmlformats.org/officeDocument/2006/relationships/image" Target="../media/image143.png"/><Relationship Id="rId115" Type="http://schemas.openxmlformats.org/officeDocument/2006/relationships/customXml" Target="../ink/ink140.xml"/><Relationship Id="rId131" Type="http://schemas.openxmlformats.org/officeDocument/2006/relationships/customXml" Target="../ink/ink148.xml"/><Relationship Id="rId136" Type="http://schemas.openxmlformats.org/officeDocument/2006/relationships/image" Target="../media/image156.png"/><Relationship Id="rId61" Type="http://schemas.openxmlformats.org/officeDocument/2006/relationships/image" Target="../media/image119.png"/><Relationship Id="rId82" Type="http://schemas.openxmlformats.org/officeDocument/2006/relationships/image" Target="../media/image129.png"/><Relationship Id="rId19" Type="http://schemas.openxmlformats.org/officeDocument/2006/relationships/customXml" Target="../ink/ink91.xml"/><Relationship Id="rId14" Type="http://schemas.openxmlformats.org/officeDocument/2006/relationships/image" Target="../media/image96.png"/><Relationship Id="rId30" Type="http://schemas.openxmlformats.org/officeDocument/2006/relationships/customXml" Target="../ink/ink97.xml"/><Relationship Id="rId35" Type="http://schemas.openxmlformats.org/officeDocument/2006/relationships/image" Target="../media/image106.png"/><Relationship Id="rId56" Type="http://schemas.openxmlformats.org/officeDocument/2006/relationships/customXml" Target="../ink/ink110.xml"/><Relationship Id="rId77" Type="http://schemas.openxmlformats.org/officeDocument/2006/relationships/customXml" Target="../ink/ink121.xml"/><Relationship Id="rId100" Type="http://schemas.openxmlformats.org/officeDocument/2006/relationships/image" Target="../media/image138.png"/><Relationship Id="rId105" Type="http://schemas.openxmlformats.org/officeDocument/2006/relationships/customXml" Target="../ink/ink135.xml"/><Relationship Id="rId126" Type="http://schemas.openxmlformats.org/officeDocument/2006/relationships/image" Target="../media/image151.png"/><Relationship Id="rId147" Type="http://schemas.openxmlformats.org/officeDocument/2006/relationships/customXml" Target="../ink/ink156.xml"/><Relationship Id="rId8" Type="http://schemas.openxmlformats.org/officeDocument/2006/relationships/image" Target="../media/image93.png"/><Relationship Id="rId51" Type="http://schemas.openxmlformats.org/officeDocument/2006/relationships/image" Target="../media/image114.png"/><Relationship Id="rId72" Type="http://schemas.openxmlformats.org/officeDocument/2006/relationships/image" Target="../media/image124.png"/><Relationship Id="rId93" Type="http://schemas.openxmlformats.org/officeDocument/2006/relationships/customXml" Target="../ink/ink129.xml"/><Relationship Id="rId98" Type="http://schemas.openxmlformats.org/officeDocument/2006/relationships/image" Target="../media/image137.png"/><Relationship Id="rId121" Type="http://schemas.openxmlformats.org/officeDocument/2006/relationships/customXml" Target="../ink/ink143.xml"/><Relationship Id="rId142" Type="http://schemas.openxmlformats.org/officeDocument/2006/relationships/image" Target="../media/image159.png"/><Relationship Id="rId3" Type="http://schemas.openxmlformats.org/officeDocument/2006/relationships/customXml" Target="../ink/ink83.xml"/><Relationship Id="rId25" Type="http://schemas.openxmlformats.org/officeDocument/2006/relationships/customXml" Target="../ink/ink94.xml"/><Relationship Id="rId46" Type="http://schemas.openxmlformats.org/officeDocument/2006/relationships/customXml" Target="../ink/ink105.xml"/><Relationship Id="rId67" Type="http://schemas.openxmlformats.org/officeDocument/2006/relationships/customXml" Target="../ink/ink116.xml"/><Relationship Id="rId116" Type="http://schemas.openxmlformats.org/officeDocument/2006/relationships/image" Target="../media/image146.png"/><Relationship Id="rId137" Type="http://schemas.openxmlformats.org/officeDocument/2006/relationships/customXml" Target="../ink/ink151.xml"/><Relationship Id="rId20" Type="http://schemas.openxmlformats.org/officeDocument/2006/relationships/image" Target="../media/image99.png"/><Relationship Id="rId41" Type="http://schemas.openxmlformats.org/officeDocument/2006/relationships/image" Target="../media/image109.png"/><Relationship Id="rId62" Type="http://schemas.openxmlformats.org/officeDocument/2006/relationships/customXml" Target="../ink/ink113.xml"/><Relationship Id="rId83" Type="http://schemas.openxmlformats.org/officeDocument/2006/relationships/customXml" Target="../ink/ink124.xml"/><Relationship Id="rId88" Type="http://schemas.openxmlformats.org/officeDocument/2006/relationships/image" Target="../media/image132.png"/><Relationship Id="rId111" Type="http://schemas.openxmlformats.org/officeDocument/2006/relationships/customXml" Target="../ink/ink138.xml"/><Relationship Id="rId132" Type="http://schemas.openxmlformats.org/officeDocument/2006/relationships/image" Target="../media/image154.png"/><Relationship Id="rId15" Type="http://schemas.openxmlformats.org/officeDocument/2006/relationships/customXml" Target="../ink/ink89.xml"/><Relationship Id="rId36" Type="http://schemas.openxmlformats.org/officeDocument/2006/relationships/customXml" Target="../ink/ink100.xml"/><Relationship Id="rId57" Type="http://schemas.openxmlformats.org/officeDocument/2006/relationships/image" Target="../media/image117.png"/><Relationship Id="rId106" Type="http://schemas.openxmlformats.org/officeDocument/2006/relationships/image" Target="../media/image141.png"/><Relationship Id="rId127" Type="http://schemas.openxmlformats.org/officeDocument/2006/relationships/customXml" Target="../ink/ink146.xml"/><Relationship Id="rId10" Type="http://schemas.openxmlformats.org/officeDocument/2006/relationships/image" Target="../media/image94.png"/><Relationship Id="rId31" Type="http://schemas.openxmlformats.org/officeDocument/2006/relationships/image" Target="../media/image104.png"/><Relationship Id="rId52" Type="http://schemas.openxmlformats.org/officeDocument/2006/relationships/customXml" Target="../ink/ink108.xml"/><Relationship Id="rId73" Type="http://schemas.openxmlformats.org/officeDocument/2006/relationships/customXml" Target="../ink/ink119.xml"/><Relationship Id="rId78" Type="http://schemas.openxmlformats.org/officeDocument/2006/relationships/image" Target="../media/image127.png"/><Relationship Id="rId94" Type="http://schemas.openxmlformats.org/officeDocument/2006/relationships/image" Target="../media/image135.png"/><Relationship Id="rId99" Type="http://schemas.openxmlformats.org/officeDocument/2006/relationships/customXml" Target="../ink/ink132.xml"/><Relationship Id="rId101" Type="http://schemas.openxmlformats.org/officeDocument/2006/relationships/customXml" Target="../ink/ink133.xml"/><Relationship Id="rId122" Type="http://schemas.openxmlformats.org/officeDocument/2006/relationships/image" Target="../media/image149.png"/><Relationship Id="rId143" Type="http://schemas.openxmlformats.org/officeDocument/2006/relationships/customXml" Target="../ink/ink154.xml"/><Relationship Id="rId148" Type="http://schemas.openxmlformats.org/officeDocument/2006/relationships/image" Target="../media/image162.png"/><Relationship Id="rId4" Type="http://schemas.openxmlformats.org/officeDocument/2006/relationships/image" Target="../media/image91.png"/><Relationship Id="rId9" Type="http://schemas.openxmlformats.org/officeDocument/2006/relationships/customXml" Target="../ink/ink86.xml"/><Relationship Id="rId26" Type="http://schemas.openxmlformats.org/officeDocument/2006/relationships/image" Target="../media/image102.png"/><Relationship Id="rId47" Type="http://schemas.openxmlformats.org/officeDocument/2006/relationships/image" Target="../media/image112.png"/><Relationship Id="rId68" Type="http://schemas.openxmlformats.org/officeDocument/2006/relationships/image" Target="../media/image122.png"/><Relationship Id="rId89" Type="http://schemas.openxmlformats.org/officeDocument/2006/relationships/customXml" Target="../ink/ink127.xml"/><Relationship Id="rId112" Type="http://schemas.openxmlformats.org/officeDocument/2006/relationships/image" Target="../media/image144.png"/><Relationship Id="rId133" Type="http://schemas.openxmlformats.org/officeDocument/2006/relationships/customXml" Target="../ink/ink149.xml"/><Relationship Id="rId16" Type="http://schemas.openxmlformats.org/officeDocument/2006/relationships/image" Target="../media/image97.png"/><Relationship Id="rId37" Type="http://schemas.openxmlformats.org/officeDocument/2006/relationships/image" Target="../media/image107.png"/><Relationship Id="rId58" Type="http://schemas.openxmlformats.org/officeDocument/2006/relationships/customXml" Target="../ink/ink111.xml"/><Relationship Id="rId79" Type="http://schemas.openxmlformats.org/officeDocument/2006/relationships/customXml" Target="../ink/ink122.xml"/><Relationship Id="rId102" Type="http://schemas.openxmlformats.org/officeDocument/2006/relationships/image" Target="../media/image139.png"/><Relationship Id="rId123" Type="http://schemas.openxmlformats.org/officeDocument/2006/relationships/customXml" Target="../ink/ink144.xml"/><Relationship Id="rId144" Type="http://schemas.openxmlformats.org/officeDocument/2006/relationships/image" Target="../media/image160.png"/><Relationship Id="rId90" Type="http://schemas.openxmlformats.org/officeDocument/2006/relationships/image" Target="../media/image133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215.xml"/><Relationship Id="rId21" Type="http://schemas.openxmlformats.org/officeDocument/2006/relationships/customXml" Target="../ink/ink167.xml"/><Relationship Id="rId324" Type="http://schemas.openxmlformats.org/officeDocument/2006/relationships/image" Target="../media/image325.png"/><Relationship Id="rId531" Type="http://schemas.openxmlformats.org/officeDocument/2006/relationships/customXml" Target="../ink/ink423.xml"/><Relationship Id="rId170" Type="http://schemas.openxmlformats.org/officeDocument/2006/relationships/customXml" Target="../ink/ink242.xml"/><Relationship Id="rId268" Type="http://schemas.openxmlformats.org/officeDocument/2006/relationships/image" Target="../media/image297.png"/><Relationship Id="rId475" Type="http://schemas.openxmlformats.org/officeDocument/2006/relationships/customXml" Target="../ink/ink395.xml"/><Relationship Id="rId32" Type="http://schemas.openxmlformats.org/officeDocument/2006/relationships/image" Target="../media/image180.png"/><Relationship Id="rId128" Type="http://schemas.openxmlformats.org/officeDocument/2006/relationships/image" Target="../media/image228.png"/><Relationship Id="rId335" Type="http://schemas.openxmlformats.org/officeDocument/2006/relationships/customXml" Target="../ink/ink325.xml"/><Relationship Id="rId542" Type="http://schemas.openxmlformats.org/officeDocument/2006/relationships/image" Target="../media/image434.png"/><Relationship Id="rId181" Type="http://schemas.openxmlformats.org/officeDocument/2006/relationships/image" Target="../media/image254.png"/><Relationship Id="rId402" Type="http://schemas.openxmlformats.org/officeDocument/2006/relationships/image" Target="../media/image364.png"/><Relationship Id="rId279" Type="http://schemas.openxmlformats.org/officeDocument/2006/relationships/customXml" Target="../ink/ink297.xml"/><Relationship Id="rId486" Type="http://schemas.openxmlformats.org/officeDocument/2006/relationships/image" Target="../media/image406.png"/><Relationship Id="rId43" Type="http://schemas.openxmlformats.org/officeDocument/2006/relationships/customXml" Target="../ink/ink178.xml"/><Relationship Id="rId139" Type="http://schemas.openxmlformats.org/officeDocument/2006/relationships/customXml" Target="../ink/ink226.xml"/><Relationship Id="rId346" Type="http://schemas.openxmlformats.org/officeDocument/2006/relationships/image" Target="../media/image336.png"/><Relationship Id="rId553" Type="http://schemas.openxmlformats.org/officeDocument/2006/relationships/customXml" Target="../ink/ink434.xml"/><Relationship Id="rId192" Type="http://schemas.openxmlformats.org/officeDocument/2006/relationships/customXml" Target="../ink/ink253.xml"/><Relationship Id="rId206" Type="http://schemas.openxmlformats.org/officeDocument/2006/relationships/customXml" Target="../ink/ink260.xml"/><Relationship Id="rId413" Type="http://schemas.openxmlformats.org/officeDocument/2006/relationships/customXml" Target="../ink/ink364.xml"/><Relationship Id="rId497" Type="http://schemas.openxmlformats.org/officeDocument/2006/relationships/customXml" Target="../ink/ink406.xml"/><Relationship Id="rId357" Type="http://schemas.openxmlformats.org/officeDocument/2006/relationships/customXml" Target="../ink/ink336.xml"/><Relationship Id="rId54" Type="http://schemas.openxmlformats.org/officeDocument/2006/relationships/image" Target="../media/image191.png"/><Relationship Id="rId217" Type="http://schemas.openxmlformats.org/officeDocument/2006/relationships/image" Target="../media/image272.png"/><Relationship Id="rId564" Type="http://schemas.openxmlformats.org/officeDocument/2006/relationships/image" Target="../media/image445.png"/><Relationship Id="rId424" Type="http://schemas.openxmlformats.org/officeDocument/2006/relationships/image" Target="../media/image375.png"/><Relationship Id="rId270" Type="http://schemas.openxmlformats.org/officeDocument/2006/relationships/image" Target="../media/image298.png"/><Relationship Id="rId65" Type="http://schemas.openxmlformats.org/officeDocument/2006/relationships/customXml" Target="../ink/ink189.xml"/><Relationship Id="rId130" Type="http://schemas.openxmlformats.org/officeDocument/2006/relationships/image" Target="../media/image229.png"/><Relationship Id="rId368" Type="http://schemas.openxmlformats.org/officeDocument/2006/relationships/image" Target="../media/image347.png"/><Relationship Id="rId575" Type="http://schemas.openxmlformats.org/officeDocument/2006/relationships/customXml" Target="../ink/ink445.xml"/><Relationship Id="rId228" Type="http://schemas.openxmlformats.org/officeDocument/2006/relationships/customXml" Target="../ink/ink271.xml"/><Relationship Id="rId435" Type="http://schemas.openxmlformats.org/officeDocument/2006/relationships/customXml" Target="../ink/ink375.xml"/><Relationship Id="rId281" Type="http://schemas.openxmlformats.org/officeDocument/2006/relationships/customXml" Target="../ink/ink298.xml"/><Relationship Id="rId502" Type="http://schemas.openxmlformats.org/officeDocument/2006/relationships/image" Target="../media/image414.png"/><Relationship Id="rId76" Type="http://schemas.openxmlformats.org/officeDocument/2006/relationships/image" Target="../media/image202.png"/><Relationship Id="rId141" Type="http://schemas.openxmlformats.org/officeDocument/2006/relationships/customXml" Target="../ink/ink227.xml"/><Relationship Id="rId379" Type="http://schemas.openxmlformats.org/officeDocument/2006/relationships/customXml" Target="../ink/ink347.xml"/><Relationship Id="rId586" Type="http://schemas.openxmlformats.org/officeDocument/2006/relationships/image" Target="../media/image456.png"/><Relationship Id="rId7" Type="http://schemas.openxmlformats.org/officeDocument/2006/relationships/customXml" Target="../ink/ink160.xml"/><Relationship Id="rId239" Type="http://schemas.openxmlformats.org/officeDocument/2006/relationships/customXml" Target="../ink/ink277.xml"/><Relationship Id="rId446" Type="http://schemas.openxmlformats.org/officeDocument/2006/relationships/image" Target="../media/image386.png"/><Relationship Id="rId292" Type="http://schemas.openxmlformats.org/officeDocument/2006/relationships/image" Target="../media/image309.png"/><Relationship Id="rId306" Type="http://schemas.openxmlformats.org/officeDocument/2006/relationships/image" Target="../media/image316.png"/><Relationship Id="rId87" Type="http://schemas.openxmlformats.org/officeDocument/2006/relationships/customXml" Target="../ink/ink200.xml"/><Relationship Id="rId513" Type="http://schemas.openxmlformats.org/officeDocument/2006/relationships/customXml" Target="../ink/ink414.xml"/><Relationship Id="rId597" Type="http://schemas.openxmlformats.org/officeDocument/2006/relationships/customXml" Target="../ink/ink456.xml"/><Relationship Id="rId152" Type="http://schemas.openxmlformats.org/officeDocument/2006/relationships/image" Target="../media/image240.png"/><Relationship Id="rId457" Type="http://schemas.openxmlformats.org/officeDocument/2006/relationships/customXml" Target="../ink/ink386.xml"/><Relationship Id="rId14" Type="http://schemas.openxmlformats.org/officeDocument/2006/relationships/image" Target="../media/image171.png"/><Relationship Id="rId317" Type="http://schemas.openxmlformats.org/officeDocument/2006/relationships/customXml" Target="../ink/ink316.xml"/><Relationship Id="rId524" Type="http://schemas.openxmlformats.org/officeDocument/2006/relationships/image" Target="../media/image425.png"/><Relationship Id="rId98" Type="http://schemas.openxmlformats.org/officeDocument/2006/relationships/image" Target="../media/image213.png"/><Relationship Id="rId121" Type="http://schemas.openxmlformats.org/officeDocument/2006/relationships/customXml" Target="../ink/ink217.xml"/><Relationship Id="rId163" Type="http://schemas.openxmlformats.org/officeDocument/2006/relationships/image" Target="../media/image245.png"/><Relationship Id="rId219" Type="http://schemas.openxmlformats.org/officeDocument/2006/relationships/image" Target="../media/image273.png"/><Relationship Id="rId370" Type="http://schemas.openxmlformats.org/officeDocument/2006/relationships/image" Target="../media/image348.png"/><Relationship Id="rId426" Type="http://schemas.openxmlformats.org/officeDocument/2006/relationships/image" Target="../media/image376.png"/><Relationship Id="rId230" Type="http://schemas.openxmlformats.org/officeDocument/2006/relationships/image" Target="../media/image278.png"/><Relationship Id="rId468" Type="http://schemas.openxmlformats.org/officeDocument/2006/relationships/image" Target="../media/image397.png"/><Relationship Id="rId25" Type="http://schemas.openxmlformats.org/officeDocument/2006/relationships/customXml" Target="../ink/ink169.xml"/><Relationship Id="rId67" Type="http://schemas.openxmlformats.org/officeDocument/2006/relationships/customXml" Target="../ink/ink190.xml"/><Relationship Id="rId272" Type="http://schemas.openxmlformats.org/officeDocument/2006/relationships/image" Target="../media/image299.png"/><Relationship Id="rId328" Type="http://schemas.openxmlformats.org/officeDocument/2006/relationships/image" Target="../media/image327.png"/><Relationship Id="rId535" Type="http://schemas.openxmlformats.org/officeDocument/2006/relationships/customXml" Target="../ink/ink425.xml"/><Relationship Id="rId577" Type="http://schemas.openxmlformats.org/officeDocument/2006/relationships/customXml" Target="../ink/ink446.xml"/><Relationship Id="rId132" Type="http://schemas.openxmlformats.org/officeDocument/2006/relationships/image" Target="../media/image230.png"/><Relationship Id="rId174" Type="http://schemas.openxmlformats.org/officeDocument/2006/relationships/customXml" Target="../ink/ink244.xml"/><Relationship Id="rId381" Type="http://schemas.openxmlformats.org/officeDocument/2006/relationships/customXml" Target="../ink/ink348.xml"/><Relationship Id="rId602" Type="http://schemas.openxmlformats.org/officeDocument/2006/relationships/image" Target="../media/image464.png"/><Relationship Id="rId241" Type="http://schemas.openxmlformats.org/officeDocument/2006/relationships/customXml" Target="../ink/ink278.xml"/><Relationship Id="rId437" Type="http://schemas.openxmlformats.org/officeDocument/2006/relationships/customXml" Target="../ink/ink376.xml"/><Relationship Id="rId479" Type="http://schemas.openxmlformats.org/officeDocument/2006/relationships/customXml" Target="../ink/ink397.xml"/><Relationship Id="rId36" Type="http://schemas.openxmlformats.org/officeDocument/2006/relationships/image" Target="../media/image182.png"/><Relationship Id="rId283" Type="http://schemas.openxmlformats.org/officeDocument/2006/relationships/customXml" Target="../ink/ink299.xml"/><Relationship Id="rId339" Type="http://schemas.openxmlformats.org/officeDocument/2006/relationships/customXml" Target="../ink/ink327.xml"/><Relationship Id="rId490" Type="http://schemas.openxmlformats.org/officeDocument/2006/relationships/image" Target="../media/image408.png"/><Relationship Id="rId504" Type="http://schemas.openxmlformats.org/officeDocument/2006/relationships/image" Target="../media/image415.png"/><Relationship Id="rId546" Type="http://schemas.openxmlformats.org/officeDocument/2006/relationships/image" Target="../media/image436.png"/><Relationship Id="rId78" Type="http://schemas.openxmlformats.org/officeDocument/2006/relationships/image" Target="../media/image203.png"/><Relationship Id="rId101" Type="http://schemas.openxmlformats.org/officeDocument/2006/relationships/customXml" Target="../ink/ink207.xml"/><Relationship Id="rId143" Type="http://schemas.openxmlformats.org/officeDocument/2006/relationships/customXml" Target="../ink/ink228.xml"/><Relationship Id="rId185" Type="http://schemas.openxmlformats.org/officeDocument/2006/relationships/image" Target="../media/image256.png"/><Relationship Id="rId350" Type="http://schemas.openxmlformats.org/officeDocument/2006/relationships/image" Target="../media/image338.png"/><Relationship Id="rId406" Type="http://schemas.openxmlformats.org/officeDocument/2006/relationships/image" Target="../media/image366.png"/><Relationship Id="rId588" Type="http://schemas.openxmlformats.org/officeDocument/2006/relationships/image" Target="../media/image457.png"/><Relationship Id="rId9" Type="http://schemas.openxmlformats.org/officeDocument/2006/relationships/customXml" Target="../ink/ink161.xml"/><Relationship Id="rId210" Type="http://schemas.openxmlformats.org/officeDocument/2006/relationships/customXml" Target="../ink/ink262.xml"/><Relationship Id="rId392" Type="http://schemas.openxmlformats.org/officeDocument/2006/relationships/image" Target="../media/image359.png"/><Relationship Id="rId448" Type="http://schemas.openxmlformats.org/officeDocument/2006/relationships/image" Target="../media/image387.png"/><Relationship Id="rId252" Type="http://schemas.openxmlformats.org/officeDocument/2006/relationships/image" Target="../media/image289.png"/><Relationship Id="rId294" Type="http://schemas.openxmlformats.org/officeDocument/2006/relationships/image" Target="../media/image310.png"/><Relationship Id="rId308" Type="http://schemas.openxmlformats.org/officeDocument/2006/relationships/image" Target="../media/image317.png"/><Relationship Id="rId515" Type="http://schemas.openxmlformats.org/officeDocument/2006/relationships/customXml" Target="../ink/ink415.xml"/><Relationship Id="rId47" Type="http://schemas.openxmlformats.org/officeDocument/2006/relationships/customXml" Target="../ink/ink180.xml"/><Relationship Id="rId89" Type="http://schemas.openxmlformats.org/officeDocument/2006/relationships/customXml" Target="../ink/ink201.xml"/><Relationship Id="rId112" Type="http://schemas.openxmlformats.org/officeDocument/2006/relationships/image" Target="../media/image220.png"/><Relationship Id="rId154" Type="http://schemas.openxmlformats.org/officeDocument/2006/relationships/image" Target="../media/image241.png"/><Relationship Id="rId361" Type="http://schemas.openxmlformats.org/officeDocument/2006/relationships/customXml" Target="../ink/ink338.xml"/><Relationship Id="rId557" Type="http://schemas.openxmlformats.org/officeDocument/2006/relationships/customXml" Target="../ink/ink436.xml"/><Relationship Id="rId599" Type="http://schemas.openxmlformats.org/officeDocument/2006/relationships/customXml" Target="../ink/ink457.xml"/><Relationship Id="rId196" Type="http://schemas.openxmlformats.org/officeDocument/2006/relationships/customXml" Target="../ink/ink255.xml"/><Relationship Id="rId417" Type="http://schemas.openxmlformats.org/officeDocument/2006/relationships/customXml" Target="../ink/ink366.xml"/><Relationship Id="rId459" Type="http://schemas.openxmlformats.org/officeDocument/2006/relationships/customXml" Target="../ink/ink387.xml"/><Relationship Id="rId16" Type="http://schemas.openxmlformats.org/officeDocument/2006/relationships/image" Target="../media/image172.png"/><Relationship Id="rId221" Type="http://schemas.openxmlformats.org/officeDocument/2006/relationships/image" Target="../media/image274.png"/><Relationship Id="rId263" Type="http://schemas.openxmlformats.org/officeDocument/2006/relationships/customXml" Target="../ink/ink289.xml"/><Relationship Id="rId319" Type="http://schemas.openxmlformats.org/officeDocument/2006/relationships/customXml" Target="../ink/ink317.xml"/><Relationship Id="rId470" Type="http://schemas.openxmlformats.org/officeDocument/2006/relationships/image" Target="../media/image398.png"/><Relationship Id="rId526" Type="http://schemas.openxmlformats.org/officeDocument/2006/relationships/image" Target="../media/image426.png"/><Relationship Id="rId58" Type="http://schemas.openxmlformats.org/officeDocument/2006/relationships/image" Target="../media/image193.png"/><Relationship Id="rId123" Type="http://schemas.openxmlformats.org/officeDocument/2006/relationships/customXml" Target="../ink/ink218.xml"/><Relationship Id="rId330" Type="http://schemas.openxmlformats.org/officeDocument/2006/relationships/image" Target="../media/image328.png"/><Relationship Id="rId568" Type="http://schemas.openxmlformats.org/officeDocument/2006/relationships/image" Target="../media/image447.png"/><Relationship Id="rId165" Type="http://schemas.openxmlformats.org/officeDocument/2006/relationships/image" Target="../media/image246.png"/><Relationship Id="rId372" Type="http://schemas.openxmlformats.org/officeDocument/2006/relationships/image" Target="../media/image349.png"/><Relationship Id="rId428" Type="http://schemas.openxmlformats.org/officeDocument/2006/relationships/image" Target="../media/image377.png"/><Relationship Id="rId232" Type="http://schemas.openxmlformats.org/officeDocument/2006/relationships/image" Target="../media/image279.png"/><Relationship Id="rId274" Type="http://schemas.openxmlformats.org/officeDocument/2006/relationships/image" Target="../media/image300.png"/><Relationship Id="rId481" Type="http://schemas.openxmlformats.org/officeDocument/2006/relationships/customXml" Target="../ink/ink398.xml"/><Relationship Id="rId27" Type="http://schemas.openxmlformats.org/officeDocument/2006/relationships/customXml" Target="../ink/ink170.xml"/><Relationship Id="rId69" Type="http://schemas.openxmlformats.org/officeDocument/2006/relationships/customXml" Target="../ink/ink191.xml"/><Relationship Id="rId134" Type="http://schemas.openxmlformats.org/officeDocument/2006/relationships/image" Target="../media/image231.png"/><Relationship Id="rId537" Type="http://schemas.openxmlformats.org/officeDocument/2006/relationships/customXml" Target="../ink/ink426.xml"/><Relationship Id="rId579" Type="http://schemas.openxmlformats.org/officeDocument/2006/relationships/customXml" Target="../ink/ink447.xml"/><Relationship Id="rId80" Type="http://schemas.openxmlformats.org/officeDocument/2006/relationships/image" Target="../media/image204.png"/><Relationship Id="rId176" Type="http://schemas.openxmlformats.org/officeDocument/2006/relationships/customXml" Target="../ink/ink245.xml"/><Relationship Id="rId341" Type="http://schemas.openxmlformats.org/officeDocument/2006/relationships/customXml" Target="../ink/ink328.xml"/><Relationship Id="rId383" Type="http://schemas.openxmlformats.org/officeDocument/2006/relationships/customXml" Target="../ink/ink349.xml"/><Relationship Id="rId439" Type="http://schemas.openxmlformats.org/officeDocument/2006/relationships/customXml" Target="../ink/ink377.xml"/><Relationship Id="rId590" Type="http://schemas.openxmlformats.org/officeDocument/2006/relationships/image" Target="../media/image458.png"/><Relationship Id="rId604" Type="http://schemas.openxmlformats.org/officeDocument/2006/relationships/image" Target="../media/image465.png"/><Relationship Id="rId201" Type="http://schemas.openxmlformats.org/officeDocument/2006/relationships/image" Target="../media/image264.png"/><Relationship Id="rId243" Type="http://schemas.openxmlformats.org/officeDocument/2006/relationships/customXml" Target="../ink/ink279.xml"/><Relationship Id="rId285" Type="http://schemas.openxmlformats.org/officeDocument/2006/relationships/customXml" Target="../ink/ink300.xml"/><Relationship Id="rId450" Type="http://schemas.openxmlformats.org/officeDocument/2006/relationships/image" Target="../media/image388.png"/><Relationship Id="rId506" Type="http://schemas.openxmlformats.org/officeDocument/2006/relationships/image" Target="../media/image416.png"/><Relationship Id="rId38" Type="http://schemas.openxmlformats.org/officeDocument/2006/relationships/image" Target="../media/image183.png"/><Relationship Id="rId103" Type="http://schemas.openxmlformats.org/officeDocument/2006/relationships/customXml" Target="../ink/ink208.xml"/><Relationship Id="rId310" Type="http://schemas.openxmlformats.org/officeDocument/2006/relationships/image" Target="../media/image318.png"/><Relationship Id="rId492" Type="http://schemas.openxmlformats.org/officeDocument/2006/relationships/image" Target="../media/image409.png"/><Relationship Id="rId548" Type="http://schemas.openxmlformats.org/officeDocument/2006/relationships/image" Target="../media/image437.png"/><Relationship Id="rId91" Type="http://schemas.openxmlformats.org/officeDocument/2006/relationships/customXml" Target="../ink/ink202.xml"/><Relationship Id="rId145" Type="http://schemas.openxmlformats.org/officeDocument/2006/relationships/customXml" Target="../ink/ink229.xml"/><Relationship Id="rId187" Type="http://schemas.openxmlformats.org/officeDocument/2006/relationships/image" Target="../media/image257.png"/><Relationship Id="rId352" Type="http://schemas.openxmlformats.org/officeDocument/2006/relationships/image" Target="../media/image339.png"/><Relationship Id="rId394" Type="http://schemas.openxmlformats.org/officeDocument/2006/relationships/image" Target="../media/image360.png"/><Relationship Id="rId408" Type="http://schemas.openxmlformats.org/officeDocument/2006/relationships/image" Target="../media/image367.png"/><Relationship Id="rId212" Type="http://schemas.openxmlformats.org/officeDocument/2006/relationships/customXml" Target="../ink/ink263.xml"/><Relationship Id="rId254" Type="http://schemas.openxmlformats.org/officeDocument/2006/relationships/image" Target="../media/image290.png"/><Relationship Id="rId49" Type="http://schemas.openxmlformats.org/officeDocument/2006/relationships/customXml" Target="../ink/ink181.xml"/><Relationship Id="rId114" Type="http://schemas.openxmlformats.org/officeDocument/2006/relationships/image" Target="../media/image221.png"/><Relationship Id="rId296" Type="http://schemas.openxmlformats.org/officeDocument/2006/relationships/image" Target="../media/image311.png"/><Relationship Id="rId461" Type="http://schemas.openxmlformats.org/officeDocument/2006/relationships/customXml" Target="../ink/ink388.xml"/><Relationship Id="rId517" Type="http://schemas.openxmlformats.org/officeDocument/2006/relationships/customXml" Target="../ink/ink416.xml"/><Relationship Id="rId559" Type="http://schemas.openxmlformats.org/officeDocument/2006/relationships/customXml" Target="../ink/ink437.xml"/><Relationship Id="rId60" Type="http://schemas.openxmlformats.org/officeDocument/2006/relationships/image" Target="../media/image194.png"/><Relationship Id="rId156" Type="http://schemas.openxmlformats.org/officeDocument/2006/relationships/image" Target="../media/image242.png"/><Relationship Id="rId198" Type="http://schemas.openxmlformats.org/officeDocument/2006/relationships/customXml" Target="../ink/ink256.xml"/><Relationship Id="rId321" Type="http://schemas.openxmlformats.org/officeDocument/2006/relationships/customXml" Target="../ink/ink318.xml"/><Relationship Id="rId363" Type="http://schemas.openxmlformats.org/officeDocument/2006/relationships/customXml" Target="../ink/ink339.xml"/><Relationship Id="rId419" Type="http://schemas.openxmlformats.org/officeDocument/2006/relationships/customXml" Target="../ink/ink367.xml"/><Relationship Id="rId570" Type="http://schemas.openxmlformats.org/officeDocument/2006/relationships/image" Target="../media/image448.png"/><Relationship Id="rId223" Type="http://schemas.openxmlformats.org/officeDocument/2006/relationships/image" Target="../media/image275.png"/><Relationship Id="rId430" Type="http://schemas.openxmlformats.org/officeDocument/2006/relationships/image" Target="../media/image378.png"/><Relationship Id="rId18" Type="http://schemas.openxmlformats.org/officeDocument/2006/relationships/image" Target="../media/image173.png"/><Relationship Id="rId265" Type="http://schemas.openxmlformats.org/officeDocument/2006/relationships/customXml" Target="../ink/ink290.xml"/><Relationship Id="rId472" Type="http://schemas.openxmlformats.org/officeDocument/2006/relationships/image" Target="../media/image399.png"/><Relationship Id="rId528" Type="http://schemas.openxmlformats.org/officeDocument/2006/relationships/image" Target="../media/image427.png"/><Relationship Id="rId125" Type="http://schemas.openxmlformats.org/officeDocument/2006/relationships/customXml" Target="../ink/ink219.xml"/><Relationship Id="rId167" Type="http://schemas.openxmlformats.org/officeDocument/2006/relationships/image" Target="../media/image247.png"/><Relationship Id="rId332" Type="http://schemas.openxmlformats.org/officeDocument/2006/relationships/image" Target="../media/image329.png"/><Relationship Id="rId374" Type="http://schemas.openxmlformats.org/officeDocument/2006/relationships/image" Target="../media/image350.png"/><Relationship Id="rId581" Type="http://schemas.openxmlformats.org/officeDocument/2006/relationships/customXml" Target="../ink/ink448.xml"/><Relationship Id="rId71" Type="http://schemas.openxmlformats.org/officeDocument/2006/relationships/customXml" Target="../ink/ink192.xml"/><Relationship Id="rId234" Type="http://schemas.openxmlformats.org/officeDocument/2006/relationships/image" Target="../media/image280.png"/><Relationship Id="rId2" Type="http://schemas.openxmlformats.org/officeDocument/2006/relationships/image" Target="../media/image165.png"/><Relationship Id="rId29" Type="http://schemas.openxmlformats.org/officeDocument/2006/relationships/customXml" Target="../ink/ink171.xml"/><Relationship Id="rId276" Type="http://schemas.openxmlformats.org/officeDocument/2006/relationships/image" Target="../media/image301.png"/><Relationship Id="rId441" Type="http://schemas.openxmlformats.org/officeDocument/2006/relationships/customXml" Target="../ink/ink378.xml"/><Relationship Id="rId483" Type="http://schemas.openxmlformats.org/officeDocument/2006/relationships/customXml" Target="../ink/ink399.xml"/><Relationship Id="rId539" Type="http://schemas.openxmlformats.org/officeDocument/2006/relationships/customXml" Target="../ink/ink427.xml"/><Relationship Id="rId40" Type="http://schemas.openxmlformats.org/officeDocument/2006/relationships/image" Target="../media/image184.png"/><Relationship Id="rId136" Type="http://schemas.openxmlformats.org/officeDocument/2006/relationships/image" Target="../media/image232.png"/><Relationship Id="rId178" Type="http://schemas.openxmlformats.org/officeDocument/2006/relationships/customXml" Target="../ink/ink246.xml"/><Relationship Id="rId301" Type="http://schemas.openxmlformats.org/officeDocument/2006/relationships/customXml" Target="../ink/ink308.xml"/><Relationship Id="rId343" Type="http://schemas.openxmlformats.org/officeDocument/2006/relationships/customXml" Target="../ink/ink329.xml"/><Relationship Id="rId550" Type="http://schemas.openxmlformats.org/officeDocument/2006/relationships/image" Target="../media/image438.png"/><Relationship Id="rId82" Type="http://schemas.openxmlformats.org/officeDocument/2006/relationships/image" Target="../media/image205.png"/><Relationship Id="rId203" Type="http://schemas.openxmlformats.org/officeDocument/2006/relationships/image" Target="../media/image265.png"/><Relationship Id="rId385" Type="http://schemas.openxmlformats.org/officeDocument/2006/relationships/customXml" Target="../ink/ink350.xml"/><Relationship Id="rId592" Type="http://schemas.openxmlformats.org/officeDocument/2006/relationships/image" Target="../media/image459.png"/><Relationship Id="rId606" Type="http://schemas.openxmlformats.org/officeDocument/2006/relationships/image" Target="../media/image466.png"/><Relationship Id="rId245" Type="http://schemas.openxmlformats.org/officeDocument/2006/relationships/customXml" Target="../ink/ink280.xml"/><Relationship Id="rId287" Type="http://schemas.openxmlformats.org/officeDocument/2006/relationships/customXml" Target="../ink/ink301.xml"/><Relationship Id="rId410" Type="http://schemas.openxmlformats.org/officeDocument/2006/relationships/image" Target="../media/image368.png"/><Relationship Id="rId452" Type="http://schemas.openxmlformats.org/officeDocument/2006/relationships/image" Target="../media/image389.png"/><Relationship Id="rId494" Type="http://schemas.openxmlformats.org/officeDocument/2006/relationships/image" Target="../media/image410.png"/><Relationship Id="rId508" Type="http://schemas.openxmlformats.org/officeDocument/2006/relationships/image" Target="../media/image417.png"/><Relationship Id="rId105" Type="http://schemas.openxmlformats.org/officeDocument/2006/relationships/customXml" Target="../ink/ink209.xml"/><Relationship Id="rId147" Type="http://schemas.openxmlformats.org/officeDocument/2006/relationships/customXml" Target="../ink/ink230.xml"/><Relationship Id="rId312" Type="http://schemas.openxmlformats.org/officeDocument/2006/relationships/image" Target="../media/image319.png"/><Relationship Id="rId354" Type="http://schemas.openxmlformats.org/officeDocument/2006/relationships/image" Target="../media/image340.png"/><Relationship Id="rId51" Type="http://schemas.openxmlformats.org/officeDocument/2006/relationships/customXml" Target="../ink/ink182.xml"/><Relationship Id="rId93" Type="http://schemas.openxmlformats.org/officeDocument/2006/relationships/customXml" Target="../ink/ink203.xml"/><Relationship Id="rId189" Type="http://schemas.openxmlformats.org/officeDocument/2006/relationships/image" Target="../media/image258.png"/><Relationship Id="rId396" Type="http://schemas.openxmlformats.org/officeDocument/2006/relationships/image" Target="../media/image361.png"/><Relationship Id="rId561" Type="http://schemas.openxmlformats.org/officeDocument/2006/relationships/customXml" Target="../ink/ink438.xml"/><Relationship Id="rId214" Type="http://schemas.openxmlformats.org/officeDocument/2006/relationships/customXml" Target="../ink/ink264.xml"/><Relationship Id="rId256" Type="http://schemas.openxmlformats.org/officeDocument/2006/relationships/image" Target="../media/image291.png"/><Relationship Id="rId298" Type="http://schemas.openxmlformats.org/officeDocument/2006/relationships/image" Target="../media/image312.png"/><Relationship Id="rId421" Type="http://schemas.openxmlformats.org/officeDocument/2006/relationships/customXml" Target="../ink/ink368.xml"/><Relationship Id="rId463" Type="http://schemas.openxmlformats.org/officeDocument/2006/relationships/customXml" Target="../ink/ink389.xml"/><Relationship Id="rId519" Type="http://schemas.openxmlformats.org/officeDocument/2006/relationships/customXml" Target="../ink/ink417.xml"/><Relationship Id="rId116" Type="http://schemas.openxmlformats.org/officeDocument/2006/relationships/image" Target="../media/image222.png"/><Relationship Id="rId158" Type="http://schemas.openxmlformats.org/officeDocument/2006/relationships/customXml" Target="../ink/ink236.xml"/><Relationship Id="rId323" Type="http://schemas.openxmlformats.org/officeDocument/2006/relationships/customXml" Target="../ink/ink319.xml"/><Relationship Id="rId530" Type="http://schemas.openxmlformats.org/officeDocument/2006/relationships/image" Target="../media/image428.png"/><Relationship Id="rId20" Type="http://schemas.openxmlformats.org/officeDocument/2006/relationships/image" Target="../media/image174.png"/><Relationship Id="rId62" Type="http://schemas.openxmlformats.org/officeDocument/2006/relationships/image" Target="../media/image195.png"/><Relationship Id="rId365" Type="http://schemas.openxmlformats.org/officeDocument/2006/relationships/customXml" Target="../ink/ink340.xml"/><Relationship Id="rId572" Type="http://schemas.openxmlformats.org/officeDocument/2006/relationships/image" Target="../media/image449.png"/><Relationship Id="rId225" Type="http://schemas.openxmlformats.org/officeDocument/2006/relationships/image" Target="../media/image276.png"/><Relationship Id="rId267" Type="http://schemas.openxmlformats.org/officeDocument/2006/relationships/customXml" Target="../ink/ink291.xml"/><Relationship Id="rId432" Type="http://schemas.openxmlformats.org/officeDocument/2006/relationships/image" Target="../media/image379.png"/><Relationship Id="rId474" Type="http://schemas.openxmlformats.org/officeDocument/2006/relationships/image" Target="../media/image400.png"/><Relationship Id="rId127" Type="http://schemas.openxmlformats.org/officeDocument/2006/relationships/customXml" Target="../ink/ink220.xml"/><Relationship Id="rId31" Type="http://schemas.openxmlformats.org/officeDocument/2006/relationships/customXml" Target="../ink/ink172.xml"/><Relationship Id="rId73" Type="http://schemas.openxmlformats.org/officeDocument/2006/relationships/customXml" Target="../ink/ink193.xml"/><Relationship Id="rId169" Type="http://schemas.openxmlformats.org/officeDocument/2006/relationships/image" Target="../media/image248.png"/><Relationship Id="rId334" Type="http://schemas.openxmlformats.org/officeDocument/2006/relationships/image" Target="../media/image330.png"/><Relationship Id="rId376" Type="http://schemas.openxmlformats.org/officeDocument/2006/relationships/image" Target="../media/image351.png"/><Relationship Id="rId541" Type="http://schemas.openxmlformats.org/officeDocument/2006/relationships/customXml" Target="../ink/ink428.xml"/><Relationship Id="rId583" Type="http://schemas.openxmlformats.org/officeDocument/2006/relationships/customXml" Target="../ink/ink449.xml"/><Relationship Id="rId4" Type="http://schemas.openxmlformats.org/officeDocument/2006/relationships/image" Target="../media/image166.png"/><Relationship Id="rId180" Type="http://schemas.openxmlformats.org/officeDocument/2006/relationships/customXml" Target="../ink/ink247.xml"/><Relationship Id="rId236" Type="http://schemas.openxmlformats.org/officeDocument/2006/relationships/image" Target="../media/image281.png"/><Relationship Id="rId278" Type="http://schemas.openxmlformats.org/officeDocument/2006/relationships/image" Target="../media/image302.png"/><Relationship Id="rId401" Type="http://schemas.openxmlformats.org/officeDocument/2006/relationships/customXml" Target="../ink/ink358.xml"/><Relationship Id="rId443" Type="http://schemas.openxmlformats.org/officeDocument/2006/relationships/customXml" Target="../ink/ink379.xml"/><Relationship Id="rId303" Type="http://schemas.openxmlformats.org/officeDocument/2006/relationships/customXml" Target="../ink/ink309.xml"/><Relationship Id="rId485" Type="http://schemas.openxmlformats.org/officeDocument/2006/relationships/customXml" Target="../ink/ink400.xml"/><Relationship Id="rId42" Type="http://schemas.openxmlformats.org/officeDocument/2006/relationships/image" Target="../media/image185.png"/><Relationship Id="rId84" Type="http://schemas.openxmlformats.org/officeDocument/2006/relationships/image" Target="../media/image206.png"/><Relationship Id="rId138" Type="http://schemas.openxmlformats.org/officeDocument/2006/relationships/image" Target="../media/image233.png"/><Relationship Id="rId345" Type="http://schemas.openxmlformats.org/officeDocument/2006/relationships/customXml" Target="../ink/ink330.xml"/><Relationship Id="rId387" Type="http://schemas.openxmlformats.org/officeDocument/2006/relationships/customXml" Target="../ink/ink351.xml"/><Relationship Id="rId510" Type="http://schemas.openxmlformats.org/officeDocument/2006/relationships/image" Target="../media/image418.png"/><Relationship Id="rId552" Type="http://schemas.openxmlformats.org/officeDocument/2006/relationships/image" Target="../media/image439.png"/><Relationship Id="rId594" Type="http://schemas.openxmlformats.org/officeDocument/2006/relationships/image" Target="../media/image460.png"/><Relationship Id="rId191" Type="http://schemas.openxmlformats.org/officeDocument/2006/relationships/image" Target="../media/image259.png"/><Relationship Id="rId205" Type="http://schemas.openxmlformats.org/officeDocument/2006/relationships/image" Target="../media/image266.png"/><Relationship Id="rId247" Type="http://schemas.openxmlformats.org/officeDocument/2006/relationships/customXml" Target="../ink/ink281.xml"/><Relationship Id="rId412" Type="http://schemas.openxmlformats.org/officeDocument/2006/relationships/image" Target="../media/image369.png"/><Relationship Id="rId107" Type="http://schemas.openxmlformats.org/officeDocument/2006/relationships/customXml" Target="../ink/ink210.xml"/><Relationship Id="rId289" Type="http://schemas.openxmlformats.org/officeDocument/2006/relationships/customXml" Target="../ink/ink302.xml"/><Relationship Id="rId454" Type="http://schemas.openxmlformats.org/officeDocument/2006/relationships/image" Target="../media/image390.png"/><Relationship Id="rId496" Type="http://schemas.openxmlformats.org/officeDocument/2006/relationships/image" Target="../media/image411.png"/><Relationship Id="rId11" Type="http://schemas.openxmlformats.org/officeDocument/2006/relationships/customXml" Target="../ink/ink162.xml"/><Relationship Id="rId53" Type="http://schemas.openxmlformats.org/officeDocument/2006/relationships/customXml" Target="../ink/ink183.xml"/><Relationship Id="rId149" Type="http://schemas.openxmlformats.org/officeDocument/2006/relationships/customXml" Target="../ink/ink231.xml"/><Relationship Id="rId314" Type="http://schemas.openxmlformats.org/officeDocument/2006/relationships/image" Target="../media/image320.png"/><Relationship Id="rId356" Type="http://schemas.openxmlformats.org/officeDocument/2006/relationships/image" Target="../media/image341.png"/><Relationship Id="rId398" Type="http://schemas.openxmlformats.org/officeDocument/2006/relationships/image" Target="../media/image362.png"/><Relationship Id="rId521" Type="http://schemas.openxmlformats.org/officeDocument/2006/relationships/customXml" Target="../ink/ink418.xml"/><Relationship Id="rId563" Type="http://schemas.openxmlformats.org/officeDocument/2006/relationships/customXml" Target="../ink/ink439.xml"/><Relationship Id="rId95" Type="http://schemas.openxmlformats.org/officeDocument/2006/relationships/customXml" Target="../ink/ink204.xml"/><Relationship Id="rId160" Type="http://schemas.openxmlformats.org/officeDocument/2006/relationships/customXml" Target="../ink/ink237.xml"/><Relationship Id="rId216" Type="http://schemas.openxmlformats.org/officeDocument/2006/relationships/customXml" Target="../ink/ink265.xml"/><Relationship Id="rId423" Type="http://schemas.openxmlformats.org/officeDocument/2006/relationships/customXml" Target="../ink/ink369.xml"/><Relationship Id="rId258" Type="http://schemas.openxmlformats.org/officeDocument/2006/relationships/image" Target="../media/image292.png"/><Relationship Id="rId465" Type="http://schemas.openxmlformats.org/officeDocument/2006/relationships/customXml" Target="../ink/ink390.xml"/><Relationship Id="rId22" Type="http://schemas.openxmlformats.org/officeDocument/2006/relationships/image" Target="../media/image175.png"/><Relationship Id="rId64" Type="http://schemas.openxmlformats.org/officeDocument/2006/relationships/image" Target="../media/image196.png"/><Relationship Id="rId118" Type="http://schemas.openxmlformats.org/officeDocument/2006/relationships/image" Target="../media/image223.png"/><Relationship Id="rId325" Type="http://schemas.openxmlformats.org/officeDocument/2006/relationships/customXml" Target="../ink/ink320.xml"/><Relationship Id="rId367" Type="http://schemas.openxmlformats.org/officeDocument/2006/relationships/customXml" Target="../ink/ink341.xml"/><Relationship Id="rId532" Type="http://schemas.openxmlformats.org/officeDocument/2006/relationships/image" Target="../media/image429.png"/><Relationship Id="rId574" Type="http://schemas.openxmlformats.org/officeDocument/2006/relationships/image" Target="../media/image450.png"/><Relationship Id="rId171" Type="http://schemas.openxmlformats.org/officeDocument/2006/relationships/image" Target="../media/image249.png"/><Relationship Id="rId227" Type="http://schemas.openxmlformats.org/officeDocument/2006/relationships/image" Target="../media/image277.png"/><Relationship Id="rId269" Type="http://schemas.openxmlformats.org/officeDocument/2006/relationships/customXml" Target="../ink/ink292.xml"/><Relationship Id="rId434" Type="http://schemas.openxmlformats.org/officeDocument/2006/relationships/image" Target="../media/image380.png"/><Relationship Id="rId476" Type="http://schemas.openxmlformats.org/officeDocument/2006/relationships/image" Target="../media/image401.png"/><Relationship Id="rId33" Type="http://schemas.openxmlformats.org/officeDocument/2006/relationships/customXml" Target="../ink/ink173.xml"/><Relationship Id="rId129" Type="http://schemas.openxmlformats.org/officeDocument/2006/relationships/customXml" Target="../ink/ink221.xml"/><Relationship Id="rId280" Type="http://schemas.openxmlformats.org/officeDocument/2006/relationships/image" Target="../media/image303.png"/><Relationship Id="rId336" Type="http://schemas.openxmlformats.org/officeDocument/2006/relationships/image" Target="../media/image331.png"/><Relationship Id="rId501" Type="http://schemas.openxmlformats.org/officeDocument/2006/relationships/customXml" Target="../ink/ink408.xml"/><Relationship Id="rId543" Type="http://schemas.openxmlformats.org/officeDocument/2006/relationships/customXml" Target="../ink/ink429.xml"/><Relationship Id="rId75" Type="http://schemas.openxmlformats.org/officeDocument/2006/relationships/customXml" Target="../ink/ink194.xml"/><Relationship Id="rId140" Type="http://schemas.openxmlformats.org/officeDocument/2006/relationships/image" Target="../media/image234.png"/><Relationship Id="rId182" Type="http://schemas.openxmlformats.org/officeDocument/2006/relationships/customXml" Target="../ink/ink248.xml"/><Relationship Id="rId378" Type="http://schemas.openxmlformats.org/officeDocument/2006/relationships/image" Target="../media/image352.png"/><Relationship Id="rId403" Type="http://schemas.openxmlformats.org/officeDocument/2006/relationships/customXml" Target="../ink/ink359.xml"/><Relationship Id="rId585" Type="http://schemas.openxmlformats.org/officeDocument/2006/relationships/customXml" Target="../ink/ink450.xml"/><Relationship Id="rId6" Type="http://schemas.openxmlformats.org/officeDocument/2006/relationships/image" Target="../media/image167.png"/><Relationship Id="rId238" Type="http://schemas.openxmlformats.org/officeDocument/2006/relationships/image" Target="../media/image282.png"/><Relationship Id="rId445" Type="http://schemas.openxmlformats.org/officeDocument/2006/relationships/customXml" Target="../ink/ink380.xml"/><Relationship Id="rId487" Type="http://schemas.openxmlformats.org/officeDocument/2006/relationships/customXml" Target="../ink/ink401.xml"/><Relationship Id="rId291" Type="http://schemas.openxmlformats.org/officeDocument/2006/relationships/customXml" Target="../ink/ink303.xml"/><Relationship Id="rId305" Type="http://schemas.openxmlformats.org/officeDocument/2006/relationships/customXml" Target="../ink/ink310.xml"/><Relationship Id="rId347" Type="http://schemas.openxmlformats.org/officeDocument/2006/relationships/customXml" Target="../ink/ink331.xml"/><Relationship Id="rId512" Type="http://schemas.openxmlformats.org/officeDocument/2006/relationships/image" Target="../media/image419.png"/><Relationship Id="rId44" Type="http://schemas.openxmlformats.org/officeDocument/2006/relationships/image" Target="../media/image186.png"/><Relationship Id="rId86" Type="http://schemas.openxmlformats.org/officeDocument/2006/relationships/image" Target="../media/image207.png"/><Relationship Id="rId151" Type="http://schemas.openxmlformats.org/officeDocument/2006/relationships/customXml" Target="../ink/ink232.xml"/><Relationship Id="rId389" Type="http://schemas.openxmlformats.org/officeDocument/2006/relationships/customXml" Target="../ink/ink352.xml"/><Relationship Id="rId554" Type="http://schemas.openxmlformats.org/officeDocument/2006/relationships/image" Target="../media/image440.png"/><Relationship Id="rId596" Type="http://schemas.openxmlformats.org/officeDocument/2006/relationships/image" Target="../media/image461.png"/><Relationship Id="rId193" Type="http://schemas.openxmlformats.org/officeDocument/2006/relationships/image" Target="../media/image260.png"/><Relationship Id="rId207" Type="http://schemas.openxmlformats.org/officeDocument/2006/relationships/image" Target="../media/image267.png"/><Relationship Id="rId249" Type="http://schemas.openxmlformats.org/officeDocument/2006/relationships/customXml" Target="../ink/ink282.xml"/><Relationship Id="rId414" Type="http://schemas.openxmlformats.org/officeDocument/2006/relationships/image" Target="../media/image370.png"/><Relationship Id="rId456" Type="http://schemas.openxmlformats.org/officeDocument/2006/relationships/image" Target="../media/image391.png"/><Relationship Id="rId498" Type="http://schemas.openxmlformats.org/officeDocument/2006/relationships/image" Target="../media/image412.png"/><Relationship Id="rId13" Type="http://schemas.openxmlformats.org/officeDocument/2006/relationships/customXml" Target="../ink/ink163.xml"/><Relationship Id="rId109" Type="http://schemas.openxmlformats.org/officeDocument/2006/relationships/customXml" Target="../ink/ink211.xml"/><Relationship Id="rId260" Type="http://schemas.openxmlformats.org/officeDocument/2006/relationships/image" Target="../media/image293.png"/><Relationship Id="rId316" Type="http://schemas.openxmlformats.org/officeDocument/2006/relationships/image" Target="../media/image321.png"/><Relationship Id="rId523" Type="http://schemas.openxmlformats.org/officeDocument/2006/relationships/customXml" Target="../ink/ink419.xml"/><Relationship Id="rId55" Type="http://schemas.openxmlformats.org/officeDocument/2006/relationships/customXml" Target="../ink/ink184.xml"/><Relationship Id="rId97" Type="http://schemas.openxmlformats.org/officeDocument/2006/relationships/customXml" Target="../ink/ink205.xml"/><Relationship Id="rId120" Type="http://schemas.openxmlformats.org/officeDocument/2006/relationships/image" Target="../media/image224.png"/><Relationship Id="rId358" Type="http://schemas.openxmlformats.org/officeDocument/2006/relationships/image" Target="../media/image342.png"/><Relationship Id="rId565" Type="http://schemas.openxmlformats.org/officeDocument/2006/relationships/customXml" Target="../ink/ink440.xml"/><Relationship Id="rId162" Type="http://schemas.openxmlformats.org/officeDocument/2006/relationships/customXml" Target="../ink/ink238.xml"/><Relationship Id="rId218" Type="http://schemas.openxmlformats.org/officeDocument/2006/relationships/customXml" Target="../ink/ink266.xml"/><Relationship Id="rId425" Type="http://schemas.openxmlformats.org/officeDocument/2006/relationships/customXml" Target="../ink/ink370.xml"/><Relationship Id="rId467" Type="http://schemas.openxmlformats.org/officeDocument/2006/relationships/customXml" Target="../ink/ink391.xml"/><Relationship Id="rId271" Type="http://schemas.openxmlformats.org/officeDocument/2006/relationships/customXml" Target="../ink/ink293.xml"/><Relationship Id="rId24" Type="http://schemas.openxmlformats.org/officeDocument/2006/relationships/image" Target="../media/image176.png"/><Relationship Id="rId66" Type="http://schemas.openxmlformats.org/officeDocument/2006/relationships/image" Target="../media/image197.png"/><Relationship Id="rId131" Type="http://schemas.openxmlformats.org/officeDocument/2006/relationships/customXml" Target="../ink/ink222.xml"/><Relationship Id="rId327" Type="http://schemas.openxmlformats.org/officeDocument/2006/relationships/customXml" Target="../ink/ink321.xml"/><Relationship Id="rId369" Type="http://schemas.openxmlformats.org/officeDocument/2006/relationships/customXml" Target="../ink/ink342.xml"/><Relationship Id="rId534" Type="http://schemas.openxmlformats.org/officeDocument/2006/relationships/image" Target="../media/image430.png"/><Relationship Id="rId576" Type="http://schemas.openxmlformats.org/officeDocument/2006/relationships/image" Target="../media/image451.png"/><Relationship Id="rId173" Type="http://schemas.openxmlformats.org/officeDocument/2006/relationships/image" Target="../media/image250.png"/><Relationship Id="rId229" Type="http://schemas.openxmlformats.org/officeDocument/2006/relationships/customXml" Target="../ink/ink272.xml"/><Relationship Id="rId380" Type="http://schemas.openxmlformats.org/officeDocument/2006/relationships/image" Target="../media/image353.png"/><Relationship Id="rId436" Type="http://schemas.openxmlformats.org/officeDocument/2006/relationships/image" Target="../media/image381.png"/><Relationship Id="rId601" Type="http://schemas.openxmlformats.org/officeDocument/2006/relationships/customXml" Target="../ink/ink458.xml"/><Relationship Id="rId240" Type="http://schemas.openxmlformats.org/officeDocument/2006/relationships/image" Target="../media/image283.png"/><Relationship Id="rId478" Type="http://schemas.openxmlformats.org/officeDocument/2006/relationships/image" Target="../media/image402.png"/><Relationship Id="rId35" Type="http://schemas.openxmlformats.org/officeDocument/2006/relationships/customXml" Target="../ink/ink174.xml"/><Relationship Id="rId77" Type="http://schemas.openxmlformats.org/officeDocument/2006/relationships/customXml" Target="../ink/ink195.xml"/><Relationship Id="rId100" Type="http://schemas.openxmlformats.org/officeDocument/2006/relationships/image" Target="../media/image214.png"/><Relationship Id="rId282" Type="http://schemas.openxmlformats.org/officeDocument/2006/relationships/image" Target="../media/image304.png"/><Relationship Id="rId338" Type="http://schemas.openxmlformats.org/officeDocument/2006/relationships/image" Target="../media/image332.png"/><Relationship Id="rId503" Type="http://schemas.openxmlformats.org/officeDocument/2006/relationships/customXml" Target="../ink/ink409.xml"/><Relationship Id="rId545" Type="http://schemas.openxmlformats.org/officeDocument/2006/relationships/customXml" Target="../ink/ink430.xml"/><Relationship Id="rId587" Type="http://schemas.openxmlformats.org/officeDocument/2006/relationships/customXml" Target="../ink/ink451.xml"/><Relationship Id="rId8" Type="http://schemas.openxmlformats.org/officeDocument/2006/relationships/image" Target="../media/image168.png"/><Relationship Id="rId142" Type="http://schemas.openxmlformats.org/officeDocument/2006/relationships/image" Target="../media/image235.png"/><Relationship Id="rId184" Type="http://schemas.openxmlformats.org/officeDocument/2006/relationships/customXml" Target="../ink/ink249.xml"/><Relationship Id="rId391" Type="http://schemas.openxmlformats.org/officeDocument/2006/relationships/customXml" Target="../ink/ink353.xml"/><Relationship Id="rId405" Type="http://schemas.openxmlformats.org/officeDocument/2006/relationships/customXml" Target="../ink/ink360.xml"/><Relationship Id="rId447" Type="http://schemas.openxmlformats.org/officeDocument/2006/relationships/customXml" Target="../ink/ink381.xml"/><Relationship Id="rId251" Type="http://schemas.openxmlformats.org/officeDocument/2006/relationships/customXml" Target="../ink/ink283.xml"/><Relationship Id="rId489" Type="http://schemas.openxmlformats.org/officeDocument/2006/relationships/customXml" Target="../ink/ink402.xml"/><Relationship Id="rId46" Type="http://schemas.openxmlformats.org/officeDocument/2006/relationships/image" Target="../media/image187.png"/><Relationship Id="rId293" Type="http://schemas.openxmlformats.org/officeDocument/2006/relationships/customXml" Target="../ink/ink304.xml"/><Relationship Id="rId307" Type="http://schemas.openxmlformats.org/officeDocument/2006/relationships/customXml" Target="../ink/ink311.xml"/><Relationship Id="rId349" Type="http://schemas.openxmlformats.org/officeDocument/2006/relationships/customXml" Target="../ink/ink332.xml"/><Relationship Id="rId514" Type="http://schemas.openxmlformats.org/officeDocument/2006/relationships/image" Target="../media/image420.png"/><Relationship Id="rId556" Type="http://schemas.openxmlformats.org/officeDocument/2006/relationships/image" Target="../media/image441.png"/><Relationship Id="rId88" Type="http://schemas.openxmlformats.org/officeDocument/2006/relationships/image" Target="../media/image208.png"/><Relationship Id="rId111" Type="http://schemas.openxmlformats.org/officeDocument/2006/relationships/customXml" Target="../ink/ink212.xml"/><Relationship Id="rId153" Type="http://schemas.openxmlformats.org/officeDocument/2006/relationships/customXml" Target="../ink/ink233.xml"/><Relationship Id="rId195" Type="http://schemas.openxmlformats.org/officeDocument/2006/relationships/image" Target="../media/image261.png"/><Relationship Id="rId209" Type="http://schemas.openxmlformats.org/officeDocument/2006/relationships/image" Target="../media/image268.png"/><Relationship Id="rId360" Type="http://schemas.openxmlformats.org/officeDocument/2006/relationships/image" Target="../media/image343.png"/><Relationship Id="rId416" Type="http://schemas.openxmlformats.org/officeDocument/2006/relationships/image" Target="../media/image371.png"/><Relationship Id="rId598" Type="http://schemas.openxmlformats.org/officeDocument/2006/relationships/image" Target="../media/image462.png"/><Relationship Id="rId220" Type="http://schemas.openxmlformats.org/officeDocument/2006/relationships/customXml" Target="../ink/ink267.xml"/><Relationship Id="rId458" Type="http://schemas.openxmlformats.org/officeDocument/2006/relationships/image" Target="../media/image392.png"/><Relationship Id="rId15" Type="http://schemas.openxmlformats.org/officeDocument/2006/relationships/customXml" Target="../ink/ink164.xml"/><Relationship Id="rId57" Type="http://schemas.openxmlformats.org/officeDocument/2006/relationships/customXml" Target="../ink/ink185.xml"/><Relationship Id="rId262" Type="http://schemas.openxmlformats.org/officeDocument/2006/relationships/image" Target="../media/image294.png"/><Relationship Id="rId318" Type="http://schemas.openxmlformats.org/officeDocument/2006/relationships/image" Target="../media/image322.png"/><Relationship Id="rId525" Type="http://schemas.openxmlformats.org/officeDocument/2006/relationships/customXml" Target="../ink/ink420.xml"/><Relationship Id="rId567" Type="http://schemas.openxmlformats.org/officeDocument/2006/relationships/customXml" Target="../ink/ink441.xml"/><Relationship Id="rId99" Type="http://schemas.openxmlformats.org/officeDocument/2006/relationships/customXml" Target="../ink/ink206.xml"/><Relationship Id="rId122" Type="http://schemas.openxmlformats.org/officeDocument/2006/relationships/image" Target="../media/image225.png"/><Relationship Id="rId164" Type="http://schemas.openxmlformats.org/officeDocument/2006/relationships/customXml" Target="../ink/ink239.xml"/><Relationship Id="rId371" Type="http://schemas.openxmlformats.org/officeDocument/2006/relationships/customXml" Target="../ink/ink343.xml"/><Relationship Id="rId427" Type="http://schemas.openxmlformats.org/officeDocument/2006/relationships/customXml" Target="../ink/ink371.xml"/><Relationship Id="rId469" Type="http://schemas.openxmlformats.org/officeDocument/2006/relationships/customXml" Target="../ink/ink392.xml"/><Relationship Id="rId26" Type="http://schemas.openxmlformats.org/officeDocument/2006/relationships/image" Target="../media/image177.png"/><Relationship Id="rId231" Type="http://schemas.openxmlformats.org/officeDocument/2006/relationships/customXml" Target="../ink/ink273.xml"/><Relationship Id="rId273" Type="http://schemas.openxmlformats.org/officeDocument/2006/relationships/customXml" Target="../ink/ink294.xml"/><Relationship Id="rId329" Type="http://schemas.openxmlformats.org/officeDocument/2006/relationships/customXml" Target="../ink/ink322.xml"/><Relationship Id="rId480" Type="http://schemas.openxmlformats.org/officeDocument/2006/relationships/image" Target="../media/image403.png"/><Relationship Id="rId536" Type="http://schemas.openxmlformats.org/officeDocument/2006/relationships/image" Target="../media/image431.png"/><Relationship Id="rId68" Type="http://schemas.openxmlformats.org/officeDocument/2006/relationships/image" Target="../media/image198.png"/><Relationship Id="rId133" Type="http://schemas.openxmlformats.org/officeDocument/2006/relationships/customXml" Target="../ink/ink223.xml"/><Relationship Id="rId175" Type="http://schemas.openxmlformats.org/officeDocument/2006/relationships/image" Target="../media/image251.png"/><Relationship Id="rId340" Type="http://schemas.openxmlformats.org/officeDocument/2006/relationships/image" Target="../media/image333.png"/><Relationship Id="rId578" Type="http://schemas.openxmlformats.org/officeDocument/2006/relationships/image" Target="../media/image452.png"/><Relationship Id="rId200" Type="http://schemas.openxmlformats.org/officeDocument/2006/relationships/customXml" Target="../ink/ink257.xml"/><Relationship Id="rId382" Type="http://schemas.openxmlformats.org/officeDocument/2006/relationships/image" Target="../media/image354.png"/><Relationship Id="rId438" Type="http://schemas.openxmlformats.org/officeDocument/2006/relationships/image" Target="../media/image382.png"/><Relationship Id="rId603" Type="http://schemas.openxmlformats.org/officeDocument/2006/relationships/customXml" Target="../ink/ink459.xml"/><Relationship Id="rId242" Type="http://schemas.openxmlformats.org/officeDocument/2006/relationships/image" Target="../media/image284.png"/><Relationship Id="rId284" Type="http://schemas.openxmlformats.org/officeDocument/2006/relationships/image" Target="../media/image305.png"/><Relationship Id="rId491" Type="http://schemas.openxmlformats.org/officeDocument/2006/relationships/customXml" Target="../ink/ink403.xml"/><Relationship Id="rId505" Type="http://schemas.openxmlformats.org/officeDocument/2006/relationships/customXml" Target="../ink/ink410.xml"/><Relationship Id="rId37" Type="http://schemas.openxmlformats.org/officeDocument/2006/relationships/customXml" Target="../ink/ink175.xml"/><Relationship Id="rId79" Type="http://schemas.openxmlformats.org/officeDocument/2006/relationships/customXml" Target="../ink/ink196.xml"/><Relationship Id="rId102" Type="http://schemas.openxmlformats.org/officeDocument/2006/relationships/image" Target="../media/image215.png"/><Relationship Id="rId144" Type="http://schemas.openxmlformats.org/officeDocument/2006/relationships/image" Target="../media/image236.png"/><Relationship Id="rId547" Type="http://schemas.openxmlformats.org/officeDocument/2006/relationships/customXml" Target="../ink/ink431.xml"/><Relationship Id="rId589" Type="http://schemas.openxmlformats.org/officeDocument/2006/relationships/customXml" Target="../ink/ink452.xml"/><Relationship Id="rId90" Type="http://schemas.openxmlformats.org/officeDocument/2006/relationships/image" Target="../media/image209.png"/><Relationship Id="rId186" Type="http://schemas.openxmlformats.org/officeDocument/2006/relationships/customXml" Target="../ink/ink250.xml"/><Relationship Id="rId351" Type="http://schemas.openxmlformats.org/officeDocument/2006/relationships/customXml" Target="../ink/ink333.xml"/><Relationship Id="rId393" Type="http://schemas.openxmlformats.org/officeDocument/2006/relationships/customXml" Target="../ink/ink354.xml"/><Relationship Id="rId407" Type="http://schemas.openxmlformats.org/officeDocument/2006/relationships/customXml" Target="../ink/ink361.xml"/><Relationship Id="rId449" Type="http://schemas.openxmlformats.org/officeDocument/2006/relationships/customXml" Target="../ink/ink382.xml"/><Relationship Id="rId211" Type="http://schemas.openxmlformats.org/officeDocument/2006/relationships/image" Target="../media/image269.png"/><Relationship Id="rId253" Type="http://schemas.openxmlformats.org/officeDocument/2006/relationships/customXml" Target="../ink/ink284.xml"/><Relationship Id="rId295" Type="http://schemas.openxmlformats.org/officeDocument/2006/relationships/customXml" Target="../ink/ink305.xml"/><Relationship Id="rId309" Type="http://schemas.openxmlformats.org/officeDocument/2006/relationships/customXml" Target="../ink/ink312.xml"/><Relationship Id="rId460" Type="http://schemas.openxmlformats.org/officeDocument/2006/relationships/image" Target="../media/image393.png"/><Relationship Id="rId516" Type="http://schemas.openxmlformats.org/officeDocument/2006/relationships/image" Target="../media/image421.png"/><Relationship Id="rId48" Type="http://schemas.openxmlformats.org/officeDocument/2006/relationships/image" Target="../media/image188.png"/><Relationship Id="rId113" Type="http://schemas.openxmlformats.org/officeDocument/2006/relationships/customXml" Target="../ink/ink213.xml"/><Relationship Id="rId320" Type="http://schemas.openxmlformats.org/officeDocument/2006/relationships/image" Target="../media/image323.png"/><Relationship Id="rId558" Type="http://schemas.openxmlformats.org/officeDocument/2006/relationships/image" Target="../media/image442.png"/><Relationship Id="rId155" Type="http://schemas.openxmlformats.org/officeDocument/2006/relationships/customXml" Target="../ink/ink234.xml"/><Relationship Id="rId197" Type="http://schemas.openxmlformats.org/officeDocument/2006/relationships/image" Target="../media/image262.png"/><Relationship Id="rId362" Type="http://schemas.openxmlformats.org/officeDocument/2006/relationships/image" Target="../media/image344.png"/><Relationship Id="rId418" Type="http://schemas.openxmlformats.org/officeDocument/2006/relationships/image" Target="../media/image372.png"/><Relationship Id="rId222" Type="http://schemas.openxmlformats.org/officeDocument/2006/relationships/customXml" Target="../ink/ink268.xml"/><Relationship Id="rId264" Type="http://schemas.openxmlformats.org/officeDocument/2006/relationships/image" Target="../media/image295.png"/><Relationship Id="rId471" Type="http://schemas.openxmlformats.org/officeDocument/2006/relationships/customXml" Target="../ink/ink393.xml"/><Relationship Id="rId17" Type="http://schemas.openxmlformats.org/officeDocument/2006/relationships/customXml" Target="../ink/ink165.xml"/><Relationship Id="rId59" Type="http://schemas.openxmlformats.org/officeDocument/2006/relationships/customXml" Target="../ink/ink186.xml"/><Relationship Id="rId124" Type="http://schemas.openxmlformats.org/officeDocument/2006/relationships/image" Target="../media/image226.png"/><Relationship Id="rId527" Type="http://schemas.openxmlformats.org/officeDocument/2006/relationships/customXml" Target="../ink/ink421.xml"/><Relationship Id="rId569" Type="http://schemas.openxmlformats.org/officeDocument/2006/relationships/customXml" Target="../ink/ink442.xml"/><Relationship Id="rId70" Type="http://schemas.openxmlformats.org/officeDocument/2006/relationships/image" Target="../media/image199.png"/><Relationship Id="rId166" Type="http://schemas.openxmlformats.org/officeDocument/2006/relationships/customXml" Target="../ink/ink240.xml"/><Relationship Id="rId331" Type="http://schemas.openxmlformats.org/officeDocument/2006/relationships/customXml" Target="../ink/ink323.xml"/><Relationship Id="rId373" Type="http://schemas.openxmlformats.org/officeDocument/2006/relationships/customXml" Target="../ink/ink344.xml"/><Relationship Id="rId429" Type="http://schemas.openxmlformats.org/officeDocument/2006/relationships/customXml" Target="../ink/ink372.xml"/><Relationship Id="rId580" Type="http://schemas.openxmlformats.org/officeDocument/2006/relationships/image" Target="../media/image453.png"/><Relationship Id="rId1" Type="http://schemas.openxmlformats.org/officeDocument/2006/relationships/slideLayout" Target="../slideLayouts/slideLayout7.xml"/><Relationship Id="rId233" Type="http://schemas.openxmlformats.org/officeDocument/2006/relationships/customXml" Target="../ink/ink274.xml"/><Relationship Id="rId440" Type="http://schemas.openxmlformats.org/officeDocument/2006/relationships/image" Target="../media/image383.png"/><Relationship Id="rId28" Type="http://schemas.openxmlformats.org/officeDocument/2006/relationships/image" Target="../media/image178.png"/><Relationship Id="rId275" Type="http://schemas.openxmlformats.org/officeDocument/2006/relationships/customXml" Target="../ink/ink295.xml"/><Relationship Id="rId300" Type="http://schemas.openxmlformats.org/officeDocument/2006/relationships/image" Target="../media/image313.png"/><Relationship Id="rId482" Type="http://schemas.openxmlformats.org/officeDocument/2006/relationships/image" Target="../media/image404.png"/><Relationship Id="rId538" Type="http://schemas.openxmlformats.org/officeDocument/2006/relationships/image" Target="../media/image432.png"/><Relationship Id="rId81" Type="http://schemas.openxmlformats.org/officeDocument/2006/relationships/customXml" Target="../ink/ink197.xml"/><Relationship Id="rId135" Type="http://schemas.openxmlformats.org/officeDocument/2006/relationships/customXml" Target="../ink/ink224.xml"/><Relationship Id="rId177" Type="http://schemas.openxmlformats.org/officeDocument/2006/relationships/image" Target="../media/image252.png"/><Relationship Id="rId342" Type="http://schemas.openxmlformats.org/officeDocument/2006/relationships/image" Target="../media/image334.png"/><Relationship Id="rId384" Type="http://schemas.openxmlformats.org/officeDocument/2006/relationships/image" Target="../media/image355.png"/><Relationship Id="rId591" Type="http://schemas.openxmlformats.org/officeDocument/2006/relationships/customXml" Target="../ink/ink453.xml"/><Relationship Id="rId605" Type="http://schemas.openxmlformats.org/officeDocument/2006/relationships/customXml" Target="../ink/ink460.xml"/><Relationship Id="rId202" Type="http://schemas.openxmlformats.org/officeDocument/2006/relationships/customXml" Target="../ink/ink258.xml"/><Relationship Id="rId244" Type="http://schemas.openxmlformats.org/officeDocument/2006/relationships/image" Target="../media/image285.png"/><Relationship Id="rId39" Type="http://schemas.openxmlformats.org/officeDocument/2006/relationships/customXml" Target="../ink/ink176.xml"/><Relationship Id="rId286" Type="http://schemas.openxmlformats.org/officeDocument/2006/relationships/image" Target="../media/image306.png"/><Relationship Id="rId451" Type="http://schemas.openxmlformats.org/officeDocument/2006/relationships/customXml" Target="../ink/ink383.xml"/><Relationship Id="rId493" Type="http://schemas.openxmlformats.org/officeDocument/2006/relationships/customXml" Target="../ink/ink404.xml"/><Relationship Id="rId507" Type="http://schemas.openxmlformats.org/officeDocument/2006/relationships/customXml" Target="../ink/ink411.xml"/><Relationship Id="rId549" Type="http://schemas.openxmlformats.org/officeDocument/2006/relationships/customXml" Target="../ink/ink432.xml"/><Relationship Id="rId50" Type="http://schemas.openxmlformats.org/officeDocument/2006/relationships/image" Target="../media/image189.png"/><Relationship Id="rId104" Type="http://schemas.openxmlformats.org/officeDocument/2006/relationships/image" Target="../media/image216.png"/><Relationship Id="rId146" Type="http://schemas.openxmlformats.org/officeDocument/2006/relationships/image" Target="../media/image237.png"/><Relationship Id="rId188" Type="http://schemas.openxmlformats.org/officeDocument/2006/relationships/customXml" Target="../ink/ink251.xml"/><Relationship Id="rId311" Type="http://schemas.openxmlformats.org/officeDocument/2006/relationships/customXml" Target="../ink/ink313.xml"/><Relationship Id="rId353" Type="http://schemas.openxmlformats.org/officeDocument/2006/relationships/customXml" Target="../ink/ink334.xml"/><Relationship Id="rId395" Type="http://schemas.openxmlformats.org/officeDocument/2006/relationships/customXml" Target="../ink/ink355.xml"/><Relationship Id="rId409" Type="http://schemas.openxmlformats.org/officeDocument/2006/relationships/customXml" Target="../ink/ink362.xml"/><Relationship Id="rId560" Type="http://schemas.openxmlformats.org/officeDocument/2006/relationships/image" Target="../media/image443.png"/><Relationship Id="rId92" Type="http://schemas.openxmlformats.org/officeDocument/2006/relationships/image" Target="../media/image210.png"/><Relationship Id="rId213" Type="http://schemas.openxmlformats.org/officeDocument/2006/relationships/image" Target="../media/image270.png"/><Relationship Id="rId420" Type="http://schemas.openxmlformats.org/officeDocument/2006/relationships/image" Target="../media/image373.png"/><Relationship Id="rId255" Type="http://schemas.openxmlformats.org/officeDocument/2006/relationships/customXml" Target="../ink/ink285.xml"/><Relationship Id="rId297" Type="http://schemas.openxmlformats.org/officeDocument/2006/relationships/customXml" Target="../ink/ink306.xml"/><Relationship Id="rId462" Type="http://schemas.openxmlformats.org/officeDocument/2006/relationships/image" Target="../media/image394.png"/><Relationship Id="rId518" Type="http://schemas.openxmlformats.org/officeDocument/2006/relationships/image" Target="../media/image422.png"/><Relationship Id="rId115" Type="http://schemas.openxmlformats.org/officeDocument/2006/relationships/customXml" Target="../ink/ink214.xml"/><Relationship Id="rId157" Type="http://schemas.openxmlformats.org/officeDocument/2006/relationships/customXml" Target="../ink/ink235.xml"/><Relationship Id="rId322" Type="http://schemas.openxmlformats.org/officeDocument/2006/relationships/image" Target="../media/image324.png"/><Relationship Id="rId364" Type="http://schemas.openxmlformats.org/officeDocument/2006/relationships/image" Target="../media/image345.png"/><Relationship Id="rId61" Type="http://schemas.openxmlformats.org/officeDocument/2006/relationships/customXml" Target="../ink/ink187.xml"/><Relationship Id="rId199" Type="http://schemas.openxmlformats.org/officeDocument/2006/relationships/image" Target="../media/image263.png"/><Relationship Id="rId571" Type="http://schemas.openxmlformats.org/officeDocument/2006/relationships/customXml" Target="../ink/ink443.xml"/><Relationship Id="rId19" Type="http://schemas.openxmlformats.org/officeDocument/2006/relationships/customXml" Target="../ink/ink166.xml"/><Relationship Id="rId224" Type="http://schemas.openxmlformats.org/officeDocument/2006/relationships/customXml" Target="../ink/ink269.xml"/><Relationship Id="rId266" Type="http://schemas.openxmlformats.org/officeDocument/2006/relationships/image" Target="../media/image296.png"/><Relationship Id="rId431" Type="http://schemas.openxmlformats.org/officeDocument/2006/relationships/customXml" Target="../ink/ink373.xml"/><Relationship Id="rId473" Type="http://schemas.openxmlformats.org/officeDocument/2006/relationships/customXml" Target="../ink/ink394.xml"/><Relationship Id="rId529" Type="http://schemas.openxmlformats.org/officeDocument/2006/relationships/customXml" Target="../ink/ink422.xml"/><Relationship Id="rId30" Type="http://schemas.openxmlformats.org/officeDocument/2006/relationships/image" Target="../media/image179.png"/><Relationship Id="rId126" Type="http://schemas.openxmlformats.org/officeDocument/2006/relationships/image" Target="../media/image227.png"/><Relationship Id="rId168" Type="http://schemas.openxmlformats.org/officeDocument/2006/relationships/customXml" Target="../ink/ink241.xml"/><Relationship Id="rId333" Type="http://schemas.openxmlformats.org/officeDocument/2006/relationships/customXml" Target="../ink/ink324.xml"/><Relationship Id="rId540" Type="http://schemas.openxmlformats.org/officeDocument/2006/relationships/image" Target="../media/image433.png"/><Relationship Id="rId72" Type="http://schemas.openxmlformats.org/officeDocument/2006/relationships/image" Target="../media/image200.png"/><Relationship Id="rId375" Type="http://schemas.openxmlformats.org/officeDocument/2006/relationships/customXml" Target="../ink/ink345.xml"/><Relationship Id="rId582" Type="http://schemas.openxmlformats.org/officeDocument/2006/relationships/image" Target="../media/image454.png"/><Relationship Id="rId3" Type="http://schemas.openxmlformats.org/officeDocument/2006/relationships/customXml" Target="../ink/ink158.xml"/><Relationship Id="rId235" Type="http://schemas.openxmlformats.org/officeDocument/2006/relationships/customXml" Target="../ink/ink275.xml"/><Relationship Id="rId277" Type="http://schemas.openxmlformats.org/officeDocument/2006/relationships/customXml" Target="../ink/ink296.xml"/><Relationship Id="rId400" Type="http://schemas.openxmlformats.org/officeDocument/2006/relationships/image" Target="../media/image363.png"/><Relationship Id="rId442" Type="http://schemas.openxmlformats.org/officeDocument/2006/relationships/image" Target="../media/image384.png"/><Relationship Id="rId484" Type="http://schemas.openxmlformats.org/officeDocument/2006/relationships/image" Target="../media/image405.png"/><Relationship Id="rId137" Type="http://schemas.openxmlformats.org/officeDocument/2006/relationships/customXml" Target="../ink/ink225.xml"/><Relationship Id="rId302" Type="http://schemas.openxmlformats.org/officeDocument/2006/relationships/image" Target="../media/image314.png"/><Relationship Id="rId344" Type="http://schemas.openxmlformats.org/officeDocument/2006/relationships/image" Target="../media/image335.png"/><Relationship Id="rId41" Type="http://schemas.openxmlformats.org/officeDocument/2006/relationships/customXml" Target="../ink/ink177.xml"/><Relationship Id="rId83" Type="http://schemas.openxmlformats.org/officeDocument/2006/relationships/customXml" Target="../ink/ink198.xml"/><Relationship Id="rId179" Type="http://schemas.openxmlformats.org/officeDocument/2006/relationships/image" Target="../media/image253.png"/><Relationship Id="rId386" Type="http://schemas.openxmlformats.org/officeDocument/2006/relationships/image" Target="../media/image356.png"/><Relationship Id="rId551" Type="http://schemas.openxmlformats.org/officeDocument/2006/relationships/customXml" Target="../ink/ink433.xml"/><Relationship Id="rId593" Type="http://schemas.openxmlformats.org/officeDocument/2006/relationships/customXml" Target="../ink/ink454.xml"/><Relationship Id="rId190" Type="http://schemas.openxmlformats.org/officeDocument/2006/relationships/customXml" Target="../ink/ink252.xml"/><Relationship Id="rId204" Type="http://schemas.openxmlformats.org/officeDocument/2006/relationships/customXml" Target="../ink/ink259.xml"/><Relationship Id="rId246" Type="http://schemas.openxmlformats.org/officeDocument/2006/relationships/image" Target="../media/image286.png"/><Relationship Id="rId288" Type="http://schemas.openxmlformats.org/officeDocument/2006/relationships/image" Target="../media/image307.png"/><Relationship Id="rId411" Type="http://schemas.openxmlformats.org/officeDocument/2006/relationships/customXml" Target="../ink/ink363.xml"/><Relationship Id="rId453" Type="http://schemas.openxmlformats.org/officeDocument/2006/relationships/customXml" Target="../ink/ink384.xml"/><Relationship Id="rId509" Type="http://schemas.openxmlformats.org/officeDocument/2006/relationships/customXml" Target="../ink/ink412.xml"/><Relationship Id="rId106" Type="http://schemas.openxmlformats.org/officeDocument/2006/relationships/image" Target="../media/image217.png"/><Relationship Id="rId313" Type="http://schemas.openxmlformats.org/officeDocument/2006/relationships/customXml" Target="../ink/ink314.xml"/><Relationship Id="rId495" Type="http://schemas.openxmlformats.org/officeDocument/2006/relationships/customXml" Target="../ink/ink405.xml"/><Relationship Id="rId10" Type="http://schemas.openxmlformats.org/officeDocument/2006/relationships/image" Target="../media/image169.png"/><Relationship Id="rId52" Type="http://schemas.openxmlformats.org/officeDocument/2006/relationships/image" Target="../media/image190.png"/><Relationship Id="rId94" Type="http://schemas.openxmlformats.org/officeDocument/2006/relationships/image" Target="../media/image211.png"/><Relationship Id="rId148" Type="http://schemas.openxmlformats.org/officeDocument/2006/relationships/image" Target="../media/image238.png"/><Relationship Id="rId355" Type="http://schemas.openxmlformats.org/officeDocument/2006/relationships/customXml" Target="../ink/ink335.xml"/><Relationship Id="rId397" Type="http://schemas.openxmlformats.org/officeDocument/2006/relationships/customXml" Target="../ink/ink356.xml"/><Relationship Id="rId520" Type="http://schemas.openxmlformats.org/officeDocument/2006/relationships/image" Target="../media/image423.png"/><Relationship Id="rId562" Type="http://schemas.openxmlformats.org/officeDocument/2006/relationships/image" Target="../media/image444.png"/><Relationship Id="rId215" Type="http://schemas.openxmlformats.org/officeDocument/2006/relationships/image" Target="../media/image271.png"/><Relationship Id="rId257" Type="http://schemas.openxmlformats.org/officeDocument/2006/relationships/customXml" Target="../ink/ink286.xml"/><Relationship Id="rId422" Type="http://schemas.openxmlformats.org/officeDocument/2006/relationships/image" Target="../media/image374.png"/><Relationship Id="rId464" Type="http://schemas.openxmlformats.org/officeDocument/2006/relationships/image" Target="../media/image395.png"/><Relationship Id="rId299" Type="http://schemas.openxmlformats.org/officeDocument/2006/relationships/customXml" Target="../ink/ink307.xml"/><Relationship Id="rId63" Type="http://schemas.openxmlformats.org/officeDocument/2006/relationships/customXml" Target="../ink/ink188.xml"/><Relationship Id="rId159" Type="http://schemas.openxmlformats.org/officeDocument/2006/relationships/image" Target="../media/image243.png"/><Relationship Id="rId366" Type="http://schemas.openxmlformats.org/officeDocument/2006/relationships/image" Target="../media/image346.png"/><Relationship Id="rId573" Type="http://schemas.openxmlformats.org/officeDocument/2006/relationships/customXml" Target="../ink/ink444.xml"/><Relationship Id="rId226" Type="http://schemas.openxmlformats.org/officeDocument/2006/relationships/customXml" Target="../ink/ink270.xml"/><Relationship Id="rId433" Type="http://schemas.openxmlformats.org/officeDocument/2006/relationships/customXml" Target="../ink/ink374.xml"/><Relationship Id="rId74" Type="http://schemas.openxmlformats.org/officeDocument/2006/relationships/image" Target="../media/image201.png"/><Relationship Id="rId377" Type="http://schemas.openxmlformats.org/officeDocument/2006/relationships/customXml" Target="../ink/ink346.xml"/><Relationship Id="rId500" Type="http://schemas.openxmlformats.org/officeDocument/2006/relationships/image" Target="../media/image413.png"/><Relationship Id="rId584" Type="http://schemas.openxmlformats.org/officeDocument/2006/relationships/image" Target="../media/image455.png"/><Relationship Id="rId5" Type="http://schemas.openxmlformats.org/officeDocument/2006/relationships/customXml" Target="../ink/ink159.xml"/><Relationship Id="rId237" Type="http://schemas.openxmlformats.org/officeDocument/2006/relationships/customXml" Target="../ink/ink276.xml"/><Relationship Id="rId444" Type="http://schemas.openxmlformats.org/officeDocument/2006/relationships/image" Target="../media/image385.png"/><Relationship Id="rId290" Type="http://schemas.openxmlformats.org/officeDocument/2006/relationships/image" Target="../media/image308.png"/><Relationship Id="rId304" Type="http://schemas.openxmlformats.org/officeDocument/2006/relationships/image" Target="../media/image315.png"/><Relationship Id="rId388" Type="http://schemas.openxmlformats.org/officeDocument/2006/relationships/image" Target="../media/image357.png"/><Relationship Id="rId511" Type="http://schemas.openxmlformats.org/officeDocument/2006/relationships/customXml" Target="../ink/ink413.xml"/><Relationship Id="rId85" Type="http://schemas.openxmlformats.org/officeDocument/2006/relationships/customXml" Target="../ink/ink199.xml"/><Relationship Id="rId150" Type="http://schemas.openxmlformats.org/officeDocument/2006/relationships/image" Target="../media/image239.png"/><Relationship Id="rId595" Type="http://schemas.openxmlformats.org/officeDocument/2006/relationships/customXml" Target="../ink/ink455.xml"/><Relationship Id="rId248" Type="http://schemas.openxmlformats.org/officeDocument/2006/relationships/image" Target="../media/image287.png"/><Relationship Id="rId455" Type="http://schemas.openxmlformats.org/officeDocument/2006/relationships/customXml" Target="../ink/ink385.xml"/><Relationship Id="rId12" Type="http://schemas.openxmlformats.org/officeDocument/2006/relationships/image" Target="../media/image170.png"/><Relationship Id="rId108" Type="http://schemas.openxmlformats.org/officeDocument/2006/relationships/image" Target="../media/image218.png"/><Relationship Id="rId315" Type="http://schemas.openxmlformats.org/officeDocument/2006/relationships/customXml" Target="../ink/ink315.xml"/><Relationship Id="rId522" Type="http://schemas.openxmlformats.org/officeDocument/2006/relationships/image" Target="../media/image424.png"/><Relationship Id="rId96" Type="http://schemas.openxmlformats.org/officeDocument/2006/relationships/image" Target="../media/image212.png"/><Relationship Id="rId161" Type="http://schemas.openxmlformats.org/officeDocument/2006/relationships/image" Target="../media/image244.png"/><Relationship Id="rId399" Type="http://schemas.openxmlformats.org/officeDocument/2006/relationships/customXml" Target="../ink/ink357.xml"/><Relationship Id="rId259" Type="http://schemas.openxmlformats.org/officeDocument/2006/relationships/customXml" Target="../ink/ink287.xml"/><Relationship Id="rId466" Type="http://schemas.openxmlformats.org/officeDocument/2006/relationships/image" Target="../media/image396.png"/><Relationship Id="rId23" Type="http://schemas.openxmlformats.org/officeDocument/2006/relationships/customXml" Target="../ink/ink168.xml"/><Relationship Id="rId119" Type="http://schemas.openxmlformats.org/officeDocument/2006/relationships/customXml" Target="../ink/ink216.xml"/><Relationship Id="rId326" Type="http://schemas.openxmlformats.org/officeDocument/2006/relationships/image" Target="../media/image326.png"/><Relationship Id="rId533" Type="http://schemas.openxmlformats.org/officeDocument/2006/relationships/customXml" Target="../ink/ink424.xml"/><Relationship Id="rId172" Type="http://schemas.openxmlformats.org/officeDocument/2006/relationships/customXml" Target="../ink/ink243.xml"/><Relationship Id="rId477" Type="http://schemas.openxmlformats.org/officeDocument/2006/relationships/customXml" Target="../ink/ink396.xml"/><Relationship Id="rId600" Type="http://schemas.openxmlformats.org/officeDocument/2006/relationships/image" Target="../media/image463.png"/><Relationship Id="rId337" Type="http://schemas.openxmlformats.org/officeDocument/2006/relationships/customXml" Target="../ink/ink326.xml"/><Relationship Id="rId34" Type="http://schemas.openxmlformats.org/officeDocument/2006/relationships/image" Target="../media/image181.png"/><Relationship Id="rId544" Type="http://schemas.openxmlformats.org/officeDocument/2006/relationships/image" Target="../media/image435.png"/><Relationship Id="rId183" Type="http://schemas.openxmlformats.org/officeDocument/2006/relationships/image" Target="../media/image255.png"/><Relationship Id="rId390" Type="http://schemas.openxmlformats.org/officeDocument/2006/relationships/image" Target="../media/image358.png"/><Relationship Id="rId404" Type="http://schemas.openxmlformats.org/officeDocument/2006/relationships/image" Target="../media/image365.png"/><Relationship Id="rId250" Type="http://schemas.openxmlformats.org/officeDocument/2006/relationships/image" Target="../media/image288.png"/><Relationship Id="rId488" Type="http://schemas.openxmlformats.org/officeDocument/2006/relationships/image" Target="../media/image407.png"/><Relationship Id="rId45" Type="http://schemas.openxmlformats.org/officeDocument/2006/relationships/customXml" Target="../ink/ink179.xml"/><Relationship Id="rId110" Type="http://schemas.openxmlformats.org/officeDocument/2006/relationships/image" Target="../media/image219.png"/><Relationship Id="rId348" Type="http://schemas.openxmlformats.org/officeDocument/2006/relationships/image" Target="../media/image337.png"/><Relationship Id="rId555" Type="http://schemas.openxmlformats.org/officeDocument/2006/relationships/customXml" Target="../ink/ink435.xml"/><Relationship Id="rId194" Type="http://schemas.openxmlformats.org/officeDocument/2006/relationships/customXml" Target="../ink/ink254.xml"/><Relationship Id="rId208" Type="http://schemas.openxmlformats.org/officeDocument/2006/relationships/customXml" Target="../ink/ink261.xml"/><Relationship Id="rId415" Type="http://schemas.openxmlformats.org/officeDocument/2006/relationships/customXml" Target="../ink/ink365.xml"/><Relationship Id="rId261" Type="http://schemas.openxmlformats.org/officeDocument/2006/relationships/customXml" Target="../ink/ink288.xml"/><Relationship Id="rId499" Type="http://schemas.openxmlformats.org/officeDocument/2006/relationships/customXml" Target="../ink/ink407.xml"/><Relationship Id="rId56" Type="http://schemas.openxmlformats.org/officeDocument/2006/relationships/image" Target="../media/image192.png"/><Relationship Id="rId359" Type="http://schemas.openxmlformats.org/officeDocument/2006/relationships/customXml" Target="../ink/ink337.xml"/><Relationship Id="rId566" Type="http://schemas.openxmlformats.org/officeDocument/2006/relationships/image" Target="../media/image446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518.xml"/><Relationship Id="rId21" Type="http://schemas.openxmlformats.org/officeDocument/2006/relationships/customXml" Target="../ink/ink470.xml"/><Relationship Id="rId324" Type="http://schemas.openxmlformats.org/officeDocument/2006/relationships/image" Target="../media/image626.png"/><Relationship Id="rId170" Type="http://schemas.openxmlformats.org/officeDocument/2006/relationships/image" Target="../media/image552.png"/><Relationship Id="rId226" Type="http://schemas.openxmlformats.org/officeDocument/2006/relationships/image" Target="../media/image578.png"/><Relationship Id="rId433" Type="http://schemas.openxmlformats.org/officeDocument/2006/relationships/customXml" Target="../ink/ink677.xml"/><Relationship Id="rId268" Type="http://schemas.openxmlformats.org/officeDocument/2006/relationships/image" Target="../media/image599.png"/><Relationship Id="rId475" Type="http://schemas.openxmlformats.org/officeDocument/2006/relationships/customXml" Target="../ink/ink698.xml"/><Relationship Id="rId32" Type="http://schemas.openxmlformats.org/officeDocument/2006/relationships/image" Target="../media/image483.png"/><Relationship Id="rId74" Type="http://schemas.openxmlformats.org/officeDocument/2006/relationships/image" Target="../media/image504.png"/><Relationship Id="rId128" Type="http://schemas.openxmlformats.org/officeDocument/2006/relationships/image" Target="../media/image531.png"/><Relationship Id="rId335" Type="http://schemas.openxmlformats.org/officeDocument/2006/relationships/customXml" Target="../ink/ink628.xml"/><Relationship Id="rId377" Type="http://schemas.openxmlformats.org/officeDocument/2006/relationships/customXml" Target="../ink/ink649.xml"/><Relationship Id="rId500" Type="http://schemas.openxmlformats.org/officeDocument/2006/relationships/image" Target="../media/image714.png"/><Relationship Id="rId5" Type="http://schemas.openxmlformats.org/officeDocument/2006/relationships/customXml" Target="../ink/ink462.xml"/><Relationship Id="rId181" Type="http://schemas.openxmlformats.org/officeDocument/2006/relationships/customXml" Target="../ink/ink550.xml"/><Relationship Id="rId237" Type="http://schemas.openxmlformats.org/officeDocument/2006/relationships/customXml" Target="../ink/ink579.xml"/><Relationship Id="rId402" Type="http://schemas.openxmlformats.org/officeDocument/2006/relationships/image" Target="../media/image665.png"/><Relationship Id="rId279" Type="http://schemas.openxmlformats.org/officeDocument/2006/relationships/customXml" Target="../ink/ink600.xml"/><Relationship Id="rId444" Type="http://schemas.openxmlformats.org/officeDocument/2006/relationships/image" Target="../media/image686.png"/><Relationship Id="rId486" Type="http://schemas.openxmlformats.org/officeDocument/2006/relationships/image" Target="../media/image707.png"/><Relationship Id="rId43" Type="http://schemas.openxmlformats.org/officeDocument/2006/relationships/customXml" Target="../ink/ink481.xml"/><Relationship Id="rId139" Type="http://schemas.openxmlformats.org/officeDocument/2006/relationships/customXml" Target="../ink/ink529.xml"/><Relationship Id="rId290" Type="http://schemas.openxmlformats.org/officeDocument/2006/relationships/image" Target="../media/image609.png"/><Relationship Id="rId304" Type="http://schemas.openxmlformats.org/officeDocument/2006/relationships/image" Target="../media/image616.png"/><Relationship Id="rId346" Type="http://schemas.openxmlformats.org/officeDocument/2006/relationships/image" Target="../media/image637.png"/><Relationship Id="rId388" Type="http://schemas.openxmlformats.org/officeDocument/2006/relationships/image" Target="../media/image658.png"/><Relationship Id="rId511" Type="http://schemas.openxmlformats.org/officeDocument/2006/relationships/customXml" Target="../ink/ink716.xml"/><Relationship Id="rId85" Type="http://schemas.openxmlformats.org/officeDocument/2006/relationships/customXml" Target="../ink/ink502.xml"/><Relationship Id="rId150" Type="http://schemas.openxmlformats.org/officeDocument/2006/relationships/image" Target="../media/image542.png"/><Relationship Id="rId192" Type="http://schemas.openxmlformats.org/officeDocument/2006/relationships/image" Target="../media/image563.png"/><Relationship Id="rId206" Type="http://schemas.openxmlformats.org/officeDocument/2006/relationships/customXml" Target="../ink/ink563.xml"/><Relationship Id="rId413" Type="http://schemas.openxmlformats.org/officeDocument/2006/relationships/customXml" Target="../ink/ink667.xml"/><Relationship Id="rId248" Type="http://schemas.openxmlformats.org/officeDocument/2006/relationships/image" Target="../media/image589.png"/><Relationship Id="rId455" Type="http://schemas.openxmlformats.org/officeDocument/2006/relationships/customXml" Target="../ink/ink688.xml"/><Relationship Id="rId497" Type="http://schemas.openxmlformats.org/officeDocument/2006/relationships/customXml" Target="../ink/ink709.xml"/><Relationship Id="rId12" Type="http://schemas.openxmlformats.org/officeDocument/2006/relationships/image" Target="../media/image473.png"/><Relationship Id="rId108" Type="http://schemas.openxmlformats.org/officeDocument/2006/relationships/image" Target="../media/image521.png"/><Relationship Id="rId315" Type="http://schemas.openxmlformats.org/officeDocument/2006/relationships/customXml" Target="../ink/ink618.xml"/><Relationship Id="rId357" Type="http://schemas.openxmlformats.org/officeDocument/2006/relationships/customXml" Target="../ink/ink639.xml"/><Relationship Id="rId54" Type="http://schemas.openxmlformats.org/officeDocument/2006/relationships/image" Target="../media/image494.png"/><Relationship Id="rId96" Type="http://schemas.openxmlformats.org/officeDocument/2006/relationships/image" Target="../media/image515.png"/><Relationship Id="rId161" Type="http://schemas.openxmlformats.org/officeDocument/2006/relationships/customXml" Target="../ink/ink540.xml"/><Relationship Id="rId217" Type="http://schemas.openxmlformats.org/officeDocument/2006/relationships/customXml" Target="../ink/ink569.xml"/><Relationship Id="rId399" Type="http://schemas.openxmlformats.org/officeDocument/2006/relationships/customXml" Target="../ink/ink660.xml"/><Relationship Id="rId259" Type="http://schemas.openxmlformats.org/officeDocument/2006/relationships/customXml" Target="../ink/ink590.xml"/><Relationship Id="rId424" Type="http://schemas.openxmlformats.org/officeDocument/2006/relationships/image" Target="../media/image676.png"/><Relationship Id="rId466" Type="http://schemas.openxmlformats.org/officeDocument/2006/relationships/image" Target="../media/image697.png"/><Relationship Id="rId23" Type="http://schemas.openxmlformats.org/officeDocument/2006/relationships/customXml" Target="../ink/ink471.xml"/><Relationship Id="rId119" Type="http://schemas.openxmlformats.org/officeDocument/2006/relationships/customXml" Target="../ink/ink519.xml"/><Relationship Id="rId270" Type="http://schemas.openxmlformats.org/officeDocument/2006/relationships/image" Target="../media/image600.png"/><Relationship Id="rId326" Type="http://schemas.openxmlformats.org/officeDocument/2006/relationships/image" Target="../media/image627.png"/><Relationship Id="rId65" Type="http://schemas.openxmlformats.org/officeDocument/2006/relationships/customXml" Target="../ink/ink492.xml"/><Relationship Id="rId130" Type="http://schemas.openxmlformats.org/officeDocument/2006/relationships/image" Target="../media/image532.png"/><Relationship Id="rId368" Type="http://schemas.openxmlformats.org/officeDocument/2006/relationships/image" Target="../media/image648.png"/><Relationship Id="rId172" Type="http://schemas.openxmlformats.org/officeDocument/2006/relationships/image" Target="../media/image553.png"/><Relationship Id="rId228" Type="http://schemas.openxmlformats.org/officeDocument/2006/relationships/image" Target="../media/image579.png"/><Relationship Id="rId435" Type="http://schemas.openxmlformats.org/officeDocument/2006/relationships/customXml" Target="../ink/ink678.xml"/><Relationship Id="rId477" Type="http://schemas.openxmlformats.org/officeDocument/2006/relationships/customXml" Target="../ink/ink699.xml"/><Relationship Id="rId281" Type="http://schemas.openxmlformats.org/officeDocument/2006/relationships/customXml" Target="../ink/ink601.xml"/><Relationship Id="rId337" Type="http://schemas.openxmlformats.org/officeDocument/2006/relationships/customXml" Target="../ink/ink629.xml"/><Relationship Id="rId502" Type="http://schemas.openxmlformats.org/officeDocument/2006/relationships/image" Target="../media/image715.png"/><Relationship Id="rId34" Type="http://schemas.openxmlformats.org/officeDocument/2006/relationships/image" Target="../media/image484.png"/><Relationship Id="rId76" Type="http://schemas.openxmlformats.org/officeDocument/2006/relationships/image" Target="../media/image505.png"/><Relationship Id="rId141" Type="http://schemas.openxmlformats.org/officeDocument/2006/relationships/customXml" Target="../ink/ink530.xml"/><Relationship Id="rId379" Type="http://schemas.openxmlformats.org/officeDocument/2006/relationships/customXml" Target="../ink/ink650.xml"/><Relationship Id="rId7" Type="http://schemas.openxmlformats.org/officeDocument/2006/relationships/customXml" Target="../ink/ink463.xml"/><Relationship Id="rId183" Type="http://schemas.openxmlformats.org/officeDocument/2006/relationships/customXml" Target="../ink/ink551.xml"/><Relationship Id="rId239" Type="http://schemas.openxmlformats.org/officeDocument/2006/relationships/customXml" Target="../ink/ink580.xml"/><Relationship Id="rId390" Type="http://schemas.openxmlformats.org/officeDocument/2006/relationships/image" Target="../media/image659.png"/><Relationship Id="rId404" Type="http://schemas.openxmlformats.org/officeDocument/2006/relationships/image" Target="../media/image666.png"/><Relationship Id="rId446" Type="http://schemas.openxmlformats.org/officeDocument/2006/relationships/image" Target="../media/image687.png"/><Relationship Id="rId250" Type="http://schemas.openxmlformats.org/officeDocument/2006/relationships/image" Target="../media/image590.png"/><Relationship Id="rId292" Type="http://schemas.openxmlformats.org/officeDocument/2006/relationships/image" Target="../media/image610.png"/><Relationship Id="rId306" Type="http://schemas.openxmlformats.org/officeDocument/2006/relationships/image" Target="../media/image617.png"/><Relationship Id="rId488" Type="http://schemas.openxmlformats.org/officeDocument/2006/relationships/image" Target="../media/image708.png"/><Relationship Id="rId45" Type="http://schemas.openxmlformats.org/officeDocument/2006/relationships/customXml" Target="../ink/ink482.xml"/><Relationship Id="rId87" Type="http://schemas.openxmlformats.org/officeDocument/2006/relationships/customXml" Target="../ink/ink503.xml"/><Relationship Id="rId110" Type="http://schemas.openxmlformats.org/officeDocument/2006/relationships/image" Target="../media/image522.png"/><Relationship Id="rId348" Type="http://schemas.openxmlformats.org/officeDocument/2006/relationships/image" Target="../media/image638.png"/><Relationship Id="rId513" Type="http://schemas.openxmlformats.org/officeDocument/2006/relationships/customXml" Target="../ink/ink717.xml"/><Relationship Id="rId152" Type="http://schemas.openxmlformats.org/officeDocument/2006/relationships/image" Target="../media/image543.png"/><Relationship Id="rId194" Type="http://schemas.openxmlformats.org/officeDocument/2006/relationships/image" Target="../media/image564.png"/><Relationship Id="rId208" Type="http://schemas.openxmlformats.org/officeDocument/2006/relationships/image" Target="../media/image569.png"/><Relationship Id="rId415" Type="http://schemas.openxmlformats.org/officeDocument/2006/relationships/customXml" Target="../ink/ink668.xml"/><Relationship Id="rId457" Type="http://schemas.openxmlformats.org/officeDocument/2006/relationships/customXml" Target="../ink/ink689.xml"/><Relationship Id="rId261" Type="http://schemas.openxmlformats.org/officeDocument/2006/relationships/customXml" Target="../ink/ink591.xml"/><Relationship Id="rId499" Type="http://schemas.openxmlformats.org/officeDocument/2006/relationships/customXml" Target="../ink/ink710.xml"/><Relationship Id="rId14" Type="http://schemas.openxmlformats.org/officeDocument/2006/relationships/image" Target="../media/image474.png"/><Relationship Id="rId56" Type="http://schemas.openxmlformats.org/officeDocument/2006/relationships/image" Target="../media/image495.png"/><Relationship Id="rId317" Type="http://schemas.openxmlformats.org/officeDocument/2006/relationships/customXml" Target="../ink/ink619.xml"/><Relationship Id="rId359" Type="http://schemas.openxmlformats.org/officeDocument/2006/relationships/customXml" Target="../ink/ink640.xml"/><Relationship Id="rId98" Type="http://schemas.openxmlformats.org/officeDocument/2006/relationships/image" Target="../media/image516.png"/><Relationship Id="rId121" Type="http://schemas.openxmlformats.org/officeDocument/2006/relationships/customXml" Target="../ink/ink520.xml"/><Relationship Id="rId163" Type="http://schemas.openxmlformats.org/officeDocument/2006/relationships/customXml" Target="../ink/ink541.xml"/><Relationship Id="rId219" Type="http://schemas.openxmlformats.org/officeDocument/2006/relationships/customXml" Target="../ink/ink570.xml"/><Relationship Id="rId370" Type="http://schemas.openxmlformats.org/officeDocument/2006/relationships/image" Target="../media/image649.png"/><Relationship Id="rId426" Type="http://schemas.openxmlformats.org/officeDocument/2006/relationships/image" Target="../media/image677.png"/><Relationship Id="rId230" Type="http://schemas.openxmlformats.org/officeDocument/2006/relationships/image" Target="../media/image580.png"/><Relationship Id="rId468" Type="http://schemas.openxmlformats.org/officeDocument/2006/relationships/image" Target="../media/image698.png"/><Relationship Id="rId25" Type="http://schemas.openxmlformats.org/officeDocument/2006/relationships/customXml" Target="../ink/ink472.xml"/><Relationship Id="rId67" Type="http://schemas.openxmlformats.org/officeDocument/2006/relationships/customXml" Target="../ink/ink493.xml"/><Relationship Id="rId272" Type="http://schemas.openxmlformats.org/officeDocument/2006/relationships/image" Target="../media/image601.png"/><Relationship Id="rId328" Type="http://schemas.openxmlformats.org/officeDocument/2006/relationships/image" Target="../media/image628.png"/><Relationship Id="rId132" Type="http://schemas.openxmlformats.org/officeDocument/2006/relationships/image" Target="../media/image533.png"/><Relationship Id="rId174" Type="http://schemas.openxmlformats.org/officeDocument/2006/relationships/image" Target="../media/image554.png"/><Relationship Id="rId381" Type="http://schemas.openxmlformats.org/officeDocument/2006/relationships/customXml" Target="../ink/ink651.xml"/><Relationship Id="rId241" Type="http://schemas.openxmlformats.org/officeDocument/2006/relationships/customXml" Target="../ink/ink581.xml"/><Relationship Id="rId437" Type="http://schemas.openxmlformats.org/officeDocument/2006/relationships/customXml" Target="../ink/ink679.xml"/><Relationship Id="rId479" Type="http://schemas.openxmlformats.org/officeDocument/2006/relationships/customXml" Target="../ink/ink700.xml"/><Relationship Id="rId36" Type="http://schemas.openxmlformats.org/officeDocument/2006/relationships/image" Target="../media/image485.png"/><Relationship Id="rId283" Type="http://schemas.openxmlformats.org/officeDocument/2006/relationships/customXml" Target="../ink/ink602.xml"/><Relationship Id="rId339" Type="http://schemas.openxmlformats.org/officeDocument/2006/relationships/customXml" Target="../ink/ink630.xml"/><Relationship Id="rId490" Type="http://schemas.openxmlformats.org/officeDocument/2006/relationships/image" Target="../media/image709.png"/><Relationship Id="rId504" Type="http://schemas.openxmlformats.org/officeDocument/2006/relationships/image" Target="../media/image716.png"/><Relationship Id="rId78" Type="http://schemas.openxmlformats.org/officeDocument/2006/relationships/image" Target="../media/image506.png"/><Relationship Id="rId101" Type="http://schemas.openxmlformats.org/officeDocument/2006/relationships/customXml" Target="../ink/ink510.xml"/><Relationship Id="rId143" Type="http://schemas.openxmlformats.org/officeDocument/2006/relationships/customXml" Target="../ink/ink531.xml"/><Relationship Id="rId185" Type="http://schemas.openxmlformats.org/officeDocument/2006/relationships/customXml" Target="../ink/ink552.xml"/><Relationship Id="rId350" Type="http://schemas.openxmlformats.org/officeDocument/2006/relationships/image" Target="../media/image639.png"/><Relationship Id="rId406" Type="http://schemas.openxmlformats.org/officeDocument/2006/relationships/image" Target="../media/image667.png"/><Relationship Id="rId9" Type="http://schemas.openxmlformats.org/officeDocument/2006/relationships/customXml" Target="../ink/ink464.xml"/><Relationship Id="rId210" Type="http://schemas.openxmlformats.org/officeDocument/2006/relationships/image" Target="../media/image570.png"/><Relationship Id="rId392" Type="http://schemas.openxmlformats.org/officeDocument/2006/relationships/image" Target="../media/image660.png"/><Relationship Id="rId448" Type="http://schemas.openxmlformats.org/officeDocument/2006/relationships/image" Target="../media/image688.png"/><Relationship Id="rId252" Type="http://schemas.openxmlformats.org/officeDocument/2006/relationships/image" Target="../media/image591.png"/><Relationship Id="rId294" Type="http://schemas.openxmlformats.org/officeDocument/2006/relationships/image" Target="../media/image611.png"/><Relationship Id="rId308" Type="http://schemas.openxmlformats.org/officeDocument/2006/relationships/image" Target="../media/image618.png"/><Relationship Id="rId515" Type="http://schemas.openxmlformats.org/officeDocument/2006/relationships/customXml" Target="../ink/ink718.xml"/><Relationship Id="rId47" Type="http://schemas.openxmlformats.org/officeDocument/2006/relationships/customXml" Target="../ink/ink483.xml"/><Relationship Id="rId89" Type="http://schemas.openxmlformats.org/officeDocument/2006/relationships/customXml" Target="../ink/ink504.xml"/><Relationship Id="rId112" Type="http://schemas.openxmlformats.org/officeDocument/2006/relationships/image" Target="../media/image523.png"/><Relationship Id="rId154" Type="http://schemas.openxmlformats.org/officeDocument/2006/relationships/image" Target="../media/image544.png"/><Relationship Id="rId361" Type="http://schemas.openxmlformats.org/officeDocument/2006/relationships/customXml" Target="../ink/ink641.xml"/><Relationship Id="rId196" Type="http://schemas.openxmlformats.org/officeDocument/2006/relationships/image" Target="../media/image565.png"/><Relationship Id="rId417" Type="http://schemas.openxmlformats.org/officeDocument/2006/relationships/customXml" Target="../ink/ink669.xml"/><Relationship Id="rId459" Type="http://schemas.openxmlformats.org/officeDocument/2006/relationships/customXml" Target="../ink/ink690.xml"/><Relationship Id="rId16" Type="http://schemas.openxmlformats.org/officeDocument/2006/relationships/image" Target="../media/image475.png"/><Relationship Id="rId221" Type="http://schemas.openxmlformats.org/officeDocument/2006/relationships/customXml" Target="../ink/ink571.xml"/><Relationship Id="rId263" Type="http://schemas.openxmlformats.org/officeDocument/2006/relationships/customXml" Target="../ink/ink592.xml"/><Relationship Id="rId319" Type="http://schemas.openxmlformats.org/officeDocument/2006/relationships/customXml" Target="../ink/ink620.xml"/><Relationship Id="rId470" Type="http://schemas.openxmlformats.org/officeDocument/2006/relationships/image" Target="../media/image699.png"/><Relationship Id="rId58" Type="http://schemas.openxmlformats.org/officeDocument/2006/relationships/image" Target="../media/image496.png"/><Relationship Id="rId123" Type="http://schemas.openxmlformats.org/officeDocument/2006/relationships/customXml" Target="../ink/ink521.xml"/><Relationship Id="rId330" Type="http://schemas.openxmlformats.org/officeDocument/2006/relationships/image" Target="../media/image629.png"/><Relationship Id="rId165" Type="http://schemas.openxmlformats.org/officeDocument/2006/relationships/customXml" Target="../ink/ink542.xml"/><Relationship Id="rId372" Type="http://schemas.openxmlformats.org/officeDocument/2006/relationships/image" Target="../media/image650.png"/><Relationship Id="rId428" Type="http://schemas.openxmlformats.org/officeDocument/2006/relationships/image" Target="../media/image678.png"/><Relationship Id="rId232" Type="http://schemas.openxmlformats.org/officeDocument/2006/relationships/image" Target="../media/image581.png"/><Relationship Id="rId274" Type="http://schemas.openxmlformats.org/officeDocument/2006/relationships/image" Target="../media/image199.png"/><Relationship Id="rId481" Type="http://schemas.openxmlformats.org/officeDocument/2006/relationships/customXml" Target="../ink/ink701.xml"/><Relationship Id="rId27" Type="http://schemas.openxmlformats.org/officeDocument/2006/relationships/customXml" Target="../ink/ink473.xml"/><Relationship Id="rId69" Type="http://schemas.openxmlformats.org/officeDocument/2006/relationships/customXml" Target="../ink/ink494.xml"/><Relationship Id="rId134" Type="http://schemas.openxmlformats.org/officeDocument/2006/relationships/image" Target="../media/image534.png"/><Relationship Id="rId80" Type="http://schemas.openxmlformats.org/officeDocument/2006/relationships/image" Target="../media/image507.png"/><Relationship Id="rId176" Type="http://schemas.openxmlformats.org/officeDocument/2006/relationships/image" Target="../media/image555.png"/><Relationship Id="rId341" Type="http://schemas.openxmlformats.org/officeDocument/2006/relationships/customXml" Target="../ink/ink631.xml"/><Relationship Id="rId383" Type="http://schemas.openxmlformats.org/officeDocument/2006/relationships/customXml" Target="../ink/ink652.xml"/><Relationship Id="rId439" Type="http://schemas.openxmlformats.org/officeDocument/2006/relationships/customXml" Target="../ink/ink680.xml"/><Relationship Id="rId201" Type="http://schemas.openxmlformats.org/officeDocument/2006/relationships/customXml" Target="../ink/ink560.xml"/><Relationship Id="rId243" Type="http://schemas.openxmlformats.org/officeDocument/2006/relationships/customXml" Target="../ink/ink582.xml"/><Relationship Id="rId285" Type="http://schemas.openxmlformats.org/officeDocument/2006/relationships/customXml" Target="../ink/ink603.xml"/><Relationship Id="rId450" Type="http://schemas.openxmlformats.org/officeDocument/2006/relationships/image" Target="../media/image689.png"/><Relationship Id="rId506" Type="http://schemas.openxmlformats.org/officeDocument/2006/relationships/image" Target="../media/image717.png"/><Relationship Id="rId38" Type="http://schemas.openxmlformats.org/officeDocument/2006/relationships/image" Target="../media/image486.png"/><Relationship Id="rId103" Type="http://schemas.openxmlformats.org/officeDocument/2006/relationships/customXml" Target="../ink/ink511.xml"/><Relationship Id="rId310" Type="http://schemas.openxmlformats.org/officeDocument/2006/relationships/image" Target="../media/image619.png"/><Relationship Id="rId492" Type="http://schemas.openxmlformats.org/officeDocument/2006/relationships/image" Target="../media/image710.png"/><Relationship Id="rId91" Type="http://schemas.openxmlformats.org/officeDocument/2006/relationships/customXml" Target="../ink/ink505.xml"/><Relationship Id="rId145" Type="http://schemas.openxmlformats.org/officeDocument/2006/relationships/customXml" Target="../ink/ink532.xml"/><Relationship Id="rId187" Type="http://schemas.openxmlformats.org/officeDocument/2006/relationships/customXml" Target="../ink/ink553.xml"/><Relationship Id="rId352" Type="http://schemas.openxmlformats.org/officeDocument/2006/relationships/image" Target="../media/image640.png"/><Relationship Id="rId394" Type="http://schemas.openxmlformats.org/officeDocument/2006/relationships/image" Target="../media/image661.png"/><Relationship Id="rId408" Type="http://schemas.openxmlformats.org/officeDocument/2006/relationships/image" Target="../media/image668.png"/><Relationship Id="rId212" Type="http://schemas.openxmlformats.org/officeDocument/2006/relationships/image" Target="../media/image571.png"/><Relationship Id="rId254" Type="http://schemas.openxmlformats.org/officeDocument/2006/relationships/image" Target="../media/image592.png"/><Relationship Id="rId49" Type="http://schemas.openxmlformats.org/officeDocument/2006/relationships/customXml" Target="../ink/ink484.xml"/><Relationship Id="rId114" Type="http://schemas.openxmlformats.org/officeDocument/2006/relationships/image" Target="../media/image524.png"/><Relationship Id="rId296" Type="http://schemas.openxmlformats.org/officeDocument/2006/relationships/image" Target="../media/image612.png"/><Relationship Id="rId461" Type="http://schemas.openxmlformats.org/officeDocument/2006/relationships/customXml" Target="../ink/ink691.xml"/><Relationship Id="rId517" Type="http://schemas.openxmlformats.org/officeDocument/2006/relationships/customXml" Target="../ink/ink719.xml"/><Relationship Id="rId60" Type="http://schemas.openxmlformats.org/officeDocument/2006/relationships/image" Target="../media/image497.png"/><Relationship Id="rId156" Type="http://schemas.openxmlformats.org/officeDocument/2006/relationships/image" Target="../media/image545.png"/><Relationship Id="rId198" Type="http://schemas.openxmlformats.org/officeDocument/2006/relationships/image" Target="../media/image566.png"/><Relationship Id="rId321" Type="http://schemas.openxmlformats.org/officeDocument/2006/relationships/customXml" Target="../ink/ink621.xml"/><Relationship Id="rId363" Type="http://schemas.openxmlformats.org/officeDocument/2006/relationships/customXml" Target="../ink/ink642.xml"/><Relationship Id="rId419" Type="http://schemas.openxmlformats.org/officeDocument/2006/relationships/customXml" Target="../ink/ink670.xml"/><Relationship Id="rId223" Type="http://schemas.openxmlformats.org/officeDocument/2006/relationships/customXml" Target="../ink/ink572.xml"/><Relationship Id="rId430" Type="http://schemas.openxmlformats.org/officeDocument/2006/relationships/image" Target="../media/image679.png"/><Relationship Id="rId18" Type="http://schemas.openxmlformats.org/officeDocument/2006/relationships/image" Target="../media/image476.png"/><Relationship Id="rId265" Type="http://schemas.openxmlformats.org/officeDocument/2006/relationships/customXml" Target="../ink/ink593.xml"/><Relationship Id="rId472" Type="http://schemas.openxmlformats.org/officeDocument/2006/relationships/image" Target="../media/image700.png"/><Relationship Id="rId125" Type="http://schemas.openxmlformats.org/officeDocument/2006/relationships/customXml" Target="../ink/ink522.xml"/><Relationship Id="rId167" Type="http://schemas.openxmlformats.org/officeDocument/2006/relationships/customXml" Target="../ink/ink543.xml"/><Relationship Id="rId332" Type="http://schemas.openxmlformats.org/officeDocument/2006/relationships/image" Target="../media/image630.png"/><Relationship Id="rId374" Type="http://schemas.openxmlformats.org/officeDocument/2006/relationships/image" Target="../media/image651.png"/><Relationship Id="rId71" Type="http://schemas.openxmlformats.org/officeDocument/2006/relationships/customXml" Target="../ink/ink495.xml"/><Relationship Id="rId234" Type="http://schemas.openxmlformats.org/officeDocument/2006/relationships/image" Target="../media/image582.png"/><Relationship Id="rId2" Type="http://schemas.openxmlformats.org/officeDocument/2006/relationships/image" Target="../media/image468.png"/><Relationship Id="rId29" Type="http://schemas.openxmlformats.org/officeDocument/2006/relationships/customXml" Target="../ink/ink474.xml"/><Relationship Id="rId276" Type="http://schemas.openxmlformats.org/officeDocument/2006/relationships/image" Target="../media/image602.png"/><Relationship Id="rId441" Type="http://schemas.openxmlformats.org/officeDocument/2006/relationships/customXml" Target="../ink/ink681.xml"/><Relationship Id="rId483" Type="http://schemas.openxmlformats.org/officeDocument/2006/relationships/customXml" Target="../ink/ink702.xml"/><Relationship Id="rId40" Type="http://schemas.openxmlformats.org/officeDocument/2006/relationships/image" Target="../media/image487.png"/><Relationship Id="rId136" Type="http://schemas.openxmlformats.org/officeDocument/2006/relationships/image" Target="../media/image535.png"/><Relationship Id="rId178" Type="http://schemas.openxmlformats.org/officeDocument/2006/relationships/image" Target="../media/image556.png"/><Relationship Id="rId301" Type="http://schemas.openxmlformats.org/officeDocument/2006/relationships/customXml" Target="../ink/ink611.xml"/><Relationship Id="rId343" Type="http://schemas.openxmlformats.org/officeDocument/2006/relationships/customXml" Target="../ink/ink632.xml"/><Relationship Id="rId82" Type="http://schemas.openxmlformats.org/officeDocument/2006/relationships/image" Target="../media/image508.png"/><Relationship Id="rId203" Type="http://schemas.openxmlformats.org/officeDocument/2006/relationships/image" Target="../media/image567.png"/><Relationship Id="rId385" Type="http://schemas.openxmlformats.org/officeDocument/2006/relationships/customXml" Target="../ink/ink653.xml"/><Relationship Id="rId245" Type="http://schemas.openxmlformats.org/officeDocument/2006/relationships/customXml" Target="../ink/ink583.xml"/><Relationship Id="rId287" Type="http://schemas.openxmlformats.org/officeDocument/2006/relationships/customXml" Target="../ink/ink604.xml"/><Relationship Id="rId410" Type="http://schemas.openxmlformats.org/officeDocument/2006/relationships/image" Target="../media/image669.png"/><Relationship Id="rId452" Type="http://schemas.openxmlformats.org/officeDocument/2006/relationships/image" Target="../media/image690.png"/><Relationship Id="rId494" Type="http://schemas.openxmlformats.org/officeDocument/2006/relationships/image" Target="../media/image711.png"/><Relationship Id="rId508" Type="http://schemas.openxmlformats.org/officeDocument/2006/relationships/image" Target="../media/image718.png"/><Relationship Id="rId105" Type="http://schemas.openxmlformats.org/officeDocument/2006/relationships/customXml" Target="../ink/ink512.xml"/><Relationship Id="rId147" Type="http://schemas.openxmlformats.org/officeDocument/2006/relationships/customXml" Target="../ink/ink533.xml"/><Relationship Id="rId312" Type="http://schemas.openxmlformats.org/officeDocument/2006/relationships/image" Target="../media/image620.png"/><Relationship Id="rId354" Type="http://schemas.openxmlformats.org/officeDocument/2006/relationships/image" Target="../media/image641.png"/><Relationship Id="rId51" Type="http://schemas.openxmlformats.org/officeDocument/2006/relationships/customXml" Target="../ink/ink485.xml"/><Relationship Id="rId93" Type="http://schemas.openxmlformats.org/officeDocument/2006/relationships/customXml" Target="../ink/ink506.xml"/><Relationship Id="rId189" Type="http://schemas.openxmlformats.org/officeDocument/2006/relationships/customXml" Target="../ink/ink554.xml"/><Relationship Id="rId396" Type="http://schemas.openxmlformats.org/officeDocument/2006/relationships/image" Target="../media/image662.png"/><Relationship Id="rId214" Type="http://schemas.openxmlformats.org/officeDocument/2006/relationships/image" Target="../media/image572.png"/><Relationship Id="rId256" Type="http://schemas.openxmlformats.org/officeDocument/2006/relationships/image" Target="../media/image593.png"/><Relationship Id="rId298" Type="http://schemas.openxmlformats.org/officeDocument/2006/relationships/image" Target="../media/image613.png"/><Relationship Id="rId421" Type="http://schemas.openxmlformats.org/officeDocument/2006/relationships/customXml" Target="../ink/ink671.xml"/><Relationship Id="rId463" Type="http://schemas.openxmlformats.org/officeDocument/2006/relationships/customXml" Target="../ink/ink692.xml"/><Relationship Id="rId116" Type="http://schemas.openxmlformats.org/officeDocument/2006/relationships/image" Target="../media/image525.png"/><Relationship Id="rId158" Type="http://schemas.openxmlformats.org/officeDocument/2006/relationships/image" Target="../media/image546.png"/><Relationship Id="rId323" Type="http://schemas.openxmlformats.org/officeDocument/2006/relationships/customXml" Target="../ink/ink622.xml"/><Relationship Id="rId20" Type="http://schemas.openxmlformats.org/officeDocument/2006/relationships/image" Target="../media/image477.png"/><Relationship Id="rId62" Type="http://schemas.openxmlformats.org/officeDocument/2006/relationships/image" Target="../media/image498.png"/><Relationship Id="rId365" Type="http://schemas.openxmlformats.org/officeDocument/2006/relationships/customXml" Target="../ink/ink643.xml"/><Relationship Id="rId225" Type="http://schemas.openxmlformats.org/officeDocument/2006/relationships/customXml" Target="../ink/ink573.xml"/><Relationship Id="rId267" Type="http://schemas.openxmlformats.org/officeDocument/2006/relationships/customXml" Target="../ink/ink594.xml"/><Relationship Id="rId432" Type="http://schemas.openxmlformats.org/officeDocument/2006/relationships/image" Target="../media/image680.png"/><Relationship Id="rId474" Type="http://schemas.openxmlformats.org/officeDocument/2006/relationships/image" Target="../media/image701.png"/><Relationship Id="rId127" Type="http://schemas.openxmlformats.org/officeDocument/2006/relationships/customXml" Target="../ink/ink523.xml"/><Relationship Id="rId31" Type="http://schemas.openxmlformats.org/officeDocument/2006/relationships/customXml" Target="../ink/ink475.xml"/><Relationship Id="rId73" Type="http://schemas.openxmlformats.org/officeDocument/2006/relationships/customXml" Target="../ink/ink496.xml"/><Relationship Id="rId169" Type="http://schemas.openxmlformats.org/officeDocument/2006/relationships/customXml" Target="../ink/ink544.xml"/><Relationship Id="rId334" Type="http://schemas.openxmlformats.org/officeDocument/2006/relationships/image" Target="../media/image631.png"/><Relationship Id="rId376" Type="http://schemas.openxmlformats.org/officeDocument/2006/relationships/image" Target="../media/image652.png"/><Relationship Id="rId4" Type="http://schemas.openxmlformats.org/officeDocument/2006/relationships/image" Target="../media/image469.png"/><Relationship Id="rId180" Type="http://schemas.openxmlformats.org/officeDocument/2006/relationships/image" Target="../media/image557.png"/><Relationship Id="rId236" Type="http://schemas.openxmlformats.org/officeDocument/2006/relationships/image" Target="../media/image583.png"/><Relationship Id="rId278" Type="http://schemas.openxmlformats.org/officeDocument/2006/relationships/image" Target="../media/image603.png"/><Relationship Id="rId401" Type="http://schemas.openxmlformats.org/officeDocument/2006/relationships/customXml" Target="../ink/ink661.xml"/><Relationship Id="rId443" Type="http://schemas.openxmlformats.org/officeDocument/2006/relationships/customXml" Target="../ink/ink682.xml"/><Relationship Id="rId303" Type="http://schemas.openxmlformats.org/officeDocument/2006/relationships/customXml" Target="../ink/ink612.xml"/><Relationship Id="rId485" Type="http://schemas.openxmlformats.org/officeDocument/2006/relationships/customXml" Target="../ink/ink703.xml"/><Relationship Id="rId42" Type="http://schemas.openxmlformats.org/officeDocument/2006/relationships/image" Target="../media/image488.png"/><Relationship Id="rId84" Type="http://schemas.openxmlformats.org/officeDocument/2006/relationships/image" Target="../media/image509.png"/><Relationship Id="rId138" Type="http://schemas.openxmlformats.org/officeDocument/2006/relationships/image" Target="../media/image536.png"/><Relationship Id="rId345" Type="http://schemas.openxmlformats.org/officeDocument/2006/relationships/customXml" Target="../ink/ink633.xml"/><Relationship Id="rId387" Type="http://schemas.openxmlformats.org/officeDocument/2006/relationships/customXml" Target="../ink/ink654.xml"/><Relationship Id="rId510" Type="http://schemas.openxmlformats.org/officeDocument/2006/relationships/image" Target="../media/image719.png"/><Relationship Id="rId191" Type="http://schemas.openxmlformats.org/officeDocument/2006/relationships/customXml" Target="../ink/ink555.xml"/><Relationship Id="rId205" Type="http://schemas.openxmlformats.org/officeDocument/2006/relationships/image" Target="../media/image568.png"/><Relationship Id="rId247" Type="http://schemas.openxmlformats.org/officeDocument/2006/relationships/customXml" Target="../ink/ink584.xml"/><Relationship Id="rId412" Type="http://schemas.openxmlformats.org/officeDocument/2006/relationships/image" Target="../media/image670.png"/><Relationship Id="rId107" Type="http://schemas.openxmlformats.org/officeDocument/2006/relationships/customXml" Target="../ink/ink513.xml"/><Relationship Id="rId289" Type="http://schemas.openxmlformats.org/officeDocument/2006/relationships/customXml" Target="../ink/ink605.xml"/><Relationship Id="rId454" Type="http://schemas.openxmlformats.org/officeDocument/2006/relationships/image" Target="../media/image691.png"/><Relationship Id="rId496" Type="http://schemas.openxmlformats.org/officeDocument/2006/relationships/image" Target="../media/image712.png"/><Relationship Id="rId11" Type="http://schemas.openxmlformats.org/officeDocument/2006/relationships/customXml" Target="../ink/ink465.xml"/><Relationship Id="rId53" Type="http://schemas.openxmlformats.org/officeDocument/2006/relationships/customXml" Target="../ink/ink486.xml"/><Relationship Id="rId149" Type="http://schemas.openxmlformats.org/officeDocument/2006/relationships/customXml" Target="../ink/ink534.xml"/><Relationship Id="rId314" Type="http://schemas.openxmlformats.org/officeDocument/2006/relationships/image" Target="../media/image621.png"/><Relationship Id="rId356" Type="http://schemas.openxmlformats.org/officeDocument/2006/relationships/image" Target="../media/image642.png"/><Relationship Id="rId398" Type="http://schemas.openxmlformats.org/officeDocument/2006/relationships/image" Target="../media/image663.png"/><Relationship Id="rId95" Type="http://schemas.openxmlformats.org/officeDocument/2006/relationships/customXml" Target="../ink/ink507.xml"/><Relationship Id="rId160" Type="http://schemas.openxmlformats.org/officeDocument/2006/relationships/image" Target="../media/image547.png"/><Relationship Id="rId216" Type="http://schemas.openxmlformats.org/officeDocument/2006/relationships/image" Target="../media/image573.png"/><Relationship Id="rId423" Type="http://schemas.openxmlformats.org/officeDocument/2006/relationships/customXml" Target="../ink/ink672.xml"/><Relationship Id="rId258" Type="http://schemas.openxmlformats.org/officeDocument/2006/relationships/image" Target="../media/image594.png"/><Relationship Id="rId465" Type="http://schemas.openxmlformats.org/officeDocument/2006/relationships/customXml" Target="../ink/ink693.xml"/><Relationship Id="rId22" Type="http://schemas.openxmlformats.org/officeDocument/2006/relationships/image" Target="../media/image478.png"/><Relationship Id="rId64" Type="http://schemas.openxmlformats.org/officeDocument/2006/relationships/image" Target="../media/image499.png"/><Relationship Id="rId118" Type="http://schemas.openxmlformats.org/officeDocument/2006/relationships/image" Target="../media/image526.png"/><Relationship Id="rId325" Type="http://schemas.openxmlformats.org/officeDocument/2006/relationships/customXml" Target="../ink/ink623.xml"/><Relationship Id="rId367" Type="http://schemas.openxmlformats.org/officeDocument/2006/relationships/customXml" Target="../ink/ink644.xml"/><Relationship Id="rId171" Type="http://schemas.openxmlformats.org/officeDocument/2006/relationships/customXml" Target="../ink/ink545.xml"/><Relationship Id="rId227" Type="http://schemas.openxmlformats.org/officeDocument/2006/relationships/customXml" Target="../ink/ink574.xml"/><Relationship Id="rId269" Type="http://schemas.openxmlformats.org/officeDocument/2006/relationships/customXml" Target="../ink/ink595.xml"/><Relationship Id="rId434" Type="http://schemas.openxmlformats.org/officeDocument/2006/relationships/image" Target="../media/image681.png"/><Relationship Id="rId476" Type="http://schemas.openxmlformats.org/officeDocument/2006/relationships/image" Target="../media/image702.png"/><Relationship Id="rId33" Type="http://schemas.openxmlformats.org/officeDocument/2006/relationships/customXml" Target="../ink/ink476.xml"/><Relationship Id="rId129" Type="http://schemas.openxmlformats.org/officeDocument/2006/relationships/customXml" Target="../ink/ink524.xml"/><Relationship Id="rId280" Type="http://schemas.openxmlformats.org/officeDocument/2006/relationships/image" Target="../media/image604.png"/><Relationship Id="rId336" Type="http://schemas.openxmlformats.org/officeDocument/2006/relationships/image" Target="../media/image632.png"/><Relationship Id="rId501" Type="http://schemas.openxmlformats.org/officeDocument/2006/relationships/customXml" Target="../ink/ink711.xml"/><Relationship Id="rId75" Type="http://schemas.openxmlformats.org/officeDocument/2006/relationships/customXml" Target="../ink/ink497.xml"/><Relationship Id="rId140" Type="http://schemas.openxmlformats.org/officeDocument/2006/relationships/image" Target="../media/image537.png"/><Relationship Id="rId182" Type="http://schemas.openxmlformats.org/officeDocument/2006/relationships/image" Target="../media/image558.png"/><Relationship Id="rId378" Type="http://schemas.openxmlformats.org/officeDocument/2006/relationships/image" Target="../media/image653.png"/><Relationship Id="rId403" Type="http://schemas.openxmlformats.org/officeDocument/2006/relationships/customXml" Target="../ink/ink662.xml"/><Relationship Id="rId6" Type="http://schemas.openxmlformats.org/officeDocument/2006/relationships/image" Target="../media/image470.png"/><Relationship Id="rId238" Type="http://schemas.openxmlformats.org/officeDocument/2006/relationships/image" Target="../media/image584.png"/><Relationship Id="rId445" Type="http://schemas.openxmlformats.org/officeDocument/2006/relationships/customXml" Target="../ink/ink683.xml"/><Relationship Id="rId487" Type="http://schemas.openxmlformats.org/officeDocument/2006/relationships/customXml" Target="../ink/ink704.xml"/><Relationship Id="rId291" Type="http://schemas.openxmlformats.org/officeDocument/2006/relationships/customXml" Target="../ink/ink606.xml"/><Relationship Id="rId305" Type="http://schemas.openxmlformats.org/officeDocument/2006/relationships/customXml" Target="../ink/ink613.xml"/><Relationship Id="rId347" Type="http://schemas.openxmlformats.org/officeDocument/2006/relationships/customXml" Target="../ink/ink634.xml"/><Relationship Id="rId512" Type="http://schemas.openxmlformats.org/officeDocument/2006/relationships/image" Target="../media/image720.png"/><Relationship Id="rId44" Type="http://schemas.openxmlformats.org/officeDocument/2006/relationships/image" Target="../media/image489.png"/><Relationship Id="rId86" Type="http://schemas.openxmlformats.org/officeDocument/2006/relationships/image" Target="../media/image510.png"/><Relationship Id="rId151" Type="http://schemas.openxmlformats.org/officeDocument/2006/relationships/customXml" Target="../ink/ink535.xml"/><Relationship Id="rId389" Type="http://schemas.openxmlformats.org/officeDocument/2006/relationships/customXml" Target="../ink/ink655.xml"/><Relationship Id="rId193" Type="http://schemas.openxmlformats.org/officeDocument/2006/relationships/customXml" Target="../ink/ink556.xml"/><Relationship Id="rId207" Type="http://schemas.openxmlformats.org/officeDocument/2006/relationships/customXml" Target="../ink/ink564.xml"/><Relationship Id="rId249" Type="http://schemas.openxmlformats.org/officeDocument/2006/relationships/customXml" Target="../ink/ink585.xml"/><Relationship Id="rId414" Type="http://schemas.openxmlformats.org/officeDocument/2006/relationships/image" Target="../media/image671.png"/><Relationship Id="rId456" Type="http://schemas.openxmlformats.org/officeDocument/2006/relationships/image" Target="../media/image692.png"/><Relationship Id="rId498" Type="http://schemas.openxmlformats.org/officeDocument/2006/relationships/image" Target="../media/image713.png"/><Relationship Id="rId13" Type="http://schemas.openxmlformats.org/officeDocument/2006/relationships/customXml" Target="../ink/ink466.xml"/><Relationship Id="rId109" Type="http://schemas.openxmlformats.org/officeDocument/2006/relationships/customXml" Target="../ink/ink514.xml"/><Relationship Id="rId260" Type="http://schemas.openxmlformats.org/officeDocument/2006/relationships/image" Target="../media/image595.png"/><Relationship Id="rId316" Type="http://schemas.openxmlformats.org/officeDocument/2006/relationships/image" Target="../media/image622.png"/><Relationship Id="rId55" Type="http://schemas.openxmlformats.org/officeDocument/2006/relationships/customXml" Target="../ink/ink487.xml"/><Relationship Id="rId97" Type="http://schemas.openxmlformats.org/officeDocument/2006/relationships/customXml" Target="../ink/ink508.xml"/><Relationship Id="rId120" Type="http://schemas.openxmlformats.org/officeDocument/2006/relationships/image" Target="../media/image527.png"/><Relationship Id="rId358" Type="http://schemas.openxmlformats.org/officeDocument/2006/relationships/image" Target="../media/image643.png"/><Relationship Id="rId162" Type="http://schemas.openxmlformats.org/officeDocument/2006/relationships/image" Target="../media/image548.png"/><Relationship Id="rId218" Type="http://schemas.openxmlformats.org/officeDocument/2006/relationships/image" Target="../media/image574.png"/><Relationship Id="rId425" Type="http://schemas.openxmlformats.org/officeDocument/2006/relationships/customXml" Target="../ink/ink673.xml"/><Relationship Id="rId467" Type="http://schemas.openxmlformats.org/officeDocument/2006/relationships/customXml" Target="../ink/ink694.xml"/><Relationship Id="rId271" Type="http://schemas.openxmlformats.org/officeDocument/2006/relationships/customXml" Target="../ink/ink596.xml"/><Relationship Id="rId24" Type="http://schemas.openxmlformats.org/officeDocument/2006/relationships/image" Target="../media/image479.png"/><Relationship Id="rId66" Type="http://schemas.openxmlformats.org/officeDocument/2006/relationships/image" Target="../media/image500.png"/><Relationship Id="rId131" Type="http://schemas.openxmlformats.org/officeDocument/2006/relationships/customXml" Target="../ink/ink525.xml"/><Relationship Id="rId327" Type="http://schemas.openxmlformats.org/officeDocument/2006/relationships/customXml" Target="../ink/ink624.xml"/><Relationship Id="rId369" Type="http://schemas.openxmlformats.org/officeDocument/2006/relationships/customXml" Target="../ink/ink645.xml"/><Relationship Id="rId173" Type="http://schemas.openxmlformats.org/officeDocument/2006/relationships/customXml" Target="../ink/ink546.xml"/><Relationship Id="rId229" Type="http://schemas.openxmlformats.org/officeDocument/2006/relationships/customXml" Target="../ink/ink575.xml"/><Relationship Id="rId380" Type="http://schemas.openxmlformats.org/officeDocument/2006/relationships/image" Target="../media/image654.png"/><Relationship Id="rId436" Type="http://schemas.openxmlformats.org/officeDocument/2006/relationships/image" Target="../media/image682.png"/><Relationship Id="rId240" Type="http://schemas.openxmlformats.org/officeDocument/2006/relationships/image" Target="../media/image585.png"/><Relationship Id="rId478" Type="http://schemas.openxmlformats.org/officeDocument/2006/relationships/image" Target="../media/image703.png"/><Relationship Id="rId35" Type="http://schemas.openxmlformats.org/officeDocument/2006/relationships/customXml" Target="../ink/ink477.xml"/><Relationship Id="rId77" Type="http://schemas.openxmlformats.org/officeDocument/2006/relationships/customXml" Target="../ink/ink498.xml"/><Relationship Id="rId100" Type="http://schemas.openxmlformats.org/officeDocument/2006/relationships/image" Target="../media/image517.png"/><Relationship Id="rId282" Type="http://schemas.openxmlformats.org/officeDocument/2006/relationships/image" Target="../media/image605.png"/><Relationship Id="rId338" Type="http://schemas.openxmlformats.org/officeDocument/2006/relationships/image" Target="../media/image633.png"/><Relationship Id="rId503" Type="http://schemas.openxmlformats.org/officeDocument/2006/relationships/customXml" Target="../ink/ink712.xml"/><Relationship Id="rId8" Type="http://schemas.openxmlformats.org/officeDocument/2006/relationships/image" Target="../media/image471.png"/><Relationship Id="rId142" Type="http://schemas.openxmlformats.org/officeDocument/2006/relationships/image" Target="../media/image538.png"/><Relationship Id="rId184" Type="http://schemas.openxmlformats.org/officeDocument/2006/relationships/image" Target="../media/image559.png"/><Relationship Id="rId391" Type="http://schemas.openxmlformats.org/officeDocument/2006/relationships/customXml" Target="../ink/ink656.xml"/><Relationship Id="rId405" Type="http://schemas.openxmlformats.org/officeDocument/2006/relationships/customXml" Target="../ink/ink663.xml"/><Relationship Id="rId447" Type="http://schemas.openxmlformats.org/officeDocument/2006/relationships/customXml" Target="../ink/ink684.xml"/><Relationship Id="rId251" Type="http://schemas.openxmlformats.org/officeDocument/2006/relationships/customXml" Target="../ink/ink586.xml"/><Relationship Id="rId489" Type="http://schemas.openxmlformats.org/officeDocument/2006/relationships/customXml" Target="../ink/ink705.xml"/><Relationship Id="rId46" Type="http://schemas.openxmlformats.org/officeDocument/2006/relationships/image" Target="../media/image490.png"/><Relationship Id="rId293" Type="http://schemas.openxmlformats.org/officeDocument/2006/relationships/customXml" Target="../ink/ink607.xml"/><Relationship Id="rId307" Type="http://schemas.openxmlformats.org/officeDocument/2006/relationships/customXml" Target="../ink/ink614.xml"/><Relationship Id="rId349" Type="http://schemas.openxmlformats.org/officeDocument/2006/relationships/customXml" Target="../ink/ink635.xml"/><Relationship Id="rId514" Type="http://schemas.openxmlformats.org/officeDocument/2006/relationships/image" Target="../media/image721.png"/><Relationship Id="rId88" Type="http://schemas.openxmlformats.org/officeDocument/2006/relationships/image" Target="../media/image511.png"/><Relationship Id="rId111" Type="http://schemas.openxmlformats.org/officeDocument/2006/relationships/customXml" Target="../ink/ink515.xml"/><Relationship Id="rId153" Type="http://schemas.openxmlformats.org/officeDocument/2006/relationships/customXml" Target="../ink/ink536.xml"/><Relationship Id="rId195" Type="http://schemas.openxmlformats.org/officeDocument/2006/relationships/customXml" Target="../ink/ink557.xml"/><Relationship Id="rId209" Type="http://schemas.openxmlformats.org/officeDocument/2006/relationships/customXml" Target="../ink/ink565.xml"/><Relationship Id="rId360" Type="http://schemas.openxmlformats.org/officeDocument/2006/relationships/image" Target="../media/image644.png"/><Relationship Id="rId416" Type="http://schemas.openxmlformats.org/officeDocument/2006/relationships/image" Target="../media/image672.png"/><Relationship Id="rId220" Type="http://schemas.openxmlformats.org/officeDocument/2006/relationships/image" Target="../media/image575.png"/><Relationship Id="rId458" Type="http://schemas.openxmlformats.org/officeDocument/2006/relationships/image" Target="../media/image693.png"/><Relationship Id="rId15" Type="http://schemas.openxmlformats.org/officeDocument/2006/relationships/customXml" Target="../ink/ink467.xml"/><Relationship Id="rId57" Type="http://schemas.openxmlformats.org/officeDocument/2006/relationships/customXml" Target="../ink/ink488.xml"/><Relationship Id="rId262" Type="http://schemas.openxmlformats.org/officeDocument/2006/relationships/image" Target="../media/image596.png"/><Relationship Id="rId318" Type="http://schemas.openxmlformats.org/officeDocument/2006/relationships/image" Target="../media/image623.png"/><Relationship Id="rId99" Type="http://schemas.openxmlformats.org/officeDocument/2006/relationships/customXml" Target="../ink/ink509.xml"/><Relationship Id="rId122" Type="http://schemas.openxmlformats.org/officeDocument/2006/relationships/image" Target="../media/image528.png"/><Relationship Id="rId164" Type="http://schemas.openxmlformats.org/officeDocument/2006/relationships/image" Target="../media/image549.png"/><Relationship Id="rId371" Type="http://schemas.openxmlformats.org/officeDocument/2006/relationships/customXml" Target="../ink/ink646.xml"/><Relationship Id="rId427" Type="http://schemas.openxmlformats.org/officeDocument/2006/relationships/customXml" Target="../ink/ink674.xml"/><Relationship Id="rId469" Type="http://schemas.openxmlformats.org/officeDocument/2006/relationships/customXml" Target="../ink/ink695.xml"/><Relationship Id="rId26" Type="http://schemas.openxmlformats.org/officeDocument/2006/relationships/image" Target="../media/image480.png"/><Relationship Id="rId231" Type="http://schemas.openxmlformats.org/officeDocument/2006/relationships/customXml" Target="../ink/ink576.xml"/><Relationship Id="rId273" Type="http://schemas.openxmlformats.org/officeDocument/2006/relationships/customXml" Target="../ink/ink597.xml"/><Relationship Id="rId329" Type="http://schemas.openxmlformats.org/officeDocument/2006/relationships/customXml" Target="../ink/ink625.xml"/><Relationship Id="rId480" Type="http://schemas.openxmlformats.org/officeDocument/2006/relationships/image" Target="../media/image704.png"/><Relationship Id="rId68" Type="http://schemas.openxmlformats.org/officeDocument/2006/relationships/image" Target="../media/image501.png"/><Relationship Id="rId133" Type="http://schemas.openxmlformats.org/officeDocument/2006/relationships/customXml" Target="../ink/ink526.xml"/><Relationship Id="rId175" Type="http://schemas.openxmlformats.org/officeDocument/2006/relationships/customXml" Target="../ink/ink547.xml"/><Relationship Id="rId340" Type="http://schemas.openxmlformats.org/officeDocument/2006/relationships/image" Target="../media/image634.png"/><Relationship Id="rId200" Type="http://schemas.openxmlformats.org/officeDocument/2006/relationships/image" Target="../media/image41.png"/><Relationship Id="rId382" Type="http://schemas.openxmlformats.org/officeDocument/2006/relationships/image" Target="../media/image655.png"/><Relationship Id="rId438" Type="http://schemas.openxmlformats.org/officeDocument/2006/relationships/image" Target="../media/image683.png"/><Relationship Id="rId242" Type="http://schemas.openxmlformats.org/officeDocument/2006/relationships/image" Target="../media/image586.png"/><Relationship Id="rId284" Type="http://schemas.openxmlformats.org/officeDocument/2006/relationships/image" Target="../media/image606.png"/><Relationship Id="rId491" Type="http://schemas.openxmlformats.org/officeDocument/2006/relationships/customXml" Target="../ink/ink706.xml"/><Relationship Id="rId505" Type="http://schemas.openxmlformats.org/officeDocument/2006/relationships/customXml" Target="../ink/ink713.xml"/><Relationship Id="rId37" Type="http://schemas.openxmlformats.org/officeDocument/2006/relationships/customXml" Target="../ink/ink478.xml"/><Relationship Id="rId79" Type="http://schemas.openxmlformats.org/officeDocument/2006/relationships/customXml" Target="../ink/ink499.xml"/><Relationship Id="rId102" Type="http://schemas.openxmlformats.org/officeDocument/2006/relationships/image" Target="../media/image518.png"/><Relationship Id="rId144" Type="http://schemas.openxmlformats.org/officeDocument/2006/relationships/image" Target="../media/image539.png"/><Relationship Id="rId90" Type="http://schemas.openxmlformats.org/officeDocument/2006/relationships/image" Target="../media/image512.png"/><Relationship Id="rId186" Type="http://schemas.openxmlformats.org/officeDocument/2006/relationships/image" Target="../media/image560.png"/><Relationship Id="rId351" Type="http://schemas.openxmlformats.org/officeDocument/2006/relationships/customXml" Target="../ink/ink636.xml"/><Relationship Id="rId393" Type="http://schemas.openxmlformats.org/officeDocument/2006/relationships/customXml" Target="../ink/ink657.xml"/><Relationship Id="rId407" Type="http://schemas.openxmlformats.org/officeDocument/2006/relationships/customXml" Target="../ink/ink664.xml"/><Relationship Id="rId449" Type="http://schemas.openxmlformats.org/officeDocument/2006/relationships/customXml" Target="../ink/ink685.xml"/><Relationship Id="rId211" Type="http://schemas.openxmlformats.org/officeDocument/2006/relationships/customXml" Target="../ink/ink566.xml"/><Relationship Id="rId253" Type="http://schemas.openxmlformats.org/officeDocument/2006/relationships/customXml" Target="../ink/ink587.xml"/><Relationship Id="rId295" Type="http://schemas.openxmlformats.org/officeDocument/2006/relationships/customXml" Target="../ink/ink608.xml"/><Relationship Id="rId309" Type="http://schemas.openxmlformats.org/officeDocument/2006/relationships/customXml" Target="../ink/ink615.xml"/><Relationship Id="rId460" Type="http://schemas.openxmlformats.org/officeDocument/2006/relationships/image" Target="../media/image694.png"/><Relationship Id="rId516" Type="http://schemas.openxmlformats.org/officeDocument/2006/relationships/image" Target="../media/image722.png"/><Relationship Id="rId48" Type="http://schemas.openxmlformats.org/officeDocument/2006/relationships/image" Target="../media/image491.png"/><Relationship Id="rId113" Type="http://schemas.openxmlformats.org/officeDocument/2006/relationships/customXml" Target="../ink/ink516.xml"/><Relationship Id="rId320" Type="http://schemas.openxmlformats.org/officeDocument/2006/relationships/image" Target="../media/image624.png"/><Relationship Id="rId155" Type="http://schemas.openxmlformats.org/officeDocument/2006/relationships/customXml" Target="../ink/ink537.xml"/><Relationship Id="rId197" Type="http://schemas.openxmlformats.org/officeDocument/2006/relationships/customXml" Target="../ink/ink558.xml"/><Relationship Id="rId362" Type="http://schemas.openxmlformats.org/officeDocument/2006/relationships/image" Target="../media/image645.png"/><Relationship Id="rId418" Type="http://schemas.openxmlformats.org/officeDocument/2006/relationships/image" Target="../media/image673.png"/><Relationship Id="rId222" Type="http://schemas.openxmlformats.org/officeDocument/2006/relationships/image" Target="../media/image576.png"/><Relationship Id="rId264" Type="http://schemas.openxmlformats.org/officeDocument/2006/relationships/image" Target="../media/image597.png"/><Relationship Id="rId471" Type="http://schemas.openxmlformats.org/officeDocument/2006/relationships/customXml" Target="../ink/ink696.xml"/><Relationship Id="rId17" Type="http://schemas.openxmlformats.org/officeDocument/2006/relationships/customXml" Target="../ink/ink468.xml"/><Relationship Id="rId59" Type="http://schemas.openxmlformats.org/officeDocument/2006/relationships/customXml" Target="../ink/ink489.xml"/><Relationship Id="rId124" Type="http://schemas.openxmlformats.org/officeDocument/2006/relationships/image" Target="../media/image529.png"/><Relationship Id="rId70" Type="http://schemas.openxmlformats.org/officeDocument/2006/relationships/image" Target="../media/image502.png"/><Relationship Id="rId166" Type="http://schemas.openxmlformats.org/officeDocument/2006/relationships/image" Target="../media/image550.png"/><Relationship Id="rId331" Type="http://schemas.openxmlformats.org/officeDocument/2006/relationships/customXml" Target="../ink/ink626.xml"/><Relationship Id="rId373" Type="http://schemas.openxmlformats.org/officeDocument/2006/relationships/customXml" Target="../ink/ink647.xml"/><Relationship Id="rId429" Type="http://schemas.openxmlformats.org/officeDocument/2006/relationships/customXml" Target="../ink/ink675.xml"/><Relationship Id="rId1" Type="http://schemas.openxmlformats.org/officeDocument/2006/relationships/slideLayout" Target="../slideLayouts/slideLayout7.xml"/><Relationship Id="rId233" Type="http://schemas.openxmlformats.org/officeDocument/2006/relationships/customXml" Target="../ink/ink577.xml"/><Relationship Id="rId440" Type="http://schemas.openxmlformats.org/officeDocument/2006/relationships/image" Target="../media/image684.png"/><Relationship Id="rId28" Type="http://schemas.openxmlformats.org/officeDocument/2006/relationships/image" Target="../media/image481.png"/><Relationship Id="rId275" Type="http://schemas.openxmlformats.org/officeDocument/2006/relationships/customXml" Target="../ink/ink598.xml"/><Relationship Id="rId300" Type="http://schemas.openxmlformats.org/officeDocument/2006/relationships/image" Target="../media/image614.png"/><Relationship Id="rId482" Type="http://schemas.openxmlformats.org/officeDocument/2006/relationships/image" Target="../media/image705.png"/><Relationship Id="rId81" Type="http://schemas.openxmlformats.org/officeDocument/2006/relationships/customXml" Target="../ink/ink500.xml"/><Relationship Id="rId135" Type="http://schemas.openxmlformats.org/officeDocument/2006/relationships/customXml" Target="../ink/ink527.xml"/><Relationship Id="rId177" Type="http://schemas.openxmlformats.org/officeDocument/2006/relationships/customXml" Target="../ink/ink548.xml"/><Relationship Id="rId342" Type="http://schemas.openxmlformats.org/officeDocument/2006/relationships/image" Target="../media/image635.png"/><Relationship Id="rId384" Type="http://schemas.openxmlformats.org/officeDocument/2006/relationships/image" Target="../media/image656.png"/><Relationship Id="rId202" Type="http://schemas.openxmlformats.org/officeDocument/2006/relationships/customXml" Target="../ink/ink561.xml"/><Relationship Id="rId244" Type="http://schemas.openxmlformats.org/officeDocument/2006/relationships/image" Target="../media/image587.png"/><Relationship Id="rId39" Type="http://schemas.openxmlformats.org/officeDocument/2006/relationships/customXml" Target="../ink/ink479.xml"/><Relationship Id="rId286" Type="http://schemas.openxmlformats.org/officeDocument/2006/relationships/image" Target="../media/image607.png"/><Relationship Id="rId451" Type="http://schemas.openxmlformats.org/officeDocument/2006/relationships/customXml" Target="../ink/ink686.xml"/><Relationship Id="rId493" Type="http://schemas.openxmlformats.org/officeDocument/2006/relationships/customXml" Target="../ink/ink707.xml"/><Relationship Id="rId507" Type="http://schemas.openxmlformats.org/officeDocument/2006/relationships/customXml" Target="../ink/ink714.xml"/><Relationship Id="rId50" Type="http://schemas.openxmlformats.org/officeDocument/2006/relationships/image" Target="../media/image492.png"/><Relationship Id="rId104" Type="http://schemas.openxmlformats.org/officeDocument/2006/relationships/image" Target="../media/image519.png"/><Relationship Id="rId146" Type="http://schemas.openxmlformats.org/officeDocument/2006/relationships/image" Target="../media/image540.png"/><Relationship Id="rId188" Type="http://schemas.openxmlformats.org/officeDocument/2006/relationships/image" Target="../media/image561.png"/><Relationship Id="rId311" Type="http://schemas.openxmlformats.org/officeDocument/2006/relationships/customXml" Target="../ink/ink616.xml"/><Relationship Id="rId353" Type="http://schemas.openxmlformats.org/officeDocument/2006/relationships/customXml" Target="../ink/ink637.xml"/><Relationship Id="rId395" Type="http://schemas.openxmlformats.org/officeDocument/2006/relationships/customXml" Target="../ink/ink658.xml"/><Relationship Id="rId409" Type="http://schemas.openxmlformats.org/officeDocument/2006/relationships/customXml" Target="../ink/ink665.xml"/><Relationship Id="rId92" Type="http://schemas.openxmlformats.org/officeDocument/2006/relationships/image" Target="../media/image513.png"/><Relationship Id="rId213" Type="http://schemas.openxmlformats.org/officeDocument/2006/relationships/customXml" Target="../ink/ink567.xml"/><Relationship Id="rId420" Type="http://schemas.openxmlformats.org/officeDocument/2006/relationships/image" Target="../media/image674.png"/><Relationship Id="rId255" Type="http://schemas.openxmlformats.org/officeDocument/2006/relationships/customXml" Target="../ink/ink588.xml"/><Relationship Id="rId297" Type="http://schemas.openxmlformats.org/officeDocument/2006/relationships/customXml" Target="../ink/ink609.xml"/><Relationship Id="rId462" Type="http://schemas.openxmlformats.org/officeDocument/2006/relationships/image" Target="../media/image695.png"/><Relationship Id="rId518" Type="http://schemas.openxmlformats.org/officeDocument/2006/relationships/image" Target="../media/image723.png"/><Relationship Id="rId115" Type="http://schemas.openxmlformats.org/officeDocument/2006/relationships/customXml" Target="../ink/ink517.xml"/><Relationship Id="rId157" Type="http://schemas.openxmlformats.org/officeDocument/2006/relationships/customXml" Target="../ink/ink538.xml"/><Relationship Id="rId322" Type="http://schemas.openxmlformats.org/officeDocument/2006/relationships/image" Target="../media/image625.png"/><Relationship Id="rId364" Type="http://schemas.openxmlformats.org/officeDocument/2006/relationships/image" Target="../media/image646.png"/><Relationship Id="rId61" Type="http://schemas.openxmlformats.org/officeDocument/2006/relationships/customXml" Target="../ink/ink490.xml"/><Relationship Id="rId199" Type="http://schemas.openxmlformats.org/officeDocument/2006/relationships/customXml" Target="../ink/ink559.xml"/><Relationship Id="rId19" Type="http://schemas.openxmlformats.org/officeDocument/2006/relationships/customXml" Target="../ink/ink469.xml"/><Relationship Id="rId224" Type="http://schemas.openxmlformats.org/officeDocument/2006/relationships/image" Target="../media/image577.png"/><Relationship Id="rId266" Type="http://schemas.openxmlformats.org/officeDocument/2006/relationships/image" Target="../media/image598.png"/><Relationship Id="rId431" Type="http://schemas.openxmlformats.org/officeDocument/2006/relationships/customXml" Target="../ink/ink676.xml"/><Relationship Id="rId473" Type="http://schemas.openxmlformats.org/officeDocument/2006/relationships/customXml" Target="../ink/ink697.xml"/><Relationship Id="rId30" Type="http://schemas.openxmlformats.org/officeDocument/2006/relationships/image" Target="../media/image482.png"/><Relationship Id="rId126" Type="http://schemas.openxmlformats.org/officeDocument/2006/relationships/image" Target="../media/image530.png"/><Relationship Id="rId168" Type="http://schemas.openxmlformats.org/officeDocument/2006/relationships/image" Target="../media/image551.png"/><Relationship Id="rId333" Type="http://schemas.openxmlformats.org/officeDocument/2006/relationships/customXml" Target="../ink/ink627.xml"/><Relationship Id="rId72" Type="http://schemas.openxmlformats.org/officeDocument/2006/relationships/image" Target="../media/image503.png"/><Relationship Id="rId375" Type="http://schemas.openxmlformats.org/officeDocument/2006/relationships/customXml" Target="../ink/ink648.xml"/><Relationship Id="rId3" Type="http://schemas.openxmlformats.org/officeDocument/2006/relationships/customXml" Target="../ink/ink461.xml"/><Relationship Id="rId235" Type="http://schemas.openxmlformats.org/officeDocument/2006/relationships/customXml" Target="../ink/ink578.xml"/><Relationship Id="rId277" Type="http://schemas.openxmlformats.org/officeDocument/2006/relationships/customXml" Target="../ink/ink599.xml"/><Relationship Id="rId400" Type="http://schemas.openxmlformats.org/officeDocument/2006/relationships/image" Target="../media/image664.png"/><Relationship Id="rId442" Type="http://schemas.openxmlformats.org/officeDocument/2006/relationships/image" Target="../media/image685.png"/><Relationship Id="rId484" Type="http://schemas.openxmlformats.org/officeDocument/2006/relationships/image" Target="../media/image706.png"/><Relationship Id="rId137" Type="http://schemas.openxmlformats.org/officeDocument/2006/relationships/customXml" Target="../ink/ink528.xml"/><Relationship Id="rId302" Type="http://schemas.openxmlformats.org/officeDocument/2006/relationships/image" Target="../media/image615.png"/><Relationship Id="rId344" Type="http://schemas.openxmlformats.org/officeDocument/2006/relationships/image" Target="../media/image636.png"/><Relationship Id="rId41" Type="http://schemas.openxmlformats.org/officeDocument/2006/relationships/customXml" Target="../ink/ink480.xml"/><Relationship Id="rId83" Type="http://schemas.openxmlformats.org/officeDocument/2006/relationships/customXml" Target="../ink/ink501.xml"/><Relationship Id="rId179" Type="http://schemas.openxmlformats.org/officeDocument/2006/relationships/customXml" Target="../ink/ink549.xml"/><Relationship Id="rId386" Type="http://schemas.openxmlformats.org/officeDocument/2006/relationships/image" Target="../media/image657.png"/><Relationship Id="rId190" Type="http://schemas.openxmlformats.org/officeDocument/2006/relationships/image" Target="../media/image562.png"/><Relationship Id="rId204" Type="http://schemas.openxmlformats.org/officeDocument/2006/relationships/customXml" Target="../ink/ink562.xml"/><Relationship Id="rId246" Type="http://schemas.openxmlformats.org/officeDocument/2006/relationships/image" Target="../media/image588.png"/><Relationship Id="rId288" Type="http://schemas.openxmlformats.org/officeDocument/2006/relationships/image" Target="../media/image608.png"/><Relationship Id="rId411" Type="http://schemas.openxmlformats.org/officeDocument/2006/relationships/customXml" Target="../ink/ink666.xml"/><Relationship Id="rId453" Type="http://schemas.openxmlformats.org/officeDocument/2006/relationships/customXml" Target="../ink/ink687.xml"/><Relationship Id="rId509" Type="http://schemas.openxmlformats.org/officeDocument/2006/relationships/customXml" Target="../ink/ink715.xml"/><Relationship Id="rId106" Type="http://schemas.openxmlformats.org/officeDocument/2006/relationships/image" Target="../media/image520.png"/><Relationship Id="rId313" Type="http://schemas.openxmlformats.org/officeDocument/2006/relationships/customXml" Target="../ink/ink617.xml"/><Relationship Id="rId495" Type="http://schemas.openxmlformats.org/officeDocument/2006/relationships/customXml" Target="../ink/ink708.xml"/><Relationship Id="rId10" Type="http://schemas.openxmlformats.org/officeDocument/2006/relationships/image" Target="../media/image472.png"/><Relationship Id="rId52" Type="http://schemas.openxmlformats.org/officeDocument/2006/relationships/image" Target="../media/image493.png"/><Relationship Id="rId94" Type="http://schemas.openxmlformats.org/officeDocument/2006/relationships/image" Target="../media/image514.png"/><Relationship Id="rId148" Type="http://schemas.openxmlformats.org/officeDocument/2006/relationships/image" Target="../media/image541.png"/><Relationship Id="rId355" Type="http://schemas.openxmlformats.org/officeDocument/2006/relationships/customXml" Target="../ink/ink638.xml"/><Relationship Id="rId397" Type="http://schemas.openxmlformats.org/officeDocument/2006/relationships/customXml" Target="../ink/ink659.xml"/><Relationship Id="rId215" Type="http://schemas.openxmlformats.org/officeDocument/2006/relationships/customXml" Target="../ink/ink568.xml"/><Relationship Id="rId257" Type="http://schemas.openxmlformats.org/officeDocument/2006/relationships/customXml" Target="../ink/ink589.xml"/><Relationship Id="rId422" Type="http://schemas.openxmlformats.org/officeDocument/2006/relationships/image" Target="../media/image675.png"/><Relationship Id="rId464" Type="http://schemas.openxmlformats.org/officeDocument/2006/relationships/image" Target="../media/image696.png"/><Relationship Id="rId299" Type="http://schemas.openxmlformats.org/officeDocument/2006/relationships/customXml" Target="../ink/ink610.xml"/><Relationship Id="rId63" Type="http://schemas.openxmlformats.org/officeDocument/2006/relationships/customXml" Target="../ink/ink491.xml"/><Relationship Id="rId159" Type="http://schemas.openxmlformats.org/officeDocument/2006/relationships/customXml" Target="../ink/ink539.xml"/><Relationship Id="rId366" Type="http://schemas.openxmlformats.org/officeDocument/2006/relationships/image" Target="../media/image647.png"/></Relationships>
</file>

<file path=ppt/slides/_rels/slide10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781.png"/><Relationship Id="rId299" Type="http://schemas.openxmlformats.org/officeDocument/2006/relationships/image" Target="../media/image870.png"/><Relationship Id="rId21" Type="http://schemas.openxmlformats.org/officeDocument/2006/relationships/image" Target="../media/image733.png"/><Relationship Id="rId63" Type="http://schemas.openxmlformats.org/officeDocument/2006/relationships/image" Target="../media/image754.png"/><Relationship Id="rId159" Type="http://schemas.openxmlformats.org/officeDocument/2006/relationships/image" Target="../media/image802.png"/><Relationship Id="rId324" Type="http://schemas.openxmlformats.org/officeDocument/2006/relationships/customXml" Target="../ink/ink881.xml"/><Relationship Id="rId366" Type="http://schemas.openxmlformats.org/officeDocument/2006/relationships/customXml" Target="../ink/ink902.xml"/><Relationship Id="rId170" Type="http://schemas.openxmlformats.org/officeDocument/2006/relationships/customXml" Target="../ink/ink804.xml"/><Relationship Id="rId226" Type="http://schemas.openxmlformats.org/officeDocument/2006/relationships/customXml" Target="../ink/ink832.xml"/><Relationship Id="rId433" Type="http://schemas.openxmlformats.org/officeDocument/2006/relationships/image" Target="../media/image936.png"/><Relationship Id="rId268" Type="http://schemas.openxmlformats.org/officeDocument/2006/relationships/customXml" Target="../ink/ink853.xml"/><Relationship Id="rId32" Type="http://schemas.openxmlformats.org/officeDocument/2006/relationships/customXml" Target="../ink/ink735.xml"/><Relationship Id="rId74" Type="http://schemas.openxmlformats.org/officeDocument/2006/relationships/customXml" Target="../ink/ink756.xml"/><Relationship Id="rId128" Type="http://schemas.openxmlformats.org/officeDocument/2006/relationships/customXml" Target="../ink/ink783.xml"/><Relationship Id="rId335" Type="http://schemas.openxmlformats.org/officeDocument/2006/relationships/image" Target="../media/image888.png"/><Relationship Id="rId377" Type="http://schemas.openxmlformats.org/officeDocument/2006/relationships/image" Target="../media/image909.png"/><Relationship Id="rId5" Type="http://schemas.openxmlformats.org/officeDocument/2006/relationships/image" Target="../media/image725.png"/><Relationship Id="rId181" Type="http://schemas.openxmlformats.org/officeDocument/2006/relationships/image" Target="../media/image813.png"/><Relationship Id="rId237" Type="http://schemas.openxmlformats.org/officeDocument/2006/relationships/image" Target="../media/image839.png"/><Relationship Id="rId402" Type="http://schemas.openxmlformats.org/officeDocument/2006/relationships/customXml" Target="../ink/ink920.xml"/><Relationship Id="rId279" Type="http://schemas.openxmlformats.org/officeDocument/2006/relationships/image" Target="../media/image860.png"/><Relationship Id="rId43" Type="http://schemas.openxmlformats.org/officeDocument/2006/relationships/image" Target="../media/image744.png"/><Relationship Id="rId139" Type="http://schemas.openxmlformats.org/officeDocument/2006/relationships/image" Target="../media/image792.png"/><Relationship Id="rId290" Type="http://schemas.openxmlformats.org/officeDocument/2006/relationships/customXml" Target="../ink/ink864.xml"/><Relationship Id="rId304" Type="http://schemas.openxmlformats.org/officeDocument/2006/relationships/customXml" Target="../ink/ink871.xml"/><Relationship Id="rId346" Type="http://schemas.openxmlformats.org/officeDocument/2006/relationships/customXml" Target="../ink/ink892.xml"/><Relationship Id="rId388" Type="http://schemas.openxmlformats.org/officeDocument/2006/relationships/customXml" Target="../ink/ink913.xml"/><Relationship Id="rId85" Type="http://schemas.openxmlformats.org/officeDocument/2006/relationships/image" Target="../media/image765.png"/><Relationship Id="rId150" Type="http://schemas.openxmlformats.org/officeDocument/2006/relationships/customXml" Target="../ink/ink794.xml"/><Relationship Id="rId192" Type="http://schemas.openxmlformats.org/officeDocument/2006/relationships/customXml" Target="../ink/ink815.xml"/><Relationship Id="rId206" Type="http://schemas.openxmlformats.org/officeDocument/2006/relationships/customXml" Target="../ink/ink822.xml"/><Relationship Id="rId413" Type="http://schemas.openxmlformats.org/officeDocument/2006/relationships/image" Target="../media/image927.png"/><Relationship Id="rId248" Type="http://schemas.openxmlformats.org/officeDocument/2006/relationships/customXml" Target="../ink/ink843.xml"/><Relationship Id="rId12" Type="http://schemas.openxmlformats.org/officeDocument/2006/relationships/customXml" Target="../ink/ink725.xml"/><Relationship Id="rId108" Type="http://schemas.openxmlformats.org/officeDocument/2006/relationships/customXml" Target="../ink/ink773.xml"/><Relationship Id="rId315" Type="http://schemas.openxmlformats.org/officeDocument/2006/relationships/image" Target="../media/image878.png"/><Relationship Id="rId357" Type="http://schemas.openxmlformats.org/officeDocument/2006/relationships/image" Target="../media/image899.png"/><Relationship Id="rId54" Type="http://schemas.openxmlformats.org/officeDocument/2006/relationships/customXml" Target="../ink/ink746.xml"/><Relationship Id="rId96" Type="http://schemas.openxmlformats.org/officeDocument/2006/relationships/customXml" Target="../ink/ink767.xml"/><Relationship Id="rId161" Type="http://schemas.openxmlformats.org/officeDocument/2006/relationships/image" Target="../media/image803.png"/><Relationship Id="rId217" Type="http://schemas.openxmlformats.org/officeDocument/2006/relationships/image" Target="../media/image831.png"/><Relationship Id="rId399" Type="http://schemas.openxmlformats.org/officeDocument/2006/relationships/image" Target="../media/image920.png"/><Relationship Id="rId259" Type="http://schemas.openxmlformats.org/officeDocument/2006/relationships/image" Target="../media/image850.png"/><Relationship Id="rId424" Type="http://schemas.openxmlformats.org/officeDocument/2006/relationships/customXml" Target="../ink/ink931.xml"/><Relationship Id="rId23" Type="http://schemas.openxmlformats.org/officeDocument/2006/relationships/image" Target="../media/image734.png"/><Relationship Id="rId119" Type="http://schemas.openxmlformats.org/officeDocument/2006/relationships/image" Target="../media/image782.png"/><Relationship Id="rId270" Type="http://schemas.openxmlformats.org/officeDocument/2006/relationships/customXml" Target="../ink/ink854.xml"/><Relationship Id="rId326" Type="http://schemas.openxmlformats.org/officeDocument/2006/relationships/customXml" Target="../ink/ink882.xml"/><Relationship Id="rId65" Type="http://schemas.openxmlformats.org/officeDocument/2006/relationships/image" Target="../media/image755.png"/><Relationship Id="rId130" Type="http://schemas.openxmlformats.org/officeDocument/2006/relationships/customXml" Target="../ink/ink784.xml"/><Relationship Id="rId368" Type="http://schemas.openxmlformats.org/officeDocument/2006/relationships/customXml" Target="../ink/ink903.xml"/><Relationship Id="rId172" Type="http://schemas.openxmlformats.org/officeDocument/2006/relationships/customXml" Target="../ink/ink805.xml"/><Relationship Id="rId228" Type="http://schemas.openxmlformats.org/officeDocument/2006/relationships/customXml" Target="../ink/ink833.xml"/><Relationship Id="rId435" Type="http://schemas.openxmlformats.org/officeDocument/2006/relationships/image" Target="../media/image937.png"/><Relationship Id="rId281" Type="http://schemas.openxmlformats.org/officeDocument/2006/relationships/image" Target="../media/image861.png"/><Relationship Id="rId337" Type="http://schemas.openxmlformats.org/officeDocument/2006/relationships/image" Target="../media/image889.png"/><Relationship Id="rId34" Type="http://schemas.openxmlformats.org/officeDocument/2006/relationships/customXml" Target="../ink/ink736.xml"/><Relationship Id="rId76" Type="http://schemas.openxmlformats.org/officeDocument/2006/relationships/customXml" Target="../ink/ink757.xml"/><Relationship Id="rId141" Type="http://schemas.openxmlformats.org/officeDocument/2006/relationships/image" Target="../media/image793.png"/><Relationship Id="rId379" Type="http://schemas.openxmlformats.org/officeDocument/2006/relationships/image" Target="../media/image910.png"/><Relationship Id="rId7" Type="http://schemas.openxmlformats.org/officeDocument/2006/relationships/image" Target="../media/image726.png"/><Relationship Id="rId183" Type="http://schemas.openxmlformats.org/officeDocument/2006/relationships/image" Target="../media/image814.png"/><Relationship Id="rId239" Type="http://schemas.openxmlformats.org/officeDocument/2006/relationships/image" Target="../media/image840.png"/><Relationship Id="rId390" Type="http://schemas.openxmlformats.org/officeDocument/2006/relationships/customXml" Target="../ink/ink914.xml"/><Relationship Id="rId404" Type="http://schemas.openxmlformats.org/officeDocument/2006/relationships/customXml" Target="../ink/ink921.xml"/><Relationship Id="rId250" Type="http://schemas.openxmlformats.org/officeDocument/2006/relationships/customXml" Target="../ink/ink844.xml"/><Relationship Id="rId292" Type="http://schemas.openxmlformats.org/officeDocument/2006/relationships/customXml" Target="../ink/ink865.xml"/><Relationship Id="rId306" Type="http://schemas.openxmlformats.org/officeDocument/2006/relationships/customXml" Target="../ink/ink872.xml"/><Relationship Id="rId45" Type="http://schemas.openxmlformats.org/officeDocument/2006/relationships/image" Target="../media/image745.png"/><Relationship Id="rId87" Type="http://schemas.openxmlformats.org/officeDocument/2006/relationships/image" Target="../media/image766.png"/><Relationship Id="rId110" Type="http://schemas.openxmlformats.org/officeDocument/2006/relationships/customXml" Target="../ink/ink774.xml"/><Relationship Id="rId348" Type="http://schemas.openxmlformats.org/officeDocument/2006/relationships/customXml" Target="../ink/ink893.xml"/><Relationship Id="rId152" Type="http://schemas.openxmlformats.org/officeDocument/2006/relationships/customXml" Target="../ink/ink795.xml"/><Relationship Id="rId194" Type="http://schemas.openxmlformats.org/officeDocument/2006/relationships/customXml" Target="../ink/ink816.xml"/><Relationship Id="rId208" Type="http://schemas.openxmlformats.org/officeDocument/2006/relationships/customXml" Target="../ink/ink823.xml"/><Relationship Id="rId415" Type="http://schemas.openxmlformats.org/officeDocument/2006/relationships/image" Target="../media/image928.png"/><Relationship Id="rId261" Type="http://schemas.openxmlformats.org/officeDocument/2006/relationships/image" Target="../media/image851.png"/><Relationship Id="rId14" Type="http://schemas.openxmlformats.org/officeDocument/2006/relationships/customXml" Target="../ink/ink726.xml"/><Relationship Id="rId56" Type="http://schemas.openxmlformats.org/officeDocument/2006/relationships/customXml" Target="../ink/ink747.xml"/><Relationship Id="rId317" Type="http://schemas.openxmlformats.org/officeDocument/2006/relationships/image" Target="../media/image879.png"/><Relationship Id="rId359" Type="http://schemas.openxmlformats.org/officeDocument/2006/relationships/image" Target="../media/image900.png"/><Relationship Id="rId98" Type="http://schemas.openxmlformats.org/officeDocument/2006/relationships/customXml" Target="../ink/ink768.xml"/><Relationship Id="rId121" Type="http://schemas.openxmlformats.org/officeDocument/2006/relationships/image" Target="../media/image783.png"/><Relationship Id="rId163" Type="http://schemas.openxmlformats.org/officeDocument/2006/relationships/image" Target="../media/image804.png"/><Relationship Id="rId219" Type="http://schemas.openxmlformats.org/officeDocument/2006/relationships/image" Target="../media/image832.png"/><Relationship Id="rId370" Type="http://schemas.openxmlformats.org/officeDocument/2006/relationships/customXml" Target="../ink/ink904.xml"/><Relationship Id="rId426" Type="http://schemas.openxmlformats.org/officeDocument/2006/relationships/customXml" Target="../ink/ink932.xml"/><Relationship Id="rId230" Type="http://schemas.openxmlformats.org/officeDocument/2006/relationships/customXml" Target="../ink/ink834.xml"/><Relationship Id="rId25" Type="http://schemas.openxmlformats.org/officeDocument/2006/relationships/image" Target="../media/image735.png"/><Relationship Id="rId67" Type="http://schemas.openxmlformats.org/officeDocument/2006/relationships/image" Target="../media/image756.png"/><Relationship Id="rId272" Type="http://schemas.openxmlformats.org/officeDocument/2006/relationships/customXml" Target="../ink/ink855.xml"/><Relationship Id="rId328" Type="http://schemas.openxmlformats.org/officeDocument/2006/relationships/customXml" Target="../ink/ink883.xml"/><Relationship Id="rId132" Type="http://schemas.openxmlformats.org/officeDocument/2006/relationships/customXml" Target="../ink/ink785.xml"/><Relationship Id="rId174" Type="http://schemas.openxmlformats.org/officeDocument/2006/relationships/customXml" Target="../ink/ink806.xml"/><Relationship Id="rId381" Type="http://schemas.openxmlformats.org/officeDocument/2006/relationships/image" Target="../media/image911.png"/><Relationship Id="rId241" Type="http://schemas.openxmlformats.org/officeDocument/2006/relationships/image" Target="../media/image841.png"/><Relationship Id="rId437" Type="http://schemas.openxmlformats.org/officeDocument/2006/relationships/image" Target="../media/image938.png"/><Relationship Id="rId36" Type="http://schemas.openxmlformats.org/officeDocument/2006/relationships/customXml" Target="../ink/ink737.xml"/><Relationship Id="rId283" Type="http://schemas.openxmlformats.org/officeDocument/2006/relationships/image" Target="../media/image862.png"/><Relationship Id="rId339" Type="http://schemas.openxmlformats.org/officeDocument/2006/relationships/image" Target="../media/image890.png"/><Relationship Id="rId78" Type="http://schemas.openxmlformats.org/officeDocument/2006/relationships/customXml" Target="../ink/ink758.xml"/><Relationship Id="rId101" Type="http://schemas.openxmlformats.org/officeDocument/2006/relationships/image" Target="../media/image773.png"/><Relationship Id="rId143" Type="http://schemas.openxmlformats.org/officeDocument/2006/relationships/image" Target="../media/image794.png"/><Relationship Id="rId185" Type="http://schemas.openxmlformats.org/officeDocument/2006/relationships/image" Target="../media/image815.png"/><Relationship Id="rId350" Type="http://schemas.openxmlformats.org/officeDocument/2006/relationships/customXml" Target="../ink/ink894.xml"/><Relationship Id="rId406" Type="http://schemas.openxmlformats.org/officeDocument/2006/relationships/customXml" Target="../ink/ink922.xml"/><Relationship Id="rId9" Type="http://schemas.openxmlformats.org/officeDocument/2006/relationships/image" Target="../media/image727.png"/><Relationship Id="rId210" Type="http://schemas.openxmlformats.org/officeDocument/2006/relationships/customXml" Target="../ink/ink824.xml"/><Relationship Id="rId392" Type="http://schemas.openxmlformats.org/officeDocument/2006/relationships/customXml" Target="../ink/ink915.xml"/><Relationship Id="rId252" Type="http://schemas.openxmlformats.org/officeDocument/2006/relationships/customXml" Target="../ink/ink845.xml"/><Relationship Id="rId294" Type="http://schemas.openxmlformats.org/officeDocument/2006/relationships/customXml" Target="../ink/ink866.xml"/><Relationship Id="rId308" Type="http://schemas.openxmlformats.org/officeDocument/2006/relationships/customXml" Target="../ink/ink873.xml"/><Relationship Id="rId47" Type="http://schemas.openxmlformats.org/officeDocument/2006/relationships/image" Target="../media/image746.png"/><Relationship Id="rId89" Type="http://schemas.openxmlformats.org/officeDocument/2006/relationships/image" Target="../media/image767.png"/><Relationship Id="rId112" Type="http://schemas.openxmlformats.org/officeDocument/2006/relationships/customXml" Target="../ink/ink775.xml"/><Relationship Id="rId154" Type="http://schemas.openxmlformats.org/officeDocument/2006/relationships/customXml" Target="../ink/ink796.xml"/><Relationship Id="rId361" Type="http://schemas.openxmlformats.org/officeDocument/2006/relationships/image" Target="../media/image901.png"/><Relationship Id="rId196" Type="http://schemas.openxmlformats.org/officeDocument/2006/relationships/customXml" Target="../ink/ink817.xml"/><Relationship Id="rId417" Type="http://schemas.openxmlformats.org/officeDocument/2006/relationships/image" Target="../media/image929.png"/><Relationship Id="rId16" Type="http://schemas.openxmlformats.org/officeDocument/2006/relationships/customXml" Target="../ink/ink727.xml"/><Relationship Id="rId221" Type="http://schemas.openxmlformats.org/officeDocument/2006/relationships/image" Target="../media/image833.png"/><Relationship Id="rId263" Type="http://schemas.openxmlformats.org/officeDocument/2006/relationships/image" Target="../media/image852.png"/><Relationship Id="rId319" Type="http://schemas.openxmlformats.org/officeDocument/2006/relationships/image" Target="../media/image880.png"/><Relationship Id="rId58" Type="http://schemas.openxmlformats.org/officeDocument/2006/relationships/customXml" Target="../ink/ink748.xml"/><Relationship Id="rId123" Type="http://schemas.openxmlformats.org/officeDocument/2006/relationships/image" Target="../media/image784.png"/><Relationship Id="rId330" Type="http://schemas.openxmlformats.org/officeDocument/2006/relationships/customXml" Target="../ink/ink884.xml"/><Relationship Id="rId165" Type="http://schemas.openxmlformats.org/officeDocument/2006/relationships/image" Target="../media/image805.png"/><Relationship Id="rId372" Type="http://schemas.openxmlformats.org/officeDocument/2006/relationships/customXml" Target="../ink/ink905.xml"/><Relationship Id="rId428" Type="http://schemas.openxmlformats.org/officeDocument/2006/relationships/customXml" Target="../ink/ink933.xml"/><Relationship Id="rId232" Type="http://schemas.openxmlformats.org/officeDocument/2006/relationships/customXml" Target="../ink/ink835.xml"/><Relationship Id="rId274" Type="http://schemas.openxmlformats.org/officeDocument/2006/relationships/customXml" Target="../ink/ink856.xml"/><Relationship Id="rId27" Type="http://schemas.openxmlformats.org/officeDocument/2006/relationships/image" Target="../media/image736.png"/><Relationship Id="rId69" Type="http://schemas.openxmlformats.org/officeDocument/2006/relationships/image" Target="../media/image757.png"/><Relationship Id="rId134" Type="http://schemas.openxmlformats.org/officeDocument/2006/relationships/customXml" Target="../ink/ink786.xml"/><Relationship Id="rId80" Type="http://schemas.openxmlformats.org/officeDocument/2006/relationships/customXml" Target="../ink/ink759.xml"/><Relationship Id="rId176" Type="http://schemas.openxmlformats.org/officeDocument/2006/relationships/customXml" Target="../ink/ink807.xml"/><Relationship Id="rId341" Type="http://schemas.openxmlformats.org/officeDocument/2006/relationships/image" Target="../media/image891.png"/><Relationship Id="rId383" Type="http://schemas.openxmlformats.org/officeDocument/2006/relationships/image" Target="../media/image912.png"/><Relationship Id="rId201" Type="http://schemas.openxmlformats.org/officeDocument/2006/relationships/image" Target="../media/image823.png"/><Relationship Id="rId243" Type="http://schemas.openxmlformats.org/officeDocument/2006/relationships/image" Target="../media/image842.png"/><Relationship Id="rId285" Type="http://schemas.openxmlformats.org/officeDocument/2006/relationships/image" Target="../media/image863.png"/><Relationship Id="rId38" Type="http://schemas.openxmlformats.org/officeDocument/2006/relationships/customXml" Target="../ink/ink738.xml"/><Relationship Id="rId103" Type="http://schemas.openxmlformats.org/officeDocument/2006/relationships/image" Target="../media/image774.png"/><Relationship Id="rId310" Type="http://schemas.openxmlformats.org/officeDocument/2006/relationships/customXml" Target="../ink/ink874.xml"/><Relationship Id="rId91" Type="http://schemas.openxmlformats.org/officeDocument/2006/relationships/image" Target="../media/image768.png"/><Relationship Id="rId145" Type="http://schemas.openxmlformats.org/officeDocument/2006/relationships/image" Target="../media/image795.png"/><Relationship Id="rId187" Type="http://schemas.openxmlformats.org/officeDocument/2006/relationships/image" Target="../media/image816.png"/><Relationship Id="rId352" Type="http://schemas.openxmlformats.org/officeDocument/2006/relationships/customXml" Target="../ink/ink895.xml"/><Relationship Id="rId394" Type="http://schemas.openxmlformats.org/officeDocument/2006/relationships/customXml" Target="../ink/ink916.xml"/><Relationship Id="rId408" Type="http://schemas.openxmlformats.org/officeDocument/2006/relationships/customXml" Target="../ink/ink923.xml"/><Relationship Id="rId212" Type="http://schemas.openxmlformats.org/officeDocument/2006/relationships/customXml" Target="../ink/ink825.xml"/><Relationship Id="rId254" Type="http://schemas.openxmlformats.org/officeDocument/2006/relationships/customXml" Target="../ink/ink846.xml"/><Relationship Id="rId49" Type="http://schemas.openxmlformats.org/officeDocument/2006/relationships/image" Target="../media/image747.png"/><Relationship Id="rId114" Type="http://schemas.openxmlformats.org/officeDocument/2006/relationships/customXml" Target="../ink/ink776.xml"/><Relationship Id="rId296" Type="http://schemas.openxmlformats.org/officeDocument/2006/relationships/customXml" Target="../ink/ink867.xml"/><Relationship Id="rId60" Type="http://schemas.openxmlformats.org/officeDocument/2006/relationships/customXml" Target="../ink/ink749.xml"/><Relationship Id="rId81" Type="http://schemas.openxmlformats.org/officeDocument/2006/relationships/image" Target="../media/image763.png"/><Relationship Id="rId135" Type="http://schemas.openxmlformats.org/officeDocument/2006/relationships/image" Target="../media/image790.png"/><Relationship Id="rId156" Type="http://schemas.openxmlformats.org/officeDocument/2006/relationships/customXml" Target="../ink/ink797.xml"/><Relationship Id="rId177" Type="http://schemas.openxmlformats.org/officeDocument/2006/relationships/image" Target="../media/image811.png"/><Relationship Id="rId198" Type="http://schemas.openxmlformats.org/officeDocument/2006/relationships/customXml" Target="../ink/ink818.xml"/><Relationship Id="rId321" Type="http://schemas.openxmlformats.org/officeDocument/2006/relationships/image" Target="../media/image881.png"/><Relationship Id="rId342" Type="http://schemas.openxmlformats.org/officeDocument/2006/relationships/customXml" Target="../ink/ink890.xml"/><Relationship Id="rId363" Type="http://schemas.openxmlformats.org/officeDocument/2006/relationships/image" Target="../media/image902.png"/><Relationship Id="rId384" Type="http://schemas.openxmlformats.org/officeDocument/2006/relationships/customXml" Target="../ink/ink911.xml"/><Relationship Id="rId419" Type="http://schemas.openxmlformats.org/officeDocument/2006/relationships/image" Target="../media/image930.png"/><Relationship Id="rId202" Type="http://schemas.openxmlformats.org/officeDocument/2006/relationships/customXml" Target="../ink/ink820.xml"/><Relationship Id="rId223" Type="http://schemas.openxmlformats.org/officeDocument/2006/relationships/image" Target="../media/image41.png"/><Relationship Id="rId244" Type="http://schemas.openxmlformats.org/officeDocument/2006/relationships/customXml" Target="../ink/ink841.xml"/><Relationship Id="rId430" Type="http://schemas.openxmlformats.org/officeDocument/2006/relationships/customXml" Target="../ink/ink934.xml"/><Relationship Id="rId18" Type="http://schemas.openxmlformats.org/officeDocument/2006/relationships/customXml" Target="../ink/ink728.xml"/><Relationship Id="rId39" Type="http://schemas.openxmlformats.org/officeDocument/2006/relationships/image" Target="../media/image742.png"/><Relationship Id="rId265" Type="http://schemas.openxmlformats.org/officeDocument/2006/relationships/image" Target="../media/image853.png"/><Relationship Id="rId286" Type="http://schemas.openxmlformats.org/officeDocument/2006/relationships/customXml" Target="../ink/ink862.xml"/><Relationship Id="rId50" Type="http://schemas.openxmlformats.org/officeDocument/2006/relationships/customXml" Target="../ink/ink744.xml"/><Relationship Id="rId104" Type="http://schemas.openxmlformats.org/officeDocument/2006/relationships/customXml" Target="../ink/ink771.xml"/><Relationship Id="rId125" Type="http://schemas.openxmlformats.org/officeDocument/2006/relationships/image" Target="../media/image785.png"/><Relationship Id="rId146" Type="http://schemas.openxmlformats.org/officeDocument/2006/relationships/customXml" Target="../ink/ink792.xml"/><Relationship Id="rId167" Type="http://schemas.openxmlformats.org/officeDocument/2006/relationships/image" Target="../media/image806.png"/><Relationship Id="rId188" Type="http://schemas.openxmlformats.org/officeDocument/2006/relationships/customXml" Target="../ink/ink813.xml"/><Relationship Id="rId311" Type="http://schemas.openxmlformats.org/officeDocument/2006/relationships/image" Target="../media/image876.png"/><Relationship Id="rId332" Type="http://schemas.openxmlformats.org/officeDocument/2006/relationships/customXml" Target="../ink/ink885.xml"/><Relationship Id="rId353" Type="http://schemas.openxmlformats.org/officeDocument/2006/relationships/image" Target="../media/image897.png"/><Relationship Id="rId374" Type="http://schemas.openxmlformats.org/officeDocument/2006/relationships/customXml" Target="../ink/ink906.xml"/><Relationship Id="rId395" Type="http://schemas.openxmlformats.org/officeDocument/2006/relationships/image" Target="../media/image918.png"/><Relationship Id="rId409" Type="http://schemas.openxmlformats.org/officeDocument/2006/relationships/image" Target="../media/image925.png"/><Relationship Id="rId71" Type="http://schemas.openxmlformats.org/officeDocument/2006/relationships/image" Target="../media/image758.png"/><Relationship Id="rId92" Type="http://schemas.openxmlformats.org/officeDocument/2006/relationships/customXml" Target="../ink/ink765.xml"/><Relationship Id="rId213" Type="http://schemas.openxmlformats.org/officeDocument/2006/relationships/image" Target="../media/image829.png"/><Relationship Id="rId234" Type="http://schemas.openxmlformats.org/officeDocument/2006/relationships/customXml" Target="../ink/ink836.xml"/><Relationship Id="rId420" Type="http://schemas.openxmlformats.org/officeDocument/2006/relationships/customXml" Target="../ink/ink929.xml"/><Relationship Id="rId2" Type="http://schemas.openxmlformats.org/officeDocument/2006/relationships/customXml" Target="../ink/ink720.xml"/><Relationship Id="rId29" Type="http://schemas.openxmlformats.org/officeDocument/2006/relationships/image" Target="../media/image737.png"/><Relationship Id="rId255" Type="http://schemas.openxmlformats.org/officeDocument/2006/relationships/image" Target="../media/image848.png"/><Relationship Id="rId276" Type="http://schemas.openxmlformats.org/officeDocument/2006/relationships/customXml" Target="../ink/ink857.xml"/><Relationship Id="rId297" Type="http://schemas.openxmlformats.org/officeDocument/2006/relationships/image" Target="../media/image869.png"/><Relationship Id="rId40" Type="http://schemas.openxmlformats.org/officeDocument/2006/relationships/customXml" Target="../ink/ink739.xml"/><Relationship Id="rId115" Type="http://schemas.openxmlformats.org/officeDocument/2006/relationships/image" Target="../media/image780.png"/><Relationship Id="rId136" Type="http://schemas.openxmlformats.org/officeDocument/2006/relationships/customXml" Target="../ink/ink787.xml"/><Relationship Id="rId157" Type="http://schemas.openxmlformats.org/officeDocument/2006/relationships/image" Target="../media/image801.png"/><Relationship Id="rId178" Type="http://schemas.openxmlformats.org/officeDocument/2006/relationships/customXml" Target="../ink/ink808.xml"/><Relationship Id="rId301" Type="http://schemas.openxmlformats.org/officeDocument/2006/relationships/image" Target="../media/image871.png"/><Relationship Id="rId322" Type="http://schemas.openxmlformats.org/officeDocument/2006/relationships/customXml" Target="../ink/ink880.xml"/><Relationship Id="rId343" Type="http://schemas.openxmlformats.org/officeDocument/2006/relationships/image" Target="../media/image892.png"/><Relationship Id="rId364" Type="http://schemas.openxmlformats.org/officeDocument/2006/relationships/customXml" Target="../ink/ink901.xml"/><Relationship Id="rId61" Type="http://schemas.openxmlformats.org/officeDocument/2006/relationships/image" Target="../media/image753.png"/><Relationship Id="rId82" Type="http://schemas.openxmlformats.org/officeDocument/2006/relationships/customXml" Target="../ink/ink760.xml"/><Relationship Id="rId199" Type="http://schemas.openxmlformats.org/officeDocument/2006/relationships/image" Target="../media/image822.png"/><Relationship Id="rId203" Type="http://schemas.openxmlformats.org/officeDocument/2006/relationships/image" Target="../media/image824.png"/><Relationship Id="rId385" Type="http://schemas.openxmlformats.org/officeDocument/2006/relationships/image" Target="../media/image913.png"/><Relationship Id="rId19" Type="http://schemas.openxmlformats.org/officeDocument/2006/relationships/image" Target="../media/image732.png"/><Relationship Id="rId224" Type="http://schemas.openxmlformats.org/officeDocument/2006/relationships/customXml" Target="../ink/ink831.xml"/><Relationship Id="rId245" Type="http://schemas.openxmlformats.org/officeDocument/2006/relationships/image" Target="../media/image843.png"/><Relationship Id="rId266" Type="http://schemas.openxmlformats.org/officeDocument/2006/relationships/customXml" Target="../ink/ink852.xml"/><Relationship Id="rId287" Type="http://schemas.openxmlformats.org/officeDocument/2006/relationships/image" Target="../media/image864.png"/><Relationship Id="rId410" Type="http://schemas.openxmlformats.org/officeDocument/2006/relationships/customXml" Target="../ink/ink924.xml"/><Relationship Id="rId431" Type="http://schemas.openxmlformats.org/officeDocument/2006/relationships/image" Target="../media/image935.png"/><Relationship Id="rId30" Type="http://schemas.openxmlformats.org/officeDocument/2006/relationships/customXml" Target="../ink/ink734.xml"/><Relationship Id="rId105" Type="http://schemas.openxmlformats.org/officeDocument/2006/relationships/image" Target="../media/image775.png"/><Relationship Id="rId126" Type="http://schemas.openxmlformats.org/officeDocument/2006/relationships/customXml" Target="../ink/ink782.xml"/><Relationship Id="rId147" Type="http://schemas.openxmlformats.org/officeDocument/2006/relationships/image" Target="../media/image796.png"/><Relationship Id="rId168" Type="http://schemas.openxmlformats.org/officeDocument/2006/relationships/customXml" Target="../ink/ink803.xml"/><Relationship Id="rId312" Type="http://schemas.openxmlformats.org/officeDocument/2006/relationships/customXml" Target="../ink/ink875.xml"/><Relationship Id="rId333" Type="http://schemas.openxmlformats.org/officeDocument/2006/relationships/image" Target="../media/image887.png"/><Relationship Id="rId354" Type="http://schemas.openxmlformats.org/officeDocument/2006/relationships/customXml" Target="../ink/ink896.xml"/><Relationship Id="rId51" Type="http://schemas.openxmlformats.org/officeDocument/2006/relationships/image" Target="../media/image748.png"/><Relationship Id="rId72" Type="http://schemas.openxmlformats.org/officeDocument/2006/relationships/customXml" Target="../ink/ink755.xml"/><Relationship Id="rId93" Type="http://schemas.openxmlformats.org/officeDocument/2006/relationships/image" Target="../media/image769.png"/><Relationship Id="rId189" Type="http://schemas.openxmlformats.org/officeDocument/2006/relationships/image" Target="../media/image817.png"/><Relationship Id="rId375" Type="http://schemas.openxmlformats.org/officeDocument/2006/relationships/image" Target="../media/image908.png"/><Relationship Id="rId396" Type="http://schemas.openxmlformats.org/officeDocument/2006/relationships/customXml" Target="../ink/ink917.xml"/><Relationship Id="rId3" Type="http://schemas.openxmlformats.org/officeDocument/2006/relationships/image" Target="../media/image724.png"/><Relationship Id="rId214" Type="http://schemas.openxmlformats.org/officeDocument/2006/relationships/customXml" Target="../ink/ink826.xml"/><Relationship Id="rId235" Type="http://schemas.openxmlformats.org/officeDocument/2006/relationships/image" Target="../media/image838.png"/><Relationship Id="rId256" Type="http://schemas.openxmlformats.org/officeDocument/2006/relationships/customXml" Target="../ink/ink847.xml"/><Relationship Id="rId277" Type="http://schemas.openxmlformats.org/officeDocument/2006/relationships/image" Target="../media/image859.png"/><Relationship Id="rId298" Type="http://schemas.openxmlformats.org/officeDocument/2006/relationships/customXml" Target="../ink/ink868.xml"/><Relationship Id="rId400" Type="http://schemas.openxmlformats.org/officeDocument/2006/relationships/customXml" Target="../ink/ink919.xml"/><Relationship Id="rId421" Type="http://schemas.openxmlformats.org/officeDocument/2006/relationships/image" Target="../media/image931.png"/><Relationship Id="rId116" Type="http://schemas.openxmlformats.org/officeDocument/2006/relationships/customXml" Target="../ink/ink777.xml"/><Relationship Id="rId137" Type="http://schemas.openxmlformats.org/officeDocument/2006/relationships/image" Target="../media/image791.png"/><Relationship Id="rId158" Type="http://schemas.openxmlformats.org/officeDocument/2006/relationships/customXml" Target="../ink/ink798.xml"/><Relationship Id="rId302" Type="http://schemas.openxmlformats.org/officeDocument/2006/relationships/customXml" Target="../ink/ink870.xml"/><Relationship Id="rId323" Type="http://schemas.openxmlformats.org/officeDocument/2006/relationships/image" Target="../media/image882.png"/><Relationship Id="rId344" Type="http://schemas.openxmlformats.org/officeDocument/2006/relationships/customXml" Target="../ink/ink891.xml"/><Relationship Id="rId20" Type="http://schemas.openxmlformats.org/officeDocument/2006/relationships/customXml" Target="../ink/ink729.xml"/><Relationship Id="rId41" Type="http://schemas.openxmlformats.org/officeDocument/2006/relationships/image" Target="../media/image743.png"/><Relationship Id="rId62" Type="http://schemas.openxmlformats.org/officeDocument/2006/relationships/customXml" Target="../ink/ink750.xml"/><Relationship Id="rId83" Type="http://schemas.openxmlformats.org/officeDocument/2006/relationships/image" Target="../media/image764.png"/><Relationship Id="rId179" Type="http://schemas.openxmlformats.org/officeDocument/2006/relationships/image" Target="../media/image812.png"/><Relationship Id="rId365" Type="http://schemas.openxmlformats.org/officeDocument/2006/relationships/image" Target="../media/image903.png"/><Relationship Id="rId386" Type="http://schemas.openxmlformats.org/officeDocument/2006/relationships/customXml" Target="../ink/ink912.xml"/><Relationship Id="rId190" Type="http://schemas.openxmlformats.org/officeDocument/2006/relationships/customXml" Target="../ink/ink814.xml"/><Relationship Id="rId204" Type="http://schemas.openxmlformats.org/officeDocument/2006/relationships/customXml" Target="../ink/ink821.xml"/><Relationship Id="rId225" Type="http://schemas.openxmlformats.org/officeDocument/2006/relationships/image" Target="../media/image834.png"/><Relationship Id="rId246" Type="http://schemas.openxmlformats.org/officeDocument/2006/relationships/customXml" Target="../ink/ink842.xml"/><Relationship Id="rId267" Type="http://schemas.openxmlformats.org/officeDocument/2006/relationships/image" Target="../media/image854.png"/><Relationship Id="rId288" Type="http://schemas.openxmlformats.org/officeDocument/2006/relationships/customXml" Target="../ink/ink863.xml"/><Relationship Id="rId411" Type="http://schemas.openxmlformats.org/officeDocument/2006/relationships/image" Target="../media/image926.png"/><Relationship Id="rId432" Type="http://schemas.openxmlformats.org/officeDocument/2006/relationships/customXml" Target="../ink/ink935.xml"/><Relationship Id="rId106" Type="http://schemas.openxmlformats.org/officeDocument/2006/relationships/customXml" Target="../ink/ink772.xml"/><Relationship Id="rId127" Type="http://schemas.openxmlformats.org/officeDocument/2006/relationships/image" Target="../media/image786.png"/><Relationship Id="rId313" Type="http://schemas.openxmlformats.org/officeDocument/2006/relationships/image" Target="../media/image877.png"/><Relationship Id="rId10" Type="http://schemas.openxmlformats.org/officeDocument/2006/relationships/customXml" Target="../ink/ink724.xml"/><Relationship Id="rId31" Type="http://schemas.openxmlformats.org/officeDocument/2006/relationships/image" Target="../media/image738.png"/><Relationship Id="rId52" Type="http://schemas.openxmlformats.org/officeDocument/2006/relationships/customXml" Target="../ink/ink745.xml"/><Relationship Id="rId73" Type="http://schemas.openxmlformats.org/officeDocument/2006/relationships/image" Target="../media/image759.png"/><Relationship Id="rId94" Type="http://schemas.openxmlformats.org/officeDocument/2006/relationships/customXml" Target="../ink/ink766.xml"/><Relationship Id="rId148" Type="http://schemas.openxmlformats.org/officeDocument/2006/relationships/customXml" Target="../ink/ink793.xml"/><Relationship Id="rId169" Type="http://schemas.openxmlformats.org/officeDocument/2006/relationships/image" Target="../media/image807.png"/><Relationship Id="rId334" Type="http://schemas.openxmlformats.org/officeDocument/2006/relationships/customXml" Target="../ink/ink886.xml"/><Relationship Id="rId355" Type="http://schemas.openxmlformats.org/officeDocument/2006/relationships/image" Target="../media/image898.png"/><Relationship Id="rId376" Type="http://schemas.openxmlformats.org/officeDocument/2006/relationships/customXml" Target="../ink/ink907.xml"/><Relationship Id="rId397" Type="http://schemas.openxmlformats.org/officeDocument/2006/relationships/image" Target="../media/image919.png"/><Relationship Id="rId4" Type="http://schemas.openxmlformats.org/officeDocument/2006/relationships/customXml" Target="../ink/ink721.xml"/><Relationship Id="rId180" Type="http://schemas.openxmlformats.org/officeDocument/2006/relationships/customXml" Target="../ink/ink809.xml"/><Relationship Id="rId215" Type="http://schemas.openxmlformats.org/officeDocument/2006/relationships/image" Target="../media/image830.png"/><Relationship Id="rId236" Type="http://schemas.openxmlformats.org/officeDocument/2006/relationships/customXml" Target="../ink/ink837.xml"/><Relationship Id="rId257" Type="http://schemas.openxmlformats.org/officeDocument/2006/relationships/image" Target="../media/image849.png"/><Relationship Id="rId278" Type="http://schemas.openxmlformats.org/officeDocument/2006/relationships/customXml" Target="../ink/ink858.xml"/><Relationship Id="rId401" Type="http://schemas.openxmlformats.org/officeDocument/2006/relationships/image" Target="../media/image921.png"/><Relationship Id="rId422" Type="http://schemas.openxmlformats.org/officeDocument/2006/relationships/customXml" Target="../ink/ink930.xml"/><Relationship Id="rId303" Type="http://schemas.openxmlformats.org/officeDocument/2006/relationships/image" Target="../media/image872.png"/><Relationship Id="rId42" Type="http://schemas.openxmlformats.org/officeDocument/2006/relationships/customXml" Target="../ink/ink740.xml"/><Relationship Id="rId84" Type="http://schemas.openxmlformats.org/officeDocument/2006/relationships/customXml" Target="../ink/ink761.xml"/><Relationship Id="rId138" Type="http://schemas.openxmlformats.org/officeDocument/2006/relationships/customXml" Target="../ink/ink788.xml"/><Relationship Id="rId345" Type="http://schemas.openxmlformats.org/officeDocument/2006/relationships/image" Target="../media/image893.png"/><Relationship Id="rId387" Type="http://schemas.openxmlformats.org/officeDocument/2006/relationships/image" Target="../media/image914.png"/><Relationship Id="rId191" Type="http://schemas.openxmlformats.org/officeDocument/2006/relationships/image" Target="../media/image818.png"/><Relationship Id="rId205" Type="http://schemas.openxmlformats.org/officeDocument/2006/relationships/image" Target="../media/image825.png"/><Relationship Id="rId247" Type="http://schemas.openxmlformats.org/officeDocument/2006/relationships/image" Target="../media/image844.png"/><Relationship Id="rId412" Type="http://schemas.openxmlformats.org/officeDocument/2006/relationships/customXml" Target="../ink/ink925.xml"/><Relationship Id="rId107" Type="http://schemas.openxmlformats.org/officeDocument/2006/relationships/image" Target="../media/image776.png"/><Relationship Id="rId289" Type="http://schemas.openxmlformats.org/officeDocument/2006/relationships/image" Target="../media/image865.png"/><Relationship Id="rId11" Type="http://schemas.openxmlformats.org/officeDocument/2006/relationships/image" Target="../media/image728.png"/><Relationship Id="rId53" Type="http://schemas.openxmlformats.org/officeDocument/2006/relationships/image" Target="../media/image749.png"/><Relationship Id="rId149" Type="http://schemas.openxmlformats.org/officeDocument/2006/relationships/image" Target="../media/image797.png"/><Relationship Id="rId314" Type="http://schemas.openxmlformats.org/officeDocument/2006/relationships/customXml" Target="../ink/ink876.xml"/><Relationship Id="rId356" Type="http://schemas.openxmlformats.org/officeDocument/2006/relationships/customXml" Target="../ink/ink897.xml"/><Relationship Id="rId398" Type="http://schemas.openxmlformats.org/officeDocument/2006/relationships/customXml" Target="../ink/ink918.xml"/><Relationship Id="rId95" Type="http://schemas.openxmlformats.org/officeDocument/2006/relationships/image" Target="../media/image770.png"/><Relationship Id="rId160" Type="http://schemas.openxmlformats.org/officeDocument/2006/relationships/customXml" Target="../ink/ink799.xml"/><Relationship Id="rId216" Type="http://schemas.openxmlformats.org/officeDocument/2006/relationships/customXml" Target="../ink/ink827.xml"/><Relationship Id="rId423" Type="http://schemas.openxmlformats.org/officeDocument/2006/relationships/image" Target="../media/image538.png"/><Relationship Id="rId258" Type="http://schemas.openxmlformats.org/officeDocument/2006/relationships/customXml" Target="../ink/ink848.xml"/><Relationship Id="rId22" Type="http://schemas.openxmlformats.org/officeDocument/2006/relationships/customXml" Target="../ink/ink730.xml"/><Relationship Id="rId64" Type="http://schemas.openxmlformats.org/officeDocument/2006/relationships/customXml" Target="../ink/ink751.xml"/><Relationship Id="rId118" Type="http://schemas.openxmlformats.org/officeDocument/2006/relationships/customXml" Target="../ink/ink778.xml"/><Relationship Id="rId325" Type="http://schemas.openxmlformats.org/officeDocument/2006/relationships/image" Target="../media/image883.png"/><Relationship Id="rId367" Type="http://schemas.openxmlformats.org/officeDocument/2006/relationships/image" Target="../media/image904.png"/><Relationship Id="rId171" Type="http://schemas.openxmlformats.org/officeDocument/2006/relationships/image" Target="../media/image808.png"/><Relationship Id="rId227" Type="http://schemas.openxmlformats.org/officeDocument/2006/relationships/image" Target="../media/image835.png"/><Relationship Id="rId269" Type="http://schemas.openxmlformats.org/officeDocument/2006/relationships/image" Target="../media/image855.png"/><Relationship Id="rId434" Type="http://schemas.openxmlformats.org/officeDocument/2006/relationships/customXml" Target="../ink/ink936.xml"/><Relationship Id="rId33" Type="http://schemas.openxmlformats.org/officeDocument/2006/relationships/image" Target="../media/image739.png"/><Relationship Id="rId129" Type="http://schemas.openxmlformats.org/officeDocument/2006/relationships/image" Target="../media/image787.png"/><Relationship Id="rId280" Type="http://schemas.openxmlformats.org/officeDocument/2006/relationships/customXml" Target="../ink/ink859.xml"/><Relationship Id="rId336" Type="http://schemas.openxmlformats.org/officeDocument/2006/relationships/customXml" Target="../ink/ink887.xml"/><Relationship Id="rId75" Type="http://schemas.openxmlformats.org/officeDocument/2006/relationships/image" Target="../media/image760.png"/><Relationship Id="rId140" Type="http://schemas.openxmlformats.org/officeDocument/2006/relationships/customXml" Target="../ink/ink789.xml"/><Relationship Id="rId182" Type="http://schemas.openxmlformats.org/officeDocument/2006/relationships/customXml" Target="../ink/ink810.xml"/><Relationship Id="rId378" Type="http://schemas.openxmlformats.org/officeDocument/2006/relationships/customXml" Target="../ink/ink908.xml"/><Relationship Id="rId403" Type="http://schemas.openxmlformats.org/officeDocument/2006/relationships/image" Target="../media/image922.png"/><Relationship Id="rId6" Type="http://schemas.openxmlformats.org/officeDocument/2006/relationships/customXml" Target="../ink/ink722.xml"/><Relationship Id="rId238" Type="http://schemas.openxmlformats.org/officeDocument/2006/relationships/customXml" Target="../ink/ink838.xml"/><Relationship Id="rId291" Type="http://schemas.openxmlformats.org/officeDocument/2006/relationships/image" Target="../media/image866.png"/><Relationship Id="rId305" Type="http://schemas.openxmlformats.org/officeDocument/2006/relationships/image" Target="../media/image873.png"/><Relationship Id="rId347" Type="http://schemas.openxmlformats.org/officeDocument/2006/relationships/image" Target="../media/image894.png"/><Relationship Id="rId44" Type="http://schemas.openxmlformats.org/officeDocument/2006/relationships/customXml" Target="../ink/ink741.xml"/><Relationship Id="rId86" Type="http://schemas.openxmlformats.org/officeDocument/2006/relationships/customXml" Target="../ink/ink762.xml"/><Relationship Id="rId151" Type="http://schemas.openxmlformats.org/officeDocument/2006/relationships/image" Target="../media/image798.png"/><Relationship Id="rId389" Type="http://schemas.openxmlformats.org/officeDocument/2006/relationships/image" Target="../media/image915.png"/><Relationship Id="rId193" Type="http://schemas.openxmlformats.org/officeDocument/2006/relationships/image" Target="../media/image819.png"/><Relationship Id="rId207" Type="http://schemas.openxmlformats.org/officeDocument/2006/relationships/image" Target="../media/image826.png"/><Relationship Id="rId249" Type="http://schemas.openxmlformats.org/officeDocument/2006/relationships/image" Target="../media/image845.png"/><Relationship Id="rId414" Type="http://schemas.openxmlformats.org/officeDocument/2006/relationships/customXml" Target="../ink/ink926.xml"/><Relationship Id="rId13" Type="http://schemas.openxmlformats.org/officeDocument/2006/relationships/image" Target="../media/image729.png"/><Relationship Id="rId109" Type="http://schemas.openxmlformats.org/officeDocument/2006/relationships/image" Target="../media/image777.png"/><Relationship Id="rId260" Type="http://schemas.openxmlformats.org/officeDocument/2006/relationships/customXml" Target="../ink/ink849.xml"/><Relationship Id="rId316" Type="http://schemas.openxmlformats.org/officeDocument/2006/relationships/customXml" Target="../ink/ink877.xml"/><Relationship Id="rId55" Type="http://schemas.openxmlformats.org/officeDocument/2006/relationships/image" Target="../media/image750.png"/><Relationship Id="rId97" Type="http://schemas.openxmlformats.org/officeDocument/2006/relationships/image" Target="../media/image771.png"/><Relationship Id="rId120" Type="http://schemas.openxmlformats.org/officeDocument/2006/relationships/customXml" Target="../ink/ink779.xml"/><Relationship Id="rId358" Type="http://schemas.openxmlformats.org/officeDocument/2006/relationships/customXml" Target="../ink/ink898.xml"/><Relationship Id="rId162" Type="http://schemas.openxmlformats.org/officeDocument/2006/relationships/customXml" Target="../ink/ink800.xml"/><Relationship Id="rId218" Type="http://schemas.openxmlformats.org/officeDocument/2006/relationships/customXml" Target="../ink/ink828.xml"/><Relationship Id="rId425" Type="http://schemas.openxmlformats.org/officeDocument/2006/relationships/image" Target="../media/image932.png"/><Relationship Id="rId271" Type="http://schemas.openxmlformats.org/officeDocument/2006/relationships/image" Target="../media/image856.png"/><Relationship Id="rId24" Type="http://schemas.openxmlformats.org/officeDocument/2006/relationships/customXml" Target="../ink/ink731.xml"/><Relationship Id="rId66" Type="http://schemas.openxmlformats.org/officeDocument/2006/relationships/customXml" Target="../ink/ink752.xml"/><Relationship Id="rId131" Type="http://schemas.openxmlformats.org/officeDocument/2006/relationships/image" Target="../media/image788.png"/><Relationship Id="rId327" Type="http://schemas.openxmlformats.org/officeDocument/2006/relationships/image" Target="../media/image884.png"/><Relationship Id="rId369" Type="http://schemas.openxmlformats.org/officeDocument/2006/relationships/image" Target="../media/image905.png"/><Relationship Id="rId173" Type="http://schemas.openxmlformats.org/officeDocument/2006/relationships/image" Target="../media/image809.png"/><Relationship Id="rId229" Type="http://schemas.openxmlformats.org/officeDocument/2006/relationships/image" Target="../media/image836.png"/><Relationship Id="rId380" Type="http://schemas.openxmlformats.org/officeDocument/2006/relationships/customXml" Target="../ink/ink909.xml"/><Relationship Id="rId436" Type="http://schemas.openxmlformats.org/officeDocument/2006/relationships/customXml" Target="../ink/ink937.xml"/><Relationship Id="rId240" Type="http://schemas.openxmlformats.org/officeDocument/2006/relationships/customXml" Target="../ink/ink839.xml"/><Relationship Id="rId35" Type="http://schemas.openxmlformats.org/officeDocument/2006/relationships/image" Target="../media/image740.png"/><Relationship Id="rId77" Type="http://schemas.openxmlformats.org/officeDocument/2006/relationships/image" Target="../media/image761.png"/><Relationship Id="rId100" Type="http://schemas.openxmlformats.org/officeDocument/2006/relationships/customXml" Target="../ink/ink769.xml"/><Relationship Id="rId282" Type="http://schemas.openxmlformats.org/officeDocument/2006/relationships/customXml" Target="../ink/ink860.xml"/><Relationship Id="rId338" Type="http://schemas.openxmlformats.org/officeDocument/2006/relationships/customXml" Target="../ink/ink888.xml"/><Relationship Id="rId8" Type="http://schemas.openxmlformats.org/officeDocument/2006/relationships/customXml" Target="../ink/ink723.xml"/><Relationship Id="rId142" Type="http://schemas.openxmlformats.org/officeDocument/2006/relationships/customXml" Target="../ink/ink790.xml"/><Relationship Id="rId184" Type="http://schemas.openxmlformats.org/officeDocument/2006/relationships/customXml" Target="../ink/ink811.xml"/><Relationship Id="rId391" Type="http://schemas.openxmlformats.org/officeDocument/2006/relationships/image" Target="../media/image916.png"/><Relationship Id="rId405" Type="http://schemas.openxmlformats.org/officeDocument/2006/relationships/image" Target="../media/image923.png"/><Relationship Id="rId251" Type="http://schemas.openxmlformats.org/officeDocument/2006/relationships/image" Target="../media/image846.png"/><Relationship Id="rId46" Type="http://schemas.openxmlformats.org/officeDocument/2006/relationships/customXml" Target="../ink/ink742.xml"/><Relationship Id="rId293" Type="http://schemas.openxmlformats.org/officeDocument/2006/relationships/image" Target="../media/image867.png"/><Relationship Id="rId307" Type="http://schemas.openxmlformats.org/officeDocument/2006/relationships/image" Target="../media/image874.png"/><Relationship Id="rId349" Type="http://schemas.openxmlformats.org/officeDocument/2006/relationships/image" Target="../media/image895.png"/><Relationship Id="rId88" Type="http://schemas.openxmlformats.org/officeDocument/2006/relationships/customXml" Target="../ink/ink763.xml"/><Relationship Id="rId111" Type="http://schemas.openxmlformats.org/officeDocument/2006/relationships/image" Target="../media/image778.png"/><Relationship Id="rId153" Type="http://schemas.openxmlformats.org/officeDocument/2006/relationships/image" Target="../media/image799.png"/><Relationship Id="rId195" Type="http://schemas.openxmlformats.org/officeDocument/2006/relationships/image" Target="../media/image820.png"/><Relationship Id="rId209" Type="http://schemas.openxmlformats.org/officeDocument/2006/relationships/image" Target="../media/image827.png"/><Relationship Id="rId360" Type="http://schemas.openxmlformats.org/officeDocument/2006/relationships/customXml" Target="../ink/ink899.xml"/><Relationship Id="rId416" Type="http://schemas.openxmlformats.org/officeDocument/2006/relationships/customXml" Target="../ink/ink927.xml"/><Relationship Id="rId220" Type="http://schemas.openxmlformats.org/officeDocument/2006/relationships/customXml" Target="../ink/ink829.xml"/><Relationship Id="rId15" Type="http://schemas.openxmlformats.org/officeDocument/2006/relationships/image" Target="../media/image730.png"/><Relationship Id="rId57" Type="http://schemas.openxmlformats.org/officeDocument/2006/relationships/image" Target="../media/image751.png"/><Relationship Id="rId262" Type="http://schemas.openxmlformats.org/officeDocument/2006/relationships/customXml" Target="../ink/ink850.xml"/><Relationship Id="rId318" Type="http://schemas.openxmlformats.org/officeDocument/2006/relationships/customXml" Target="../ink/ink878.xml"/><Relationship Id="rId99" Type="http://schemas.openxmlformats.org/officeDocument/2006/relationships/image" Target="../media/image772.png"/><Relationship Id="rId122" Type="http://schemas.openxmlformats.org/officeDocument/2006/relationships/customXml" Target="../ink/ink780.xml"/><Relationship Id="rId164" Type="http://schemas.openxmlformats.org/officeDocument/2006/relationships/customXml" Target="../ink/ink801.xml"/><Relationship Id="rId371" Type="http://schemas.openxmlformats.org/officeDocument/2006/relationships/image" Target="../media/image906.png"/><Relationship Id="rId427" Type="http://schemas.openxmlformats.org/officeDocument/2006/relationships/image" Target="../media/image933.png"/><Relationship Id="rId26" Type="http://schemas.openxmlformats.org/officeDocument/2006/relationships/customXml" Target="../ink/ink732.xml"/><Relationship Id="rId231" Type="http://schemas.openxmlformats.org/officeDocument/2006/relationships/image" Target="../media/image837.png"/><Relationship Id="rId273" Type="http://schemas.openxmlformats.org/officeDocument/2006/relationships/image" Target="../media/image857.png"/><Relationship Id="rId329" Type="http://schemas.openxmlformats.org/officeDocument/2006/relationships/image" Target="../media/image885.png"/><Relationship Id="rId68" Type="http://schemas.openxmlformats.org/officeDocument/2006/relationships/customXml" Target="../ink/ink753.xml"/><Relationship Id="rId133" Type="http://schemas.openxmlformats.org/officeDocument/2006/relationships/image" Target="../media/image789.png"/><Relationship Id="rId175" Type="http://schemas.openxmlformats.org/officeDocument/2006/relationships/image" Target="../media/image810.png"/><Relationship Id="rId340" Type="http://schemas.openxmlformats.org/officeDocument/2006/relationships/customXml" Target="../ink/ink889.xml"/><Relationship Id="rId200" Type="http://schemas.openxmlformats.org/officeDocument/2006/relationships/customXml" Target="../ink/ink819.xml"/><Relationship Id="rId382" Type="http://schemas.openxmlformats.org/officeDocument/2006/relationships/customXml" Target="../ink/ink910.xml"/><Relationship Id="rId242" Type="http://schemas.openxmlformats.org/officeDocument/2006/relationships/customXml" Target="../ink/ink840.xml"/><Relationship Id="rId284" Type="http://schemas.openxmlformats.org/officeDocument/2006/relationships/customXml" Target="../ink/ink861.xml"/><Relationship Id="rId37" Type="http://schemas.openxmlformats.org/officeDocument/2006/relationships/image" Target="../media/image741.png"/><Relationship Id="rId79" Type="http://schemas.openxmlformats.org/officeDocument/2006/relationships/image" Target="../media/image762.png"/><Relationship Id="rId102" Type="http://schemas.openxmlformats.org/officeDocument/2006/relationships/customXml" Target="../ink/ink770.xml"/><Relationship Id="rId144" Type="http://schemas.openxmlformats.org/officeDocument/2006/relationships/customXml" Target="../ink/ink791.xml"/><Relationship Id="rId90" Type="http://schemas.openxmlformats.org/officeDocument/2006/relationships/customXml" Target="../ink/ink764.xml"/><Relationship Id="rId186" Type="http://schemas.openxmlformats.org/officeDocument/2006/relationships/customXml" Target="../ink/ink812.xml"/><Relationship Id="rId351" Type="http://schemas.openxmlformats.org/officeDocument/2006/relationships/image" Target="../media/image896.png"/><Relationship Id="rId393" Type="http://schemas.openxmlformats.org/officeDocument/2006/relationships/image" Target="../media/image917.png"/><Relationship Id="rId407" Type="http://schemas.openxmlformats.org/officeDocument/2006/relationships/image" Target="../media/image924.png"/><Relationship Id="rId211" Type="http://schemas.openxmlformats.org/officeDocument/2006/relationships/image" Target="../media/image828.png"/><Relationship Id="rId253" Type="http://schemas.openxmlformats.org/officeDocument/2006/relationships/image" Target="../media/image847.png"/><Relationship Id="rId295" Type="http://schemas.openxmlformats.org/officeDocument/2006/relationships/image" Target="../media/image868.png"/><Relationship Id="rId309" Type="http://schemas.openxmlformats.org/officeDocument/2006/relationships/image" Target="../media/image875.png"/><Relationship Id="rId48" Type="http://schemas.openxmlformats.org/officeDocument/2006/relationships/customXml" Target="../ink/ink743.xml"/><Relationship Id="rId113" Type="http://schemas.openxmlformats.org/officeDocument/2006/relationships/image" Target="../media/image779.png"/><Relationship Id="rId320" Type="http://schemas.openxmlformats.org/officeDocument/2006/relationships/customXml" Target="../ink/ink879.xml"/><Relationship Id="rId155" Type="http://schemas.openxmlformats.org/officeDocument/2006/relationships/image" Target="../media/image800.png"/><Relationship Id="rId197" Type="http://schemas.openxmlformats.org/officeDocument/2006/relationships/image" Target="../media/image821.png"/><Relationship Id="rId362" Type="http://schemas.openxmlformats.org/officeDocument/2006/relationships/customXml" Target="../ink/ink900.xml"/><Relationship Id="rId418" Type="http://schemas.openxmlformats.org/officeDocument/2006/relationships/customXml" Target="../ink/ink928.xml"/><Relationship Id="rId222" Type="http://schemas.openxmlformats.org/officeDocument/2006/relationships/customXml" Target="../ink/ink830.xml"/><Relationship Id="rId264" Type="http://schemas.openxmlformats.org/officeDocument/2006/relationships/customXml" Target="../ink/ink851.xml"/><Relationship Id="rId17" Type="http://schemas.openxmlformats.org/officeDocument/2006/relationships/image" Target="../media/image731.png"/><Relationship Id="rId59" Type="http://schemas.openxmlformats.org/officeDocument/2006/relationships/image" Target="../media/image752.png"/><Relationship Id="rId124" Type="http://schemas.openxmlformats.org/officeDocument/2006/relationships/customXml" Target="../ink/ink781.xml"/><Relationship Id="rId70" Type="http://schemas.openxmlformats.org/officeDocument/2006/relationships/customXml" Target="../ink/ink754.xml"/><Relationship Id="rId166" Type="http://schemas.openxmlformats.org/officeDocument/2006/relationships/customXml" Target="../ink/ink802.xml"/><Relationship Id="rId331" Type="http://schemas.openxmlformats.org/officeDocument/2006/relationships/image" Target="../media/image886.png"/><Relationship Id="rId373" Type="http://schemas.openxmlformats.org/officeDocument/2006/relationships/image" Target="../media/image907.png"/><Relationship Id="rId429" Type="http://schemas.openxmlformats.org/officeDocument/2006/relationships/image" Target="../media/image934.png"/><Relationship Id="rId1" Type="http://schemas.openxmlformats.org/officeDocument/2006/relationships/slideLayout" Target="../slideLayouts/slideLayout7.xml"/><Relationship Id="rId233" Type="http://schemas.openxmlformats.org/officeDocument/2006/relationships/image" Target="../media/image638.png"/><Relationship Id="rId28" Type="http://schemas.openxmlformats.org/officeDocument/2006/relationships/customXml" Target="../ink/ink733.xml"/><Relationship Id="rId275" Type="http://schemas.openxmlformats.org/officeDocument/2006/relationships/image" Target="../media/image858.png"/><Relationship Id="rId300" Type="http://schemas.openxmlformats.org/officeDocument/2006/relationships/customXml" Target="../ink/ink869.xml"/></Relationships>
</file>

<file path=ppt/slides/_rels/slide11.xml.rels><?xml version="1.0" encoding="UTF-8" standalone="yes"?>
<Relationships xmlns="http://schemas.openxmlformats.org/package/2006/relationships"><Relationship Id="rId26" Type="http://schemas.openxmlformats.org/officeDocument/2006/relationships/customXml" Target="../ink/ink950.xml"/><Relationship Id="rId21" Type="http://schemas.openxmlformats.org/officeDocument/2006/relationships/image" Target="../media/image948.png"/><Relationship Id="rId42" Type="http://schemas.openxmlformats.org/officeDocument/2006/relationships/customXml" Target="../ink/ink958.xml"/><Relationship Id="rId47" Type="http://schemas.openxmlformats.org/officeDocument/2006/relationships/image" Target="../media/image961.png"/><Relationship Id="rId63" Type="http://schemas.openxmlformats.org/officeDocument/2006/relationships/image" Target="../media/image968.png"/><Relationship Id="rId68" Type="http://schemas.openxmlformats.org/officeDocument/2006/relationships/customXml" Target="../ink/ink971.xml"/><Relationship Id="rId84" Type="http://schemas.openxmlformats.org/officeDocument/2006/relationships/customXml" Target="../ink/ink979.xml"/><Relationship Id="rId89" Type="http://schemas.openxmlformats.org/officeDocument/2006/relationships/image" Target="../media/image981.png"/><Relationship Id="rId16" Type="http://schemas.openxmlformats.org/officeDocument/2006/relationships/customXml" Target="../ink/ink945.xml"/><Relationship Id="rId11" Type="http://schemas.openxmlformats.org/officeDocument/2006/relationships/image" Target="../media/image943.png"/><Relationship Id="rId32" Type="http://schemas.openxmlformats.org/officeDocument/2006/relationships/customXml" Target="../ink/ink953.xml"/><Relationship Id="rId37" Type="http://schemas.openxmlformats.org/officeDocument/2006/relationships/image" Target="../media/image956.png"/><Relationship Id="rId53" Type="http://schemas.openxmlformats.org/officeDocument/2006/relationships/image" Target="../media/image964.png"/><Relationship Id="rId58" Type="http://schemas.openxmlformats.org/officeDocument/2006/relationships/customXml" Target="../ink/ink966.xml"/><Relationship Id="rId74" Type="http://schemas.openxmlformats.org/officeDocument/2006/relationships/customXml" Target="../ink/ink974.xml"/><Relationship Id="rId79" Type="http://schemas.openxmlformats.org/officeDocument/2006/relationships/image" Target="../media/image976.png"/><Relationship Id="rId5" Type="http://schemas.openxmlformats.org/officeDocument/2006/relationships/image" Target="../media/image940.png"/><Relationship Id="rId14" Type="http://schemas.openxmlformats.org/officeDocument/2006/relationships/customXml" Target="../ink/ink944.xml"/><Relationship Id="rId22" Type="http://schemas.openxmlformats.org/officeDocument/2006/relationships/customXml" Target="../ink/ink948.xml"/><Relationship Id="rId27" Type="http://schemas.openxmlformats.org/officeDocument/2006/relationships/image" Target="../media/image951.png"/><Relationship Id="rId30" Type="http://schemas.openxmlformats.org/officeDocument/2006/relationships/customXml" Target="../ink/ink952.xml"/><Relationship Id="rId35" Type="http://schemas.openxmlformats.org/officeDocument/2006/relationships/image" Target="../media/image955.png"/><Relationship Id="rId43" Type="http://schemas.openxmlformats.org/officeDocument/2006/relationships/image" Target="../media/image959.png"/><Relationship Id="rId48" Type="http://schemas.openxmlformats.org/officeDocument/2006/relationships/customXml" Target="../ink/ink961.xml"/><Relationship Id="rId56" Type="http://schemas.openxmlformats.org/officeDocument/2006/relationships/customXml" Target="../ink/ink965.xml"/><Relationship Id="rId64" Type="http://schemas.openxmlformats.org/officeDocument/2006/relationships/customXml" Target="../ink/ink969.xml"/><Relationship Id="rId69" Type="http://schemas.openxmlformats.org/officeDocument/2006/relationships/image" Target="../media/image971.png"/><Relationship Id="rId77" Type="http://schemas.openxmlformats.org/officeDocument/2006/relationships/image" Target="../media/image975.png"/><Relationship Id="rId8" Type="http://schemas.openxmlformats.org/officeDocument/2006/relationships/customXml" Target="../ink/ink941.xml"/><Relationship Id="rId51" Type="http://schemas.openxmlformats.org/officeDocument/2006/relationships/image" Target="../media/image963.png"/><Relationship Id="rId72" Type="http://schemas.openxmlformats.org/officeDocument/2006/relationships/customXml" Target="../ink/ink973.xml"/><Relationship Id="rId80" Type="http://schemas.openxmlformats.org/officeDocument/2006/relationships/customXml" Target="../ink/ink977.xml"/><Relationship Id="rId85" Type="http://schemas.openxmlformats.org/officeDocument/2006/relationships/image" Target="../media/image979.png"/><Relationship Id="rId3" Type="http://schemas.openxmlformats.org/officeDocument/2006/relationships/image" Target="../media/image939.png"/><Relationship Id="rId12" Type="http://schemas.openxmlformats.org/officeDocument/2006/relationships/customXml" Target="../ink/ink943.xml"/><Relationship Id="rId17" Type="http://schemas.openxmlformats.org/officeDocument/2006/relationships/image" Target="../media/image946.png"/><Relationship Id="rId25" Type="http://schemas.openxmlformats.org/officeDocument/2006/relationships/image" Target="../media/image950.png"/><Relationship Id="rId33" Type="http://schemas.openxmlformats.org/officeDocument/2006/relationships/image" Target="../media/image954.png"/><Relationship Id="rId38" Type="http://schemas.openxmlformats.org/officeDocument/2006/relationships/customXml" Target="../ink/ink956.xml"/><Relationship Id="rId46" Type="http://schemas.openxmlformats.org/officeDocument/2006/relationships/customXml" Target="../ink/ink960.xml"/><Relationship Id="rId59" Type="http://schemas.openxmlformats.org/officeDocument/2006/relationships/image" Target="../media/image967.png"/><Relationship Id="rId67" Type="http://schemas.openxmlformats.org/officeDocument/2006/relationships/image" Target="../media/image970.png"/><Relationship Id="rId20" Type="http://schemas.openxmlformats.org/officeDocument/2006/relationships/customXml" Target="../ink/ink947.xml"/><Relationship Id="rId41" Type="http://schemas.openxmlformats.org/officeDocument/2006/relationships/image" Target="../media/image958.png"/><Relationship Id="rId54" Type="http://schemas.openxmlformats.org/officeDocument/2006/relationships/customXml" Target="../ink/ink964.xml"/><Relationship Id="rId62" Type="http://schemas.openxmlformats.org/officeDocument/2006/relationships/customXml" Target="../ink/ink968.xml"/><Relationship Id="rId70" Type="http://schemas.openxmlformats.org/officeDocument/2006/relationships/customXml" Target="../ink/ink972.xml"/><Relationship Id="rId75" Type="http://schemas.openxmlformats.org/officeDocument/2006/relationships/image" Target="../media/image974.png"/><Relationship Id="rId83" Type="http://schemas.openxmlformats.org/officeDocument/2006/relationships/image" Target="../media/image978.png"/><Relationship Id="rId88" Type="http://schemas.openxmlformats.org/officeDocument/2006/relationships/customXml" Target="../ink/ink981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940.xml"/><Relationship Id="rId15" Type="http://schemas.openxmlformats.org/officeDocument/2006/relationships/image" Target="../media/image945.png"/><Relationship Id="rId23" Type="http://schemas.openxmlformats.org/officeDocument/2006/relationships/image" Target="../media/image949.png"/><Relationship Id="rId28" Type="http://schemas.openxmlformats.org/officeDocument/2006/relationships/customXml" Target="../ink/ink951.xml"/><Relationship Id="rId36" Type="http://schemas.openxmlformats.org/officeDocument/2006/relationships/customXml" Target="../ink/ink955.xml"/><Relationship Id="rId49" Type="http://schemas.openxmlformats.org/officeDocument/2006/relationships/image" Target="../media/image962.png"/><Relationship Id="rId57" Type="http://schemas.openxmlformats.org/officeDocument/2006/relationships/image" Target="../media/image966.png"/><Relationship Id="rId10" Type="http://schemas.openxmlformats.org/officeDocument/2006/relationships/customXml" Target="../ink/ink942.xml"/><Relationship Id="rId31" Type="http://schemas.openxmlformats.org/officeDocument/2006/relationships/image" Target="../media/image953.png"/><Relationship Id="rId44" Type="http://schemas.openxmlformats.org/officeDocument/2006/relationships/customXml" Target="../ink/ink959.xml"/><Relationship Id="rId52" Type="http://schemas.openxmlformats.org/officeDocument/2006/relationships/customXml" Target="../ink/ink963.xml"/><Relationship Id="rId60" Type="http://schemas.openxmlformats.org/officeDocument/2006/relationships/customXml" Target="../ink/ink967.xml"/><Relationship Id="rId65" Type="http://schemas.openxmlformats.org/officeDocument/2006/relationships/image" Target="../media/image969.png"/><Relationship Id="rId73" Type="http://schemas.openxmlformats.org/officeDocument/2006/relationships/image" Target="../media/image973.png"/><Relationship Id="rId78" Type="http://schemas.openxmlformats.org/officeDocument/2006/relationships/customXml" Target="../ink/ink976.xml"/><Relationship Id="rId81" Type="http://schemas.openxmlformats.org/officeDocument/2006/relationships/image" Target="../media/image977.png"/><Relationship Id="rId86" Type="http://schemas.openxmlformats.org/officeDocument/2006/relationships/customXml" Target="../ink/ink980.xml"/><Relationship Id="rId4" Type="http://schemas.openxmlformats.org/officeDocument/2006/relationships/customXml" Target="../ink/ink939.xml"/><Relationship Id="rId9" Type="http://schemas.openxmlformats.org/officeDocument/2006/relationships/image" Target="../media/image942.png"/><Relationship Id="rId13" Type="http://schemas.openxmlformats.org/officeDocument/2006/relationships/image" Target="../media/image944.png"/><Relationship Id="rId18" Type="http://schemas.openxmlformats.org/officeDocument/2006/relationships/customXml" Target="../ink/ink946.xml"/><Relationship Id="rId39" Type="http://schemas.openxmlformats.org/officeDocument/2006/relationships/image" Target="../media/image957.png"/><Relationship Id="rId34" Type="http://schemas.openxmlformats.org/officeDocument/2006/relationships/customXml" Target="../ink/ink954.xml"/><Relationship Id="rId50" Type="http://schemas.openxmlformats.org/officeDocument/2006/relationships/customXml" Target="../ink/ink962.xml"/><Relationship Id="rId55" Type="http://schemas.openxmlformats.org/officeDocument/2006/relationships/image" Target="../media/image965.png"/><Relationship Id="rId76" Type="http://schemas.openxmlformats.org/officeDocument/2006/relationships/customXml" Target="../ink/ink975.xml"/><Relationship Id="rId7" Type="http://schemas.openxmlformats.org/officeDocument/2006/relationships/image" Target="../media/image941.png"/><Relationship Id="rId71" Type="http://schemas.openxmlformats.org/officeDocument/2006/relationships/image" Target="../media/image972.png"/><Relationship Id="rId2" Type="http://schemas.openxmlformats.org/officeDocument/2006/relationships/customXml" Target="../ink/ink938.xml"/><Relationship Id="rId29" Type="http://schemas.openxmlformats.org/officeDocument/2006/relationships/image" Target="../media/image952.png"/><Relationship Id="rId24" Type="http://schemas.openxmlformats.org/officeDocument/2006/relationships/customXml" Target="../ink/ink949.xml"/><Relationship Id="rId40" Type="http://schemas.openxmlformats.org/officeDocument/2006/relationships/customXml" Target="../ink/ink957.xml"/><Relationship Id="rId45" Type="http://schemas.openxmlformats.org/officeDocument/2006/relationships/image" Target="../media/image960.png"/><Relationship Id="rId66" Type="http://schemas.openxmlformats.org/officeDocument/2006/relationships/customXml" Target="../ink/ink970.xml"/><Relationship Id="rId87" Type="http://schemas.openxmlformats.org/officeDocument/2006/relationships/image" Target="../media/image980.png"/><Relationship Id="rId61" Type="http://schemas.openxmlformats.org/officeDocument/2006/relationships/image" Target="../media/image41.png"/><Relationship Id="rId82" Type="http://schemas.openxmlformats.org/officeDocument/2006/relationships/customXml" Target="../ink/ink978.xml"/><Relationship Id="rId19" Type="http://schemas.openxmlformats.org/officeDocument/2006/relationships/image" Target="../media/image947.png"/></Relationships>
</file>

<file path=ppt/slides/_rels/slide12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1039.xml"/><Relationship Id="rId21" Type="http://schemas.openxmlformats.org/officeDocument/2006/relationships/customXml" Target="../ink/ink991.xml"/><Relationship Id="rId42" Type="http://schemas.openxmlformats.org/officeDocument/2006/relationships/image" Target="../media/image1002.png"/><Relationship Id="rId63" Type="http://schemas.openxmlformats.org/officeDocument/2006/relationships/customXml" Target="../ink/ink1012.xml"/><Relationship Id="rId84" Type="http://schemas.openxmlformats.org/officeDocument/2006/relationships/image" Target="../media/image1023.png"/><Relationship Id="rId138" Type="http://schemas.openxmlformats.org/officeDocument/2006/relationships/image" Target="../media/image1049.png"/><Relationship Id="rId159" Type="http://schemas.openxmlformats.org/officeDocument/2006/relationships/customXml" Target="../ink/ink1060.xml"/><Relationship Id="rId107" Type="http://schemas.openxmlformats.org/officeDocument/2006/relationships/customXml" Target="../ink/ink1034.xml"/><Relationship Id="rId11" Type="http://schemas.openxmlformats.org/officeDocument/2006/relationships/customXml" Target="../ink/ink986.xml"/><Relationship Id="rId32" Type="http://schemas.openxmlformats.org/officeDocument/2006/relationships/image" Target="../media/image997.png"/><Relationship Id="rId53" Type="http://schemas.openxmlformats.org/officeDocument/2006/relationships/customXml" Target="../ink/ink1007.xml"/><Relationship Id="rId74" Type="http://schemas.openxmlformats.org/officeDocument/2006/relationships/image" Target="../media/image1018.png"/><Relationship Id="rId128" Type="http://schemas.openxmlformats.org/officeDocument/2006/relationships/image" Target="../media/image1044.png"/><Relationship Id="rId149" Type="http://schemas.openxmlformats.org/officeDocument/2006/relationships/customXml" Target="../ink/ink1055.xml"/><Relationship Id="rId5" Type="http://schemas.openxmlformats.org/officeDocument/2006/relationships/customXml" Target="../ink/ink983.xml"/><Relationship Id="rId95" Type="http://schemas.openxmlformats.org/officeDocument/2006/relationships/customXml" Target="../ink/ink1028.xml"/><Relationship Id="rId160" Type="http://schemas.openxmlformats.org/officeDocument/2006/relationships/image" Target="../media/image1060.png"/><Relationship Id="rId22" Type="http://schemas.openxmlformats.org/officeDocument/2006/relationships/image" Target="../media/image992.png"/><Relationship Id="rId43" Type="http://schemas.openxmlformats.org/officeDocument/2006/relationships/customXml" Target="../ink/ink1002.xml"/><Relationship Id="rId64" Type="http://schemas.openxmlformats.org/officeDocument/2006/relationships/image" Target="../media/image1013.png"/><Relationship Id="rId118" Type="http://schemas.openxmlformats.org/officeDocument/2006/relationships/image" Target="../media/image1039.png"/><Relationship Id="rId139" Type="http://schemas.openxmlformats.org/officeDocument/2006/relationships/customXml" Target="../ink/ink1050.xml"/><Relationship Id="rId85" Type="http://schemas.openxmlformats.org/officeDocument/2006/relationships/customXml" Target="../ink/ink1023.xml"/><Relationship Id="rId150" Type="http://schemas.openxmlformats.org/officeDocument/2006/relationships/image" Target="../media/image1055.png"/><Relationship Id="rId12" Type="http://schemas.openxmlformats.org/officeDocument/2006/relationships/image" Target="../media/image987.png"/><Relationship Id="rId17" Type="http://schemas.openxmlformats.org/officeDocument/2006/relationships/customXml" Target="../ink/ink989.xml"/><Relationship Id="rId33" Type="http://schemas.openxmlformats.org/officeDocument/2006/relationships/customXml" Target="../ink/ink997.xml"/><Relationship Id="rId38" Type="http://schemas.openxmlformats.org/officeDocument/2006/relationships/image" Target="../media/image1000.png"/><Relationship Id="rId59" Type="http://schemas.openxmlformats.org/officeDocument/2006/relationships/customXml" Target="../ink/ink1010.xml"/><Relationship Id="rId103" Type="http://schemas.openxmlformats.org/officeDocument/2006/relationships/customXml" Target="../ink/ink1032.xml"/><Relationship Id="rId108" Type="http://schemas.openxmlformats.org/officeDocument/2006/relationships/image" Target="../media/image1035.png"/><Relationship Id="rId124" Type="http://schemas.openxmlformats.org/officeDocument/2006/relationships/image" Target="../media/image1042.png"/><Relationship Id="rId129" Type="http://schemas.openxmlformats.org/officeDocument/2006/relationships/customXml" Target="../ink/ink1045.xml"/><Relationship Id="rId54" Type="http://schemas.openxmlformats.org/officeDocument/2006/relationships/image" Target="../media/image1008.png"/><Relationship Id="rId70" Type="http://schemas.openxmlformats.org/officeDocument/2006/relationships/image" Target="../media/image1016.png"/><Relationship Id="rId75" Type="http://schemas.openxmlformats.org/officeDocument/2006/relationships/customXml" Target="../ink/ink1018.xml"/><Relationship Id="rId91" Type="http://schemas.openxmlformats.org/officeDocument/2006/relationships/customXml" Target="../ink/ink1026.xml"/><Relationship Id="rId96" Type="http://schemas.openxmlformats.org/officeDocument/2006/relationships/image" Target="../media/image1029.png"/><Relationship Id="rId140" Type="http://schemas.openxmlformats.org/officeDocument/2006/relationships/image" Target="../media/image1050.png"/><Relationship Id="rId145" Type="http://schemas.openxmlformats.org/officeDocument/2006/relationships/customXml" Target="../ink/ink1053.xml"/><Relationship Id="rId161" Type="http://schemas.openxmlformats.org/officeDocument/2006/relationships/customXml" Target="../ink/ink1061.xml"/><Relationship Id="rId166" Type="http://schemas.openxmlformats.org/officeDocument/2006/relationships/image" Target="../media/image106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84.png"/><Relationship Id="rId23" Type="http://schemas.openxmlformats.org/officeDocument/2006/relationships/customXml" Target="../ink/ink992.xml"/><Relationship Id="rId28" Type="http://schemas.openxmlformats.org/officeDocument/2006/relationships/image" Target="../media/image995.png"/><Relationship Id="rId49" Type="http://schemas.openxmlformats.org/officeDocument/2006/relationships/customXml" Target="../ink/ink1005.xml"/><Relationship Id="rId114" Type="http://schemas.openxmlformats.org/officeDocument/2006/relationships/image" Target="../media/image1037.png"/><Relationship Id="rId119" Type="http://schemas.openxmlformats.org/officeDocument/2006/relationships/customXml" Target="../ink/ink1040.xml"/><Relationship Id="rId44" Type="http://schemas.openxmlformats.org/officeDocument/2006/relationships/image" Target="../media/image1003.png"/><Relationship Id="rId60" Type="http://schemas.openxmlformats.org/officeDocument/2006/relationships/image" Target="../media/image1011.png"/><Relationship Id="rId65" Type="http://schemas.openxmlformats.org/officeDocument/2006/relationships/customXml" Target="../ink/ink1013.xml"/><Relationship Id="rId81" Type="http://schemas.openxmlformats.org/officeDocument/2006/relationships/customXml" Target="../ink/ink1021.xml"/><Relationship Id="rId86" Type="http://schemas.openxmlformats.org/officeDocument/2006/relationships/image" Target="../media/image1024.png"/><Relationship Id="rId130" Type="http://schemas.openxmlformats.org/officeDocument/2006/relationships/image" Target="../media/image1045.png"/><Relationship Id="rId135" Type="http://schemas.openxmlformats.org/officeDocument/2006/relationships/customXml" Target="../ink/ink1048.xml"/><Relationship Id="rId151" Type="http://schemas.openxmlformats.org/officeDocument/2006/relationships/customXml" Target="../ink/ink1056.xml"/><Relationship Id="rId156" Type="http://schemas.openxmlformats.org/officeDocument/2006/relationships/image" Target="../media/image1058.png"/><Relationship Id="rId13" Type="http://schemas.openxmlformats.org/officeDocument/2006/relationships/customXml" Target="../ink/ink987.xml"/><Relationship Id="rId18" Type="http://schemas.openxmlformats.org/officeDocument/2006/relationships/image" Target="../media/image990.png"/><Relationship Id="rId39" Type="http://schemas.openxmlformats.org/officeDocument/2006/relationships/customXml" Target="../ink/ink1000.xml"/><Relationship Id="rId109" Type="http://schemas.openxmlformats.org/officeDocument/2006/relationships/customXml" Target="../ink/ink1035.xml"/><Relationship Id="rId34" Type="http://schemas.openxmlformats.org/officeDocument/2006/relationships/image" Target="../media/image998.png"/><Relationship Id="rId50" Type="http://schemas.openxmlformats.org/officeDocument/2006/relationships/image" Target="../media/image1006.png"/><Relationship Id="rId55" Type="http://schemas.openxmlformats.org/officeDocument/2006/relationships/customXml" Target="../ink/ink1008.xml"/><Relationship Id="rId76" Type="http://schemas.openxmlformats.org/officeDocument/2006/relationships/image" Target="../media/image1019.png"/><Relationship Id="rId97" Type="http://schemas.openxmlformats.org/officeDocument/2006/relationships/customXml" Target="../ink/ink1029.xml"/><Relationship Id="rId104" Type="http://schemas.openxmlformats.org/officeDocument/2006/relationships/image" Target="../media/image1033.png"/><Relationship Id="rId120" Type="http://schemas.openxmlformats.org/officeDocument/2006/relationships/image" Target="../media/image1040.png"/><Relationship Id="rId125" Type="http://schemas.openxmlformats.org/officeDocument/2006/relationships/customXml" Target="../ink/ink1043.xml"/><Relationship Id="rId141" Type="http://schemas.openxmlformats.org/officeDocument/2006/relationships/customXml" Target="../ink/ink1051.xml"/><Relationship Id="rId146" Type="http://schemas.openxmlformats.org/officeDocument/2006/relationships/image" Target="../media/image1053.png"/><Relationship Id="rId7" Type="http://schemas.openxmlformats.org/officeDocument/2006/relationships/customXml" Target="../ink/ink984.xml"/><Relationship Id="rId71" Type="http://schemas.openxmlformats.org/officeDocument/2006/relationships/customXml" Target="../ink/ink1016.xml"/><Relationship Id="rId92" Type="http://schemas.openxmlformats.org/officeDocument/2006/relationships/image" Target="../media/image1027.png"/><Relationship Id="rId162" Type="http://schemas.openxmlformats.org/officeDocument/2006/relationships/image" Target="../media/image1061.png"/><Relationship Id="rId2" Type="http://schemas.openxmlformats.org/officeDocument/2006/relationships/image" Target="../media/image982.png"/><Relationship Id="rId29" Type="http://schemas.openxmlformats.org/officeDocument/2006/relationships/customXml" Target="../ink/ink995.xml"/><Relationship Id="rId24" Type="http://schemas.openxmlformats.org/officeDocument/2006/relationships/image" Target="../media/image993.png"/><Relationship Id="rId40" Type="http://schemas.openxmlformats.org/officeDocument/2006/relationships/image" Target="../media/image1001.png"/><Relationship Id="rId45" Type="http://schemas.openxmlformats.org/officeDocument/2006/relationships/customXml" Target="../ink/ink1003.xml"/><Relationship Id="rId66" Type="http://schemas.openxmlformats.org/officeDocument/2006/relationships/image" Target="../media/image1014.png"/><Relationship Id="rId87" Type="http://schemas.openxmlformats.org/officeDocument/2006/relationships/customXml" Target="../ink/ink1024.xml"/><Relationship Id="rId110" Type="http://schemas.openxmlformats.org/officeDocument/2006/relationships/image" Target="../media/image197.png"/><Relationship Id="rId115" Type="http://schemas.openxmlformats.org/officeDocument/2006/relationships/customXml" Target="../ink/ink1038.xml"/><Relationship Id="rId131" Type="http://schemas.openxmlformats.org/officeDocument/2006/relationships/customXml" Target="../ink/ink1046.xml"/><Relationship Id="rId136" Type="http://schemas.openxmlformats.org/officeDocument/2006/relationships/image" Target="../media/image1048.png"/><Relationship Id="rId157" Type="http://schemas.openxmlformats.org/officeDocument/2006/relationships/customXml" Target="../ink/ink1059.xml"/><Relationship Id="rId61" Type="http://schemas.openxmlformats.org/officeDocument/2006/relationships/customXml" Target="../ink/ink1011.xml"/><Relationship Id="rId82" Type="http://schemas.openxmlformats.org/officeDocument/2006/relationships/image" Target="../media/image1022.png"/><Relationship Id="rId152" Type="http://schemas.openxmlformats.org/officeDocument/2006/relationships/image" Target="../media/image1056.png"/><Relationship Id="rId19" Type="http://schemas.openxmlformats.org/officeDocument/2006/relationships/customXml" Target="../ink/ink990.xml"/><Relationship Id="rId14" Type="http://schemas.openxmlformats.org/officeDocument/2006/relationships/image" Target="../media/image988.png"/><Relationship Id="rId30" Type="http://schemas.openxmlformats.org/officeDocument/2006/relationships/image" Target="../media/image996.png"/><Relationship Id="rId35" Type="http://schemas.openxmlformats.org/officeDocument/2006/relationships/customXml" Target="../ink/ink998.xml"/><Relationship Id="rId56" Type="http://schemas.openxmlformats.org/officeDocument/2006/relationships/image" Target="../media/image1009.png"/><Relationship Id="rId77" Type="http://schemas.openxmlformats.org/officeDocument/2006/relationships/customXml" Target="../ink/ink1019.xml"/><Relationship Id="rId100" Type="http://schemas.openxmlformats.org/officeDocument/2006/relationships/image" Target="../media/image1031.png"/><Relationship Id="rId105" Type="http://schemas.openxmlformats.org/officeDocument/2006/relationships/customXml" Target="../ink/ink1033.xml"/><Relationship Id="rId126" Type="http://schemas.openxmlformats.org/officeDocument/2006/relationships/image" Target="../media/image1043.png"/><Relationship Id="rId147" Type="http://schemas.openxmlformats.org/officeDocument/2006/relationships/customXml" Target="../ink/ink1054.xml"/><Relationship Id="rId8" Type="http://schemas.openxmlformats.org/officeDocument/2006/relationships/image" Target="../media/image985.png"/><Relationship Id="rId51" Type="http://schemas.openxmlformats.org/officeDocument/2006/relationships/customXml" Target="../ink/ink1006.xml"/><Relationship Id="rId72" Type="http://schemas.openxmlformats.org/officeDocument/2006/relationships/image" Target="../media/image1017.png"/><Relationship Id="rId93" Type="http://schemas.openxmlformats.org/officeDocument/2006/relationships/customXml" Target="../ink/ink1027.xml"/><Relationship Id="rId98" Type="http://schemas.openxmlformats.org/officeDocument/2006/relationships/image" Target="../media/image1030.png"/><Relationship Id="rId121" Type="http://schemas.openxmlformats.org/officeDocument/2006/relationships/customXml" Target="../ink/ink1041.xml"/><Relationship Id="rId142" Type="http://schemas.openxmlformats.org/officeDocument/2006/relationships/image" Target="../media/image1051.png"/><Relationship Id="rId163" Type="http://schemas.openxmlformats.org/officeDocument/2006/relationships/customXml" Target="../ink/ink1062.xml"/><Relationship Id="rId3" Type="http://schemas.openxmlformats.org/officeDocument/2006/relationships/customXml" Target="../ink/ink982.xml"/><Relationship Id="rId25" Type="http://schemas.openxmlformats.org/officeDocument/2006/relationships/customXml" Target="../ink/ink993.xml"/><Relationship Id="rId46" Type="http://schemas.openxmlformats.org/officeDocument/2006/relationships/image" Target="../media/image1004.png"/><Relationship Id="rId67" Type="http://schemas.openxmlformats.org/officeDocument/2006/relationships/customXml" Target="../ink/ink1014.xml"/><Relationship Id="rId116" Type="http://schemas.openxmlformats.org/officeDocument/2006/relationships/image" Target="../media/image1038.png"/><Relationship Id="rId137" Type="http://schemas.openxmlformats.org/officeDocument/2006/relationships/customXml" Target="../ink/ink1049.xml"/><Relationship Id="rId158" Type="http://schemas.openxmlformats.org/officeDocument/2006/relationships/image" Target="../media/image1059.png"/><Relationship Id="rId20" Type="http://schemas.openxmlformats.org/officeDocument/2006/relationships/image" Target="../media/image991.png"/><Relationship Id="rId41" Type="http://schemas.openxmlformats.org/officeDocument/2006/relationships/customXml" Target="../ink/ink1001.xml"/><Relationship Id="rId62" Type="http://schemas.openxmlformats.org/officeDocument/2006/relationships/image" Target="../media/image1012.png"/><Relationship Id="rId83" Type="http://schemas.openxmlformats.org/officeDocument/2006/relationships/customXml" Target="../ink/ink1022.xml"/><Relationship Id="rId88" Type="http://schemas.openxmlformats.org/officeDocument/2006/relationships/image" Target="../media/image1025.png"/><Relationship Id="rId111" Type="http://schemas.openxmlformats.org/officeDocument/2006/relationships/customXml" Target="../ink/ink1036.xml"/><Relationship Id="rId132" Type="http://schemas.openxmlformats.org/officeDocument/2006/relationships/image" Target="../media/image1046.png"/><Relationship Id="rId153" Type="http://schemas.openxmlformats.org/officeDocument/2006/relationships/customXml" Target="../ink/ink1057.xml"/><Relationship Id="rId15" Type="http://schemas.openxmlformats.org/officeDocument/2006/relationships/customXml" Target="../ink/ink988.xml"/><Relationship Id="rId36" Type="http://schemas.openxmlformats.org/officeDocument/2006/relationships/image" Target="../media/image999.png"/><Relationship Id="rId57" Type="http://schemas.openxmlformats.org/officeDocument/2006/relationships/customXml" Target="../ink/ink1009.xml"/><Relationship Id="rId106" Type="http://schemas.openxmlformats.org/officeDocument/2006/relationships/image" Target="../media/image1034.png"/><Relationship Id="rId127" Type="http://schemas.openxmlformats.org/officeDocument/2006/relationships/customXml" Target="../ink/ink1044.xml"/><Relationship Id="rId10" Type="http://schemas.openxmlformats.org/officeDocument/2006/relationships/image" Target="../media/image986.png"/><Relationship Id="rId31" Type="http://schemas.openxmlformats.org/officeDocument/2006/relationships/customXml" Target="../ink/ink996.xml"/><Relationship Id="rId52" Type="http://schemas.openxmlformats.org/officeDocument/2006/relationships/image" Target="../media/image1007.png"/><Relationship Id="rId73" Type="http://schemas.openxmlformats.org/officeDocument/2006/relationships/customXml" Target="../ink/ink1017.xml"/><Relationship Id="rId78" Type="http://schemas.openxmlformats.org/officeDocument/2006/relationships/image" Target="../media/image1020.png"/><Relationship Id="rId94" Type="http://schemas.openxmlformats.org/officeDocument/2006/relationships/image" Target="../media/image1028.png"/><Relationship Id="rId99" Type="http://schemas.openxmlformats.org/officeDocument/2006/relationships/customXml" Target="../ink/ink1030.xml"/><Relationship Id="rId101" Type="http://schemas.openxmlformats.org/officeDocument/2006/relationships/customXml" Target="../ink/ink1031.xml"/><Relationship Id="rId122" Type="http://schemas.openxmlformats.org/officeDocument/2006/relationships/image" Target="../media/image1041.png"/><Relationship Id="rId143" Type="http://schemas.openxmlformats.org/officeDocument/2006/relationships/customXml" Target="../ink/ink1052.xml"/><Relationship Id="rId148" Type="http://schemas.openxmlformats.org/officeDocument/2006/relationships/image" Target="../media/image1054.png"/><Relationship Id="rId164" Type="http://schemas.openxmlformats.org/officeDocument/2006/relationships/image" Target="../media/image1062.png"/><Relationship Id="rId4" Type="http://schemas.openxmlformats.org/officeDocument/2006/relationships/image" Target="../media/image983.png"/><Relationship Id="rId9" Type="http://schemas.openxmlformats.org/officeDocument/2006/relationships/customXml" Target="../ink/ink985.xml"/><Relationship Id="rId26" Type="http://schemas.openxmlformats.org/officeDocument/2006/relationships/image" Target="../media/image994.png"/><Relationship Id="rId47" Type="http://schemas.openxmlformats.org/officeDocument/2006/relationships/customXml" Target="../ink/ink1004.xml"/><Relationship Id="rId68" Type="http://schemas.openxmlformats.org/officeDocument/2006/relationships/image" Target="../media/image1015.png"/><Relationship Id="rId89" Type="http://schemas.openxmlformats.org/officeDocument/2006/relationships/customXml" Target="../ink/ink1025.xml"/><Relationship Id="rId112" Type="http://schemas.openxmlformats.org/officeDocument/2006/relationships/image" Target="../media/image1036.png"/><Relationship Id="rId133" Type="http://schemas.openxmlformats.org/officeDocument/2006/relationships/customXml" Target="../ink/ink1047.xml"/><Relationship Id="rId154" Type="http://schemas.openxmlformats.org/officeDocument/2006/relationships/image" Target="../media/image1057.png"/><Relationship Id="rId16" Type="http://schemas.openxmlformats.org/officeDocument/2006/relationships/image" Target="../media/image989.png"/><Relationship Id="rId37" Type="http://schemas.openxmlformats.org/officeDocument/2006/relationships/customXml" Target="../ink/ink999.xml"/><Relationship Id="rId58" Type="http://schemas.openxmlformats.org/officeDocument/2006/relationships/image" Target="../media/image1010.png"/><Relationship Id="rId79" Type="http://schemas.openxmlformats.org/officeDocument/2006/relationships/customXml" Target="../ink/ink1020.xml"/><Relationship Id="rId102" Type="http://schemas.openxmlformats.org/officeDocument/2006/relationships/image" Target="../media/image1032.png"/><Relationship Id="rId123" Type="http://schemas.openxmlformats.org/officeDocument/2006/relationships/customXml" Target="../ink/ink1042.xml"/><Relationship Id="rId144" Type="http://schemas.openxmlformats.org/officeDocument/2006/relationships/image" Target="../media/image1052.png"/><Relationship Id="rId90" Type="http://schemas.openxmlformats.org/officeDocument/2006/relationships/image" Target="../media/image1026.png"/><Relationship Id="rId165" Type="http://schemas.openxmlformats.org/officeDocument/2006/relationships/customXml" Target="../ink/ink1063.xml"/><Relationship Id="rId27" Type="http://schemas.openxmlformats.org/officeDocument/2006/relationships/customXml" Target="../ink/ink994.xml"/><Relationship Id="rId48" Type="http://schemas.openxmlformats.org/officeDocument/2006/relationships/image" Target="../media/image1005.png"/><Relationship Id="rId69" Type="http://schemas.openxmlformats.org/officeDocument/2006/relationships/customXml" Target="../ink/ink1015.xml"/><Relationship Id="rId113" Type="http://schemas.openxmlformats.org/officeDocument/2006/relationships/customXml" Target="../ink/ink1037.xml"/><Relationship Id="rId134" Type="http://schemas.openxmlformats.org/officeDocument/2006/relationships/image" Target="../media/image1047.png"/><Relationship Id="rId80" Type="http://schemas.openxmlformats.org/officeDocument/2006/relationships/image" Target="../media/image1021.png"/><Relationship Id="rId155" Type="http://schemas.openxmlformats.org/officeDocument/2006/relationships/customXml" Target="../ink/ink1058.xml"/></Relationships>
</file>

<file path=ppt/slides/_rels/slide13.xml.rels><?xml version="1.0" encoding="UTF-8" standalone="yes"?>
<Relationships xmlns="http://schemas.openxmlformats.org/package/2006/relationships"><Relationship Id="rId26" Type="http://schemas.openxmlformats.org/officeDocument/2006/relationships/customXml" Target="../ink/ink1076.xml"/><Relationship Id="rId117" Type="http://schemas.openxmlformats.org/officeDocument/2006/relationships/customXml" Target="../ink/ink1123.xml"/><Relationship Id="rId21" Type="http://schemas.openxmlformats.org/officeDocument/2006/relationships/image" Target="../media/image1072.png"/><Relationship Id="rId42" Type="http://schemas.openxmlformats.org/officeDocument/2006/relationships/customXml" Target="../ink/ink1084.xml"/><Relationship Id="rId47" Type="http://schemas.openxmlformats.org/officeDocument/2006/relationships/customXml" Target="../ink/ink1087.xml"/><Relationship Id="rId63" Type="http://schemas.openxmlformats.org/officeDocument/2006/relationships/image" Target="../media/image1091.png"/><Relationship Id="rId68" Type="http://schemas.openxmlformats.org/officeDocument/2006/relationships/customXml" Target="../ink/ink1098.xml"/><Relationship Id="rId84" Type="http://schemas.openxmlformats.org/officeDocument/2006/relationships/image" Target="../media/image1101.png"/><Relationship Id="rId89" Type="http://schemas.openxmlformats.org/officeDocument/2006/relationships/customXml" Target="../ink/ink1109.xml"/><Relationship Id="rId112" Type="http://schemas.openxmlformats.org/officeDocument/2006/relationships/image" Target="../media/image1115.png"/><Relationship Id="rId16" Type="http://schemas.openxmlformats.org/officeDocument/2006/relationships/customXml" Target="../ink/ink1071.xml"/><Relationship Id="rId107" Type="http://schemas.openxmlformats.org/officeDocument/2006/relationships/customXml" Target="../ink/ink1118.xml"/><Relationship Id="rId11" Type="http://schemas.openxmlformats.org/officeDocument/2006/relationships/image" Target="../media/image41.png"/><Relationship Id="rId32" Type="http://schemas.openxmlformats.org/officeDocument/2006/relationships/customXml" Target="../ink/ink1079.xml"/><Relationship Id="rId37" Type="http://schemas.openxmlformats.org/officeDocument/2006/relationships/image" Target="../media/image1080.png"/><Relationship Id="rId53" Type="http://schemas.openxmlformats.org/officeDocument/2006/relationships/image" Target="../media/image1086.png"/><Relationship Id="rId58" Type="http://schemas.openxmlformats.org/officeDocument/2006/relationships/customXml" Target="../ink/ink1093.xml"/><Relationship Id="rId74" Type="http://schemas.openxmlformats.org/officeDocument/2006/relationships/image" Target="../media/image1096.png"/><Relationship Id="rId79" Type="http://schemas.openxmlformats.org/officeDocument/2006/relationships/customXml" Target="../ink/ink1104.xml"/><Relationship Id="rId102" Type="http://schemas.openxmlformats.org/officeDocument/2006/relationships/image" Target="../media/image1110.png"/><Relationship Id="rId123" Type="http://schemas.openxmlformats.org/officeDocument/2006/relationships/customXml" Target="../ink/ink1126.xml"/><Relationship Id="rId5" Type="http://schemas.openxmlformats.org/officeDocument/2006/relationships/image" Target="../media/image1065.png"/><Relationship Id="rId90" Type="http://schemas.openxmlformats.org/officeDocument/2006/relationships/image" Target="../media/image1104.png"/><Relationship Id="rId95" Type="http://schemas.openxmlformats.org/officeDocument/2006/relationships/customXml" Target="../ink/ink1112.xml"/><Relationship Id="rId22" Type="http://schemas.openxmlformats.org/officeDocument/2006/relationships/customXml" Target="../ink/ink1074.xml"/><Relationship Id="rId27" Type="http://schemas.openxmlformats.org/officeDocument/2006/relationships/image" Target="../media/image1075.png"/><Relationship Id="rId43" Type="http://schemas.openxmlformats.org/officeDocument/2006/relationships/image" Target="../media/image1083.png"/><Relationship Id="rId48" Type="http://schemas.openxmlformats.org/officeDocument/2006/relationships/image" Target="../media/image1085.png"/><Relationship Id="rId64" Type="http://schemas.openxmlformats.org/officeDocument/2006/relationships/customXml" Target="../ink/ink1096.xml"/><Relationship Id="rId69" Type="http://schemas.openxmlformats.org/officeDocument/2006/relationships/customXml" Target="../ink/ink1099.xml"/><Relationship Id="rId113" Type="http://schemas.openxmlformats.org/officeDocument/2006/relationships/customXml" Target="../ink/ink1121.xml"/><Relationship Id="rId118" Type="http://schemas.openxmlformats.org/officeDocument/2006/relationships/image" Target="../media/image1118.png"/><Relationship Id="rId80" Type="http://schemas.openxmlformats.org/officeDocument/2006/relationships/image" Target="../media/image1099.png"/><Relationship Id="rId85" Type="http://schemas.openxmlformats.org/officeDocument/2006/relationships/customXml" Target="../ink/ink1107.xml"/><Relationship Id="rId12" Type="http://schemas.openxmlformats.org/officeDocument/2006/relationships/customXml" Target="../ink/ink1069.xml"/><Relationship Id="rId17" Type="http://schemas.openxmlformats.org/officeDocument/2006/relationships/image" Target="../media/image1070.png"/><Relationship Id="rId33" Type="http://schemas.openxmlformats.org/officeDocument/2006/relationships/image" Target="../media/image1078.png"/><Relationship Id="rId38" Type="http://schemas.openxmlformats.org/officeDocument/2006/relationships/customXml" Target="../ink/ink1082.xml"/><Relationship Id="rId59" Type="http://schemas.openxmlformats.org/officeDocument/2006/relationships/image" Target="../media/image1089.png"/><Relationship Id="rId103" Type="http://schemas.openxmlformats.org/officeDocument/2006/relationships/customXml" Target="../ink/ink1116.xml"/><Relationship Id="rId108" Type="http://schemas.openxmlformats.org/officeDocument/2006/relationships/image" Target="../media/image1113.png"/><Relationship Id="rId124" Type="http://schemas.openxmlformats.org/officeDocument/2006/relationships/image" Target="../media/image1121.png"/><Relationship Id="rId54" Type="http://schemas.openxmlformats.org/officeDocument/2006/relationships/customXml" Target="../ink/ink1091.xml"/><Relationship Id="rId70" Type="http://schemas.openxmlformats.org/officeDocument/2006/relationships/image" Target="../media/image1094.png"/><Relationship Id="rId75" Type="http://schemas.openxmlformats.org/officeDocument/2006/relationships/customXml" Target="../ink/ink1102.xml"/><Relationship Id="rId91" Type="http://schemas.openxmlformats.org/officeDocument/2006/relationships/customXml" Target="../ink/ink1110.xml"/><Relationship Id="rId96" Type="http://schemas.openxmlformats.org/officeDocument/2006/relationships/image" Target="../media/image1107.png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1066.xml"/><Relationship Id="rId23" Type="http://schemas.openxmlformats.org/officeDocument/2006/relationships/image" Target="../media/image1073.png"/><Relationship Id="rId28" Type="http://schemas.openxmlformats.org/officeDocument/2006/relationships/customXml" Target="../ink/ink1077.xml"/><Relationship Id="rId49" Type="http://schemas.openxmlformats.org/officeDocument/2006/relationships/customXml" Target="../ink/ink1088.xml"/><Relationship Id="rId114" Type="http://schemas.openxmlformats.org/officeDocument/2006/relationships/image" Target="../media/image1116.png"/><Relationship Id="rId119" Type="http://schemas.openxmlformats.org/officeDocument/2006/relationships/customXml" Target="../ink/ink1124.xml"/><Relationship Id="rId44" Type="http://schemas.openxmlformats.org/officeDocument/2006/relationships/customXml" Target="../ink/ink1085.xml"/><Relationship Id="rId60" Type="http://schemas.openxmlformats.org/officeDocument/2006/relationships/customXml" Target="../ink/ink1094.xml"/><Relationship Id="rId65" Type="http://schemas.openxmlformats.org/officeDocument/2006/relationships/image" Target="../media/image1092.png"/><Relationship Id="rId81" Type="http://schemas.openxmlformats.org/officeDocument/2006/relationships/customXml" Target="../ink/ink1105.xml"/><Relationship Id="rId86" Type="http://schemas.openxmlformats.org/officeDocument/2006/relationships/image" Target="../media/image1102.png"/><Relationship Id="rId4" Type="http://schemas.openxmlformats.org/officeDocument/2006/relationships/customXml" Target="../ink/ink1065.xml"/><Relationship Id="rId9" Type="http://schemas.openxmlformats.org/officeDocument/2006/relationships/image" Target="../media/image1067.png"/><Relationship Id="rId13" Type="http://schemas.openxmlformats.org/officeDocument/2006/relationships/image" Target="../media/image1068.png"/><Relationship Id="rId18" Type="http://schemas.openxmlformats.org/officeDocument/2006/relationships/customXml" Target="../ink/ink1072.xml"/><Relationship Id="rId39" Type="http://schemas.openxmlformats.org/officeDocument/2006/relationships/image" Target="../media/image1081.png"/><Relationship Id="rId109" Type="http://schemas.openxmlformats.org/officeDocument/2006/relationships/customXml" Target="../ink/ink1119.xml"/><Relationship Id="rId34" Type="http://schemas.openxmlformats.org/officeDocument/2006/relationships/customXml" Target="../ink/ink1080.xml"/><Relationship Id="rId50" Type="http://schemas.openxmlformats.org/officeDocument/2006/relationships/image" Target="../media/image593.png"/><Relationship Id="rId55" Type="http://schemas.openxmlformats.org/officeDocument/2006/relationships/image" Target="../media/image1087.png"/><Relationship Id="rId76" Type="http://schemas.openxmlformats.org/officeDocument/2006/relationships/image" Target="../media/image1097.png"/><Relationship Id="rId97" Type="http://schemas.openxmlformats.org/officeDocument/2006/relationships/customXml" Target="../ink/ink1113.xml"/><Relationship Id="rId104" Type="http://schemas.openxmlformats.org/officeDocument/2006/relationships/image" Target="../media/image1111.png"/><Relationship Id="rId120" Type="http://schemas.openxmlformats.org/officeDocument/2006/relationships/image" Target="../media/image1119.png"/><Relationship Id="rId7" Type="http://schemas.openxmlformats.org/officeDocument/2006/relationships/image" Target="../media/image1066.png"/><Relationship Id="rId71" Type="http://schemas.openxmlformats.org/officeDocument/2006/relationships/customXml" Target="../ink/ink1100.xml"/><Relationship Id="rId92" Type="http://schemas.openxmlformats.org/officeDocument/2006/relationships/image" Target="../media/image1105.png"/><Relationship Id="rId2" Type="http://schemas.openxmlformats.org/officeDocument/2006/relationships/customXml" Target="../ink/ink1064.xml"/><Relationship Id="rId29" Type="http://schemas.openxmlformats.org/officeDocument/2006/relationships/image" Target="../media/image1076.png"/><Relationship Id="rId24" Type="http://schemas.openxmlformats.org/officeDocument/2006/relationships/customXml" Target="../ink/ink1075.xml"/><Relationship Id="rId40" Type="http://schemas.openxmlformats.org/officeDocument/2006/relationships/customXml" Target="../ink/ink1083.xml"/><Relationship Id="rId45" Type="http://schemas.openxmlformats.org/officeDocument/2006/relationships/image" Target="../media/image1084.png"/><Relationship Id="rId66" Type="http://schemas.openxmlformats.org/officeDocument/2006/relationships/customXml" Target="../ink/ink1097.xml"/><Relationship Id="rId87" Type="http://schemas.openxmlformats.org/officeDocument/2006/relationships/customXml" Target="../ink/ink1108.xml"/><Relationship Id="rId110" Type="http://schemas.openxmlformats.org/officeDocument/2006/relationships/image" Target="../media/image1114.png"/><Relationship Id="rId115" Type="http://schemas.openxmlformats.org/officeDocument/2006/relationships/customXml" Target="../ink/ink1122.xml"/><Relationship Id="rId61" Type="http://schemas.openxmlformats.org/officeDocument/2006/relationships/image" Target="../media/image1090.png"/><Relationship Id="rId82" Type="http://schemas.openxmlformats.org/officeDocument/2006/relationships/image" Target="../media/image1100.png"/><Relationship Id="rId19" Type="http://schemas.openxmlformats.org/officeDocument/2006/relationships/image" Target="../media/image1071.png"/><Relationship Id="rId14" Type="http://schemas.openxmlformats.org/officeDocument/2006/relationships/customXml" Target="../ink/ink1070.xml"/><Relationship Id="rId30" Type="http://schemas.openxmlformats.org/officeDocument/2006/relationships/customXml" Target="../ink/ink1078.xml"/><Relationship Id="rId35" Type="http://schemas.openxmlformats.org/officeDocument/2006/relationships/image" Target="../media/image1079.png"/><Relationship Id="rId56" Type="http://schemas.openxmlformats.org/officeDocument/2006/relationships/customXml" Target="../ink/ink1092.xml"/><Relationship Id="rId77" Type="http://schemas.openxmlformats.org/officeDocument/2006/relationships/customXml" Target="../ink/ink1103.xml"/><Relationship Id="rId100" Type="http://schemas.openxmlformats.org/officeDocument/2006/relationships/image" Target="../media/image1109.png"/><Relationship Id="rId105" Type="http://schemas.openxmlformats.org/officeDocument/2006/relationships/customXml" Target="../ink/ink1117.xml"/><Relationship Id="rId8" Type="http://schemas.openxmlformats.org/officeDocument/2006/relationships/customXml" Target="../ink/ink1067.xml"/><Relationship Id="rId51" Type="http://schemas.openxmlformats.org/officeDocument/2006/relationships/customXml" Target="../ink/ink1089.xml"/><Relationship Id="rId72" Type="http://schemas.openxmlformats.org/officeDocument/2006/relationships/image" Target="../media/image1095.png"/><Relationship Id="rId93" Type="http://schemas.openxmlformats.org/officeDocument/2006/relationships/customXml" Target="../ink/ink1111.xml"/><Relationship Id="rId98" Type="http://schemas.openxmlformats.org/officeDocument/2006/relationships/image" Target="../media/image1108.png"/><Relationship Id="rId121" Type="http://schemas.openxmlformats.org/officeDocument/2006/relationships/customXml" Target="../ink/ink1125.xml"/><Relationship Id="rId3" Type="http://schemas.openxmlformats.org/officeDocument/2006/relationships/image" Target="../media/image1064.png"/><Relationship Id="rId25" Type="http://schemas.openxmlformats.org/officeDocument/2006/relationships/image" Target="../media/image1074.png"/><Relationship Id="rId46" Type="http://schemas.openxmlformats.org/officeDocument/2006/relationships/customXml" Target="../ink/ink1086.xml"/><Relationship Id="rId67" Type="http://schemas.openxmlformats.org/officeDocument/2006/relationships/image" Target="../media/image1093.png"/><Relationship Id="rId116" Type="http://schemas.openxmlformats.org/officeDocument/2006/relationships/image" Target="../media/image1117.png"/><Relationship Id="rId20" Type="http://schemas.openxmlformats.org/officeDocument/2006/relationships/customXml" Target="../ink/ink1073.xml"/><Relationship Id="rId41" Type="http://schemas.openxmlformats.org/officeDocument/2006/relationships/image" Target="../media/image1082.png"/><Relationship Id="rId62" Type="http://schemas.openxmlformats.org/officeDocument/2006/relationships/customXml" Target="../ink/ink1095.xml"/><Relationship Id="rId83" Type="http://schemas.openxmlformats.org/officeDocument/2006/relationships/customXml" Target="../ink/ink1106.xml"/><Relationship Id="rId88" Type="http://schemas.openxmlformats.org/officeDocument/2006/relationships/image" Target="../media/image1103.png"/><Relationship Id="rId111" Type="http://schemas.openxmlformats.org/officeDocument/2006/relationships/customXml" Target="../ink/ink1120.xml"/><Relationship Id="rId15" Type="http://schemas.openxmlformats.org/officeDocument/2006/relationships/image" Target="../media/image1069.png"/><Relationship Id="rId36" Type="http://schemas.openxmlformats.org/officeDocument/2006/relationships/customXml" Target="../ink/ink1081.xml"/><Relationship Id="rId57" Type="http://schemas.openxmlformats.org/officeDocument/2006/relationships/image" Target="../media/image1088.png"/><Relationship Id="rId106" Type="http://schemas.openxmlformats.org/officeDocument/2006/relationships/image" Target="../media/image1112.png"/><Relationship Id="rId10" Type="http://schemas.openxmlformats.org/officeDocument/2006/relationships/customXml" Target="../ink/ink1068.xml"/><Relationship Id="rId31" Type="http://schemas.openxmlformats.org/officeDocument/2006/relationships/image" Target="../media/image1077.png"/><Relationship Id="rId52" Type="http://schemas.openxmlformats.org/officeDocument/2006/relationships/customXml" Target="../ink/ink1090.xml"/><Relationship Id="rId73" Type="http://schemas.openxmlformats.org/officeDocument/2006/relationships/customXml" Target="../ink/ink1101.xml"/><Relationship Id="rId78" Type="http://schemas.openxmlformats.org/officeDocument/2006/relationships/image" Target="../media/image1098.png"/><Relationship Id="rId94" Type="http://schemas.openxmlformats.org/officeDocument/2006/relationships/image" Target="../media/image1106.png"/><Relationship Id="rId99" Type="http://schemas.openxmlformats.org/officeDocument/2006/relationships/customXml" Target="../ink/ink1114.xml"/><Relationship Id="rId101" Type="http://schemas.openxmlformats.org/officeDocument/2006/relationships/customXml" Target="../ink/ink1115.xml"/><Relationship Id="rId122" Type="http://schemas.openxmlformats.org/officeDocument/2006/relationships/image" Target="../media/image1120.png"/></Relationships>
</file>

<file path=ppt/slides/_rels/slide14.xml.rels><?xml version="1.0" encoding="UTF-8" standalone="yes"?>
<Relationships xmlns="http://schemas.openxmlformats.org/package/2006/relationships"><Relationship Id="rId26" Type="http://schemas.openxmlformats.org/officeDocument/2006/relationships/image" Target="../media/image1134.png"/><Relationship Id="rId117" Type="http://schemas.openxmlformats.org/officeDocument/2006/relationships/customXml" Target="../ink/ink1184.xml"/><Relationship Id="rId21" Type="http://schemas.openxmlformats.org/officeDocument/2006/relationships/customXml" Target="../ink/ink1136.xml"/><Relationship Id="rId42" Type="http://schemas.openxmlformats.org/officeDocument/2006/relationships/image" Target="../media/image1142.png"/><Relationship Id="rId47" Type="http://schemas.openxmlformats.org/officeDocument/2006/relationships/customXml" Target="../ink/ink1149.xml"/><Relationship Id="rId63" Type="http://schemas.openxmlformats.org/officeDocument/2006/relationships/customXml" Target="../ink/ink1157.xml"/><Relationship Id="rId68" Type="http://schemas.openxmlformats.org/officeDocument/2006/relationships/image" Target="../media/image1154.png"/><Relationship Id="rId84" Type="http://schemas.openxmlformats.org/officeDocument/2006/relationships/image" Target="../media/image1162.png"/><Relationship Id="rId89" Type="http://schemas.openxmlformats.org/officeDocument/2006/relationships/customXml" Target="../ink/ink1170.xml"/><Relationship Id="rId112" Type="http://schemas.openxmlformats.org/officeDocument/2006/relationships/image" Target="../media/image1176.png"/><Relationship Id="rId16" Type="http://schemas.openxmlformats.org/officeDocument/2006/relationships/image" Target="../media/image1129.png"/><Relationship Id="rId107" Type="http://schemas.openxmlformats.org/officeDocument/2006/relationships/customXml" Target="../ink/ink1179.xml"/><Relationship Id="rId11" Type="http://schemas.openxmlformats.org/officeDocument/2006/relationships/customXml" Target="../ink/ink1131.xml"/><Relationship Id="rId32" Type="http://schemas.openxmlformats.org/officeDocument/2006/relationships/image" Target="../media/image1137.png"/><Relationship Id="rId37" Type="http://schemas.openxmlformats.org/officeDocument/2006/relationships/customXml" Target="../ink/ink1144.xml"/><Relationship Id="rId53" Type="http://schemas.openxmlformats.org/officeDocument/2006/relationships/customXml" Target="../ink/ink1152.xml"/><Relationship Id="rId58" Type="http://schemas.openxmlformats.org/officeDocument/2006/relationships/image" Target="../media/image1149.png"/><Relationship Id="rId74" Type="http://schemas.openxmlformats.org/officeDocument/2006/relationships/image" Target="../media/image1157.png"/><Relationship Id="rId79" Type="http://schemas.openxmlformats.org/officeDocument/2006/relationships/customXml" Target="../ink/ink1165.xml"/><Relationship Id="rId102" Type="http://schemas.openxmlformats.org/officeDocument/2006/relationships/image" Target="../media/image1171.png"/><Relationship Id="rId123" Type="http://schemas.openxmlformats.org/officeDocument/2006/relationships/customXml" Target="../ink/ink1187.xml"/><Relationship Id="rId128" Type="http://schemas.openxmlformats.org/officeDocument/2006/relationships/image" Target="../media/image1184.png"/><Relationship Id="rId5" Type="http://schemas.openxmlformats.org/officeDocument/2006/relationships/customXml" Target="../ink/ink1128.xml"/><Relationship Id="rId90" Type="http://schemas.openxmlformats.org/officeDocument/2006/relationships/image" Target="../media/image1165.png"/><Relationship Id="rId95" Type="http://schemas.openxmlformats.org/officeDocument/2006/relationships/customXml" Target="../ink/ink1173.xml"/><Relationship Id="rId22" Type="http://schemas.openxmlformats.org/officeDocument/2006/relationships/image" Target="../media/image1132.png"/><Relationship Id="rId27" Type="http://schemas.openxmlformats.org/officeDocument/2006/relationships/customXml" Target="../ink/ink1139.xml"/><Relationship Id="rId43" Type="http://schemas.openxmlformats.org/officeDocument/2006/relationships/customXml" Target="../ink/ink1147.xml"/><Relationship Id="rId48" Type="http://schemas.openxmlformats.org/officeDocument/2006/relationships/image" Target="../media/image1144.png"/><Relationship Id="rId64" Type="http://schemas.openxmlformats.org/officeDocument/2006/relationships/image" Target="../media/image1152.png"/><Relationship Id="rId69" Type="http://schemas.openxmlformats.org/officeDocument/2006/relationships/customXml" Target="../ink/ink1160.xml"/><Relationship Id="rId113" Type="http://schemas.openxmlformats.org/officeDocument/2006/relationships/customXml" Target="../ink/ink1182.xml"/><Relationship Id="rId118" Type="http://schemas.openxmlformats.org/officeDocument/2006/relationships/image" Target="../media/image1179.png"/><Relationship Id="rId80" Type="http://schemas.openxmlformats.org/officeDocument/2006/relationships/image" Target="../media/image1160.png"/><Relationship Id="rId85" Type="http://schemas.openxmlformats.org/officeDocument/2006/relationships/customXml" Target="../ink/ink1168.xml"/><Relationship Id="rId12" Type="http://schemas.openxmlformats.org/officeDocument/2006/relationships/image" Target="../media/image1127.png"/><Relationship Id="rId17" Type="http://schemas.openxmlformats.org/officeDocument/2006/relationships/customXml" Target="../ink/ink1134.xml"/><Relationship Id="rId33" Type="http://schemas.openxmlformats.org/officeDocument/2006/relationships/customXml" Target="../ink/ink1142.xml"/><Relationship Id="rId38" Type="http://schemas.openxmlformats.org/officeDocument/2006/relationships/image" Target="../media/image1140.png"/><Relationship Id="rId59" Type="http://schemas.openxmlformats.org/officeDocument/2006/relationships/customXml" Target="../ink/ink1155.xml"/><Relationship Id="rId103" Type="http://schemas.openxmlformats.org/officeDocument/2006/relationships/customXml" Target="../ink/ink1177.xml"/><Relationship Id="rId108" Type="http://schemas.openxmlformats.org/officeDocument/2006/relationships/image" Target="../media/image1174.png"/><Relationship Id="rId124" Type="http://schemas.openxmlformats.org/officeDocument/2006/relationships/image" Target="../media/image1182.png"/><Relationship Id="rId54" Type="http://schemas.openxmlformats.org/officeDocument/2006/relationships/image" Target="../media/image1147.png"/><Relationship Id="rId70" Type="http://schemas.openxmlformats.org/officeDocument/2006/relationships/image" Target="../media/image1155.png"/><Relationship Id="rId75" Type="http://schemas.openxmlformats.org/officeDocument/2006/relationships/customXml" Target="../ink/ink1163.xml"/><Relationship Id="rId91" Type="http://schemas.openxmlformats.org/officeDocument/2006/relationships/customXml" Target="../ink/ink1171.xml"/><Relationship Id="rId96" Type="http://schemas.openxmlformats.org/officeDocument/2006/relationships/image" Target="../media/image116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24.png"/><Relationship Id="rId23" Type="http://schemas.openxmlformats.org/officeDocument/2006/relationships/customXml" Target="../ink/ink1137.xml"/><Relationship Id="rId28" Type="http://schemas.openxmlformats.org/officeDocument/2006/relationships/image" Target="../media/image1135.png"/><Relationship Id="rId49" Type="http://schemas.openxmlformats.org/officeDocument/2006/relationships/customXml" Target="../ink/ink1150.xml"/><Relationship Id="rId114" Type="http://schemas.openxmlformats.org/officeDocument/2006/relationships/image" Target="../media/image1177.png"/><Relationship Id="rId119" Type="http://schemas.openxmlformats.org/officeDocument/2006/relationships/customXml" Target="../ink/ink1185.xml"/><Relationship Id="rId44" Type="http://schemas.openxmlformats.org/officeDocument/2006/relationships/image" Target="../media/image1143.png"/><Relationship Id="rId60" Type="http://schemas.openxmlformats.org/officeDocument/2006/relationships/image" Target="../media/image1150.png"/><Relationship Id="rId65" Type="http://schemas.openxmlformats.org/officeDocument/2006/relationships/customXml" Target="../ink/ink1158.xml"/><Relationship Id="rId81" Type="http://schemas.openxmlformats.org/officeDocument/2006/relationships/customXml" Target="../ink/ink1166.xml"/><Relationship Id="rId86" Type="http://schemas.openxmlformats.org/officeDocument/2006/relationships/image" Target="../media/image1163.png"/><Relationship Id="rId13" Type="http://schemas.openxmlformats.org/officeDocument/2006/relationships/customXml" Target="../ink/ink1132.xml"/><Relationship Id="rId18" Type="http://schemas.openxmlformats.org/officeDocument/2006/relationships/image" Target="../media/image1130.png"/><Relationship Id="rId39" Type="http://schemas.openxmlformats.org/officeDocument/2006/relationships/customXml" Target="../ink/ink1145.xml"/><Relationship Id="rId109" Type="http://schemas.openxmlformats.org/officeDocument/2006/relationships/customXml" Target="../ink/ink1180.xml"/><Relationship Id="rId34" Type="http://schemas.openxmlformats.org/officeDocument/2006/relationships/image" Target="../media/image1138.png"/><Relationship Id="rId50" Type="http://schemas.openxmlformats.org/officeDocument/2006/relationships/image" Target="../media/image1145.png"/><Relationship Id="rId55" Type="http://schemas.openxmlformats.org/officeDocument/2006/relationships/customXml" Target="../ink/ink1153.xml"/><Relationship Id="rId76" Type="http://schemas.openxmlformats.org/officeDocument/2006/relationships/image" Target="../media/image1158.png"/><Relationship Id="rId97" Type="http://schemas.openxmlformats.org/officeDocument/2006/relationships/customXml" Target="../ink/ink1174.xml"/><Relationship Id="rId104" Type="http://schemas.openxmlformats.org/officeDocument/2006/relationships/image" Target="../media/image1172.png"/><Relationship Id="rId120" Type="http://schemas.openxmlformats.org/officeDocument/2006/relationships/image" Target="../media/image1180.png"/><Relationship Id="rId125" Type="http://schemas.openxmlformats.org/officeDocument/2006/relationships/customXml" Target="../ink/ink1188.xml"/><Relationship Id="rId7" Type="http://schemas.openxmlformats.org/officeDocument/2006/relationships/customXml" Target="../ink/ink1129.xml"/><Relationship Id="rId71" Type="http://schemas.openxmlformats.org/officeDocument/2006/relationships/customXml" Target="../ink/ink1161.xml"/><Relationship Id="rId92" Type="http://schemas.openxmlformats.org/officeDocument/2006/relationships/image" Target="../media/image1166.png"/><Relationship Id="rId2" Type="http://schemas.openxmlformats.org/officeDocument/2006/relationships/image" Target="../media/image1122.png"/><Relationship Id="rId29" Type="http://schemas.openxmlformats.org/officeDocument/2006/relationships/customXml" Target="../ink/ink1140.xml"/><Relationship Id="rId24" Type="http://schemas.openxmlformats.org/officeDocument/2006/relationships/image" Target="../media/image1133.png"/><Relationship Id="rId40" Type="http://schemas.openxmlformats.org/officeDocument/2006/relationships/image" Target="../media/image1141.png"/><Relationship Id="rId45" Type="http://schemas.openxmlformats.org/officeDocument/2006/relationships/customXml" Target="../ink/ink1148.xml"/><Relationship Id="rId66" Type="http://schemas.openxmlformats.org/officeDocument/2006/relationships/image" Target="../media/image1153.png"/><Relationship Id="rId87" Type="http://schemas.openxmlformats.org/officeDocument/2006/relationships/customXml" Target="../ink/ink1169.xml"/><Relationship Id="rId110" Type="http://schemas.openxmlformats.org/officeDocument/2006/relationships/image" Target="../media/image1175.png"/><Relationship Id="rId115" Type="http://schemas.openxmlformats.org/officeDocument/2006/relationships/customXml" Target="../ink/ink1183.xml"/><Relationship Id="rId61" Type="http://schemas.openxmlformats.org/officeDocument/2006/relationships/customXml" Target="../ink/ink1156.xml"/><Relationship Id="rId82" Type="http://schemas.openxmlformats.org/officeDocument/2006/relationships/image" Target="../media/image1161.png"/><Relationship Id="rId19" Type="http://schemas.openxmlformats.org/officeDocument/2006/relationships/customXml" Target="../ink/ink1135.xml"/><Relationship Id="rId14" Type="http://schemas.openxmlformats.org/officeDocument/2006/relationships/image" Target="../media/image1128.png"/><Relationship Id="rId30" Type="http://schemas.openxmlformats.org/officeDocument/2006/relationships/image" Target="../media/image1136.png"/><Relationship Id="rId35" Type="http://schemas.openxmlformats.org/officeDocument/2006/relationships/customXml" Target="../ink/ink1143.xml"/><Relationship Id="rId56" Type="http://schemas.openxmlformats.org/officeDocument/2006/relationships/image" Target="../media/image1148.png"/><Relationship Id="rId77" Type="http://schemas.openxmlformats.org/officeDocument/2006/relationships/customXml" Target="../ink/ink1164.xml"/><Relationship Id="rId100" Type="http://schemas.openxmlformats.org/officeDocument/2006/relationships/image" Target="../media/image1170.png"/><Relationship Id="rId105" Type="http://schemas.openxmlformats.org/officeDocument/2006/relationships/customXml" Target="../ink/ink1178.xml"/><Relationship Id="rId126" Type="http://schemas.openxmlformats.org/officeDocument/2006/relationships/image" Target="../media/image1183.png"/><Relationship Id="rId8" Type="http://schemas.openxmlformats.org/officeDocument/2006/relationships/image" Target="../media/image1125.png"/><Relationship Id="rId51" Type="http://schemas.openxmlformats.org/officeDocument/2006/relationships/customXml" Target="../ink/ink1151.xml"/><Relationship Id="rId72" Type="http://schemas.openxmlformats.org/officeDocument/2006/relationships/image" Target="../media/image1156.png"/><Relationship Id="rId93" Type="http://schemas.openxmlformats.org/officeDocument/2006/relationships/customXml" Target="../ink/ink1172.xml"/><Relationship Id="rId98" Type="http://schemas.openxmlformats.org/officeDocument/2006/relationships/image" Target="../media/image1169.png"/><Relationship Id="rId121" Type="http://schemas.openxmlformats.org/officeDocument/2006/relationships/customXml" Target="../ink/ink1186.xml"/><Relationship Id="rId3" Type="http://schemas.openxmlformats.org/officeDocument/2006/relationships/customXml" Target="../ink/ink1127.xml"/><Relationship Id="rId25" Type="http://schemas.openxmlformats.org/officeDocument/2006/relationships/customXml" Target="../ink/ink1138.xml"/><Relationship Id="rId46" Type="http://schemas.openxmlformats.org/officeDocument/2006/relationships/image" Target="../media/image916.png"/><Relationship Id="rId67" Type="http://schemas.openxmlformats.org/officeDocument/2006/relationships/customXml" Target="../ink/ink1159.xml"/><Relationship Id="rId116" Type="http://schemas.openxmlformats.org/officeDocument/2006/relationships/image" Target="../media/image1178.png"/><Relationship Id="rId20" Type="http://schemas.openxmlformats.org/officeDocument/2006/relationships/image" Target="../media/image1131.png"/><Relationship Id="rId41" Type="http://schemas.openxmlformats.org/officeDocument/2006/relationships/customXml" Target="../ink/ink1146.xml"/><Relationship Id="rId62" Type="http://schemas.openxmlformats.org/officeDocument/2006/relationships/image" Target="../media/image1151.png"/><Relationship Id="rId83" Type="http://schemas.openxmlformats.org/officeDocument/2006/relationships/customXml" Target="../ink/ink1167.xml"/><Relationship Id="rId88" Type="http://schemas.openxmlformats.org/officeDocument/2006/relationships/image" Target="../media/image1164.png"/><Relationship Id="rId111" Type="http://schemas.openxmlformats.org/officeDocument/2006/relationships/customXml" Target="../ink/ink1181.xml"/><Relationship Id="rId15" Type="http://schemas.openxmlformats.org/officeDocument/2006/relationships/customXml" Target="../ink/ink1133.xml"/><Relationship Id="rId36" Type="http://schemas.openxmlformats.org/officeDocument/2006/relationships/image" Target="../media/image1139.png"/><Relationship Id="rId57" Type="http://schemas.openxmlformats.org/officeDocument/2006/relationships/customXml" Target="../ink/ink1154.xml"/><Relationship Id="rId106" Type="http://schemas.openxmlformats.org/officeDocument/2006/relationships/image" Target="../media/image1173.png"/><Relationship Id="rId127" Type="http://schemas.openxmlformats.org/officeDocument/2006/relationships/customXml" Target="../ink/ink1189.xml"/><Relationship Id="rId10" Type="http://schemas.openxmlformats.org/officeDocument/2006/relationships/image" Target="../media/image1126.png"/><Relationship Id="rId31" Type="http://schemas.openxmlformats.org/officeDocument/2006/relationships/customXml" Target="../ink/ink1141.xml"/><Relationship Id="rId52" Type="http://schemas.openxmlformats.org/officeDocument/2006/relationships/image" Target="../media/image1146.png"/><Relationship Id="rId73" Type="http://schemas.openxmlformats.org/officeDocument/2006/relationships/customXml" Target="../ink/ink1162.xml"/><Relationship Id="rId78" Type="http://schemas.openxmlformats.org/officeDocument/2006/relationships/image" Target="../media/image1159.png"/><Relationship Id="rId94" Type="http://schemas.openxmlformats.org/officeDocument/2006/relationships/image" Target="../media/image1167.png"/><Relationship Id="rId99" Type="http://schemas.openxmlformats.org/officeDocument/2006/relationships/customXml" Target="../ink/ink1175.xml"/><Relationship Id="rId101" Type="http://schemas.openxmlformats.org/officeDocument/2006/relationships/customXml" Target="../ink/ink1176.xml"/><Relationship Id="rId122" Type="http://schemas.openxmlformats.org/officeDocument/2006/relationships/image" Target="../media/image1181.png"/><Relationship Id="rId4" Type="http://schemas.openxmlformats.org/officeDocument/2006/relationships/image" Target="../media/image1123.png"/><Relationship Id="rId9" Type="http://schemas.openxmlformats.org/officeDocument/2006/relationships/customXml" Target="../ink/ink1130.xml"/></Relationships>
</file>

<file path=ppt/slides/_rels/slide15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1239.png"/><Relationship Id="rId299" Type="http://schemas.openxmlformats.org/officeDocument/2006/relationships/image" Target="../media/image1326.png"/><Relationship Id="rId21" Type="http://schemas.openxmlformats.org/officeDocument/2006/relationships/image" Target="../media/image1192.png"/><Relationship Id="rId63" Type="http://schemas.openxmlformats.org/officeDocument/2006/relationships/image" Target="../media/image1213.png"/><Relationship Id="rId159" Type="http://schemas.openxmlformats.org/officeDocument/2006/relationships/image" Target="../media/image1259.png"/><Relationship Id="rId324" Type="http://schemas.openxmlformats.org/officeDocument/2006/relationships/image" Target="../media/image1338.png"/><Relationship Id="rId366" Type="http://schemas.openxmlformats.org/officeDocument/2006/relationships/image" Target="../media/image1359.png"/><Relationship Id="rId170" Type="http://schemas.openxmlformats.org/officeDocument/2006/relationships/customXml" Target="../ink/ink1274.xml"/><Relationship Id="rId226" Type="http://schemas.openxmlformats.org/officeDocument/2006/relationships/image" Target="../media/image1290.png"/><Relationship Id="rId268" Type="http://schemas.openxmlformats.org/officeDocument/2006/relationships/customXml" Target="../ink/ink1324.xml"/><Relationship Id="rId32" Type="http://schemas.openxmlformats.org/officeDocument/2006/relationships/customXml" Target="../ink/ink1205.xml"/><Relationship Id="rId74" Type="http://schemas.openxmlformats.org/officeDocument/2006/relationships/customXml" Target="../ink/ink1226.xml"/><Relationship Id="rId128" Type="http://schemas.openxmlformats.org/officeDocument/2006/relationships/customXml" Target="../ink/ink1253.xml"/><Relationship Id="rId335" Type="http://schemas.openxmlformats.org/officeDocument/2006/relationships/customXml" Target="../ink/ink1358.xml"/><Relationship Id="rId377" Type="http://schemas.openxmlformats.org/officeDocument/2006/relationships/customXml" Target="../ink/ink1379.xml"/><Relationship Id="rId5" Type="http://schemas.openxmlformats.org/officeDocument/2006/relationships/image" Target="../media/image732.png"/><Relationship Id="rId181" Type="http://schemas.openxmlformats.org/officeDocument/2006/relationships/image" Target="../media/image1269.png"/><Relationship Id="rId237" Type="http://schemas.openxmlformats.org/officeDocument/2006/relationships/customXml" Target="../ink/ink1308.xml"/><Relationship Id="rId279" Type="http://schemas.openxmlformats.org/officeDocument/2006/relationships/image" Target="../media/image1316.png"/><Relationship Id="rId43" Type="http://schemas.openxmlformats.org/officeDocument/2006/relationships/image" Target="../media/image1203.png"/><Relationship Id="rId139" Type="http://schemas.openxmlformats.org/officeDocument/2006/relationships/image" Target="../media/image1249.png"/><Relationship Id="rId290" Type="http://schemas.openxmlformats.org/officeDocument/2006/relationships/customXml" Target="../ink/ink1335.xml"/><Relationship Id="rId304" Type="http://schemas.openxmlformats.org/officeDocument/2006/relationships/customXml" Target="../ink/ink1342.xml"/><Relationship Id="rId346" Type="http://schemas.openxmlformats.org/officeDocument/2006/relationships/image" Target="../media/image1349.png"/><Relationship Id="rId388" Type="http://schemas.openxmlformats.org/officeDocument/2006/relationships/image" Target="../media/image1370.png"/><Relationship Id="rId85" Type="http://schemas.openxmlformats.org/officeDocument/2006/relationships/image" Target="../media/image1224.png"/><Relationship Id="rId150" Type="http://schemas.openxmlformats.org/officeDocument/2006/relationships/customXml" Target="../ink/ink1264.xml"/><Relationship Id="rId192" Type="http://schemas.openxmlformats.org/officeDocument/2006/relationships/customXml" Target="../ink/ink1285.xml"/><Relationship Id="rId206" Type="http://schemas.openxmlformats.org/officeDocument/2006/relationships/image" Target="../media/image1281.png"/><Relationship Id="rId248" Type="http://schemas.openxmlformats.org/officeDocument/2006/relationships/image" Target="../media/image1301.png"/><Relationship Id="rId12" Type="http://schemas.openxmlformats.org/officeDocument/2006/relationships/customXml" Target="../ink/ink1195.xml"/><Relationship Id="rId108" Type="http://schemas.openxmlformats.org/officeDocument/2006/relationships/customXml" Target="../ink/ink1243.xml"/><Relationship Id="rId315" Type="http://schemas.openxmlformats.org/officeDocument/2006/relationships/customXml" Target="../ink/ink1348.xml"/><Relationship Id="rId357" Type="http://schemas.openxmlformats.org/officeDocument/2006/relationships/customXml" Target="../ink/ink1369.xml"/><Relationship Id="rId54" Type="http://schemas.openxmlformats.org/officeDocument/2006/relationships/customXml" Target="../ink/ink1216.xml"/><Relationship Id="rId96" Type="http://schemas.openxmlformats.org/officeDocument/2006/relationships/customXml" Target="../ink/ink1237.xml"/><Relationship Id="rId161" Type="http://schemas.openxmlformats.org/officeDocument/2006/relationships/image" Target="../media/image1260.png"/><Relationship Id="rId217" Type="http://schemas.openxmlformats.org/officeDocument/2006/relationships/customXml" Target="../ink/ink1298.xml"/><Relationship Id="rId259" Type="http://schemas.openxmlformats.org/officeDocument/2006/relationships/image" Target="../media/image1306.png"/><Relationship Id="rId23" Type="http://schemas.openxmlformats.org/officeDocument/2006/relationships/image" Target="../media/image1193.png"/><Relationship Id="rId119" Type="http://schemas.openxmlformats.org/officeDocument/2006/relationships/image" Target="../media/image1240.png"/><Relationship Id="rId270" Type="http://schemas.openxmlformats.org/officeDocument/2006/relationships/customXml" Target="../ink/ink1325.xml"/><Relationship Id="rId326" Type="http://schemas.openxmlformats.org/officeDocument/2006/relationships/image" Target="../media/image1339.png"/><Relationship Id="rId65" Type="http://schemas.openxmlformats.org/officeDocument/2006/relationships/image" Target="../media/image1214.png"/><Relationship Id="rId130" Type="http://schemas.openxmlformats.org/officeDocument/2006/relationships/customXml" Target="../ink/ink1254.xml"/><Relationship Id="rId368" Type="http://schemas.openxmlformats.org/officeDocument/2006/relationships/image" Target="../media/image1360.png"/><Relationship Id="rId172" Type="http://schemas.openxmlformats.org/officeDocument/2006/relationships/customXml" Target="../ink/ink1275.xml"/><Relationship Id="rId228" Type="http://schemas.openxmlformats.org/officeDocument/2006/relationships/image" Target="../media/image1291.png"/><Relationship Id="rId281" Type="http://schemas.openxmlformats.org/officeDocument/2006/relationships/image" Target="../media/image1317.png"/><Relationship Id="rId337" Type="http://schemas.openxmlformats.org/officeDocument/2006/relationships/customXml" Target="../ink/ink1359.xml"/><Relationship Id="rId34" Type="http://schemas.openxmlformats.org/officeDocument/2006/relationships/customXml" Target="../ink/ink1206.xml"/><Relationship Id="rId76" Type="http://schemas.openxmlformats.org/officeDocument/2006/relationships/customXml" Target="../ink/ink1227.xml"/><Relationship Id="rId141" Type="http://schemas.openxmlformats.org/officeDocument/2006/relationships/image" Target="../media/image1250.png"/><Relationship Id="rId379" Type="http://schemas.openxmlformats.org/officeDocument/2006/relationships/customXml" Target="../ink/ink1380.xml"/><Relationship Id="rId7" Type="http://schemas.openxmlformats.org/officeDocument/2006/relationships/image" Target="../media/image1186.png"/><Relationship Id="rId183" Type="http://schemas.openxmlformats.org/officeDocument/2006/relationships/image" Target="../media/image1270.png"/><Relationship Id="rId239" Type="http://schemas.openxmlformats.org/officeDocument/2006/relationships/customXml" Target="../ink/ink1309.xml"/><Relationship Id="rId390" Type="http://schemas.openxmlformats.org/officeDocument/2006/relationships/image" Target="../media/image1371.png"/><Relationship Id="rId250" Type="http://schemas.openxmlformats.org/officeDocument/2006/relationships/customXml" Target="../ink/ink1315.xml"/><Relationship Id="rId292" Type="http://schemas.openxmlformats.org/officeDocument/2006/relationships/customXml" Target="../ink/ink1336.xml"/><Relationship Id="rId306" Type="http://schemas.openxmlformats.org/officeDocument/2006/relationships/customXml" Target="../ink/ink1343.xml"/><Relationship Id="rId45" Type="http://schemas.openxmlformats.org/officeDocument/2006/relationships/image" Target="../media/image1204.png"/><Relationship Id="rId87" Type="http://schemas.openxmlformats.org/officeDocument/2006/relationships/image" Target="../media/image41.png"/><Relationship Id="rId110" Type="http://schemas.openxmlformats.org/officeDocument/2006/relationships/customXml" Target="../ink/ink1244.xml"/><Relationship Id="rId348" Type="http://schemas.openxmlformats.org/officeDocument/2006/relationships/image" Target="../media/image1350.png"/><Relationship Id="rId152" Type="http://schemas.openxmlformats.org/officeDocument/2006/relationships/customXml" Target="../ink/ink1265.xml"/><Relationship Id="rId194" Type="http://schemas.openxmlformats.org/officeDocument/2006/relationships/customXml" Target="../ink/ink1286.xml"/><Relationship Id="rId208" Type="http://schemas.openxmlformats.org/officeDocument/2006/relationships/image" Target="../media/image1282.png"/><Relationship Id="rId261" Type="http://schemas.openxmlformats.org/officeDocument/2006/relationships/image" Target="../media/image1307.png"/><Relationship Id="rId14" Type="http://schemas.openxmlformats.org/officeDocument/2006/relationships/customXml" Target="../ink/ink1196.xml"/><Relationship Id="rId56" Type="http://schemas.openxmlformats.org/officeDocument/2006/relationships/customXml" Target="../ink/ink1217.xml"/><Relationship Id="rId317" Type="http://schemas.openxmlformats.org/officeDocument/2006/relationships/customXml" Target="../ink/ink1349.xml"/><Relationship Id="rId359" Type="http://schemas.openxmlformats.org/officeDocument/2006/relationships/customXml" Target="../ink/ink1370.xml"/><Relationship Id="rId98" Type="http://schemas.openxmlformats.org/officeDocument/2006/relationships/customXml" Target="../ink/ink1238.xml"/><Relationship Id="rId121" Type="http://schemas.openxmlformats.org/officeDocument/2006/relationships/image" Target="../media/image1241.png"/><Relationship Id="rId163" Type="http://schemas.openxmlformats.org/officeDocument/2006/relationships/image" Target="../media/image1261.png"/><Relationship Id="rId219" Type="http://schemas.openxmlformats.org/officeDocument/2006/relationships/customXml" Target="../ink/ink1299.xml"/><Relationship Id="rId370" Type="http://schemas.openxmlformats.org/officeDocument/2006/relationships/image" Target="../media/image1361.png"/><Relationship Id="rId230" Type="http://schemas.openxmlformats.org/officeDocument/2006/relationships/image" Target="../media/image1292.png"/><Relationship Id="rId25" Type="http://schemas.openxmlformats.org/officeDocument/2006/relationships/image" Target="../media/image1194.png"/><Relationship Id="rId67" Type="http://schemas.openxmlformats.org/officeDocument/2006/relationships/image" Target="../media/image1215.png"/><Relationship Id="rId272" Type="http://schemas.openxmlformats.org/officeDocument/2006/relationships/customXml" Target="../ink/ink1326.xml"/><Relationship Id="rId328" Type="http://schemas.openxmlformats.org/officeDocument/2006/relationships/image" Target="../media/image1340.png"/><Relationship Id="rId132" Type="http://schemas.openxmlformats.org/officeDocument/2006/relationships/customXml" Target="../ink/ink1255.xml"/><Relationship Id="rId174" Type="http://schemas.openxmlformats.org/officeDocument/2006/relationships/customXml" Target="../ink/ink1276.xml"/><Relationship Id="rId381" Type="http://schemas.openxmlformats.org/officeDocument/2006/relationships/customXml" Target="../ink/ink1381.xml"/><Relationship Id="rId241" Type="http://schemas.openxmlformats.org/officeDocument/2006/relationships/customXml" Target="../ink/ink1310.xml"/><Relationship Id="rId36" Type="http://schemas.openxmlformats.org/officeDocument/2006/relationships/customXml" Target="../ink/ink1207.xml"/><Relationship Id="rId283" Type="http://schemas.openxmlformats.org/officeDocument/2006/relationships/image" Target="../media/image1318.png"/><Relationship Id="rId339" Type="http://schemas.openxmlformats.org/officeDocument/2006/relationships/customXml" Target="../ink/ink1360.xml"/><Relationship Id="rId78" Type="http://schemas.openxmlformats.org/officeDocument/2006/relationships/customXml" Target="../ink/ink1228.xml"/><Relationship Id="rId101" Type="http://schemas.openxmlformats.org/officeDocument/2006/relationships/image" Target="../media/image1231.png"/><Relationship Id="rId143" Type="http://schemas.openxmlformats.org/officeDocument/2006/relationships/image" Target="../media/image1251.png"/><Relationship Id="rId185" Type="http://schemas.openxmlformats.org/officeDocument/2006/relationships/image" Target="../media/image1271.png"/><Relationship Id="rId350" Type="http://schemas.openxmlformats.org/officeDocument/2006/relationships/image" Target="../media/image1351.png"/><Relationship Id="rId9" Type="http://schemas.openxmlformats.org/officeDocument/2006/relationships/image" Target="../media/image850.png"/><Relationship Id="rId210" Type="http://schemas.openxmlformats.org/officeDocument/2006/relationships/image" Target="../media/image1283.png"/><Relationship Id="rId252" Type="http://schemas.openxmlformats.org/officeDocument/2006/relationships/customXml" Target="../ink/ink1316.xml"/><Relationship Id="rId294" Type="http://schemas.openxmlformats.org/officeDocument/2006/relationships/customXml" Target="../ink/ink1337.xml"/><Relationship Id="rId308" Type="http://schemas.openxmlformats.org/officeDocument/2006/relationships/customXml" Target="../ink/ink1344.xml"/><Relationship Id="rId47" Type="http://schemas.openxmlformats.org/officeDocument/2006/relationships/image" Target="../media/image1205.png"/><Relationship Id="rId89" Type="http://schemas.openxmlformats.org/officeDocument/2006/relationships/image" Target="../media/image1225.png"/><Relationship Id="rId112" Type="http://schemas.openxmlformats.org/officeDocument/2006/relationships/customXml" Target="../ink/ink1245.xml"/><Relationship Id="rId154" Type="http://schemas.openxmlformats.org/officeDocument/2006/relationships/customXml" Target="../ink/ink1266.xml"/><Relationship Id="rId361" Type="http://schemas.openxmlformats.org/officeDocument/2006/relationships/customXml" Target="../ink/ink1371.xml"/><Relationship Id="rId196" Type="http://schemas.openxmlformats.org/officeDocument/2006/relationships/customXml" Target="../ink/ink1287.xml"/><Relationship Id="rId200" Type="http://schemas.openxmlformats.org/officeDocument/2006/relationships/customXml" Target="../ink/ink1289.xml"/><Relationship Id="rId382" Type="http://schemas.openxmlformats.org/officeDocument/2006/relationships/image" Target="../media/image1367.png"/><Relationship Id="rId16" Type="http://schemas.openxmlformats.org/officeDocument/2006/relationships/customXml" Target="../ink/ink1197.xml"/><Relationship Id="rId221" Type="http://schemas.openxmlformats.org/officeDocument/2006/relationships/customXml" Target="../ink/ink1300.xml"/><Relationship Id="rId242" Type="http://schemas.openxmlformats.org/officeDocument/2006/relationships/image" Target="../media/image1298.png"/><Relationship Id="rId263" Type="http://schemas.openxmlformats.org/officeDocument/2006/relationships/image" Target="../media/image1308.png"/><Relationship Id="rId284" Type="http://schemas.openxmlformats.org/officeDocument/2006/relationships/customXml" Target="../ink/ink1332.xml"/><Relationship Id="rId319" Type="http://schemas.openxmlformats.org/officeDocument/2006/relationships/customXml" Target="../ink/ink1350.xml"/><Relationship Id="rId37" Type="http://schemas.openxmlformats.org/officeDocument/2006/relationships/image" Target="../media/image1200.png"/><Relationship Id="rId58" Type="http://schemas.openxmlformats.org/officeDocument/2006/relationships/customXml" Target="../ink/ink1218.xml"/><Relationship Id="rId79" Type="http://schemas.openxmlformats.org/officeDocument/2006/relationships/image" Target="../media/image1221.png"/><Relationship Id="rId102" Type="http://schemas.openxmlformats.org/officeDocument/2006/relationships/customXml" Target="../ink/ink1240.xml"/><Relationship Id="rId123" Type="http://schemas.openxmlformats.org/officeDocument/2006/relationships/image" Target="../media/image1242.png"/><Relationship Id="rId144" Type="http://schemas.openxmlformats.org/officeDocument/2006/relationships/customXml" Target="../ink/ink1261.xml"/><Relationship Id="rId330" Type="http://schemas.openxmlformats.org/officeDocument/2006/relationships/image" Target="../media/image1341.png"/><Relationship Id="rId90" Type="http://schemas.openxmlformats.org/officeDocument/2006/relationships/customXml" Target="../ink/ink1234.xml"/><Relationship Id="rId165" Type="http://schemas.openxmlformats.org/officeDocument/2006/relationships/image" Target="../media/image1262.png"/><Relationship Id="rId186" Type="http://schemas.openxmlformats.org/officeDocument/2006/relationships/customXml" Target="../ink/ink1282.xml"/><Relationship Id="rId351" Type="http://schemas.openxmlformats.org/officeDocument/2006/relationships/customXml" Target="../ink/ink1366.xml"/><Relationship Id="rId372" Type="http://schemas.openxmlformats.org/officeDocument/2006/relationships/image" Target="../media/image1362.png"/><Relationship Id="rId211" Type="http://schemas.openxmlformats.org/officeDocument/2006/relationships/customXml" Target="../ink/ink1295.xml"/><Relationship Id="rId232" Type="http://schemas.openxmlformats.org/officeDocument/2006/relationships/image" Target="../media/image1293.png"/><Relationship Id="rId253" Type="http://schemas.openxmlformats.org/officeDocument/2006/relationships/image" Target="../media/image1303.png"/><Relationship Id="rId274" Type="http://schemas.openxmlformats.org/officeDocument/2006/relationships/customXml" Target="../ink/ink1327.xml"/><Relationship Id="rId295" Type="http://schemas.openxmlformats.org/officeDocument/2006/relationships/image" Target="../media/image1324.png"/><Relationship Id="rId309" Type="http://schemas.openxmlformats.org/officeDocument/2006/relationships/customXml" Target="../ink/ink1345.xml"/><Relationship Id="rId27" Type="http://schemas.openxmlformats.org/officeDocument/2006/relationships/image" Target="../media/image1195.png"/><Relationship Id="rId48" Type="http://schemas.openxmlformats.org/officeDocument/2006/relationships/customXml" Target="../ink/ink1213.xml"/><Relationship Id="rId69" Type="http://schemas.openxmlformats.org/officeDocument/2006/relationships/image" Target="../media/image1216.png"/><Relationship Id="rId113" Type="http://schemas.openxmlformats.org/officeDocument/2006/relationships/image" Target="../media/image1237.png"/><Relationship Id="rId134" Type="http://schemas.openxmlformats.org/officeDocument/2006/relationships/customXml" Target="../ink/ink1256.xml"/><Relationship Id="rId320" Type="http://schemas.openxmlformats.org/officeDocument/2006/relationships/image" Target="../media/image1336.png"/><Relationship Id="rId80" Type="http://schemas.openxmlformats.org/officeDocument/2006/relationships/customXml" Target="../ink/ink1229.xml"/><Relationship Id="rId155" Type="http://schemas.openxmlformats.org/officeDocument/2006/relationships/image" Target="../media/image1257.png"/><Relationship Id="rId176" Type="http://schemas.openxmlformats.org/officeDocument/2006/relationships/customXml" Target="../ink/ink1277.xml"/><Relationship Id="rId197" Type="http://schemas.openxmlformats.org/officeDocument/2006/relationships/image" Target="../media/image1277.png"/><Relationship Id="rId341" Type="http://schemas.openxmlformats.org/officeDocument/2006/relationships/customXml" Target="../ink/ink1361.xml"/><Relationship Id="rId362" Type="http://schemas.openxmlformats.org/officeDocument/2006/relationships/image" Target="../media/image1357.png"/><Relationship Id="rId383" Type="http://schemas.openxmlformats.org/officeDocument/2006/relationships/customXml" Target="../ink/ink1382.xml"/><Relationship Id="rId201" Type="http://schemas.openxmlformats.org/officeDocument/2006/relationships/image" Target="../media/image1279.png"/><Relationship Id="rId222" Type="http://schemas.openxmlformats.org/officeDocument/2006/relationships/image" Target="../media/image958.png"/><Relationship Id="rId243" Type="http://schemas.openxmlformats.org/officeDocument/2006/relationships/customXml" Target="../ink/ink1311.xml"/><Relationship Id="rId264" Type="http://schemas.openxmlformats.org/officeDocument/2006/relationships/customXml" Target="../ink/ink1322.xml"/><Relationship Id="rId285" Type="http://schemas.openxmlformats.org/officeDocument/2006/relationships/image" Target="../media/image1319.png"/><Relationship Id="rId17" Type="http://schemas.openxmlformats.org/officeDocument/2006/relationships/image" Target="../media/image1190.png"/><Relationship Id="rId38" Type="http://schemas.openxmlformats.org/officeDocument/2006/relationships/customXml" Target="../ink/ink1208.xml"/><Relationship Id="rId59" Type="http://schemas.openxmlformats.org/officeDocument/2006/relationships/image" Target="../media/image1211.png"/><Relationship Id="rId103" Type="http://schemas.openxmlformats.org/officeDocument/2006/relationships/image" Target="../media/image1232.png"/><Relationship Id="rId124" Type="http://schemas.openxmlformats.org/officeDocument/2006/relationships/customXml" Target="../ink/ink1251.xml"/><Relationship Id="rId310" Type="http://schemas.openxmlformats.org/officeDocument/2006/relationships/image" Target="../media/image1331.png"/><Relationship Id="rId70" Type="http://schemas.openxmlformats.org/officeDocument/2006/relationships/customXml" Target="../ink/ink1224.xml"/><Relationship Id="rId91" Type="http://schemas.openxmlformats.org/officeDocument/2006/relationships/image" Target="../media/image1226.png"/><Relationship Id="rId145" Type="http://schemas.openxmlformats.org/officeDocument/2006/relationships/image" Target="../media/image1252.png"/><Relationship Id="rId166" Type="http://schemas.openxmlformats.org/officeDocument/2006/relationships/customXml" Target="../ink/ink1272.xml"/><Relationship Id="rId187" Type="http://schemas.openxmlformats.org/officeDocument/2006/relationships/image" Target="../media/image1272.png"/><Relationship Id="rId331" Type="http://schemas.openxmlformats.org/officeDocument/2006/relationships/customXml" Target="../ink/ink1356.xml"/><Relationship Id="rId352" Type="http://schemas.openxmlformats.org/officeDocument/2006/relationships/image" Target="../media/image1352.png"/><Relationship Id="rId373" Type="http://schemas.openxmlformats.org/officeDocument/2006/relationships/customXml" Target="../ink/ink1377.xml"/><Relationship Id="rId1" Type="http://schemas.openxmlformats.org/officeDocument/2006/relationships/slideLayout" Target="../slideLayouts/slideLayout7.xml"/><Relationship Id="rId212" Type="http://schemas.openxmlformats.org/officeDocument/2006/relationships/image" Target="../media/image1284.png"/><Relationship Id="rId233" Type="http://schemas.openxmlformats.org/officeDocument/2006/relationships/customXml" Target="../ink/ink1306.xml"/><Relationship Id="rId254" Type="http://schemas.openxmlformats.org/officeDocument/2006/relationships/customXml" Target="../ink/ink1317.xml"/><Relationship Id="rId28" Type="http://schemas.openxmlformats.org/officeDocument/2006/relationships/customXml" Target="../ink/ink1203.xml"/><Relationship Id="rId49" Type="http://schemas.openxmlformats.org/officeDocument/2006/relationships/image" Target="../media/image1206.png"/><Relationship Id="rId114" Type="http://schemas.openxmlformats.org/officeDocument/2006/relationships/customXml" Target="../ink/ink1246.xml"/><Relationship Id="rId275" Type="http://schemas.openxmlformats.org/officeDocument/2006/relationships/image" Target="../media/image1314.png"/><Relationship Id="rId296" Type="http://schemas.openxmlformats.org/officeDocument/2006/relationships/customXml" Target="../ink/ink1338.xml"/><Relationship Id="rId300" Type="http://schemas.openxmlformats.org/officeDocument/2006/relationships/customXml" Target="../ink/ink1340.xml"/><Relationship Id="rId60" Type="http://schemas.openxmlformats.org/officeDocument/2006/relationships/customXml" Target="../ink/ink1219.xml"/><Relationship Id="rId81" Type="http://schemas.openxmlformats.org/officeDocument/2006/relationships/image" Target="../media/image1222.png"/><Relationship Id="rId135" Type="http://schemas.openxmlformats.org/officeDocument/2006/relationships/image" Target="../media/image1247.png"/><Relationship Id="rId156" Type="http://schemas.openxmlformats.org/officeDocument/2006/relationships/customXml" Target="../ink/ink1267.xml"/><Relationship Id="rId177" Type="http://schemas.openxmlformats.org/officeDocument/2006/relationships/image" Target="../media/image1267.png"/><Relationship Id="rId198" Type="http://schemas.openxmlformats.org/officeDocument/2006/relationships/customXml" Target="../ink/ink1288.xml"/><Relationship Id="rId321" Type="http://schemas.openxmlformats.org/officeDocument/2006/relationships/customXml" Target="../ink/ink1351.xml"/><Relationship Id="rId342" Type="http://schemas.openxmlformats.org/officeDocument/2006/relationships/image" Target="../media/image1347.png"/><Relationship Id="rId363" Type="http://schemas.openxmlformats.org/officeDocument/2006/relationships/customXml" Target="../ink/ink1372.xml"/><Relationship Id="rId384" Type="http://schemas.openxmlformats.org/officeDocument/2006/relationships/image" Target="../media/image1368.png"/><Relationship Id="rId202" Type="http://schemas.openxmlformats.org/officeDocument/2006/relationships/customXml" Target="../ink/ink1290.xml"/><Relationship Id="rId223" Type="http://schemas.openxmlformats.org/officeDocument/2006/relationships/customXml" Target="../ink/ink1301.xml"/><Relationship Id="rId244" Type="http://schemas.openxmlformats.org/officeDocument/2006/relationships/image" Target="../media/image1299.png"/><Relationship Id="rId18" Type="http://schemas.openxmlformats.org/officeDocument/2006/relationships/customXml" Target="../ink/ink1198.xml"/><Relationship Id="rId39" Type="http://schemas.openxmlformats.org/officeDocument/2006/relationships/image" Target="../media/image1201.png"/><Relationship Id="rId265" Type="http://schemas.openxmlformats.org/officeDocument/2006/relationships/image" Target="../media/image1309.png"/><Relationship Id="rId286" Type="http://schemas.openxmlformats.org/officeDocument/2006/relationships/customXml" Target="../ink/ink1333.xml"/><Relationship Id="rId50" Type="http://schemas.openxmlformats.org/officeDocument/2006/relationships/customXml" Target="../ink/ink1214.xml"/><Relationship Id="rId104" Type="http://schemas.openxmlformats.org/officeDocument/2006/relationships/customXml" Target="../ink/ink1241.xml"/><Relationship Id="rId125" Type="http://schemas.openxmlformats.org/officeDocument/2006/relationships/image" Target="../media/image1243.png"/><Relationship Id="rId146" Type="http://schemas.openxmlformats.org/officeDocument/2006/relationships/customXml" Target="../ink/ink1262.xml"/><Relationship Id="rId167" Type="http://schemas.openxmlformats.org/officeDocument/2006/relationships/image" Target="../media/image1263.png"/><Relationship Id="rId188" Type="http://schemas.openxmlformats.org/officeDocument/2006/relationships/customXml" Target="../ink/ink1283.xml"/><Relationship Id="rId311" Type="http://schemas.openxmlformats.org/officeDocument/2006/relationships/customXml" Target="../ink/ink1346.xml"/><Relationship Id="rId332" Type="http://schemas.openxmlformats.org/officeDocument/2006/relationships/image" Target="../media/image1342.png"/><Relationship Id="rId353" Type="http://schemas.openxmlformats.org/officeDocument/2006/relationships/customXml" Target="../ink/ink1367.xml"/><Relationship Id="rId374" Type="http://schemas.openxmlformats.org/officeDocument/2006/relationships/image" Target="../media/image1363.png"/><Relationship Id="rId71" Type="http://schemas.openxmlformats.org/officeDocument/2006/relationships/image" Target="../media/image1217.png"/><Relationship Id="rId92" Type="http://schemas.openxmlformats.org/officeDocument/2006/relationships/customXml" Target="../ink/ink1235.xml"/><Relationship Id="rId213" Type="http://schemas.openxmlformats.org/officeDocument/2006/relationships/customXml" Target="../ink/ink1296.xml"/><Relationship Id="rId234" Type="http://schemas.openxmlformats.org/officeDocument/2006/relationships/image" Target="../media/image1294.png"/><Relationship Id="rId2" Type="http://schemas.openxmlformats.org/officeDocument/2006/relationships/customXml" Target="../ink/ink1190.xml"/><Relationship Id="rId29" Type="http://schemas.openxmlformats.org/officeDocument/2006/relationships/image" Target="../media/image1196.png"/><Relationship Id="rId255" Type="http://schemas.openxmlformats.org/officeDocument/2006/relationships/image" Target="../media/image1304.png"/><Relationship Id="rId276" Type="http://schemas.openxmlformats.org/officeDocument/2006/relationships/customXml" Target="../ink/ink1328.xml"/><Relationship Id="rId297" Type="http://schemas.openxmlformats.org/officeDocument/2006/relationships/image" Target="../media/image1325.png"/><Relationship Id="rId40" Type="http://schemas.openxmlformats.org/officeDocument/2006/relationships/customXml" Target="../ink/ink1209.xml"/><Relationship Id="rId115" Type="http://schemas.openxmlformats.org/officeDocument/2006/relationships/image" Target="../media/image1238.png"/><Relationship Id="rId136" Type="http://schemas.openxmlformats.org/officeDocument/2006/relationships/customXml" Target="../ink/ink1257.xml"/><Relationship Id="rId157" Type="http://schemas.openxmlformats.org/officeDocument/2006/relationships/image" Target="../media/image1258.png"/><Relationship Id="rId178" Type="http://schemas.openxmlformats.org/officeDocument/2006/relationships/customXml" Target="../ink/ink1278.xml"/><Relationship Id="rId301" Type="http://schemas.openxmlformats.org/officeDocument/2006/relationships/image" Target="../media/image1327.png"/><Relationship Id="rId322" Type="http://schemas.openxmlformats.org/officeDocument/2006/relationships/image" Target="../media/image1337.png"/><Relationship Id="rId343" Type="http://schemas.openxmlformats.org/officeDocument/2006/relationships/customXml" Target="../ink/ink1362.xml"/><Relationship Id="rId364" Type="http://schemas.openxmlformats.org/officeDocument/2006/relationships/image" Target="../media/image1358.png"/><Relationship Id="rId61" Type="http://schemas.openxmlformats.org/officeDocument/2006/relationships/image" Target="../media/image1212.png"/><Relationship Id="rId82" Type="http://schemas.openxmlformats.org/officeDocument/2006/relationships/customXml" Target="../ink/ink1230.xml"/><Relationship Id="rId199" Type="http://schemas.openxmlformats.org/officeDocument/2006/relationships/image" Target="../media/image1278.png"/><Relationship Id="rId203" Type="http://schemas.openxmlformats.org/officeDocument/2006/relationships/customXml" Target="../ink/ink1291.xml"/><Relationship Id="rId385" Type="http://schemas.openxmlformats.org/officeDocument/2006/relationships/customXml" Target="../ink/ink1383.xml"/><Relationship Id="rId19" Type="http://schemas.openxmlformats.org/officeDocument/2006/relationships/image" Target="../media/image1191.png"/><Relationship Id="rId224" Type="http://schemas.openxmlformats.org/officeDocument/2006/relationships/image" Target="../media/image1289.png"/><Relationship Id="rId245" Type="http://schemas.openxmlformats.org/officeDocument/2006/relationships/customXml" Target="../ink/ink1312.xml"/><Relationship Id="rId266" Type="http://schemas.openxmlformats.org/officeDocument/2006/relationships/customXml" Target="../ink/ink1323.xml"/><Relationship Id="rId287" Type="http://schemas.openxmlformats.org/officeDocument/2006/relationships/image" Target="../media/image1320.png"/><Relationship Id="rId30" Type="http://schemas.openxmlformats.org/officeDocument/2006/relationships/customXml" Target="../ink/ink1204.xml"/><Relationship Id="rId105" Type="http://schemas.openxmlformats.org/officeDocument/2006/relationships/image" Target="../media/image1233.png"/><Relationship Id="rId126" Type="http://schemas.openxmlformats.org/officeDocument/2006/relationships/customXml" Target="../ink/ink1252.xml"/><Relationship Id="rId147" Type="http://schemas.openxmlformats.org/officeDocument/2006/relationships/image" Target="../media/image1253.png"/><Relationship Id="rId168" Type="http://schemas.openxmlformats.org/officeDocument/2006/relationships/customXml" Target="../ink/ink1273.xml"/><Relationship Id="rId312" Type="http://schemas.openxmlformats.org/officeDocument/2006/relationships/image" Target="../media/image1332.png"/><Relationship Id="rId333" Type="http://schemas.openxmlformats.org/officeDocument/2006/relationships/customXml" Target="../ink/ink1357.xml"/><Relationship Id="rId354" Type="http://schemas.openxmlformats.org/officeDocument/2006/relationships/image" Target="../media/image1353.png"/><Relationship Id="rId51" Type="http://schemas.openxmlformats.org/officeDocument/2006/relationships/image" Target="../media/image1207.png"/><Relationship Id="rId72" Type="http://schemas.openxmlformats.org/officeDocument/2006/relationships/customXml" Target="../ink/ink1225.xml"/><Relationship Id="rId93" Type="http://schemas.openxmlformats.org/officeDocument/2006/relationships/image" Target="../media/image1227.png"/><Relationship Id="rId189" Type="http://schemas.openxmlformats.org/officeDocument/2006/relationships/image" Target="../media/image1273.png"/><Relationship Id="rId375" Type="http://schemas.openxmlformats.org/officeDocument/2006/relationships/customXml" Target="../ink/ink1378.xml"/><Relationship Id="rId3" Type="http://schemas.openxmlformats.org/officeDocument/2006/relationships/image" Target="../media/image1185.png"/><Relationship Id="rId214" Type="http://schemas.openxmlformats.org/officeDocument/2006/relationships/image" Target="../media/image1285.png"/><Relationship Id="rId235" Type="http://schemas.openxmlformats.org/officeDocument/2006/relationships/customXml" Target="../ink/ink1307.xml"/><Relationship Id="rId256" Type="http://schemas.openxmlformats.org/officeDocument/2006/relationships/customXml" Target="../ink/ink1318.xml"/><Relationship Id="rId277" Type="http://schemas.openxmlformats.org/officeDocument/2006/relationships/image" Target="../media/image1315.png"/><Relationship Id="rId298" Type="http://schemas.openxmlformats.org/officeDocument/2006/relationships/customXml" Target="../ink/ink1339.xml"/><Relationship Id="rId116" Type="http://schemas.openxmlformats.org/officeDocument/2006/relationships/customXml" Target="../ink/ink1247.xml"/><Relationship Id="rId137" Type="http://schemas.openxmlformats.org/officeDocument/2006/relationships/image" Target="../media/image1248.png"/><Relationship Id="rId158" Type="http://schemas.openxmlformats.org/officeDocument/2006/relationships/customXml" Target="../ink/ink1268.xml"/><Relationship Id="rId302" Type="http://schemas.openxmlformats.org/officeDocument/2006/relationships/customXml" Target="../ink/ink1341.xml"/><Relationship Id="rId323" Type="http://schemas.openxmlformats.org/officeDocument/2006/relationships/customXml" Target="../ink/ink1352.xml"/><Relationship Id="rId344" Type="http://schemas.openxmlformats.org/officeDocument/2006/relationships/image" Target="../media/image1348.png"/><Relationship Id="rId20" Type="http://schemas.openxmlformats.org/officeDocument/2006/relationships/customXml" Target="../ink/ink1199.xml"/><Relationship Id="rId41" Type="http://schemas.openxmlformats.org/officeDocument/2006/relationships/image" Target="../media/image1202.png"/><Relationship Id="rId62" Type="http://schemas.openxmlformats.org/officeDocument/2006/relationships/customXml" Target="../ink/ink1220.xml"/><Relationship Id="rId83" Type="http://schemas.openxmlformats.org/officeDocument/2006/relationships/image" Target="../media/image1223.png"/><Relationship Id="rId179" Type="http://schemas.openxmlformats.org/officeDocument/2006/relationships/image" Target="../media/image1268.png"/><Relationship Id="rId365" Type="http://schemas.openxmlformats.org/officeDocument/2006/relationships/customXml" Target="../ink/ink1373.xml"/><Relationship Id="rId386" Type="http://schemas.openxmlformats.org/officeDocument/2006/relationships/image" Target="../media/image1369.png"/><Relationship Id="rId190" Type="http://schemas.openxmlformats.org/officeDocument/2006/relationships/customXml" Target="../ink/ink1284.xml"/><Relationship Id="rId204" Type="http://schemas.openxmlformats.org/officeDocument/2006/relationships/image" Target="../media/image1280.png"/><Relationship Id="rId225" Type="http://schemas.openxmlformats.org/officeDocument/2006/relationships/customXml" Target="../ink/ink1302.xml"/><Relationship Id="rId246" Type="http://schemas.openxmlformats.org/officeDocument/2006/relationships/image" Target="../media/image1300.png"/><Relationship Id="rId267" Type="http://schemas.openxmlformats.org/officeDocument/2006/relationships/image" Target="../media/image1310.png"/><Relationship Id="rId288" Type="http://schemas.openxmlformats.org/officeDocument/2006/relationships/customXml" Target="../ink/ink1334.xml"/><Relationship Id="rId106" Type="http://schemas.openxmlformats.org/officeDocument/2006/relationships/customXml" Target="../ink/ink1242.xml"/><Relationship Id="rId127" Type="http://schemas.openxmlformats.org/officeDocument/2006/relationships/image" Target="../media/image199.png"/><Relationship Id="rId313" Type="http://schemas.openxmlformats.org/officeDocument/2006/relationships/customXml" Target="../ink/ink1347.xml"/><Relationship Id="rId10" Type="http://schemas.openxmlformats.org/officeDocument/2006/relationships/customXml" Target="../ink/ink1194.xml"/><Relationship Id="rId31" Type="http://schemas.openxmlformats.org/officeDocument/2006/relationships/image" Target="../media/image1197.png"/><Relationship Id="rId52" Type="http://schemas.openxmlformats.org/officeDocument/2006/relationships/customXml" Target="../ink/ink1215.xml"/><Relationship Id="rId73" Type="http://schemas.openxmlformats.org/officeDocument/2006/relationships/image" Target="../media/image1218.png"/><Relationship Id="rId94" Type="http://schemas.openxmlformats.org/officeDocument/2006/relationships/customXml" Target="../ink/ink1236.xml"/><Relationship Id="rId148" Type="http://schemas.openxmlformats.org/officeDocument/2006/relationships/customXml" Target="../ink/ink1263.xml"/><Relationship Id="rId169" Type="http://schemas.openxmlformats.org/officeDocument/2006/relationships/image" Target="../media/image650.png"/><Relationship Id="rId334" Type="http://schemas.openxmlformats.org/officeDocument/2006/relationships/image" Target="../media/image1343.png"/><Relationship Id="rId355" Type="http://schemas.openxmlformats.org/officeDocument/2006/relationships/customXml" Target="../ink/ink1368.xml"/><Relationship Id="rId376" Type="http://schemas.openxmlformats.org/officeDocument/2006/relationships/image" Target="../media/image1364.png"/><Relationship Id="rId4" Type="http://schemas.openxmlformats.org/officeDocument/2006/relationships/customXml" Target="../ink/ink1191.xml"/><Relationship Id="rId180" Type="http://schemas.openxmlformats.org/officeDocument/2006/relationships/customXml" Target="../ink/ink1279.xml"/><Relationship Id="rId215" Type="http://schemas.openxmlformats.org/officeDocument/2006/relationships/customXml" Target="../ink/ink1297.xml"/><Relationship Id="rId236" Type="http://schemas.openxmlformats.org/officeDocument/2006/relationships/image" Target="../media/image1295.png"/><Relationship Id="rId257" Type="http://schemas.openxmlformats.org/officeDocument/2006/relationships/image" Target="../media/image1305.png"/><Relationship Id="rId278" Type="http://schemas.openxmlformats.org/officeDocument/2006/relationships/customXml" Target="../ink/ink1329.xml"/><Relationship Id="rId303" Type="http://schemas.openxmlformats.org/officeDocument/2006/relationships/image" Target="../media/image1328.png"/><Relationship Id="rId42" Type="http://schemas.openxmlformats.org/officeDocument/2006/relationships/customXml" Target="../ink/ink1210.xml"/><Relationship Id="rId84" Type="http://schemas.openxmlformats.org/officeDocument/2006/relationships/customXml" Target="../ink/ink1231.xml"/><Relationship Id="rId138" Type="http://schemas.openxmlformats.org/officeDocument/2006/relationships/customXml" Target="../ink/ink1258.xml"/><Relationship Id="rId345" Type="http://schemas.openxmlformats.org/officeDocument/2006/relationships/customXml" Target="../ink/ink1363.xml"/><Relationship Id="rId387" Type="http://schemas.openxmlformats.org/officeDocument/2006/relationships/customXml" Target="../ink/ink1384.xml"/><Relationship Id="rId191" Type="http://schemas.openxmlformats.org/officeDocument/2006/relationships/image" Target="../media/image1274.png"/><Relationship Id="rId205" Type="http://schemas.openxmlformats.org/officeDocument/2006/relationships/customXml" Target="../ink/ink1292.xml"/><Relationship Id="rId247" Type="http://schemas.openxmlformats.org/officeDocument/2006/relationships/customXml" Target="../ink/ink1313.xml"/><Relationship Id="rId107" Type="http://schemas.openxmlformats.org/officeDocument/2006/relationships/image" Target="../media/image1234.png"/><Relationship Id="rId289" Type="http://schemas.openxmlformats.org/officeDocument/2006/relationships/image" Target="../media/image1321.png"/><Relationship Id="rId11" Type="http://schemas.openxmlformats.org/officeDocument/2006/relationships/image" Target="../media/image1187.png"/><Relationship Id="rId53" Type="http://schemas.openxmlformats.org/officeDocument/2006/relationships/image" Target="../media/image1208.png"/><Relationship Id="rId149" Type="http://schemas.openxmlformats.org/officeDocument/2006/relationships/image" Target="../media/image1254.png"/><Relationship Id="rId314" Type="http://schemas.openxmlformats.org/officeDocument/2006/relationships/image" Target="../media/image1333.png"/><Relationship Id="rId356" Type="http://schemas.openxmlformats.org/officeDocument/2006/relationships/image" Target="../media/image1354.png"/><Relationship Id="rId95" Type="http://schemas.openxmlformats.org/officeDocument/2006/relationships/image" Target="../media/image1228.png"/><Relationship Id="rId160" Type="http://schemas.openxmlformats.org/officeDocument/2006/relationships/customXml" Target="../ink/ink1269.xml"/><Relationship Id="rId216" Type="http://schemas.openxmlformats.org/officeDocument/2006/relationships/image" Target="../media/image1286.png"/><Relationship Id="rId258" Type="http://schemas.openxmlformats.org/officeDocument/2006/relationships/customXml" Target="../ink/ink1319.xml"/><Relationship Id="rId22" Type="http://schemas.openxmlformats.org/officeDocument/2006/relationships/customXml" Target="../ink/ink1200.xml"/><Relationship Id="rId64" Type="http://schemas.openxmlformats.org/officeDocument/2006/relationships/customXml" Target="../ink/ink1221.xml"/><Relationship Id="rId118" Type="http://schemas.openxmlformats.org/officeDocument/2006/relationships/customXml" Target="../ink/ink1248.xml"/><Relationship Id="rId325" Type="http://schemas.openxmlformats.org/officeDocument/2006/relationships/customXml" Target="../ink/ink1353.xml"/><Relationship Id="rId367" Type="http://schemas.openxmlformats.org/officeDocument/2006/relationships/customXml" Target="../ink/ink1374.xml"/><Relationship Id="rId171" Type="http://schemas.openxmlformats.org/officeDocument/2006/relationships/image" Target="../media/image1264.png"/><Relationship Id="rId227" Type="http://schemas.openxmlformats.org/officeDocument/2006/relationships/customXml" Target="../ink/ink1303.xml"/><Relationship Id="rId269" Type="http://schemas.openxmlformats.org/officeDocument/2006/relationships/image" Target="../media/image1311.png"/><Relationship Id="rId33" Type="http://schemas.openxmlformats.org/officeDocument/2006/relationships/image" Target="../media/image1198.png"/><Relationship Id="rId129" Type="http://schemas.openxmlformats.org/officeDocument/2006/relationships/image" Target="../media/image1244.png"/><Relationship Id="rId280" Type="http://schemas.openxmlformats.org/officeDocument/2006/relationships/customXml" Target="../ink/ink1330.xml"/><Relationship Id="rId336" Type="http://schemas.openxmlformats.org/officeDocument/2006/relationships/image" Target="../media/image1344.png"/><Relationship Id="rId75" Type="http://schemas.openxmlformats.org/officeDocument/2006/relationships/image" Target="../media/image1219.png"/><Relationship Id="rId140" Type="http://schemas.openxmlformats.org/officeDocument/2006/relationships/customXml" Target="../ink/ink1259.xml"/><Relationship Id="rId182" Type="http://schemas.openxmlformats.org/officeDocument/2006/relationships/customXml" Target="../ink/ink1280.xml"/><Relationship Id="rId378" Type="http://schemas.openxmlformats.org/officeDocument/2006/relationships/image" Target="../media/image1365.png"/><Relationship Id="rId6" Type="http://schemas.openxmlformats.org/officeDocument/2006/relationships/customXml" Target="../ink/ink1192.xml"/><Relationship Id="rId238" Type="http://schemas.openxmlformats.org/officeDocument/2006/relationships/image" Target="../media/image1296.png"/><Relationship Id="rId291" Type="http://schemas.openxmlformats.org/officeDocument/2006/relationships/image" Target="../media/image1322.png"/><Relationship Id="rId305" Type="http://schemas.openxmlformats.org/officeDocument/2006/relationships/image" Target="../media/image1329.png"/><Relationship Id="rId347" Type="http://schemas.openxmlformats.org/officeDocument/2006/relationships/customXml" Target="../ink/ink1364.xml"/><Relationship Id="rId44" Type="http://schemas.openxmlformats.org/officeDocument/2006/relationships/customXml" Target="../ink/ink1211.xml"/><Relationship Id="rId86" Type="http://schemas.openxmlformats.org/officeDocument/2006/relationships/customXml" Target="../ink/ink1232.xml"/><Relationship Id="rId151" Type="http://schemas.openxmlformats.org/officeDocument/2006/relationships/image" Target="../media/image1255.png"/><Relationship Id="rId389" Type="http://schemas.openxmlformats.org/officeDocument/2006/relationships/customXml" Target="../ink/ink1385.xml"/><Relationship Id="rId193" Type="http://schemas.openxmlformats.org/officeDocument/2006/relationships/image" Target="../media/image1275.png"/><Relationship Id="rId207" Type="http://schemas.openxmlformats.org/officeDocument/2006/relationships/customXml" Target="../ink/ink1293.xml"/><Relationship Id="rId249" Type="http://schemas.openxmlformats.org/officeDocument/2006/relationships/customXml" Target="../ink/ink1314.xml"/><Relationship Id="rId13" Type="http://schemas.openxmlformats.org/officeDocument/2006/relationships/image" Target="../media/image1188.png"/><Relationship Id="rId109" Type="http://schemas.openxmlformats.org/officeDocument/2006/relationships/image" Target="../media/image1235.png"/><Relationship Id="rId260" Type="http://schemas.openxmlformats.org/officeDocument/2006/relationships/customXml" Target="../ink/ink1320.xml"/><Relationship Id="rId316" Type="http://schemas.openxmlformats.org/officeDocument/2006/relationships/image" Target="../media/image1334.png"/><Relationship Id="rId55" Type="http://schemas.openxmlformats.org/officeDocument/2006/relationships/image" Target="../media/image1209.png"/><Relationship Id="rId97" Type="http://schemas.openxmlformats.org/officeDocument/2006/relationships/image" Target="../media/image1229.png"/><Relationship Id="rId120" Type="http://schemas.openxmlformats.org/officeDocument/2006/relationships/customXml" Target="../ink/ink1249.xml"/><Relationship Id="rId358" Type="http://schemas.openxmlformats.org/officeDocument/2006/relationships/image" Target="../media/image1355.png"/><Relationship Id="rId162" Type="http://schemas.openxmlformats.org/officeDocument/2006/relationships/customXml" Target="../ink/ink1270.xml"/><Relationship Id="rId218" Type="http://schemas.openxmlformats.org/officeDocument/2006/relationships/image" Target="../media/image1287.png"/><Relationship Id="rId271" Type="http://schemas.openxmlformats.org/officeDocument/2006/relationships/image" Target="../media/image1312.png"/><Relationship Id="rId24" Type="http://schemas.openxmlformats.org/officeDocument/2006/relationships/customXml" Target="../ink/ink1201.xml"/><Relationship Id="rId66" Type="http://schemas.openxmlformats.org/officeDocument/2006/relationships/customXml" Target="../ink/ink1222.xml"/><Relationship Id="rId131" Type="http://schemas.openxmlformats.org/officeDocument/2006/relationships/image" Target="../media/image1245.png"/><Relationship Id="rId327" Type="http://schemas.openxmlformats.org/officeDocument/2006/relationships/customXml" Target="../ink/ink1354.xml"/><Relationship Id="rId369" Type="http://schemas.openxmlformats.org/officeDocument/2006/relationships/customXml" Target="../ink/ink1375.xml"/><Relationship Id="rId173" Type="http://schemas.openxmlformats.org/officeDocument/2006/relationships/image" Target="../media/image1265.png"/><Relationship Id="rId229" Type="http://schemas.openxmlformats.org/officeDocument/2006/relationships/customXml" Target="../ink/ink1304.xml"/><Relationship Id="rId380" Type="http://schemas.openxmlformats.org/officeDocument/2006/relationships/image" Target="../media/image1366.png"/><Relationship Id="rId240" Type="http://schemas.openxmlformats.org/officeDocument/2006/relationships/image" Target="../media/image1297.png"/><Relationship Id="rId35" Type="http://schemas.openxmlformats.org/officeDocument/2006/relationships/image" Target="../media/image1199.png"/><Relationship Id="rId77" Type="http://schemas.openxmlformats.org/officeDocument/2006/relationships/image" Target="../media/image1220.png"/><Relationship Id="rId100" Type="http://schemas.openxmlformats.org/officeDocument/2006/relationships/customXml" Target="../ink/ink1239.xml"/><Relationship Id="rId282" Type="http://schemas.openxmlformats.org/officeDocument/2006/relationships/customXml" Target="../ink/ink1331.xml"/><Relationship Id="rId338" Type="http://schemas.openxmlformats.org/officeDocument/2006/relationships/image" Target="../media/image1345.png"/><Relationship Id="rId8" Type="http://schemas.openxmlformats.org/officeDocument/2006/relationships/customXml" Target="../ink/ink1193.xml"/><Relationship Id="rId142" Type="http://schemas.openxmlformats.org/officeDocument/2006/relationships/customXml" Target="../ink/ink1260.xml"/><Relationship Id="rId184" Type="http://schemas.openxmlformats.org/officeDocument/2006/relationships/customXml" Target="../ink/ink1281.xml"/><Relationship Id="rId251" Type="http://schemas.openxmlformats.org/officeDocument/2006/relationships/image" Target="../media/image1302.png"/><Relationship Id="rId46" Type="http://schemas.openxmlformats.org/officeDocument/2006/relationships/customXml" Target="../ink/ink1212.xml"/><Relationship Id="rId293" Type="http://schemas.openxmlformats.org/officeDocument/2006/relationships/image" Target="../media/image1323.png"/><Relationship Id="rId307" Type="http://schemas.openxmlformats.org/officeDocument/2006/relationships/image" Target="../media/image1330.png"/><Relationship Id="rId349" Type="http://schemas.openxmlformats.org/officeDocument/2006/relationships/customXml" Target="../ink/ink1365.xml"/><Relationship Id="rId88" Type="http://schemas.openxmlformats.org/officeDocument/2006/relationships/customXml" Target="../ink/ink1233.xml"/><Relationship Id="rId111" Type="http://schemas.openxmlformats.org/officeDocument/2006/relationships/image" Target="../media/image1236.png"/><Relationship Id="rId153" Type="http://schemas.openxmlformats.org/officeDocument/2006/relationships/image" Target="../media/image1256.png"/><Relationship Id="rId195" Type="http://schemas.openxmlformats.org/officeDocument/2006/relationships/image" Target="../media/image1276.png"/><Relationship Id="rId209" Type="http://schemas.openxmlformats.org/officeDocument/2006/relationships/customXml" Target="../ink/ink1294.xml"/><Relationship Id="rId360" Type="http://schemas.openxmlformats.org/officeDocument/2006/relationships/image" Target="../media/image1356.png"/><Relationship Id="rId220" Type="http://schemas.openxmlformats.org/officeDocument/2006/relationships/image" Target="../media/image1288.png"/><Relationship Id="rId15" Type="http://schemas.openxmlformats.org/officeDocument/2006/relationships/image" Target="../media/image1189.png"/><Relationship Id="rId57" Type="http://schemas.openxmlformats.org/officeDocument/2006/relationships/image" Target="../media/image1210.png"/><Relationship Id="rId262" Type="http://schemas.openxmlformats.org/officeDocument/2006/relationships/customXml" Target="../ink/ink1321.xml"/><Relationship Id="rId318" Type="http://schemas.openxmlformats.org/officeDocument/2006/relationships/image" Target="../media/image1335.png"/><Relationship Id="rId99" Type="http://schemas.openxmlformats.org/officeDocument/2006/relationships/image" Target="../media/image1230.png"/><Relationship Id="rId122" Type="http://schemas.openxmlformats.org/officeDocument/2006/relationships/customXml" Target="../ink/ink1250.xml"/><Relationship Id="rId164" Type="http://schemas.openxmlformats.org/officeDocument/2006/relationships/customXml" Target="../ink/ink1271.xml"/><Relationship Id="rId371" Type="http://schemas.openxmlformats.org/officeDocument/2006/relationships/customXml" Target="../ink/ink1376.xml"/><Relationship Id="rId26" Type="http://schemas.openxmlformats.org/officeDocument/2006/relationships/customXml" Target="../ink/ink1202.xml"/><Relationship Id="rId231" Type="http://schemas.openxmlformats.org/officeDocument/2006/relationships/customXml" Target="../ink/ink1305.xml"/><Relationship Id="rId273" Type="http://schemas.openxmlformats.org/officeDocument/2006/relationships/image" Target="../media/image1313.png"/><Relationship Id="rId329" Type="http://schemas.openxmlformats.org/officeDocument/2006/relationships/customXml" Target="../ink/ink1355.xml"/><Relationship Id="rId68" Type="http://schemas.openxmlformats.org/officeDocument/2006/relationships/customXml" Target="../ink/ink1223.xml"/><Relationship Id="rId133" Type="http://schemas.openxmlformats.org/officeDocument/2006/relationships/image" Target="../media/image1246.png"/><Relationship Id="rId175" Type="http://schemas.openxmlformats.org/officeDocument/2006/relationships/image" Target="../media/image1266.png"/><Relationship Id="rId340" Type="http://schemas.openxmlformats.org/officeDocument/2006/relationships/image" Target="../media/image134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D6B88F1-A692-D875-528E-057EA377E8A4}"/>
              </a:ext>
            </a:extLst>
          </p:cNvPr>
          <p:cNvSpPr txBox="1"/>
          <p:nvPr/>
        </p:nvSpPr>
        <p:spPr>
          <a:xfrm>
            <a:off x="161925" y="180112"/>
            <a:ext cx="1194435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1. </a:t>
            </a:r>
            <a:r>
              <a:rPr lang="en-US" dirty="0" err="1"/>
              <a:t>Rancanglah</a:t>
            </a:r>
            <a:r>
              <a:rPr lang="en-US" dirty="0"/>
              <a:t> </a:t>
            </a:r>
            <a:r>
              <a:rPr lang="en-US" dirty="0" err="1"/>
              <a:t>suatu</a:t>
            </a:r>
            <a:r>
              <a:rPr lang="en-US" dirty="0"/>
              <a:t> </a:t>
            </a:r>
            <a:r>
              <a:rPr lang="en-US" dirty="0" err="1"/>
              <a:t>rangkaian</a:t>
            </a:r>
            <a:r>
              <a:rPr lang="en-US" dirty="0"/>
              <a:t> </a:t>
            </a:r>
            <a:r>
              <a:rPr lang="en-US" dirty="0" err="1"/>
              <a:t>dekoder</a:t>
            </a:r>
            <a:r>
              <a:rPr lang="en-US" dirty="0"/>
              <a:t>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merubah</a:t>
            </a:r>
            <a:r>
              <a:rPr lang="en-US" dirty="0"/>
              <a:t> </a:t>
            </a:r>
            <a:r>
              <a:rPr lang="en-US" dirty="0" err="1"/>
              <a:t>dari</a:t>
            </a:r>
            <a:r>
              <a:rPr lang="en-US" dirty="0"/>
              <a:t> </a:t>
            </a:r>
            <a:r>
              <a:rPr lang="en-US" dirty="0" err="1"/>
              <a:t>bilangan</a:t>
            </a:r>
            <a:r>
              <a:rPr lang="en-US" dirty="0"/>
              <a:t> BCD (Binary Code Decimal), </a:t>
            </a:r>
            <a:r>
              <a:rPr lang="en-US" dirty="0" err="1"/>
              <a:t>ke</a:t>
            </a:r>
            <a:r>
              <a:rPr lang="en-US" dirty="0"/>
              <a:t> XS-3 yang mana di </a:t>
            </a:r>
            <a:r>
              <a:rPr lang="en-US" dirty="0" err="1"/>
              <a:t>mulai</a:t>
            </a:r>
            <a:r>
              <a:rPr lang="en-US" dirty="0"/>
              <a:t> </a:t>
            </a:r>
            <a:r>
              <a:rPr lang="en-US" dirty="0" err="1"/>
              <a:t>dari</a:t>
            </a:r>
            <a:r>
              <a:rPr lang="en-US" dirty="0"/>
              <a:t> 0000, 0001, ....</a:t>
            </a:r>
            <a:r>
              <a:rPr lang="en-US" dirty="0" err="1"/>
              <a:t>sampai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1001 </a:t>
            </a:r>
            <a:r>
              <a:rPr lang="en-US" dirty="0" err="1"/>
              <a:t>rangkaian</a:t>
            </a:r>
            <a:r>
              <a:rPr lang="en-US" dirty="0"/>
              <a:t> </a:t>
            </a:r>
            <a:r>
              <a:rPr lang="en-US" dirty="0" err="1"/>
              <a:t>anda</a:t>
            </a:r>
            <a:r>
              <a:rPr lang="en-US" dirty="0"/>
              <a:t> </a:t>
            </a:r>
            <a:r>
              <a:rPr lang="en-US" dirty="0" err="1"/>
              <a:t>mampu</a:t>
            </a:r>
            <a:r>
              <a:rPr lang="en-US" dirty="0"/>
              <a:t> </a:t>
            </a:r>
            <a:r>
              <a:rPr lang="en-US" dirty="0" err="1"/>
              <a:t>menghasilkan</a:t>
            </a:r>
            <a:r>
              <a:rPr lang="en-US" dirty="0"/>
              <a:t> </a:t>
            </a:r>
            <a:r>
              <a:rPr lang="en-US" dirty="0" err="1"/>
              <a:t>keluaran</a:t>
            </a:r>
            <a:r>
              <a:rPr lang="en-US" dirty="0"/>
              <a:t> yang </a:t>
            </a:r>
            <a:r>
              <a:rPr lang="en-US" dirty="0" err="1"/>
              <a:t>sesuai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yang </a:t>
            </a:r>
            <a:r>
              <a:rPr lang="en-US" dirty="0" err="1"/>
              <a:t>dimaksudkan</a:t>
            </a:r>
            <a:r>
              <a:rPr lang="en-US" dirty="0"/>
              <a:t>, </a:t>
            </a:r>
            <a:r>
              <a:rPr lang="en-US" dirty="0" err="1"/>
              <a:t>diluar</a:t>
            </a:r>
            <a:r>
              <a:rPr lang="en-US" dirty="0"/>
              <a:t> </a:t>
            </a:r>
            <a:r>
              <a:rPr lang="en-US" dirty="0" err="1"/>
              <a:t>itu</a:t>
            </a:r>
            <a:r>
              <a:rPr lang="en-US" dirty="0"/>
              <a:t> </a:t>
            </a:r>
            <a:r>
              <a:rPr lang="en-US" dirty="0" err="1"/>
              <a:t>dikecualikan</a:t>
            </a:r>
            <a:r>
              <a:rPr lang="en-US" dirty="0"/>
              <a:t>.</a:t>
            </a:r>
          </a:p>
          <a:p>
            <a:r>
              <a:rPr lang="en-US" dirty="0"/>
              <a:t>(</a:t>
            </a:r>
            <a:r>
              <a:rPr lang="en-US" dirty="0" err="1"/>
              <a:t>Petunjuk</a:t>
            </a:r>
            <a:r>
              <a:rPr lang="en-US" dirty="0"/>
              <a:t> : XS-3 </a:t>
            </a:r>
            <a:r>
              <a:rPr lang="en-US" dirty="0" err="1"/>
              <a:t>adalah</a:t>
            </a:r>
            <a:r>
              <a:rPr lang="en-US" dirty="0"/>
              <a:t> Biner + 3 = biner + 0011)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93C05EF-3CA7-A2AB-F5F7-07CFAB752A0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27083" r="23580" b="29583"/>
          <a:stretch/>
        </p:blipFill>
        <p:spPr>
          <a:xfrm>
            <a:off x="538162" y="1514474"/>
            <a:ext cx="4998351" cy="5038726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B613521D-49DA-403D-436F-853C025CBF35}"/>
                  </a:ext>
                </a:extLst>
              </p14:cNvPr>
              <p14:cNvContentPartPr/>
              <p14:nvPr/>
            </p14:nvContentPartPr>
            <p14:xfrm>
              <a:off x="988635" y="1757370"/>
              <a:ext cx="1287360" cy="24156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B613521D-49DA-403D-436F-853C025CBF35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925635" y="1694730"/>
                <a:ext cx="1413000" cy="367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088DCEA2-3FA5-4C74-883E-8754C7102D5A}"/>
                  </a:ext>
                </a:extLst>
              </p14:cNvPr>
              <p14:cNvContentPartPr/>
              <p14:nvPr/>
            </p14:nvContentPartPr>
            <p14:xfrm>
              <a:off x="1001595" y="1633890"/>
              <a:ext cx="3495600" cy="451800"/>
            </p14:xfrm>
          </p:contentPart>
        </mc:Choice>
        <mc:Fallback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088DCEA2-3FA5-4C74-883E-8754C7102D5A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938595" y="1571250"/>
                <a:ext cx="3621240" cy="577440"/>
              </a:xfrm>
              <a:prstGeom prst="rect">
                <a:avLst/>
              </a:prstGeom>
            </p:spPr>
          </p:pic>
        </mc:Fallback>
      </mc:AlternateContent>
      <p:grpSp>
        <p:nvGrpSpPr>
          <p:cNvPr id="25" name="Group 24">
            <a:extLst>
              <a:ext uri="{FF2B5EF4-FFF2-40B4-BE49-F238E27FC236}">
                <a16:creationId xmlns:a16="http://schemas.microsoft.com/office/drawing/2014/main" id="{921D0F1F-A18E-62D7-D35A-2556F12DC38D}"/>
              </a:ext>
            </a:extLst>
          </p:cNvPr>
          <p:cNvGrpSpPr/>
          <p:nvPr/>
        </p:nvGrpSpPr>
        <p:grpSpPr>
          <a:xfrm>
            <a:off x="778755" y="1758450"/>
            <a:ext cx="1598400" cy="338040"/>
            <a:chOff x="778755" y="1758450"/>
            <a:chExt cx="1598400" cy="338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5F32C2E2-0827-70E1-CD30-4764D6DEC56B}"/>
                    </a:ext>
                  </a:extLst>
                </p14:cNvPr>
                <p14:cNvContentPartPr/>
                <p14:nvPr/>
              </p14:nvContentPartPr>
              <p14:xfrm>
                <a:off x="783435" y="1802370"/>
                <a:ext cx="214560" cy="28584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5F32C2E2-0827-70E1-CD30-4764D6DEC56B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765795" y="1784370"/>
                  <a:ext cx="250200" cy="32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CD7DCE34-114C-392A-36BC-5E58EB6AFA71}"/>
                    </a:ext>
                  </a:extLst>
                </p14:cNvPr>
                <p14:cNvContentPartPr/>
                <p14:nvPr/>
              </p14:nvContentPartPr>
              <p14:xfrm>
                <a:off x="778755" y="1943490"/>
                <a:ext cx="169920" cy="2952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CD7DCE34-114C-392A-36BC-5E58EB6AFA71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761115" y="1925850"/>
                  <a:ext cx="205560" cy="6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4762905A-02C3-AD0F-6186-5E6826AC0432}"/>
                    </a:ext>
                  </a:extLst>
                </p14:cNvPr>
                <p14:cNvContentPartPr/>
                <p14:nvPr/>
              </p14:nvContentPartPr>
              <p14:xfrm>
                <a:off x="1003755" y="1945650"/>
                <a:ext cx="92880" cy="15084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4762905A-02C3-AD0F-6186-5E6826AC0432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986115" y="1928010"/>
                  <a:ext cx="128520" cy="18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7A463859-CA45-31B9-3812-C4AAA302A255}"/>
                    </a:ext>
                  </a:extLst>
                </p14:cNvPr>
                <p14:cNvContentPartPr/>
                <p14:nvPr/>
              </p14:nvContentPartPr>
              <p14:xfrm>
                <a:off x="1189515" y="1777530"/>
                <a:ext cx="109440" cy="20952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7A463859-CA45-31B9-3812-C4AAA302A255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1171875" y="1759530"/>
                  <a:ext cx="145080" cy="24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3D146FD8-DFE3-33B5-8A94-9BF01A36BFEB}"/>
                    </a:ext>
                  </a:extLst>
                </p14:cNvPr>
                <p14:cNvContentPartPr/>
                <p14:nvPr/>
              </p14:nvContentPartPr>
              <p14:xfrm>
                <a:off x="1263675" y="1785450"/>
                <a:ext cx="66600" cy="27540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3D146FD8-DFE3-33B5-8A94-9BF01A36BFEB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1246035" y="1767810"/>
                  <a:ext cx="102240" cy="31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57653624-6ECF-E537-9EB6-07EFADD79DA9}"/>
                    </a:ext>
                  </a:extLst>
                </p14:cNvPr>
                <p14:cNvContentPartPr/>
                <p14:nvPr/>
              </p14:nvContentPartPr>
              <p14:xfrm>
                <a:off x="1204995" y="1949970"/>
                <a:ext cx="83520" cy="468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57653624-6ECF-E537-9EB6-07EFADD79DA9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1186995" y="1932330"/>
                  <a:ext cx="119160" cy="4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F835121D-DDFF-C8F2-19AC-E96B0F2D2251}"/>
                    </a:ext>
                  </a:extLst>
                </p14:cNvPr>
                <p14:cNvContentPartPr/>
                <p14:nvPr/>
              </p14:nvContentPartPr>
              <p14:xfrm>
                <a:off x="1406955" y="1957530"/>
                <a:ext cx="102600" cy="12492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F835121D-DDFF-C8F2-19AC-E96B0F2D2251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1388955" y="1939890"/>
                  <a:ext cx="138240" cy="16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A0E29378-F85B-7AE9-7C31-43F0D624E325}"/>
                    </a:ext>
                  </a:extLst>
                </p14:cNvPr>
                <p14:cNvContentPartPr/>
                <p14:nvPr/>
              </p14:nvContentPartPr>
              <p14:xfrm>
                <a:off x="1651395" y="1771410"/>
                <a:ext cx="95760" cy="24732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A0E29378-F85B-7AE9-7C31-43F0D624E325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1633755" y="1753410"/>
                  <a:ext cx="131400" cy="28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87FC5D24-FB51-4B19-80FA-CA2E749E7F14}"/>
                    </a:ext>
                  </a:extLst>
                </p14:cNvPr>
                <p14:cNvContentPartPr/>
                <p14:nvPr/>
              </p14:nvContentPartPr>
              <p14:xfrm>
                <a:off x="1710075" y="1758450"/>
                <a:ext cx="96120" cy="30996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87FC5D24-FB51-4B19-80FA-CA2E749E7F14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1692435" y="1740810"/>
                  <a:ext cx="131760" cy="34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22C083A7-2162-613F-6E37-293E93F8CA72}"/>
                    </a:ext>
                  </a:extLst>
                </p14:cNvPr>
                <p14:cNvContentPartPr/>
                <p14:nvPr/>
              </p14:nvContentPartPr>
              <p14:xfrm>
                <a:off x="1610355" y="1937010"/>
                <a:ext cx="183240" cy="900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22C083A7-2162-613F-6E37-293E93F8CA72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1592355" y="1919370"/>
                  <a:ext cx="218880" cy="4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03C4DB2E-8C5B-5320-1683-8A10F92FE953}"/>
                    </a:ext>
                  </a:extLst>
                </p14:cNvPr>
                <p14:cNvContentPartPr/>
                <p14:nvPr/>
              </p14:nvContentPartPr>
              <p14:xfrm>
                <a:off x="1863075" y="1943490"/>
                <a:ext cx="29160" cy="12816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03C4DB2E-8C5B-5320-1683-8A10F92FE953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1845075" y="1925850"/>
                  <a:ext cx="64800" cy="16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9F38DA42-C582-ED67-7D73-0B9F1FE3F30D}"/>
                    </a:ext>
                  </a:extLst>
                </p14:cNvPr>
                <p14:cNvContentPartPr/>
                <p14:nvPr/>
              </p14:nvContentPartPr>
              <p14:xfrm>
                <a:off x="2041995" y="1758450"/>
                <a:ext cx="79920" cy="22680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9F38DA42-C582-ED67-7D73-0B9F1FE3F30D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2024355" y="1740810"/>
                  <a:ext cx="115560" cy="26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3FC1B582-BBF5-6E20-4233-3B1BE5A77574}"/>
                    </a:ext>
                  </a:extLst>
                </p14:cNvPr>
                <p14:cNvContentPartPr/>
                <p14:nvPr/>
              </p14:nvContentPartPr>
              <p14:xfrm>
                <a:off x="2110755" y="1773570"/>
                <a:ext cx="99720" cy="28440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3FC1B582-BBF5-6E20-4233-3B1BE5A77574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2092755" y="1755930"/>
                  <a:ext cx="135360" cy="32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4E71478B-5399-DBBB-1A20-5113E01E94D0}"/>
                    </a:ext>
                  </a:extLst>
                </p14:cNvPr>
                <p14:cNvContentPartPr/>
                <p14:nvPr/>
              </p14:nvContentPartPr>
              <p14:xfrm>
                <a:off x="2049555" y="1926210"/>
                <a:ext cx="145800" cy="36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4E71478B-5399-DBBB-1A20-5113E01E94D0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2031555" y="1908570"/>
                  <a:ext cx="18144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30C5E06F-6525-A288-D168-C4AFD9A5128C}"/>
                    </a:ext>
                  </a:extLst>
                </p14:cNvPr>
                <p14:cNvContentPartPr/>
                <p14:nvPr/>
              </p14:nvContentPartPr>
              <p14:xfrm>
                <a:off x="2300835" y="1981290"/>
                <a:ext cx="76320" cy="8532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30C5E06F-6525-A288-D168-C4AFD9A5128C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2282835" y="1963290"/>
                  <a:ext cx="111960" cy="120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E074A32A-F051-9A97-85CF-05C4BA285991}"/>
              </a:ext>
            </a:extLst>
          </p:cNvPr>
          <p:cNvGrpSpPr/>
          <p:nvPr/>
        </p:nvGrpSpPr>
        <p:grpSpPr>
          <a:xfrm>
            <a:off x="3270315" y="1664850"/>
            <a:ext cx="1440720" cy="373320"/>
            <a:chOff x="3270315" y="1664850"/>
            <a:chExt cx="1440720" cy="373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7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0B542060-8D3B-3102-B049-ED20217F1F29}"/>
                    </a:ext>
                  </a:extLst>
                </p14:cNvPr>
                <p14:cNvContentPartPr/>
                <p14:nvPr/>
              </p14:nvContentPartPr>
              <p14:xfrm>
                <a:off x="3270315" y="1670970"/>
                <a:ext cx="121680" cy="29808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0B542060-8D3B-3102-B049-ED20217F1F29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3252675" y="1653330"/>
                  <a:ext cx="157320" cy="33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1F8052D3-5E70-052F-126A-85DD0029E536}"/>
                    </a:ext>
                  </a:extLst>
                </p14:cNvPr>
                <p14:cNvContentPartPr/>
                <p14:nvPr/>
              </p14:nvContentPartPr>
              <p14:xfrm>
                <a:off x="3445635" y="1879050"/>
                <a:ext cx="115560" cy="15912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1F8052D3-5E70-052F-126A-85DD0029E536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3427635" y="1861050"/>
                  <a:ext cx="151200" cy="19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7E703C48-1715-78EE-0B8E-71267A3D4FFA}"/>
                    </a:ext>
                  </a:extLst>
                </p14:cNvPr>
                <p14:cNvContentPartPr/>
                <p14:nvPr/>
              </p14:nvContentPartPr>
              <p14:xfrm>
                <a:off x="3695115" y="1677810"/>
                <a:ext cx="109800" cy="24912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7E703C48-1715-78EE-0B8E-71267A3D4FFA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3677475" y="1659810"/>
                  <a:ext cx="145440" cy="28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10F44662-A495-3450-5931-1D40B38AFF41}"/>
                    </a:ext>
                  </a:extLst>
                </p14:cNvPr>
                <p14:cNvContentPartPr/>
                <p14:nvPr/>
              </p14:nvContentPartPr>
              <p14:xfrm>
                <a:off x="3838755" y="1892010"/>
                <a:ext cx="156600" cy="12960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10F44662-A495-3450-5931-1D40B38AFF41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3820755" y="1874010"/>
                  <a:ext cx="192240" cy="16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318FE1F9-5BE3-0BD2-8C95-0CC11D76A823}"/>
                    </a:ext>
                  </a:extLst>
                </p14:cNvPr>
                <p14:cNvContentPartPr/>
                <p14:nvPr/>
              </p14:nvContentPartPr>
              <p14:xfrm>
                <a:off x="4090395" y="1699050"/>
                <a:ext cx="171360" cy="24804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318FE1F9-5BE3-0BD2-8C95-0CC11D76A823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4072755" y="1681050"/>
                  <a:ext cx="207000" cy="28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B4E489E0-5532-125B-51BD-6D0D60E30E06}"/>
                    </a:ext>
                  </a:extLst>
                </p14:cNvPr>
                <p14:cNvContentPartPr/>
                <p14:nvPr/>
              </p14:nvContentPartPr>
              <p14:xfrm>
                <a:off x="4284795" y="1877610"/>
                <a:ext cx="6480" cy="10440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B4E489E0-5532-125B-51BD-6D0D60E30E06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4266795" y="1859610"/>
                  <a:ext cx="42120" cy="14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1E0AE983-9FD0-2121-CCC3-9B1B5DBED533}"/>
                    </a:ext>
                  </a:extLst>
                </p14:cNvPr>
                <p14:cNvContentPartPr/>
                <p14:nvPr/>
              </p14:nvContentPartPr>
              <p14:xfrm>
                <a:off x="4412235" y="1664850"/>
                <a:ext cx="158040" cy="27576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1E0AE983-9FD0-2121-CCC3-9B1B5DBED533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4394235" y="1647210"/>
                  <a:ext cx="193680" cy="31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4FDA2171-0C5E-35E6-5FA1-BCDD555B5558}"/>
                    </a:ext>
                  </a:extLst>
                </p14:cNvPr>
                <p14:cNvContentPartPr/>
                <p14:nvPr/>
              </p14:nvContentPartPr>
              <p14:xfrm>
                <a:off x="4608075" y="1888410"/>
                <a:ext cx="102960" cy="14004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4FDA2171-0C5E-35E6-5FA1-BCDD555B5558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4590435" y="1870410"/>
                  <a:ext cx="138600" cy="1756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53">
            <p14:nvContentPartPr>
              <p14:cNvPr id="37" name="Ink 36">
                <a:extLst>
                  <a:ext uri="{FF2B5EF4-FFF2-40B4-BE49-F238E27FC236}">
                    <a16:creationId xmlns:a16="http://schemas.microsoft.com/office/drawing/2014/main" id="{0D8D387C-6D4D-AA7B-422F-9306336808A6}"/>
                  </a:ext>
                </a:extLst>
              </p14:cNvPr>
              <p14:cNvContentPartPr/>
              <p14:nvPr/>
            </p14:nvContentPartPr>
            <p14:xfrm>
              <a:off x="4511955" y="5052090"/>
              <a:ext cx="177120" cy="269640"/>
            </p14:xfrm>
          </p:contentPart>
        </mc:Choice>
        <mc:Fallback>
          <p:pic>
            <p:nvPicPr>
              <p:cNvPr id="37" name="Ink 36">
                <a:extLst>
                  <a:ext uri="{FF2B5EF4-FFF2-40B4-BE49-F238E27FC236}">
                    <a16:creationId xmlns:a16="http://schemas.microsoft.com/office/drawing/2014/main" id="{0D8D387C-6D4D-AA7B-422F-9306336808A6}"/>
                  </a:ext>
                </a:extLst>
              </p:cNvPr>
              <p:cNvPicPr/>
              <p:nvPr/>
            </p:nvPicPr>
            <p:blipFill>
              <a:blip r:embed="rId54"/>
              <a:stretch>
                <a:fillRect/>
              </a:stretch>
            </p:blipFill>
            <p:spPr>
              <a:xfrm>
                <a:off x="4449315" y="4989450"/>
                <a:ext cx="302760" cy="395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5">
            <p14:nvContentPartPr>
              <p14:cNvPr id="38" name="Ink 37">
                <a:extLst>
                  <a:ext uri="{FF2B5EF4-FFF2-40B4-BE49-F238E27FC236}">
                    <a16:creationId xmlns:a16="http://schemas.microsoft.com/office/drawing/2014/main" id="{DB9B8F31-50CF-3B13-360B-8D9DEB306A17}"/>
                  </a:ext>
                </a:extLst>
              </p14:cNvPr>
              <p14:cNvContentPartPr/>
              <p14:nvPr/>
            </p14:nvContentPartPr>
            <p14:xfrm>
              <a:off x="4592595" y="5081250"/>
              <a:ext cx="34200" cy="254880"/>
            </p14:xfrm>
          </p:contentPart>
        </mc:Choice>
        <mc:Fallback>
          <p:pic>
            <p:nvPicPr>
              <p:cNvPr id="38" name="Ink 37">
                <a:extLst>
                  <a:ext uri="{FF2B5EF4-FFF2-40B4-BE49-F238E27FC236}">
                    <a16:creationId xmlns:a16="http://schemas.microsoft.com/office/drawing/2014/main" id="{DB9B8F31-50CF-3B13-360B-8D9DEB306A17}"/>
                  </a:ext>
                </a:extLst>
              </p:cNvPr>
              <p:cNvPicPr/>
              <p:nvPr/>
            </p:nvPicPr>
            <p:blipFill>
              <a:blip r:embed="rId56"/>
              <a:stretch>
                <a:fillRect/>
              </a:stretch>
            </p:blipFill>
            <p:spPr>
              <a:xfrm>
                <a:off x="4583955" y="5072610"/>
                <a:ext cx="51840" cy="272520"/>
              </a:xfrm>
              <a:prstGeom prst="rect">
                <a:avLst/>
              </a:prstGeom>
            </p:spPr>
          </p:pic>
        </mc:Fallback>
      </mc:AlternateContent>
      <p:sp>
        <p:nvSpPr>
          <p:cNvPr id="39" name="Rectangle 38">
            <a:extLst>
              <a:ext uri="{FF2B5EF4-FFF2-40B4-BE49-F238E27FC236}">
                <a16:creationId xmlns:a16="http://schemas.microsoft.com/office/drawing/2014/main" id="{9FB8FA70-E3EE-9DCD-1F7C-861790F9155F}"/>
              </a:ext>
            </a:extLst>
          </p:cNvPr>
          <p:cNvSpPr/>
          <p:nvPr/>
        </p:nvSpPr>
        <p:spPr>
          <a:xfrm>
            <a:off x="8191500" y="2581275"/>
            <a:ext cx="1743075" cy="274045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4BC48C89-710E-E0B9-69EB-6EBA7344C6A5}"/>
              </a:ext>
            </a:extLst>
          </p:cNvPr>
          <p:cNvCxnSpPr/>
          <p:nvPr/>
        </p:nvCxnSpPr>
        <p:spPr>
          <a:xfrm>
            <a:off x="7115175" y="3162300"/>
            <a:ext cx="1076325" cy="0"/>
          </a:xfrm>
          <a:prstGeom prst="line">
            <a:avLst/>
          </a:prstGeom>
          <a:ln w="539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2" name="Picture 41">
            <a:extLst>
              <a:ext uri="{FF2B5EF4-FFF2-40B4-BE49-F238E27FC236}">
                <a16:creationId xmlns:a16="http://schemas.microsoft.com/office/drawing/2014/main" id="{6873B4CA-2251-58E8-CDFB-2743D7AACEDF}"/>
              </a:ext>
            </a:extLst>
          </p:cNvPr>
          <p:cNvPicPr>
            <a:picLocks noChangeAspect="1"/>
          </p:cNvPicPr>
          <p:nvPr/>
        </p:nvPicPr>
        <p:blipFill>
          <a:blip r:embed="rId57"/>
          <a:stretch>
            <a:fillRect/>
          </a:stretch>
        </p:blipFill>
        <p:spPr>
          <a:xfrm>
            <a:off x="7110747" y="3689603"/>
            <a:ext cx="1085182" cy="6097"/>
          </a:xfrm>
          <a:prstGeom prst="rect">
            <a:avLst/>
          </a:prstGeom>
        </p:spPr>
      </p:pic>
      <p:pic>
        <p:nvPicPr>
          <p:cNvPr id="45" name="Picture 44">
            <a:extLst>
              <a:ext uri="{FF2B5EF4-FFF2-40B4-BE49-F238E27FC236}">
                <a16:creationId xmlns:a16="http://schemas.microsoft.com/office/drawing/2014/main" id="{3BDF149F-8217-641E-C28E-01D7754ABF35}"/>
              </a:ext>
            </a:extLst>
          </p:cNvPr>
          <p:cNvPicPr>
            <a:picLocks noChangeAspect="1"/>
          </p:cNvPicPr>
          <p:nvPr/>
        </p:nvPicPr>
        <p:blipFill>
          <a:blip r:embed="rId58"/>
          <a:stretch>
            <a:fillRect/>
          </a:stretch>
        </p:blipFill>
        <p:spPr>
          <a:xfrm>
            <a:off x="7132594" y="3674482"/>
            <a:ext cx="1109568" cy="54869"/>
          </a:xfrm>
          <a:prstGeom prst="rect">
            <a:avLst/>
          </a:prstGeom>
        </p:spPr>
      </p:pic>
      <p:pic>
        <p:nvPicPr>
          <p:cNvPr id="46" name="Picture 45">
            <a:extLst>
              <a:ext uri="{FF2B5EF4-FFF2-40B4-BE49-F238E27FC236}">
                <a16:creationId xmlns:a16="http://schemas.microsoft.com/office/drawing/2014/main" id="{8A8331A4-FD45-B51C-F909-62D0718CCD04}"/>
              </a:ext>
            </a:extLst>
          </p:cNvPr>
          <p:cNvPicPr>
            <a:picLocks noChangeAspect="1"/>
          </p:cNvPicPr>
          <p:nvPr/>
        </p:nvPicPr>
        <p:blipFill>
          <a:blip r:embed="rId58"/>
          <a:stretch>
            <a:fillRect/>
          </a:stretch>
        </p:blipFill>
        <p:spPr>
          <a:xfrm>
            <a:off x="7132594" y="4251432"/>
            <a:ext cx="1109568" cy="54869"/>
          </a:xfrm>
          <a:prstGeom prst="rect">
            <a:avLst/>
          </a:prstGeom>
        </p:spPr>
      </p:pic>
      <p:pic>
        <p:nvPicPr>
          <p:cNvPr id="47" name="Picture 46">
            <a:extLst>
              <a:ext uri="{FF2B5EF4-FFF2-40B4-BE49-F238E27FC236}">
                <a16:creationId xmlns:a16="http://schemas.microsoft.com/office/drawing/2014/main" id="{9A7E4F60-DA14-B8EA-1021-0F482F34D494}"/>
              </a:ext>
            </a:extLst>
          </p:cNvPr>
          <p:cNvPicPr>
            <a:picLocks noChangeAspect="1"/>
          </p:cNvPicPr>
          <p:nvPr/>
        </p:nvPicPr>
        <p:blipFill>
          <a:blip r:embed="rId58"/>
          <a:stretch>
            <a:fillRect/>
          </a:stretch>
        </p:blipFill>
        <p:spPr>
          <a:xfrm>
            <a:off x="7132594" y="4795123"/>
            <a:ext cx="1109568" cy="54869"/>
          </a:xfrm>
          <a:prstGeom prst="rect">
            <a:avLst/>
          </a:prstGeom>
        </p:spPr>
      </p:pic>
      <p:pic>
        <p:nvPicPr>
          <p:cNvPr id="48" name="Picture 47">
            <a:extLst>
              <a:ext uri="{FF2B5EF4-FFF2-40B4-BE49-F238E27FC236}">
                <a16:creationId xmlns:a16="http://schemas.microsoft.com/office/drawing/2014/main" id="{0E75E73A-C270-94AF-C371-D6F95CC42E45}"/>
              </a:ext>
            </a:extLst>
          </p:cNvPr>
          <p:cNvPicPr>
            <a:picLocks noChangeAspect="1"/>
          </p:cNvPicPr>
          <p:nvPr/>
        </p:nvPicPr>
        <p:blipFill>
          <a:blip r:embed="rId58"/>
          <a:stretch>
            <a:fillRect/>
          </a:stretch>
        </p:blipFill>
        <p:spPr>
          <a:xfrm>
            <a:off x="9934575" y="3134865"/>
            <a:ext cx="1109568" cy="54869"/>
          </a:xfrm>
          <a:prstGeom prst="rect">
            <a:avLst/>
          </a:prstGeom>
        </p:spPr>
      </p:pic>
      <p:pic>
        <p:nvPicPr>
          <p:cNvPr id="49" name="Picture 48">
            <a:extLst>
              <a:ext uri="{FF2B5EF4-FFF2-40B4-BE49-F238E27FC236}">
                <a16:creationId xmlns:a16="http://schemas.microsoft.com/office/drawing/2014/main" id="{A7064672-CCDC-C64A-3ED6-770177701237}"/>
              </a:ext>
            </a:extLst>
          </p:cNvPr>
          <p:cNvPicPr>
            <a:picLocks noChangeAspect="1"/>
          </p:cNvPicPr>
          <p:nvPr/>
        </p:nvPicPr>
        <p:blipFill>
          <a:blip r:embed="rId58"/>
          <a:stretch>
            <a:fillRect/>
          </a:stretch>
        </p:blipFill>
        <p:spPr>
          <a:xfrm>
            <a:off x="9934575" y="3652127"/>
            <a:ext cx="1109568" cy="54869"/>
          </a:xfrm>
          <a:prstGeom prst="rect">
            <a:avLst/>
          </a:prstGeom>
        </p:spPr>
      </p:pic>
      <p:pic>
        <p:nvPicPr>
          <p:cNvPr id="50" name="Picture 49">
            <a:extLst>
              <a:ext uri="{FF2B5EF4-FFF2-40B4-BE49-F238E27FC236}">
                <a16:creationId xmlns:a16="http://schemas.microsoft.com/office/drawing/2014/main" id="{5A4898A5-749C-DED6-A164-9662C5CCC92D}"/>
              </a:ext>
            </a:extLst>
          </p:cNvPr>
          <p:cNvPicPr>
            <a:picLocks noChangeAspect="1"/>
          </p:cNvPicPr>
          <p:nvPr/>
        </p:nvPicPr>
        <p:blipFill>
          <a:blip r:embed="rId58"/>
          <a:stretch>
            <a:fillRect/>
          </a:stretch>
        </p:blipFill>
        <p:spPr>
          <a:xfrm>
            <a:off x="9901332" y="4251432"/>
            <a:ext cx="1109568" cy="54869"/>
          </a:xfrm>
          <a:prstGeom prst="rect">
            <a:avLst/>
          </a:prstGeom>
        </p:spPr>
      </p:pic>
      <p:pic>
        <p:nvPicPr>
          <p:cNvPr id="51" name="Picture 50">
            <a:extLst>
              <a:ext uri="{FF2B5EF4-FFF2-40B4-BE49-F238E27FC236}">
                <a16:creationId xmlns:a16="http://schemas.microsoft.com/office/drawing/2014/main" id="{03B9BE06-26BE-ABC7-237F-4FEE5CF37C54}"/>
              </a:ext>
            </a:extLst>
          </p:cNvPr>
          <p:cNvPicPr>
            <a:picLocks noChangeAspect="1"/>
          </p:cNvPicPr>
          <p:nvPr/>
        </p:nvPicPr>
        <p:blipFill>
          <a:blip r:embed="rId58"/>
          <a:stretch>
            <a:fillRect/>
          </a:stretch>
        </p:blipFill>
        <p:spPr>
          <a:xfrm>
            <a:off x="9934575" y="4786581"/>
            <a:ext cx="1109568" cy="54869"/>
          </a:xfrm>
          <a:prstGeom prst="rect">
            <a:avLst/>
          </a:prstGeom>
        </p:spPr>
      </p:pic>
      <p:grpSp>
        <p:nvGrpSpPr>
          <p:cNvPr id="61" name="Group 60">
            <a:extLst>
              <a:ext uri="{FF2B5EF4-FFF2-40B4-BE49-F238E27FC236}">
                <a16:creationId xmlns:a16="http://schemas.microsoft.com/office/drawing/2014/main" id="{3FF9897D-8A22-9CC9-8806-A029C38920CD}"/>
              </a:ext>
            </a:extLst>
          </p:cNvPr>
          <p:cNvGrpSpPr/>
          <p:nvPr/>
        </p:nvGrpSpPr>
        <p:grpSpPr>
          <a:xfrm>
            <a:off x="8463520" y="3004560"/>
            <a:ext cx="1346400" cy="344520"/>
            <a:chOff x="8463520" y="3004560"/>
            <a:chExt cx="1346400" cy="344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9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145DC0C2-40AA-1ED5-47F0-CC59D1519E37}"/>
                    </a:ext>
                  </a:extLst>
                </p14:cNvPr>
                <p14:cNvContentPartPr/>
                <p14:nvPr/>
              </p14:nvContentPartPr>
              <p14:xfrm>
                <a:off x="8463520" y="3004560"/>
                <a:ext cx="218520" cy="33084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145DC0C2-40AA-1ED5-47F0-CC59D1519E37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8454880" y="2995920"/>
                  <a:ext cx="236160" cy="34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1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AC332356-FA94-A2CF-A2E7-46063F5FB2FD}"/>
                    </a:ext>
                  </a:extLst>
                </p14:cNvPr>
                <p14:cNvContentPartPr/>
                <p14:nvPr/>
              </p14:nvContentPartPr>
              <p14:xfrm>
                <a:off x="8745760" y="3167280"/>
                <a:ext cx="128880" cy="17028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AC332356-FA94-A2CF-A2E7-46063F5FB2FD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8737120" y="3158280"/>
                  <a:ext cx="146520" cy="18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3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69A5100D-6E36-1618-47EC-78B83864282E}"/>
                    </a:ext>
                  </a:extLst>
                </p14:cNvPr>
                <p14:cNvContentPartPr/>
                <p14:nvPr/>
              </p14:nvContentPartPr>
              <p14:xfrm>
                <a:off x="8884000" y="3174120"/>
                <a:ext cx="106560" cy="16920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69A5100D-6E36-1618-47EC-78B83864282E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8875000" y="3165480"/>
                  <a:ext cx="124200" cy="18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5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D0AC7A38-576D-CA1A-0209-F354DA40C191}"/>
                    </a:ext>
                  </a:extLst>
                </p14:cNvPr>
                <p14:cNvContentPartPr/>
                <p14:nvPr/>
              </p14:nvContentPartPr>
              <p14:xfrm>
                <a:off x="9046360" y="3169800"/>
                <a:ext cx="108360" cy="13752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D0AC7A38-576D-CA1A-0209-F354DA40C191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9037720" y="3160800"/>
                  <a:ext cx="126000" cy="15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7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82ADC3C4-CB89-D947-FBB6-7462B258C303}"/>
                    </a:ext>
                  </a:extLst>
                </p14:cNvPr>
                <p14:cNvContentPartPr/>
                <p14:nvPr/>
              </p14:nvContentPartPr>
              <p14:xfrm>
                <a:off x="9170560" y="3173040"/>
                <a:ext cx="100440" cy="14040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82ADC3C4-CB89-D947-FBB6-7462B258C303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9161560" y="3164040"/>
                  <a:ext cx="118080" cy="15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9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78148276-1DED-CBB0-B22F-B81552CBE46D}"/>
                    </a:ext>
                  </a:extLst>
                </p14:cNvPr>
                <p14:cNvContentPartPr/>
                <p14:nvPr/>
              </p14:nvContentPartPr>
              <p14:xfrm>
                <a:off x="9264520" y="3169080"/>
                <a:ext cx="155880" cy="15696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78148276-1DED-CBB0-B22F-B81552CBE46D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9255520" y="3160080"/>
                  <a:ext cx="173520" cy="17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1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847B0FD8-885C-E2FE-5998-B98498C467C4}"/>
                    </a:ext>
                  </a:extLst>
                </p14:cNvPr>
                <p14:cNvContentPartPr/>
                <p14:nvPr/>
              </p14:nvContentPartPr>
              <p14:xfrm>
                <a:off x="9458200" y="3033360"/>
                <a:ext cx="28440" cy="31572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847B0FD8-885C-E2FE-5998-B98498C467C4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9449560" y="3024720"/>
                  <a:ext cx="46080" cy="33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3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1CF5D7A6-47BA-6B59-8A6A-1316425791C3}"/>
                    </a:ext>
                  </a:extLst>
                </p14:cNvPr>
                <p14:cNvContentPartPr/>
                <p14:nvPr/>
              </p14:nvContentPartPr>
              <p14:xfrm>
                <a:off x="9395560" y="3199680"/>
                <a:ext cx="242640" cy="14400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1CF5D7A6-47BA-6B59-8A6A-1316425791C3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9386560" y="3190680"/>
                  <a:ext cx="260280" cy="16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5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2666E003-AE34-6A54-80B3-EAB35D165482}"/>
                    </a:ext>
                  </a:extLst>
                </p14:cNvPr>
                <p14:cNvContentPartPr/>
                <p14:nvPr/>
              </p14:nvContentPartPr>
              <p14:xfrm>
                <a:off x="9682840" y="3208320"/>
                <a:ext cx="127080" cy="13500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2666E003-AE34-6A54-80B3-EAB35D165482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9673840" y="3199680"/>
                  <a:ext cx="144720" cy="152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8" name="Group 67">
            <a:extLst>
              <a:ext uri="{FF2B5EF4-FFF2-40B4-BE49-F238E27FC236}">
                <a16:creationId xmlns:a16="http://schemas.microsoft.com/office/drawing/2014/main" id="{986F0EF8-B1D1-83D6-7E1E-B3C56542C338}"/>
              </a:ext>
            </a:extLst>
          </p:cNvPr>
          <p:cNvGrpSpPr/>
          <p:nvPr/>
        </p:nvGrpSpPr>
        <p:grpSpPr>
          <a:xfrm>
            <a:off x="8323840" y="3680280"/>
            <a:ext cx="412920" cy="256320"/>
            <a:chOff x="8323840" y="3680280"/>
            <a:chExt cx="412920" cy="256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7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59332C96-CE3D-A503-F1F4-59FDA4103A76}"/>
                    </a:ext>
                  </a:extLst>
                </p14:cNvPr>
                <p14:cNvContentPartPr/>
                <p14:nvPr/>
              </p14:nvContentPartPr>
              <p14:xfrm>
                <a:off x="8391880" y="3715920"/>
                <a:ext cx="13320" cy="828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59332C96-CE3D-A503-F1F4-59FDA4103A76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8383240" y="3707280"/>
                  <a:ext cx="30960" cy="2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9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21D30854-1819-1FFE-369F-49DAE929D8A3}"/>
                    </a:ext>
                  </a:extLst>
                </p14:cNvPr>
                <p14:cNvContentPartPr/>
                <p14:nvPr/>
              </p14:nvContentPartPr>
              <p14:xfrm>
                <a:off x="8391880" y="3724200"/>
                <a:ext cx="360" cy="36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21D30854-1819-1FFE-369F-49DAE929D8A3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8383240" y="3715200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1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44507C76-748B-8C4C-257D-97A025001A6A}"/>
                    </a:ext>
                  </a:extLst>
                </p14:cNvPr>
                <p14:cNvContentPartPr/>
                <p14:nvPr/>
              </p14:nvContentPartPr>
              <p14:xfrm>
                <a:off x="8323840" y="3680280"/>
                <a:ext cx="108360" cy="238320"/>
              </p14:xfrm>
            </p:contentPart>
          </mc:Choice>
          <mc:Fallback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44507C76-748B-8C4C-257D-97A025001A6A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8315200" y="3671280"/>
                  <a:ext cx="126000" cy="25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3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CC6305D6-DC7D-3DDF-BC76-39D03BE9B96F}"/>
                    </a:ext>
                  </a:extLst>
                </p14:cNvPr>
                <p14:cNvContentPartPr/>
                <p14:nvPr/>
              </p14:nvContentPartPr>
              <p14:xfrm>
                <a:off x="8472520" y="3719160"/>
                <a:ext cx="107280" cy="201240"/>
              </p14:xfrm>
            </p:contentPart>
          </mc:Choice>
          <mc:Fallback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CC6305D6-DC7D-3DDF-BC76-39D03BE9B96F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8463520" y="3710520"/>
                  <a:ext cx="124920" cy="21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5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187D59BF-78D4-B54B-1DE3-BC2DDF672BD1}"/>
                    </a:ext>
                  </a:extLst>
                </p14:cNvPr>
                <p14:cNvContentPartPr/>
                <p14:nvPr/>
              </p14:nvContentPartPr>
              <p14:xfrm>
                <a:off x="8583040" y="3697200"/>
                <a:ext cx="153720" cy="239400"/>
              </p14:xfrm>
            </p:contentPart>
          </mc:Choice>
          <mc:Fallback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187D59BF-78D4-B54B-1DE3-BC2DDF672BD1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8574400" y="3688560"/>
                  <a:ext cx="171360" cy="257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4" name="Group 73">
            <a:extLst>
              <a:ext uri="{FF2B5EF4-FFF2-40B4-BE49-F238E27FC236}">
                <a16:creationId xmlns:a16="http://schemas.microsoft.com/office/drawing/2014/main" id="{E1582E22-6B3E-7C03-3812-BB9B4A8024DC}"/>
              </a:ext>
            </a:extLst>
          </p:cNvPr>
          <p:cNvGrpSpPr/>
          <p:nvPr/>
        </p:nvGrpSpPr>
        <p:grpSpPr>
          <a:xfrm>
            <a:off x="9238960" y="3690360"/>
            <a:ext cx="553680" cy="211680"/>
            <a:chOff x="9238960" y="3690360"/>
            <a:chExt cx="553680" cy="211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7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72C14926-590F-5EE5-15F7-258A93AA7EA0}"/>
                    </a:ext>
                  </a:extLst>
                </p14:cNvPr>
                <p14:cNvContentPartPr/>
                <p14:nvPr/>
              </p14:nvContentPartPr>
              <p14:xfrm>
                <a:off x="9238960" y="3724200"/>
                <a:ext cx="177480" cy="174600"/>
              </p14:xfrm>
            </p:contentPart>
          </mc:Choice>
          <mc:Fallback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72C14926-590F-5EE5-15F7-258A93AA7EA0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9229960" y="3715200"/>
                  <a:ext cx="195120" cy="19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9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3419856D-BCFC-DB11-7D22-64B3F104A6F1}"/>
                    </a:ext>
                  </a:extLst>
                </p14:cNvPr>
                <p14:cNvContentPartPr/>
                <p14:nvPr/>
              </p14:nvContentPartPr>
              <p14:xfrm>
                <a:off x="9299080" y="3704400"/>
                <a:ext cx="114480" cy="174600"/>
              </p14:xfrm>
            </p:contentPart>
          </mc:Choice>
          <mc:Fallback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3419856D-BCFC-DB11-7D22-64B3F104A6F1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9290440" y="3695760"/>
                  <a:ext cx="132120" cy="19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1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3022455F-80BD-A4EE-8AF9-42836F5D0762}"/>
                    </a:ext>
                  </a:extLst>
                </p14:cNvPr>
                <p14:cNvContentPartPr/>
                <p14:nvPr/>
              </p14:nvContentPartPr>
              <p14:xfrm>
                <a:off x="9476200" y="3690360"/>
                <a:ext cx="118440" cy="192240"/>
              </p14:xfrm>
            </p:contentPart>
          </mc:Choice>
          <mc:Fallback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3022455F-80BD-A4EE-8AF9-42836F5D0762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9467560" y="3681720"/>
                  <a:ext cx="136080" cy="20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3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EA668978-0376-0F06-3A61-B89FE8F9E9AC}"/>
                    </a:ext>
                  </a:extLst>
                </p14:cNvPr>
                <p14:cNvContentPartPr/>
                <p14:nvPr/>
              </p14:nvContentPartPr>
              <p14:xfrm>
                <a:off x="9661240" y="3711240"/>
                <a:ext cx="131400" cy="190800"/>
              </p14:xfrm>
            </p:contentPart>
          </mc:Choice>
          <mc:Fallback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EA668978-0376-0F06-3A61-B89FE8F9E9AC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9652240" y="3702600"/>
                  <a:ext cx="149040" cy="2084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95">
            <p14:nvContentPartPr>
              <p14:cNvPr id="75" name="Ink 74">
                <a:extLst>
                  <a:ext uri="{FF2B5EF4-FFF2-40B4-BE49-F238E27FC236}">
                    <a16:creationId xmlns:a16="http://schemas.microsoft.com/office/drawing/2014/main" id="{9C5B243F-F7D2-84B0-2593-3B992ACE209D}"/>
                  </a:ext>
                </a:extLst>
              </p14:cNvPr>
              <p14:cNvContentPartPr/>
              <p14:nvPr/>
            </p14:nvContentPartPr>
            <p14:xfrm>
              <a:off x="6619600" y="2920320"/>
              <a:ext cx="105480" cy="248400"/>
            </p14:xfrm>
          </p:contentPart>
        </mc:Choice>
        <mc:Fallback>
          <p:pic>
            <p:nvPicPr>
              <p:cNvPr id="75" name="Ink 74">
                <a:extLst>
                  <a:ext uri="{FF2B5EF4-FFF2-40B4-BE49-F238E27FC236}">
                    <a16:creationId xmlns:a16="http://schemas.microsoft.com/office/drawing/2014/main" id="{9C5B243F-F7D2-84B0-2593-3B992ACE209D}"/>
                  </a:ext>
                </a:extLst>
              </p:cNvPr>
              <p:cNvPicPr/>
              <p:nvPr/>
            </p:nvPicPr>
            <p:blipFill>
              <a:blip r:embed="rId96"/>
              <a:stretch>
                <a:fillRect/>
              </a:stretch>
            </p:blipFill>
            <p:spPr>
              <a:xfrm>
                <a:off x="6601960" y="2902320"/>
                <a:ext cx="141120" cy="284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7">
            <p14:nvContentPartPr>
              <p14:cNvPr id="76" name="Ink 75">
                <a:extLst>
                  <a:ext uri="{FF2B5EF4-FFF2-40B4-BE49-F238E27FC236}">
                    <a16:creationId xmlns:a16="http://schemas.microsoft.com/office/drawing/2014/main" id="{8547AEBC-411C-D14B-53C3-B1D8FF05E229}"/>
                  </a:ext>
                </a:extLst>
              </p14:cNvPr>
              <p14:cNvContentPartPr/>
              <p14:nvPr/>
            </p14:nvContentPartPr>
            <p14:xfrm>
              <a:off x="6750640" y="2899440"/>
              <a:ext cx="70920" cy="298080"/>
            </p14:xfrm>
          </p:contentPart>
        </mc:Choice>
        <mc:Fallback>
          <p:pic>
            <p:nvPicPr>
              <p:cNvPr id="76" name="Ink 75">
                <a:extLst>
                  <a:ext uri="{FF2B5EF4-FFF2-40B4-BE49-F238E27FC236}">
                    <a16:creationId xmlns:a16="http://schemas.microsoft.com/office/drawing/2014/main" id="{8547AEBC-411C-D14B-53C3-B1D8FF05E229}"/>
                  </a:ext>
                </a:extLst>
              </p:cNvPr>
              <p:cNvPicPr/>
              <p:nvPr/>
            </p:nvPicPr>
            <p:blipFill>
              <a:blip r:embed="rId98"/>
              <a:stretch>
                <a:fillRect/>
              </a:stretch>
            </p:blipFill>
            <p:spPr>
              <a:xfrm>
                <a:off x="6732640" y="2881800"/>
                <a:ext cx="106560" cy="333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9">
            <p14:nvContentPartPr>
              <p14:cNvPr id="77" name="Ink 76">
                <a:extLst>
                  <a:ext uri="{FF2B5EF4-FFF2-40B4-BE49-F238E27FC236}">
                    <a16:creationId xmlns:a16="http://schemas.microsoft.com/office/drawing/2014/main" id="{DE87EF0A-8548-E684-46E1-495FD6F07B40}"/>
                  </a:ext>
                </a:extLst>
              </p14:cNvPr>
              <p14:cNvContentPartPr/>
              <p14:nvPr/>
            </p14:nvContentPartPr>
            <p14:xfrm>
              <a:off x="6632560" y="3053160"/>
              <a:ext cx="145440" cy="6120"/>
            </p14:xfrm>
          </p:contentPart>
        </mc:Choice>
        <mc:Fallback>
          <p:pic>
            <p:nvPicPr>
              <p:cNvPr id="77" name="Ink 76">
                <a:extLst>
                  <a:ext uri="{FF2B5EF4-FFF2-40B4-BE49-F238E27FC236}">
                    <a16:creationId xmlns:a16="http://schemas.microsoft.com/office/drawing/2014/main" id="{DE87EF0A-8548-E684-46E1-495FD6F07B40}"/>
                  </a:ext>
                </a:extLst>
              </p:cNvPr>
              <p:cNvPicPr/>
              <p:nvPr/>
            </p:nvPicPr>
            <p:blipFill>
              <a:blip r:embed="rId100"/>
              <a:stretch>
                <a:fillRect/>
              </a:stretch>
            </p:blipFill>
            <p:spPr>
              <a:xfrm>
                <a:off x="6614560" y="3035160"/>
                <a:ext cx="181080" cy="41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1">
            <p14:nvContentPartPr>
              <p14:cNvPr id="78" name="Ink 77">
                <a:extLst>
                  <a:ext uri="{FF2B5EF4-FFF2-40B4-BE49-F238E27FC236}">
                    <a16:creationId xmlns:a16="http://schemas.microsoft.com/office/drawing/2014/main" id="{C7BBCE2C-071B-74F4-2929-3100FA6BE286}"/>
                  </a:ext>
                </a:extLst>
              </p14:cNvPr>
              <p14:cNvContentPartPr/>
              <p14:nvPr/>
            </p14:nvContentPartPr>
            <p14:xfrm>
              <a:off x="6819400" y="3089520"/>
              <a:ext cx="139680" cy="223560"/>
            </p14:xfrm>
          </p:contentPart>
        </mc:Choice>
        <mc:Fallback>
          <p:pic>
            <p:nvPicPr>
              <p:cNvPr id="78" name="Ink 77">
                <a:extLst>
                  <a:ext uri="{FF2B5EF4-FFF2-40B4-BE49-F238E27FC236}">
                    <a16:creationId xmlns:a16="http://schemas.microsoft.com/office/drawing/2014/main" id="{C7BBCE2C-071B-74F4-2929-3100FA6BE286}"/>
                  </a:ext>
                </a:extLst>
              </p:cNvPr>
              <p:cNvPicPr/>
              <p:nvPr/>
            </p:nvPicPr>
            <p:blipFill>
              <a:blip r:embed="rId102"/>
              <a:stretch>
                <a:fillRect/>
              </a:stretch>
            </p:blipFill>
            <p:spPr>
              <a:xfrm>
                <a:off x="6801760" y="3071880"/>
                <a:ext cx="175320" cy="259200"/>
              </a:xfrm>
              <a:prstGeom prst="rect">
                <a:avLst/>
              </a:prstGeom>
            </p:spPr>
          </p:pic>
        </mc:Fallback>
      </mc:AlternateContent>
      <p:grpSp>
        <p:nvGrpSpPr>
          <p:cNvPr id="97" name="Group 96">
            <a:extLst>
              <a:ext uri="{FF2B5EF4-FFF2-40B4-BE49-F238E27FC236}">
                <a16:creationId xmlns:a16="http://schemas.microsoft.com/office/drawing/2014/main" id="{C537ACB6-3EE6-A1C0-7BC5-8C79B1DF445D}"/>
              </a:ext>
            </a:extLst>
          </p:cNvPr>
          <p:cNvGrpSpPr/>
          <p:nvPr/>
        </p:nvGrpSpPr>
        <p:grpSpPr>
          <a:xfrm>
            <a:off x="6645880" y="3443400"/>
            <a:ext cx="353520" cy="358200"/>
            <a:chOff x="6645880" y="3443400"/>
            <a:chExt cx="353520" cy="358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3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6253F047-1E71-9355-6DA5-D53700F98011}"/>
                    </a:ext>
                  </a:extLst>
                </p14:cNvPr>
                <p14:cNvContentPartPr/>
                <p14:nvPr/>
              </p14:nvContentPartPr>
              <p14:xfrm>
                <a:off x="6645880" y="3443400"/>
                <a:ext cx="95040" cy="226080"/>
              </p14:xfrm>
            </p:contentPart>
          </mc:Choice>
          <mc:Fallback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6253F047-1E71-9355-6DA5-D53700F98011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6627880" y="3425760"/>
                  <a:ext cx="130680" cy="26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5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F21287E4-D22B-A244-858A-D06ED29F6CDE}"/>
                    </a:ext>
                  </a:extLst>
                </p14:cNvPr>
                <p14:cNvContentPartPr/>
                <p14:nvPr/>
              </p14:nvContentPartPr>
              <p14:xfrm>
                <a:off x="6717160" y="3446640"/>
                <a:ext cx="102960" cy="237960"/>
              </p14:xfrm>
            </p:contentPart>
          </mc:Choice>
          <mc:Fallback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F21287E4-D22B-A244-858A-D06ED29F6CDE}"/>
                    </a:ext>
                  </a:extLst>
                </p:cNvPr>
                <p:cNvPicPr/>
                <p:nvPr/>
              </p:nvPicPr>
              <p:blipFill>
                <a:blip r:embed="rId106"/>
                <a:stretch>
                  <a:fillRect/>
                </a:stretch>
              </p:blipFill>
              <p:spPr>
                <a:xfrm>
                  <a:off x="6699520" y="3428640"/>
                  <a:ext cx="138600" cy="27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7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22CFF525-52CA-EA0E-52F0-68DA2F8CF1E7}"/>
                    </a:ext>
                  </a:extLst>
                </p14:cNvPr>
                <p14:cNvContentPartPr/>
                <p14:nvPr/>
              </p14:nvContentPartPr>
              <p14:xfrm>
                <a:off x="6653080" y="3603960"/>
                <a:ext cx="115920" cy="41760"/>
              </p14:xfrm>
            </p:contentPart>
          </mc:Choice>
          <mc:Fallback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22CFF525-52CA-EA0E-52F0-68DA2F8CF1E7}"/>
                    </a:ext>
                  </a:extLst>
                </p:cNvPr>
                <p:cNvPicPr/>
                <p:nvPr/>
              </p:nvPicPr>
              <p:blipFill>
                <a:blip r:embed="rId108"/>
                <a:stretch>
                  <a:fillRect/>
                </a:stretch>
              </p:blipFill>
              <p:spPr>
                <a:xfrm>
                  <a:off x="6635080" y="3586320"/>
                  <a:ext cx="151560" cy="7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9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23F4D075-6351-DFAC-683F-EA3A85961188}"/>
                    </a:ext>
                  </a:extLst>
                </p14:cNvPr>
                <p14:cNvContentPartPr/>
                <p14:nvPr/>
              </p14:nvContentPartPr>
              <p14:xfrm>
                <a:off x="6873040" y="3622320"/>
                <a:ext cx="126360" cy="179280"/>
              </p14:xfrm>
            </p:contentPart>
          </mc:Choice>
          <mc:Fallback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23F4D075-6351-DFAC-683F-EA3A85961188}"/>
                    </a:ext>
                  </a:extLst>
                </p:cNvPr>
                <p:cNvPicPr/>
                <p:nvPr/>
              </p:nvPicPr>
              <p:blipFill>
                <a:blip r:embed="rId110"/>
                <a:stretch>
                  <a:fillRect/>
                </a:stretch>
              </p:blipFill>
              <p:spPr>
                <a:xfrm>
                  <a:off x="6855040" y="3604680"/>
                  <a:ext cx="162000" cy="214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6" name="Group 95">
            <a:extLst>
              <a:ext uri="{FF2B5EF4-FFF2-40B4-BE49-F238E27FC236}">
                <a16:creationId xmlns:a16="http://schemas.microsoft.com/office/drawing/2014/main" id="{A8B9C9AD-B300-7EFC-773A-7E1BC44CEA34}"/>
              </a:ext>
            </a:extLst>
          </p:cNvPr>
          <p:cNvGrpSpPr/>
          <p:nvPr/>
        </p:nvGrpSpPr>
        <p:grpSpPr>
          <a:xfrm>
            <a:off x="6618520" y="4079880"/>
            <a:ext cx="290160" cy="329400"/>
            <a:chOff x="6618520" y="4079880"/>
            <a:chExt cx="290160" cy="329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1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71790975-DE8C-DA2C-1AEE-49FBD8EB1B1D}"/>
                    </a:ext>
                  </a:extLst>
                </p14:cNvPr>
                <p14:cNvContentPartPr/>
                <p14:nvPr/>
              </p14:nvContentPartPr>
              <p14:xfrm>
                <a:off x="6625000" y="4079880"/>
                <a:ext cx="154080" cy="258840"/>
              </p14:xfrm>
            </p:contentPart>
          </mc:Choice>
          <mc:Fallback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71790975-DE8C-DA2C-1AEE-49FBD8EB1B1D}"/>
                    </a:ext>
                  </a:extLst>
                </p:cNvPr>
                <p:cNvPicPr/>
                <p:nvPr/>
              </p:nvPicPr>
              <p:blipFill>
                <a:blip r:embed="rId112"/>
                <a:stretch>
                  <a:fillRect/>
                </a:stretch>
              </p:blipFill>
              <p:spPr>
                <a:xfrm>
                  <a:off x="6607360" y="4061880"/>
                  <a:ext cx="189720" cy="29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3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FD7A94F9-91E7-511C-DF11-9F49406135FA}"/>
                    </a:ext>
                  </a:extLst>
                </p14:cNvPr>
                <p14:cNvContentPartPr/>
                <p14:nvPr/>
              </p14:nvContentPartPr>
              <p14:xfrm>
                <a:off x="6732640" y="4084560"/>
                <a:ext cx="102960" cy="252360"/>
              </p14:xfrm>
            </p:contentPart>
          </mc:Choice>
          <mc:Fallback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FD7A94F9-91E7-511C-DF11-9F49406135FA}"/>
                    </a:ext>
                  </a:extLst>
                </p:cNvPr>
                <p:cNvPicPr/>
                <p:nvPr/>
              </p:nvPicPr>
              <p:blipFill>
                <a:blip r:embed="rId114"/>
                <a:stretch>
                  <a:fillRect/>
                </a:stretch>
              </p:blipFill>
              <p:spPr>
                <a:xfrm>
                  <a:off x="6714640" y="4066560"/>
                  <a:ext cx="138600" cy="28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5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B501A39E-422D-EF9E-824A-98668FA1A93F}"/>
                    </a:ext>
                  </a:extLst>
                </p14:cNvPr>
                <p14:cNvContentPartPr/>
                <p14:nvPr/>
              </p14:nvContentPartPr>
              <p14:xfrm>
                <a:off x="6618520" y="4224240"/>
                <a:ext cx="156960" cy="40680"/>
              </p14:xfrm>
            </p:contentPart>
          </mc:Choice>
          <mc:Fallback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B501A39E-422D-EF9E-824A-98668FA1A93F}"/>
                    </a:ext>
                  </a:extLst>
                </p:cNvPr>
                <p:cNvPicPr/>
                <p:nvPr/>
              </p:nvPicPr>
              <p:blipFill>
                <a:blip r:embed="rId116"/>
                <a:stretch>
                  <a:fillRect/>
                </a:stretch>
              </p:blipFill>
              <p:spPr>
                <a:xfrm>
                  <a:off x="6600520" y="4206240"/>
                  <a:ext cx="192600" cy="7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7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6F7C5D8F-DFCE-F19F-B612-5CCA1F12EC3E}"/>
                    </a:ext>
                  </a:extLst>
                </p14:cNvPr>
                <p14:cNvContentPartPr/>
                <p14:nvPr/>
              </p14:nvContentPartPr>
              <p14:xfrm>
                <a:off x="6890320" y="4262040"/>
                <a:ext cx="18360" cy="147240"/>
              </p14:xfrm>
            </p:contentPart>
          </mc:Choice>
          <mc:Fallback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6F7C5D8F-DFCE-F19F-B612-5CCA1F12EC3E}"/>
                    </a:ext>
                  </a:extLst>
                </p:cNvPr>
                <p:cNvPicPr/>
                <p:nvPr/>
              </p:nvPicPr>
              <p:blipFill>
                <a:blip r:embed="rId118"/>
                <a:stretch>
                  <a:fillRect/>
                </a:stretch>
              </p:blipFill>
              <p:spPr>
                <a:xfrm>
                  <a:off x="6872680" y="4244040"/>
                  <a:ext cx="54000" cy="182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5" name="Group 94">
            <a:extLst>
              <a:ext uri="{FF2B5EF4-FFF2-40B4-BE49-F238E27FC236}">
                <a16:creationId xmlns:a16="http://schemas.microsoft.com/office/drawing/2014/main" id="{4FC264BB-4194-4AC3-246B-D5C9DE053CBF}"/>
              </a:ext>
            </a:extLst>
          </p:cNvPr>
          <p:cNvGrpSpPr/>
          <p:nvPr/>
        </p:nvGrpSpPr>
        <p:grpSpPr>
          <a:xfrm>
            <a:off x="6671800" y="4619160"/>
            <a:ext cx="357840" cy="297360"/>
            <a:chOff x="6671800" y="4619160"/>
            <a:chExt cx="357840" cy="297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9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1C3B2F84-7BE3-F7A9-115F-8F401429AA73}"/>
                    </a:ext>
                  </a:extLst>
                </p14:cNvPr>
                <p14:cNvContentPartPr/>
                <p14:nvPr/>
              </p14:nvContentPartPr>
              <p14:xfrm>
                <a:off x="6671800" y="4619160"/>
                <a:ext cx="136800" cy="236520"/>
              </p14:xfrm>
            </p:contentPart>
          </mc:Choice>
          <mc:Fallback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1C3B2F84-7BE3-F7A9-115F-8F401429AA73}"/>
                    </a:ext>
                  </a:extLst>
                </p:cNvPr>
                <p:cNvPicPr/>
                <p:nvPr/>
              </p:nvPicPr>
              <p:blipFill>
                <a:blip r:embed="rId120"/>
                <a:stretch>
                  <a:fillRect/>
                </a:stretch>
              </p:blipFill>
              <p:spPr>
                <a:xfrm>
                  <a:off x="6654160" y="4601520"/>
                  <a:ext cx="172440" cy="27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1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840F82B9-CCE9-A7A6-F19A-566C2798DBD7}"/>
                    </a:ext>
                  </a:extLst>
                </p14:cNvPr>
                <p14:cNvContentPartPr/>
                <p14:nvPr/>
              </p14:nvContentPartPr>
              <p14:xfrm>
                <a:off x="6821200" y="4644000"/>
                <a:ext cx="84960" cy="254880"/>
              </p14:xfrm>
            </p:contentPart>
          </mc:Choice>
          <mc:Fallback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840F82B9-CCE9-A7A6-F19A-566C2798DBD7}"/>
                    </a:ext>
                  </a:extLst>
                </p:cNvPr>
                <p:cNvPicPr/>
                <p:nvPr/>
              </p:nvPicPr>
              <p:blipFill>
                <a:blip r:embed="rId122"/>
                <a:stretch>
                  <a:fillRect/>
                </a:stretch>
              </p:blipFill>
              <p:spPr>
                <a:xfrm>
                  <a:off x="6803200" y="4626000"/>
                  <a:ext cx="120600" cy="29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3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0B02A8D8-EC80-B5AC-C428-7DB005567ADD}"/>
                    </a:ext>
                  </a:extLst>
                </p14:cNvPr>
                <p14:cNvContentPartPr/>
                <p14:nvPr/>
              </p14:nvContentPartPr>
              <p14:xfrm>
                <a:off x="6708160" y="4765680"/>
                <a:ext cx="146520" cy="32760"/>
              </p14:xfrm>
            </p:contentPart>
          </mc:Choice>
          <mc:Fallback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0B02A8D8-EC80-B5AC-C428-7DB005567ADD}"/>
                    </a:ext>
                  </a:extLst>
                </p:cNvPr>
                <p:cNvPicPr/>
                <p:nvPr/>
              </p:nvPicPr>
              <p:blipFill>
                <a:blip r:embed="rId124"/>
                <a:stretch>
                  <a:fillRect/>
                </a:stretch>
              </p:blipFill>
              <p:spPr>
                <a:xfrm>
                  <a:off x="6690520" y="4748040"/>
                  <a:ext cx="182160" cy="6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5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03863568-14B0-AF49-FB0D-70B5FD692642}"/>
                    </a:ext>
                  </a:extLst>
                </p14:cNvPr>
                <p14:cNvContentPartPr/>
                <p14:nvPr/>
              </p14:nvContentPartPr>
              <p14:xfrm>
                <a:off x="6984640" y="4868280"/>
                <a:ext cx="45000" cy="48240"/>
              </p14:xfrm>
            </p:contentPart>
          </mc:Choice>
          <mc:Fallback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03863568-14B0-AF49-FB0D-70B5FD692642}"/>
                    </a:ext>
                  </a:extLst>
                </p:cNvPr>
                <p:cNvPicPr/>
                <p:nvPr/>
              </p:nvPicPr>
              <p:blipFill>
                <a:blip r:embed="rId126"/>
                <a:stretch>
                  <a:fillRect/>
                </a:stretch>
              </p:blipFill>
              <p:spPr>
                <a:xfrm>
                  <a:off x="6966640" y="4850640"/>
                  <a:ext cx="80640" cy="83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1" name="Group 100">
            <a:extLst>
              <a:ext uri="{FF2B5EF4-FFF2-40B4-BE49-F238E27FC236}">
                <a16:creationId xmlns:a16="http://schemas.microsoft.com/office/drawing/2014/main" id="{19D2E387-8129-1A7D-A6B9-34EE30346649}"/>
              </a:ext>
            </a:extLst>
          </p:cNvPr>
          <p:cNvGrpSpPr/>
          <p:nvPr/>
        </p:nvGrpSpPr>
        <p:grpSpPr>
          <a:xfrm>
            <a:off x="11171440" y="2997720"/>
            <a:ext cx="264960" cy="347760"/>
            <a:chOff x="11171440" y="2997720"/>
            <a:chExt cx="264960" cy="347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7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BB1C7903-94BE-543E-0428-ECB9B85BC7CA}"/>
                    </a:ext>
                  </a:extLst>
                </p14:cNvPr>
                <p14:cNvContentPartPr/>
                <p14:nvPr/>
              </p14:nvContentPartPr>
              <p14:xfrm>
                <a:off x="11171440" y="3007080"/>
                <a:ext cx="15480" cy="221760"/>
              </p14:xfrm>
            </p:contentPart>
          </mc:Choice>
          <mc:Fallback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BB1C7903-94BE-543E-0428-ECB9B85BC7CA}"/>
                    </a:ext>
                  </a:extLst>
                </p:cNvPr>
                <p:cNvPicPr/>
                <p:nvPr/>
              </p:nvPicPr>
              <p:blipFill>
                <a:blip r:embed="rId128"/>
                <a:stretch>
                  <a:fillRect/>
                </a:stretch>
              </p:blipFill>
              <p:spPr>
                <a:xfrm>
                  <a:off x="11153800" y="2989440"/>
                  <a:ext cx="51120" cy="25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9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FDEC8EEB-0456-78D1-4344-4CE470933980}"/>
                    </a:ext>
                  </a:extLst>
                </p14:cNvPr>
                <p14:cNvContentPartPr/>
                <p14:nvPr/>
              </p14:nvContentPartPr>
              <p14:xfrm>
                <a:off x="11179360" y="2997720"/>
                <a:ext cx="120600" cy="240120"/>
              </p14:xfrm>
            </p:contentPart>
          </mc:Choice>
          <mc:Fallback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FDEC8EEB-0456-78D1-4344-4CE470933980}"/>
                    </a:ext>
                  </a:extLst>
                </p:cNvPr>
                <p:cNvPicPr/>
                <p:nvPr/>
              </p:nvPicPr>
              <p:blipFill>
                <a:blip r:embed="rId130"/>
                <a:stretch>
                  <a:fillRect/>
                </a:stretch>
              </p:blipFill>
              <p:spPr>
                <a:xfrm>
                  <a:off x="11161360" y="2979720"/>
                  <a:ext cx="156240" cy="27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1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3D8C1FAB-E2D4-87DC-D3BB-E5B20D2BD990}"/>
                    </a:ext>
                  </a:extLst>
                </p14:cNvPr>
                <p14:cNvContentPartPr/>
                <p14:nvPr/>
              </p14:nvContentPartPr>
              <p14:xfrm>
                <a:off x="11330560" y="3199680"/>
                <a:ext cx="105840" cy="145800"/>
              </p14:xfrm>
            </p:contentPart>
          </mc:Choice>
          <mc:Fallback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3D8C1FAB-E2D4-87DC-D3BB-E5B20D2BD990}"/>
                    </a:ext>
                  </a:extLst>
                </p:cNvPr>
                <p:cNvPicPr/>
                <p:nvPr/>
              </p:nvPicPr>
              <p:blipFill>
                <a:blip r:embed="rId132"/>
                <a:stretch>
                  <a:fillRect/>
                </a:stretch>
              </p:blipFill>
              <p:spPr>
                <a:xfrm>
                  <a:off x="11312920" y="3182040"/>
                  <a:ext cx="141480" cy="181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5" name="Group 104">
            <a:extLst>
              <a:ext uri="{FF2B5EF4-FFF2-40B4-BE49-F238E27FC236}">
                <a16:creationId xmlns:a16="http://schemas.microsoft.com/office/drawing/2014/main" id="{E92ABC7E-89CD-9265-9617-66EFF48833D1}"/>
              </a:ext>
            </a:extLst>
          </p:cNvPr>
          <p:cNvGrpSpPr/>
          <p:nvPr/>
        </p:nvGrpSpPr>
        <p:grpSpPr>
          <a:xfrm>
            <a:off x="11181880" y="3584160"/>
            <a:ext cx="300960" cy="308160"/>
            <a:chOff x="11181880" y="3584160"/>
            <a:chExt cx="300960" cy="308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33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9EB3191F-0F28-E476-8C6D-79A0BC3F5135}"/>
                    </a:ext>
                  </a:extLst>
                </p14:cNvPr>
                <p14:cNvContentPartPr/>
                <p14:nvPr/>
              </p14:nvContentPartPr>
              <p14:xfrm>
                <a:off x="11181880" y="3601800"/>
                <a:ext cx="20880" cy="197280"/>
              </p14:xfrm>
            </p:contentPart>
          </mc:Choice>
          <mc:Fallback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9EB3191F-0F28-E476-8C6D-79A0BC3F5135}"/>
                    </a:ext>
                  </a:extLst>
                </p:cNvPr>
                <p:cNvPicPr/>
                <p:nvPr/>
              </p:nvPicPr>
              <p:blipFill>
                <a:blip r:embed="rId134"/>
                <a:stretch>
                  <a:fillRect/>
                </a:stretch>
              </p:blipFill>
              <p:spPr>
                <a:xfrm>
                  <a:off x="11163880" y="3583800"/>
                  <a:ext cx="56520" cy="23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5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CA2FFCF2-4B5C-1683-80DF-BEA9B361553C}"/>
                    </a:ext>
                  </a:extLst>
                </p14:cNvPr>
                <p14:cNvContentPartPr/>
                <p14:nvPr/>
              </p14:nvContentPartPr>
              <p14:xfrm>
                <a:off x="11197000" y="3584160"/>
                <a:ext cx="153720" cy="199440"/>
              </p14:xfrm>
            </p:contentPart>
          </mc:Choice>
          <mc:Fallback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CA2FFCF2-4B5C-1683-80DF-BEA9B361553C}"/>
                    </a:ext>
                  </a:extLst>
                </p:cNvPr>
                <p:cNvPicPr/>
                <p:nvPr/>
              </p:nvPicPr>
              <p:blipFill>
                <a:blip r:embed="rId136"/>
                <a:stretch>
                  <a:fillRect/>
                </a:stretch>
              </p:blipFill>
              <p:spPr>
                <a:xfrm>
                  <a:off x="11179360" y="3566520"/>
                  <a:ext cx="189360" cy="23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7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BEE748F3-931D-2EBC-964F-AB7768D1A03B}"/>
                    </a:ext>
                  </a:extLst>
                </p14:cNvPr>
                <p14:cNvContentPartPr/>
                <p14:nvPr/>
              </p14:nvContentPartPr>
              <p14:xfrm>
                <a:off x="11366920" y="3798720"/>
                <a:ext cx="115920" cy="93600"/>
              </p14:xfrm>
            </p:contentPart>
          </mc:Choice>
          <mc:Fallback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BEE748F3-931D-2EBC-964F-AB7768D1A03B}"/>
                    </a:ext>
                  </a:extLst>
                </p:cNvPr>
                <p:cNvPicPr/>
                <p:nvPr/>
              </p:nvPicPr>
              <p:blipFill>
                <a:blip r:embed="rId138"/>
                <a:stretch>
                  <a:fillRect/>
                </a:stretch>
              </p:blipFill>
              <p:spPr>
                <a:xfrm>
                  <a:off x="11349280" y="3781080"/>
                  <a:ext cx="151560" cy="129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9" name="Group 108">
            <a:extLst>
              <a:ext uri="{FF2B5EF4-FFF2-40B4-BE49-F238E27FC236}">
                <a16:creationId xmlns:a16="http://schemas.microsoft.com/office/drawing/2014/main" id="{682F1154-C16E-4DD6-C8C0-379F372E011D}"/>
              </a:ext>
            </a:extLst>
          </p:cNvPr>
          <p:cNvGrpSpPr/>
          <p:nvPr/>
        </p:nvGrpSpPr>
        <p:grpSpPr>
          <a:xfrm>
            <a:off x="11166400" y="4175280"/>
            <a:ext cx="285120" cy="288360"/>
            <a:chOff x="11166400" y="4175280"/>
            <a:chExt cx="285120" cy="288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39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4711CD73-B3CF-B311-9148-6E37FC387467}"/>
                    </a:ext>
                  </a:extLst>
                </p14:cNvPr>
                <p14:cNvContentPartPr/>
                <p14:nvPr/>
              </p14:nvContentPartPr>
              <p14:xfrm>
                <a:off x="11166400" y="4214520"/>
                <a:ext cx="22680" cy="217800"/>
              </p14:xfrm>
            </p:contentPart>
          </mc:Choice>
          <mc:Fallback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4711CD73-B3CF-B311-9148-6E37FC387467}"/>
                    </a:ext>
                  </a:extLst>
                </p:cNvPr>
                <p:cNvPicPr/>
                <p:nvPr/>
              </p:nvPicPr>
              <p:blipFill>
                <a:blip r:embed="rId140"/>
                <a:stretch>
                  <a:fillRect/>
                </a:stretch>
              </p:blipFill>
              <p:spPr>
                <a:xfrm>
                  <a:off x="11148400" y="4196880"/>
                  <a:ext cx="58320" cy="25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1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54C6E528-E16A-F8F6-D004-B5C3E27FD7A7}"/>
                    </a:ext>
                  </a:extLst>
                </p14:cNvPr>
                <p14:cNvContentPartPr/>
                <p14:nvPr/>
              </p14:nvContentPartPr>
              <p14:xfrm>
                <a:off x="11184400" y="4175280"/>
                <a:ext cx="158760" cy="245520"/>
              </p14:xfrm>
            </p:contentPart>
          </mc:Choice>
          <mc:Fallback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54C6E528-E16A-F8F6-D004-B5C3E27FD7A7}"/>
                    </a:ext>
                  </a:extLst>
                </p:cNvPr>
                <p:cNvPicPr/>
                <p:nvPr/>
              </p:nvPicPr>
              <p:blipFill>
                <a:blip r:embed="rId142"/>
                <a:stretch>
                  <a:fillRect/>
                </a:stretch>
              </p:blipFill>
              <p:spPr>
                <a:xfrm>
                  <a:off x="11166400" y="4157280"/>
                  <a:ext cx="194400" cy="28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3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8FFDA86C-DD78-7497-1166-136F3BB1D8B3}"/>
                    </a:ext>
                  </a:extLst>
                </p14:cNvPr>
                <p14:cNvContentPartPr/>
                <p14:nvPr/>
              </p14:nvContentPartPr>
              <p14:xfrm>
                <a:off x="11451160" y="4353480"/>
                <a:ext cx="360" cy="110160"/>
              </p14:xfrm>
            </p:contentPart>
          </mc:Choice>
          <mc:Fallback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8FFDA86C-DD78-7497-1166-136F3BB1D8B3}"/>
                    </a:ext>
                  </a:extLst>
                </p:cNvPr>
                <p:cNvPicPr/>
                <p:nvPr/>
              </p:nvPicPr>
              <p:blipFill>
                <a:blip r:embed="rId144"/>
                <a:stretch>
                  <a:fillRect/>
                </a:stretch>
              </p:blipFill>
              <p:spPr>
                <a:xfrm>
                  <a:off x="11433520" y="4335840"/>
                  <a:ext cx="36000" cy="145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3" name="Group 112">
            <a:extLst>
              <a:ext uri="{FF2B5EF4-FFF2-40B4-BE49-F238E27FC236}">
                <a16:creationId xmlns:a16="http://schemas.microsoft.com/office/drawing/2014/main" id="{9FE27555-E44D-DCA8-4D6E-29BCE609DFC7}"/>
              </a:ext>
            </a:extLst>
          </p:cNvPr>
          <p:cNvGrpSpPr/>
          <p:nvPr/>
        </p:nvGrpSpPr>
        <p:grpSpPr>
          <a:xfrm>
            <a:off x="11171440" y="4722120"/>
            <a:ext cx="320040" cy="288000"/>
            <a:chOff x="11171440" y="4722120"/>
            <a:chExt cx="320040" cy="288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45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9AD51270-AF1F-792A-2397-9EF0753E0BFB}"/>
                    </a:ext>
                  </a:extLst>
                </p14:cNvPr>
                <p14:cNvContentPartPr/>
                <p14:nvPr/>
              </p14:nvContentPartPr>
              <p14:xfrm>
                <a:off x="11182600" y="4761360"/>
                <a:ext cx="4680" cy="192240"/>
              </p14:xfrm>
            </p:contentPart>
          </mc:Choice>
          <mc:Fallback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9AD51270-AF1F-792A-2397-9EF0753E0BFB}"/>
                    </a:ext>
                  </a:extLst>
                </p:cNvPr>
                <p:cNvPicPr/>
                <p:nvPr/>
              </p:nvPicPr>
              <p:blipFill>
                <a:blip r:embed="rId146"/>
                <a:stretch>
                  <a:fillRect/>
                </a:stretch>
              </p:blipFill>
              <p:spPr>
                <a:xfrm>
                  <a:off x="11164960" y="4743360"/>
                  <a:ext cx="40320" cy="22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7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C1E76D52-2F4A-AFF5-A69C-EEB00DBF3090}"/>
                    </a:ext>
                  </a:extLst>
                </p14:cNvPr>
                <p14:cNvContentPartPr/>
                <p14:nvPr/>
              </p14:nvContentPartPr>
              <p14:xfrm>
                <a:off x="11171440" y="4722120"/>
                <a:ext cx="150480" cy="178200"/>
              </p14:xfrm>
            </p:contentPart>
          </mc:Choice>
          <mc:Fallback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C1E76D52-2F4A-AFF5-A69C-EEB00DBF3090}"/>
                    </a:ext>
                  </a:extLst>
                </p:cNvPr>
                <p:cNvPicPr/>
                <p:nvPr/>
              </p:nvPicPr>
              <p:blipFill>
                <a:blip r:embed="rId148"/>
                <a:stretch>
                  <a:fillRect/>
                </a:stretch>
              </p:blipFill>
              <p:spPr>
                <a:xfrm>
                  <a:off x="11153800" y="4704120"/>
                  <a:ext cx="186120" cy="21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9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17D11111-2CDF-EF72-EBEA-43DE706BF9B9}"/>
                    </a:ext>
                  </a:extLst>
                </p14:cNvPr>
                <p14:cNvContentPartPr/>
                <p14:nvPr/>
              </p14:nvContentPartPr>
              <p14:xfrm>
                <a:off x="11415160" y="4928400"/>
                <a:ext cx="76320" cy="81720"/>
              </p14:xfrm>
            </p:contentPart>
          </mc:Choice>
          <mc:Fallback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17D11111-2CDF-EF72-EBEA-43DE706BF9B9}"/>
                    </a:ext>
                  </a:extLst>
                </p:cNvPr>
                <p:cNvPicPr/>
                <p:nvPr/>
              </p:nvPicPr>
              <p:blipFill>
                <a:blip r:embed="rId150"/>
                <a:stretch>
                  <a:fillRect/>
                </a:stretch>
              </p:blipFill>
              <p:spPr>
                <a:xfrm>
                  <a:off x="11397160" y="4910400"/>
                  <a:ext cx="111960" cy="117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3" name="Group 122">
            <a:extLst>
              <a:ext uri="{FF2B5EF4-FFF2-40B4-BE49-F238E27FC236}">
                <a16:creationId xmlns:a16="http://schemas.microsoft.com/office/drawing/2014/main" id="{1B5A8C9E-E2AD-8210-27D7-B2C2F690B2ED}"/>
              </a:ext>
            </a:extLst>
          </p:cNvPr>
          <p:cNvGrpSpPr/>
          <p:nvPr/>
        </p:nvGrpSpPr>
        <p:grpSpPr>
          <a:xfrm>
            <a:off x="8870680" y="3660480"/>
            <a:ext cx="207000" cy="237240"/>
            <a:chOff x="8870680" y="3660480"/>
            <a:chExt cx="207000" cy="237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51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4F0437B8-1B6A-339B-8DCE-464E31C6D593}"/>
                    </a:ext>
                  </a:extLst>
                </p14:cNvPr>
                <p14:cNvContentPartPr/>
                <p14:nvPr/>
              </p14:nvContentPartPr>
              <p14:xfrm>
                <a:off x="8914240" y="3660480"/>
                <a:ext cx="15840" cy="237240"/>
              </p14:xfrm>
            </p:contentPart>
          </mc:Choice>
          <mc:Fallback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4F0437B8-1B6A-339B-8DCE-464E31C6D593}"/>
                    </a:ext>
                  </a:extLst>
                </p:cNvPr>
                <p:cNvPicPr/>
                <p:nvPr/>
              </p:nvPicPr>
              <p:blipFill>
                <a:blip r:embed="rId152"/>
                <a:stretch>
                  <a:fillRect/>
                </a:stretch>
              </p:blipFill>
              <p:spPr>
                <a:xfrm>
                  <a:off x="8905240" y="3651840"/>
                  <a:ext cx="33480" cy="25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3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29D2A6B5-17E6-6E2B-5DEE-EA8BBE98838E}"/>
                    </a:ext>
                  </a:extLst>
                </p14:cNvPr>
                <p14:cNvContentPartPr/>
                <p14:nvPr/>
              </p14:nvContentPartPr>
              <p14:xfrm>
                <a:off x="8870680" y="3817800"/>
                <a:ext cx="84960" cy="6120"/>
              </p14:xfrm>
            </p:contentPart>
          </mc:Choice>
          <mc:Fallback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29D2A6B5-17E6-6E2B-5DEE-EA8BBE98838E}"/>
                    </a:ext>
                  </a:extLst>
                </p:cNvPr>
                <p:cNvPicPr/>
                <p:nvPr/>
              </p:nvPicPr>
              <p:blipFill>
                <a:blip r:embed="rId154"/>
                <a:stretch>
                  <a:fillRect/>
                </a:stretch>
              </p:blipFill>
              <p:spPr>
                <a:xfrm>
                  <a:off x="8861680" y="3808800"/>
                  <a:ext cx="102600" cy="2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5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03B5296E-6E4B-A694-4E2C-DD713478D453}"/>
                    </a:ext>
                  </a:extLst>
                </p14:cNvPr>
                <p14:cNvContentPartPr/>
                <p14:nvPr/>
              </p14:nvContentPartPr>
              <p14:xfrm>
                <a:off x="9009280" y="3796920"/>
                <a:ext cx="68400" cy="85680"/>
              </p14:xfrm>
            </p:contentPart>
          </mc:Choice>
          <mc:Fallback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03B5296E-6E4B-A694-4E2C-DD713478D453}"/>
                    </a:ext>
                  </a:extLst>
                </p:cNvPr>
                <p:cNvPicPr/>
                <p:nvPr/>
              </p:nvPicPr>
              <p:blipFill>
                <a:blip r:embed="rId156"/>
                <a:stretch>
                  <a:fillRect/>
                </a:stretch>
              </p:blipFill>
              <p:spPr>
                <a:xfrm>
                  <a:off x="9000640" y="3788280"/>
                  <a:ext cx="86040" cy="10332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4000911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A2FBDD65-6B7B-B7AF-9748-0EFC4E50086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42164"/>
          <a:stretch/>
        </p:blipFill>
        <p:spPr>
          <a:xfrm>
            <a:off x="351078" y="0"/>
            <a:ext cx="11489843" cy="39663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28260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AECBFFBF-2BF0-988D-37E2-8627216E10F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9243" t="40173" r="14376" b="31256"/>
          <a:stretch/>
        </p:blipFill>
        <p:spPr>
          <a:xfrm>
            <a:off x="1056905" y="439386"/>
            <a:ext cx="8389010" cy="5581403"/>
          </a:xfrm>
          <a:prstGeom prst="rect">
            <a:avLst/>
          </a:prstGeom>
        </p:spPr>
      </p:pic>
      <p:grpSp>
        <p:nvGrpSpPr>
          <p:cNvPr id="16" name="Group 15">
            <a:extLst>
              <a:ext uri="{FF2B5EF4-FFF2-40B4-BE49-F238E27FC236}">
                <a16:creationId xmlns:a16="http://schemas.microsoft.com/office/drawing/2014/main" id="{6B6AE400-F618-35AC-788F-3FF148D4BEA1}"/>
              </a:ext>
            </a:extLst>
          </p:cNvPr>
          <p:cNvGrpSpPr/>
          <p:nvPr/>
        </p:nvGrpSpPr>
        <p:grpSpPr>
          <a:xfrm>
            <a:off x="6588435" y="4082797"/>
            <a:ext cx="2611800" cy="1621080"/>
            <a:chOff x="6588435" y="4082797"/>
            <a:chExt cx="2611800" cy="1621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E7C742E8-06E4-F762-03D5-195489211B2C}"/>
                    </a:ext>
                  </a:extLst>
                </p14:cNvPr>
                <p14:cNvContentPartPr/>
                <p14:nvPr/>
              </p14:nvContentPartPr>
              <p14:xfrm>
                <a:off x="6588435" y="5048677"/>
                <a:ext cx="1239480" cy="655200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E7C742E8-06E4-F762-03D5-195489211B2C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6570435" y="5030677"/>
                  <a:ext cx="1275120" cy="69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1CDDB603-16F2-E097-8B1E-7D930ED121D8}"/>
                    </a:ext>
                  </a:extLst>
                </p14:cNvPr>
                <p14:cNvContentPartPr/>
                <p14:nvPr/>
              </p14:nvContentPartPr>
              <p14:xfrm>
                <a:off x="7989195" y="4082797"/>
                <a:ext cx="1211040" cy="74808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1CDDB603-16F2-E097-8B1E-7D930ED121D8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7971195" y="4065157"/>
                  <a:ext cx="1246680" cy="78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5A89B9B1-AAB5-B86D-D2B0-AE1E0C930253}"/>
                    </a:ext>
                  </a:extLst>
                </p14:cNvPr>
                <p14:cNvContentPartPr/>
                <p14:nvPr/>
              </p14:nvContentPartPr>
              <p14:xfrm>
                <a:off x="6945915" y="5018437"/>
                <a:ext cx="540360" cy="53712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5A89B9B1-AAB5-B86D-D2B0-AE1E0C930253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6927915" y="5000797"/>
                  <a:ext cx="576000" cy="57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B615F2E0-B138-7BE1-1B92-EEF227C065DE}"/>
                    </a:ext>
                  </a:extLst>
                </p14:cNvPr>
                <p14:cNvContentPartPr/>
                <p14:nvPr/>
              </p14:nvContentPartPr>
              <p14:xfrm>
                <a:off x="7000995" y="4869757"/>
                <a:ext cx="345240" cy="77652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B615F2E0-B138-7BE1-1B92-EEF227C065DE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6982995" y="4852117"/>
                  <a:ext cx="380880" cy="81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E44494C7-7982-896A-8A93-81F873556660}"/>
                    </a:ext>
                  </a:extLst>
                </p14:cNvPr>
                <p14:cNvContentPartPr/>
                <p14:nvPr/>
              </p14:nvContentPartPr>
              <p14:xfrm>
                <a:off x="8352435" y="4197277"/>
                <a:ext cx="628560" cy="72864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E44494C7-7982-896A-8A93-81F873556660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8334435" y="4179277"/>
                  <a:ext cx="664200" cy="76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DC5C11D7-17FA-2167-41EB-2D11BC53066C}"/>
                    </a:ext>
                  </a:extLst>
                </p14:cNvPr>
                <p14:cNvContentPartPr/>
                <p14:nvPr/>
              </p14:nvContentPartPr>
              <p14:xfrm>
                <a:off x="8263875" y="4163797"/>
                <a:ext cx="664920" cy="95328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DC5C11D7-17FA-2167-41EB-2D11BC53066C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8245875" y="4146157"/>
                  <a:ext cx="700560" cy="98892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5473636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A5963F20-07A3-9922-AAB9-486AEC5BFE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"/>
            <a:ext cx="10390909" cy="3352692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6C15C67B-8C3B-416C-00CF-5F36D3D2CF31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3540" t="10281" r="11558" b="21238"/>
          <a:stretch/>
        </p:blipFill>
        <p:spPr>
          <a:xfrm>
            <a:off x="0" y="3352693"/>
            <a:ext cx="9132125" cy="33526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29505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62B30C7E-BE59-7E12-6B92-E7DE5753770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26147" b="48052"/>
          <a:stretch/>
        </p:blipFill>
        <p:spPr>
          <a:xfrm>
            <a:off x="617403" y="760019"/>
            <a:ext cx="9844758" cy="4517813"/>
          </a:xfrm>
          <a:prstGeom prst="rect">
            <a:avLst/>
          </a:prstGeom>
        </p:spPr>
      </p:pic>
      <p:grpSp>
        <p:nvGrpSpPr>
          <p:cNvPr id="8" name="Group 7">
            <a:extLst>
              <a:ext uri="{FF2B5EF4-FFF2-40B4-BE49-F238E27FC236}">
                <a16:creationId xmlns:a16="http://schemas.microsoft.com/office/drawing/2014/main" id="{A78EAD5D-CED3-CF5F-C24C-595AC0645D02}"/>
              </a:ext>
            </a:extLst>
          </p:cNvPr>
          <p:cNvGrpSpPr/>
          <p:nvPr/>
        </p:nvGrpSpPr>
        <p:grpSpPr>
          <a:xfrm>
            <a:off x="3306675" y="1515277"/>
            <a:ext cx="332640" cy="235800"/>
            <a:chOff x="3306675" y="1515277"/>
            <a:chExt cx="332640" cy="235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92F14BFC-12C5-324D-0E7E-4FC0BBB83A4E}"/>
                    </a:ext>
                  </a:extLst>
                </p14:cNvPr>
                <p14:cNvContentPartPr/>
                <p14:nvPr/>
              </p14:nvContentPartPr>
              <p14:xfrm>
                <a:off x="3477675" y="1594837"/>
                <a:ext cx="360" cy="360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92F14BFC-12C5-324D-0E7E-4FC0BBB83A4E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3459675" y="1577197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DC0B0C79-AEE4-8885-1AE0-35481A4EA656}"/>
                    </a:ext>
                  </a:extLst>
                </p14:cNvPr>
                <p14:cNvContentPartPr/>
                <p14:nvPr/>
              </p14:nvContentPartPr>
              <p14:xfrm>
                <a:off x="3308115" y="1546597"/>
                <a:ext cx="109800" cy="17712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DC0B0C79-AEE4-8885-1AE0-35481A4EA656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3290115" y="1528957"/>
                  <a:ext cx="145440" cy="21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3A653EB8-E0F3-2BA3-21ED-0DABFE3A6799}"/>
                    </a:ext>
                  </a:extLst>
                </p14:cNvPr>
                <p14:cNvContentPartPr/>
                <p14:nvPr/>
              </p14:nvContentPartPr>
              <p14:xfrm>
                <a:off x="3389115" y="1515277"/>
                <a:ext cx="66240" cy="23580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3A653EB8-E0F3-2BA3-21ED-0DABFE3A6799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3371115" y="1497277"/>
                  <a:ext cx="101880" cy="27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8BC90211-08DD-2175-5E4E-CA55382471D6}"/>
                    </a:ext>
                  </a:extLst>
                </p14:cNvPr>
                <p14:cNvContentPartPr/>
                <p14:nvPr/>
              </p14:nvContentPartPr>
              <p14:xfrm>
                <a:off x="3306675" y="1661077"/>
                <a:ext cx="123480" cy="2592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8BC90211-08DD-2175-5E4E-CA55382471D6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3288675" y="1643437"/>
                  <a:ext cx="159120" cy="6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14221929-9296-ACBE-D6EF-A6DF87158908}"/>
                    </a:ext>
                  </a:extLst>
                </p14:cNvPr>
                <p14:cNvContentPartPr/>
                <p14:nvPr/>
              </p14:nvContentPartPr>
              <p14:xfrm>
                <a:off x="3542115" y="1670077"/>
                <a:ext cx="97200" cy="6588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14221929-9296-ACBE-D6EF-A6DF87158908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3524115" y="1652437"/>
                  <a:ext cx="132840" cy="101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2C4359C2-68EF-3FB3-6098-29E1DD03491F}"/>
              </a:ext>
            </a:extLst>
          </p:cNvPr>
          <p:cNvGrpSpPr/>
          <p:nvPr/>
        </p:nvGrpSpPr>
        <p:grpSpPr>
          <a:xfrm>
            <a:off x="3409995" y="2031157"/>
            <a:ext cx="349920" cy="388800"/>
            <a:chOff x="3409995" y="2031157"/>
            <a:chExt cx="349920" cy="388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3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1F040A8C-7626-99BD-FE2F-3BE6D4B40A2E}"/>
                    </a:ext>
                  </a:extLst>
                </p14:cNvPr>
                <p14:cNvContentPartPr/>
                <p14:nvPr/>
              </p14:nvContentPartPr>
              <p14:xfrm>
                <a:off x="3432675" y="2033677"/>
                <a:ext cx="60480" cy="27360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1F040A8C-7626-99BD-FE2F-3BE6D4B40A2E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3414675" y="2016037"/>
                  <a:ext cx="96120" cy="30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456EC90E-B17D-87F0-B6D7-47C1C2C4070E}"/>
                    </a:ext>
                  </a:extLst>
                </p14:cNvPr>
                <p14:cNvContentPartPr/>
                <p14:nvPr/>
              </p14:nvContentPartPr>
              <p14:xfrm>
                <a:off x="3486675" y="2031157"/>
                <a:ext cx="87480" cy="33804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456EC90E-B17D-87F0-B6D7-47C1C2C4070E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3468675" y="2013157"/>
                  <a:ext cx="123120" cy="37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ECC55470-1C92-E6B4-BCA0-FE2A0FD81C05}"/>
                    </a:ext>
                  </a:extLst>
                </p14:cNvPr>
                <p14:cNvContentPartPr/>
                <p14:nvPr/>
              </p14:nvContentPartPr>
              <p14:xfrm>
                <a:off x="3409995" y="2238877"/>
                <a:ext cx="180360" cy="432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ECC55470-1C92-E6B4-BCA0-FE2A0FD81C05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3392355" y="2220877"/>
                  <a:ext cx="216000" cy="3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DF2BA9A5-1689-0FEE-89BD-E95B717D6DC2}"/>
                    </a:ext>
                  </a:extLst>
                </p14:cNvPr>
                <p14:cNvContentPartPr/>
                <p14:nvPr/>
              </p14:nvContentPartPr>
              <p14:xfrm>
                <a:off x="3615555" y="2290717"/>
                <a:ext cx="144360" cy="12924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DF2BA9A5-1689-0FEE-89BD-E95B717D6DC2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3597555" y="2273077"/>
                  <a:ext cx="180000" cy="164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11E32C20-ED97-1D43-4A76-7DF4F2355415}"/>
              </a:ext>
            </a:extLst>
          </p:cNvPr>
          <p:cNvGrpSpPr/>
          <p:nvPr/>
        </p:nvGrpSpPr>
        <p:grpSpPr>
          <a:xfrm>
            <a:off x="4496115" y="1400797"/>
            <a:ext cx="178200" cy="391680"/>
            <a:chOff x="4496115" y="1400797"/>
            <a:chExt cx="178200" cy="391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1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52885939-04D9-7DE7-6369-B29412A90241}"/>
                    </a:ext>
                  </a:extLst>
                </p14:cNvPr>
                <p14:cNvContentPartPr/>
                <p14:nvPr/>
              </p14:nvContentPartPr>
              <p14:xfrm>
                <a:off x="4496115" y="1562437"/>
                <a:ext cx="4680" cy="1656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52885939-04D9-7DE7-6369-B29412A90241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4478115" y="1544797"/>
                  <a:ext cx="40320" cy="5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9516347C-5242-7BDB-2F35-65229899744A}"/>
                    </a:ext>
                  </a:extLst>
                </p14:cNvPr>
                <p14:cNvContentPartPr/>
                <p14:nvPr/>
              </p14:nvContentPartPr>
              <p14:xfrm>
                <a:off x="4573875" y="1400797"/>
                <a:ext cx="100440" cy="39168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9516347C-5242-7BDB-2F35-65229899744A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4556235" y="1383157"/>
                  <a:ext cx="136080" cy="427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BB8B3CBD-B266-A173-3024-F1D746C0EA59}"/>
              </a:ext>
            </a:extLst>
          </p:cNvPr>
          <p:cNvGrpSpPr/>
          <p:nvPr/>
        </p:nvGrpSpPr>
        <p:grpSpPr>
          <a:xfrm>
            <a:off x="4368315" y="1074997"/>
            <a:ext cx="360360" cy="230400"/>
            <a:chOff x="4368315" y="1074997"/>
            <a:chExt cx="360360" cy="230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5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42EA5E47-1127-8197-39EE-0697E66F1AB3}"/>
                    </a:ext>
                  </a:extLst>
                </p14:cNvPr>
                <p14:cNvContentPartPr/>
                <p14:nvPr/>
              </p14:nvContentPartPr>
              <p14:xfrm>
                <a:off x="4368315" y="1081837"/>
                <a:ext cx="43920" cy="19080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42EA5E47-1127-8197-39EE-0697E66F1AB3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4350675" y="1064197"/>
                  <a:ext cx="79560" cy="22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5CC5F3EF-C203-E8FB-6639-FEBF48290D1F}"/>
                    </a:ext>
                  </a:extLst>
                </p14:cNvPr>
                <p14:cNvContentPartPr/>
                <p14:nvPr/>
              </p14:nvContentPartPr>
              <p14:xfrm>
                <a:off x="4411875" y="1074997"/>
                <a:ext cx="117360" cy="23040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5CC5F3EF-C203-E8FB-6639-FEBF48290D1F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4394235" y="1056997"/>
                  <a:ext cx="153000" cy="26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368C887E-6AE0-0AB0-ADB2-42F7DF53AAB1}"/>
                    </a:ext>
                  </a:extLst>
                </p14:cNvPr>
                <p14:cNvContentPartPr/>
                <p14:nvPr/>
              </p14:nvContentPartPr>
              <p14:xfrm>
                <a:off x="4434555" y="1235917"/>
                <a:ext cx="360" cy="36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368C887E-6AE0-0AB0-ADB2-42F7DF53AAB1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4416555" y="1217917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C443A39F-BA66-AF90-F345-3C329D06D843}"/>
                    </a:ext>
                  </a:extLst>
                </p14:cNvPr>
                <p14:cNvContentPartPr/>
                <p14:nvPr/>
              </p14:nvContentPartPr>
              <p14:xfrm>
                <a:off x="4609875" y="1176517"/>
                <a:ext cx="118800" cy="8388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C443A39F-BA66-AF90-F345-3C329D06D843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4592235" y="1158517"/>
                  <a:ext cx="154440" cy="11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3DBAD997-FD68-2811-6ABC-064B131F6CCB}"/>
                    </a:ext>
                  </a:extLst>
                </p14:cNvPr>
                <p14:cNvContentPartPr/>
                <p14:nvPr/>
              </p14:nvContentPartPr>
              <p14:xfrm>
                <a:off x="4407915" y="1230517"/>
                <a:ext cx="106560" cy="1368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3DBAD997-FD68-2811-6ABC-064B131F6CCB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4389915" y="1212517"/>
                  <a:ext cx="142200" cy="49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9BFE486A-8DEE-514E-3152-EA651CB16C27}"/>
              </a:ext>
            </a:extLst>
          </p:cNvPr>
          <p:cNvGrpSpPr/>
          <p:nvPr/>
        </p:nvGrpSpPr>
        <p:grpSpPr>
          <a:xfrm>
            <a:off x="4723275" y="1015957"/>
            <a:ext cx="606960" cy="246960"/>
            <a:chOff x="4723275" y="1015957"/>
            <a:chExt cx="606960" cy="246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6C1F544A-67B4-0DA3-6988-5533B0C0DC42}"/>
                    </a:ext>
                  </a:extLst>
                </p14:cNvPr>
                <p14:cNvContentPartPr/>
                <p14:nvPr/>
              </p14:nvContentPartPr>
              <p14:xfrm>
                <a:off x="4784115" y="1144117"/>
                <a:ext cx="144360" cy="576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6C1F544A-67B4-0DA3-6988-5533B0C0DC42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4766115" y="1126117"/>
                  <a:ext cx="180000" cy="4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3BDC9E3F-EB77-7827-1B86-AEFEF79ED355}"/>
                    </a:ext>
                  </a:extLst>
                </p14:cNvPr>
                <p14:cNvContentPartPr/>
                <p14:nvPr/>
              </p14:nvContentPartPr>
              <p14:xfrm>
                <a:off x="4846755" y="1079317"/>
                <a:ext cx="23760" cy="15840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3BDC9E3F-EB77-7827-1B86-AEFEF79ED355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4828755" y="1061317"/>
                  <a:ext cx="59400" cy="19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A3C6525F-6C40-AE7A-FF8D-6688901DEDE9}"/>
                    </a:ext>
                  </a:extLst>
                </p14:cNvPr>
                <p14:cNvContentPartPr/>
                <p14:nvPr/>
              </p14:nvContentPartPr>
              <p14:xfrm>
                <a:off x="4723275" y="1032877"/>
                <a:ext cx="241200" cy="23004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A3C6525F-6C40-AE7A-FF8D-6688901DEDE9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4705635" y="1015237"/>
                  <a:ext cx="276840" cy="26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A7FE6F87-CB6B-0155-53CA-4112AA2C8555}"/>
                    </a:ext>
                  </a:extLst>
                </p14:cNvPr>
                <p14:cNvContentPartPr/>
                <p14:nvPr/>
              </p14:nvContentPartPr>
              <p14:xfrm>
                <a:off x="5063115" y="1015957"/>
                <a:ext cx="70920" cy="19728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A7FE6F87-CB6B-0155-53CA-4112AA2C8555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5045115" y="997957"/>
                  <a:ext cx="106560" cy="23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A3E7C069-82AA-7076-E691-2567F419859C}"/>
                    </a:ext>
                  </a:extLst>
                </p14:cNvPr>
                <p14:cNvContentPartPr/>
                <p14:nvPr/>
              </p14:nvContentPartPr>
              <p14:xfrm>
                <a:off x="5124315" y="1022437"/>
                <a:ext cx="46440" cy="21672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A3E7C069-82AA-7076-E691-2567F419859C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5106675" y="1004797"/>
                  <a:ext cx="82080" cy="25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B5C1B51F-1788-B14C-CC63-35E0D63B5620}"/>
                    </a:ext>
                  </a:extLst>
                </p14:cNvPr>
                <p14:cNvContentPartPr/>
                <p14:nvPr/>
              </p14:nvContentPartPr>
              <p14:xfrm>
                <a:off x="5073555" y="1113157"/>
                <a:ext cx="105480" cy="3132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B5C1B51F-1788-B14C-CC63-35E0D63B5620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5055555" y="1095157"/>
                  <a:ext cx="141120" cy="6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EDFF4A97-184F-A97A-9D39-1520D9FE2F11}"/>
                    </a:ext>
                  </a:extLst>
                </p14:cNvPr>
                <p14:cNvContentPartPr/>
                <p14:nvPr/>
              </p14:nvContentPartPr>
              <p14:xfrm>
                <a:off x="5247435" y="1142677"/>
                <a:ext cx="82800" cy="9864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EDFF4A97-184F-A97A-9D39-1520D9FE2F11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5229795" y="1125037"/>
                  <a:ext cx="118440" cy="134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D3C40A29-5D36-AC7D-215D-849EC548C7B9}"/>
              </a:ext>
            </a:extLst>
          </p:cNvPr>
          <p:cNvGrpSpPr/>
          <p:nvPr/>
        </p:nvGrpSpPr>
        <p:grpSpPr>
          <a:xfrm>
            <a:off x="4624995" y="2444077"/>
            <a:ext cx="153000" cy="256680"/>
            <a:chOff x="4624995" y="2444077"/>
            <a:chExt cx="153000" cy="256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67617C45-80C1-9B09-38AE-361A6D94DA50}"/>
                    </a:ext>
                  </a:extLst>
                </p14:cNvPr>
                <p14:cNvContentPartPr/>
                <p14:nvPr/>
              </p14:nvContentPartPr>
              <p14:xfrm>
                <a:off x="4624995" y="2444077"/>
                <a:ext cx="61920" cy="22320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67617C45-80C1-9B09-38AE-361A6D94DA50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4606995" y="2426077"/>
                  <a:ext cx="97560" cy="25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CD243641-04B7-6771-9F3B-53B799F261A6}"/>
                    </a:ext>
                  </a:extLst>
                </p14:cNvPr>
                <p14:cNvContentPartPr/>
                <p14:nvPr/>
              </p14:nvContentPartPr>
              <p14:xfrm>
                <a:off x="4683315" y="2446597"/>
                <a:ext cx="94680" cy="25416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CD243641-04B7-6771-9F3B-53B799F261A6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4665675" y="2428957"/>
                  <a:ext cx="130320" cy="28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85D59B26-6572-3028-9AE6-9D76BEE4B1A6}"/>
                    </a:ext>
                  </a:extLst>
                </p14:cNvPr>
                <p14:cNvContentPartPr/>
                <p14:nvPr/>
              </p14:nvContentPartPr>
              <p14:xfrm>
                <a:off x="4649115" y="2633077"/>
                <a:ext cx="111240" cy="3132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85D59B26-6572-3028-9AE6-9D76BEE4B1A6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4631115" y="2615077"/>
                  <a:ext cx="146880" cy="669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54">
            <p14:nvContentPartPr>
              <p14:cNvPr id="37" name="Ink 36">
                <a:extLst>
                  <a:ext uri="{FF2B5EF4-FFF2-40B4-BE49-F238E27FC236}">
                    <a16:creationId xmlns:a16="http://schemas.microsoft.com/office/drawing/2014/main" id="{64C283C5-9A97-4DDE-17F8-2D5554EF6679}"/>
                  </a:ext>
                </a:extLst>
              </p14:cNvPr>
              <p14:cNvContentPartPr/>
              <p14:nvPr/>
            </p14:nvContentPartPr>
            <p14:xfrm>
              <a:off x="4942875" y="2684197"/>
              <a:ext cx="16920" cy="150120"/>
            </p14:xfrm>
          </p:contentPart>
        </mc:Choice>
        <mc:Fallback>
          <p:pic>
            <p:nvPicPr>
              <p:cNvPr id="37" name="Ink 36">
                <a:extLst>
                  <a:ext uri="{FF2B5EF4-FFF2-40B4-BE49-F238E27FC236}">
                    <a16:creationId xmlns:a16="http://schemas.microsoft.com/office/drawing/2014/main" id="{64C283C5-9A97-4DDE-17F8-2D5554EF6679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4925235" y="2666557"/>
                <a:ext cx="52560" cy="185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6">
            <p14:nvContentPartPr>
              <p14:cNvPr id="38" name="Ink 37">
                <a:extLst>
                  <a:ext uri="{FF2B5EF4-FFF2-40B4-BE49-F238E27FC236}">
                    <a16:creationId xmlns:a16="http://schemas.microsoft.com/office/drawing/2014/main" id="{15683A81-7C85-6D16-FD90-F8AD7A08F917}"/>
                  </a:ext>
                </a:extLst>
              </p14:cNvPr>
              <p14:cNvContentPartPr/>
              <p14:nvPr/>
            </p14:nvContentPartPr>
            <p14:xfrm>
              <a:off x="4590435" y="2337517"/>
              <a:ext cx="222480" cy="16560"/>
            </p14:xfrm>
          </p:contentPart>
        </mc:Choice>
        <mc:Fallback>
          <p:pic>
            <p:nvPicPr>
              <p:cNvPr id="38" name="Ink 37">
                <a:extLst>
                  <a:ext uri="{FF2B5EF4-FFF2-40B4-BE49-F238E27FC236}">
                    <a16:creationId xmlns:a16="http://schemas.microsoft.com/office/drawing/2014/main" id="{15683A81-7C85-6D16-FD90-F8AD7A08F917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4572795" y="2319517"/>
                <a:ext cx="258120" cy="52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8">
            <p14:nvContentPartPr>
              <p14:cNvPr id="44" name="Ink 43">
                <a:extLst>
                  <a:ext uri="{FF2B5EF4-FFF2-40B4-BE49-F238E27FC236}">
                    <a16:creationId xmlns:a16="http://schemas.microsoft.com/office/drawing/2014/main" id="{598188DA-36EB-D449-8A3B-0F53D2AFE7A5}"/>
                  </a:ext>
                </a:extLst>
              </p14:cNvPr>
              <p14:cNvContentPartPr/>
              <p14:nvPr/>
            </p14:nvContentPartPr>
            <p14:xfrm>
              <a:off x="5860875" y="1569277"/>
              <a:ext cx="193680" cy="8280"/>
            </p14:xfrm>
          </p:contentPart>
        </mc:Choice>
        <mc:Fallback>
          <p:pic>
            <p:nvPicPr>
              <p:cNvPr id="44" name="Ink 43">
                <a:extLst>
                  <a:ext uri="{FF2B5EF4-FFF2-40B4-BE49-F238E27FC236}">
                    <a16:creationId xmlns:a16="http://schemas.microsoft.com/office/drawing/2014/main" id="{598188DA-36EB-D449-8A3B-0F53D2AFE7A5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5843235" y="1551637"/>
                <a:ext cx="229320" cy="43920"/>
              </a:xfrm>
              <a:prstGeom prst="rect">
                <a:avLst/>
              </a:prstGeom>
            </p:spPr>
          </p:pic>
        </mc:Fallback>
      </mc:AlternateContent>
      <p:grpSp>
        <p:nvGrpSpPr>
          <p:cNvPr id="46" name="Group 45">
            <a:extLst>
              <a:ext uri="{FF2B5EF4-FFF2-40B4-BE49-F238E27FC236}">
                <a16:creationId xmlns:a16="http://schemas.microsoft.com/office/drawing/2014/main" id="{AAA53E54-46E5-1C7A-DA24-9892D13B877F}"/>
              </a:ext>
            </a:extLst>
          </p:cNvPr>
          <p:cNvGrpSpPr/>
          <p:nvPr/>
        </p:nvGrpSpPr>
        <p:grpSpPr>
          <a:xfrm>
            <a:off x="5862315" y="1663957"/>
            <a:ext cx="218160" cy="268920"/>
            <a:chOff x="5862315" y="1663957"/>
            <a:chExt cx="218160" cy="268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928AD481-7A7F-37C4-465A-75A7BA7E3152}"/>
                    </a:ext>
                  </a:extLst>
                </p14:cNvPr>
                <p14:cNvContentPartPr/>
                <p14:nvPr/>
              </p14:nvContentPartPr>
              <p14:xfrm>
                <a:off x="5862315" y="1705717"/>
                <a:ext cx="28800" cy="16092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928AD481-7A7F-37C4-465A-75A7BA7E3152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5844675" y="1687717"/>
                  <a:ext cx="64440" cy="19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7077FCA8-8B91-053C-041F-ACCCC3A06E53}"/>
                    </a:ext>
                  </a:extLst>
                </p14:cNvPr>
                <p14:cNvContentPartPr/>
                <p14:nvPr/>
              </p14:nvContentPartPr>
              <p14:xfrm>
                <a:off x="5884995" y="1663957"/>
                <a:ext cx="62280" cy="24300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7077FCA8-8B91-053C-041F-ACCCC3A06E53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5866995" y="1645957"/>
                  <a:ext cx="97920" cy="27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33BF9EEF-E53D-918C-1563-FA11A4848776}"/>
                    </a:ext>
                  </a:extLst>
                </p14:cNvPr>
                <p14:cNvContentPartPr/>
                <p14:nvPr/>
              </p14:nvContentPartPr>
              <p14:xfrm>
                <a:off x="5869875" y="1819117"/>
                <a:ext cx="360" cy="36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33BF9EEF-E53D-918C-1563-FA11A4848776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5852235" y="1801117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5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66474935-A70D-AFAB-FFDC-559E5E459A1F}"/>
                    </a:ext>
                  </a:extLst>
                </p14:cNvPr>
                <p14:cNvContentPartPr/>
                <p14:nvPr/>
              </p14:nvContentPartPr>
              <p14:xfrm>
                <a:off x="6063555" y="1812277"/>
                <a:ext cx="16920" cy="12060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66474935-A70D-AFAB-FFDC-559E5E459A1F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6045555" y="1794637"/>
                  <a:ext cx="52560" cy="15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7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78012536-C0E8-E360-C91C-216CF06EB081}"/>
                    </a:ext>
                  </a:extLst>
                </p14:cNvPr>
                <p14:cNvContentPartPr/>
                <p14:nvPr/>
              </p14:nvContentPartPr>
              <p14:xfrm>
                <a:off x="5883555" y="1821637"/>
                <a:ext cx="96480" cy="1656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78012536-C0E8-E360-C91C-216CF06EB081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5865555" y="1803997"/>
                  <a:ext cx="132120" cy="52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0" name="Group 59">
            <a:extLst>
              <a:ext uri="{FF2B5EF4-FFF2-40B4-BE49-F238E27FC236}">
                <a16:creationId xmlns:a16="http://schemas.microsoft.com/office/drawing/2014/main" id="{9377F03F-4BE5-F0EB-13BF-5AD45E7A2AA9}"/>
              </a:ext>
            </a:extLst>
          </p:cNvPr>
          <p:cNvGrpSpPr/>
          <p:nvPr/>
        </p:nvGrpSpPr>
        <p:grpSpPr>
          <a:xfrm>
            <a:off x="6289275" y="1461277"/>
            <a:ext cx="1145520" cy="515880"/>
            <a:chOff x="6289275" y="1461277"/>
            <a:chExt cx="1145520" cy="515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9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AC8FA48B-2BC7-443A-C9CA-FC84D0162343}"/>
                    </a:ext>
                  </a:extLst>
                </p14:cNvPr>
                <p14:cNvContentPartPr/>
                <p14:nvPr/>
              </p14:nvContentPartPr>
              <p14:xfrm>
                <a:off x="6289275" y="1621837"/>
                <a:ext cx="99720" cy="35532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AC8FA48B-2BC7-443A-C9CA-FC84D0162343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6271635" y="1604197"/>
                  <a:ext cx="135360" cy="39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1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817DAB7F-A2A8-57B8-3603-E1A7756F2DB8}"/>
                    </a:ext>
                  </a:extLst>
                </p14:cNvPr>
                <p14:cNvContentPartPr/>
                <p14:nvPr/>
              </p14:nvContentPartPr>
              <p14:xfrm>
                <a:off x="6444435" y="1666477"/>
                <a:ext cx="27360" cy="20016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817DAB7F-A2A8-57B8-3603-E1A7756F2DB8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6426435" y="1648837"/>
                  <a:ext cx="63000" cy="23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3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0F984FCA-85B0-8F18-1A19-B53FB827EF07}"/>
                    </a:ext>
                  </a:extLst>
                </p14:cNvPr>
                <p14:cNvContentPartPr/>
                <p14:nvPr/>
              </p14:nvContentPartPr>
              <p14:xfrm>
                <a:off x="6460995" y="1649917"/>
                <a:ext cx="79560" cy="21060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0F984FCA-85B0-8F18-1A19-B53FB827EF07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6442995" y="1632277"/>
                  <a:ext cx="115200" cy="24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5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0A1860A0-F4B1-B5E3-6838-31F6FF17FB27}"/>
                    </a:ext>
                  </a:extLst>
                </p14:cNvPr>
                <p14:cNvContentPartPr/>
                <p14:nvPr/>
              </p14:nvContentPartPr>
              <p14:xfrm>
                <a:off x="6433995" y="1756837"/>
                <a:ext cx="99360" cy="4500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0A1860A0-F4B1-B5E3-6838-31F6FF17FB27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6415995" y="1739197"/>
                  <a:ext cx="135000" cy="8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7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CE6A0E98-F453-D339-1BE5-2006DE45A34A}"/>
                    </a:ext>
                  </a:extLst>
                </p14:cNvPr>
                <p14:cNvContentPartPr/>
                <p14:nvPr/>
              </p14:nvContentPartPr>
              <p14:xfrm>
                <a:off x="6600315" y="1783837"/>
                <a:ext cx="51480" cy="7812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CE6A0E98-F453-D339-1BE5-2006DE45A34A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6582675" y="1766197"/>
                  <a:ext cx="87120" cy="11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9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43475B83-B127-883E-DB18-23337AC629A6}"/>
                    </a:ext>
                  </a:extLst>
                </p14:cNvPr>
                <p14:cNvContentPartPr/>
                <p14:nvPr/>
              </p14:nvContentPartPr>
              <p14:xfrm>
                <a:off x="6724875" y="1734157"/>
                <a:ext cx="82800" cy="828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43475B83-B127-883E-DB18-23337AC629A6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6707235" y="1716157"/>
                  <a:ext cx="118440" cy="4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1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7443AC74-D01E-9C18-10D7-3006A066E01D}"/>
                    </a:ext>
                  </a:extLst>
                </p14:cNvPr>
                <p14:cNvContentPartPr/>
                <p14:nvPr/>
              </p14:nvContentPartPr>
              <p14:xfrm>
                <a:off x="6724875" y="1673317"/>
                <a:ext cx="66240" cy="11628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7443AC74-D01E-9C18-10D7-3006A066E01D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6707235" y="1655317"/>
                  <a:ext cx="101880" cy="15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3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444217B9-2CEF-C05B-4F35-B49B54621A86}"/>
                    </a:ext>
                  </a:extLst>
                </p14:cNvPr>
                <p14:cNvContentPartPr/>
                <p14:nvPr/>
              </p14:nvContentPartPr>
              <p14:xfrm>
                <a:off x="6711555" y="1643437"/>
                <a:ext cx="172800" cy="19620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444217B9-2CEF-C05B-4F35-B49B54621A86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6693555" y="1625797"/>
                  <a:ext cx="208440" cy="23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5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E4055DEC-4456-1E7E-B52F-7411E80851B2}"/>
                    </a:ext>
                  </a:extLst>
                </p14:cNvPr>
                <p14:cNvContentPartPr/>
                <p14:nvPr/>
              </p14:nvContentPartPr>
              <p14:xfrm>
                <a:off x="6971475" y="1615357"/>
                <a:ext cx="67320" cy="18792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E4055DEC-4456-1E7E-B52F-7411E80851B2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6953475" y="1597357"/>
                  <a:ext cx="102960" cy="22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7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F9099796-15D4-D9FA-A0DF-08A0946ADE35}"/>
                    </a:ext>
                  </a:extLst>
                </p14:cNvPr>
                <p14:cNvContentPartPr/>
                <p14:nvPr/>
              </p14:nvContentPartPr>
              <p14:xfrm>
                <a:off x="7029435" y="1581517"/>
                <a:ext cx="33120" cy="16920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F9099796-15D4-D9FA-A0DF-08A0946ADE35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7011435" y="1563517"/>
                  <a:ext cx="68760" cy="20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9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5BD31FF5-E44D-2DBC-39E9-2C3E88678570}"/>
                    </a:ext>
                  </a:extLst>
                </p14:cNvPr>
                <p14:cNvContentPartPr/>
                <p14:nvPr/>
              </p14:nvContentPartPr>
              <p14:xfrm>
                <a:off x="6990555" y="1681237"/>
                <a:ext cx="103680" cy="2592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5BD31FF5-E44D-2DBC-39E9-2C3E88678570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6972555" y="1663597"/>
                  <a:ext cx="139320" cy="6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1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3C8A9527-687C-CEC4-BAEE-8688E4F667A8}"/>
                    </a:ext>
                  </a:extLst>
                </p14:cNvPr>
                <p14:cNvContentPartPr/>
                <p14:nvPr/>
              </p14:nvContentPartPr>
              <p14:xfrm>
                <a:off x="7139955" y="1698877"/>
                <a:ext cx="114840" cy="8604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3C8A9527-687C-CEC4-BAEE-8688E4F667A8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7122315" y="1681237"/>
                  <a:ext cx="150480" cy="12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3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DC017B37-E305-6979-B60D-0B043A6229E9}"/>
                    </a:ext>
                  </a:extLst>
                </p14:cNvPr>
                <p14:cNvContentPartPr/>
                <p14:nvPr/>
              </p14:nvContentPartPr>
              <p14:xfrm>
                <a:off x="7353435" y="1461277"/>
                <a:ext cx="81360" cy="41616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DC017B37-E305-6979-B60D-0B043A6229E9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7335435" y="1443637"/>
                  <a:ext cx="117000" cy="451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6" name="Group 65">
            <a:extLst>
              <a:ext uri="{FF2B5EF4-FFF2-40B4-BE49-F238E27FC236}">
                <a16:creationId xmlns:a16="http://schemas.microsoft.com/office/drawing/2014/main" id="{223ADBBA-34E2-05AF-E68D-9778A134943D}"/>
              </a:ext>
            </a:extLst>
          </p:cNvPr>
          <p:cNvGrpSpPr/>
          <p:nvPr/>
        </p:nvGrpSpPr>
        <p:grpSpPr>
          <a:xfrm>
            <a:off x="4654515" y="4294837"/>
            <a:ext cx="324720" cy="522720"/>
            <a:chOff x="4654515" y="4294837"/>
            <a:chExt cx="324720" cy="522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5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E05B00F2-3951-C644-5692-7C0663C2363E}"/>
                    </a:ext>
                  </a:extLst>
                </p14:cNvPr>
                <p14:cNvContentPartPr/>
                <p14:nvPr/>
              </p14:nvContentPartPr>
              <p14:xfrm>
                <a:off x="4672875" y="4374397"/>
                <a:ext cx="67680" cy="27612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E05B00F2-3951-C644-5692-7C0663C2363E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4655235" y="4356757"/>
                  <a:ext cx="103320" cy="31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7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134D96B3-1F74-70AA-A33D-85835D2747B1}"/>
                    </a:ext>
                  </a:extLst>
                </p14:cNvPr>
                <p14:cNvContentPartPr/>
                <p14:nvPr/>
              </p14:nvContentPartPr>
              <p14:xfrm>
                <a:off x="4722555" y="4372957"/>
                <a:ext cx="91800" cy="29988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134D96B3-1F74-70AA-A33D-85835D2747B1}"/>
                    </a:ext>
                  </a:extLst>
                </p:cNvPr>
                <p:cNvPicPr/>
                <p:nvPr/>
              </p:nvPicPr>
              <p:blipFill>
                <a:blip r:embed="rId98"/>
                <a:stretch>
                  <a:fillRect/>
                </a:stretch>
              </p:blipFill>
              <p:spPr>
                <a:xfrm>
                  <a:off x="4704555" y="4355317"/>
                  <a:ext cx="127440" cy="33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9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C717D7F8-7416-8108-5386-AAEDD81F27A7}"/>
                    </a:ext>
                  </a:extLst>
                </p14:cNvPr>
                <p14:cNvContentPartPr/>
                <p14:nvPr/>
              </p14:nvContentPartPr>
              <p14:xfrm>
                <a:off x="4676115" y="4564837"/>
                <a:ext cx="99360" cy="324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C717D7F8-7416-8108-5386-AAEDD81F27A7}"/>
                    </a:ext>
                  </a:extLst>
                </p:cNvPr>
                <p:cNvPicPr/>
                <p:nvPr/>
              </p:nvPicPr>
              <p:blipFill>
                <a:blip r:embed="rId100"/>
                <a:stretch>
                  <a:fillRect/>
                </a:stretch>
              </p:blipFill>
              <p:spPr>
                <a:xfrm>
                  <a:off x="4658115" y="4546837"/>
                  <a:ext cx="135000" cy="3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1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5EDCBE05-C0DB-FD18-656F-298BEE8A90AD}"/>
                    </a:ext>
                  </a:extLst>
                </p14:cNvPr>
                <p14:cNvContentPartPr/>
                <p14:nvPr/>
              </p14:nvContentPartPr>
              <p14:xfrm>
                <a:off x="4764315" y="4595437"/>
                <a:ext cx="214920" cy="222120"/>
              </p14:xfrm>
            </p:contentPart>
          </mc:Choice>
          <mc:Fallback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5EDCBE05-C0DB-FD18-656F-298BEE8A90AD}"/>
                    </a:ext>
                  </a:extLst>
                </p:cNvPr>
                <p:cNvPicPr/>
                <p:nvPr/>
              </p:nvPicPr>
              <p:blipFill>
                <a:blip r:embed="rId102"/>
                <a:stretch>
                  <a:fillRect/>
                </a:stretch>
              </p:blipFill>
              <p:spPr>
                <a:xfrm>
                  <a:off x="4746675" y="4577797"/>
                  <a:ext cx="250560" cy="25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3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AAB12D15-2F15-2BA4-DDC2-8E4B378A3715}"/>
                    </a:ext>
                  </a:extLst>
                </p14:cNvPr>
                <p14:cNvContentPartPr/>
                <p14:nvPr/>
              </p14:nvContentPartPr>
              <p14:xfrm>
                <a:off x="4654515" y="4294837"/>
                <a:ext cx="201600" cy="4680"/>
              </p14:xfrm>
            </p:contentPart>
          </mc:Choice>
          <mc:Fallback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AAB12D15-2F15-2BA4-DDC2-8E4B378A3715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4636875" y="4276837"/>
                  <a:ext cx="237240" cy="40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0" name="Group 89">
            <a:extLst>
              <a:ext uri="{FF2B5EF4-FFF2-40B4-BE49-F238E27FC236}">
                <a16:creationId xmlns:a16="http://schemas.microsoft.com/office/drawing/2014/main" id="{F308E90F-345A-7DF9-8F43-6E60D40F359F}"/>
              </a:ext>
            </a:extLst>
          </p:cNvPr>
          <p:cNvGrpSpPr/>
          <p:nvPr/>
        </p:nvGrpSpPr>
        <p:grpSpPr>
          <a:xfrm>
            <a:off x="4786995" y="3760237"/>
            <a:ext cx="375120" cy="304560"/>
            <a:chOff x="4786995" y="3760237"/>
            <a:chExt cx="375120" cy="304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5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F5ECA9B2-1270-B3ED-398E-BED01CE09A32}"/>
                    </a:ext>
                  </a:extLst>
                </p14:cNvPr>
                <p14:cNvContentPartPr/>
                <p14:nvPr/>
              </p14:nvContentPartPr>
              <p14:xfrm>
                <a:off x="4786995" y="3776797"/>
                <a:ext cx="141480" cy="229320"/>
              </p14:xfrm>
            </p:contentPart>
          </mc:Choice>
          <mc:Fallback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F5ECA9B2-1270-B3ED-398E-BED01CE09A32}"/>
                    </a:ext>
                  </a:extLst>
                </p:cNvPr>
                <p:cNvPicPr/>
                <p:nvPr/>
              </p:nvPicPr>
              <p:blipFill>
                <a:blip r:embed="rId106"/>
                <a:stretch>
                  <a:fillRect/>
                </a:stretch>
              </p:blipFill>
              <p:spPr>
                <a:xfrm>
                  <a:off x="4768995" y="3759157"/>
                  <a:ext cx="177120" cy="26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7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3131ED4C-92D5-3E06-4E9F-39F17D45463C}"/>
                    </a:ext>
                  </a:extLst>
                </p14:cNvPr>
                <p14:cNvContentPartPr/>
                <p14:nvPr/>
              </p14:nvContentPartPr>
              <p14:xfrm>
                <a:off x="4831995" y="3916837"/>
                <a:ext cx="103680" cy="20520"/>
              </p14:xfrm>
            </p:contentPart>
          </mc:Choice>
          <mc:Fallback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3131ED4C-92D5-3E06-4E9F-39F17D45463C}"/>
                    </a:ext>
                  </a:extLst>
                </p:cNvPr>
                <p:cNvPicPr/>
                <p:nvPr/>
              </p:nvPicPr>
              <p:blipFill>
                <a:blip r:embed="rId108"/>
                <a:stretch>
                  <a:fillRect/>
                </a:stretch>
              </p:blipFill>
              <p:spPr>
                <a:xfrm>
                  <a:off x="4813995" y="3898837"/>
                  <a:ext cx="139320" cy="5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9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0C9813E9-B666-DE8B-FA7D-3787EB5007F2}"/>
                    </a:ext>
                  </a:extLst>
                </p14:cNvPr>
                <p14:cNvContentPartPr/>
                <p14:nvPr/>
              </p14:nvContentPartPr>
              <p14:xfrm>
                <a:off x="4971315" y="3929077"/>
                <a:ext cx="190800" cy="135720"/>
              </p14:xfrm>
            </p:contentPart>
          </mc:Choice>
          <mc:Fallback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0C9813E9-B666-DE8B-FA7D-3787EB5007F2}"/>
                    </a:ext>
                  </a:extLst>
                </p:cNvPr>
                <p:cNvPicPr/>
                <p:nvPr/>
              </p:nvPicPr>
              <p:blipFill>
                <a:blip r:embed="rId110"/>
                <a:stretch>
                  <a:fillRect/>
                </a:stretch>
              </p:blipFill>
              <p:spPr>
                <a:xfrm>
                  <a:off x="4953675" y="3911077"/>
                  <a:ext cx="226440" cy="17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1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71296EF0-B1EC-406D-FB56-06713D8E653D}"/>
                    </a:ext>
                  </a:extLst>
                </p14:cNvPr>
                <p14:cNvContentPartPr/>
                <p14:nvPr/>
              </p14:nvContentPartPr>
              <p14:xfrm>
                <a:off x="4802115" y="3760237"/>
                <a:ext cx="237240" cy="21960"/>
              </p14:xfrm>
            </p:contentPart>
          </mc:Choice>
          <mc:Fallback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71296EF0-B1EC-406D-FB56-06713D8E653D}"/>
                    </a:ext>
                  </a:extLst>
                </p:cNvPr>
                <p:cNvPicPr/>
                <p:nvPr/>
              </p:nvPicPr>
              <p:blipFill>
                <a:blip r:embed="rId112"/>
                <a:stretch>
                  <a:fillRect/>
                </a:stretch>
              </p:blipFill>
              <p:spPr>
                <a:xfrm>
                  <a:off x="4784115" y="3742237"/>
                  <a:ext cx="272880" cy="57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9" name="Group 88">
            <a:extLst>
              <a:ext uri="{FF2B5EF4-FFF2-40B4-BE49-F238E27FC236}">
                <a16:creationId xmlns:a16="http://schemas.microsoft.com/office/drawing/2014/main" id="{F5C850D1-C6BF-F179-2E3E-93614BA7DE95}"/>
              </a:ext>
            </a:extLst>
          </p:cNvPr>
          <p:cNvGrpSpPr/>
          <p:nvPr/>
        </p:nvGrpSpPr>
        <p:grpSpPr>
          <a:xfrm>
            <a:off x="4995435" y="3352717"/>
            <a:ext cx="274680" cy="231120"/>
            <a:chOff x="4995435" y="3352717"/>
            <a:chExt cx="274680" cy="231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3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FF3CC967-249B-D259-EAED-01630935B878}"/>
                    </a:ext>
                  </a:extLst>
                </p14:cNvPr>
                <p14:cNvContentPartPr/>
                <p14:nvPr/>
              </p14:nvContentPartPr>
              <p14:xfrm>
                <a:off x="5004435" y="3367477"/>
                <a:ext cx="52920" cy="178200"/>
              </p14:xfrm>
            </p:contentPart>
          </mc:Choice>
          <mc:Fallback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FF3CC967-249B-D259-EAED-01630935B878}"/>
                    </a:ext>
                  </a:extLst>
                </p:cNvPr>
                <p:cNvPicPr/>
                <p:nvPr/>
              </p:nvPicPr>
              <p:blipFill>
                <a:blip r:embed="rId114"/>
                <a:stretch>
                  <a:fillRect/>
                </a:stretch>
              </p:blipFill>
              <p:spPr>
                <a:xfrm>
                  <a:off x="4986435" y="3349477"/>
                  <a:ext cx="88560" cy="21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5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9333A486-E35D-6DDD-12BE-4FFCD2DCB863}"/>
                    </a:ext>
                  </a:extLst>
                </p14:cNvPr>
                <p14:cNvContentPartPr/>
                <p14:nvPr/>
              </p14:nvContentPartPr>
              <p14:xfrm>
                <a:off x="5054835" y="3352717"/>
                <a:ext cx="88200" cy="194400"/>
              </p14:xfrm>
            </p:contentPart>
          </mc:Choice>
          <mc:Fallback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9333A486-E35D-6DDD-12BE-4FFCD2DCB863}"/>
                    </a:ext>
                  </a:extLst>
                </p:cNvPr>
                <p:cNvPicPr/>
                <p:nvPr/>
              </p:nvPicPr>
              <p:blipFill>
                <a:blip r:embed="rId116"/>
                <a:stretch>
                  <a:fillRect/>
                </a:stretch>
              </p:blipFill>
              <p:spPr>
                <a:xfrm>
                  <a:off x="5037195" y="3334717"/>
                  <a:ext cx="123840" cy="23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7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002DAF33-4553-5A20-EE5A-6B7C3A8578F4}"/>
                    </a:ext>
                  </a:extLst>
                </p14:cNvPr>
                <p14:cNvContentPartPr/>
                <p14:nvPr/>
              </p14:nvContentPartPr>
              <p14:xfrm>
                <a:off x="4995435" y="3441637"/>
                <a:ext cx="274680" cy="142200"/>
              </p14:xfrm>
            </p:contentPart>
          </mc:Choice>
          <mc:Fallback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002DAF33-4553-5A20-EE5A-6B7C3A8578F4}"/>
                    </a:ext>
                  </a:extLst>
                </p:cNvPr>
                <p:cNvPicPr/>
                <p:nvPr/>
              </p:nvPicPr>
              <p:blipFill>
                <a:blip r:embed="rId118"/>
                <a:stretch>
                  <a:fillRect/>
                </a:stretch>
              </p:blipFill>
              <p:spPr>
                <a:xfrm>
                  <a:off x="4977795" y="3423637"/>
                  <a:ext cx="310320" cy="177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8" name="Group 87">
            <a:extLst>
              <a:ext uri="{FF2B5EF4-FFF2-40B4-BE49-F238E27FC236}">
                <a16:creationId xmlns:a16="http://schemas.microsoft.com/office/drawing/2014/main" id="{84C74611-CDB4-D8AB-75BF-FE55FBFD1338}"/>
              </a:ext>
            </a:extLst>
          </p:cNvPr>
          <p:cNvGrpSpPr/>
          <p:nvPr/>
        </p:nvGrpSpPr>
        <p:grpSpPr>
          <a:xfrm>
            <a:off x="6109995" y="3799477"/>
            <a:ext cx="1242360" cy="546840"/>
            <a:chOff x="6109995" y="3799477"/>
            <a:chExt cx="1242360" cy="546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9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E0ABC7A9-1C45-E76F-2DB1-E1D10E37F0F0}"/>
                    </a:ext>
                  </a:extLst>
                </p14:cNvPr>
                <p14:cNvContentPartPr/>
                <p14:nvPr/>
              </p14:nvContentPartPr>
              <p14:xfrm>
                <a:off x="6109995" y="3949237"/>
                <a:ext cx="94680" cy="224280"/>
              </p14:xfrm>
            </p:contentPart>
          </mc:Choice>
          <mc:Fallback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E0ABC7A9-1C45-E76F-2DB1-E1D10E37F0F0}"/>
                    </a:ext>
                  </a:extLst>
                </p:cNvPr>
                <p:cNvPicPr/>
                <p:nvPr/>
              </p:nvPicPr>
              <p:blipFill>
                <a:blip r:embed="rId120"/>
                <a:stretch>
                  <a:fillRect/>
                </a:stretch>
              </p:blipFill>
              <p:spPr>
                <a:xfrm>
                  <a:off x="6091995" y="3931237"/>
                  <a:ext cx="130320" cy="25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1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460E3E02-4A16-245F-FDF2-D1A1E97B8BA8}"/>
                    </a:ext>
                  </a:extLst>
                </p14:cNvPr>
                <p14:cNvContentPartPr/>
                <p14:nvPr/>
              </p14:nvContentPartPr>
              <p14:xfrm>
                <a:off x="6201435" y="3948877"/>
                <a:ext cx="73800" cy="262440"/>
              </p14:xfrm>
            </p:contentPart>
          </mc:Choice>
          <mc:Fallback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460E3E02-4A16-245F-FDF2-D1A1E97B8BA8}"/>
                    </a:ext>
                  </a:extLst>
                </p:cNvPr>
                <p:cNvPicPr/>
                <p:nvPr/>
              </p:nvPicPr>
              <p:blipFill>
                <a:blip r:embed="rId122"/>
                <a:stretch>
                  <a:fillRect/>
                </a:stretch>
              </p:blipFill>
              <p:spPr>
                <a:xfrm>
                  <a:off x="6183435" y="3931237"/>
                  <a:ext cx="109440" cy="29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3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4E05079D-523C-E55A-9DA5-FFAC5A4DE1BB}"/>
                    </a:ext>
                  </a:extLst>
                </p14:cNvPr>
                <p14:cNvContentPartPr/>
                <p14:nvPr/>
              </p14:nvContentPartPr>
              <p14:xfrm>
                <a:off x="6142755" y="4104397"/>
                <a:ext cx="154800" cy="28800"/>
              </p14:xfrm>
            </p:contentPart>
          </mc:Choice>
          <mc:Fallback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4E05079D-523C-E55A-9DA5-FFAC5A4DE1BB}"/>
                    </a:ext>
                  </a:extLst>
                </p:cNvPr>
                <p:cNvPicPr/>
                <p:nvPr/>
              </p:nvPicPr>
              <p:blipFill>
                <a:blip r:embed="rId124"/>
                <a:stretch>
                  <a:fillRect/>
                </a:stretch>
              </p:blipFill>
              <p:spPr>
                <a:xfrm>
                  <a:off x="6125115" y="4086757"/>
                  <a:ext cx="190440" cy="6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5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1951164A-EBEA-C983-B57C-443F2BBEDE4D}"/>
                    </a:ext>
                  </a:extLst>
                </p14:cNvPr>
                <p14:cNvContentPartPr/>
                <p14:nvPr/>
              </p14:nvContentPartPr>
              <p14:xfrm>
                <a:off x="6352995" y="4120597"/>
                <a:ext cx="34920" cy="135360"/>
              </p14:xfrm>
            </p:contentPart>
          </mc:Choice>
          <mc:Fallback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1951164A-EBEA-C983-B57C-443F2BBEDE4D}"/>
                    </a:ext>
                  </a:extLst>
                </p:cNvPr>
                <p:cNvPicPr/>
                <p:nvPr/>
              </p:nvPicPr>
              <p:blipFill>
                <a:blip r:embed="rId126"/>
                <a:stretch>
                  <a:fillRect/>
                </a:stretch>
              </p:blipFill>
              <p:spPr>
                <a:xfrm>
                  <a:off x="6334995" y="4102957"/>
                  <a:ext cx="70560" cy="17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7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F25318CF-A936-713D-62B3-0D49286C5A10}"/>
                    </a:ext>
                  </a:extLst>
                </p14:cNvPr>
                <p14:cNvContentPartPr/>
                <p14:nvPr/>
              </p14:nvContentPartPr>
              <p14:xfrm>
                <a:off x="6522555" y="3951397"/>
                <a:ext cx="57240" cy="274680"/>
              </p14:xfrm>
            </p:contentPart>
          </mc:Choice>
          <mc:Fallback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F25318CF-A936-713D-62B3-0D49286C5A10}"/>
                    </a:ext>
                  </a:extLst>
                </p:cNvPr>
                <p:cNvPicPr/>
                <p:nvPr/>
              </p:nvPicPr>
              <p:blipFill>
                <a:blip r:embed="rId128"/>
                <a:stretch>
                  <a:fillRect/>
                </a:stretch>
              </p:blipFill>
              <p:spPr>
                <a:xfrm>
                  <a:off x="6504555" y="3933757"/>
                  <a:ext cx="92880" cy="31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9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BC67C243-10D1-AE6A-9D11-1BC2EA162F57}"/>
                    </a:ext>
                  </a:extLst>
                </p14:cNvPr>
                <p14:cNvContentPartPr/>
                <p14:nvPr/>
              </p14:nvContentPartPr>
              <p14:xfrm>
                <a:off x="6573315" y="3904597"/>
                <a:ext cx="95040" cy="315000"/>
              </p14:xfrm>
            </p:contentPart>
          </mc:Choice>
          <mc:Fallback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BC67C243-10D1-AE6A-9D11-1BC2EA162F57}"/>
                    </a:ext>
                  </a:extLst>
                </p:cNvPr>
                <p:cNvPicPr/>
                <p:nvPr/>
              </p:nvPicPr>
              <p:blipFill>
                <a:blip r:embed="rId130"/>
                <a:stretch>
                  <a:fillRect/>
                </a:stretch>
              </p:blipFill>
              <p:spPr>
                <a:xfrm>
                  <a:off x="6555675" y="3886957"/>
                  <a:ext cx="130680" cy="35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1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DF5AFBDF-8FE4-728B-6913-812E2DAC12AA}"/>
                    </a:ext>
                  </a:extLst>
                </p14:cNvPr>
                <p14:cNvContentPartPr/>
                <p14:nvPr/>
              </p14:nvContentPartPr>
              <p14:xfrm>
                <a:off x="6543435" y="4065157"/>
                <a:ext cx="132480" cy="27360"/>
              </p14:xfrm>
            </p:contentPart>
          </mc:Choice>
          <mc:Fallback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DF5AFBDF-8FE4-728B-6913-812E2DAC12AA}"/>
                    </a:ext>
                  </a:extLst>
                </p:cNvPr>
                <p:cNvPicPr/>
                <p:nvPr/>
              </p:nvPicPr>
              <p:blipFill>
                <a:blip r:embed="rId132"/>
                <a:stretch>
                  <a:fillRect/>
                </a:stretch>
              </p:blipFill>
              <p:spPr>
                <a:xfrm>
                  <a:off x="6525435" y="4047517"/>
                  <a:ext cx="168120" cy="6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3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0D93EEF0-67C3-E979-8E8D-D0082B283E97}"/>
                    </a:ext>
                  </a:extLst>
                </p14:cNvPr>
                <p14:cNvContentPartPr/>
                <p14:nvPr/>
              </p14:nvContentPartPr>
              <p14:xfrm>
                <a:off x="6679155" y="4149397"/>
                <a:ext cx="175680" cy="195840"/>
              </p14:xfrm>
            </p:contentPart>
          </mc:Choice>
          <mc:Fallback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0D93EEF0-67C3-E979-8E8D-D0082B283E97}"/>
                    </a:ext>
                  </a:extLst>
                </p:cNvPr>
                <p:cNvPicPr/>
                <p:nvPr/>
              </p:nvPicPr>
              <p:blipFill>
                <a:blip r:embed="rId134"/>
                <a:stretch>
                  <a:fillRect/>
                </a:stretch>
              </p:blipFill>
              <p:spPr>
                <a:xfrm>
                  <a:off x="6661155" y="4131397"/>
                  <a:ext cx="211320" cy="23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5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7DB95730-3AE4-4E50-6DCC-DD9587AB62EE}"/>
                    </a:ext>
                  </a:extLst>
                </p14:cNvPr>
                <p14:cNvContentPartPr/>
                <p14:nvPr/>
              </p14:nvContentPartPr>
              <p14:xfrm>
                <a:off x="6505995" y="3858877"/>
                <a:ext cx="162360" cy="13680"/>
              </p14:xfrm>
            </p:contentPart>
          </mc:Choice>
          <mc:Fallback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7DB95730-3AE4-4E50-6DCC-DD9587AB62EE}"/>
                    </a:ext>
                  </a:extLst>
                </p:cNvPr>
                <p:cNvPicPr/>
                <p:nvPr/>
              </p:nvPicPr>
              <p:blipFill>
                <a:blip r:embed="rId136"/>
                <a:stretch>
                  <a:fillRect/>
                </a:stretch>
              </p:blipFill>
              <p:spPr>
                <a:xfrm>
                  <a:off x="6487995" y="3840877"/>
                  <a:ext cx="198000" cy="4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7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F8509280-AC1E-FC8D-4D10-3CB6018B5599}"/>
                    </a:ext>
                  </a:extLst>
                </p14:cNvPr>
                <p14:cNvContentPartPr/>
                <p14:nvPr/>
              </p14:nvContentPartPr>
              <p14:xfrm>
                <a:off x="6988755" y="3981277"/>
                <a:ext cx="29160" cy="259920"/>
              </p14:xfrm>
            </p:contentPart>
          </mc:Choice>
          <mc:Fallback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F8509280-AC1E-FC8D-4D10-3CB6018B5599}"/>
                    </a:ext>
                  </a:extLst>
                </p:cNvPr>
                <p:cNvPicPr/>
                <p:nvPr/>
              </p:nvPicPr>
              <p:blipFill>
                <a:blip r:embed="rId138"/>
                <a:stretch>
                  <a:fillRect/>
                </a:stretch>
              </p:blipFill>
              <p:spPr>
                <a:xfrm>
                  <a:off x="6971115" y="3963637"/>
                  <a:ext cx="64800" cy="29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9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3CE029D1-AF3C-D98A-8774-8785C3652387}"/>
                    </a:ext>
                  </a:extLst>
                </p14:cNvPr>
                <p14:cNvContentPartPr/>
                <p14:nvPr/>
              </p14:nvContentPartPr>
              <p14:xfrm>
                <a:off x="7006395" y="3924757"/>
                <a:ext cx="97920" cy="285840"/>
              </p14:xfrm>
            </p:contentPart>
          </mc:Choice>
          <mc:Fallback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3CE029D1-AF3C-D98A-8774-8785C3652387}"/>
                    </a:ext>
                  </a:extLst>
                </p:cNvPr>
                <p:cNvPicPr/>
                <p:nvPr/>
              </p:nvPicPr>
              <p:blipFill>
                <a:blip r:embed="rId140"/>
                <a:stretch>
                  <a:fillRect/>
                </a:stretch>
              </p:blipFill>
              <p:spPr>
                <a:xfrm>
                  <a:off x="6988755" y="3907117"/>
                  <a:ext cx="133560" cy="32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1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E544A434-A43C-A233-3688-D9EF793899DA}"/>
                    </a:ext>
                  </a:extLst>
                </p14:cNvPr>
                <p14:cNvContentPartPr/>
                <p14:nvPr/>
              </p14:nvContentPartPr>
              <p14:xfrm>
                <a:off x="6951315" y="4081357"/>
                <a:ext cx="136800" cy="23400"/>
              </p14:xfrm>
            </p:contentPart>
          </mc:Choice>
          <mc:Fallback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E544A434-A43C-A233-3688-D9EF793899DA}"/>
                    </a:ext>
                  </a:extLst>
                </p:cNvPr>
                <p:cNvPicPr/>
                <p:nvPr/>
              </p:nvPicPr>
              <p:blipFill>
                <a:blip r:embed="rId142"/>
                <a:stretch>
                  <a:fillRect/>
                </a:stretch>
              </p:blipFill>
              <p:spPr>
                <a:xfrm>
                  <a:off x="6933675" y="4063717"/>
                  <a:ext cx="172440" cy="5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3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373D7EC7-16D5-A23B-68E7-E90BC78308F8}"/>
                    </a:ext>
                  </a:extLst>
                </p14:cNvPr>
                <p14:cNvContentPartPr/>
                <p14:nvPr/>
              </p14:nvContentPartPr>
              <p14:xfrm>
                <a:off x="7191795" y="4077397"/>
                <a:ext cx="160560" cy="268920"/>
              </p14:xfrm>
            </p:contentPart>
          </mc:Choice>
          <mc:Fallback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373D7EC7-16D5-A23B-68E7-E90BC78308F8}"/>
                    </a:ext>
                  </a:extLst>
                </p:cNvPr>
                <p:cNvPicPr/>
                <p:nvPr/>
              </p:nvPicPr>
              <p:blipFill>
                <a:blip r:embed="rId144"/>
                <a:stretch>
                  <a:fillRect/>
                </a:stretch>
              </p:blipFill>
              <p:spPr>
                <a:xfrm>
                  <a:off x="7173795" y="4059757"/>
                  <a:ext cx="196200" cy="30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5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27D12BB6-B523-54F8-02ED-2B9CED67B083}"/>
                    </a:ext>
                  </a:extLst>
                </p14:cNvPr>
                <p14:cNvContentPartPr/>
                <p14:nvPr/>
              </p14:nvContentPartPr>
              <p14:xfrm>
                <a:off x="6981555" y="3799477"/>
                <a:ext cx="219240" cy="11160"/>
              </p14:xfrm>
            </p:contentPart>
          </mc:Choice>
          <mc:Fallback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27D12BB6-B523-54F8-02ED-2B9CED67B083}"/>
                    </a:ext>
                  </a:extLst>
                </p:cNvPr>
                <p:cNvPicPr/>
                <p:nvPr/>
              </p:nvPicPr>
              <p:blipFill>
                <a:blip r:embed="rId146"/>
                <a:stretch>
                  <a:fillRect/>
                </a:stretch>
              </p:blipFill>
              <p:spPr>
                <a:xfrm>
                  <a:off x="6963555" y="3781477"/>
                  <a:ext cx="254880" cy="468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47">
            <p14:nvContentPartPr>
              <p14:cNvPr id="91" name="Ink 90">
                <a:extLst>
                  <a:ext uri="{FF2B5EF4-FFF2-40B4-BE49-F238E27FC236}">
                    <a16:creationId xmlns:a16="http://schemas.microsoft.com/office/drawing/2014/main" id="{64F83AB9-D81F-DC68-A4FF-28E4AABA168E}"/>
                  </a:ext>
                </a:extLst>
              </p14:cNvPr>
              <p14:cNvContentPartPr/>
              <p14:nvPr/>
            </p14:nvContentPartPr>
            <p14:xfrm>
              <a:off x="6901995" y="2617237"/>
              <a:ext cx="153720" cy="23040"/>
            </p14:xfrm>
          </p:contentPart>
        </mc:Choice>
        <mc:Fallback>
          <p:pic>
            <p:nvPicPr>
              <p:cNvPr id="91" name="Ink 90">
                <a:extLst>
                  <a:ext uri="{FF2B5EF4-FFF2-40B4-BE49-F238E27FC236}">
                    <a16:creationId xmlns:a16="http://schemas.microsoft.com/office/drawing/2014/main" id="{64F83AB9-D81F-DC68-A4FF-28E4AABA168E}"/>
                  </a:ext>
                </a:extLst>
              </p:cNvPr>
              <p:cNvPicPr/>
              <p:nvPr/>
            </p:nvPicPr>
            <p:blipFill>
              <a:blip r:embed="rId148"/>
              <a:stretch>
                <a:fillRect/>
              </a:stretch>
            </p:blipFill>
            <p:spPr>
              <a:xfrm>
                <a:off x="6892995" y="2608597"/>
                <a:ext cx="171360" cy="40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9">
            <p14:nvContentPartPr>
              <p14:cNvPr id="92" name="Ink 91">
                <a:extLst>
                  <a:ext uri="{FF2B5EF4-FFF2-40B4-BE49-F238E27FC236}">
                    <a16:creationId xmlns:a16="http://schemas.microsoft.com/office/drawing/2014/main" id="{CB0E2165-3287-8314-BC3E-820AA11CA0D5}"/>
                  </a:ext>
                </a:extLst>
              </p14:cNvPr>
              <p14:cNvContentPartPr/>
              <p14:nvPr/>
            </p14:nvContentPartPr>
            <p14:xfrm>
              <a:off x="6906675" y="3173077"/>
              <a:ext cx="164880" cy="24480"/>
            </p14:xfrm>
          </p:contentPart>
        </mc:Choice>
        <mc:Fallback>
          <p:pic>
            <p:nvPicPr>
              <p:cNvPr id="92" name="Ink 91">
                <a:extLst>
                  <a:ext uri="{FF2B5EF4-FFF2-40B4-BE49-F238E27FC236}">
                    <a16:creationId xmlns:a16="http://schemas.microsoft.com/office/drawing/2014/main" id="{CB0E2165-3287-8314-BC3E-820AA11CA0D5}"/>
                  </a:ext>
                </a:extLst>
              </p:cNvPr>
              <p:cNvPicPr/>
              <p:nvPr/>
            </p:nvPicPr>
            <p:blipFill>
              <a:blip r:embed="rId150"/>
              <a:stretch>
                <a:fillRect/>
              </a:stretch>
            </p:blipFill>
            <p:spPr>
              <a:xfrm>
                <a:off x="6898035" y="3164077"/>
                <a:ext cx="182520" cy="421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5934867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2589DE0-3029-CA92-2114-5749061F3EF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-584" t="346" r="30196" b="-346"/>
          <a:stretch/>
        </p:blipFill>
        <p:spPr>
          <a:xfrm>
            <a:off x="102655" y="134932"/>
            <a:ext cx="7687558" cy="61434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21435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1E3290E-9272-B404-787D-D6021C5BB5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0"/>
            <a:ext cx="5924550" cy="3510844"/>
          </a:xfrm>
          <a:prstGeom prst="rect">
            <a:avLst/>
          </a:prstGeom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147855D9-FF1A-137E-2689-9C5047241CA0}"/>
              </a:ext>
            </a:extLst>
          </p:cNvPr>
          <p:cNvGrpSpPr/>
          <p:nvPr/>
        </p:nvGrpSpPr>
        <p:grpSpPr>
          <a:xfrm>
            <a:off x="341790" y="3927090"/>
            <a:ext cx="199080" cy="460440"/>
            <a:chOff x="341790" y="3927090"/>
            <a:chExt cx="199080" cy="460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14C7AFF7-BB21-B94F-9342-29DAA2DE9270}"/>
                    </a:ext>
                  </a:extLst>
                </p14:cNvPr>
                <p14:cNvContentPartPr/>
                <p14:nvPr/>
              </p14:nvContentPartPr>
              <p14:xfrm>
                <a:off x="341790" y="3927090"/>
                <a:ext cx="102600" cy="30888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14C7AFF7-BB21-B94F-9342-29DAA2DE9270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333150" y="3918450"/>
                  <a:ext cx="120240" cy="32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D5A9CBD2-A985-2DF2-C728-29D676104DD6}"/>
                    </a:ext>
                  </a:extLst>
                </p14:cNvPr>
                <p14:cNvContentPartPr/>
                <p14:nvPr/>
              </p14:nvContentPartPr>
              <p14:xfrm>
                <a:off x="464550" y="4230210"/>
                <a:ext cx="76320" cy="15732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D5A9CBD2-A985-2DF2-C728-29D676104DD6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455550" y="4221570"/>
                  <a:ext cx="93960" cy="174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841B4764-DDC4-3837-B75E-CD83E5E3A407}"/>
              </a:ext>
            </a:extLst>
          </p:cNvPr>
          <p:cNvGrpSpPr/>
          <p:nvPr/>
        </p:nvGrpSpPr>
        <p:grpSpPr>
          <a:xfrm>
            <a:off x="725550" y="4110330"/>
            <a:ext cx="103680" cy="75960"/>
            <a:chOff x="725550" y="4110330"/>
            <a:chExt cx="103680" cy="75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53F8A70E-6D4B-D314-8F48-CC5AA5FEC388}"/>
                    </a:ext>
                  </a:extLst>
                </p14:cNvPr>
                <p14:cNvContentPartPr/>
                <p14:nvPr/>
              </p14:nvContentPartPr>
              <p14:xfrm>
                <a:off x="725550" y="4179450"/>
                <a:ext cx="103680" cy="684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53F8A70E-6D4B-D314-8F48-CC5AA5FEC388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716550" y="4170810"/>
                  <a:ext cx="121320" cy="2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04C8C136-F25B-C673-828C-353775B50033}"/>
                    </a:ext>
                  </a:extLst>
                </p14:cNvPr>
                <p14:cNvContentPartPr/>
                <p14:nvPr/>
              </p14:nvContentPartPr>
              <p14:xfrm>
                <a:off x="725550" y="4110330"/>
                <a:ext cx="96480" cy="1548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04C8C136-F25B-C673-828C-353775B50033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716550" y="4101330"/>
                  <a:ext cx="114120" cy="33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C7529A6E-4108-F332-562E-03AF63D10A42}"/>
              </a:ext>
            </a:extLst>
          </p:cNvPr>
          <p:cNvGrpSpPr/>
          <p:nvPr/>
        </p:nvGrpSpPr>
        <p:grpSpPr>
          <a:xfrm>
            <a:off x="1109310" y="3807930"/>
            <a:ext cx="1093680" cy="473760"/>
            <a:chOff x="1109310" y="3807930"/>
            <a:chExt cx="1093680" cy="473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4506BA6C-CEEF-B61C-D255-390DD5AFB237}"/>
                    </a:ext>
                  </a:extLst>
                </p14:cNvPr>
                <p14:cNvContentPartPr/>
                <p14:nvPr/>
              </p14:nvContentPartPr>
              <p14:xfrm>
                <a:off x="1112910" y="3944370"/>
                <a:ext cx="111240" cy="26784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4506BA6C-CEEF-B61C-D255-390DD5AFB237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1104270" y="3935730"/>
                  <a:ext cx="128880" cy="28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048AA842-12B3-E474-92EC-7C569D14B1F4}"/>
                    </a:ext>
                  </a:extLst>
                </p14:cNvPr>
                <p14:cNvContentPartPr/>
                <p14:nvPr/>
              </p14:nvContentPartPr>
              <p14:xfrm>
                <a:off x="1109310" y="4098090"/>
                <a:ext cx="89280" cy="1008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048AA842-12B3-E474-92EC-7C569D14B1F4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1100670" y="4089450"/>
                  <a:ext cx="106920" cy="2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46E2131A-AC5D-D129-9F7A-83265C901860}"/>
                    </a:ext>
                  </a:extLst>
                </p14:cNvPr>
                <p14:cNvContentPartPr/>
                <p14:nvPr/>
              </p14:nvContentPartPr>
              <p14:xfrm>
                <a:off x="1123710" y="3807930"/>
                <a:ext cx="178560" cy="43992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46E2131A-AC5D-D129-9F7A-83265C901860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1115070" y="3799290"/>
                  <a:ext cx="196200" cy="45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75903136-15A5-4F33-24C0-B4ECA20CEA36}"/>
                    </a:ext>
                  </a:extLst>
                </p14:cNvPr>
                <p14:cNvContentPartPr/>
                <p14:nvPr/>
              </p14:nvContentPartPr>
              <p14:xfrm>
                <a:off x="1397310" y="3946530"/>
                <a:ext cx="144360" cy="32184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75903136-15A5-4F33-24C0-B4ECA20CEA36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1388310" y="3937890"/>
                  <a:ext cx="162000" cy="33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EB7AF7FC-EBE6-BE4D-4E95-4A4B8E5B789D}"/>
                    </a:ext>
                  </a:extLst>
                </p14:cNvPr>
                <p14:cNvContentPartPr/>
                <p14:nvPr/>
              </p14:nvContentPartPr>
              <p14:xfrm>
                <a:off x="1639950" y="3923850"/>
                <a:ext cx="139320" cy="29952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EB7AF7FC-EBE6-BE4D-4E95-4A4B8E5B789D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1630950" y="3915210"/>
                  <a:ext cx="156960" cy="31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1DA01423-0C13-0846-B953-2E8A050AF085}"/>
                    </a:ext>
                  </a:extLst>
                </p14:cNvPr>
                <p14:cNvContentPartPr/>
                <p14:nvPr/>
              </p14:nvContentPartPr>
              <p14:xfrm>
                <a:off x="1653270" y="4108170"/>
                <a:ext cx="78480" cy="684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1DA01423-0C13-0846-B953-2E8A050AF085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1644270" y="4099170"/>
                  <a:ext cx="96120" cy="2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C9255A86-21FB-A4C5-F035-01F48445F53C}"/>
                    </a:ext>
                  </a:extLst>
                </p14:cNvPr>
                <p14:cNvContentPartPr/>
                <p14:nvPr/>
              </p14:nvContentPartPr>
              <p14:xfrm>
                <a:off x="1800150" y="4190250"/>
                <a:ext cx="77040" cy="9144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C9255A86-21FB-A4C5-F035-01F48445F53C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1791510" y="4181250"/>
                  <a:ext cx="94680" cy="10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72D30AED-36F6-6994-B36B-E476212B6C81}"/>
                    </a:ext>
                  </a:extLst>
                </p14:cNvPr>
                <p14:cNvContentPartPr/>
                <p14:nvPr/>
              </p14:nvContentPartPr>
              <p14:xfrm>
                <a:off x="2029830" y="4058130"/>
                <a:ext cx="119520" cy="36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72D30AED-36F6-6994-B36B-E476212B6C81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2020830" y="4049490"/>
                  <a:ext cx="13716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7FDC94EE-D68E-89C4-46A1-3E7B43BADF08}"/>
                    </a:ext>
                  </a:extLst>
                </p14:cNvPr>
                <p14:cNvContentPartPr/>
                <p14:nvPr/>
              </p14:nvContentPartPr>
              <p14:xfrm>
                <a:off x="2087430" y="3989010"/>
                <a:ext cx="25560" cy="17568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7FDC94EE-D68E-89C4-46A1-3E7B43BADF08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2078790" y="3980010"/>
                  <a:ext cx="43200" cy="19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0AA38AB2-3B24-3C2A-E220-1905F5D129C8}"/>
                    </a:ext>
                  </a:extLst>
                </p14:cNvPr>
                <p14:cNvContentPartPr/>
                <p14:nvPr/>
              </p14:nvContentPartPr>
              <p14:xfrm>
                <a:off x="1969350" y="3931770"/>
                <a:ext cx="233640" cy="30960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0AA38AB2-3B24-3C2A-E220-1905F5D129C8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1960710" y="3923130"/>
                  <a:ext cx="251280" cy="327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E68D7905-84FD-CD38-AB85-862508B67837}"/>
              </a:ext>
            </a:extLst>
          </p:cNvPr>
          <p:cNvGrpSpPr/>
          <p:nvPr/>
        </p:nvGrpSpPr>
        <p:grpSpPr>
          <a:xfrm>
            <a:off x="2357070" y="3907650"/>
            <a:ext cx="453600" cy="384840"/>
            <a:chOff x="2357070" y="3907650"/>
            <a:chExt cx="453600" cy="384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1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459A4FBD-B6DB-EC2C-CBDF-251FE4E69F2D}"/>
                    </a:ext>
                  </a:extLst>
                </p14:cNvPr>
                <p14:cNvContentPartPr/>
                <p14:nvPr/>
              </p14:nvContentPartPr>
              <p14:xfrm>
                <a:off x="2367870" y="3936810"/>
                <a:ext cx="81000" cy="22032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459A4FBD-B6DB-EC2C-CBDF-251FE4E69F2D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2358870" y="3928170"/>
                  <a:ext cx="98640" cy="23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60B7D2CE-3E84-1306-4BC2-AB16B7550AD3}"/>
                    </a:ext>
                  </a:extLst>
                </p14:cNvPr>
                <p14:cNvContentPartPr/>
                <p14:nvPr/>
              </p14:nvContentPartPr>
              <p14:xfrm>
                <a:off x="2426550" y="3947250"/>
                <a:ext cx="60480" cy="26172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60B7D2CE-3E84-1306-4BC2-AB16B7550AD3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2417910" y="3938610"/>
                  <a:ext cx="78120" cy="27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331DC371-E245-089F-7731-6A1F12A57357}"/>
                    </a:ext>
                  </a:extLst>
                </p14:cNvPr>
                <p14:cNvContentPartPr/>
                <p14:nvPr/>
              </p14:nvContentPartPr>
              <p14:xfrm>
                <a:off x="2357070" y="4065690"/>
                <a:ext cx="127800" cy="3060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331DC371-E245-089F-7731-6A1F12A57357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2348070" y="4057050"/>
                  <a:ext cx="145440" cy="4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8C360C71-CE9B-D6D2-2DDB-2D762E62E50F}"/>
                    </a:ext>
                  </a:extLst>
                </p14:cNvPr>
                <p14:cNvContentPartPr/>
                <p14:nvPr/>
              </p14:nvContentPartPr>
              <p14:xfrm>
                <a:off x="2554350" y="4130850"/>
                <a:ext cx="113400" cy="9468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8C360C71-CE9B-D6D2-2DDB-2D762E62E50F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2545710" y="4121850"/>
                  <a:ext cx="131040" cy="11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7C9A6D3D-D2F0-DD69-46FB-056A584DEF06}"/>
                    </a:ext>
                  </a:extLst>
                </p14:cNvPr>
                <p14:cNvContentPartPr/>
                <p14:nvPr/>
              </p14:nvContentPartPr>
              <p14:xfrm>
                <a:off x="2675670" y="3907650"/>
                <a:ext cx="135000" cy="38484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7C9A6D3D-D2F0-DD69-46FB-056A584DEF06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2667030" y="3899010"/>
                  <a:ext cx="152640" cy="402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5EB9F13F-6A1F-16C4-992A-C00A48D1F939}"/>
              </a:ext>
            </a:extLst>
          </p:cNvPr>
          <p:cNvGrpSpPr/>
          <p:nvPr/>
        </p:nvGrpSpPr>
        <p:grpSpPr>
          <a:xfrm>
            <a:off x="2971590" y="4010610"/>
            <a:ext cx="172440" cy="240840"/>
            <a:chOff x="2971590" y="4010610"/>
            <a:chExt cx="172440" cy="240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1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998D2164-8C76-BE88-2A08-D49EA46C48F4}"/>
                    </a:ext>
                  </a:extLst>
                </p14:cNvPr>
                <p14:cNvContentPartPr/>
                <p14:nvPr/>
              </p14:nvContentPartPr>
              <p14:xfrm>
                <a:off x="2971590" y="4095930"/>
                <a:ext cx="172440" cy="1224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998D2164-8C76-BE88-2A08-D49EA46C48F4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2962950" y="4087290"/>
                  <a:ext cx="190080" cy="2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9D1FAF38-80D8-9A9E-EBB4-9F163204CB19}"/>
                    </a:ext>
                  </a:extLst>
                </p14:cNvPr>
                <p14:cNvContentPartPr/>
                <p14:nvPr/>
              </p14:nvContentPartPr>
              <p14:xfrm>
                <a:off x="3059430" y="4010610"/>
                <a:ext cx="10080" cy="24084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9D1FAF38-80D8-9A9E-EBB4-9F163204CB19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3050790" y="4001610"/>
                  <a:ext cx="27720" cy="258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600F68C8-3E7C-055C-34C5-F1FACF17A5FB}"/>
              </a:ext>
            </a:extLst>
          </p:cNvPr>
          <p:cNvGrpSpPr/>
          <p:nvPr/>
        </p:nvGrpSpPr>
        <p:grpSpPr>
          <a:xfrm>
            <a:off x="3325470" y="3927090"/>
            <a:ext cx="232560" cy="309240"/>
            <a:chOff x="3325470" y="3927090"/>
            <a:chExt cx="232560" cy="309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5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52595049-4DEE-6E0E-8B0B-F11B67E5D09D}"/>
                    </a:ext>
                  </a:extLst>
                </p14:cNvPr>
                <p14:cNvContentPartPr/>
                <p14:nvPr/>
              </p14:nvContentPartPr>
              <p14:xfrm>
                <a:off x="3325470" y="3940050"/>
                <a:ext cx="52200" cy="22752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52595049-4DEE-6E0E-8B0B-F11B67E5D09D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3316470" y="3931410"/>
                  <a:ext cx="69840" cy="24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BB765227-18C9-E915-2F14-FCF6BB66265B}"/>
                    </a:ext>
                  </a:extLst>
                </p14:cNvPr>
                <p14:cNvContentPartPr/>
                <p14:nvPr/>
              </p14:nvContentPartPr>
              <p14:xfrm>
                <a:off x="3381990" y="3927090"/>
                <a:ext cx="64080" cy="26460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BB765227-18C9-E915-2F14-FCF6BB66265B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3372990" y="3918450"/>
                  <a:ext cx="81720" cy="28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17A853C9-5AF2-CB3D-AECD-A32E52CA335C}"/>
                    </a:ext>
                  </a:extLst>
                </p14:cNvPr>
                <p14:cNvContentPartPr/>
                <p14:nvPr/>
              </p14:nvContentPartPr>
              <p14:xfrm>
                <a:off x="3360390" y="4092690"/>
                <a:ext cx="71280" cy="792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17A853C9-5AF2-CB3D-AECD-A32E52CA335C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3351390" y="4084050"/>
                  <a:ext cx="88920" cy="2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71E4BCD4-CE42-CEBF-3C74-C5E347763865}"/>
                    </a:ext>
                  </a:extLst>
                </p14:cNvPr>
                <p14:cNvContentPartPr/>
                <p14:nvPr/>
              </p14:nvContentPartPr>
              <p14:xfrm>
                <a:off x="3550470" y="4109250"/>
                <a:ext cx="7560" cy="12708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71E4BCD4-CE42-CEBF-3C74-C5E347763865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3541470" y="4100250"/>
                  <a:ext cx="25200" cy="144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CBEFBCA3-FA00-AF19-A17C-B34907347AA7}"/>
              </a:ext>
            </a:extLst>
          </p:cNvPr>
          <p:cNvGrpSpPr/>
          <p:nvPr/>
        </p:nvGrpSpPr>
        <p:grpSpPr>
          <a:xfrm>
            <a:off x="3738030" y="3790650"/>
            <a:ext cx="682920" cy="578520"/>
            <a:chOff x="3738030" y="3790650"/>
            <a:chExt cx="682920" cy="578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3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DED855FF-FC25-5969-19EC-63C5A01A3D19}"/>
                    </a:ext>
                  </a:extLst>
                </p14:cNvPr>
                <p14:cNvContentPartPr/>
                <p14:nvPr/>
              </p14:nvContentPartPr>
              <p14:xfrm>
                <a:off x="3738030" y="3937890"/>
                <a:ext cx="69840" cy="20808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DED855FF-FC25-5969-19EC-63C5A01A3D19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3729390" y="3929250"/>
                  <a:ext cx="87480" cy="22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32E991B0-E1B2-A7BE-D128-93019E91427F}"/>
                    </a:ext>
                  </a:extLst>
                </p14:cNvPr>
                <p14:cNvContentPartPr/>
                <p14:nvPr/>
              </p14:nvContentPartPr>
              <p14:xfrm>
                <a:off x="3741630" y="3893250"/>
                <a:ext cx="109800" cy="31680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32E991B0-E1B2-A7BE-D128-93019E91427F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3732990" y="3884250"/>
                  <a:ext cx="127440" cy="33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702C3B78-A0A1-B10D-4248-560651A06687}"/>
                    </a:ext>
                  </a:extLst>
                </p14:cNvPr>
                <p14:cNvContentPartPr/>
                <p14:nvPr/>
              </p14:nvContentPartPr>
              <p14:xfrm>
                <a:off x="3900390" y="4109970"/>
                <a:ext cx="118440" cy="15768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702C3B78-A0A1-B10D-4248-560651A06687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3891750" y="4100970"/>
                  <a:ext cx="136080" cy="17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0BA467F5-8A70-08B9-30A8-ADC741A11FB1}"/>
                    </a:ext>
                  </a:extLst>
                </p14:cNvPr>
                <p14:cNvContentPartPr/>
                <p14:nvPr/>
              </p14:nvContentPartPr>
              <p14:xfrm>
                <a:off x="3828390" y="3790650"/>
                <a:ext cx="172440" cy="4032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0BA467F5-8A70-08B9-30A8-ADC741A11FB1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3819390" y="3782010"/>
                  <a:ext cx="190080" cy="5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1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A8140139-8168-0EF1-1A3C-F294C20A7F5C}"/>
                    </a:ext>
                  </a:extLst>
                </p14:cNvPr>
                <p14:cNvContentPartPr/>
                <p14:nvPr/>
              </p14:nvContentPartPr>
              <p14:xfrm>
                <a:off x="4118190" y="3931410"/>
                <a:ext cx="79920" cy="24480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A8140139-8168-0EF1-1A3C-F294C20A7F5C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4109550" y="3922770"/>
                  <a:ext cx="97560" cy="26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3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BE190241-FF37-DFCB-1769-EFF50BF4999D}"/>
                    </a:ext>
                  </a:extLst>
                </p14:cNvPr>
                <p14:cNvContentPartPr/>
                <p14:nvPr/>
              </p14:nvContentPartPr>
              <p14:xfrm>
                <a:off x="4206030" y="3928170"/>
                <a:ext cx="55800" cy="32832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BE190241-FF37-DFCB-1769-EFF50BF4999D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4197390" y="3919530"/>
                  <a:ext cx="73440" cy="34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5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03FCD02F-738F-2FAD-46D0-31CD6B1E763E}"/>
                    </a:ext>
                  </a:extLst>
                </p14:cNvPr>
                <p14:cNvContentPartPr/>
                <p14:nvPr/>
              </p14:nvContentPartPr>
              <p14:xfrm>
                <a:off x="4164990" y="4110330"/>
                <a:ext cx="101520" cy="36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03FCD02F-738F-2FAD-46D0-31CD6B1E763E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4156350" y="4101330"/>
                  <a:ext cx="11916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7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79EAE0CC-F01B-05C5-6FB3-4680208E70DE}"/>
                    </a:ext>
                  </a:extLst>
                </p14:cNvPr>
                <p14:cNvContentPartPr/>
                <p14:nvPr/>
              </p14:nvContentPartPr>
              <p14:xfrm>
                <a:off x="4316550" y="4151010"/>
                <a:ext cx="104400" cy="21816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79EAE0CC-F01B-05C5-6FB3-4680208E70DE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4307910" y="4142010"/>
                  <a:ext cx="122040" cy="23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9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E03E6541-3B62-860D-851B-EA48108F83BC}"/>
                    </a:ext>
                  </a:extLst>
                </p14:cNvPr>
                <p14:cNvContentPartPr/>
                <p14:nvPr/>
              </p14:nvContentPartPr>
              <p14:xfrm>
                <a:off x="4212150" y="3862290"/>
                <a:ext cx="151920" cy="360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E03E6541-3B62-860D-851B-EA48108F83BC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4203150" y="3853290"/>
                  <a:ext cx="169560" cy="21240"/>
                </a:xfrm>
                <a:prstGeom prst="rect">
                  <a:avLst/>
                </a:prstGeom>
              </p:spPr>
            </p:pic>
          </mc:Fallback>
        </mc:AlternateContent>
      </p:grpSp>
      <p:graphicFrame>
        <p:nvGraphicFramePr>
          <p:cNvPr id="47" name="Table 47">
            <a:extLst>
              <a:ext uri="{FF2B5EF4-FFF2-40B4-BE49-F238E27FC236}">
                <a16:creationId xmlns:a16="http://schemas.microsoft.com/office/drawing/2014/main" id="{0088F848-3BE3-E1CB-48F5-47FE19B2344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22075382"/>
              </p:ext>
            </p:extLst>
          </p:nvPr>
        </p:nvGraphicFramePr>
        <p:xfrm>
          <a:off x="6568771" y="81491"/>
          <a:ext cx="2062230" cy="677290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2446">
                  <a:extLst>
                    <a:ext uri="{9D8B030D-6E8A-4147-A177-3AD203B41FA5}">
                      <a16:colId xmlns:a16="http://schemas.microsoft.com/office/drawing/2014/main" val="1292378379"/>
                    </a:ext>
                  </a:extLst>
                </a:gridCol>
                <a:gridCol w="412446">
                  <a:extLst>
                    <a:ext uri="{9D8B030D-6E8A-4147-A177-3AD203B41FA5}">
                      <a16:colId xmlns:a16="http://schemas.microsoft.com/office/drawing/2014/main" val="45550045"/>
                    </a:ext>
                  </a:extLst>
                </a:gridCol>
                <a:gridCol w="412446">
                  <a:extLst>
                    <a:ext uri="{9D8B030D-6E8A-4147-A177-3AD203B41FA5}">
                      <a16:colId xmlns:a16="http://schemas.microsoft.com/office/drawing/2014/main" val="2605477845"/>
                    </a:ext>
                  </a:extLst>
                </a:gridCol>
                <a:gridCol w="412446">
                  <a:extLst>
                    <a:ext uri="{9D8B030D-6E8A-4147-A177-3AD203B41FA5}">
                      <a16:colId xmlns:a16="http://schemas.microsoft.com/office/drawing/2014/main" val="856007802"/>
                    </a:ext>
                  </a:extLst>
                </a:gridCol>
                <a:gridCol w="412446">
                  <a:extLst>
                    <a:ext uri="{9D8B030D-6E8A-4147-A177-3AD203B41FA5}">
                      <a16:colId xmlns:a16="http://schemas.microsoft.com/office/drawing/2014/main" val="1545315578"/>
                    </a:ext>
                  </a:extLst>
                </a:gridCol>
              </a:tblGrid>
              <a:tr h="398406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08905803"/>
                  </a:ext>
                </a:extLst>
              </a:tr>
              <a:tr h="398406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91122083"/>
                  </a:ext>
                </a:extLst>
              </a:tr>
              <a:tr h="398406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53045318"/>
                  </a:ext>
                </a:extLst>
              </a:tr>
              <a:tr h="398406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60134789"/>
                  </a:ext>
                </a:extLst>
              </a:tr>
              <a:tr h="398406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21298972"/>
                  </a:ext>
                </a:extLst>
              </a:tr>
              <a:tr h="398406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2592324"/>
                  </a:ext>
                </a:extLst>
              </a:tr>
              <a:tr h="398406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60768471"/>
                  </a:ext>
                </a:extLst>
              </a:tr>
              <a:tr h="398406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75144125"/>
                  </a:ext>
                </a:extLst>
              </a:tr>
              <a:tr h="398406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46075591"/>
                  </a:ext>
                </a:extLst>
              </a:tr>
              <a:tr h="398406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19538859"/>
                  </a:ext>
                </a:extLst>
              </a:tr>
              <a:tr h="398406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06401144"/>
                  </a:ext>
                </a:extLst>
              </a:tr>
              <a:tr h="398406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45085472"/>
                  </a:ext>
                </a:extLst>
              </a:tr>
              <a:tr h="398406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87378600"/>
                  </a:ext>
                </a:extLst>
              </a:tr>
              <a:tr h="398406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33442618"/>
                  </a:ext>
                </a:extLst>
              </a:tr>
              <a:tr h="398406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79584282"/>
                  </a:ext>
                </a:extLst>
              </a:tr>
              <a:tr h="398406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06593841"/>
                  </a:ext>
                </a:extLst>
              </a:tr>
              <a:tr h="398406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88132145"/>
                  </a:ext>
                </a:extLst>
              </a:tr>
            </a:tbl>
          </a:graphicData>
        </a:graphic>
      </p:graphicFrame>
      <p:grpSp>
        <p:nvGrpSpPr>
          <p:cNvPr id="66" name="Group 65">
            <a:extLst>
              <a:ext uri="{FF2B5EF4-FFF2-40B4-BE49-F238E27FC236}">
                <a16:creationId xmlns:a16="http://schemas.microsoft.com/office/drawing/2014/main" id="{F552F54E-36E5-4790-4302-D6F6DAE9B35E}"/>
              </a:ext>
            </a:extLst>
          </p:cNvPr>
          <p:cNvGrpSpPr/>
          <p:nvPr/>
        </p:nvGrpSpPr>
        <p:grpSpPr>
          <a:xfrm>
            <a:off x="7160550" y="171210"/>
            <a:ext cx="175680" cy="246240"/>
            <a:chOff x="7160550" y="171210"/>
            <a:chExt cx="175680" cy="246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1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A65B70C6-F677-F895-EEA5-6F9C670DD7D5}"/>
                    </a:ext>
                  </a:extLst>
                </p14:cNvPr>
                <p14:cNvContentPartPr/>
                <p14:nvPr/>
              </p14:nvContentPartPr>
              <p14:xfrm>
                <a:off x="7160550" y="177690"/>
                <a:ext cx="46440" cy="13752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A65B70C6-F677-F895-EEA5-6F9C670DD7D5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7151550" y="169050"/>
                  <a:ext cx="64080" cy="15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3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7BF49FD2-50C5-E721-F2A3-418C748B9AA2}"/>
                    </a:ext>
                  </a:extLst>
                </p14:cNvPr>
                <p14:cNvContentPartPr/>
                <p14:nvPr/>
              </p14:nvContentPartPr>
              <p14:xfrm>
                <a:off x="7205190" y="171210"/>
                <a:ext cx="36360" cy="18864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7BF49FD2-50C5-E721-F2A3-418C748B9AA2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7196550" y="162570"/>
                  <a:ext cx="54000" cy="20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5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A2D41C79-7D64-869C-D51E-F676F983C627}"/>
                    </a:ext>
                  </a:extLst>
                </p14:cNvPr>
                <p14:cNvContentPartPr/>
                <p14:nvPr/>
              </p14:nvContentPartPr>
              <p14:xfrm>
                <a:off x="7181430" y="270930"/>
                <a:ext cx="63000" cy="2520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A2D41C79-7D64-869C-D51E-F676F983C627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7172430" y="261930"/>
                  <a:ext cx="80640" cy="4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7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529BC2B6-09AB-1CF7-7A44-0338247E9210}"/>
                    </a:ext>
                  </a:extLst>
                </p14:cNvPr>
                <p14:cNvContentPartPr/>
                <p14:nvPr/>
              </p14:nvContentPartPr>
              <p14:xfrm>
                <a:off x="7239030" y="271290"/>
                <a:ext cx="97200" cy="14616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529BC2B6-09AB-1CF7-7A44-0338247E9210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7230030" y="262650"/>
                  <a:ext cx="114840" cy="163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5" name="Group 64">
            <a:extLst>
              <a:ext uri="{FF2B5EF4-FFF2-40B4-BE49-F238E27FC236}">
                <a16:creationId xmlns:a16="http://schemas.microsoft.com/office/drawing/2014/main" id="{20A5E436-A8D6-F474-5118-D2956E08F4C5}"/>
              </a:ext>
            </a:extLst>
          </p:cNvPr>
          <p:cNvGrpSpPr/>
          <p:nvPr/>
        </p:nvGrpSpPr>
        <p:grpSpPr>
          <a:xfrm>
            <a:off x="7473750" y="184890"/>
            <a:ext cx="221400" cy="205560"/>
            <a:chOff x="7473750" y="184890"/>
            <a:chExt cx="221400" cy="205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9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EEC28543-0699-0675-34C4-7262929CB2D9}"/>
                    </a:ext>
                  </a:extLst>
                </p14:cNvPr>
                <p14:cNvContentPartPr/>
                <p14:nvPr/>
              </p14:nvContentPartPr>
              <p14:xfrm>
                <a:off x="7473750" y="184890"/>
                <a:ext cx="66600" cy="18144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EEC28543-0699-0675-34C4-7262929CB2D9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7464750" y="176250"/>
                  <a:ext cx="84240" cy="19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1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4EF599FE-A435-B159-EB51-706652872F0B}"/>
                    </a:ext>
                  </a:extLst>
                </p14:cNvPr>
                <p14:cNvContentPartPr/>
                <p14:nvPr/>
              </p14:nvContentPartPr>
              <p14:xfrm>
                <a:off x="7523070" y="196050"/>
                <a:ext cx="57960" cy="19296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4EF599FE-A435-B159-EB51-706652872F0B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7514070" y="187410"/>
                  <a:ext cx="75600" cy="21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3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73DBC6BC-BBEF-6A00-65E6-33442B87AAFF}"/>
                    </a:ext>
                  </a:extLst>
                </p14:cNvPr>
                <p14:cNvContentPartPr/>
                <p14:nvPr/>
              </p14:nvContentPartPr>
              <p14:xfrm>
                <a:off x="7491750" y="299010"/>
                <a:ext cx="82080" cy="1440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73DBC6BC-BBEF-6A00-65E6-33442B87AAFF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7482750" y="290010"/>
                  <a:ext cx="99720" cy="3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5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1F8C3743-F55C-3052-D9CE-92FA0B00B03A}"/>
                    </a:ext>
                  </a:extLst>
                </p14:cNvPr>
                <p14:cNvContentPartPr/>
                <p14:nvPr/>
              </p14:nvContentPartPr>
              <p14:xfrm>
                <a:off x="7623150" y="305850"/>
                <a:ext cx="72000" cy="8460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1F8C3743-F55C-3052-D9CE-92FA0B00B03A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7614510" y="296850"/>
                  <a:ext cx="89640" cy="102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4" name="Group 63">
            <a:extLst>
              <a:ext uri="{FF2B5EF4-FFF2-40B4-BE49-F238E27FC236}">
                <a16:creationId xmlns:a16="http://schemas.microsoft.com/office/drawing/2014/main" id="{A2244CCB-E8CC-1889-B5F6-77E25E200991}"/>
              </a:ext>
            </a:extLst>
          </p:cNvPr>
          <p:cNvGrpSpPr/>
          <p:nvPr/>
        </p:nvGrpSpPr>
        <p:grpSpPr>
          <a:xfrm>
            <a:off x="7887390" y="211170"/>
            <a:ext cx="194040" cy="201600"/>
            <a:chOff x="7887390" y="211170"/>
            <a:chExt cx="194040" cy="201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7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530C636C-A735-9C06-A967-4D48D9FEC41B}"/>
                    </a:ext>
                  </a:extLst>
                </p14:cNvPr>
                <p14:cNvContentPartPr/>
                <p14:nvPr/>
              </p14:nvContentPartPr>
              <p14:xfrm>
                <a:off x="7887390" y="219810"/>
                <a:ext cx="73800" cy="15696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530C636C-A735-9C06-A967-4D48D9FEC41B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7878750" y="211170"/>
                  <a:ext cx="91440" cy="17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9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607D1785-40F6-51D0-A0DC-C15D7D11B150}"/>
                    </a:ext>
                  </a:extLst>
                </p14:cNvPr>
                <p14:cNvContentPartPr/>
                <p14:nvPr/>
              </p14:nvContentPartPr>
              <p14:xfrm>
                <a:off x="7940310" y="211170"/>
                <a:ext cx="65520" cy="20160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607D1785-40F6-51D0-A0DC-C15D7D11B150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7931670" y="202170"/>
                  <a:ext cx="83160" cy="21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1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1BF58F0F-8E2F-A711-836E-4B65E15143FA}"/>
                    </a:ext>
                  </a:extLst>
                </p14:cNvPr>
                <p14:cNvContentPartPr/>
                <p14:nvPr/>
              </p14:nvContentPartPr>
              <p14:xfrm>
                <a:off x="7907910" y="303330"/>
                <a:ext cx="173520" cy="9792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1BF58F0F-8E2F-A711-836E-4B65E15143FA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7899270" y="294330"/>
                  <a:ext cx="191160" cy="115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3" name="Group 62">
            <a:extLst>
              <a:ext uri="{FF2B5EF4-FFF2-40B4-BE49-F238E27FC236}">
                <a16:creationId xmlns:a16="http://schemas.microsoft.com/office/drawing/2014/main" id="{9F848FE6-8BDC-536F-03B2-E5117E069D79}"/>
              </a:ext>
            </a:extLst>
          </p:cNvPr>
          <p:cNvGrpSpPr/>
          <p:nvPr/>
        </p:nvGrpSpPr>
        <p:grpSpPr>
          <a:xfrm>
            <a:off x="8288070" y="170130"/>
            <a:ext cx="285120" cy="232920"/>
            <a:chOff x="8288070" y="170130"/>
            <a:chExt cx="285120" cy="232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3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6B5FCEA9-AEEE-2D72-2668-E7B468F0E191}"/>
                    </a:ext>
                  </a:extLst>
                </p14:cNvPr>
                <p14:cNvContentPartPr/>
                <p14:nvPr/>
              </p14:nvContentPartPr>
              <p14:xfrm>
                <a:off x="8288070" y="186690"/>
                <a:ext cx="102600" cy="16956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6B5FCEA9-AEEE-2D72-2668-E7B468F0E191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8279430" y="178050"/>
                  <a:ext cx="120240" cy="18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5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7C2B7D28-0AD0-480D-5779-2E7F745145CA}"/>
                    </a:ext>
                  </a:extLst>
                </p14:cNvPr>
                <p14:cNvContentPartPr/>
                <p14:nvPr/>
              </p14:nvContentPartPr>
              <p14:xfrm>
                <a:off x="8355390" y="170130"/>
                <a:ext cx="55800" cy="22788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7C2B7D28-0AD0-480D-5779-2E7F745145CA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8346750" y="161130"/>
                  <a:ext cx="73440" cy="24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7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94AF1899-03AA-F8DC-A443-C96C16F9F5FC}"/>
                    </a:ext>
                  </a:extLst>
                </p14:cNvPr>
                <p14:cNvContentPartPr/>
                <p14:nvPr/>
              </p14:nvContentPartPr>
              <p14:xfrm>
                <a:off x="8322990" y="300090"/>
                <a:ext cx="94320" cy="1008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94AF1899-03AA-F8DC-A443-C96C16F9F5FC}"/>
                    </a:ext>
                  </a:extLst>
                </p:cNvPr>
                <p:cNvPicPr/>
                <p:nvPr/>
              </p:nvPicPr>
              <p:blipFill>
                <a:blip r:embed="rId98"/>
                <a:stretch>
                  <a:fillRect/>
                </a:stretch>
              </p:blipFill>
              <p:spPr>
                <a:xfrm>
                  <a:off x="8314350" y="291090"/>
                  <a:ext cx="111960" cy="2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9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850211DA-ABDF-1726-653B-094A310F4F55}"/>
                    </a:ext>
                  </a:extLst>
                </p14:cNvPr>
                <p14:cNvContentPartPr/>
                <p14:nvPr/>
              </p14:nvContentPartPr>
              <p14:xfrm>
                <a:off x="8462670" y="301170"/>
                <a:ext cx="110520" cy="10188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850211DA-ABDF-1726-653B-094A310F4F55}"/>
                    </a:ext>
                  </a:extLst>
                </p:cNvPr>
                <p:cNvPicPr/>
                <p:nvPr/>
              </p:nvPicPr>
              <p:blipFill>
                <a:blip r:embed="rId100"/>
                <a:stretch>
                  <a:fillRect/>
                </a:stretch>
              </p:blipFill>
              <p:spPr>
                <a:xfrm>
                  <a:off x="8453670" y="292170"/>
                  <a:ext cx="128160" cy="1195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01">
            <p14:nvContentPartPr>
              <p14:cNvPr id="67" name="Ink 66">
                <a:extLst>
                  <a:ext uri="{FF2B5EF4-FFF2-40B4-BE49-F238E27FC236}">
                    <a16:creationId xmlns:a16="http://schemas.microsoft.com/office/drawing/2014/main" id="{0EE14B16-DC4D-7253-8331-9E36525780BF}"/>
                  </a:ext>
                </a:extLst>
              </p14:cNvPr>
              <p14:cNvContentPartPr/>
              <p14:nvPr/>
            </p14:nvContentPartPr>
            <p14:xfrm>
              <a:off x="8384190" y="606450"/>
              <a:ext cx="164160" cy="180720"/>
            </p14:xfrm>
          </p:contentPart>
        </mc:Choice>
        <mc:Fallback>
          <p:pic>
            <p:nvPicPr>
              <p:cNvPr id="67" name="Ink 66">
                <a:extLst>
                  <a:ext uri="{FF2B5EF4-FFF2-40B4-BE49-F238E27FC236}">
                    <a16:creationId xmlns:a16="http://schemas.microsoft.com/office/drawing/2014/main" id="{0EE14B16-DC4D-7253-8331-9E36525780BF}"/>
                  </a:ext>
                </a:extLst>
              </p:cNvPr>
              <p:cNvPicPr/>
              <p:nvPr/>
            </p:nvPicPr>
            <p:blipFill>
              <a:blip r:embed="rId102"/>
              <a:stretch>
                <a:fillRect/>
              </a:stretch>
            </p:blipFill>
            <p:spPr>
              <a:xfrm>
                <a:off x="8375550" y="597810"/>
                <a:ext cx="181800" cy="198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3">
            <p14:nvContentPartPr>
              <p14:cNvPr id="68" name="Ink 67">
                <a:extLst>
                  <a:ext uri="{FF2B5EF4-FFF2-40B4-BE49-F238E27FC236}">
                    <a16:creationId xmlns:a16="http://schemas.microsoft.com/office/drawing/2014/main" id="{70674583-9733-223C-02A2-34B1F00B6289}"/>
                  </a:ext>
                </a:extLst>
              </p14:cNvPr>
              <p14:cNvContentPartPr/>
              <p14:nvPr/>
            </p14:nvContentPartPr>
            <p14:xfrm>
              <a:off x="8422710" y="606810"/>
              <a:ext cx="67680" cy="72360"/>
            </p14:xfrm>
          </p:contentPart>
        </mc:Choice>
        <mc:Fallback>
          <p:pic>
            <p:nvPicPr>
              <p:cNvPr id="68" name="Ink 67">
                <a:extLst>
                  <a:ext uri="{FF2B5EF4-FFF2-40B4-BE49-F238E27FC236}">
                    <a16:creationId xmlns:a16="http://schemas.microsoft.com/office/drawing/2014/main" id="{70674583-9733-223C-02A2-34B1F00B6289}"/>
                  </a:ext>
                </a:extLst>
              </p:cNvPr>
              <p:cNvPicPr/>
              <p:nvPr/>
            </p:nvPicPr>
            <p:blipFill>
              <a:blip r:embed="rId104"/>
              <a:stretch>
                <a:fillRect/>
              </a:stretch>
            </p:blipFill>
            <p:spPr>
              <a:xfrm>
                <a:off x="8414070" y="598170"/>
                <a:ext cx="85320" cy="9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5">
            <p14:nvContentPartPr>
              <p14:cNvPr id="69" name="Ink 68">
                <a:extLst>
                  <a:ext uri="{FF2B5EF4-FFF2-40B4-BE49-F238E27FC236}">
                    <a16:creationId xmlns:a16="http://schemas.microsoft.com/office/drawing/2014/main" id="{5667B090-2E91-0F4E-827D-69B27FD29A3B}"/>
                  </a:ext>
                </a:extLst>
              </p14:cNvPr>
              <p14:cNvContentPartPr/>
              <p14:nvPr/>
            </p14:nvContentPartPr>
            <p14:xfrm>
              <a:off x="8418030" y="1055370"/>
              <a:ext cx="42480" cy="183600"/>
            </p14:xfrm>
          </p:contentPart>
        </mc:Choice>
        <mc:Fallback>
          <p:pic>
            <p:nvPicPr>
              <p:cNvPr id="69" name="Ink 68">
                <a:extLst>
                  <a:ext uri="{FF2B5EF4-FFF2-40B4-BE49-F238E27FC236}">
                    <a16:creationId xmlns:a16="http://schemas.microsoft.com/office/drawing/2014/main" id="{5667B090-2E91-0F4E-827D-69B27FD29A3B}"/>
                  </a:ext>
                </a:extLst>
              </p:cNvPr>
              <p:cNvPicPr/>
              <p:nvPr/>
            </p:nvPicPr>
            <p:blipFill>
              <a:blip r:embed="rId106"/>
              <a:stretch>
                <a:fillRect/>
              </a:stretch>
            </p:blipFill>
            <p:spPr>
              <a:xfrm>
                <a:off x="8409390" y="1046730"/>
                <a:ext cx="60120" cy="201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7">
            <p14:nvContentPartPr>
              <p14:cNvPr id="72" name="Ink 71">
                <a:extLst>
                  <a:ext uri="{FF2B5EF4-FFF2-40B4-BE49-F238E27FC236}">
                    <a16:creationId xmlns:a16="http://schemas.microsoft.com/office/drawing/2014/main" id="{1A6521D0-26E2-A98B-9D14-DF74410809B4}"/>
                  </a:ext>
                </a:extLst>
              </p14:cNvPr>
              <p14:cNvContentPartPr/>
              <p14:nvPr/>
            </p14:nvContentPartPr>
            <p14:xfrm>
              <a:off x="8388510" y="1349490"/>
              <a:ext cx="140760" cy="213480"/>
            </p14:xfrm>
          </p:contentPart>
        </mc:Choice>
        <mc:Fallback>
          <p:pic>
            <p:nvPicPr>
              <p:cNvPr id="72" name="Ink 71">
                <a:extLst>
                  <a:ext uri="{FF2B5EF4-FFF2-40B4-BE49-F238E27FC236}">
                    <a16:creationId xmlns:a16="http://schemas.microsoft.com/office/drawing/2014/main" id="{1A6521D0-26E2-A98B-9D14-DF74410809B4}"/>
                  </a:ext>
                </a:extLst>
              </p:cNvPr>
              <p:cNvPicPr/>
              <p:nvPr/>
            </p:nvPicPr>
            <p:blipFill>
              <a:blip r:embed="rId108"/>
              <a:stretch>
                <a:fillRect/>
              </a:stretch>
            </p:blipFill>
            <p:spPr>
              <a:xfrm>
                <a:off x="8379870" y="1340850"/>
                <a:ext cx="158400" cy="231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9">
            <p14:nvContentPartPr>
              <p14:cNvPr id="73" name="Ink 72">
                <a:extLst>
                  <a:ext uri="{FF2B5EF4-FFF2-40B4-BE49-F238E27FC236}">
                    <a16:creationId xmlns:a16="http://schemas.microsoft.com/office/drawing/2014/main" id="{8075C417-1867-A473-9B82-F17F732C3815}"/>
                  </a:ext>
                </a:extLst>
              </p14:cNvPr>
              <p14:cNvContentPartPr/>
              <p14:nvPr/>
            </p14:nvContentPartPr>
            <p14:xfrm>
              <a:off x="8419110" y="1822170"/>
              <a:ext cx="15480" cy="157320"/>
            </p14:xfrm>
          </p:contentPart>
        </mc:Choice>
        <mc:Fallback>
          <p:pic>
            <p:nvPicPr>
              <p:cNvPr id="73" name="Ink 72">
                <a:extLst>
                  <a:ext uri="{FF2B5EF4-FFF2-40B4-BE49-F238E27FC236}">
                    <a16:creationId xmlns:a16="http://schemas.microsoft.com/office/drawing/2014/main" id="{8075C417-1867-A473-9B82-F17F732C3815}"/>
                  </a:ext>
                </a:extLst>
              </p:cNvPr>
              <p:cNvPicPr/>
              <p:nvPr/>
            </p:nvPicPr>
            <p:blipFill>
              <a:blip r:embed="rId110"/>
              <a:stretch>
                <a:fillRect/>
              </a:stretch>
            </p:blipFill>
            <p:spPr>
              <a:xfrm>
                <a:off x="8410470" y="1813530"/>
                <a:ext cx="33120" cy="174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1">
            <p14:nvContentPartPr>
              <p14:cNvPr id="74" name="Ink 73">
                <a:extLst>
                  <a:ext uri="{FF2B5EF4-FFF2-40B4-BE49-F238E27FC236}">
                    <a16:creationId xmlns:a16="http://schemas.microsoft.com/office/drawing/2014/main" id="{432FC10C-C87E-1604-0EC7-5D7CBF42776E}"/>
                  </a:ext>
                </a:extLst>
              </p14:cNvPr>
              <p14:cNvContentPartPr/>
              <p14:nvPr/>
            </p14:nvContentPartPr>
            <p14:xfrm>
              <a:off x="8385630" y="2222850"/>
              <a:ext cx="123120" cy="232200"/>
            </p14:xfrm>
          </p:contentPart>
        </mc:Choice>
        <mc:Fallback>
          <p:pic>
            <p:nvPicPr>
              <p:cNvPr id="74" name="Ink 73">
                <a:extLst>
                  <a:ext uri="{FF2B5EF4-FFF2-40B4-BE49-F238E27FC236}">
                    <a16:creationId xmlns:a16="http://schemas.microsoft.com/office/drawing/2014/main" id="{432FC10C-C87E-1604-0EC7-5D7CBF42776E}"/>
                  </a:ext>
                </a:extLst>
              </p:cNvPr>
              <p:cNvPicPr/>
              <p:nvPr/>
            </p:nvPicPr>
            <p:blipFill>
              <a:blip r:embed="rId112"/>
              <a:stretch>
                <a:fillRect/>
              </a:stretch>
            </p:blipFill>
            <p:spPr>
              <a:xfrm>
                <a:off x="8376630" y="2214210"/>
                <a:ext cx="140760" cy="249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3">
            <p14:nvContentPartPr>
              <p14:cNvPr id="75" name="Ink 74">
                <a:extLst>
                  <a:ext uri="{FF2B5EF4-FFF2-40B4-BE49-F238E27FC236}">
                    <a16:creationId xmlns:a16="http://schemas.microsoft.com/office/drawing/2014/main" id="{A7573AF8-489A-4664-7556-CAA626973A88}"/>
                  </a:ext>
                </a:extLst>
              </p14:cNvPr>
              <p14:cNvContentPartPr/>
              <p14:nvPr/>
            </p14:nvContentPartPr>
            <p14:xfrm>
              <a:off x="8437110" y="2641890"/>
              <a:ext cx="4320" cy="166320"/>
            </p14:xfrm>
          </p:contentPart>
        </mc:Choice>
        <mc:Fallback>
          <p:pic>
            <p:nvPicPr>
              <p:cNvPr id="75" name="Ink 74">
                <a:extLst>
                  <a:ext uri="{FF2B5EF4-FFF2-40B4-BE49-F238E27FC236}">
                    <a16:creationId xmlns:a16="http://schemas.microsoft.com/office/drawing/2014/main" id="{A7573AF8-489A-4664-7556-CAA626973A88}"/>
                  </a:ext>
                </a:extLst>
              </p:cNvPr>
              <p:cNvPicPr/>
              <p:nvPr/>
            </p:nvPicPr>
            <p:blipFill>
              <a:blip r:embed="rId114"/>
              <a:stretch>
                <a:fillRect/>
              </a:stretch>
            </p:blipFill>
            <p:spPr>
              <a:xfrm>
                <a:off x="8428470" y="2632890"/>
                <a:ext cx="21960" cy="183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5">
            <p14:nvContentPartPr>
              <p14:cNvPr id="76" name="Ink 75">
                <a:extLst>
                  <a:ext uri="{FF2B5EF4-FFF2-40B4-BE49-F238E27FC236}">
                    <a16:creationId xmlns:a16="http://schemas.microsoft.com/office/drawing/2014/main" id="{ECABB3FE-C125-84DD-ACC2-8498AB10789F}"/>
                  </a:ext>
                </a:extLst>
              </p14:cNvPr>
              <p14:cNvContentPartPr/>
              <p14:nvPr/>
            </p14:nvContentPartPr>
            <p14:xfrm>
              <a:off x="8371230" y="2981730"/>
              <a:ext cx="152280" cy="241920"/>
            </p14:xfrm>
          </p:contentPart>
        </mc:Choice>
        <mc:Fallback>
          <p:pic>
            <p:nvPicPr>
              <p:cNvPr id="76" name="Ink 75">
                <a:extLst>
                  <a:ext uri="{FF2B5EF4-FFF2-40B4-BE49-F238E27FC236}">
                    <a16:creationId xmlns:a16="http://schemas.microsoft.com/office/drawing/2014/main" id="{ECABB3FE-C125-84DD-ACC2-8498AB10789F}"/>
                  </a:ext>
                </a:extLst>
              </p:cNvPr>
              <p:cNvPicPr/>
              <p:nvPr/>
            </p:nvPicPr>
            <p:blipFill>
              <a:blip r:embed="rId116"/>
              <a:stretch>
                <a:fillRect/>
              </a:stretch>
            </p:blipFill>
            <p:spPr>
              <a:xfrm>
                <a:off x="8362230" y="2972730"/>
                <a:ext cx="169920" cy="259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7">
            <p14:nvContentPartPr>
              <p14:cNvPr id="77" name="Ink 76">
                <a:extLst>
                  <a:ext uri="{FF2B5EF4-FFF2-40B4-BE49-F238E27FC236}">
                    <a16:creationId xmlns:a16="http://schemas.microsoft.com/office/drawing/2014/main" id="{895804FC-BF8A-A2EE-6306-039AF9038CDE}"/>
                  </a:ext>
                </a:extLst>
              </p14:cNvPr>
              <p14:cNvContentPartPr/>
              <p14:nvPr/>
            </p14:nvContentPartPr>
            <p14:xfrm>
              <a:off x="8402550" y="3418410"/>
              <a:ext cx="6480" cy="172440"/>
            </p14:xfrm>
          </p:contentPart>
        </mc:Choice>
        <mc:Fallback>
          <p:pic>
            <p:nvPicPr>
              <p:cNvPr id="77" name="Ink 76">
                <a:extLst>
                  <a:ext uri="{FF2B5EF4-FFF2-40B4-BE49-F238E27FC236}">
                    <a16:creationId xmlns:a16="http://schemas.microsoft.com/office/drawing/2014/main" id="{895804FC-BF8A-A2EE-6306-039AF9038CDE}"/>
                  </a:ext>
                </a:extLst>
              </p:cNvPr>
              <p:cNvPicPr/>
              <p:nvPr/>
            </p:nvPicPr>
            <p:blipFill>
              <a:blip r:embed="rId118"/>
              <a:stretch>
                <a:fillRect/>
              </a:stretch>
            </p:blipFill>
            <p:spPr>
              <a:xfrm>
                <a:off x="8393550" y="3409410"/>
                <a:ext cx="24120" cy="190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9">
            <p14:nvContentPartPr>
              <p14:cNvPr id="78" name="Ink 77">
                <a:extLst>
                  <a:ext uri="{FF2B5EF4-FFF2-40B4-BE49-F238E27FC236}">
                    <a16:creationId xmlns:a16="http://schemas.microsoft.com/office/drawing/2014/main" id="{FAC596B3-7938-3BD9-B464-9C2A602A83CB}"/>
                  </a:ext>
                </a:extLst>
              </p14:cNvPr>
              <p14:cNvContentPartPr/>
              <p14:nvPr/>
            </p14:nvContentPartPr>
            <p14:xfrm>
              <a:off x="8358270" y="3755010"/>
              <a:ext cx="176040" cy="259920"/>
            </p14:xfrm>
          </p:contentPart>
        </mc:Choice>
        <mc:Fallback>
          <p:pic>
            <p:nvPicPr>
              <p:cNvPr id="78" name="Ink 77">
                <a:extLst>
                  <a:ext uri="{FF2B5EF4-FFF2-40B4-BE49-F238E27FC236}">
                    <a16:creationId xmlns:a16="http://schemas.microsoft.com/office/drawing/2014/main" id="{FAC596B3-7938-3BD9-B464-9C2A602A83CB}"/>
                  </a:ext>
                </a:extLst>
              </p:cNvPr>
              <p:cNvPicPr/>
              <p:nvPr/>
            </p:nvPicPr>
            <p:blipFill>
              <a:blip r:embed="rId120"/>
              <a:stretch>
                <a:fillRect/>
              </a:stretch>
            </p:blipFill>
            <p:spPr>
              <a:xfrm>
                <a:off x="8349270" y="3746370"/>
                <a:ext cx="193680" cy="277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1">
            <p14:nvContentPartPr>
              <p14:cNvPr id="79" name="Ink 78">
                <a:extLst>
                  <a:ext uri="{FF2B5EF4-FFF2-40B4-BE49-F238E27FC236}">
                    <a16:creationId xmlns:a16="http://schemas.microsoft.com/office/drawing/2014/main" id="{C7FF3141-27F3-7631-6073-FEB931C74B20}"/>
                  </a:ext>
                </a:extLst>
              </p14:cNvPr>
              <p14:cNvContentPartPr/>
              <p14:nvPr/>
            </p14:nvContentPartPr>
            <p14:xfrm>
              <a:off x="8395350" y="4247850"/>
              <a:ext cx="6480" cy="142200"/>
            </p14:xfrm>
          </p:contentPart>
        </mc:Choice>
        <mc:Fallback>
          <p:pic>
            <p:nvPicPr>
              <p:cNvPr id="79" name="Ink 78">
                <a:extLst>
                  <a:ext uri="{FF2B5EF4-FFF2-40B4-BE49-F238E27FC236}">
                    <a16:creationId xmlns:a16="http://schemas.microsoft.com/office/drawing/2014/main" id="{C7FF3141-27F3-7631-6073-FEB931C74B20}"/>
                  </a:ext>
                </a:extLst>
              </p:cNvPr>
              <p:cNvPicPr/>
              <p:nvPr/>
            </p:nvPicPr>
            <p:blipFill>
              <a:blip r:embed="rId122"/>
              <a:stretch>
                <a:fillRect/>
              </a:stretch>
            </p:blipFill>
            <p:spPr>
              <a:xfrm>
                <a:off x="8386350" y="4238850"/>
                <a:ext cx="24120" cy="159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3">
            <p14:nvContentPartPr>
              <p14:cNvPr id="80" name="Ink 79">
                <a:extLst>
                  <a:ext uri="{FF2B5EF4-FFF2-40B4-BE49-F238E27FC236}">
                    <a16:creationId xmlns:a16="http://schemas.microsoft.com/office/drawing/2014/main" id="{666F6939-D1C0-E338-B9DE-047D3BB585D8}"/>
                  </a:ext>
                </a:extLst>
              </p14:cNvPr>
              <p14:cNvContentPartPr/>
              <p14:nvPr/>
            </p14:nvContentPartPr>
            <p14:xfrm>
              <a:off x="8359350" y="4585890"/>
              <a:ext cx="155880" cy="214560"/>
            </p14:xfrm>
          </p:contentPart>
        </mc:Choice>
        <mc:Fallback>
          <p:pic>
            <p:nvPicPr>
              <p:cNvPr id="80" name="Ink 79">
                <a:extLst>
                  <a:ext uri="{FF2B5EF4-FFF2-40B4-BE49-F238E27FC236}">
                    <a16:creationId xmlns:a16="http://schemas.microsoft.com/office/drawing/2014/main" id="{666F6939-D1C0-E338-B9DE-047D3BB585D8}"/>
                  </a:ext>
                </a:extLst>
              </p:cNvPr>
              <p:cNvPicPr/>
              <p:nvPr/>
            </p:nvPicPr>
            <p:blipFill>
              <a:blip r:embed="rId124"/>
              <a:stretch>
                <a:fillRect/>
              </a:stretch>
            </p:blipFill>
            <p:spPr>
              <a:xfrm>
                <a:off x="8350350" y="4577250"/>
                <a:ext cx="173520" cy="232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5">
            <p14:nvContentPartPr>
              <p14:cNvPr id="81" name="Ink 80">
                <a:extLst>
                  <a:ext uri="{FF2B5EF4-FFF2-40B4-BE49-F238E27FC236}">
                    <a16:creationId xmlns:a16="http://schemas.microsoft.com/office/drawing/2014/main" id="{B19E1BBC-9347-AA1E-EE0D-9EC11173E1EF}"/>
                  </a:ext>
                </a:extLst>
              </p14:cNvPr>
              <p14:cNvContentPartPr/>
              <p14:nvPr/>
            </p14:nvContentPartPr>
            <p14:xfrm>
              <a:off x="8400030" y="5017530"/>
              <a:ext cx="1440" cy="153000"/>
            </p14:xfrm>
          </p:contentPart>
        </mc:Choice>
        <mc:Fallback>
          <p:pic>
            <p:nvPicPr>
              <p:cNvPr id="81" name="Ink 80">
                <a:extLst>
                  <a:ext uri="{FF2B5EF4-FFF2-40B4-BE49-F238E27FC236}">
                    <a16:creationId xmlns:a16="http://schemas.microsoft.com/office/drawing/2014/main" id="{B19E1BBC-9347-AA1E-EE0D-9EC11173E1EF}"/>
                  </a:ext>
                </a:extLst>
              </p:cNvPr>
              <p:cNvPicPr/>
              <p:nvPr/>
            </p:nvPicPr>
            <p:blipFill>
              <a:blip r:embed="rId126"/>
              <a:stretch>
                <a:fillRect/>
              </a:stretch>
            </p:blipFill>
            <p:spPr>
              <a:xfrm>
                <a:off x="8391030" y="5008530"/>
                <a:ext cx="19080" cy="170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7">
            <p14:nvContentPartPr>
              <p14:cNvPr id="82" name="Ink 81">
                <a:extLst>
                  <a:ext uri="{FF2B5EF4-FFF2-40B4-BE49-F238E27FC236}">
                    <a16:creationId xmlns:a16="http://schemas.microsoft.com/office/drawing/2014/main" id="{32981CF5-A503-88E9-1B90-E5E48C74D00C}"/>
                  </a:ext>
                </a:extLst>
              </p14:cNvPr>
              <p14:cNvContentPartPr/>
              <p14:nvPr/>
            </p14:nvContentPartPr>
            <p14:xfrm>
              <a:off x="8340990" y="5382930"/>
              <a:ext cx="155520" cy="218880"/>
            </p14:xfrm>
          </p:contentPart>
        </mc:Choice>
        <mc:Fallback>
          <p:pic>
            <p:nvPicPr>
              <p:cNvPr id="82" name="Ink 81">
                <a:extLst>
                  <a:ext uri="{FF2B5EF4-FFF2-40B4-BE49-F238E27FC236}">
                    <a16:creationId xmlns:a16="http://schemas.microsoft.com/office/drawing/2014/main" id="{32981CF5-A503-88E9-1B90-E5E48C74D00C}"/>
                  </a:ext>
                </a:extLst>
              </p:cNvPr>
              <p:cNvPicPr/>
              <p:nvPr/>
            </p:nvPicPr>
            <p:blipFill>
              <a:blip r:embed="rId128"/>
              <a:stretch>
                <a:fillRect/>
              </a:stretch>
            </p:blipFill>
            <p:spPr>
              <a:xfrm>
                <a:off x="8332350" y="5374290"/>
                <a:ext cx="173160" cy="236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9">
            <p14:nvContentPartPr>
              <p14:cNvPr id="83" name="Ink 82">
                <a:extLst>
                  <a:ext uri="{FF2B5EF4-FFF2-40B4-BE49-F238E27FC236}">
                    <a16:creationId xmlns:a16="http://schemas.microsoft.com/office/drawing/2014/main" id="{34E21DF4-B1E6-7288-F47B-DEE66FFB1EE8}"/>
                  </a:ext>
                </a:extLst>
              </p14:cNvPr>
              <p14:cNvContentPartPr/>
              <p14:nvPr/>
            </p14:nvContentPartPr>
            <p14:xfrm>
              <a:off x="8397510" y="5785050"/>
              <a:ext cx="5040" cy="189720"/>
            </p14:xfrm>
          </p:contentPart>
        </mc:Choice>
        <mc:Fallback>
          <p:pic>
            <p:nvPicPr>
              <p:cNvPr id="83" name="Ink 82">
                <a:extLst>
                  <a:ext uri="{FF2B5EF4-FFF2-40B4-BE49-F238E27FC236}">
                    <a16:creationId xmlns:a16="http://schemas.microsoft.com/office/drawing/2014/main" id="{34E21DF4-B1E6-7288-F47B-DEE66FFB1EE8}"/>
                  </a:ext>
                </a:extLst>
              </p:cNvPr>
              <p:cNvPicPr/>
              <p:nvPr/>
            </p:nvPicPr>
            <p:blipFill>
              <a:blip r:embed="rId130"/>
              <a:stretch>
                <a:fillRect/>
              </a:stretch>
            </p:blipFill>
            <p:spPr>
              <a:xfrm>
                <a:off x="8388870" y="5776410"/>
                <a:ext cx="22680" cy="207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1">
            <p14:nvContentPartPr>
              <p14:cNvPr id="84" name="Ink 83">
                <a:extLst>
                  <a:ext uri="{FF2B5EF4-FFF2-40B4-BE49-F238E27FC236}">
                    <a16:creationId xmlns:a16="http://schemas.microsoft.com/office/drawing/2014/main" id="{C7DBAB14-FF6A-F656-727E-511242B7C2C6}"/>
                  </a:ext>
                </a:extLst>
              </p14:cNvPr>
              <p14:cNvContentPartPr/>
              <p14:nvPr/>
            </p14:nvContentPartPr>
            <p14:xfrm>
              <a:off x="8344590" y="6194010"/>
              <a:ext cx="142560" cy="208440"/>
            </p14:xfrm>
          </p:contentPart>
        </mc:Choice>
        <mc:Fallback>
          <p:pic>
            <p:nvPicPr>
              <p:cNvPr id="84" name="Ink 83">
                <a:extLst>
                  <a:ext uri="{FF2B5EF4-FFF2-40B4-BE49-F238E27FC236}">
                    <a16:creationId xmlns:a16="http://schemas.microsoft.com/office/drawing/2014/main" id="{C7DBAB14-FF6A-F656-727E-511242B7C2C6}"/>
                  </a:ext>
                </a:extLst>
              </p:cNvPr>
              <p:cNvPicPr/>
              <p:nvPr/>
            </p:nvPicPr>
            <p:blipFill>
              <a:blip r:embed="rId132"/>
              <a:stretch>
                <a:fillRect/>
              </a:stretch>
            </p:blipFill>
            <p:spPr>
              <a:xfrm>
                <a:off x="8335590" y="6185010"/>
                <a:ext cx="160200" cy="226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3">
            <p14:nvContentPartPr>
              <p14:cNvPr id="85" name="Ink 84">
                <a:extLst>
                  <a:ext uri="{FF2B5EF4-FFF2-40B4-BE49-F238E27FC236}">
                    <a16:creationId xmlns:a16="http://schemas.microsoft.com/office/drawing/2014/main" id="{4F9BBCC8-CB8D-6F74-C33E-CE1E4A574A46}"/>
                  </a:ext>
                </a:extLst>
              </p14:cNvPr>
              <p14:cNvContentPartPr/>
              <p14:nvPr/>
            </p14:nvContentPartPr>
            <p14:xfrm>
              <a:off x="8416950" y="6632850"/>
              <a:ext cx="13680" cy="195120"/>
            </p14:xfrm>
          </p:contentPart>
        </mc:Choice>
        <mc:Fallback>
          <p:pic>
            <p:nvPicPr>
              <p:cNvPr id="85" name="Ink 84">
                <a:extLst>
                  <a:ext uri="{FF2B5EF4-FFF2-40B4-BE49-F238E27FC236}">
                    <a16:creationId xmlns:a16="http://schemas.microsoft.com/office/drawing/2014/main" id="{4F9BBCC8-CB8D-6F74-C33E-CE1E4A574A46}"/>
                  </a:ext>
                </a:extLst>
              </p:cNvPr>
              <p:cNvPicPr/>
              <p:nvPr/>
            </p:nvPicPr>
            <p:blipFill>
              <a:blip r:embed="rId134"/>
              <a:stretch>
                <a:fillRect/>
              </a:stretch>
            </p:blipFill>
            <p:spPr>
              <a:xfrm>
                <a:off x="8407950" y="6624210"/>
                <a:ext cx="31320" cy="212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5">
            <p14:nvContentPartPr>
              <p14:cNvPr id="86" name="Ink 85">
                <a:extLst>
                  <a:ext uri="{FF2B5EF4-FFF2-40B4-BE49-F238E27FC236}">
                    <a16:creationId xmlns:a16="http://schemas.microsoft.com/office/drawing/2014/main" id="{E238D41C-1335-68B4-EF46-51E4F3263829}"/>
                  </a:ext>
                </a:extLst>
              </p14:cNvPr>
              <p14:cNvContentPartPr/>
              <p14:nvPr/>
            </p14:nvContentPartPr>
            <p14:xfrm>
              <a:off x="7956870" y="563250"/>
              <a:ext cx="110160" cy="210240"/>
            </p14:xfrm>
          </p:contentPart>
        </mc:Choice>
        <mc:Fallback>
          <p:pic>
            <p:nvPicPr>
              <p:cNvPr id="86" name="Ink 85">
                <a:extLst>
                  <a:ext uri="{FF2B5EF4-FFF2-40B4-BE49-F238E27FC236}">
                    <a16:creationId xmlns:a16="http://schemas.microsoft.com/office/drawing/2014/main" id="{E238D41C-1335-68B4-EF46-51E4F3263829}"/>
                  </a:ext>
                </a:extLst>
              </p:cNvPr>
              <p:cNvPicPr/>
              <p:nvPr/>
            </p:nvPicPr>
            <p:blipFill>
              <a:blip r:embed="rId136"/>
              <a:stretch>
                <a:fillRect/>
              </a:stretch>
            </p:blipFill>
            <p:spPr>
              <a:xfrm>
                <a:off x="7948230" y="554250"/>
                <a:ext cx="127800" cy="227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7">
            <p14:nvContentPartPr>
              <p14:cNvPr id="87" name="Ink 86">
                <a:extLst>
                  <a:ext uri="{FF2B5EF4-FFF2-40B4-BE49-F238E27FC236}">
                    <a16:creationId xmlns:a16="http://schemas.microsoft.com/office/drawing/2014/main" id="{1E606E27-E397-8A2B-3D7B-031473D32246}"/>
                  </a:ext>
                </a:extLst>
              </p14:cNvPr>
              <p14:cNvContentPartPr/>
              <p14:nvPr/>
            </p14:nvContentPartPr>
            <p14:xfrm>
              <a:off x="7982430" y="998130"/>
              <a:ext cx="124560" cy="195840"/>
            </p14:xfrm>
          </p:contentPart>
        </mc:Choice>
        <mc:Fallback>
          <p:pic>
            <p:nvPicPr>
              <p:cNvPr id="87" name="Ink 86">
                <a:extLst>
                  <a:ext uri="{FF2B5EF4-FFF2-40B4-BE49-F238E27FC236}">
                    <a16:creationId xmlns:a16="http://schemas.microsoft.com/office/drawing/2014/main" id="{1E606E27-E397-8A2B-3D7B-031473D32246}"/>
                  </a:ext>
                </a:extLst>
              </p:cNvPr>
              <p:cNvPicPr/>
              <p:nvPr/>
            </p:nvPicPr>
            <p:blipFill>
              <a:blip r:embed="rId138"/>
              <a:stretch>
                <a:fillRect/>
              </a:stretch>
            </p:blipFill>
            <p:spPr>
              <a:xfrm>
                <a:off x="7973790" y="989490"/>
                <a:ext cx="142200" cy="213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9">
            <p14:nvContentPartPr>
              <p14:cNvPr id="88" name="Ink 87">
                <a:extLst>
                  <a:ext uri="{FF2B5EF4-FFF2-40B4-BE49-F238E27FC236}">
                    <a16:creationId xmlns:a16="http://schemas.microsoft.com/office/drawing/2014/main" id="{1B3C3BD0-23F6-636C-15B5-8E1EE9B8C457}"/>
                  </a:ext>
                </a:extLst>
              </p14:cNvPr>
              <p14:cNvContentPartPr/>
              <p14:nvPr/>
            </p14:nvContentPartPr>
            <p14:xfrm>
              <a:off x="8000430" y="1495290"/>
              <a:ext cx="8640" cy="157320"/>
            </p14:xfrm>
          </p:contentPart>
        </mc:Choice>
        <mc:Fallback>
          <p:pic>
            <p:nvPicPr>
              <p:cNvPr id="88" name="Ink 87">
                <a:extLst>
                  <a:ext uri="{FF2B5EF4-FFF2-40B4-BE49-F238E27FC236}">
                    <a16:creationId xmlns:a16="http://schemas.microsoft.com/office/drawing/2014/main" id="{1B3C3BD0-23F6-636C-15B5-8E1EE9B8C457}"/>
                  </a:ext>
                </a:extLst>
              </p:cNvPr>
              <p:cNvPicPr/>
              <p:nvPr/>
            </p:nvPicPr>
            <p:blipFill>
              <a:blip r:embed="rId140"/>
              <a:stretch>
                <a:fillRect/>
              </a:stretch>
            </p:blipFill>
            <p:spPr>
              <a:xfrm>
                <a:off x="7991790" y="1486650"/>
                <a:ext cx="26280" cy="174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1">
            <p14:nvContentPartPr>
              <p14:cNvPr id="89" name="Ink 88">
                <a:extLst>
                  <a:ext uri="{FF2B5EF4-FFF2-40B4-BE49-F238E27FC236}">
                    <a16:creationId xmlns:a16="http://schemas.microsoft.com/office/drawing/2014/main" id="{FE38D06E-7920-8BF4-A146-FE774A12A32A}"/>
                  </a:ext>
                </a:extLst>
              </p14:cNvPr>
              <p14:cNvContentPartPr/>
              <p14:nvPr/>
            </p14:nvContentPartPr>
            <p14:xfrm>
              <a:off x="7969110" y="1786530"/>
              <a:ext cx="18360" cy="186480"/>
            </p14:xfrm>
          </p:contentPart>
        </mc:Choice>
        <mc:Fallback>
          <p:pic>
            <p:nvPicPr>
              <p:cNvPr id="89" name="Ink 88">
                <a:extLst>
                  <a:ext uri="{FF2B5EF4-FFF2-40B4-BE49-F238E27FC236}">
                    <a16:creationId xmlns:a16="http://schemas.microsoft.com/office/drawing/2014/main" id="{FE38D06E-7920-8BF4-A146-FE774A12A32A}"/>
                  </a:ext>
                </a:extLst>
              </p:cNvPr>
              <p:cNvPicPr/>
              <p:nvPr/>
            </p:nvPicPr>
            <p:blipFill>
              <a:blip r:embed="rId142"/>
              <a:stretch>
                <a:fillRect/>
              </a:stretch>
            </p:blipFill>
            <p:spPr>
              <a:xfrm>
                <a:off x="7960470" y="1777890"/>
                <a:ext cx="36000" cy="204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3">
            <p14:nvContentPartPr>
              <p14:cNvPr id="90" name="Ink 89">
                <a:extLst>
                  <a:ext uri="{FF2B5EF4-FFF2-40B4-BE49-F238E27FC236}">
                    <a16:creationId xmlns:a16="http://schemas.microsoft.com/office/drawing/2014/main" id="{49E9CD53-1AD9-D85F-AE76-411BBDEF4AC2}"/>
                  </a:ext>
                </a:extLst>
              </p14:cNvPr>
              <p14:cNvContentPartPr/>
              <p14:nvPr/>
            </p14:nvContentPartPr>
            <p14:xfrm>
              <a:off x="7932750" y="2169930"/>
              <a:ext cx="102240" cy="193680"/>
            </p14:xfrm>
          </p:contentPart>
        </mc:Choice>
        <mc:Fallback>
          <p:pic>
            <p:nvPicPr>
              <p:cNvPr id="90" name="Ink 89">
                <a:extLst>
                  <a:ext uri="{FF2B5EF4-FFF2-40B4-BE49-F238E27FC236}">
                    <a16:creationId xmlns:a16="http://schemas.microsoft.com/office/drawing/2014/main" id="{49E9CD53-1AD9-D85F-AE76-411BBDEF4AC2}"/>
                  </a:ext>
                </a:extLst>
              </p:cNvPr>
              <p:cNvPicPr/>
              <p:nvPr/>
            </p:nvPicPr>
            <p:blipFill>
              <a:blip r:embed="rId144"/>
              <a:stretch>
                <a:fillRect/>
              </a:stretch>
            </p:blipFill>
            <p:spPr>
              <a:xfrm>
                <a:off x="7924110" y="2160930"/>
                <a:ext cx="119880" cy="211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5">
            <p14:nvContentPartPr>
              <p14:cNvPr id="91" name="Ink 90">
                <a:extLst>
                  <a:ext uri="{FF2B5EF4-FFF2-40B4-BE49-F238E27FC236}">
                    <a16:creationId xmlns:a16="http://schemas.microsoft.com/office/drawing/2014/main" id="{3576E20C-E7CF-679E-83D7-C5C162CB1738}"/>
                  </a:ext>
                </a:extLst>
              </p14:cNvPr>
              <p14:cNvContentPartPr/>
              <p14:nvPr/>
            </p14:nvContentPartPr>
            <p14:xfrm>
              <a:off x="7972710" y="2553690"/>
              <a:ext cx="115920" cy="213480"/>
            </p14:xfrm>
          </p:contentPart>
        </mc:Choice>
        <mc:Fallback>
          <p:pic>
            <p:nvPicPr>
              <p:cNvPr id="91" name="Ink 90">
                <a:extLst>
                  <a:ext uri="{FF2B5EF4-FFF2-40B4-BE49-F238E27FC236}">
                    <a16:creationId xmlns:a16="http://schemas.microsoft.com/office/drawing/2014/main" id="{3576E20C-E7CF-679E-83D7-C5C162CB1738}"/>
                  </a:ext>
                </a:extLst>
              </p:cNvPr>
              <p:cNvPicPr/>
              <p:nvPr/>
            </p:nvPicPr>
            <p:blipFill>
              <a:blip r:embed="rId146"/>
              <a:stretch>
                <a:fillRect/>
              </a:stretch>
            </p:blipFill>
            <p:spPr>
              <a:xfrm>
                <a:off x="7963710" y="2545050"/>
                <a:ext cx="133560" cy="231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7">
            <p14:nvContentPartPr>
              <p14:cNvPr id="92" name="Ink 91">
                <a:extLst>
                  <a:ext uri="{FF2B5EF4-FFF2-40B4-BE49-F238E27FC236}">
                    <a16:creationId xmlns:a16="http://schemas.microsoft.com/office/drawing/2014/main" id="{E0ED98BB-5FB4-3180-4E20-AB77902C77DD}"/>
                  </a:ext>
                </a:extLst>
              </p14:cNvPr>
              <p14:cNvContentPartPr/>
              <p14:nvPr/>
            </p14:nvContentPartPr>
            <p14:xfrm>
              <a:off x="7982430" y="2965890"/>
              <a:ext cx="1440" cy="164880"/>
            </p14:xfrm>
          </p:contentPart>
        </mc:Choice>
        <mc:Fallback>
          <p:pic>
            <p:nvPicPr>
              <p:cNvPr id="92" name="Ink 91">
                <a:extLst>
                  <a:ext uri="{FF2B5EF4-FFF2-40B4-BE49-F238E27FC236}">
                    <a16:creationId xmlns:a16="http://schemas.microsoft.com/office/drawing/2014/main" id="{E0ED98BB-5FB4-3180-4E20-AB77902C77DD}"/>
                  </a:ext>
                </a:extLst>
              </p:cNvPr>
              <p:cNvPicPr/>
              <p:nvPr/>
            </p:nvPicPr>
            <p:blipFill>
              <a:blip r:embed="rId148"/>
              <a:stretch>
                <a:fillRect/>
              </a:stretch>
            </p:blipFill>
            <p:spPr>
              <a:xfrm>
                <a:off x="7973790" y="2956890"/>
                <a:ext cx="19080" cy="182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9">
            <p14:nvContentPartPr>
              <p14:cNvPr id="93" name="Ink 92">
                <a:extLst>
                  <a:ext uri="{FF2B5EF4-FFF2-40B4-BE49-F238E27FC236}">
                    <a16:creationId xmlns:a16="http://schemas.microsoft.com/office/drawing/2014/main" id="{70EB0745-39A0-3A5C-0B03-5533FFA9402F}"/>
                  </a:ext>
                </a:extLst>
              </p14:cNvPr>
              <p14:cNvContentPartPr/>
              <p14:nvPr/>
            </p14:nvContentPartPr>
            <p14:xfrm>
              <a:off x="7984950" y="3367290"/>
              <a:ext cx="18360" cy="197640"/>
            </p14:xfrm>
          </p:contentPart>
        </mc:Choice>
        <mc:Fallback>
          <p:pic>
            <p:nvPicPr>
              <p:cNvPr id="93" name="Ink 92">
                <a:extLst>
                  <a:ext uri="{FF2B5EF4-FFF2-40B4-BE49-F238E27FC236}">
                    <a16:creationId xmlns:a16="http://schemas.microsoft.com/office/drawing/2014/main" id="{70EB0745-39A0-3A5C-0B03-5533FFA9402F}"/>
                  </a:ext>
                </a:extLst>
              </p:cNvPr>
              <p:cNvPicPr/>
              <p:nvPr/>
            </p:nvPicPr>
            <p:blipFill>
              <a:blip r:embed="rId150"/>
              <a:stretch>
                <a:fillRect/>
              </a:stretch>
            </p:blipFill>
            <p:spPr>
              <a:xfrm>
                <a:off x="7975950" y="3358650"/>
                <a:ext cx="36000" cy="215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1">
            <p14:nvContentPartPr>
              <p14:cNvPr id="94" name="Ink 93">
                <a:extLst>
                  <a:ext uri="{FF2B5EF4-FFF2-40B4-BE49-F238E27FC236}">
                    <a16:creationId xmlns:a16="http://schemas.microsoft.com/office/drawing/2014/main" id="{92268B40-6757-197B-4A8C-7130A704B7FB}"/>
                  </a:ext>
                </a:extLst>
              </p14:cNvPr>
              <p14:cNvContentPartPr/>
              <p14:nvPr/>
            </p14:nvContentPartPr>
            <p14:xfrm>
              <a:off x="7982070" y="3686970"/>
              <a:ext cx="147600" cy="236880"/>
            </p14:xfrm>
          </p:contentPart>
        </mc:Choice>
        <mc:Fallback>
          <p:pic>
            <p:nvPicPr>
              <p:cNvPr id="94" name="Ink 93">
                <a:extLst>
                  <a:ext uri="{FF2B5EF4-FFF2-40B4-BE49-F238E27FC236}">
                    <a16:creationId xmlns:a16="http://schemas.microsoft.com/office/drawing/2014/main" id="{92268B40-6757-197B-4A8C-7130A704B7FB}"/>
                  </a:ext>
                </a:extLst>
              </p:cNvPr>
              <p:cNvPicPr/>
              <p:nvPr/>
            </p:nvPicPr>
            <p:blipFill>
              <a:blip r:embed="rId152"/>
              <a:stretch>
                <a:fillRect/>
              </a:stretch>
            </p:blipFill>
            <p:spPr>
              <a:xfrm>
                <a:off x="7973430" y="3677970"/>
                <a:ext cx="165240" cy="254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3">
            <p14:nvContentPartPr>
              <p14:cNvPr id="95" name="Ink 94">
                <a:extLst>
                  <a:ext uri="{FF2B5EF4-FFF2-40B4-BE49-F238E27FC236}">
                    <a16:creationId xmlns:a16="http://schemas.microsoft.com/office/drawing/2014/main" id="{0F26DA23-7DCF-F5E5-B2D5-9ADEACA6ADC1}"/>
                  </a:ext>
                </a:extLst>
              </p14:cNvPr>
              <p14:cNvContentPartPr/>
              <p14:nvPr/>
            </p14:nvContentPartPr>
            <p14:xfrm>
              <a:off x="7961910" y="4217250"/>
              <a:ext cx="110520" cy="206280"/>
            </p14:xfrm>
          </p:contentPart>
        </mc:Choice>
        <mc:Fallback>
          <p:pic>
            <p:nvPicPr>
              <p:cNvPr id="95" name="Ink 94">
                <a:extLst>
                  <a:ext uri="{FF2B5EF4-FFF2-40B4-BE49-F238E27FC236}">
                    <a16:creationId xmlns:a16="http://schemas.microsoft.com/office/drawing/2014/main" id="{0F26DA23-7DCF-F5E5-B2D5-9ADEACA6ADC1}"/>
                  </a:ext>
                </a:extLst>
              </p:cNvPr>
              <p:cNvPicPr/>
              <p:nvPr/>
            </p:nvPicPr>
            <p:blipFill>
              <a:blip r:embed="rId154"/>
              <a:stretch>
                <a:fillRect/>
              </a:stretch>
            </p:blipFill>
            <p:spPr>
              <a:xfrm>
                <a:off x="7953270" y="4208250"/>
                <a:ext cx="128160" cy="223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5">
            <p14:nvContentPartPr>
              <p14:cNvPr id="96" name="Ink 95">
                <a:extLst>
                  <a:ext uri="{FF2B5EF4-FFF2-40B4-BE49-F238E27FC236}">
                    <a16:creationId xmlns:a16="http://schemas.microsoft.com/office/drawing/2014/main" id="{E4A4F6F8-0A65-D075-5AD3-314FCD27F70A}"/>
                  </a:ext>
                </a:extLst>
              </p14:cNvPr>
              <p14:cNvContentPartPr/>
              <p14:nvPr/>
            </p14:nvContentPartPr>
            <p14:xfrm>
              <a:off x="7993230" y="4541250"/>
              <a:ext cx="2880" cy="220320"/>
            </p14:xfrm>
          </p:contentPart>
        </mc:Choice>
        <mc:Fallback>
          <p:pic>
            <p:nvPicPr>
              <p:cNvPr id="96" name="Ink 95">
                <a:extLst>
                  <a:ext uri="{FF2B5EF4-FFF2-40B4-BE49-F238E27FC236}">
                    <a16:creationId xmlns:a16="http://schemas.microsoft.com/office/drawing/2014/main" id="{E4A4F6F8-0A65-D075-5AD3-314FCD27F70A}"/>
                  </a:ext>
                </a:extLst>
              </p:cNvPr>
              <p:cNvPicPr/>
              <p:nvPr/>
            </p:nvPicPr>
            <p:blipFill>
              <a:blip r:embed="rId156"/>
              <a:stretch>
                <a:fillRect/>
              </a:stretch>
            </p:blipFill>
            <p:spPr>
              <a:xfrm>
                <a:off x="7984590" y="4532250"/>
                <a:ext cx="20520" cy="237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7">
            <p14:nvContentPartPr>
              <p14:cNvPr id="97" name="Ink 96">
                <a:extLst>
                  <a:ext uri="{FF2B5EF4-FFF2-40B4-BE49-F238E27FC236}">
                    <a16:creationId xmlns:a16="http://schemas.microsoft.com/office/drawing/2014/main" id="{5C7EA344-49EE-FF30-F695-E9B5BAB00F69}"/>
                  </a:ext>
                </a:extLst>
              </p14:cNvPr>
              <p14:cNvContentPartPr/>
              <p14:nvPr/>
            </p14:nvContentPartPr>
            <p14:xfrm>
              <a:off x="7978830" y="5011050"/>
              <a:ext cx="1440" cy="154080"/>
            </p14:xfrm>
          </p:contentPart>
        </mc:Choice>
        <mc:Fallback>
          <p:pic>
            <p:nvPicPr>
              <p:cNvPr id="97" name="Ink 96">
                <a:extLst>
                  <a:ext uri="{FF2B5EF4-FFF2-40B4-BE49-F238E27FC236}">
                    <a16:creationId xmlns:a16="http://schemas.microsoft.com/office/drawing/2014/main" id="{5C7EA344-49EE-FF30-F695-E9B5BAB00F69}"/>
                  </a:ext>
                </a:extLst>
              </p:cNvPr>
              <p:cNvPicPr/>
              <p:nvPr/>
            </p:nvPicPr>
            <p:blipFill>
              <a:blip r:embed="rId126"/>
              <a:stretch>
                <a:fillRect/>
              </a:stretch>
            </p:blipFill>
            <p:spPr>
              <a:xfrm>
                <a:off x="7970190" y="5002050"/>
                <a:ext cx="19080" cy="171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8">
            <p14:nvContentPartPr>
              <p14:cNvPr id="98" name="Ink 97">
                <a:extLst>
                  <a:ext uri="{FF2B5EF4-FFF2-40B4-BE49-F238E27FC236}">
                    <a16:creationId xmlns:a16="http://schemas.microsoft.com/office/drawing/2014/main" id="{5B2FC8D5-1A81-7C8A-FDD3-9879C66CA591}"/>
                  </a:ext>
                </a:extLst>
              </p14:cNvPr>
              <p14:cNvContentPartPr/>
              <p14:nvPr/>
            </p14:nvContentPartPr>
            <p14:xfrm>
              <a:off x="7921590" y="5381490"/>
              <a:ext cx="125280" cy="207720"/>
            </p14:xfrm>
          </p:contentPart>
        </mc:Choice>
        <mc:Fallback>
          <p:pic>
            <p:nvPicPr>
              <p:cNvPr id="98" name="Ink 97">
                <a:extLst>
                  <a:ext uri="{FF2B5EF4-FFF2-40B4-BE49-F238E27FC236}">
                    <a16:creationId xmlns:a16="http://schemas.microsoft.com/office/drawing/2014/main" id="{5B2FC8D5-1A81-7C8A-FDD3-9879C66CA591}"/>
                  </a:ext>
                </a:extLst>
              </p:cNvPr>
              <p:cNvPicPr/>
              <p:nvPr/>
            </p:nvPicPr>
            <p:blipFill>
              <a:blip r:embed="rId159"/>
              <a:stretch>
                <a:fillRect/>
              </a:stretch>
            </p:blipFill>
            <p:spPr>
              <a:xfrm>
                <a:off x="7912590" y="5372490"/>
                <a:ext cx="142920" cy="225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0">
            <p14:nvContentPartPr>
              <p14:cNvPr id="99" name="Ink 98">
                <a:extLst>
                  <a:ext uri="{FF2B5EF4-FFF2-40B4-BE49-F238E27FC236}">
                    <a16:creationId xmlns:a16="http://schemas.microsoft.com/office/drawing/2014/main" id="{36D0AB2E-F51B-8D78-FEBE-AF9DBD6B5BE6}"/>
                  </a:ext>
                </a:extLst>
              </p14:cNvPr>
              <p14:cNvContentPartPr/>
              <p14:nvPr/>
            </p14:nvContentPartPr>
            <p14:xfrm>
              <a:off x="7956150" y="5774970"/>
              <a:ext cx="99000" cy="184320"/>
            </p14:xfrm>
          </p:contentPart>
        </mc:Choice>
        <mc:Fallback>
          <p:pic>
            <p:nvPicPr>
              <p:cNvPr id="99" name="Ink 98">
                <a:extLst>
                  <a:ext uri="{FF2B5EF4-FFF2-40B4-BE49-F238E27FC236}">
                    <a16:creationId xmlns:a16="http://schemas.microsoft.com/office/drawing/2014/main" id="{36D0AB2E-F51B-8D78-FEBE-AF9DBD6B5BE6}"/>
                  </a:ext>
                </a:extLst>
              </p:cNvPr>
              <p:cNvPicPr/>
              <p:nvPr/>
            </p:nvPicPr>
            <p:blipFill>
              <a:blip r:embed="rId161"/>
              <a:stretch>
                <a:fillRect/>
              </a:stretch>
            </p:blipFill>
            <p:spPr>
              <a:xfrm>
                <a:off x="7947510" y="5765970"/>
                <a:ext cx="116640" cy="201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2">
            <p14:nvContentPartPr>
              <p14:cNvPr id="100" name="Ink 99">
                <a:extLst>
                  <a:ext uri="{FF2B5EF4-FFF2-40B4-BE49-F238E27FC236}">
                    <a16:creationId xmlns:a16="http://schemas.microsoft.com/office/drawing/2014/main" id="{D2D7BF9A-AD99-A61C-AD17-9E42C0A6A3F3}"/>
                  </a:ext>
                </a:extLst>
              </p14:cNvPr>
              <p14:cNvContentPartPr/>
              <p14:nvPr/>
            </p14:nvContentPartPr>
            <p14:xfrm>
              <a:off x="7982430" y="6159810"/>
              <a:ext cx="3960" cy="153000"/>
            </p14:xfrm>
          </p:contentPart>
        </mc:Choice>
        <mc:Fallback>
          <p:pic>
            <p:nvPicPr>
              <p:cNvPr id="100" name="Ink 99">
                <a:extLst>
                  <a:ext uri="{FF2B5EF4-FFF2-40B4-BE49-F238E27FC236}">
                    <a16:creationId xmlns:a16="http://schemas.microsoft.com/office/drawing/2014/main" id="{D2D7BF9A-AD99-A61C-AD17-9E42C0A6A3F3}"/>
                  </a:ext>
                </a:extLst>
              </p:cNvPr>
              <p:cNvPicPr/>
              <p:nvPr/>
            </p:nvPicPr>
            <p:blipFill>
              <a:blip r:embed="rId163"/>
              <a:stretch>
                <a:fillRect/>
              </a:stretch>
            </p:blipFill>
            <p:spPr>
              <a:xfrm>
                <a:off x="7973790" y="6150810"/>
                <a:ext cx="21600" cy="170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4">
            <p14:nvContentPartPr>
              <p14:cNvPr id="101" name="Ink 100">
                <a:extLst>
                  <a:ext uri="{FF2B5EF4-FFF2-40B4-BE49-F238E27FC236}">
                    <a16:creationId xmlns:a16="http://schemas.microsoft.com/office/drawing/2014/main" id="{D08C2B5E-AEBE-894C-7B3E-6D16A2E22AB6}"/>
                  </a:ext>
                </a:extLst>
              </p14:cNvPr>
              <p14:cNvContentPartPr/>
              <p14:nvPr/>
            </p14:nvContentPartPr>
            <p14:xfrm>
              <a:off x="7991070" y="6568050"/>
              <a:ext cx="20880" cy="173880"/>
            </p14:xfrm>
          </p:contentPart>
        </mc:Choice>
        <mc:Fallback>
          <p:pic>
            <p:nvPicPr>
              <p:cNvPr id="101" name="Ink 100">
                <a:extLst>
                  <a:ext uri="{FF2B5EF4-FFF2-40B4-BE49-F238E27FC236}">
                    <a16:creationId xmlns:a16="http://schemas.microsoft.com/office/drawing/2014/main" id="{D08C2B5E-AEBE-894C-7B3E-6D16A2E22AB6}"/>
                  </a:ext>
                </a:extLst>
              </p:cNvPr>
              <p:cNvPicPr/>
              <p:nvPr/>
            </p:nvPicPr>
            <p:blipFill>
              <a:blip r:embed="rId165"/>
              <a:stretch>
                <a:fillRect/>
              </a:stretch>
            </p:blipFill>
            <p:spPr>
              <a:xfrm>
                <a:off x="7982070" y="6559410"/>
                <a:ext cx="38520" cy="191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6">
            <p14:nvContentPartPr>
              <p14:cNvPr id="102" name="Ink 101">
                <a:extLst>
                  <a:ext uri="{FF2B5EF4-FFF2-40B4-BE49-F238E27FC236}">
                    <a16:creationId xmlns:a16="http://schemas.microsoft.com/office/drawing/2014/main" id="{10A852E2-258C-8298-A54B-2555E55B426F}"/>
                  </a:ext>
                </a:extLst>
              </p14:cNvPr>
              <p14:cNvContentPartPr/>
              <p14:nvPr/>
            </p14:nvContentPartPr>
            <p14:xfrm>
              <a:off x="7500030" y="575850"/>
              <a:ext cx="158400" cy="265320"/>
            </p14:xfrm>
          </p:contentPart>
        </mc:Choice>
        <mc:Fallback>
          <p:pic>
            <p:nvPicPr>
              <p:cNvPr id="102" name="Ink 101">
                <a:extLst>
                  <a:ext uri="{FF2B5EF4-FFF2-40B4-BE49-F238E27FC236}">
                    <a16:creationId xmlns:a16="http://schemas.microsoft.com/office/drawing/2014/main" id="{10A852E2-258C-8298-A54B-2555E55B426F}"/>
                  </a:ext>
                </a:extLst>
              </p:cNvPr>
              <p:cNvPicPr/>
              <p:nvPr/>
            </p:nvPicPr>
            <p:blipFill>
              <a:blip r:embed="rId167"/>
              <a:stretch>
                <a:fillRect/>
              </a:stretch>
            </p:blipFill>
            <p:spPr>
              <a:xfrm>
                <a:off x="7491030" y="566850"/>
                <a:ext cx="176040" cy="282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8">
            <p14:nvContentPartPr>
              <p14:cNvPr id="103" name="Ink 102">
                <a:extLst>
                  <a:ext uri="{FF2B5EF4-FFF2-40B4-BE49-F238E27FC236}">
                    <a16:creationId xmlns:a16="http://schemas.microsoft.com/office/drawing/2014/main" id="{D2C82D44-A361-B913-95F3-A2897FA0AAE4}"/>
                  </a:ext>
                </a:extLst>
              </p14:cNvPr>
              <p14:cNvContentPartPr/>
              <p14:nvPr/>
            </p14:nvContentPartPr>
            <p14:xfrm>
              <a:off x="7511550" y="939450"/>
              <a:ext cx="140760" cy="244080"/>
            </p14:xfrm>
          </p:contentPart>
        </mc:Choice>
        <mc:Fallback>
          <p:pic>
            <p:nvPicPr>
              <p:cNvPr id="103" name="Ink 102">
                <a:extLst>
                  <a:ext uri="{FF2B5EF4-FFF2-40B4-BE49-F238E27FC236}">
                    <a16:creationId xmlns:a16="http://schemas.microsoft.com/office/drawing/2014/main" id="{D2C82D44-A361-B913-95F3-A2897FA0AAE4}"/>
                  </a:ext>
                </a:extLst>
              </p:cNvPr>
              <p:cNvPicPr/>
              <p:nvPr/>
            </p:nvPicPr>
            <p:blipFill>
              <a:blip r:embed="rId169"/>
              <a:stretch>
                <a:fillRect/>
              </a:stretch>
            </p:blipFill>
            <p:spPr>
              <a:xfrm>
                <a:off x="7502550" y="930810"/>
                <a:ext cx="158400" cy="261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0">
            <p14:nvContentPartPr>
              <p14:cNvPr id="104" name="Ink 103">
                <a:extLst>
                  <a:ext uri="{FF2B5EF4-FFF2-40B4-BE49-F238E27FC236}">
                    <a16:creationId xmlns:a16="http://schemas.microsoft.com/office/drawing/2014/main" id="{280E86DA-2F80-B687-3579-D77016DE1ACF}"/>
                  </a:ext>
                </a:extLst>
              </p14:cNvPr>
              <p14:cNvContentPartPr/>
              <p14:nvPr/>
            </p14:nvContentPartPr>
            <p14:xfrm>
              <a:off x="7542150" y="1380090"/>
              <a:ext cx="135720" cy="219600"/>
            </p14:xfrm>
          </p:contentPart>
        </mc:Choice>
        <mc:Fallback>
          <p:pic>
            <p:nvPicPr>
              <p:cNvPr id="104" name="Ink 103">
                <a:extLst>
                  <a:ext uri="{FF2B5EF4-FFF2-40B4-BE49-F238E27FC236}">
                    <a16:creationId xmlns:a16="http://schemas.microsoft.com/office/drawing/2014/main" id="{280E86DA-2F80-B687-3579-D77016DE1ACF}"/>
                  </a:ext>
                </a:extLst>
              </p:cNvPr>
              <p:cNvPicPr/>
              <p:nvPr/>
            </p:nvPicPr>
            <p:blipFill>
              <a:blip r:embed="rId171"/>
              <a:stretch>
                <a:fillRect/>
              </a:stretch>
            </p:blipFill>
            <p:spPr>
              <a:xfrm>
                <a:off x="7533150" y="1371450"/>
                <a:ext cx="153360" cy="237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2">
            <p14:nvContentPartPr>
              <p14:cNvPr id="105" name="Ink 104">
                <a:extLst>
                  <a:ext uri="{FF2B5EF4-FFF2-40B4-BE49-F238E27FC236}">
                    <a16:creationId xmlns:a16="http://schemas.microsoft.com/office/drawing/2014/main" id="{F89D7D9A-29D8-9688-4708-02871FFC5188}"/>
                  </a:ext>
                </a:extLst>
              </p14:cNvPr>
              <p14:cNvContentPartPr/>
              <p14:nvPr/>
            </p14:nvContentPartPr>
            <p14:xfrm>
              <a:off x="7503630" y="1763850"/>
              <a:ext cx="161280" cy="222480"/>
            </p14:xfrm>
          </p:contentPart>
        </mc:Choice>
        <mc:Fallback>
          <p:pic>
            <p:nvPicPr>
              <p:cNvPr id="105" name="Ink 104">
                <a:extLst>
                  <a:ext uri="{FF2B5EF4-FFF2-40B4-BE49-F238E27FC236}">
                    <a16:creationId xmlns:a16="http://schemas.microsoft.com/office/drawing/2014/main" id="{F89D7D9A-29D8-9688-4708-02871FFC5188}"/>
                  </a:ext>
                </a:extLst>
              </p:cNvPr>
              <p:cNvPicPr/>
              <p:nvPr/>
            </p:nvPicPr>
            <p:blipFill>
              <a:blip r:embed="rId173"/>
              <a:stretch>
                <a:fillRect/>
              </a:stretch>
            </p:blipFill>
            <p:spPr>
              <a:xfrm>
                <a:off x="7494990" y="1754850"/>
                <a:ext cx="178920" cy="240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4">
            <p14:nvContentPartPr>
              <p14:cNvPr id="106" name="Ink 105">
                <a:extLst>
                  <a:ext uri="{FF2B5EF4-FFF2-40B4-BE49-F238E27FC236}">
                    <a16:creationId xmlns:a16="http://schemas.microsoft.com/office/drawing/2014/main" id="{50F902D5-7375-DADE-C1A5-9F3F80D3353E}"/>
                  </a:ext>
                </a:extLst>
              </p14:cNvPr>
              <p14:cNvContentPartPr/>
              <p14:nvPr/>
            </p14:nvContentPartPr>
            <p14:xfrm>
              <a:off x="7544670" y="2178570"/>
              <a:ext cx="8640" cy="218160"/>
            </p14:xfrm>
          </p:contentPart>
        </mc:Choice>
        <mc:Fallback>
          <p:pic>
            <p:nvPicPr>
              <p:cNvPr id="106" name="Ink 105">
                <a:extLst>
                  <a:ext uri="{FF2B5EF4-FFF2-40B4-BE49-F238E27FC236}">
                    <a16:creationId xmlns:a16="http://schemas.microsoft.com/office/drawing/2014/main" id="{50F902D5-7375-DADE-C1A5-9F3F80D3353E}"/>
                  </a:ext>
                </a:extLst>
              </p:cNvPr>
              <p:cNvPicPr/>
              <p:nvPr/>
            </p:nvPicPr>
            <p:blipFill>
              <a:blip r:embed="rId175"/>
              <a:stretch>
                <a:fillRect/>
              </a:stretch>
            </p:blipFill>
            <p:spPr>
              <a:xfrm>
                <a:off x="7535670" y="2169930"/>
                <a:ext cx="26280" cy="235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6">
            <p14:nvContentPartPr>
              <p14:cNvPr id="107" name="Ink 106">
                <a:extLst>
                  <a:ext uri="{FF2B5EF4-FFF2-40B4-BE49-F238E27FC236}">
                    <a16:creationId xmlns:a16="http://schemas.microsoft.com/office/drawing/2014/main" id="{28943C06-FC68-4C53-6ADA-E52E3606FF2F}"/>
                  </a:ext>
                </a:extLst>
              </p14:cNvPr>
              <p14:cNvContentPartPr/>
              <p14:nvPr/>
            </p14:nvContentPartPr>
            <p14:xfrm>
              <a:off x="7604790" y="2588250"/>
              <a:ext cx="12600" cy="159120"/>
            </p14:xfrm>
          </p:contentPart>
        </mc:Choice>
        <mc:Fallback>
          <p:pic>
            <p:nvPicPr>
              <p:cNvPr id="107" name="Ink 106">
                <a:extLst>
                  <a:ext uri="{FF2B5EF4-FFF2-40B4-BE49-F238E27FC236}">
                    <a16:creationId xmlns:a16="http://schemas.microsoft.com/office/drawing/2014/main" id="{28943C06-FC68-4C53-6ADA-E52E3606FF2F}"/>
                  </a:ext>
                </a:extLst>
              </p:cNvPr>
              <p:cNvPicPr/>
              <p:nvPr/>
            </p:nvPicPr>
            <p:blipFill>
              <a:blip r:embed="rId177"/>
              <a:stretch>
                <a:fillRect/>
              </a:stretch>
            </p:blipFill>
            <p:spPr>
              <a:xfrm>
                <a:off x="7595790" y="2579250"/>
                <a:ext cx="30240" cy="176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8">
            <p14:nvContentPartPr>
              <p14:cNvPr id="108" name="Ink 107">
                <a:extLst>
                  <a:ext uri="{FF2B5EF4-FFF2-40B4-BE49-F238E27FC236}">
                    <a16:creationId xmlns:a16="http://schemas.microsoft.com/office/drawing/2014/main" id="{9761A27C-A744-26C1-99F7-D324CF1673D8}"/>
                  </a:ext>
                </a:extLst>
              </p14:cNvPr>
              <p14:cNvContentPartPr/>
              <p14:nvPr/>
            </p14:nvContentPartPr>
            <p14:xfrm>
              <a:off x="7584270" y="2975610"/>
              <a:ext cx="11160" cy="181080"/>
            </p14:xfrm>
          </p:contentPart>
        </mc:Choice>
        <mc:Fallback>
          <p:pic>
            <p:nvPicPr>
              <p:cNvPr id="108" name="Ink 107">
                <a:extLst>
                  <a:ext uri="{FF2B5EF4-FFF2-40B4-BE49-F238E27FC236}">
                    <a16:creationId xmlns:a16="http://schemas.microsoft.com/office/drawing/2014/main" id="{9761A27C-A744-26C1-99F7-D324CF1673D8}"/>
                  </a:ext>
                </a:extLst>
              </p:cNvPr>
              <p:cNvPicPr/>
              <p:nvPr/>
            </p:nvPicPr>
            <p:blipFill>
              <a:blip r:embed="rId179"/>
              <a:stretch>
                <a:fillRect/>
              </a:stretch>
            </p:blipFill>
            <p:spPr>
              <a:xfrm>
                <a:off x="7575630" y="2966610"/>
                <a:ext cx="28800" cy="198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0">
            <p14:nvContentPartPr>
              <p14:cNvPr id="109" name="Ink 108">
                <a:extLst>
                  <a:ext uri="{FF2B5EF4-FFF2-40B4-BE49-F238E27FC236}">
                    <a16:creationId xmlns:a16="http://schemas.microsoft.com/office/drawing/2014/main" id="{BBF4AA5B-7974-E18A-7550-768728F80F36}"/>
                  </a:ext>
                </a:extLst>
              </p14:cNvPr>
              <p14:cNvContentPartPr/>
              <p14:nvPr/>
            </p14:nvContentPartPr>
            <p14:xfrm>
              <a:off x="7559070" y="3357570"/>
              <a:ext cx="3960" cy="207000"/>
            </p14:xfrm>
          </p:contentPart>
        </mc:Choice>
        <mc:Fallback>
          <p:pic>
            <p:nvPicPr>
              <p:cNvPr id="109" name="Ink 108">
                <a:extLst>
                  <a:ext uri="{FF2B5EF4-FFF2-40B4-BE49-F238E27FC236}">
                    <a16:creationId xmlns:a16="http://schemas.microsoft.com/office/drawing/2014/main" id="{BBF4AA5B-7974-E18A-7550-768728F80F36}"/>
                  </a:ext>
                </a:extLst>
              </p:cNvPr>
              <p:cNvPicPr/>
              <p:nvPr/>
            </p:nvPicPr>
            <p:blipFill>
              <a:blip r:embed="rId181"/>
              <a:stretch>
                <a:fillRect/>
              </a:stretch>
            </p:blipFill>
            <p:spPr>
              <a:xfrm>
                <a:off x="7550070" y="3348930"/>
                <a:ext cx="21600" cy="224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2">
            <p14:nvContentPartPr>
              <p14:cNvPr id="110" name="Ink 109">
                <a:extLst>
                  <a:ext uri="{FF2B5EF4-FFF2-40B4-BE49-F238E27FC236}">
                    <a16:creationId xmlns:a16="http://schemas.microsoft.com/office/drawing/2014/main" id="{F7D127E9-2829-5A2F-DE81-CADEE0F24704}"/>
                  </a:ext>
                </a:extLst>
              </p14:cNvPr>
              <p14:cNvContentPartPr/>
              <p14:nvPr/>
            </p14:nvContentPartPr>
            <p14:xfrm>
              <a:off x="7520550" y="3772290"/>
              <a:ext cx="138240" cy="236520"/>
            </p14:xfrm>
          </p:contentPart>
        </mc:Choice>
        <mc:Fallback>
          <p:pic>
            <p:nvPicPr>
              <p:cNvPr id="110" name="Ink 109">
                <a:extLst>
                  <a:ext uri="{FF2B5EF4-FFF2-40B4-BE49-F238E27FC236}">
                    <a16:creationId xmlns:a16="http://schemas.microsoft.com/office/drawing/2014/main" id="{F7D127E9-2829-5A2F-DE81-CADEE0F24704}"/>
                  </a:ext>
                </a:extLst>
              </p:cNvPr>
              <p:cNvPicPr/>
              <p:nvPr/>
            </p:nvPicPr>
            <p:blipFill>
              <a:blip r:embed="rId183"/>
              <a:stretch>
                <a:fillRect/>
              </a:stretch>
            </p:blipFill>
            <p:spPr>
              <a:xfrm>
                <a:off x="7511910" y="3763650"/>
                <a:ext cx="155880" cy="254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4">
            <p14:nvContentPartPr>
              <p14:cNvPr id="111" name="Ink 110">
                <a:extLst>
                  <a:ext uri="{FF2B5EF4-FFF2-40B4-BE49-F238E27FC236}">
                    <a16:creationId xmlns:a16="http://schemas.microsoft.com/office/drawing/2014/main" id="{653651E6-8FAA-32CF-4D57-BCF58CB5C2F6}"/>
                  </a:ext>
                </a:extLst>
              </p14:cNvPr>
              <p14:cNvContentPartPr/>
              <p14:nvPr/>
            </p14:nvContentPartPr>
            <p14:xfrm>
              <a:off x="7485630" y="4152810"/>
              <a:ext cx="137520" cy="246600"/>
            </p14:xfrm>
          </p:contentPart>
        </mc:Choice>
        <mc:Fallback>
          <p:pic>
            <p:nvPicPr>
              <p:cNvPr id="111" name="Ink 110">
                <a:extLst>
                  <a:ext uri="{FF2B5EF4-FFF2-40B4-BE49-F238E27FC236}">
                    <a16:creationId xmlns:a16="http://schemas.microsoft.com/office/drawing/2014/main" id="{653651E6-8FAA-32CF-4D57-BCF58CB5C2F6}"/>
                  </a:ext>
                </a:extLst>
              </p:cNvPr>
              <p:cNvPicPr/>
              <p:nvPr/>
            </p:nvPicPr>
            <p:blipFill>
              <a:blip r:embed="rId185"/>
              <a:stretch>
                <a:fillRect/>
              </a:stretch>
            </p:blipFill>
            <p:spPr>
              <a:xfrm>
                <a:off x="7476630" y="4144170"/>
                <a:ext cx="155160" cy="264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6">
            <p14:nvContentPartPr>
              <p14:cNvPr id="112" name="Ink 111">
                <a:extLst>
                  <a:ext uri="{FF2B5EF4-FFF2-40B4-BE49-F238E27FC236}">
                    <a16:creationId xmlns:a16="http://schemas.microsoft.com/office/drawing/2014/main" id="{657CD171-7396-88ED-F17B-0C2EE43E660A}"/>
                  </a:ext>
                </a:extLst>
              </p14:cNvPr>
              <p14:cNvContentPartPr/>
              <p14:nvPr/>
            </p14:nvContentPartPr>
            <p14:xfrm>
              <a:off x="7495350" y="4532250"/>
              <a:ext cx="160560" cy="240840"/>
            </p14:xfrm>
          </p:contentPart>
        </mc:Choice>
        <mc:Fallback>
          <p:pic>
            <p:nvPicPr>
              <p:cNvPr id="112" name="Ink 111">
                <a:extLst>
                  <a:ext uri="{FF2B5EF4-FFF2-40B4-BE49-F238E27FC236}">
                    <a16:creationId xmlns:a16="http://schemas.microsoft.com/office/drawing/2014/main" id="{657CD171-7396-88ED-F17B-0C2EE43E660A}"/>
                  </a:ext>
                </a:extLst>
              </p:cNvPr>
              <p:cNvPicPr/>
              <p:nvPr/>
            </p:nvPicPr>
            <p:blipFill>
              <a:blip r:embed="rId187"/>
              <a:stretch>
                <a:fillRect/>
              </a:stretch>
            </p:blipFill>
            <p:spPr>
              <a:xfrm>
                <a:off x="7486710" y="4523250"/>
                <a:ext cx="178200" cy="258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8">
            <p14:nvContentPartPr>
              <p14:cNvPr id="113" name="Ink 112">
                <a:extLst>
                  <a:ext uri="{FF2B5EF4-FFF2-40B4-BE49-F238E27FC236}">
                    <a16:creationId xmlns:a16="http://schemas.microsoft.com/office/drawing/2014/main" id="{18611379-8A99-34F2-5BF0-03600A3B5C55}"/>
                  </a:ext>
                </a:extLst>
              </p14:cNvPr>
              <p14:cNvContentPartPr/>
              <p14:nvPr/>
            </p14:nvContentPartPr>
            <p14:xfrm>
              <a:off x="7525230" y="4943730"/>
              <a:ext cx="146160" cy="243000"/>
            </p14:xfrm>
          </p:contentPart>
        </mc:Choice>
        <mc:Fallback>
          <p:pic>
            <p:nvPicPr>
              <p:cNvPr id="113" name="Ink 112">
                <a:extLst>
                  <a:ext uri="{FF2B5EF4-FFF2-40B4-BE49-F238E27FC236}">
                    <a16:creationId xmlns:a16="http://schemas.microsoft.com/office/drawing/2014/main" id="{18611379-8A99-34F2-5BF0-03600A3B5C55}"/>
                  </a:ext>
                </a:extLst>
              </p:cNvPr>
              <p:cNvPicPr/>
              <p:nvPr/>
            </p:nvPicPr>
            <p:blipFill>
              <a:blip r:embed="rId189"/>
              <a:stretch>
                <a:fillRect/>
              </a:stretch>
            </p:blipFill>
            <p:spPr>
              <a:xfrm>
                <a:off x="7516590" y="4935090"/>
                <a:ext cx="163800" cy="260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90">
            <p14:nvContentPartPr>
              <p14:cNvPr id="114" name="Ink 113">
                <a:extLst>
                  <a:ext uri="{FF2B5EF4-FFF2-40B4-BE49-F238E27FC236}">
                    <a16:creationId xmlns:a16="http://schemas.microsoft.com/office/drawing/2014/main" id="{80E633F9-7B1F-D5FA-E60B-23E644C94B13}"/>
                  </a:ext>
                </a:extLst>
              </p14:cNvPr>
              <p14:cNvContentPartPr/>
              <p14:nvPr/>
            </p14:nvContentPartPr>
            <p14:xfrm>
              <a:off x="7586790" y="5357370"/>
              <a:ext cx="3960" cy="214920"/>
            </p14:xfrm>
          </p:contentPart>
        </mc:Choice>
        <mc:Fallback>
          <p:pic>
            <p:nvPicPr>
              <p:cNvPr id="114" name="Ink 113">
                <a:extLst>
                  <a:ext uri="{FF2B5EF4-FFF2-40B4-BE49-F238E27FC236}">
                    <a16:creationId xmlns:a16="http://schemas.microsoft.com/office/drawing/2014/main" id="{80E633F9-7B1F-D5FA-E60B-23E644C94B13}"/>
                  </a:ext>
                </a:extLst>
              </p:cNvPr>
              <p:cNvPicPr/>
              <p:nvPr/>
            </p:nvPicPr>
            <p:blipFill>
              <a:blip r:embed="rId191"/>
              <a:stretch>
                <a:fillRect/>
              </a:stretch>
            </p:blipFill>
            <p:spPr>
              <a:xfrm>
                <a:off x="7577790" y="5348730"/>
                <a:ext cx="21600" cy="232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92">
            <p14:nvContentPartPr>
              <p14:cNvPr id="115" name="Ink 114">
                <a:extLst>
                  <a:ext uri="{FF2B5EF4-FFF2-40B4-BE49-F238E27FC236}">
                    <a16:creationId xmlns:a16="http://schemas.microsoft.com/office/drawing/2014/main" id="{2B43CFD8-1FCE-0539-D7D4-B087B01A365D}"/>
                  </a:ext>
                </a:extLst>
              </p14:cNvPr>
              <p14:cNvContentPartPr/>
              <p14:nvPr/>
            </p14:nvContentPartPr>
            <p14:xfrm>
              <a:off x="7569870" y="5773530"/>
              <a:ext cx="3960" cy="230400"/>
            </p14:xfrm>
          </p:contentPart>
        </mc:Choice>
        <mc:Fallback>
          <p:pic>
            <p:nvPicPr>
              <p:cNvPr id="115" name="Ink 114">
                <a:extLst>
                  <a:ext uri="{FF2B5EF4-FFF2-40B4-BE49-F238E27FC236}">
                    <a16:creationId xmlns:a16="http://schemas.microsoft.com/office/drawing/2014/main" id="{2B43CFD8-1FCE-0539-D7D4-B087B01A365D}"/>
                  </a:ext>
                </a:extLst>
              </p:cNvPr>
              <p:cNvPicPr/>
              <p:nvPr/>
            </p:nvPicPr>
            <p:blipFill>
              <a:blip r:embed="rId193"/>
              <a:stretch>
                <a:fillRect/>
              </a:stretch>
            </p:blipFill>
            <p:spPr>
              <a:xfrm>
                <a:off x="7560870" y="5764890"/>
                <a:ext cx="21600" cy="248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94">
            <p14:nvContentPartPr>
              <p14:cNvPr id="116" name="Ink 115">
                <a:extLst>
                  <a:ext uri="{FF2B5EF4-FFF2-40B4-BE49-F238E27FC236}">
                    <a16:creationId xmlns:a16="http://schemas.microsoft.com/office/drawing/2014/main" id="{9F4E8F41-4817-26D5-27B9-041077C123A8}"/>
                  </a:ext>
                </a:extLst>
              </p14:cNvPr>
              <p14:cNvContentPartPr/>
              <p14:nvPr/>
            </p14:nvContentPartPr>
            <p14:xfrm>
              <a:off x="7570950" y="6169530"/>
              <a:ext cx="11160" cy="182160"/>
            </p14:xfrm>
          </p:contentPart>
        </mc:Choice>
        <mc:Fallback>
          <p:pic>
            <p:nvPicPr>
              <p:cNvPr id="116" name="Ink 115">
                <a:extLst>
                  <a:ext uri="{FF2B5EF4-FFF2-40B4-BE49-F238E27FC236}">
                    <a16:creationId xmlns:a16="http://schemas.microsoft.com/office/drawing/2014/main" id="{9F4E8F41-4817-26D5-27B9-041077C123A8}"/>
                  </a:ext>
                </a:extLst>
              </p:cNvPr>
              <p:cNvPicPr/>
              <p:nvPr/>
            </p:nvPicPr>
            <p:blipFill>
              <a:blip r:embed="rId195"/>
              <a:stretch>
                <a:fillRect/>
              </a:stretch>
            </p:blipFill>
            <p:spPr>
              <a:xfrm>
                <a:off x="7562310" y="6160530"/>
                <a:ext cx="28800" cy="199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96">
            <p14:nvContentPartPr>
              <p14:cNvPr id="117" name="Ink 116">
                <a:extLst>
                  <a:ext uri="{FF2B5EF4-FFF2-40B4-BE49-F238E27FC236}">
                    <a16:creationId xmlns:a16="http://schemas.microsoft.com/office/drawing/2014/main" id="{50B9B514-76EE-F5BD-9308-DAD54A33274C}"/>
                  </a:ext>
                </a:extLst>
              </p14:cNvPr>
              <p14:cNvContentPartPr/>
              <p14:nvPr/>
            </p14:nvContentPartPr>
            <p14:xfrm>
              <a:off x="7543230" y="6603690"/>
              <a:ext cx="15840" cy="212400"/>
            </p14:xfrm>
          </p:contentPart>
        </mc:Choice>
        <mc:Fallback>
          <p:pic>
            <p:nvPicPr>
              <p:cNvPr id="117" name="Ink 116">
                <a:extLst>
                  <a:ext uri="{FF2B5EF4-FFF2-40B4-BE49-F238E27FC236}">
                    <a16:creationId xmlns:a16="http://schemas.microsoft.com/office/drawing/2014/main" id="{50B9B514-76EE-F5BD-9308-DAD54A33274C}"/>
                  </a:ext>
                </a:extLst>
              </p:cNvPr>
              <p:cNvPicPr/>
              <p:nvPr/>
            </p:nvPicPr>
            <p:blipFill>
              <a:blip r:embed="rId197"/>
              <a:stretch>
                <a:fillRect/>
              </a:stretch>
            </p:blipFill>
            <p:spPr>
              <a:xfrm>
                <a:off x="7534590" y="6595050"/>
                <a:ext cx="33480" cy="230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98">
            <p14:nvContentPartPr>
              <p14:cNvPr id="118" name="Ink 117">
                <a:extLst>
                  <a:ext uri="{FF2B5EF4-FFF2-40B4-BE49-F238E27FC236}">
                    <a16:creationId xmlns:a16="http://schemas.microsoft.com/office/drawing/2014/main" id="{26B3EAE4-BB47-573E-613B-EBCDC990682A}"/>
                  </a:ext>
                </a:extLst>
              </p14:cNvPr>
              <p14:cNvContentPartPr/>
              <p14:nvPr/>
            </p14:nvContentPartPr>
            <p14:xfrm>
              <a:off x="7127070" y="568290"/>
              <a:ext cx="138600" cy="271080"/>
            </p14:xfrm>
          </p:contentPart>
        </mc:Choice>
        <mc:Fallback>
          <p:pic>
            <p:nvPicPr>
              <p:cNvPr id="118" name="Ink 117">
                <a:extLst>
                  <a:ext uri="{FF2B5EF4-FFF2-40B4-BE49-F238E27FC236}">
                    <a16:creationId xmlns:a16="http://schemas.microsoft.com/office/drawing/2014/main" id="{26B3EAE4-BB47-573E-613B-EBCDC990682A}"/>
                  </a:ext>
                </a:extLst>
              </p:cNvPr>
              <p:cNvPicPr/>
              <p:nvPr/>
            </p:nvPicPr>
            <p:blipFill>
              <a:blip r:embed="rId199"/>
              <a:stretch>
                <a:fillRect/>
              </a:stretch>
            </p:blipFill>
            <p:spPr>
              <a:xfrm>
                <a:off x="7118070" y="559290"/>
                <a:ext cx="156240" cy="288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0">
            <p14:nvContentPartPr>
              <p14:cNvPr id="119" name="Ink 118">
                <a:extLst>
                  <a:ext uri="{FF2B5EF4-FFF2-40B4-BE49-F238E27FC236}">
                    <a16:creationId xmlns:a16="http://schemas.microsoft.com/office/drawing/2014/main" id="{1D6EF651-6EF3-C943-7054-CC3EF9FC6B1C}"/>
                  </a:ext>
                </a:extLst>
              </p14:cNvPr>
              <p14:cNvContentPartPr/>
              <p14:nvPr/>
            </p14:nvContentPartPr>
            <p14:xfrm>
              <a:off x="7157310" y="964290"/>
              <a:ext cx="119520" cy="252360"/>
            </p14:xfrm>
          </p:contentPart>
        </mc:Choice>
        <mc:Fallback>
          <p:pic>
            <p:nvPicPr>
              <p:cNvPr id="119" name="Ink 118">
                <a:extLst>
                  <a:ext uri="{FF2B5EF4-FFF2-40B4-BE49-F238E27FC236}">
                    <a16:creationId xmlns:a16="http://schemas.microsoft.com/office/drawing/2014/main" id="{1D6EF651-6EF3-C943-7054-CC3EF9FC6B1C}"/>
                  </a:ext>
                </a:extLst>
              </p:cNvPr>
              <p:cNvPicPr/>
              <p:nvPr/>
            </p:nvPicPr>
            <p:blipFill>
              <a:blip r:embed="rId201"/>
              <a:stretch>
                <a:fillRect/>
              </a:stretch>
            </p:blipFill>
            <p:spPr>
              <a:xfrm>
                <a:off x="7148310" y="955650"/>
                <a:ext cx="137160" cy="27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2">
            <p14:nvContentPartPr>
              <p14:cNvPr id="120" name="Ink 119">
                <a:extLst>
                  <a:ext uri="{FF2B5EF4-FFF2-40B4-BE49-F238E27FC236}">
                    <a16:creationId xmlns:a16="http://schemas.microsoft.com/office/drawing/2014/main" id="{F105B672-AA0A-9B1F-BE82-4F5A29A40F97}"/>
                  </a:ext>
                </a:extLst>
              </p14:cNvPr>
              <p14:cNvContentPartPr/>
              <p14:nvPr/>
            </p14:nvContentPartPr>
            <p14:xfrm>
              <a:off x="7115910" y="1400970"/>
              <a:ext cx="137880" cy="260640"/>
            </p14:xfrm>
          </p:contentPart>
        </mc:Choice>
        <mc:Fallback>
          <p:pic>
            <p:nvPicPr>
              <p:cNvPr id="120" name="Ink 119">
                <a:extLst>
                  <a:ext uri="{FF2B5EF4-FFF2-40B4-BE49-F238E27FC236}">
                    <a16:creationId xmlns:a16="http://schemas.microsoft.com/office/drawing/2014/main" id="{F105B672-AA0A-9B1F-BE82-4F5A29A40F97}"/>
                  </a:ext>
                </a:extLst>
              </p:cNvPr>
              <p:cNvPicPr/>
              <p:nvPr/>
            </p:nvPicPr>
            <p:blipFill>
              <a:blip r:embed="rId203"/>
              <a:stretch>
                <a:fillRect/>
              </a:stretch>
            </p:blipFill>
            <p:spPr>
              <a:xfrm>
                <a:off x="7107270" y="1392330"/>
                <a:ext cx="155520" cy="278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4">
            <p14:nvContentPartPr>
              <p14:cNvPr id="121" name="Ink 120">
                <a:extLst>
                  <a:ext uri="{FF2B5EF4-FFF2-40B4-BE49-F238E27FC236}">
                    <a16:creationId xmlns:a16="http://schemas.microsoft.com/office/drawing/2014/main" id="{99021C1F-AAC6-298E-72B3-A3AB24A9B228}"/>
                  </a:ext>
                </a:extLst>
              </p14:cNvPr>
              <p14:cNvContentPartPr/>
              <p14:nvPr/>
            </p14:nvContentPartPr>
            <p14:xfrm>
              <a:off x="7122390" y="1821450"/>
              <a:ext cx="146520" cy="229680"/>
            </p14:xfrm>
          </p:contentPart>
        </mc:Choice>
        <mc:Fallback>
          <p:pic>
            <p:nvPicPr>
              <p:cNvPr id="121" name="Ink 120">
                <a:extLst>
                  <a:ext uri="{FF2B5EF4-FFF2-40B4-BE49-F238E27FC236}">
                    <a16:creationId xmlns:a16="http://schemas.microsoft.com/office/drawing/2014/main" id="{99021C1F-AAC6-298E-72B3-A3AB24A9B228}"/>
                  </a:ext>
                </a:extLst>
              </p:cNvPr>
              <p:cNvPicPr/>
              <p:nvPr/>
            </p:nvPicPr>
            <p:blipFill>
              <a:blip r:embed="rId205"/>
              <a:stretch>
                <a:fillRect/>
              </a:stretch>
            </p:blipFill>
            <p:spPr>
              <a:xfrm>
                <a:off x="7113390" y="1812450"/>
                <a:ext cx="164160" cy="247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6">
            <p14:nvContentPartPr>
              <p14:cNvPr id="122" name="Ink 121">
                <a:extLst>
                  <a:ext uri="{FF2B5EF4-FFF2-40B4-BE49-F238E27FC236}">
                    <a16:creationId xmlns:a16="http://schemas.microsoft.com/office/drawing/2014/main" id="{2D08FD0C-B78B-A633-F32E-B8CAF46C95AB}"/>
                  </a:ext>
                </a:extLst>
              </p14:cNvPr>
              <p14:cNvContentPartPr/>
              <p14:nvPr/>
            </p14:nvContentPartPr>
            <p14:xfrm>
              <a:off x="7130310" y="2190810"/>
              <a:ext cx="145080" cy="259920"/>
            </p14:xfrm>
          </p:contentPart>
        </mc:Choice>
        <mc:Fallback>
          <p:pic>
            <p:nvPicPr>
              <p:cNvPr id="122" name="Ink 121">
                <a:extLst>
                  <a:ext uri="{FF2B5EF4-FFF2-40B4-BE49-F238E27FC236}">
                    <a16:creationId xmlns:a16="http://schemas.microsoft.com/office/drawing/2014/main" id="{2D08FD0C-B78B-A633-F32E-B8CAF46C95AB}"/>
                  </a:ext>
                </a:extLst>
              </p:cNvPr>
              <p:cNvPicPr/>
              <p:nvPr/>
            </p:nvPicPr>
            <p:blipFill>
              <a:blip r:embed="rId207"/>
              <a:stretch>
                <a:fillRect/>
              </a:stretch>
            </p:blipFill>
            <p:spPr>
              <a:xfrm>
                <a:off x="7121670" y="2182170"/>
                <a:ext cx="162720" cy="277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8">
            <p14:nvContentPartPr>
              <p14:cNvPr id="123" name="Ink 122">
                <a:extLst>
                  <a:ext uri="{FF2B5EF4-FFF2-40B4-BE49-F238E27FC236}">
                    <a16:creationId xmlns:a16="http://schemas.microsoft.com/office/drawing/2014/main" id="{C9892FE1-8A10-BFC3-0507-47364A273877}"/>
                  </a:ext>
                </a:extLst>
              </p14:cNvPr>
              <p14:cNvContentPartPr/>
              <p14:nvPr/>
            </p14:nvContentPartPr>
            <p14:xfrm>
              <a:off x="7095750" y="2606250"/>
              <a:ext cx="117360" cy="223200"/>
            </p14:xfrm>
          </p:contentPart>
        </mc:Choice>
        <mc:Fallback>
          <p:pic>
            <p:nvPicPr>
              <p:cNvPr id="123" name="Ink 122">
                <a:extLst>
                  <a:ext uri="{FF2B5EF4-FFF2-40B4-BE49-F238E27FC236}">
                    <a16:creationId xmlns:a16="http://schemas.microsoft.com/office/drawing/2014/main" id="{C9892FE1-8A10-BFC3-0507-47364A273877}"/>
                  </a:ext>
                </a:extLst>
              </p:cNvPr>
              <p:cNvPicPr/>
              <p:nvPr/>
            </p:nvPicPr>
            <p:blipFill>
              <a:blip r:embed="rId209"/>
              <a:stretch>
                <a:fillRect/>
              </a:stretch>
            </p:blipFill>
            <p:spPr>
              <a:xfrm>
                <a:off x="7087110" y="2597610"/>
                <a:ext cx="135000" cy="240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10">
            <p14:nvContentPartPr>
              <p14:cNvPr id="124" name="Ink 123">
                <a:extLst>
                  <a:ext uri="{FF2B5EF4-FFF2-40B4-BE49-F238E27FC236}">
                    <a16:creationId xmlns:a16="http://schemas.microsoft.com/office/drawing/2014/main" id="{C20A5E9A-1E44-53DA-130C-64E5BF8D687B}"/>
                  </a:ext>
                </a:extLst>
              </p14:cNvPr>
              <p14:cNvContentPartPr/>
              <p14:nvPr/>
            </p14:nvContentPartPr>
            <p14:xfrm>
              <a:off x="7101870" y="3001890"/>
              <a:ext cx="138600" cy="231120"/>
            </p14:xfrm>
          </p:contentPart>
        </mc:Choice>
        <mc:Fallback>
          <p:pic>
            <p:nvPicPr>
              <p:cNvPr id="124" name="Ink 123">
                <a:extLst>
                  <a:ext uri="{FF2B5EF4-FFF2-40B4-BE49-F238E27FC236}">
                    <a16:creationId xmlns:a16="http://schemas.microsoft.com/office/drawing/2014/main" id="{C20A5E9A-1E44-53DA-130C-64E5BF8D687B}"/>
                  </a:ext>
                </a:extLst>
              </p:cNvPr>
              <p:cNvPicPr/>
              <p:nvPr/>
            </p:nvPicPr>
            <p:blipFill>
              <a:blip r:embed="rId211"/>
              <a:stretch>
                <a:fillRect/>
              </a:stretch>
            </p:blipFill>
            <p:spPr>
              <a:xfrm>
                <a:off x="7092870" y="2992890"/>
                <a:ext cx="156240" cy="248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12">
            <p14:nvContentPartPr>
              <p14:cNvPr id="125" name="Ink 124">
                <a:extLst>
                  <a:ext uri="{FF2B5EF4-FFF2-40B4-BE49-F238E27FC236}">
                    <a16:creationId xmlns:a16="http://schemas.microsoft.com/office/drawing/2014/main" id="{6B81AC31-68F9-F87F-032C-24C90506BF8C}"/>
                  </a:ext>
                </a:extLst>
              </p14:cNvPr>
              <p14:cNvContentPartPr/>
              <p14:nvPr/>
            </p14:nvContentPartPr>
            <p14:xfrm>
              <a:off x="7107990" y="3394290"/>
              <a:ext cx="142560" cy="240840"/>
            </p14:xfrm>
          </p:contentPart>
        </mc:Choice>
        <mc:Fallback>
          <p:pic>
            <p:nvPicPr>
              <p:cNvPr id="125" name="Ink 124">
                <a:extLst>
                  <a:ext uri="{FF2B5EF4-FFF2-40B4-BE49-F238E27FC236}">
                    <a16:creationId xmlns:a16="http://schemas.microsoft.com/office/drawing/2014/main" id="{6B81AC31-68F9-F87F-032C-24C90506BF8C}"/>
                  </a:ext>
                </a:extLst>
              </p:cNvPr>
              <p:cNvPicPr/>
              <p:nvPr/>
            </p:nvPicPr>
            <p:blipFill>
              <a:blip r:embed="rId213"/>
              <a:stretch>
                <a:fillRect/>
              </a:stretch>
            </p:blipFill>
            <p:spPr>
              <a:xfrm>
                <a:off x="7098990" y="3385650"/>
                <a:ext cx="160200" cy="258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14">
            <p14:nvContentPartPr>
              <p14:cNvPr id="126" name="Ink 125">
                <a:extLst>
                  <a:ext uri="{FF2B5EF4-FFF2-40B4-BE49-F238E27FC236}">
                    <a16:creationId xmlns:a16="http://schemas.microsoft.com/office/drawing/2014/main" id="{8E483562-282F-EE15-0C41-5A70C523B98B}"/>
                  </a:ext>
                </a:extLst>
              </p14:cNvPr>
              <p14:cNvContentPartPr/>
              <p14:nvPr/>
            </p14:nvContentPartPr>
            <p14:xfrm>
              <a:off x="7160910" y="3766530"/>
              <a:ext cx="15840" cy="237960"/>
            </p14:xfrm>
          </p:contentPart>
        </mc:Choice>
        <mc:Fallback>
          <p:pic>
            <p:nvPicPr>
              <p:cNvPr id="126" name="Ink 125">
                <a:extLst>
                  <a:ext uri="{FF2B5EF4-FFF2-40B4-BE49-F238E27FC236}">
                    <a16:creationId xmlns:a16="http://schemas.microsoft.com/office/drawing/2014/main" id="{8E483562-282F-EE15-0C41-5A70C523B98B}"/>
                  </a:ext>
                </a:extLst>
              </p:cNvPr>
              <p:cNvPicPr/>
              <p:nvPr/>
            </p:nvPicPr>
            <p:blipFill>
              <a:blip r:embed="rId215"/>
              <a:stretch>
                <a:fillRect/>
              </a:stretch>
            </p:blipFill>
            <p:spPr>
              <a:xfrm>
                <a:off x="7151910" y="3757890"/>
                <a:ext cx="33480" cy="255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16">
            <p14:nvContentPartPr>
              <p14:cNvPr id="127" name="Ink 126">
                <a:extLst>
                  <a:ext uri="{FF2B5EF4-FFF2-40B4-BE49-F238E27FC236}">
                    <a16:creationId xmlns:a16="http://schemas.microsoft.com/office/drawing/2014/main" id="{7DBA4D88-A90B-05BC-431A-0C6EA493217E}"/>
                  </a:ext>
                </a:extLst>
              </p14:cNvPr>
              <p14:cNvContentPartPr/>
              <p14:nvPr/>
            </p14:nvContentPartPr>
            <p14:xfrm>
              <a:off x="7170270" y="4143810"/>
              <a:ext cx="360" cy="194040"/>
            </p14:xfrm>
          </p:contentPart>
        </mc:Choice>
        <mc:Fallback>
          <p:pic>
            <p:nvPicPr>
              <p:cNvPr id="127" name="Ink 126">
                <a:extLst>
                  <a:ext uri="{FF2B5EF4-FFF2-40B4-BE49-F238E27FC236}">
                    <a16:creationId xmlns:a16="http://schemas.microsoft.com/office/drawing/2014/main" id="{7DBA4D88-A90B-05BC-431A-0C6EA493217E}"/>
                  </a:ext>
                </a:extLst>
              </p:cNvPr>
              <p:cNvPicPr/>
              <p:nvPr/>
            </p:nvPicPr>
            <p:blipFill>
              <a:blip r:embed="rId217"/>
              <a:stretch>
                <a:fillRect/>
              </a:stretch>
            </p:blipFill>
            <p:spPr>
              <a:xfrm>
                <a:off x="7161630" y="4134810"/>
                <a:ext cx="18000" cy="211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18">
            <p14:nvContentPartPr>
              <p14:cNvPr id="128" name="Ink 127">
                <a:extLst>
                  <a:ext uri="{FF2B5EF4-FFF2-40B4-BE49-F238E27FC236}">
                    <a16:creationId xmlns:a16="http://schemas.microsoft.com/office/drawing/2014/main" id="{9C5C5982-0B05-DF56-33BE-977DFDDC83A8}"/>
                  </a:ext>
                </a:extLst>
              </p14:cNvPr>
              <p14:cNvContentPartPr/>
              <p14:nvPr/>
            </p14:nvContentPartPr>
            <p14:xfrm>
              <a:off x="7118790" y="4598850"/>
              <a:ext cx="10080" cy="185040"/>
            </p14:xfrm>
          </p:contentPart>
        </mc:Choice>
        <mc:Fallback>
          <p:pic>
            <p:nvPicPr>
              <p:cNvPr id="128" name="Ink 127">
                <a:extLst>
                  <a:ext uri="{FF2B5EF4-FFF2-40B4-BE49-F238E27FC236}">
                    <a16:creationId xmlns:a16="http://schemas.microsoft.com/office/drawing/2014/main" id="{9C5C5982-0B05-DF56-33BE-977DFDDC83A8}"/>
                  </a:ext>
                </a:extLst>
              </p:cNvPr>
              <p:cNvPicPr/>
              <p:nvPr/>
            </p:nvPicPr>
            <p:blipFill>
              <a:blip r:embed="rId219"/>
              <a:stretch>
                <a:fillRect/>
              </a:stretch>
            </p:blipFill>
            <p:spPr>
              <a:xfrm>
                <a:off x="7109790" y="4590210"/>
                <a:ext cx="27720" cy="202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0">
            <p14:nvContentPartPr>
              <p14:cNvPr id="129" name="Ink 128">
                <a:extLst>
                  <a:ext uri="{FF2B5EF4-FFF2-40B4-BE49-F238E27FC236}">
                    <a16:creationId xmlns:a16="http://schemas.microsoft.com/office/drawing/2014/main" id="{948D5F06-5EDD-D2BE-2F26-30000602433E}"/>
                  </a:ext>
                </a:extLst>
              </p14:cNvPr>
              <p14:cNvContentPartPr/>
              <p14:nvPr/>
            </p14:nvContentPartPr>
            <p14:xfrm>
              <a:off x="7150110" y="5033370"/>
              <a:ext cx="6840" cy="164160"/>
            </p14:xfrm>
          </p:contentPart>
        </mc:Choice>
        <mc:Fallback>
          <p:pic>
            <p:nvPicPr>
              <p:cNvPr id="129" name="Ink 128">
                <a:extLst>
                  <a:ext uri="{FF2B5EF4-FFF2-40B4-BE49-F238E27FC236}">
                    <a16:creationId xmlns:a16="http://schemas.microsoft.com/office/drawing/2014/main" id="{948D5F06-5EDD-D2BE-2F26-30000602433E}"/>
                  </a:ext>
                </a:extLst>
              </p:cNvPr>
              <p:cNvPicPr/>
              <p:nvPr/>
            </p:nvPicPr>
            <p:blipFill>
              <a:blip r:embed="rId221"/>
              <a:stretch>
                <a:fillRect/>
              </a:stretch>
            </p:blipFill>
            <p:spPr>
              <a:xfrm>
                <a:off x="7141110" y="5024370"/>
                <a:ext cx="24480" cy="181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2">
            <p14:nvContentPartPr>
              <p14:cNvPr id="130" name="Ink 129">
                <a:extLst>
                  <a:ext uri="{FF2B5EF4-FFF2-40B4-BE49-F238E27FC236}">
                    <a16:creationId xmlns:a16="http://schemas.microsoft.com/office/drawing/2014/main" id="{515F907E-0C7C-9781-02D3-12A197A3BF25}"/>
                  </a:ext>
                </a:extLst>
              </p14:cNvPr>
              <p14:cNvContentPartPr/>
              <p14:nvPr/>
            </p14:nvContentPartPr>
            <p14:xfrm>
              <a:off x="7128510" y="5362770"/>
              <a:ext cx="7560" cy="183240"/>
            </p14:xfrm>
          </p:contentPart>
        </mc:Choice>
        <mc:Fallback>
          <p:pic>
            <p:nvPicPr>
              <p:cNvPr id="130" name="Ink 129">
                <a:extLst>
                  <a:ext uri="{FF2B5EF4-FFF2-40B4-BE49-F238E27FC236}">
                    <a16:creationId xmlns:a16="http://schemas.microsoft.com/office/drawing/2014/main" id="{515F907E-0C7C-9781-02D3-12A197A3BF25}"/>
                  </a:ext>
                </a:extLst>
              </p:cNvPr>
              <p:cNvPicPr/>
              <p:nvPr/>
            </p:nvPicPr>
            <p:blipFill>
              <a:blip r:embed="rId223"/>
              <a:stretch>
                <a:fillRect/>
              </a:stretch>
            </p:blipFill>
            <p:spPr>
              <a:xfrm>
                <a:off x="7119510" y="5354130"/>
                <a:ext cx="25200" cy="200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4">
            <p14:nvContentPartPr>
              <p14:cNvPr id="131" name="Ink 130">
                <a:extLst>
                  <a:ext uri="{FF2B5EF4-FFF2-40B4-BE49-F238E27FC236}">
                    <a16:creationId xmlns:a16="http://schemas.microsoft.com/office/drawing/2014/main" id="{CD9E0E77-8BF5-2608-A787-5E2B15203C12}"/>
                  </a:ext>
                </a:extLst>
              </p14:cNvPr>
              <p14:cNvContentPartPr/>
              <p14:nvPr/>
            </p14:nvContentPartPr>
            <p14:xfrm>
              <a:off x="7146510" y="5774250"/>
              <a:ext cx="10080" cy="232200"/>
            </p14:xfrm>
          </p:contentPart>
        </mc:Choice>
        <mc:Fallback>
          <p:pic>
            <p:nvPicPr>
              <p:cNvPr id="131" name="Ink 130">
                <a:extLst>
                  <a:ext uri="{FF2B5EF4-FFF2-40B4-BE49-F238E27FC236}">
                    <a16:creationId xmlns:a16="http://schemas.microsoft.com/office/drawing/2014/main" id="{CD9E0E77-8BF5-2608-A787-5E2B15203C12}"/>
                  </a:ext>
                </a:extLst>
              </p:cNvPr>
              <p:cNvPicPr/>
              <p:nvPr/>
            </p:nvPicPr>
            <p:blipFill>
              <a:blip r:embed="rId225"/>
              <a:stretch>
                <a:fillRect/>
              </a:stretch>
            </p:blipFill>
            <p:spPr>
              <a:xfrm>
                <a:off x="7137510" y="5765610"/>
                <a:ext cx="27720" cy="249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6">
            <p14:nvContentPartPr>
              <p14:cNvPr id="132" name="Ink 131">
                <a:extLst>
                  <a:ext uri="{FF2B5EF4-FFF2-40B4-BE49-F238E27FC236}">
                    <a16:creationId xmlns:a16="http://schemas.microsoft.com/office/drawing/2014/main" id="{8E61BAD0-0F27-8F0C-6CD4-1B2D32708578}"/>
                  </a:ext>
                </a:extLst>
              </p14:cNvPr>
              <p14:cNvContentPartPr/>
              <p14:nvPr/>
            </p14:nvContentPartPr>
            <p14:xfrm>
              <a:off x="7139310" y="6225690"/>
              <a:ext cx="10080" cy="207000"/>
            </p14:xfrm>
          </p:contentPart>
        </mc:Choice>
        <mc:Fallback>
          <p:pic>
            <p:nvPicPr>
              <p:cNvPr id="132" name="Ink 131">
                <a:extLst>
                  <a:ext uri="{FF2B5EF4-FFF2-40B4-BE49-F238E27FC236}">
                    <a16:creationId xmlns:a16="http://schemas.microsoft.com/office/drawing/2014/main" id="{8E61BAD0-0F27-8F0C-6CD4-1B2D32708578}"/>
                  </a:ext>
                </a:extLst>
              </p:cNvPr>
              <p:cNvPicPr/>
              <p:nvPr/>
            </p:nvPicPr>
            <p:blipFill>
              <a:blip r:embed="rId227"/>
              <a:stretch>
                <a:fillRect/>
              </a:stretch>
            </p:blipFill>
            <p:spPr>
              <a:xfrm>
                <a:off x="7130310" y="6217050"/>
                <a:ext cx="27720" cy="224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8">
            <p14:nvContentPartPr>
              <p14:cNvPr id="133" name="Ink 132">
                <a:extLst>
                  <a:ext uri="{FF2B5EF4-FFF2-40B4-BE49-F238E27FC236}">
                    <a16:creationId xmlns:a16="http://schemas.microsoft.com/office/drawing/2014/main" id="{19E41672-412E-8CE4-E9F1-695256CF12DB}"/>
                  </a:ext>
                </a:extLst>
              </p14:cNvPr>
              <p14:cNvContentPartPr/>
              <p14:nvPr/>
            </p14:nvContentPartPr>
            <p14:xfrm>
              <a:off x="7166670" y="6690450"/>
              <a:ext cx="1440" cy="167040"/>
            </p14:xfrm>
          </p:contentPart>
        </mc:Choice>
        <mc:Fallback>
          <p:pic>
            <p:nvPicPr>
              <p:cNvPr id="133" name="Ink 132">
                <a:extLst>
                  <a:ext uri="{FF2B5EF4-FFF2-40B4-BE49-F238E27FC236}">
                    <a16:creationId xmlns:a16="http://schemas.microsoft.com/office/drawing/2014/main" id="{19E41672-412E-8CE4-E9F1-695256CF12DB}"/>
                  </a:ext>
                </a:extLst>
              </p:cNvPr>
              <p:cNvPicPr/>
              <p:nvPr/>
            </p:nvPicPr>
            <p:blipFill>
              <a:blip r:embed="rId148"/>
              <a:stretch>
                <a:fillRect/>
              </a:stretch>
            </p:blipFill>
            <p:spPr>
              <a:xfrm>
                <a:off x="7158030" y="6681810"/>
                <a:ext cx="19080" cy="184680"/>
              </a:xfrm>
              <a:prstGeom prst="rect">
                <a:avLst/>
              </a:prstGeom>
            </p:spPr>
          </p:pic>
        </mc:Fallback>
      </mc:AlternateContent>
      <p:graphicFrame>
        <p:nvGraphicFramePr>
          <p:cNvPr id="135" name="Table 135">
            <a:extLst>
              <a:ext uri="{FF2B5EF4-FFF2-40B4-BE49-F238E27FC236}">
                <a16:creationId xmlns:a16="http://schemas.microsoft.com/office/drawing/2014/main" id="{97583ABF-5C66-FC09-F8A1-BC7B74C1715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43247629"/>
              </p:ext>
            </p:extLst>
          </p:nvPr>
        </p:nvGraphicFramePr>
        <p:xfrm>
          <a:off x="8670074" y="115206"/>
          <a:ext cx="1427390" cy="67008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3695">
                  <a:extLst>
                    <a:ext uri="{9D8B030D-6E8A-4147-A177-3AD203B41FA5}">
                      <a16:colId xmlns:a16="http://schemas.microsoft.com/office/drawing/2014/main" val="2787387825"/>
                    </a:ext>
                  </a:extLst>
                </a:gridCol>
                <a:gridCol w="713695">
                  <a:extLst>
                    <a:ext uri="{9D8B030D-6E8A-4147-A177-3AD203B41FA5}">
                      <a16:colId xmlns:a16="http://schemas.microsoft.com/office/drawing/2014/main" val="2267871907"/>
                    </a:ext>
                  </a:extLst>
                </a:gridCol>
              </a:tblGrid>
              <a:tr h="39417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59475683"/>
                  </a:ext>
                </a:extLst>
              </a:tr>
              <a:tr h="39417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91541824"/>
                  </a:ext>
                </a:extLst>
              </a:tr>
              <a:tr h="39417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31074003"/>
                  </a:ext>
                </a:extLst>
              </a:tr>
              <a:tr h="39417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11290772"/>
                  </a:ext>
                </a:extLst>
              </a:tr>
              <a:tr h="39417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30193316"/>
                  </a:ext>
                </a:extLst>
              </a:tr>
              <a:tr h="39417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85214523"/>
                  </a:ext>
                </a:extLst>
              </a:tr>
              <a:tr h="39417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06837488"/>
                  </a:ext>
                </a:extLst>
              </a:tr>
              <a:tr h="39417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41039025"/>
                  </a:ext>
                </a:extLst>
              </a:tr>
              <a:tr h="39417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03470706"/>
                  </a:ext>
                </a:extLst>
              </a:tr>
              <a:tr h="39417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39787115"/>
                  </a:ext>
                </a:extLst>
              </a:tr>
              <a:tr h="39417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70336894"/>
                  </a:ext>
                </a:extLst>
              </a:tr>
              <a:tr h="39417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71482319"/>
                  </a:ext>
                </a:extLst>
              </a:tr>
              <a:tr h="39417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47235042"/>
                  </a:ext>
                </a:extLst>
              </a:tr>
              <a:tr h="39417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53928126"/>
                  </a:ext>
                </a:extLst>
              </a:tr>
              <a:tr h="39417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17612088"/>
                  </a:ext>
                </a:extLst>
              </a:tr>
              <a:tr h="39417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04536273"/>
                  </a:ext>
                </a:extLst>
              </a:tr>
              <a:tr h="39417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23782004"/>
                  </a:ext>
                </a:extLst>
              </a:tr>
            </a:tbl>
          </a:graphicData>
        </a:graphic>
      </p:graphicFrame>
      <p:grpSp>
        <p:nvGrpSpPr>
          <p:cNvPr id="153" name="Group 152">
            <a:extLst>
              <a:ext uri="{FF2B5EF4-FFF2-40B4-BE49-F238E27FC236}">
                <a16:creationId xmlns:a16="http://schemas.microsoft.com/office/drawing/2014/main" id="{CEFAAC64-26DB-3663-8749-CF1E1B159F54}"/>
              </a:ext>
            </a:extLst>
          </p:cNvPr>
          <p:cNvGrpSpPr/>
          <p:nvPr/>
        </p:nvGrpSpPr>
        <p:grpSpPr>
          <a:xfrm>
            <a:off x="8823390" y="96330"/>
            <a:ext cx="255600" cy="390240"/>
            <a:chOff x="8823390" y="96330"/>
            <a:chExt cx="255600" cy="390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29">
              <p14:nvContentPartPr>
                <p14:cNvPr id="149" name="Ink 148">
                  <a:extLst>
                    <a:ext uri="{FF2B5EF4-FFF2-40B4-BE49-F238E27FC236}">
                      <a16:creationId xmlns:a16="http://schemas.microsoft.com/office/drawing/2014/main" id="{D59D00C9-0D7C-115E-BFA0-604B4B43AB9B}"/>
                    </a:ext>
                  </a:extLst>
                </p14:cNvPr>
                <p14:cNvContentPartPr/>
                <p14:nvPr/>
              </p14:nvContentPartPr>
              <p14:xfrm>
                <a:off x="8844990" y="161850"/>
                <a:ext cx="143640" cy="286920"/>
              </p14:xfrm>
            </p:contentPart>
          </mc:Choice>
          <mc:Fallback>
            <p:pic>
              <p:nvPicPr>
                <p:cNvPr id="149" name="Ink 148">
                  <a:extLst>
                    <a:ext uri="{FF2B5EF4-FFF2-40B4-BE49-F238E27FC236}">
                      <a16:creationId xmlns:a16="http://schemas.microsoft.com/office/drawing/2014/main" id="{D59D00C9-0D7C-115E-BFA0-604B4B43AB9B}"/>
                    </a:ext>
                  </a:extLst>
                </p:cNvPr>
                <p:cNvPicPr/>
                <p:nvPr/>
              </p:nvPicPr>
              <p:blipFill>
                <a:blip r:embed="rId230"/>
                <a:stretch>
                  <a:fillRect/>
                </a:stretch>
              </p:blipFill>
              <p:spPr>
                <a:xfrm>
                  <a:off x="8827350" y="143850"/>
                  <a:ext cx="179280" cy="32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1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1855EC8D-7A18-802E-C1D4-C51CD80DDEAC}"/>
                    </a:ext>
                  </a:extLst>
                </p14:cNvPr>
                <p14:cNvContentPartPr/>
                <p14:nvPr/>
              </p14:nvContentPartPr>
              <p14:xfrm>
                <a:off x="8823390" y="290370"/>
                <a:ext cx="124200" cy="32760"/>
              </p14:xfrm>
            </p:contentPart>
          </mc:Choice>
          <mc:Fallback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1855EC8D-7A18-802E-C1D4-C51CD80DDEAC}"/>
                    </a:ext>
                  </a:extLst>
                </p:cNvPr>
                <p:cNvPicPr/>
                <p:nvPr/>
              </p:nvPicPr>
              <p:blipFill>
                <a:blip r:embed="rId232"/>
                <a:stretch>
                  <a:fillRect/>
                </a:stretch>
              </p:blipFill>
              <p:spPr>
                <a:xfrm>
                  <a:off x="8805750" y="272370"/>
                  <a:ext cx="159840" cy="6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3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FAA83D4F-21C6-550E-D0D2-4D63272EA70B}"/>
                    </a:ext>
                  </a:extLst>
                </p14:cNvPr>
                <p14:cNvContentPartPr/>
                <p14:nvPr/>
              </p14:nvContentPartPr>
              <p14:xfrm>
                <a:off x="9067830" y="344370"/>
                <a:ext cx="11160" cy="142200"/>
              </p14:xfrm>
            </p:contentPart>
          </mc:Choice>
          <mc:Fallback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FAA83D4F-21C6-550E-D0D2-4D63272EA70B}"/>
                    </a:ext>
                  </a:extLst>
                </p:cNvPr>
                <p:cNvPicPr/>
                <p:nvPr/>
              </p:nvPicPr>
              <p:blipFill>
                <a:blip r:embed="rId234"/>
                <a:stretch>
                  <a:fillRect/>
                </a:stretch>
              </p:blipFill>
              <p:spPr>
                <a:xfrm>
                  <a:off x="9049830" y="326730"/>
                  <a:ext cx="46800" cy="17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5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9F312EB1-210E-3F49-A12D-26ADE04FE203}"/>
                    </a:ext>
                  </a:extLst>
                </p14:cNvPr>
                <p14:cNvContentPartPr/>
                <p14:nvPr/>
              </p14:nvContentPartPr>
              <p14:xfrm>
                <a:off x="8895750" y="96330"/>
                <a:ext cx="156600" cy="28440"/>
              </p14:xfrm>
            </p:contentPart>
          </mc:Choice>
          <mc:Fallback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9F312EB1-210E-3F49-A12D-26ADE04FE203}"/>
                    </a:ext>
                  </a:extLst>
                </p:cNvPr>
                <p:cNvPicPr/>
                <p:nvPr/>
              </p:nvPicPr>
              <p:blipFill>
                <a:blip r:embed="rId236"/>
                <a:stretch>
                  <a:fillRect/>
                </a:stretch>
              </p:blipFill>
              <p:spPr>
                <a:xfrm>
                  <a:off x="8877750" y="78690"/>
                  <a:ext cx="192240" cy="64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5" name="Group 164">
            <a:extLst>
              <a:ext uri="{FF2B5EF4-FFF2-40B4-BE49-F238E27FC236}">
                <a16:creationId xmlns:a16="http://schemas.microsoft.com/office/drawing/2014/main" id="{4A1B2A8B-BE59-D5A4-8CCA-B57D625EE166}"/>
              </a:ext>
            </a:extLst>
          </p:cNvPr>
          <p:cNvGrpSpPr/>
          <p:nvPr/>
        </p:nvGrpSpPr>
        <p:grpSpPr>
          <a:xfrm>
            <a:off x="9460950" y="181650"/>
            <a:ext cx="644760" cy="316800"/>
            <a:chOff x="9460950" y="181650"/>
            <a:chExt cx="644760" cy="316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37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94800021-7A54-95D9-B061-629EB8D2BA03}"/>
                    </a:ext>
                  </a:extLst>
                </p14:cNvPr>
                <p14:cNvContentPartPr/>
                <p14:nvPr/>
              </p14:nvContentPartPr>
              <p14:xfrm>
                <a:off x="9468510" y="204690"/>
                <a:ext cx="61560" cy="202680"/>
              </p14:xfrm>
            </p:contentPart>
          </mc:Choice>
          <mc:Fallback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94800021-7A54-95D9-B061-629EB8D2BA03}"/>
                    </a:ext>
                  </a:extLst>
                </p:cNvPr>
                <p:cNvPicPr/>
                <p:nvPr/>
              </p:nvPicPr>
              <p:blipFill>
                <a:blip r:embed="rId238"/>
                <a:stretch>
                  <a:fillRect/>
                </a:stretch>
              </p:blipFill>
              <p:spPr>
                <a:xfrm>
                  <a:off x="9450510" y="187050"/>
                  <a:ext cx="97200" cy="23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9">
              <p14:nvContentPartPr>
                <p14:cNvPr id="155" name="Ink 154">
                  <a:extLst>
                    <a:ext uri="{FF2B5EF4-FFF2-40B4-BE49-F238E27FC236}">
                      <a16:creationId xmlns:a16="http://schemas.microsoft.com/office/drawing/2014/main" id="{12CADA27-907C-F26A-4DAF-0F86E067FA75}"/>
                    </a:ext>
                  </a:extLst>
                </p14:cNvPr>
                <p14:cNvContentPartPr/>
                <p14:nvPr/>
              </p14:nvContentPartPr>
              <p14:xfrm>
                <a:off x="9513150" y="197130"/>
                <a:ext cx="61560" cy="229320"/>
              </p14:xfrm>
            </p:contentPart>
          </mc:Choice>
          <mc:Fallback>
            <p:pic>
              <p:nvPicPr>
                <p:cNvPr id="155" name="Ink 154">
                  <a:extLst>
                    <a:ext uri="{FF2B5EF4-FFF2-40B4-BE49-F238E27FC236}">
                      <a16:creationId xmlns:a16="http://schemas.microsoft.com/office/drawing/2014/main" id="{12CADA27-907C-F26A-4DAF-0F86E067FA75}"/>
                    </a:ext>
                  </a:extLst>
                </p:cNvPr>
                <p:cNvPicPr/>
                <p:nvPr/>
              </p:nvPicPr>
              <p:blipFill>
                <a:blip r:embed="rId240"/>
                <a:stretch>
                  <a:fillRect/>
                </a:stretch>
              </p:blipFill>
              <p:spPr>
                <a:xfrm>
                  <a:off x="9495150" y="179490"/>
                  <a:ext cx="97200" cy="26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1">
              <p14:nvContentPartPr>
                <p14:cNvPr id="156" name="Ink 155">
                  <a:extLst>
                    <a:ext uri="{FF2B5EF4-FFF2-40B4-BE49-F238E27FC236}">
                      <a16:creationId xmlns:a16="http://schemas.microsoft.com/office/drawing/2014/main" id="{CE389174-FAB1-5A17-7380-0C1C7F69B40D}"/>
                    </a:ext>
                  </a:extLst>
                </p14:cNvPr>
                <p14:cNvContentPartPr/>
                <p14:nvPr/>
              </p14:nvContentPartPr>
              <p14:xfrm>
                <a:off x="9460950" y="345450"/>
                <a:ext cx="85680" cy="18720"/>
              </p14:xfrm>
            </p:contentPart>
          </mc:Choice>
          <mc:Fallback>
            <p:pic>
              <p:nvPicPr>
                <p:cNvPr id="156" name="Ink 155">
                  <a:extLst>
                    <a:ext uri="{FF2B5EF4-FFF2-40B4-BE49-F238E27FC236}">
                      <a16:creationId xmlns:a16="http://schemas.microsoft.com/office/drawing/2014/main" id="{CE389174-FAB1-5A17-7380-0C1C7F69B40D}"/>
                    </a:ext>
                  </a:extLst>
                </p:cNvPr>
                <p:cNvPicPr/>
                <p:nvPr/>
              </p:nvPicPr>
              <p:blipFill>
                <a:blip r:embed="rId242"/>
                <a:stretch>
                  <a:fillRect/>
                </a:stretch>
              </p:blipFill>
              <p:spPr>
                <a:xfrm>
                  <a:off x="9443310" y="327810"/>
                  <a:ext cx="121320" cy="5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3">
              <p14:nvContentPartPr>
                <p14:cNvPr id="157" name="Ink 156">
                  <a:extLst>
                    <a:ext uri="{FF2B5EF4-FFF2-40B4-BE49-F238E27FC236}">
                      <a16:creationId xmlns:a16="http://schemas.microsoft.com/office/drawing/2014/main" id="{D6C5A72E-C664-02C4-E025-1D749584D08B}"/>
                    </a:ext>
                  </a:extLst>
                </p14:cNvPr>
                <p14:cNvContentPartPr/>
                <p14:nvPr/>
              </p14:nvContentPartPr>
              <p14:xfrm>
                <a:off x="9628350" y="325650"/>
                <a:ext cx="83160" cy="115920"/>
              </p14:xfrm>
            </p:contentPart>
          </mc:Choice>
          <mc:Fallback>
            <p:pic>
              <p:nvPicPr>
                <p:cNvPr id="157" name="Ink 156">
                  <a:extLst>
                    <a:ext uri="{FF2B5EF4-FFF2-40B4-BE49-F238E27FC236}">
                      <a16:creationId xmlns:a16="http://schemas.microsoft.com/office/drawing/2014/main" id="{D6C5A72E-C664-02C4-E025-1D749584D08B}"/>
                    </a:ext>
                  </a:extLst>
                </p:cNvPr>
                <p:cNvPicPr/>
                <p:nvPr/>
              </p:nvPicPr>
              <p:blipFill>
                <a:blip r:embed="rId244"/>
                <a:stretch>
                  <a:fillRect/>
                </a:stretch>
              </p:blipFill>
              <p:spPr>
                <a:xfrm>
                  <a:off x="9610350" y="308010"/>
                  <a:ext cx="118800" cy="15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5">
              <p14:nvContentPartPr>
                <p14:cNvPr id="158" name="Ink 157">
                  <a:extLst>
                    <a:ext uri="{FF2B5EF4-FFF2-40B4-BE49-F238E27FC236}">
                      <a16:creationId xmlns:a16="http://schemas.microsoft.com/office/drawing/2014/main" id="{9CF822F5-088C-4EDA-DB3B-9A5D1D9A6366}"/>
                    </a:ext>
                  </a:extLst>
                </p14:cNvPr>
                <p14:cNvContentPartPr/>
                <p14:nvPr/>
              </p14:nvContentPartPr>
              <p14:xfrm>
                <a:off x="9740310" y="294690"/>
                <a:ext cx="60480" cy="1440"/>
              </p14:xfrm>
            </p:contentPart>
          </mc:Choice>
          <mc:Fallback>
            <p:pic>
              <p:nvPicPr>
                <p:cNvPr id="158" name="Ink 157">
                  <a:extLst>
                    <a:ext uri="{FF2B5EF4-FFF2-40B4-BE49-F238E27FC236}">
                      <a16:creationId xmlns:a16="http://schemas.microsoft.com/office/drawing/2014/main" id="{9CF822F5-088C-4EDA-DB3B-9A5D1D9A6366}"/>
                    </a:ext>
                  </a:extLst>
                </p:cNvPr>
                <p:cNvPicPr/>
                <p:nvPr/>
              </p:nvPicPr>
              <p:blipFill>
                <a:blip r:embed="rId246"/>
                <a:stretch>
                  <a:fillRect/>
                </a:stretch>
              </p:blipFill>
              <p:spPr>
                <a:xfrm>
                  <a:off x="9722310" y="276690"/>
                  <a:ext cx="96120" cy="3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7">
              <p14:nvContentPartPr>
                <p14:cNvPr id="159" name="Ink 158">
                  <a:extLst>
                    <a:ext uri="{FF2B5EF4-FFF2-40B4-BE49-F238E27FC236}">
                      <a16:creationId xmlns:a16="http://schemas.microsoft.com/office/drawing/2014/main" id="{F1B343DD-19AE-CF62-DBFE-5A84988D27C6}"/>
                    </a:ext>
                  </a:extLst>
                </p14:cNvPr>
                <p14:cNvContentPartPr/>
                <p14:nvPr/>
              </p14:nvContentPartPr>
              <p14:xfrm>
                <a:off x="9740310" y="229170"/>
                <a:ext cx="52920" cy="147960"/>
              </p14:xfrm>
            </p:contentPart>
          </mc:Choice>
          <mc:Fallback>
            <p:pic>
              <p:nvPicPr>
                <p:cNvPr id="159" name="Ink 158">
                  <a:extLst>
                    <a:ext uri="{FF2B5EF4-FFF2-40B4-BE49-F238E27FC236}">
                      <a16:creationId xmlns:a16="http://schemas.microsoft.com/office/drawing/2014/main" id="{F1B343DD-19AE-CF62-DBFE-5A84988D27C6}"/>
                    </a:ext>
                  </a:extLst>
                </p:cNvPr>
                <p:cNvPicPr/>
                <p:nvPr/>
              </p:nvPicPr>
              <p:blipFill>
                <a:blip r:embed="rId248"/>
                <a:stretch>
                  <a:fillRect/>
                </a:stretch>
              </p:blipFill>
              <p:spPr>
                <a:xfrm>
                  <a:off x="9722310" y="211170"/>
                  <a:ext cx="88560" cy="18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9">
              <p14:nvContentPartPr>
                <p14:cNvPr id="160" name="Ink 159">
                  <a:extLst>
                    <a:ext uri="{FF2B5EF4-FFF2-40B4-BE49-F238E27FC236}">
                      <a16:creationId xmlns:a16="http://schemas.microsoft.com/office/drawing/2014/main" id="{99852659-1CF2-383F-ED8B-352591B99D0B}"/>
                    </a:ext>
                  </a:extLst>
                </p14:cNvPr>
                <p14:cNvContentPartPr/>
                <p14:nvPr/>
              </p14:nvContentPartPr>
              <p14:xfrm>
                <a:off x="9708990" y="181650"/>
                <a:ext cx="148680" cy="203040"/>
              </p14:xfrm>
            </p:contentPart>
          </mc:Choice>
          <mc:Fallback>
            <p:pic>
              <p:nvPicPr>
                <p:cNvPr id="160" name="Ink 159">
                  <a:extLst>
                    <a:ext uri="{FF2B5EF4-FFF2-40B4-BE49-F238E27FC236}">
                      <a16:creationId xmlns:a16="http://schemas.microsoft.com/office/drawing/2014/main" id="{99852659-1CF2-383F-ED8B-352591B99D0B}"/>
                    </a:ext>
                  </a:extLst>
                </p:cNvPr>
                <p:cNvPicPr/>
                <p:nvPr/>
              </p:nvPicPr>
              <p:blipFill>
                <a:blip r:embed="rId250"/>
                <a:stretch>
                  <a:fillRect/>
                </a:stretch>
              </p:blipFill>
              <p:spPr>
                <a:xfrm>
                  <a:off x="9690990" y="163650"/>
                  <a:ext cx="184320" cy="23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1">
              <p14:nvContentPartPr>
                <p14:cNvPr id="161" name="Ink 160">
                  <a:extLst>
                    <a:ext uri="{FF2B5EF4-FFF2-40B4-BE49-F238E27FC236}">
                      <a16:creationId xmlns:a16="http://schemas.microsoft.com/office/drawing/2014/main" id="{8A8E33FA-1F72-1B95-30CF-14034212E70B}"/>
                    </a:ext>
                  </a:extLst>
                </p14:cNvPr>
                <p14:cNvContentPartPr/>
                <p14:nvPr/>
              </p14:nvContentPartPr>
              <p14:xfrm>
                <a:off x="9897270" y="205770"/>
                <a:ext cx="63720" cy="183240"/>
              </p14:xfrm>
            </p:contentPart>
          </mc:Choice>
          <mc:Fallback>
            <p:pic>
              <p:nvPicPr>
                <p:cNvPr id="161" name="Ink 160">
                  <a:extLst>
                    <a:ext uri="{FF2B5EF4-FFF2-40B4-BE49-F238E27FC236}">
                      <a16:creationId xmlns:a16="http://schemas.microsoft.com/office/drawing/2014/main" id="{8A8E33FA-1F72-1B95-30CF-14034212E70B}"/>
                    </a:ext>
                  </a:extLst>
                </p:cNvPr>
                <p:cNvPicPr/>
                <p:nvPr/>
              </p:nvPicPr>
              <p:blipFill>
                <a:blip r:embed="rId252"/>
                <a:stretch>
                  <a:fillRect/>
                </a:stretch>
              </p:blipFill>
              <p:spPr>
                <a:xfrm>
                  <a:off x="9879270" y="188130"/>
                  <a:ext cx="99360" cy="21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3">
              <p14:nvContentPartPr>
                <p14:cNvPr id="162" name="Ink 161">
                  <a:extLst>
                    <a:ext uri="{FF2B5EF4-FFF2-40B4-BE49-F238E27FC236}">
                      <a16:creationId xmlns:a16="http://schemas.microsoft.com/office/drawing/2014/main" id="{6171A330-1E60-123C-62A7-DB2D4B7AEFE9}"/>
                    </a:ext>
                  </a:extLst>
                </p14:cNvPr>
                <p14:cNvContentPartPr/>
                <p14:nvPr/>
              </p14:nvContentPartPr>
              <p14:xfrm>
                <a:off x="9968910" y="214410"/>
                <a:ext cx="6480" cy="190800"/>
              </p14:xfrm>
            </p:contentPart>
          </mc:Choice>
          <mc:Fallback>
            <p:pic>
              <p:nvPicPr>
                <p:cNvPr id="162" name="Ink 161">
                  <a:extLst>
                    <a:ext uri="{FF2B5EF4-FFF2-40B4-BE49-F238E27FC236}">
                      <a16:creationId xmlns:a16="http://schemas.microsoft.com/office/drawing/2014/main" id="{6171A330-1E60-123C-62A7-DB2D4B7AEFE9}"/>
                    </a:ext>
                  </a:extLst>
                </p:cNvPr>
                <p:cNvPicPr/>
                <p:nvPr/>
              </p:nvPicPr>
              <p:blipFill>
                <a:blip r:embed="rId254"/>
                <a:stretch>
                  <a:fillRect/>
                </a:stretch>
              </p:blipFill>
              <p:spPr>
                <a:xfrm>
                  <a:off x="9950910" y="196770"/>
                  <a:ext cx="42120" cy="22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5">
              <p14:nvContentPartPr>
                <p14:cNvPr id="163" name="Ink 162">
                  <a:extLst>
                    <a:ext uri="{FF2B5EF4-FFF2-40B4-BE49-F238E27FC236}">
                      <a16:creationId xmlns:a16="http://schemas.microsoft.com/office/drawing/2014/main" id="{3B5AFDB9-F373-FD99-F12B-1835CE820D58}"/>
                    </a:ext>
                  </a:extLst>
                </p14:cNvPr>
                <p14:cNvContentPartPr/>
                <p14:nvPr/>
              </p14:nvContentPartPr>
              <p14:xfrm>
                <a:off x="9899070" y="313050"/>
                <a:ext cx="102600" cy="6840"/>
              </p14:xfrm>
            </p:contentPart>
          </mc:Choice>
          <mc:Fallback>
            <p:pic>
              <p:nvPicPr>
                <p:cNvPr id="163" name="Ink 162">
                  <a:extLst>
                    <a:ext uri="{FF2B5EF4-FFF2-40B4-BE49-F238E27FC236}">
                      <a16:creationId xmlns:a16="http://schemas.microsoft.com/office/drawing/2014/main" id="{3B5AFDB9-F373-FD99-F12B-1835CE820D58}"/>
                    </a:ext>
                  </a:extLst>
                </p:cNvPr>
                <p:cNvPicPr/>
                <p:nvPr/>
              </p:nvPicPr>
              <p:blipFill>
                <a:blip r:embed="rId256"/>
                <a:stretch>
                  <a:fillRect/>
                </a:stretch>
              </p:blipFill>
              <p:spPr>
                <a:xfrm>
                  <a:off x="9881070" y="295050"/>
                  <a:ext cx="138240" cy="4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7">
              <p14:nvContentPartPr>
                <p14:cNvPr id="164" name="Ink 163">
                  <a:extLst>
                    <a:ext uri="{FF2B5EF4-FFF2-40B4-BE49-F238E27FC236}">
                      <a16:creationId xmlns:a16="http://schemas.microsoft.com/office/drawing/2014/main" id="{EEC2EC58-8A4D-0704-4E28-DF29FDD649C4}"/>
                    </a:ext>
                  </a:extLst>
                </p14:cNvPr>
                <p14:cNvContentPartPr/>
                <p14:nvPr/>
              </p14:nvContentPartPr>
              <p14:xfrm>
                <a:off x="10021830" y="346530"/>
                <a:ext cx="83880" cy="151920"/>
              </p14:xfrm>
            </p:contentPart>
          </mc:Choice>
          <mc:Fallback>
            <p:pic>
              <p:nvPicPr>
                <p:cNvPr id="164" name="Ink 163">
                  <a:extLst>
                    <a:ext uri="{FF2B5EF4-FFF2-40B4-BE49-F238E27FC236}">
                      <a16:creationId xmlns:a16="http://schemas.microsoft.com/office/drawing/2014/main" id="{EEC2EC58-8A4D-0704-4E28-DF29FDD649C4}"/>
                    </a:ext>
                  </a:extLst>
                </p:cNvPr>
                <p:cNvPicPr/>
                <p:nvPr/>
              </p:nvPicPr>
              <p:blipFill>
                <a:blip r:embed="rId258"/>
                <a:stretch>
                  <a:fillRect/>
                </a:stretch>
              </p:blipFill>
              <p:spPr>
                <a:xfrm>
                  <a:off x="10003830" y="328890"/>
                  <a:ext cx="119520" cy="1875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59">
            <p14:nvContentPartPr>
              <p14:cNvPr id="166" name="Ink 165">
                <a:extLst>
                  <a:ext uri="{FF2B5EF4-FFF2-40B4-BE49-F238E27FC236}">
                    <a16:creationId xmlns:a16="http://schemas.microsoft.com/office/drawing/2014/main" id="{991456E8-1137-ABCE-07C7-B5399E78E2A6}"/>
                  </a:ext>
                </a:extLst>
              </p14:cNvPr>
              <p14:cNvContentPartPr/>
              <p14:nvPr/>
            </p14:nvContentPartPr>
            <p14:xfrm>
              <a:off x="8973870" y="644250"/>
              <a:ext cx="8280" cy="159480"/>
            </p14:xfrm>
          </p:contentPart>
        </mc:Choice>
        <mc:Fallback>
          <p:pic>
            <p:nvPicPr>
              <p:cNvPr id="166" name="Ink 165">
                <a:extLst>
                  <a:ext uri="{FF2B5EF4-FFF2-40B4-BE49-F238E27FC236}">
                    <a16:creationId xmlns:a16="http://schemas.microsoft.com/office/drawing/2014/main" id="{991456E8-1137-ABCE-07C7-B5399E78E2A6}"/>
                  </a:ext>
                </a:extLst>
              </p:cNvPr>
              <p:cNvPicPr/>
              <p:nvPr/>
            </p:nvPicPr>
            <p:blipFill>
              <a:blip r:embed="rId260"/>
              <a:stretch>
                <a:fillRect/>
              </a:stretch>
            </p:blipFill>
            <p:spPr>
              <a:xfrm>
                <a:off x="8955870" y="626610"/>
                <a:ext cx="43920" cy="195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1">
            <p14:nvContentPartPr>
              <p14:cNvPr id="167" name="Ink 166">
                <a:extLst>
                  <a:ext uri="{FF2B5EF4-FFF2-40B4-BE49-F238E27FC236}">
                    <a16:creationId xmlns:a16="http://schemas.microsoft.com/office/drawing/2014/main" id="{00D42957-63BC-E2BF-9DC2-E063CFEE3DD8}"/>
                  </a:ext>
                </a:extLst>
              </p14:cNvPr>
              <p14:cNvContentPartPr/>
              <p14:nvPr/>
            </p14:nvContentPartPr>
            <p14:xfrm>
              <a:off x="8982150" y="984450"/>
              <a:ext cx="12240" cy="161640"/>
            </p14:xfrm>
          </p:contentPart>
        </mc:Choice>
        <mc:Fallback>
          <p:pic>
            <p:nvPicPr>
              <p:cNvPr id="167" name="Ink 166">
                <a:extLst>
                  <a:ext uri="{FF2B5EF4-FFF2-40B4-BE49-F238E27FC236}">
                    <a16:creationId xmlns:a16="http://schemas.microsoft.com/office/drawing/2014/main" id="{00D42957-63BC-E2BF-9DC2-E063CFEE3DD8}"/>
                  </a:ext>
                </a:extLst>
              </p:cNvPr>
              <p:cNvPicPr/>
              <p:nvPr/>
            </p:nvPicPr>
            <p:blipFill>
              <a:blip r:embed="rId262"/>
              <a:stretch>
                <a:fillRect/>
              </a:stretch>
            </p:blipFill>
            <p:spPr>
              <a:xfrm>
                <a:off x="8964510" y="966450"/>
                <a:ext cx="47880" cy="197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3">
            <p14:nvContentPartPr>
              <p14:cNvPr id="168" name="Ink 167">
                <a:extLst>
                  <a:ext uri="{FF2B5EF4-FFF2-40B4-BE49-F238E27FC236}">
                    <a16:creationId xmlns:a16="http://schemas.microsoft.com/office/drawing/2014/main" id="{4AB98CC4-50DF-E6C7-B226-8C2193696DF3}"/>
                  </a:ext>
                </a:extLst>
              </p14:cNvPr>
              <p14:cNvContentPartPr/>
              <p14:nvPr/>
            </p14:nvContentPartPr>
            <p14:xfrm>
              <a:off x="8862270" y="1312410"/>
              <a:ext cx="195120" cy="266760"/>
            </p14:xfrm>
          </p:contentPart>
        </mc:Choice>
        <mc:Fallback>
          <p:pic>
            <p:nvPicPr>
              <p:cNvPr id="168" name="Ink 167">
                <a:extLst>
                  <a:ext uri="{FF2B5EF4-FFF2-40B4-BE49-F238E27FC236}">
                    <a16:creationId xmlns:a16="http://schemas.microsoft.com/office/drawing/2014/main" id="{4AB98CC4-50DF-E6C7-B226-8C2193696DF3}"/>
                  </a:ext>
                </a:extLst>
              </p:cNvPr>
              <p:cNvPicPr/>
              <p:nvPr/>
            </p:nvPicPr>
            <p:blipFill>
              <a:blip r:embed="rId264"/>
              <a:stretch>
                <a:fillRect/>
              </a:stretch>
            </p:blipFill>
            <p:spPr>
              <a:xfrm>
                <a:off x="8844630" y="1294410"/>
                <a:ext cx="230760" cy="302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5">
            <p14:nvContentPartPr>
              <p14:cNvPr id="169" name="Ink 168">
                <a:extLst>
                  <a:ext uri="{FF2B5EF4-FFF2-40B4-BE49-F238E27FC236}">
                    <a16:creationId xmlns:a16="http://schemas.microsoft.com/office/drawing/2014/main" id="{979544B6-0561-0D7C-F40B-E0C24284D0CA}"/>
                  </a:ext>
                </a:extLst>
              </p14:cNvPr>
              <p14:cNvContentPartPr/>
              <p14:nvPr/>
            </p14:nvContentPartPr>
            <p14:xfrm>
              <a:off x="8936790" y="1798770"/>
              <a:ext cx="111600" cy="195480"/>
            </p14:xfrm>
          </p:contentPart>
        </mc:Choice>
        <mc:Fallback>
          <p:pic>
            <p:nvPicPr>
              <p:cNvPr id="169" name="Ink 168">
                <a:extLst>
                  <a:ext uri="{FF2B5EF4-FFF2-40B4-BE49-F238E27FC236}">
                    <a16:creationId xmlns:a16="http://schemas.microsoft.com/office/drawing/2014/main" id="{979544B6-0561-0D7C-F40B-E0C24284D0CA}"/>
                  </a:ext>
                </a:extLst>
              </p:cNvPr>
              <p:cNvPicPr/>
              <p:nvPr/>
            </p:nvPicPr>
            <p:blipFill>
              <a:blip r:embed="rId266"/>
              <a:stretch>
                <a:fillRect/>
              </a:stretch>
            </p:blipFill>
            <p:spPr>
              <a:xfrm>
                <a:off x="8918790" y="1780770"/>
                <a:ext cx="147240" cy="231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7">
            <p14:nvContentPartPr>
              <p14:cNvPr id="170" name="Ink 169">
                <a:extLst>
                  <a:ext uri="{FF2B5EF4-FFF2-40B4-BE49-F238E27FC236}">
                    <a16:creationId xmlns:a16="http://schemas.microsoft.com/office/drawing/2014/main" id="{2AC55865-53C0-D794-A4F9-470020F3C3BB}"/>
                  </a:ext>
                </a:extLst>
              </p14:cNvPr>
              <p14:cNvContentPartPr/>
              <p14:nvPr/>
            </p14:nvContentPartPr>
            <p14:xfrm>
              <a:off x="8909070" y="2252370"/>
              <a:ext cx="13680" cy="166320"/>
            </p14:xfrm>
          </p:contentPart>
        </mc:Choice>
        <mc:Fallback>
          <p:pic>
            <p:nvPicPr>
              <p:cNvPr id="170" name="Ink 169">
                <a:extLst>
                  <a:ext uri="{FF2B5EF4-FFF2-40B4-BE49-F238E27FC236}">
                    <a16:creationId xmlns:a16="http://schemas.microsoft.com/office/drawing/2014/main" id="{2AC55865-53C0-D794-A4F9-470020F3C3BB}"/>
                  </a:ext>
                </a:extLst>
              </p:cNvPr>
              <p:cNvPicPr/>
              <p:nvPr/>
            </p:nvPicPr>
            <p:blipFill>
              <a:blip r:embed="rId268"/>
              <a:stretch>
                <a:fillRect/>
              </a:stretch>
            </p:blipFill>
            <p:spPr>
              <a:xfrm>
                <a:off x="8891070" y="2234370"/>
                <a:ext cx="49320" cy="201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9">
            <p14:nvContentPartPr>
              <p14:cNvPr id="171" name="Ink 170">
                <a:extLst>
                  <a:ext uri="{FF2B5EF4-FFF2-40B4-BE49-F238E27FC236}">
                    <a16:creationId xmlns:a16="http://schemas.microsoft.com/office/drawing/2014/main" id="{C898E364-55B0-E847-96A0-C41575E28B0C}"/>
                  </a:ext>
                </a:extLst>
              </p14:cNvPr>
              <p14:cNvContentPartPr/>
              <p14:nvPr/>
            </p14:nvContentPartPr>
            <p14:xfrm>
              <a:off x="8949750" y="2638290"/>
              <a:ext cx="19440" cy="149400"/>
            </p14:xfrm>
          </p:contentPart>
        </mc:Choice>
        <mc:Fallback>
          <p:pic>
            <p:nvPicPr>
              <p:cNvPr id="171" name="Ink 170">
                <a:extLst>
                  <a:ext uri="{FF2B5EF4-FFF2-40B4-BE49-F238E27FC236}">
                    <a16:creationId xmlns:a16="http://schemas.microsoft.com/office/drawing/2014/main" id="{C898E364-55B0-E847-96A0-C41575E28B0C}"/>
                  </a:ext>
                </a:extLst>
              </p:cNvPr>
              <p:cNvPicPr/>
              <p:nvPr/>
            </p:nvPicPr>
            <p:blipFill>
              <a:blip r:embed="rId270"/>
              <a:stretch>
                <a:fillRect/>
              </a:stretch>
            </p:blipFill>
            <p:spPr>
              <a:xfrm>
                <a:off x="8932110" y="2620290"/>
                <a:ext cx="55080" cy="185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71">
            <p14:nvContentPartPr>
              <p14:cNvPr id="172" name="Ink 171">
                <a:extLst>
                  <a:ext uri="{FF2B5EF4-FFF2-40B4-BE49-F238E27FC236}">
                    <a16:creationId xmlns:a16="http://schemas.microsoft.com/office/drawing/2014/main" id="{4FD68264-9AE0-8820-1652-873E0A18DEF7}"/>
                  </a:ext>
                </a:extLst>
              </p14:cNvPr>
              <p14:cNvContentPartPr/>
              <p14:nvPr/>
            </p14:nvContentPartPr>
            <p14:xfrm>
              <a:off x="8918430" y="2936010"/>
              <a:ext cx="134280" cy="205920"/>
            </p14:xfrm>
          </p:contentPart>
        </mc:Choice>
        <mc:Fallback>
          <p:pic>
            <p:nvPicPr>
              <p:cNvPr id="172" name="Ink 171">
                <a:extLst>
                  <a:ext uri="{FF2B5EF4-FFF2-40B4-BE49-F238E27FC236}">
                    <a16:creationId xmlns:a16="http://schemas.microsoft.com/office/drawing/2014/main" id="{4FD68264-9AE0-8820-1652-873E0A18DEF7}"/>
                  </a:ext>
                </a:extLst>
              </p:cNvPr>
              <p:cNvPicPr/>
              <p:nvPr/>
            </p:nvPicPr>
            <p:blipFill>
              <a:blip r:embed="rId272"/>
              <a:stretch>
                <a:fillRect/>
              </a:stretch>
            </p:blipFill>
            <p:spPr>
              <a:xfrm>
                <a:off x="8900430" y="2918010"/>
                <a:ext cx="169920" cy="241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73">
            <p14:nvContentPartPr>
              <p14:cNvPr id="173" name="Ink 172">
                <a:extLst>
                  <a:ext uri="{FF2B5EF4-FFF2-40B4-BE49-F238E27FC236}">
                    <a16:creationId xmlns:a16="http://schemas.microsoft.com/office/drawing/2014/main" id="{BFB0231B-A4CC-2C6E-C335-45DFF91F7938}"/>
                  </a:ext>
                </a:extLst>
              </p14:cNvPr>
              <p14:cNvContentPartPr/>
              <p14:nvPr/>
            </p14:nvContentPartPr>
            <p14:xfrm>
              <a:off x="8932110" y="3403650"/>
              <a:ext cx="128160" cy="205560"/>
            </p14:xfrm>
          </p:contentPart>
        </mc:Choice>
        <mc:Fallback>
          <p:pic>
            <p:nvPicPr>
              <p:cNvPr id="173" name="Ink 172">
                <a:extLst>
                  <a:ext uri="{FF2B5EF4-FFF2-40B4-BE49-F238E27FC236}">
                    <a16:creationId xmlns:a16="http://schemas.microsoft.com/office/drawing/2014/main" id="{BFB0231B-A4CC-2C6E-C335-45DFF91F7938}"/>
                  </a:ext>
                </a:extLst>
              </p:cNvPr>
              <p:cNvPicPr/>
              <p:nvPr/>
            </p:nvPicPr>
            <p:blipFill>
              <a:blip r:embed="rId274"/>
              <a:stretch>
                <a:fillRect/>
              </a:stretch>
            </p:blipFill>
            <p:spPr>
              <a:xfrm>
                <a:off x="8914110" y="3386010"/>
                <a:ext cx="163800" cy="241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75">
            <p14:nvContentPartPr>
              <p14:cNvPr id="174" name="Ink 173">
                <a:extLst>
                  <a:ext uri="{FF2B5EF4-FFF2-40B4-BE49-F238E27FC236}">
                    <a16:creationId xmlns:a16="http://schemas.microsoft.com/office/drawing/2014/main" id="{FF775BFF-2204-F115-04E4-ACA802921D11}"/>
                  </a:ext>
                </a:extLst>
              </p14:cNvPr>
              <p14:cNvContentPartPr/>
              <p14:nvPr/>
            </p14:nvContentPartPr>
            <p14:xfrm>
              <a:off x="8991870" y="3794610"/>
              <a:ext cx="1440" cy="200880"/>
            </p14:xfrm>
          </p:contentPart>
        </mc:Choice>
        <mc:Fallback>
          <p:pic>
            <p:nvPicPr>
              <p:cNvPr id="174" name="Ink 173">
                <a:extLst>
                  <a:ext uri="{FF2B5EF4-FFF2-40B4-BE49-F238E27FC236}">
                    <a16:creationId xmlns:a16="http://schemas.microsoft.com/office/drawing/2014/main" id="{FF775BFF-2204-F115-04E4-ACA802921D11}"/>
                  </a:ext>
                </a:extLst>
              </p:cNvPr>
              <p:cNvPicPr/>
              <p:nvPr/>
            </p:nvPicPr>
            <p:blipFill>
              <a:blip r:embed="rId276"/>
              <a:stretch>
                <a:fillRect/>
              </a:stretch>
            </p:blipFill>
            <p:spPr>
              <a:xfrm>
                <a:off x="8974230" y="3776970"/>
                <a:ext cx="37080" cy="236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77">
            <p14:nvContentPartPr>
              <p14:cNvPr id="175" name="Ink 174">
                <a:extLst>
                  <a:ext uri="{FF2B5EF4-FFF2-40B4-BE49-F238E27FC236}">
                    <a16:creationId xmlns:a16="http://schemas.microsoft.com/office/drawing/2014/main" id="{49AD5B70-948D-2428-F006-93AE229273D4}"/>
                  </a:ext>
                </a:extLst>
              </p14:cNvPr>
              <p14:cNvContentPartPr/>
              <p14:nvPr/>
            </p14:nvContentPartPr>
            <p14:xfrm>
              <a:off x="8952270" y="4192050"/>
              <a:ext cx="12600" cy="155520"/>
            </p14:xfrm>
          </p:contentPart>
        </mc:Choice>
        <mc:Fallback>
          <p:pic>
            <p:nvPicPr>
              <p:cNvPr id="175" name="Ink 174">
                <a:extLst>
                  <a:ext uri="{FF2B5EF4-FFF2-40B4-BE49-F238E27FC236}">
                    <a16:creationId xmlns:a16="http://schemas.microsoft.com/office/drawing/2014/main" id="{49AD5B70-948D-2428-F006-93AE229273D4}"/>
                  </a:ext>
                </a:extLst>
              </p:cNvPr>
              <p:cNvPicPr/>
              <p:nvPr/>
            </p:nvPicPr>
            <p:blipFill>
              <a:blip r:embed="rId278"/>
              <a:stretch>
                <a:fillRect/>
              </a:stretch>
            </p:blipFill>
            <p:spPr>
              <a:xfrm>
                <a:off x="8934270" y="4174050"/>
                <a:ext cx="48240" cy="191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79">
            <p14:nvContentPartPr>
              <p14:cNvPr id="176" name="Ink 175">
                <a:extLst>
                  <a:ext uri="{FF2B5EF4-FFF2-40B4-BE49-F238E27FC236}">
                    <a16:creationId xmlns:a16="http://schemas.microsoft.com/office/drawing/2014/main" id="{90A8A572-6B60-66E7-E58A-D1407385CE7D}"/>
                  </a:ext>
                </a:extLst>
              </p14:cNvPr>
              <p14:cNvContentPartPr/>
              <p14:nvPr/>
            </p14:nvContentPartPr>
            <p14:xfrm>
              <a:off x="8926710" y="4515330"/>
              <a:ext cx="138960" cy="187200"/>
            </p14:xfrm>
          </p:contentPart>
        </mc:Choice>
        <mc:Fallback>
          <p:pic>
            <p:nvPicPr>
              <p:cNvPr id="176" name="Ink 175">
                <a:extLst>
                  <a:ext uri="{FF2B5EF4-FFF2-40B4-BE49-F238E27FC236}">
                    <a16:creationId xmlns:a16="http://schemas.microsoft.com/office/drawing/2014/main" id="{90A8A572-6B60-66E7-E58A-D1407385CE7D}"/>
                  </a:ext>
                </a:extLst>
              </p:cNvPr>
              <p:cNvPicPr/>
              <p:nvPr/>
            </p:nvPicPr>
            <p:blipFill>
              <a:blip r:embed="rId280"/>
              <a:stretch>
                <a:fillRect/>
              </a:stretch>
            </p:blipFill>
            <p:spPr>
              <a:xfrm>
                <a:off x="8909070" y="4497330"/>
                <a:ext cx="174600" cy="222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81">
            <p14:nvContentPartPr>
              <p14:cNvPr id="177" name="Ink 176">
                <a:extLst>
                  <a:ext uri="{FF2B5EF4-FFF2-40B4-BE49-F238E27FC236}">
                    <a16:creationId xmlns:a16="http://schemas.microsoft.com/office/drawing/2014/main" id="{F70E9927-49B7-A965-10C4-450046CDB060}"/>
                  </a:ext>
                </a:extLst>
              </p14:cNvPr>
              <p14:cNvContentPartPr/>
              <p14:nvPr/>
            </p14:nvContentPartPr>
            <p14:xfrm>
              <a:off x="8877390" y="4899450"/>
              <a:ext cx="117360" cy="246240"/>
            </p14:xfrm>
          </p:contentPart>
        </mc:Choice>
        <mc:Fallback>
          <p:pic>
            <p:nvPicPr>
              <p:cNvPr id="177" name="Ink 176">
                <a:extLst>
                  <a:ext uri="{FF2B5EF4-FFF2-40B4-BE49-F238E27FC236}">
                    <a16:creationId xmlns:a16="http://schemas.microsoft.com/office/drawing/2014/main" id="{F70E9927-49B7-A965-10C4-450046CDB060}"/>
                  </a:ext>
                </a:extLst>
              </p:cNvPr>
              <p:cNvPicPr/>
              <p:nvPr/>
            </p:nvPicPr>
            <p:blipFill>
              <a:blip r:embed="rId282"/>
              <a:stretch>
                <a:fillRect/>
              </a:stretch>
            </p:blipFill>
            <p:spPr>
              <a:xfrm>
                <a:off x="8859750" y="4881810"/>
                <a:ext cx="153000" cy="281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83">
            <p14:nvContentPartPr>
              <p14:cNvPr id="178" name="Ink 177">
                <a:extLst>
                  <a:ext uri="{FF2B5EF4-FFF2-40B4-BE49-F238E27FC236}">
                    <a16:creationId xmlns:a16="http://schemas.microsoft.com/office/drawing/2014/main" id="{E189C4C5-1B50-7F68-6D85-83DD8EBA3524}"/>
                  </a:ext>
                </a:extLst>
              </p14:cNvPr>
              <p14:cNvContentPartPr/>
              <p14:nvPr/>
            </p14:nvContentPartPr>
            <p14:xfrm>
              <a:off x="8920950" y="5360610"/>
              <a:ext cx="1440" cy="197280"/>
            </p14:xfrm>
          </p:contentPart>
        </mc:Choice>
        <mc:Fallback>
          <p:pic>
            <p:nvPicPr>
              <p:cNvPr id="178" name="Ink 177">
                <a:extLst>
                  <a:ext uri="{FF2B5EF4-FFF2-40B4-BE49-F238E27FC236}">
                    <a16:creationId xmlns:a16="http://schemas.microsoft.com/office/drawing/2014/main" id="{E189C4C5-1B50-7F68-6D85-83DD8EBA3524}"/>
                  </a:ext>
                </a:extLst>
              </p:cNvPr>
              <p:cNvPicPr/>
              <p:nvPr/>
            </p:nvPicPr>
            <p:blipFill>
              <a:blip r:embed="rId284"/>
              <a:stretch>
                <a:fillRect/>
              </a:stretch>
            </p:blipFill>
            <p:spPr>
              <a:xfrm>
                <a:off x="8902950" y="5342970"/>
                <a:ext cx="37080" cy="232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85">
            <p14:nvContentPartPr>
              <p14:cNvPr id="179" name="Ink 178">
                <a:extLst>
                  <a:ext uri="{FF2B5EF4-FFF2-40B4-BE49-F238E27FC236}">
                    <a16:creationId xmlns:a16="http://schemas.microsoft.com/office/drawing/2014/main" id="{A8E7A29C-C1EB-B218-8A85-5136B799EEDB}"/>
                  </a:ext>
                </a:extLst>
              </p14:cNvPr>
              <p14:cNvContentPartPr/>
              <p14:nvPr/>
            </p14:nvContentPartPr>
            <p14:xfrm>
              <a:off x="8913750" y="5775330"/>
              <a:ext cx="6480" cy="175680"/>
            </p14:xfrm>
          </p:contentPart>
        </mc:Choice>
        <mc:Fallback>
          <p:pic>
            <p:nvPicPr>
              <p:cNvPr id="179" name="Ink 178">
                <a:extLst>
                  <a:ext uri="{FF2B5EF4-FFF2-40B4-BE49-F238E27FC236}">
                    <a16:creationId xmlns:a16="http://schemas.microsoft.com/office/drawing/2014/main" id="{A8E7A29C-C1EB-B218-8A85-5136B799EEDB}"/>
                  </a:ext>
                </a:extLst>
              </p:cNvPr>
              <p:cNvPicPr/>
              <p:nvPr/>
            </p:nvPicPr>
            <p:blipFill>
              <a:blip r:embed="rId286"/>
              <a:stretch>
                <a:fillRect/>
              </a:stretch>
            </p:blipFill>
            <p:spPr>
              <a:xfrm>
                <a:off x="8895750" y="5757690"/>
                <a:ext cx="42120" cy="211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87">
            <p14:nvContentPartPr>
              <p14:cNvPr id="180" name="Ink 179">
                <a:extLst>
                  <a:ext uri="{FF2B5EF4-FFF2-40B4-BE49-F238E27FC236}">
                    <a16:creationId xmlns:a16="http://schemas.microsoft.com/office/drawing/2014/main" id="{2B8CFDF9-707D-79D7-F1C9-8E963D3E9D27}"/>
                  </a:ext>
                </a:extLst>
              </p14:cNvPr>
              <p14:cNvContentPartPr/>
              <p14:nvPr/>
            </p14:nvContentPartPr>
            <p14:xfrm>
              <a:off x="8867310" y="6113730"/>
              <a:ext cx="111960" cy="228600"/>
            </p14:xfrm>
          </p:contentPart>
        </mc:Choice>
        <mc:Fallback>
          <p:pic>
            <p:nvPicPr>
              <p:cNvPr id="180" name="Ink 179">
                <a:extLst>
                  <a:ext uri="{FF2B5EF4-FFF2-40B4-BE49-F238E27FC236}">
                    <a16:creationId xmlns:a16="http://schemas.microsoft.com/office/drawing/2014/main" id="{2B8CFDF9-707D-79D7-F1C9-8E963D3E9D27}"/>
                  </a:ext>
                </a:extLst>
              </p:cNvPr>
              <p:cNvPicPr/>
              <p:nvPr/>
            </p:nvPicPr>
            <p:blipFill>
              <a:blip r:embed="rId288"/>
              <a:stretch>
                <a:fillRect/>
              </a:stretch>
            </p:blipFill>
            <p:spPr>
              <a:xfrm>
                <a:off x="8849310" y="6095730"/>
                <a:ext cx="147600" cy="264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89">
            <p14:nvContentPartPr>
              <p14:cNvPr id="181" name="Ink 180">
                <a:extLst>
                  <a:ext uri="{FF2B5EF4-FFF2-40B4-BE49-F238E27FC236}">
                    <a16:creationId xmlns:a16="http://schemas.microsoft.com/office/drawing/2014/main" id="{A9F5A1D6-A915-E76B-4B24-176BCF0EB30C}"/>
                  </a:ext>
                </a:extLst>
              </p14:cNvPr>
              <p14:cNvContentPartPr/>
              <p14:nvPr/>
            </p14:nvContentPartPr>
            <p14:xfrm>
              <a:off x="8906190" y="6502890"/>
              <a:ext cx="80640" cy="285120"/>
            </p14:xfrm>
          </p:contentPart>
        </mc:Choice>
        <mc:Fallback>
          <p:pic>
            <p:nvPicPr>
              <p:cNvPr id="181" name="Ink 180">
                <a:extLst>
                  <a:ext uri="{FF2B5EF4-FFF2-40B4-BE49-F238E27FC236}">
                    <a16:creationId xmlns:a16="http://schemas.microsoft.com/office/drawing/2014/main" id="{A9F5A1D6-A915-E76B-4B24-176BCF0EB30C}"/>
                  </a:ext>
                </a:extLst>
              </p:cNvPr>
              <p:cNvPicPr/>
              <p:nvPr/>
            </p:nvPicPr>
            <p:blipFill>
              <a:blip r:embed="rId290"/>
              <a:stretch>
                <a:fillRect/>
              </a:stretch>
            </p:blipFill>
            <p:spPr>
              <a:xfrm>
                <a:off x="8888550" y="6485250"/>
                <a:ext cx="116280" cy="320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91">
            <p14:nvContentPartPr>
              <p14:cNvPr id="182" name="Ink 181">
                <a:extLst>
                  <a:ext uri="{FF2B5EF4-FFF2-40B4-BE49-F238E27FC236}">
                    <a16:creationId xmlns:a16="http://schemas.microsoft.com/office/drawing/2014/main" id="{13724364-CB68-D2E5-E228-79E6D78CD37D}"/>
                  </a:ext>
                </a:extLst>
              </p14:cNvPr>
              <p14:cNvContentPartPr/>
              <p14:nvPr/>
            </p14:nvContentPartPr>
            <p14:xfrm>
              <a:off x="9635910" y="613650"/>
              <a:ext cx="145800" cy="201240"/>
            </p14:xfrm>
          </p:contentPart>
        </mc:Choice>
        <mc:Fallback>
          <p:pic>
            <p:nvPicPr>
              <p:cNvPr id="182" name="Ink 181">
                <a:extLst>
                  <a:ext uri="{FF2B5EF4-FFF2-40B4-BE49-F238E27FC236}">
                    <a16:creationId xmlns:a16="http://schemas.microsoft.com/office/drawing/2014/main" id="{13724364-CB68-D2E5-E228-79E6D78CD37D}"/>
                  </a:ext>
                </a:extLst>
              </p:cNvPr>
              <p:cNvPicPr/>
              <p:nvPr/>
            </p:nvPicPr>
            <p:blipFill>
              <a:blip r:embed="rId292"/>
              <a:stretch>
                <a:fillRect/>
              </a:stretch>
            </p:blipFill>
            <p:spPr>
              <a:xfrm>
                <a:off x="9617910" y="595650"/>
                <a:ext cx="181440" cy="236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93">
            <p14:nvContentPartPr>
              <p14:cNvPr id="183" name="Ink 182">
                <a:extLst>
                  <a:ext uri="{FF2B5EF4-FFF2-40B4-BE49-F238E27FC236}">
                    <a16:creationId xmlns:a16="http://schemas.microsoft.com/office/drawing/2014/main" id="{C5EAE327-832E-157D-13B1-8BA85D0DC431}"/>
                  </a:ext>
                </a:extLst>
              </p14:cNvPr>
              <p14:cNvContentPartPr/>
              <p14:nvPr/>
            </p14:nvContentPartPr>
            <p14:xfrm>
              <a:off x="9711510" y="1015770"/>
              <a:ext cx="11160" cy="193680"/>
            </p14:xfrm>
          </p:contentPart>
        </mc:Choice>
        <mc:Fallback>
          <p:pic>
            <p:nvPicPr>
              <p:cNvPr id="183" name="Ink 182">
                <a:extLst>
                  <a:ext uri="{FF2B5EF4-FFF2-40B4-BE49-F238E27FC236}">
                    <a16:creationId xmlns:a16="http://schemas.microsoft.com/office/drawing/2014/main" id="{C5EAE327-832E-157D-13B1-8BA85D0DC431}"/>
                  </a:ext>
                </a:extLst>
              </p:cNvPr>
              <p:cNvPicPr/>
              <p:nvPr/>
            </p:nvPicPr>
            <p:blipFill>
              <a:blip r:embed="rId294"/>
              <a:stretch>
                <a:fillRect/>
              </a:stretch>
            </p:blipFill>
            <p:spPr>
              <a:xfrm>
                <a:off x="9693510" y="997770"/>
                <a:ext cx="46800" cy="229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95">
            <p14:nvContentPartPr>
              <p14:cNvPr id="184" name="Ink 183">
                <a:extLst>
                  <a:ext uri="{FF2B5EF4-FFF2-40B4-BE49-F238E27FC236}">
                    <a16:creationId xmlns:a16="http://schemas.microsoft.com/office/drawing/2014/main" id="{AD0ED1F9-8B91-0D5C-D06B-AEC11C2CE645}"/>
                  </a:ext>
                </a:extLst>
              </p14:cNvPr>
              <p14:cNvContentPartPr/>
              <p14:nvPr/>
            </p14:nvContentPartPr>
            <p14:xfrm>
              <a:off x="9660390" y="1390170"/>
              <a:ext cx="142560" cy="223200"/>
            </p14:xfrm>
          </p:contentPart>
        </mc:Choice>
        <mc:Fallback>
          <p:pic>
            <p:nvPicPr>
              <p:cNvPr id="184" name="Ink 183">
                <a:extLst>
                  <a:ext uri="{FF2B5EF4-FFF2-40B4-BE49-F238E27FC236}">
                    <a16:creationId xmlns:a16="http://schemas.microsoft.com/office/drawing/2014/main" id="{AD0ED1F9-8B91-0D5C-D06B-AEC11C2CE645}"/>
                  </a:ext>
                </a:extLst>
              </p:cNvPr>
              <p:cNvPicPr/>
              <p:nvPr/>
            </p:nvPicPr>
            <p:blipFill>
              <a:blip r:embed="rId296"/>
              <a:stretch>
                <a:fillRect/>
              </a:stretch>
            </p:blipFill>
            <p:spPr>
              <a:xfrm>
                <a:off x="9642750" y="1372170"/>
                <a:ext cx="178200" cy="258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97">
            <p14:nvContentPartPr>
              <p14:cNvPr id="185" name="Ink 184">
                <a:extLst>
                  <a:ext uri="{FF2B5EF4-FFF2-40B4-BE49-F238E27FC236}">
                    <a16:creationId xmlns:a16="http://schemas.microsoft.com/office/drawing/2014/main" id="{1411B11C-B2D9-9306-EA90-A0827163514F}"/>
                  </a:ext>
                </a:extLst>
              </p14:cNvPr>
              <p14:cNvContentPartPr/>
              <p14:nvPr/>
            </p14:nvContentPartPr>
            <p14:xfrm>
              <a:off x="9717270" y="1808130"/>
              <a:ext cx="1440" cy="199440"/>
            </p14:xfrm>
          </p:contentPart>
        </mc:Choice>
        <mc:Fallback>
          <p:pic>
            <p:nvPicPr>
              <p:cNvPr id="185" name="Ink 184">
                <a:extLst>
                  <a:ext uri="{FF2B5EF4-FFF2-40B4-BE49-F238E27FC236}">
                    <a16:creationId xmlns:a16="http://schemas.microsoft.com/office/drawing/2014/main" id="{1411B11C-B2D9-9306-EA90-A0827163514F}"/>
                  </a:ext>
                </a:extLst>
              </p:cNvPr>
              <p:cNvPicPr/>
              <p:nvPr/>
            </p:nvPicPr>
            <p:blipFill>
              <a:blip r:embed="rId298"/>
              <a:stretch>
                <a:fillRect/>
              </a:stretch>
            </p:blipFill>
            <p:spPr>
              <a:xfrm>
                <a:off x="9699630" y="1790490"/>
                <a:ext cx="37080" cy="235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99">
            <p14:nvContentPartPr>
              <p14:cNvPr id="186" name="Ink 185">
                <a:extLst>
                  <a:ext uri="{FF2B5EF4-FFF2-40B4-BE49-F238E27FC236}">
                    <a16:creationId xmlns:a16="http://schemas.microsoft.com/office/drawing/2014/main" id="{D9BED8D9-6429-1254-42E1-7C197D0E9C16}"/>
                  </a:ext>
                </a:extLst>
              </p14:cNvPr>
              <p14:cNvContentPartPr/>
              <p14:nvPr/>
            </p14:nvContentPartPr>
            <p14:xfrm>
              <a:off x="9682350" y="2194770"/>
              <a:ext cx="37440" cy="190080"/>
            </p14:xfrm>
          </p:contentPart>
        </mc:Choice>
        <mc:Fallback>
          <p:pic>
            <p:nvPicPr>
              <p:cNvPr id="186" name="Ink 185">
                <a:extLst>
                  <a:ext uri="{FF2B5EF4-FFF2-40B4-BE49-F238E27FC236}">
                    <a16:creationId xmlns:a16="http://schemas.microsoft.com/office/drawing/2014/main" id="{D9BED8D9-6429-1254-42E1-7C197D0E9C16}"/>
                  </a:ext>
                </a:extLst>
              </p:cNvPr>
              <p:cNvPicPr/>
              <p:nvPr/>
            </p:nvPicPr>
            <p:blipFill>
              <a:blip r:embed="rId300"/>
              <a:stretch>
                <a:fillRect/>
              </a:stretch>
            </p:blipFill>
            <p:spPr>
              <a:xfrm>
                <a:off x="9664710" y="2177130"/>
                <a:ext cx="73080" cy="225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01">
            <p14:nvContentPartPr>
              <p14:cNvPr id="187" name="Ink 186">
                <a:extLst>
                  <a:ext uri="{FF2B5EF4-FFF2-40B4-BE49-F238E27FC236}">
                    <a16:creationId xmlns:a16="http://schemas.microsoft.com/office/drawing/2014/main" id="{80FD4448-44AE-5981-A1C8-FCDBBE8D41FC}"/>
                  </a:ext>
                </a:extLst>
              </p14:cNvPr>
              <p14:cNvContentPartPr/>
              <p14:nvPr/>
            </p14:nvContentPartPr>
            <p14:xfrm>
              <a:off x="9678750" y="2568090"/>
              <a:ext cx="141120" cy="198000"/>
            </p14:xfrm>
          </p:contentPart>
        </mc:Choice>
        <mc:Fallback>
          <p:pic>
            <p:nvPicPr>
              <p:cNvPr id="187" name="Ink 186">
                <a:extLst>
                  <a:ext uri="{FF2B5EF4-FFF2-40B4-BE49-F238E27FC236}">
                    <a16:creationId xmlns:a16="http://schemas.microsoft.com/office/drawing/2014/main" id="{80FD4448-44AE-5981-A1C8-FCDBBE8D41FC}"/>
                  </a:ext>
                </a:extLst>
              </p:cNvPr>
              <p:cNvPicPr/>
              <p:nvPr/>
            </p:nvPicPr>
            <p:blipFill>
              <a:blip r:embed="rId302"/>
              <a:stretch>
                <a:fillRect/>
              </a:stretch>
            </p:blipFill>
            <p:spPr>
              <a:xfrm>
                <a:off x="9661110" y="2550090"/>
                <a:ext cx="176760" cy="233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03">
            <p14:nvContentPartPr>
              <p14:cNvPr id="188" name="Ink 187">
                <a:extLst>
                  <a:ext uri="{FF2B5EF4-FFF2-40B4-BE49-F238E27FC236}">
                    <a16:creationId xmlns:a16="http://schemas.microsoft.com/office/drawing/2014/main" id="{A7BFC87B-6027-7077-04C6-28842B38202D}"/>
                  </a:ext>
                </a:extLst>
              </p14:cNvPr>
              <p14:cNvContentPartPr/>
              <p14:nvPr/>
            </p14:nvContentPartPr>
            <p14:xfrm>
              <a:off x="9695670" y="2929890"/>
              <a:ext cx="37440" cy="191160"/>
            </p14:xfrm>
          </p:contentPart>
        </mc:Choice>
        <mc:Fallback>
          <p:pic>
            <p:nvPicPr>
              <p:cNvPr id="188" name="Ink 187">
                <a:extLst>
                  <a:ext uri="{FF2B5EF4-FFF2-40B4-BE49-F238E27FC236}">
                    <a16:creationId xmlns:a16="http://schemas.microsoft.com/office/drawing/2014/main" id="{A7BFC87B-6027-7077-04C6-28842B38202D}"/>
                  </a:ext>
                </a:extLst>
              </p:cNvPr>
              <p:cNvPicPr/>
              <p:nvPr/>
            </p:nvPicPr>
            <p:blipFill>
              <a:blip r:embed="rId304"/>
              <a:stretch>
                <a:fillRect/>
              </a:stretch>
            </p:blipFill>
            <p:spPr>
              <a:xfrm>
                <a:off x="9678030" y="2912250"/>
                <a:ext cx="73080" cy="226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05">
            <p14:nvContentPartPr>
              <p14:cNvPr id="189" name="Ink 188">
                <a:extLst>
                  <a:ext uri="{FF2B5EF4-FFF2-40B4-BE49-F238E27FC236}">
                    <a16:creationId xmlns:a16="http://schemas.microsoft.com/office/drawing/2014/main" id="{473EA300-E3B1-F394-56EC-BDF09DF06AE2}"/>
                  </a:ext>
                </a:extLst>
              </p14:cNvPr>
              <p14:cNvContentPartPr/>
              <p14:nvPr/>
            </p14:nvContentPartPr>
            <p14:xfrm>
              <a:off x="9635550" y="3384570"/>
              <a:ext cx="131040" cy="188640"/>
            </p14:xfrm>
          </p:contentPart>
        </mc:Choice>
        <mc:Fallback>
          <p:pic>
            <p:nvPicPr>
              <p:cNvPr id="189" name="Ink 188">
                <a:extLst>
                  <a:ext uri="{FF2B5EF4-FFF2-40B4-BE49-F238E27FC236}">
                    <a16:creationId xmlns:a16="http://schemas.microsoft.com/office/drawing/2014/main" id="{473EA300-E3B1-F394-56EC-BDF09DF06AE2}"/>
                  </a:ext>
                </a:extLst>
              </p:cNvPr>
              <p:cNvPicPr/>
              <p:nvPr/>
            </p:nvPicPr>
            <p:blipFill>
              <a:blip r:embed="rId306"/>
              <a:stretch>
                <a:fillRect/>
              </a:stretch>
            </p:blipFill>
            <p:spPr>
              <a:xfrm>
                <a:off x="9617550" y="3366930"/>
                <a:ext cx="166680" cy="224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07">
            <p14:nvContentPartPr>
              <p14:cNvPr id="190" name="Ink 189">
                <a:extLst>
                  <a:ext uri="{FF2B5EF4-FFF2-40B4-BE49-F238E27FC236}">
                    <a16:creationId xmlns:a16="http://schemas.microsoft.com/office/drawing/2014/main" id="{897D2EF0-DA1C-F7C6-168B-D29C11F19F90}"/>
                  </a:ext>
                </a:extLst>
              </p14:cNvPr>
              <p14:cNvContentPartPr/>
              <p14:nvPr/>
            </p14:nvContentPartPr>
            <p14:xfrm>
              <a:off x="9672270" y="3704970"/>
              <a:ext cx="126720" cy="241920"/>
            </p14:xfrm>
          </p:contentPart>
        </mc:Choice>
        <mc:Fallback>
          <p:pic>
            <p:nvPicPr>
              <p:cNvPr id="190" name="Ink 189">
                <a:extLst>
                  <a:ext uri="{FF2B5EF4-FFF2-40B4-BE49-F238E27FC236}">
                    <a16:creationId xmlns:a16="http://schemas.microsoft.com/office/drawing/2014/main" id="{897D2EF0-DA1C-F7C6-168B-D29C11F19F90}"/>
                  </a:ext>
                </a:extLst>
              </p:cNvPr>
              <p:cNvPicPr/>
              <p:nvPr/>
            </p:nvPicPr>
            <p:blipFill>
              <a:blip r:embed="rId308"/>
              <a:stretch>
                <a:fillRect/>
              </a:stretch>
            </p:blipFill>
            <p:spPr>
              <a:xfrm>
                <a:off x="9654270" y="3687330"/>
                <a:ext cx="162360" cy="277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09">
            <p14:nvContentPartPr>
              <p14:cNvPr id="191" name="Ink 190">
                <a:extLst>
                  <a:ext uri="{FF2B5EF4-FFF2-40B4-BE49-F238E27FC236}">
                    <a16:creationId xmlns:a16="http://schemas.microsoft.com/office/drawing/2014/main" id="{8A51DB7E-27B6-9340-45A5-34B91EBC9753}"/>
                  </a:ext>
                </a:extLst>
              </p14:cNvPr>
              <p14:cNvContentPartPr/>
              <p14:nvPr/>
            </p14:nvContentPartPr>
            <p14:xfrm>
              <a:off x="9733110" y="4179810"/>
              <a:ext cx="3240" cy="209880"/>
            </p14:xfrm>
          </p:contentPart>
        </mc:Choice>
        <mc:Fallback>
          <p:pic>
            <p:nvPicPr>
              <p:cNvPr id="191" name="Ink 190">
                <a:extLst>
                  <a:ext uri="{FF2B5EF4-FFF2-40B4-BE49-F238E27FC236}">
                    <a16:creationId xmlns:a16="http://schemas.microsoft.com/office/drawing/2014/main" id="{8A51DB7E-27B6-9340-45A5-34B91EBC9753}"/>
                  </a:ext>
                </a:extLst>
              </p:cNvPr>
              <p:cNvPicPr/>
              <p:nvPr/>
            </p:nvPicPr>
            <p:blipFill>
              <a:blip r:embed="rId310"/>
              <a:stretch>
                <a:fillRect/>
              </a:stretch>
            </p:blipFill>
            <p:spPr>
              <a:xfrm>
                <a:off x="9715110" y="4162170"/>
                <a:ext cx="38880" cy="245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11">
            <p14:nvContentPartPr>
              <p14:cNvPr id="192" name="Ink 191">
                <a:extLst>
                  <a:ext uri="{FF2B5EF4-FFF2-40B4-BE49-F238E27FC236}">
                    <a16:creationId xmlns:a16="http://schemas.microsoft.com/office/drawing/2014/main" id="{0763078A-2895-96A2-B4CD-084F059BC5D3}"/>
                  </a:ext>
                </a:extLst>
              </p14:cNvPr>
              <p14:cNvContentPartPr/>
              <p14:nvPr/>
            </p14:nvContentPartPr>
            <p14:xfrm>
              <a:off x="9667950" y="4543410"/>
              <a:ext cx="160560" cy="181080"/>
            </p14:xfrm>
          </p:contentPart>
        </mc:Choice>
        <mc:Fallback>
          <p:pic>
            <p:nvPicPr>
              <p:cNvPr id="192" name="Ink 191">
                <a:extLst>
                  <a:ext uri="{FF2B5EF4-FFF2-40B4-BE49-F238E27FC236}">
                    <a16:creationId xmlns:a16="http://schemas.microsoft.com/office/drawing/2014/main" id="{0763078A-2895-96A2-B4CD-084F059BC5D3}"/>
                  </a:ext>
                </a:extLst>
              </p:cNvPr>
              <p:cNvPicPr/>
              <p:nvPr/>
            </p:nvPicPr>
            <p:blipFill>
              <a:blip r:embed="rId312"/>
              <a:stretch>
                <a:fillRect/>
              </a:stretch>
            </p:blipFill>
            <p:spPr>
              <a:xfrm>
                <a:off x="9650310" y="4525410"/>
                <a:ext cx="196200" cy="216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13">
            <p14:nvContentPartPr>
              <p14:cNvPr id="193" name="Ink 192">
                <a:extLst>
                  <a:ext uri="{FF2B5EF4-FFF2-40B4-BE49-F238E27FC236}">
                    <a16:creationId xmlns:a16="http://schemas.microsoft.com/office/drawing/2014/main" id="{34686650-A08A-3FC2-CA86-D3B4EFFD3281}"/>
                  </a:ext>
                </a:extLst>
              </p14:cNvPr>
              <p14:cNvContentPartPr/>
              <p14:nvPr/>
            </p14:nvContentPartPr>
            <p14:xfrm>
              <a:off x="9737790" y="4971090"/>
              <a:ext cx="10800" cy="159120"/>
            </p14:xfrm>
          </p:contentPart>
        </mc:Choice>
        <mc:Fallback>
          <p:pic>
            <p:nvPicPr>
              <p:cNvPr id="193" name="Ink 192">
                <a:extLst>
                  <a:ext uri="{FF2B5EF4-FFF2-40B4-BE49-F238E27FC236}">
                    <a16:creationId xmlns:a16="http://schemas.microsoft.com/office/drawing/2014/main" id="{34686650-A08A-3FC2-CA86-D3B4EFFD3281}"/>
                  </a:ext>
                </a:extLst>
              </p:cNvPr>
              <p:cNvPicPr/>
              <p:nvPr/>
            </p:nvPicPr>
            <p:blipFill>
              <a:blip r:embed="rId314"/>
              <a:stretch>
                <a:fillRect/>
              </a:stretch>
            </p:blipFill>
            <p:spPr>
              <a:xfrm>
                <a:off x="9720150" y="4953090"/>
                <a:ext cx="46440" cy="194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15">
            <p14:nvContentPartPr>
              <p14:cNvPr id="194" name="Ink 193">
                <a:extLst>
                  <a:ext uri="{FF2B5EF4-FFF2-40B4-BE49-F238E27FC236}">
                    <a16:creationId xmlns:a16="http://schemas.microsoft.com/office/drawing/2014/main" id="{AA62C17E-7D58-E623-90E1-0F47D313A50B}"/>
                  </a:ext>
                </a:extLst>
              </p14:cNvPr>
              <p14:cNvContentPartPr/>
              <p14:nvPr/>
            </p14:nvContentPartPr>
            <p14:xfrm>
              <a:off x="9720870" y="5315250"/>
              <a:ext cx="11160" cy="167400"/>
            </p14:xfrm>
          </p:contentPart>
        </mc:Choice>
        <mc:Fallback>
          <p:pic>
            <p:nvPicPr>
              <p:cNvPr id="194" name="Ink 193">
                <a:extLst>
                  <a:ext uri="{FF2B5EF4-FFF2-40B4-BE49-F238E27FC236}">
                    <a16:creationId xmlns:a16="http://schemas.microsoft.com/office/drawing/2014/main" id="{AA62C17E-7D58-E623-90E1-0F47D313A50B}"/>
                  </a:ext>
                </a:extLst>
              </p:cNvPr>
              <p:cNvPicPr/>
              <p:nvPr/>
            </p:nvPicPr>
            <p:blipFill>
              <a:blip r:embed="rId316"/>
              <a:stretch>
                <a:fillRect/>
              </a:stretch>
            </p:blipFill>
            <p:spPr>
              <a:xfrm>
                <a:off x="9703230" y="5297250"/>
                <a:ext cx="46800" cy="203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17">
            <p14:nvContentPartPr>
              <p14:cNvPr id="195" name="Ink 194">
                <a:extLst>
                  <a:ext uri="{FF2B5EF4-FFF2-40B4-BE49-F238E27FC236}">
                    <a16:creationId xmlns:a16="http://schemas.microsoft.com/office/drawing/2014/main" id="{83852447-957B-EC4D-AAB0-3BA079CE4625}"/>
                  </a:ext>
                </a:extLst>
              </p14:cNvPr>
              <p14:cNvContentPartPr/>
              <p14:nvPr/>
            </p14:nvContentPartPr>
            <p14:xfrm>
              <a:off x="9637350" y="5691090"/>
              <a:ext cx="163080" cy="245880"/>
            </p14:xfrm>
          </p:contentPart>
        </mc:Choice>
        <mc:Fallback>
          <p:pic>
            <p:nvPicPr>
              <p:cNvPr id="195" name="Ink 194">
                <a:extLst>
                  <a:ext uri="{FF2B5EF4-FFF2-40B4-BE49-F238E27FC236}">
                    <a16:creationId xmlns:a16="http://schemas.microsoft.com/office/drawing/2014/main" id="{83852447-957B-EC4D-AAB0-3BA079CE4625}"/>
                  </a:ext>
                </a:extLst>
              </p:cNvPr>
              <p:cNvPicPr/>
              <p:nvPr/>
            </p:nvPicPr>
            <p:blipFill>
              <a:blip r:embed="rId318"/>
              <a:stretch>
                <a:fillRect/>
              </a:stretch>
            </p:blipFill>
            <p:spPr>
              <a:xfrm>
                <a:off x="9619710" y="5673090"/>
                <a:ext cx="198720" cy="281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19">
            <p14:nvContentPartPr>
              <p14:cNvPr id="197" name="Ink 196">
                <a:extLst>
                  <a:ext uri="{FF2B5EF4-FFF2-40B4-BE49-F238E27FC236}">
                    <a16:creationId xmlns:a16="http://schemas.microsoft.com/office/drawing/2014/main" id="{25F74341-2038-4B4E-81F8-0D951E7D0A6F}"/>
                  </a:ext>
                </a:extLst>
              </p14:cNvPr>
              <p14:cNvContentPartPr/>
              <p14:nvPr/>
            </p14:nvContentPartPr>
            <p14:xfrm>
              <a:off x="9667590" y="6492450"/>
              <a:ext cx="181800" cy="237240"/>
            </p14:xfrm>
          </p:contentPart>
        </mc:Choice>
        <mc:Fallback>
          <p:pic>
            <p:nvPicPr>
              <p:cNvPr id="197" name="Ink 196">
                <a:extLst>
                  <a:ext uri="{FF2B5EF4-FFF2-40B4-BE49-F238E27FC236}">
                    <a16:creationId xmlns:a16="http://schemas.microsoft.com/office/drawing/2014/main" id="{25F74341-2038-4B4E-81F8-0D951E7D0A6F}"/>
                  </a:ext>
                </a:extLst>
              </p:cNvPr>
              <p:cNvPicPr/>
              <p:nvPr/>
            </p:nvPicPr>
            <p:blipFill>
              <a:blip r:embed="rId320"/>
              <a:stretch>
                <a:fillRect/>
              </a:stretch>
            </p:blipFill>
            <p:spPr>
              <a:xfrm>
                <a:off x="9649590" y="6474450"/>
                <a:ext cx="217440" cy="272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21">
            <p14:nvContentPartPr>
              <p14:cNvPr id="198" name="Ink 197">
                <a:extLst>
                  <a:ext uri="{FF2B5EF4-FFF2-40B4-BE49-F238E27FC236}">
                    <a16:creationId xmlns:a16="http://schemas.microsoft.com/office/drawing/2014/main" id="{9DE8050F-82BA-A9D6-0FBA-5F33CABD41C0}"/>
                  </a:ext>
                </a:extLst>
              </p14:cNvPr>
              <p14:cNvContentPartPr/>
              <p14:nvPr/>
            </p14:nvContentPartPr>
            <p14:xfrm>
              <a:off x="9706470" y="6129930"/>
              <a:ext cx="17640" cy="192600"/>
            </p14:xfrm>
          </p:contentPart>
        </mc:Choice>
        <mc:Fallback>
          <p:pic>
            <p:nvPicPr>
              <p:cNvPr id="198" name="Ink 197">
                <a:extLst>
                  <a:ext uri="{FF2B5EF4-FFF2-40B4-BE49-F238E27FC236}">
                    <a16:creationId xmlns:a16="http://schemas.microsoft.com/office/drawing/2014/main" id="{9DE8050F-82BA-A9D6-0FBA-5F33CABD41C0}"/>
                  </a:ext>
                </a:extLst>
              </p:cNvPr>
              <p:cNvPicPr/>
              <p:nvPr/>
            </p:nvPicPr>
            <p:blipFill>
              <a:blip r:embed="rId322"/>
              <a:stretch>
                <a:fillRect/>
              </a:stretch>
            </p:blipFill>
            <p:spPr>
              <a:xfrm>
                <a:off x="9688830" y="6111930"/>
                <a:ext cx="53280" cy="228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23">
            <p14:nvContentPartPr>
              <p14:cNvPr id="199" name="Ink 198">
                <a:extLst>
                  <a:ext uri="{FF2B5EF4-FFF2-40B4-BE49-F238E27FC236}">
                    <a16:creationId xmlns:a16="http://schemas.microsoft.com/office/drawing/2014/main" id="{0800CD7C-D180-6F62-3D1B-23E60C9A956B}"/>
                  </a:ext>
                </a:extLst>
              </p14:cNvPr>
              <p14:cNvContentPartPr/>
              <p14:nvPr/>
            </p14:nvContentPartPr>
            <p14:xfrm>
              <a:off x="10261230" y="223050"/>
              <a:ext cx="10080" cy="18720"/>
            </p14:xfrm>
          </p:contentPart>
        </mc:Choice>
        <mc:Fallback>
          <p:pic>
            <p:nvPicPr>
              <p:cNvPr id="199" name="Ink 198">
                <a:extLst>
                  <a:ext uri="{FF2B5EF4-FFF2-40B4-BE49-F238E27FC236}">
                    <a16:creationId xmlns:a16="http://schemas.microsoft.com/office/drawing/2014/main" id="{0800CD7C-D180-6F62-3D1B-23E60C9A956B}"/>
                  </a:ext>
                </a:extLst>
              </p:cNvPr>
              <p:cNvPicPr/>
              <p:nvPr/>
            </p:nvPicPr>
            <p:blipFill>
              <a:blip r:embed="rId324"/>
              <a:stretch>
                <a:fillRect/>
              </a:stretch>
            </p:blipFill>
            <p:spPr>
              <a:xfrm>
                <a:off x="10243230" y="205410"/>
                <a:ext cx="45720" cy="54360"/>
              </a:xfrm>
              <a:prstGeom prst="rect">
                <a:avLst/>
              </a:prstGeom>
            </p:spPr>
          </p:pic>
        </mc:Fallback>
      </mc:AlternateContent>
      <p:graphicFrame>
        <p:nvGraphicFramePr>
          <p:cNvPr id="200" name="Table 200">
            <a:extLst>
              <a:ext uri="{FF2B5EF4-FFF2-40B4-BE49-F238E27FC236}">
                <a16:creationId xmlns:a16="http://schemas.microsoft.com/office/drawing/2014/main" id="{54053568-71B7-4C1A-831D-FB7FCE72D1E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69547755"/>
              </p:ext>
            </p:extLst>
          </p:nvPr>
        </p:nvGraphicFramePr>
        <p:xfrm>
          <a:off x="10147166" y="115010"/>
          <a:ext cx="525578" cy="67008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5578">
                  <a:extLst>
                    <a:ext uri="{9D8B030D-6E8A-4147-A177-3AD203B41FA5}">
                      <a16:colId xmlns:a16="http://schemas.microsoft.com/office/drawing/2014/main" val="1403178669"/>
                    </a:ext>
                  </a:extLst>
                </a:gridCol>
              </a:tblGrid>
              <a:tr h="39417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17499452"/>
                  </a:ext>
                </a:extLst>
              </a:tr>
              <a:tr h="39417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37395362"/>
                  </a:ext>
                </a:extLst>
              </a:tr>
              <a:tr h="39417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30069246"/>
                  </a:ext>
                </a:extLst>
              </a:tr>
              <a:tr h="39417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32507180"/>
                  </a:ext>
                </a:extLst>
              </a:tr>
              <a:tr h="39417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05422817"/>
                  </a:ext>
                </a:extLst>
              </a:tr>
              <a:tr h="39417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69852962"/>
                  </a:ext>
                </a:extLst>
              </a:tr>
              <a:tr h="39417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71976243"/>
                  </a:ext>
                </a:extLst>
              </a:tr>
              <a:tr h="39417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48688602"/>
                  </a:ext>
                </a:extLst>
              </a:tr>
              <a:tr h="39417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48919424"/>
                  </a:ext>
                </a:extLst>
              </a:tr>
              <a:tr h="39417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76657538"/>
                  </a:ext>
                </a:extLst>
              </a:tr>
              <a:tr h="39417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20578315"/>
                  </a:ext>
                </a:extLst>
              </a:tr>
              <a:tr h="39417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0456252"/>
                  </a:ext>
                </a:extLst>
              </a:tr>
              <a:tr h="39417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33826630"/>
                  </a:ext>
                </a:extLst>
              </a:tr>
              <a:tr h="39417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35382576"/>
                  </a:ext>
                </a:extLst>
              </a:tr>
              <a:tr h="39417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59442859"/>
                  </a:ext>
                </a:extLst>
              </a:tr>
              <a:tr h="39417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25745491"/>
                  </a:ext>
                </a:extLst>
              </a:tr>
              <a:tr h="39417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31704333"/>
                  </a:ext>
                </a:extLst>
              </a:tr>
            </a:tbl>
          </a:graphicData>
        </a:graphic>
      </p:graphicFrame>
      <mc:AlternateContent xmlns:mc="http://schemas.openxmlformats.org/markup-compatibility/2006">
        <mc:Choice xmlns:p14="http://schemas.microsoft.com/office/powerpoint/2010/main" Requires="p14">
          <p:contentPart p14:bwMode="auto" r:id="rId325">
            <p14:nvContentPartPr>
              <p14:cNvPr id="201" name="Ink 200">
                <a:extLst>
                  <a:ext uri="{FF2B5EF4-FFF2-40B4-BE49-F238E27FC236}">
                    <a16:creationId xmlns:a16="http://schemas.microsoft.com/office/drawing/2014/main" id="{FD30B772-5E38-0789-137E-EE66FF01A215}"/>
                  </a:ext>
                </a:extLst>
              </p14:cNvPr>
              <p14:cNvContentPartPr/>
              <p14:nvPr/>
            </p14:nvContentPartPr>
            <p14:xfrm>
              <a:off x="-734970" y="4650330"/>
              <a:ext cx="10080" cy="360"/>
            </p14:xfrm>
          </p:contentPart>
        </mc:Choice>
        <mc:Fallback>
          <p:pic>
            <p:nvPicPr>
              <p:cNvPr id="201" name="Ink 200">
                <a:extLst>
                  <a:ext uri="{FF2B5EF4-FFF2-40B4-BE49-F238E27FC236}">
                    <a16:creationId xmlns:a16="http://schemas.microsoft.com/office/drawing/2014/main" id="{FD30B772-5E38-0789-137E-EE66FF01A215}"/>
                  </a:ext>
                </a:extLst>
              </p:cNvPr>
              <p:cNvPicPr/>
              <p:nvPr/>
            </p:nvPicPr>
            <p:blipFill>
              <a:blip r:embed="rId326"/>
              <a:stretch>
                <a:fillRect/>
              </a:stretch>
            </p:blipFill>
            <p:spPr>
              <a:xfrm>
                <a:off x="-752970" y="4632690"/>
                <a:ext cx="4572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27">
            <p14:nvContentPartPr>
              <p14:cNvPr id="202" name="Ink 201">
                <a:extLst>
                  <a:ext uri="{FF2B5EF4-FFF2-40B4-BE49-F238E27FC236}">
                    <a16:creationId xmlns:a16="http://schemas.microsoft.com/office/drawing/2014/main" id="{A743D861-D8B1-9412-FA46-E98A219F8DC4}"/>
                  </a:ext>
                </a:extLst>
              </p14:cNvPr>
              <p14:cNvContentPartPr/>
              <p14:nvPr/>
            </p14:nvContentPartPr>
            <p14:xfrm>
              <a:off x="10386870" y="990930"/>
              <a:ext cx="7200" cy="214920"/>
            </p14:xfrm>
          </p:contentPart>
        </mc:Choice>
        <mc:Fallback>
          <p:pic>
            <p:nvPicPr>
              <p:cNvPr id="202" name="Ink 201">
                <a:extLst>
                  <a:ext uri="{FF2B5EF4-FFF2-40B4-BE49-F238E27FC236}">
                    <a16:creationId xmlns:a16="http://schemas.microsoft.com/office/drawing/2014/main" id="{A743D861-D8B1-9412-FA46-E98A219F8DC4}"/>
                  </a:ext>
                </a:extLst>
              </p:cNvPr>
              <p:cNvPicPr/>
              <p:nvPr/>
            </p:nvPicPr>
            <p:blipFill>
              <a:blip r:embed="rId328"/>
              <a:stretch>
                <a:fillRect/>
              </a:stretch>
            </p:blipFill>
            <p:spPr>
              <a:xfrm>
                <a:off x="10368870" y="972930"/>
                <a:ext cx="42840" cy="250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29">
            <p14:nvContentPartPr>
              <p14:cNvPr id="203" name="Ink 202">
                <a:extLst>
                  <a:ext uri="{FF2B5EF4-FFF2-40B4-BE49-F238E27FC236}">
                    <a16:creationId xmlns:a16="http://schemas.microsoft.com/office/drawing/2014/main" id="{FFC4EA1C-FD53-EA2A-5381-48B7D07741E7}"/>
                  </a:ext>
                </a:extLst>
              </p14:cNvPr>
              <p14:cNvContentPartPr/>
              <p14:nvPr/>
            </p14:nvContentPartPr>
            <p14:xfrm>
              <a:off x="10407750" y="2199090"/>
              <a:ext cx="1440" cy="183240"/>
            </p14:xfrm>
          </p:contentPart>
        </mc:Choice>
        <mc:Fallback>
          <p:pic>
            <p:nvPicPr>
              <p:cNvPr id="203" name="Ink 202">
                <a:extLst>
                  <a:ext uri="{FF2B5EF4-FFF2-40B4-BE49-F238E27FC236}">
                    <a16:creationId xmlns:a16="http://schemas.microsoft.com/office/drawing/2014/main" id="{FFC4EA1C-FD53-EA2A-5381-48B7D07741E7}"/>
                  </a:ext>
                </a:extLst>
              </p:cNvPr>
              <p:cNvPicPr/>
              <p:nvPr/>
            </p:nvPicPr>
            <p:blipFill>
              <a:blip r:embed="rId330"/>
              <a:stretch>
                <a:fillRect/>
              </a:stretch>
            </p:blipFill>
            <p:spPr>
              <a:xfrm>
                <a:off x="10390110" y="2181450"/>
                <a:ext cx="37080" cy="218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31">
            <p14:nvContentPartPr>
              <p14:cNvPr id="204" name="Ink 203">
                <a:extLst>
                  <a:ext uri="{FF2B5EF4-FFF2-40B4-BE49-F238E27FC236}">
                    <a16:creationId xmlns:a16="http://schemas.microsoft.com/office/drawing/2014/main" id="{99085094-A232-E666-AF4C-7B2A000D072C}"/>
                  </a:ext>
                </a:extLst>
              </p14:cNvPr>
              <p14:cNvContentPartPr/>
              <p14:nvPr/>
            </p14:nvContentPartPr>
            <p14:xfrm>
              <a:off x="10392270" y="4148130"/>
              <a:ext cx="2880" cy="288360"/>
            </p14:xfrm>
          </p:contentPart>
        </mc:Choice>
        <mc:Fallback>
          <p:pic>
            <p:nvPicPr>
              <p:cNvPr id="204" name="Ink 203">
                <a:extLst>
                  <a:ext uri="{FF2B5EF4-FFF2-40B4-BE49-F238E27FC236}">
                    <a16:creationId xmlns:a16="http://schemas.microsoft.com/office/drawing/2014/main" id="{99085094-A232-E666-AF4C-7B2A000D072C}"/>
                  </a:ext>
                </a:extLst>
              </p:cNvPr>
              <p:cNvPicPr/>
              <p:nvPr/>
            </p:nvPicPr>
            <p:blipFill>
              <a:blip r:embed="rId332"/>
              <a:stretch>
                <a:fillRect/>
              </a:stretch>
            </p:blipFill>
            <p:spPr>
              <a:xfrm>
                <a:off x="10374270" y="4130130"/>
                <a:ext cx="38520" cy="324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33">
            <p14:nvContentPartPr>
              <p14:cNvPr id="205" name="Ink 204">
                <a:extLst>
                  <a:ext uri="{FF2B5EF4-FFF2-40B4-BE49-F238E27FC236}">
                    <a16:creationId xmlns:a16="http://schemas.microsoft.com/office/drawing/2014/main" id="{8984EF1D-5D20-4DD4-A40E-0862BE1680AB}"/>
                  </a:ext>
                </a:extLst>
              </p14:cNvPr>
              <p14:cNvContentPartPr/>
              <p14:nvPr/>
            </p14:nvContentPartPr>
            <p14:xfrm>
              <a:off x="10411710" y="5369250"/>
              <a:ext cx="28800" cy="196200"/>
            </p14:xfrm>
          </p:contentPart>
        </mc:Choice>
        <mc:Fallback>
          <p:pic>
            <p:nvPicPr>
              <p:cNvPr id="205" name="Ink 204">
                <a:extLst>
                  <a:ext uri="{FF2B5EF4-FFF2-40B4-BE49-F238E27FC236}">
                    <a16:creationId xmlns:a16="http://schemas.microsoft.com/office/drawing/2014/main" id="{8984EF1D-5D20-4DD4-A40E-0862BE1680AB}"/>
                  </a:ext>
                </a:extLst>
              </p:cNvPr>
              <p:cNvPicPr/>
              <p:nvPr/>
            </p:nvPicPr>
            <p:blipFill>
              <a:blip r:embed="rId334"/>
              <a:stretch>
                <a:fillRect/>
              </a:stretch>
            </p:blipFill>
            <p:spPr>
              <a:xfrm>
                <a:off x="10394070" y="5351250"/>
                <a:ext cx="64440" cy="231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35">
            <p14:nvContentPartPr>
              <p14:cNvPr id="206" name="Ink 205">
                <a:extLst>
                  <a:ext uri="{FF2B5EF4-FFF2-40B4-BE49-F238E27FC236}">
                    <a16:creationId xmlns:a16="http://schemas.microsoft.com/office/drawing/2014/main" id="{0B0E253D-69A8-7A88-B508-9D5CE33D5E59}"/>
                  </a:ext>
                </a:extLst>
              </p14:cNvPr>
              <p14:cNvContentPartPr/>
              <p14:nvPr/>
            </p14:nvContentPartPr>
            <p14:xfrm>
              <a:off x="10301190" y="577290"/>
              <a:ext cx="192960" cy="251280"/>
            </p14:xfrm>
          </p:contentPart>
        </mc:Choice>
        <mc:Fallback>
          <p:pic>
            <p:nvPicPr>
              <p:cNvPr id="206" name="Ink 205">
                <a:extLst>
                  <a:ext uri="{FF2B5EF4-FFF2-40B4-BE49-F238E27FC236}">
                    <a16:creationId xmlns:a16="http://schemas.microsoft.com/office/drawing/2014/main" id="{0B0E253D-69A8-7A88-B508-9D5CE33D5E59}"/>
                  </a:ext>
                </a:extLst>
              </p:cNvPr>
              <p:cNvPicPr/>
              <p:nvPr/>
            </p:nvPicPr>
            <p:blipFill>
              <a:blip r:embed="rId336"/>
              <a:stretch>
                <a:fillRect/>
              </a:stretch>
            </p:blipFill>
            <p:spPr>
              <a:xfrm>
                <a:off x="10283550" y="559290"/>
                <a:ext cx="228600" cy="286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37">
            <p14:nvContentPartPr>
              <p14:cNvPr id="207" name="Ink 206">
                <a:extLst>
                  <a:ext uri="{FF2B5EF4-FFF2-40B4-BE49-F238E27FC236}">
                    <a16:creationId xmlns:a16="http://schemas.microsoft.com/office/drawing/2014/main" id="{A3912A80-EB43-EE8B-E84B-6FB826559603}"/>
                  </a:ext>
                </a:extLst>
              </p14:cNvPr>
              <p14:cNvContentPartPr/>
              <p14:nvPr/>
            </p14:nvContentPartPr>
            <p14:xfrm>
              <a:off x="10305150" y="1415370"/>
              <a:ext cx="136800" cy="223560"/>
            </p14:xfrm>
          </p:contentPart>
        </mc:Choice>
        <mc:Fallback>
          <p:pic>
            <p:nvPicPr>
              <p:cNvPr id="207" name="Ink 206">
                <a:extLst>
                  <a:ext uri="{FF2B5EF4-FFF2-40B4-BE49-F238E27FC236}">
                    <a16:creationId xmlns:a16="http://schemas.microsoft.com/office/drawing/2014/main" id="{A3912A80-EB43-EE8B-E84B-6FB826559603}"/>
                  </a:ext>
                </a:extLst>
              </p:cNvPr>
              <p:cNvPicPr/>
              <p:nvPr/>
            </p:nvPicPr>
            <p:blipFill>
              <a:blip r:embed="rId338"/>
              <a:stretch>
                <a:fillRect/>
              </a:stretch>
            </p:blipFill>
            <p:spPr>
              <a:xfrm>
                <a:off x="10287510" y="1397370"/>
                <a:ext cx="172440" cy="259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39">
            <p14:nvContentPartPr>
              <p14:cNvPr id="208" name="Ink 207">
                <a:extLst>
                  <a:ext uri="{FF2B5EF4-FFF2-40B4-BE49-F238E27FC236}">
                    <a16:creationId xmlns:a16="http://schemas.microsoft.com/office/drawing/2014/main" id="{4AA4EFCC-1263-F94A-AC22-E3290B975B26}"/>
                  </a:ext>
                </a:extLst>
              </p14:cNvPr>
              <p14:cNvContentPartPr/>
              <p14:nvPr/>
            </p14:nvContentPartPr>
            <p14:xfrm>
              <a:off x="1163310" y="4361250"/>
              <a:ext cx="1272600" cy="153000"/>
            </p14:xfrm>
          </p:contentPart>
        </mc:Choice>
        <mc:Fallback>
          <p:pic>
            <p:nvPicPr>
              <p:cNvPr id="208" name="Ink 207">
                <a:extLst>
                  <a:ext uri="{FF2B5EF4-FFF2-40B4-BE49-F238E27FC236}">
                    <a16:creationId xmlns:a16="http://schemas.microsoft.com/office/drawing/2014/main" id="{4AA4EFCC-1263-F94A-AC22-E3290B975B26}"/>
                  </a:ext>
                </a:extLst>
              </p:cNvPr>
              <p:cNvPicPr/>
              <p:nvPr/>
            </p:nvPicPr>
            <p:blipFill>
              <a:blip r:embed="rId340"/>
              <a:stretch>
                <a:fillRect/>
              </a:stretch>
            </p:blipFill>
            <p:spPr>
              <a:xfrm>
                <a:off x="1145670" y="4343610"/>
                <a:ext cx="1308240" cy="188640"/>
              </a:xfrm>
              <a:prstGeom prst="rect">
                <a:avLst/>
              </a:prstGeom>
            </p:spPr>
          </p:pic>
        </mc:Fallback>
      </mc:AlternateContent>
      <p:grpSp>
        <p:nvGrpSpPr>
          <p:cNvPr id="213" name="Group 212">
            <a:extLst>
              <a:ext uri="{FF2B5EF4-FFF2-40B4-BE49-F238E27FC236}">
                <a16:creationId xmlns:a16="http://schemas.microsoft.com/office/drawing/2014/main" id="{2F668D52-0492-E9D3-4AFE-AE2C85904802}"/>
              </a:ext>
            </a:extLst>
          </p:cNvPr>
          <p:cNvGrpSpPr/>
          <p:nvPr/>
        </p:nvGrpSpPr>
        <p:grpSpPr>
          <a:xfrm>
            <a:off x="1845510" y="4615770"/>
            <a:ext cx="222840" cy="338040"/>
            <a:chOff x="1845510" y="4615770"/>
            <a:chExt cx="222840" cy="338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41">
              <p14:nvContentPartPr>
                <p14:cNvPr id="209" name="Ink 208">
                  <a:extLst>
                    <a:ext uri="{FF2B5EF4-FFF2-40B4-BE49-F238E27FC236}">
                      <a16:creationId xmlns:a16="http://schemas.microsoft.com/office/drawing/2014/main" id="{CD19131D-A660-6FA3-C895-849E104F7515}"/>
                    </a:ext>
                  </a:extLst>
                </p14:cNvPr>
                <p14:cNvContentPartPr/>
                <p14:nvPr/>
              </p14:nvContentPartPr>
              <p14:xfrm>
                <a:off x="1868550" y="4616130"/>
                <a:ext cx="21240" cy="201600"/>
              </p14:xfrm>
            </p:contentPart>
          </mc:Choice>
          <mc:Fallback>
            <p:pic>
              <p:nvPicPr>
                <p:cNvPr id="209" name="Ink 208">
                  <a:extLst>
                    <a:ext uri="{FF2B5EF4-FFF2-40B4-BE49-F238E27FC236}">
                      <a16:creationId xmlns:a16="http://schemas.microsoft.com/office/drawing/2014/main" id="{CD19131D-A660-6FA3-C895-849E104F7515}"/>
                    </a:ext>
                  </a:extLst>
                </p:cNvPr>
                <p:cNvPicPr/>
                <p:nvPr/>
              </p:nvPicPr>
              <p:blipFill>
                <a:blip r:embed="rId342"/>
                <a:stretch>
                  <a:fillRect/>
                </a:stretch>
              </p:blipFill>
              <p:spPr>
                <a:xfrm>
                  <a:off x="1850550" y="4598490"/>
                  <a:ext cx="56880" cy="23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3">
              <p14:nvContentPartPr>
                <p14:cNvPr id="210" name="Ink 209">
                  <a:extLst>
                    <a:ext uri="{FF2B5EF4-FFF2-40B4-BE49-F238E27FC236}">
                      <a16:creationId xmlns:a16="http://schemas.microsoft.com/office/drawing/2014/main" id="{9B6466E6-D55B-C45D-B90E-D7A992A5D3D4}"/>
                    </a:ext>
                  </a:extLst>
                </p14:cNvPr>
                <p14:cNvContentPartPr/>
                <p14:nvPr/>
              </p14:nvContentPartPr>
              <p14:xfrm>
                <a:off x="1845510" y="4615770"/>
                <a:ext cx="150120" cy="13320"/>
              </p14:xfrm>
            </p:contentPart>
          </mc:Choice>
          <mc:Fallback>
            <p:pic>
              <p:nvPicPr>
                <p:cNvPr id="210" name="Ink 209">
                  <a:extLst>
                    <a:ext uri="{FF2B5EF4-FFF2-40B4-BE49-F238E27FC236}">
                      <a16:creationId xmlns:a16="http://schemas.microsoft.com/office/drawing/2014/main" id="{9B6466E6-D55B-C45D-B90E-D7A992A5D3D4}"/>
                    </a:ext>
                  </a:extLst>
                </p:cNvPr>
                <p:cNvPicPr/>
                <p:nvPr/>
              </p:nvPicPr>
              <p:blipFill>
                <a:blip r:embed="rId344"/>
                <a:stretch>
                  <a:fillRect/>
                </a:stretch>
              </p:blipFill>
              <p:spPr>
                <a:xfrm>
                  <a:off x="1827870" y="4598130"/>
                  <a:ext cx="185760" cy="4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5">
              <p14:nvContentPartPr>
                <p14:cNvPr id="211" name="Ink 210">
                  <a:extLst>
                    <a:ext uri="{FF2B5EF4-FFF2-40B4-BE49-F238E27FC236}">
                      <a16:creationId xmlns:a16="http://schemas.microsoft.com/office/drawing/2014/main" id="{8B46FB19-7DC2-2B50-6A14-72A1D005AC57}"/>
                    </a:ext>
                  </a:extLst>
                </p14:cNvPr>
                <p14:cNvContentPartPr/>
                <p14:nvPr/>
              </p14:nvContentPartPr>
              <p14:xfrm>
                <a:off x="1873230" y="4707930"/>
                <a:ext cx="102600" cy="2520"/>
              </p14:xfrm>
            </p:contentPart>
          </mc:Choice>
          <mc:Fallback>
            <p:pic>
              <p:nvPicPr>
                <p:cNvPr id="211" name="Ink 210">
                  <a:extLst>
                    <a:ext uri="{FF2B5EF4-FFF2-40B4-BE49-F238E27FC236}">
                      <a16:creationId xmlns:a16="http://schemas.microsoft.com/office/drawing/2014/main" id="{8B46FB19-7DC2-2B50-6A14-72A1D005AC57}"/>
                    </a:ext>
                  </a:extLst>
                </p:cNvPr>
                <p:cNvPicPr/>
                <p:nvPr/>
              </p:nvPicPr>
              <p:blipFill>
                <a:blip r:embed="rId346"/>
                <a:stretch>
                  <a:fillRect/>
                </a:stretch>
              </p:blipFill>
              <p:spPr>
                <a:xfrm>
                  <a:off x="1855590" y="4689930"/>
                  <a:ext cx="138240" cy="3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7">
              <p14:nvContentPartPr>
                <p14:cNvPr id="212" name="Ink 211">
                  <a:extLst>
                    <a:ext uri="{FF2B5EF4-FFF2-40B4-BE49-F238E27FC236}">
                      <a16:creationId xmlns:a16="http://schemas.microsoft.com/office/drawing/2014/main" id="{DEF081CD-B22F-55E3-0A62-B54CFCD07205}"/>
                    </a:ext>
                  </a:extLst>
                </p14:cNvPr>
                <p14:cNvContentPartPr/>
                <p14:nvPr/>
              </p14:nvContentPartPr>
              <p14:xfrm>
                <a:off x="2046390" y="4795410"/>
                <a:ext cx="21960" cy="158400"/>
              </p14:xfrm>
            </p:contentPart>
          </mc:Choice>
          <mc:Fallback>
            <p:pic>
              <p:nvPicPr>
                <p:cNvPr id="212" name="Ink 211">
                  <a:extLst>
                    <a:ext uri="{FF2B5EF4-FFF2-40B4-BE49-F238E27FC236}">
                      <a16:creationId xmlns:a16="http://schemas.microsoft.com/office/drawing/2014/main" id="{DEF081CD-B22F-55E3-0A62-B54CFCD07205}"/>
                    </a:ext>
                  </a:extLst>
                </p:cNvPr>
                <p:cNvPicPr/>
                <p:nvPr/>
              </p:nvPicPr>
              <p:blipFill>
                <a:blip r:embed="rId348"/>
                <a:stretch>
                  <a:fillRect/>
                </a:stretch>
              </p:blipFill>
              <p:spPr>
                <a:xfrm>
                  <a:off x="2028750" y="4777770"/>
                  <a:ext cx="57600" cy="1940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49">
            <p14:nvContentPartPr>
              <p14:cNvPr id="214" name="Ink 213">
                <a:extLst>
                  <a:ext uri="{FF2B5EF4-FFF2-40B4-BE49-F238E27FC236}">
                    <a16:creationId xmlns:a16="http://schemas.microsoft.com/office/drawing/2014/main" id="{720C84D0-B5A7-9867-2172-BAE982BD3DCF}"/>
                  </a:ext>
                </a:extLst>
              </p14:cNvPr>
              <p14:cNvContentPartPr/>
              <p14:nvPr/>
            </p14:nvContentPartPr>
            <p14:xfrm>
              <a:off x="3358950" y="4435050"/>
              <a:ext cx="792360" cy="152640"/>
            </p14:xfrm>
          </p:contentPart>
        </mc:Choice>
        <mc:Fallback>
          <p:pic>
            <p:nvPicPr>
              <p:cNvPr id="214" name="Ink 213">
                <a:extLst>
                  <a:ext uri="{FF2B5EF4-FFF2-40B4-BE49-F238E27FC236}">
                    <a16:creationId xmlns:a16="http://schemas.microsoft.com/office/drawing/2014/main" id="{720C84D0-B5A7-9867-2172-BAE982BD3DCF}"/>
                  </a:ext>
                </a:extLst>
              </p:cNvPr>
              <p:cNvPicPr/>
              <p:nvPr/>
            </p:nvPicPr>
            <p:blipFill>
              <a:blip r:embed="rId350"/>
              <a:stretch>
                <a:fillRect/>
              </a:stretch>
            </p:blipFill>
            <p:spPr>
              <a:xfrm>
                <a:off x="3341310" y="4417050"/>
                <a:ext cx="828000" cy="188280"/>
              </a:xfrm>
              <a:prstGeom prst="rect">
                <a:avLst/>
              </a:prstGeom>
            </p:spPr>
          </p:pic>
        </mc:Fallback>
      </mc:AlternateContent>
      <p:grpSp>
        <p:nvGrpSpPr>
          <p:cNvPr id="219" name="Group 218">
            <a:extLst>
              <a:ext uri="{FF2B5EF4-FFF2-40B4-BE49-F238E27FC236}">
                <a16:creationId xmlns:a16="http://schemas.microsoft.com/office/drawing/2014/main" id="{12D1A37D-E41A-1336-2D80-DE42FC50C0D0}"/>
              </a:ext>
            </a:extLst>
          </p:cNvPr>
          <p:cNvGrpSpPr/>
          <p:nvPr/>
        </p:nvGrpSpPr>
        <p:grpSpPr>
          <a:xfrm>
            <a:off x="3675390" y="4692810"/>
            <a:ext cx="284040" cy="280800"/>
            <a:chOff x="3675390" y="4692810"/>
            <a:chExt cx="284040" cy="280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51">
              <p14:nvContentPartPr>
                <p14:cNvPr id="215" name="Ink 214">
                  <a:extLst>
                    <a:ext uri="{FF2B5EF4-FFF2-40B4-BE49-F238E27FC236}">
                      <a16:creationId xmlns:a16="http://schemas.microsoft.com/office/drawing/2014/main" id="{A0F3084E-19A9-B27F-F78F-D0924D272349}"/>
                    </a:ext>
                  </a:extLst>
                </p14:cNvPr>
                <p14:cNvContentPartPr/>
                <p14:nvPr/>
              </p14:nvContentPartPr>
              <p14:xfrm>
                <a:off x="3721110" y="4692810"/>
                <a:ext cx="18360" cy="211320"/>
              </p14:xfrm>
            </p:contentPart>
          </mc:Choice>
          <mc:Fallback>
            <p:pic>
              <p:nvPicPr>
                <p:cNvPr id="215" name="Ink 214">
                  <a:extLst>
                    <a:ext uri="{FF2B5EF4-FFF2-40B4-BE49-F238E27FC236}">
                      <a16:creationId xmlns:a16="http://schemas.microsoft.com/office/drawing/2014/main" id="{A0F3084E-19A9-B27F-F78F-D0924D272349}"/>
                    </a:ext>
                  </a:extLst>
                </p:cNvPr>
                <p:cNvPicPr/>
                <p:nvPr/>
              </p:nvPicPr>
              <p:blipFill>
                <a:blip r:embed="rId352"/>
                <a:stretch>
                  <a:fillRect/>
                </a:stretch>
              </p:blipFill>
              <p:spPr>
                <a:xfrm>
                  <a:off x="3703470" y="4675170"/>
                  <a:ext cx="54000" cy="24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3">
              <p14:nvContentPartPr>
                <p14:cNvPr id="216" name="Ink 215">
                  <a:extLst>
                    <a:ext uri="{FF2B5EF4-FFF2-40B4-BE49-F238E27FC236}">
                      <a16:creationId xmlns:a16="http://schemas.microsoft.com/office/drawing/2014/main" id="{B3F8B4D3-4D6E-6ADD-84B6-1395A06CF88B}"/>
                    </a:ext>
                  </a:extLst>
                </p14:cNvPr>
                <p14:cNvContentPartPr/>
                <p14:nvPr/>
              </p14:nvContentPartPr>
              <p14:xfrm>
                <a:off x="3696990" y="4698210"/>
                <a:ext cx="142200" cy="360"/>
              </p14:xfrm>
            </p:contentPart>
          </mc:Choice>
          <mc:Fallback>
            <p:pic>
              <p:nvPicPr>
                <p:cNvPr id="216" name="Ink 215">
                  <a:extLst>
                    <a:ext uri="{FF2B5EF4-FFF2-40B4-BE49-F238E27FC236}">
                      <a16:creationId xmlns:a16="http://schemas.microsoft.com/office/drawing/2014/main" id="{B3F8B4D3-4D6E-6ADD-84B6-1395A06CF88B}"/>
                    </a:ext>
                  </a:extLst>
                </p:cNvPr>
                <p:cNvPicPr/>
                <p:nvPr/>
              </p:nvPicPr>
              <p:blipFill>
                <a:blip r:embed="rId354"/>
                <a:stretch>
                  <a:fillRect/>
                </a:stretch>
              </p:blipFill>
              <p:spPr>
                <a:xfrm>
                  <a:off x="3679350" y="4680210"/>
                  <a:ext cx="17784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5">
              <p14:nvContentPartPr>
                <p14:cNvPr id="217" name="Ink 216">
                  <a:extLst>
                    <a:ext uri="{FF2B5EF4-FFF2-40B4-BE49-F238E27FC236}">
                      <a16:creationId xmlns:a16="http://schemas.microsoft.com/office/drawing/2014/main" id="{7A2FFA1D-63AA-DA32-34AD-2595BAB3D156}"/>
                    </a:ext>
                  </a:extLst>
                </p14:cNvPr>
                <p14:cNvContentPartPr/>
                <p14:nvPr/>
              </p14:nvContentPartPr>
              <p14:xfrm>
                <a:off x="3675390" y="4787850"/>
                <a:ext cx="133920" cy="16560"/>
              </p14:xfrm>
            </p:contentPart>
          </mc:Choice>
          <mc:Fallback>
            <p:pic>
              <p:nvPicPr>
                <p:cNvPr id="217" name="Ink 216">
                  <a:extLst>
                    <a:ext uri="{FF2B5EF4-FFF2-40B4-BE49-F238E27FC236}">
                      <a16:creationId xmlns:a16="http://schemas.microsoft.com/office/drawing/2014/main" id="{7A2FFA1D-63AA-DA32-34AD-2595BAB3D156}"/>
                    </a:ext>
                  </a:extLst>
                </p:cNvPr>
                <p:cNvPicPr/>
                <p:nvPr/>
              </p:nvPicPr>
              <p:blipFill>
                <a:blip r:embed="rId356"/>
                <a:stretch>
                  <a:fillRect/>
                </a:stretch>
              </p:blipFill>
              <p:spPr>
                <a:xfrm>
                  <a:off x="3657750" y="4770210"/>
                  <a:ext cx="169560" cy="5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7">
              <p14:nvContentPartPr>
                <p14:cNvPr id="218" name="Ink 217">
                  <a:extLst>
                    <a:ext uri="{FF2B5EF4-FFF2-40B4-BE49-F238E27FC236}">
                      <a16:creationId xmlns:a16="http://schemas.microsoft.com/office/drawing/2014/main" id="{123A7CB3-2A00-9C99-5E76-5E8DFF2DE9F4}"/>
                    </a:ext>
                  </a:extLst>
                </p14:cNvPr>
                <p14:cNvContentPartPr/>
                <p14:nvPr/>
              </p14:nvContentPartPr>
              <p14:xfrm>
                <a:off x="3854670" y="4855890"/>
                <a:ext cx="104760" cy="117720"/>
              </p14:xfrm>
            </p:contentPart>
          </mc:Choice>
          <mc:Fallback>
            <p:pic>
              <p:nvPicPr>
                <p:cNvPr id="218" name="Ink 217">
                  <a:extLst>
                    <a:ext uri="{FF2B5EF4-FFF2-40B4-BE49-F238E27FC236}">
                      <a16:creationId xmlns:a16="http://schemas.microsoft.com/office/drawing/2014/main" id="{123A7CB3-2A00-9C99-5E76-5E8DFF2DE9F4}"/>
                    </a:ext>
                  </a:extLst>
                </p:cNvPr>
                <p:cNvPicPr/>
                <p:nvPr/>
              </p:nvPicPr>
              <p:blipFill>
                <a:blip r:embed="rId358"/>
                <a:stretch>
                  <a:fillRect/>
                </a:stretch>
              </p:blipFill>
              <p:spPr>
                <a:xfrm>
                  <a:off x="3837030" y="4838250"/>
                  <a:ext cx="140400" cy="1533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59">
            <p14:nvContentPartPr>
              <p14:cNvPr id="220" name="Ink 219">
                <a:extLst>
                  <a:ext uri="{FF2B5EF4-FFF2-40B4-BE49-F238E27FC236}">
                    <a16:creationId xmlns:a16="http://schemas.microsoft.com/office/drawing/2014/main" id="{B160B170-E669-206E-BEEC-935CCE5F3431}"/>
                  </a:ext>
                </a:extLst>
              </p14:cNvPr>
              <p14:cNvContentPartPr/>
              <p14:nvPr/>
            </p14:nvContentPartPr>
            <p14:xfrm>
              <a:off x="10310550" y="1804530"/>
              <a:ext cx="191520" cy="244800"/>
            </p14:xfrm>
          </p:contentPart>
        </mc:Choice>
        <mc:Fallback>
          <p:pic>
            <p:nvPicPr>
              <p:cNvPr id="220" name="Ink 219">
                <a:extLst>
                  <a:ext uri="{FF2B5EF4-FFF2-40B4-BE49-F238E27FC236}">
                    <a16:creationId xmlns:a16="http://schemas.microsoft.com/office/drawing/2014/main" id="{B160B170-E669-206E-BEEC-935CCE5F3431}"/>
                  </a:ext>
                </a:extLst>
              </p:cNvPr>
              <p:cNvPicPr/>
              <p:nvPr/>
            </p:nvPicPr>
            <p:blipFill>
              <a:blip r:embed="rId360"/>
              <a:stretch>
                <a:fillRect/>
              </a:stretch>
            </p:blipFill>
            <p:spPr>
              <a:xfrm>
                <a:off x="10292550" y="1786530"/>
                <a:ext cx="227160" cy="280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61">
            <p14:nvContentPartPr>
              <p14:cNvPr id="221" name="Ink 220">
                <a:extLst>
                  <a:ext uri="{FF2B5EF4-FFF2-40B4-BE49-F238E27FC236}">
                    <a16:creationId xmlns:a16="http://schemas.microsoft.com/office/drawing/2014/main" id="{BAA12998-DBA3-0C00-C0F3-4F15F85804C9}"/>
                  </a:ext>
                </a:extLst>
              </p14:cNvPr>
              <p14:cNvContentPartPr/>
              <p14:nvPr/>
            </p14:nvContentPartPr>
            <p14:xfrm>
              <a:off x="10332870" y="2556210"/>
              <a:ext cx="171000" cy="229680"/>
            </p14:xfrm>
          </p:contentPart>
        </mc:Choice>
        <mc:Fallback>
          <p:pic>
            <p:nvPicPr>
              <p:cNvPr id="221" name="Ink 220">
                <a:extLst>
                  <a:ext uri="{FF2B5EF4-FFF2-40B4-BE49-F238E27FC236}">
                    <a16:creationId xmlns:a16="http://schemas.microsoft.com/office/drawing/2014/main" id="{BAA12998-DBA3-0C00-C0F3-4F15F85804C9}"/>
                  </a:ext>
                </a:extLst>
              </p:cNvPr>
              <p:cNvPicPr/>
              <p:nvPr/>
            </p:nvPicPr>
            <p:blipFill>
              <a:blip r:embed="rId362"/>
              <a:stretch>
                <a:fillRect/>
              </a:stretch>
            </p:blipFill>
            <p:spPr>
              <a:xfrm>
                <a:off x="10315230" y="2538570"/>
                <a:ext cx="206640" cy="265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63">
            <p14:nvContentPartPr>
              <p14:cNvPr id="222" name="Ink 221">
                <a:extLst>
                  <a:ext uri="{FF2B5EF4-FFF2-40B4-BE49-F238E27FC236}">
                    <a16:creationId xmlns:a16="http://schemas.microsoft.com/office/drawing/2014/main" id="{82155F99-C8DE-F307-838A-AE9AED631D86}"/>
                  </a:ext>
                </a:extLst>
              </p14:cNvPr>
              <p14:cNvContentPartPr/>
              <p14:nvPr/>
            </p14:nvContentPartPr>
            <p14:xfrm>
              <a:off x="10339710" y="3014490"/>
              <a:ext cx="181440" cy="236520"/>
            </p14:xfrm>
          </p:contentPart>
        </mc:Choice>
        <mc:Fallback>
          <p:pic>
            <p:nvPicPr>
              <p:cNvPr id="222" name="Ink 221">
                <a:extLst>
                  <a:ext uri="{FF2B5EF4-FFF2-40B4-BE49-F238E27FC236}">
                    <a16:creationId xmlns:a16="http://schemas.microsoft.com/office/drawing/2014/main" id="{82155F99-C8DE-F307-838A-AE9AED631D86}"/>
                  </a:ext>
                </a:extLst>
              </p:cNvPr>
              <p:cNvPicPr/>
              <p:nvPr/>
            </p:nvPicPr>
            <p:blipFill>
              <a:blip r:embed="rId364"/>
              <a:stretch>
                <a:fillRect/>
              </a:stretch>
            </p:blipFill>
            <p:spPr>
              <a:xfrm>
                <a:off x="10321710" y="2996490"/>
                <a:ext cx="217080" cy="272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65">
            <p14:nvContentPartPr>
              <p14:cNvPr id="223" name="Ink 222">
                <a:extLst>
                  <a:ext uri="{FF2B5EF4-FFF2-40B4-BE49-F238E27FC236}">
                    <a16:creationId xmlns:a16="http://schemas.microsoft.com/office/drawing/2014/main" id="{A23302E0-EB0A-57FE-A08F-14676E6ACF26}"/>
                  </a:ext>
                </a:extLst>
              </p14:cNvPr>
              <p14:cNvContentPartPr/>
              <p14:nvPr/>
            </p14:nvContentPartPr>
            <p14:xfrm>
              <a:off x="10301910" y="3390690"/>
              <a:ext cx="132120" cy="199440"/>
            </p14:xfrm>
          </p:contentPart>
        </mc:Choice>
        <mc:Fallback>
          <p:pic>
            <p:nvPicPr>
              <p:cNvPr id="223" name="Ink 222">
                <a:extLst>
                  <a:ext uri="{FF2B5EF4-FFF2-40B4-BE49-F238E27FC236}">
                    <a16:creationId xmlns:a16="http://schemas.microsoft.com/office/drawing/2014/main" id="{A23302E0-EB0A-57FE-A08F-14676E6ACF26}"/>
                  </a:ext>
                </a:extLst>
              </p:cNvPr>
              <p:cNvPicPr/>
              <p:nvPr/>
            </p:nvPicPr>
            <p:blipFill>
              <a:blip r:embed="rId366"/>
              <a:stretch>
                <a:fillRect/>
              </a:stretch>
            </p:blipFill>
            <p:spPr>
              <a:xfrm>
                <a:off x="10284270" y="3373050"/>
                <a:ext cx="167760" cy="235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67">
            <p14:nvContentPartPr>
              <p14:cNvPr id="224" name="Ink 223">
                <a:extLst>
                  <a:ext uri="{FF2B5EF4-FFF2-40B4-BE49-F238E27FC236}">
                    <a16:creationId xmlns:a16="http://schemas.microsoft.com/office/drawing/2014/main" id="{F552A038-FAB0-4720-2D97-D713CD90D4FE}"/>
                  </a:ext>
                </a:extLst>
              </p14:cNvPr>
              <p14:cNvContentPartPr/>
              <p14:nvPr/>
            </p14:nvContentPartPr>
            <p14:xfrm>
              <a:off x="10345830" y="3767970"/>
              <a:ext cx="147960" cy="209160"/>
            </p14:xfrm>
          </p:contentPart>
        </mc:Choice>
        <mc:Fallback>
          <p:pic>
            <p:nvPicPr>
              <p:cNvPr id="224" name="Ink 223">
                <a:extLst>
                  <a:ext uri="{FF2B5EF4-FFF2-40B4-BE49-F238E27FC236}">
                    <a16:creationId xmlns:a16="http://schemas.microsoft.com/office/drawing/2014/main" id="{F552A038-FAB0-4720-2D97-D713CD90D4FE}"/>
                  </a:ext>
                </a:extLst>
              </p:cNvPr>
              <p:cNvPicPr/>
              <p:nvPr/>
            </p:nvPicPr>
            <p:blipFill>
              <a:blip r:embed="rId368"/>
              <a:stretch>
                <a:fillRect/>
              </a:stretch>
            </p:blipFill>
            <p:spPr>
              <a:xfrm>
                <a:off x="10328190" y="3749970"/>
                <a:ext cx="183600" cy="244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69">
            <p14:nvContentPartPr>
              <p14:cNvPr id="225" name="Ink 224">
                <a:extLst>
                  <a:ext uri="{FF2B5EF4-FFF2-40B4-BE49-F238E27FC236}">
                    <a16:creationId xmlns:a16="http://schemas.microsoft.com/office/drawing/2014/main" id="{637E461F-3324-7AE5-3C12-914DE03CC197}"/>
                  </a:ext>
                </a:extLst>
              </p14:cNvPr>
              <p14:cNvContentPartPr/>
              <p14:nvPr/>
            </p14:nvContentPartPr>
            <p14:xfrm>
              <a:off x="10310550" y="4514970"/>
              <a:ext cx="154440" cy="254880"/>
            </p14:xfrm>
          </p:contentPart>
        </mc:Choice>
        <mc:Fallback>
          <p:pic>
            <p:nvPicPr>
              <p:cNvPr id="225" name="Ink 224">
                <a:extLst>
                  <a:ext uri="{FF2B5EF4-FFF2-40B4-BE49-F238E27FC236}">
                    <a16:creationId xmlns:a16="http://schemas.microsoft.com/office/drawing/2014/main" id="{637E461F-3324-7AE5-3C12-914DE03CC197}"/>
                  </a:ext>
                </a:extLst>
              </p:cNvPr>
              <p:cNvPicPr/>
              <p:nvPr/>
            </p:nvPicPr>
            <p:blipFill>
              <a:blip r:embed="rId370"/>
              <a:stretch>
                <a:fillRect/>
              </a:stretch>
            </p:blipFill>
            <p:spPr>
              <a:xfrm>
                <a:off x="10292550" y="4497330"/>
                <a:ext cx="190080" cy="290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71">
            <p14:nvContentPartPr>
              <p14:cNvPr id="226" name="Ink 225">
                <a:extLst>
                  <a:ext uri="{FF2B5EF4-FFF2-40B4-BE49-F238E27FC236}">
                    <a16:creationId xmlns:a16="http://schemas.microsoft.com/office/drawing/2014/main" id="{8461A3FC-4A86-7FA8-58C3-AE4CC36FDA96}"/>
                  </a:ext>
                </a:extLst>
              </p14:cNvPr>
              <p14:cNvContentPartPr/>
              <p14:nvPr/>
            </p14:nvContentPartPr>
            <p14:xfrm>
              <a:off x="10286430" y="4981530"/>
              <a:ext cx="195480" cy="224280"/>
            </p14:xfrm>
          </p:contentPart>
        </mc:Choice>
        <mc:Fallback>
          <p:pic>
            <p:nvPicPr>
              <p:cNvPr id="226" name="Ink 225">
                <a:extLst>
                  <a:ext uri="{FF2B5EF4-FFF2-40B4-BE49-F238E27FC236}">
                    <a16:creationId xmlns:a16="http://schemas.microsoft.com/office/drawing/2014/main" id="{8461A3FC-4A86-7FA8-58C3-AE4CC36FDA96}"/>
                  </a:ext>
                </a:extLst>
              </p:cNvPr>
              <p:cNvPicPr/>
              <p:nvPr/>
            </p:nvPicPr>
            <p:blipFill>
              <a:blip r:embed="rId372"/>
              <a:stretch>
                <a:fillRect/>
              </a:stretch>
            </p:blipFill>
            <p:spPr>
              <a:xfrm>
                <a:off x="10268430" y="4963890"/>
                <a:ext cx="231120" cy="259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73">
            <p14:nvContentPartPr>
              <p14:cNvPr id="227" name="Ink 226">
                <a:extLst>
                  <a:ext uri="{FF2B5EF4-FFF2-40B4-BE49-F238E27FC236}">
                    <a16:creationId xmlns:a16="http://schemas.microsoft.com/office/drawing/2014/main" id="{E62D0452-0366-3133-AA38-2E4B496B4230}"/>
                  </a:ext>
                </a:extLst>
              </p14:cNvPr>
              <p14:cNvContentPartPr/>
              <p14:nvPr/>
            </p14:nvContentPartPr>
            <p14:xfrm>
              <a:off x="10295790" y="5733210"/>
              <a:ext cx="163800" cy="230400"/>
            </p14:xfrm>
          </p:contentPart>
        </mc:Choice>
        <mc:Fallback>
          <p:pic>
            <p:nvPicPr>
              <p:cNvPr id="227" name="Ink 226">
                <a:extLst>
                  <a:ext uri="{FF2B5EF4-FFF2-40B4-BE49-F238E27FC236}">
                    <a16:creationId xmlns:a16="http://schemas.microsoft.com/office/drawing/2014/main" id="{E62D0452-0366-3133-AA38-2E4B496B4230}"/>
                  </a:ext>
                </a:extLst>
              </p:cNvPr>
              <p:cNvPicPr/>
              <p:nvPr/>
            </p:nvPicPr>
            <p:blipFill>
              <a:blip r:embed="rId374"/>
              <a:stretch>
                <a:fillRect/>
              </a:stretch>
            </p:blipFill>
            <p:spPr>
              <a:xfrm>
                <a:off x="10278150" y="5715570"/>
                <a:ext cx="199440" cy="266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75">
            <p14:nvContentPartPr>
              <p14:cNvPr id="228" name="Ink 227">
                <a:extLst>
                  <a:ext uri="{FF2B5EF4-FFF2-40B4-BE49-F238E27FC236}">
                    <a16:creationId xmlns:a16="http://schemas.microsoft.com/office/drawing/2014/main" id="{DF0AAC10-0D03-2E35-72C5-034B1248F3B0}"/>
                  </a:ext>
                </a:extLst>
              </p14:cNvPr>
              <p14:cNvContentPartPr/>
              <p14:nvPr/>
            </p14:nvContentPartPr>
            <p14:xfrm>
              <a:off x="10308030" y="6168090"/>
              <a:ext cx="132840" cy="207720"/>
            </p14:xfrm>
          </p:contentPart>
        </mc:Choice>
        <mc:Fallback>
          <p:pic>
            <p:nvPicPr>
              <p:cNvPr id="228" name="Ink 227">
                <a:extLst>
                  <a:ext uri="{FF2B5EF4-FFF2-40B4-BE49-F238E27FC236}">
                    <a16:creationId xmlns:a16="http://schemas.microsoft.com/office/drawing/2014/main" id="{DF0AAC10-0D03-2E35-72C5-034B1248F3B0}"/>
                  </a:ext>
                </a:extLst>
              </p:cNvPr>
              <p:cNvPicPr/>
              <p:nvPr/>
            </p:nvPicPr>
            <p:blipFill>
              <a:blip r:embed="rId376"/>
              <a:stretch>
                <a:fillRect/>
              </a:stretch>
            </p:blipFill>
            <p:spPr>
              <a:xfrm>
                <a:off x="10290030" y="6150450"/>
                <a:ext cx="168480" cy="243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77">
            <p14:nvContentPartPr>
              <p14:cNvPr id="229" name="Ink 228">
                <a:extLst>
                  <a:ext uri="{FF2B5EF4-FFF2-40B4-BE49-F238E27FC236}">
                    <a16:creationId xmlns:a16="http://schemas.microsoft.com/office/drawing/2014/main" id="{AD12E26B-3BF0-1CCA-D276-0317509B4120}"/>
                  </a:ext>
                </a:extLst>
              </p14:cNvPr>
              <p14:cNvContentPartPr/>
              <p14:nvPr/>
            </p14:nvContentPartPr>
            <p14:xfrm>
              <a:off x="10306950" y="6534570"/>
              <a:ext cx="142560" cy="220320"/>
            </p14:xfrm>
          </p:contentPart>
        </mc:Choice>
        <mc:Fallback>
          <p:pic>
            <p:nvPicPr>
              <p:cNvPr id="229" name="Ink 228">
                <a:extLst>
                  <a:ext uri="{FF2B5EF4-FFF2-40B4-BE49-F238E27FC236}">
                    <a16:creationId xmlns:a16="http://schemas.microsoft.com/office/drawing/2014/main" id="{AD12E26B-3BF0-1CCA-D276-0317509B4120}"/>
                  </a:ext>
                </a:extLst>
              </p:cNvPr>
              <p:cNvPicPr/>
              <p:nvPr/>
            </p:nvPicPr>
            <p:blipFill>
              <a:blip r:embed="rId378"/>
              <a:stretch>
                <a:fillRect/>
              </a:stretch>
            </p:blipFill>
            <p:spPr>
              <a:xfrm>
                <a:off x="10288950" y="6516570"/>
                <a:ext cx="178200" cy="255960"/>
              </a:xfrm>
              <a:prstGeom prst="rect">
                <a:avLst/>
              </a:prstGeom>
            </p:spPr>
          </p:pic>
        </mc:Fallback>
      </mc:AlternateContent>
      <p:grpSp>
        <p:nvGrpSpPr>
          <p:cNvPr id="234" name="Group 233">
            <a:extLst>
              <a:ext uri="{FF2B5EF4-FFF2-40B4-BE49-F238E27FC236}">
                <a16:creationId xmlns:a16="http://schemas.microsoft.com/office/drawing/2014/main" id="{A29ECE7A-F18F-3097-0C6D-67704B9AE224}"/>
              </a:ext>
            </a:extLst>
          </p:cNvPr>
          <p:cNvGrpSpPr/>
          <p:nvPr/>
        </p:nvGrpSpPr>
        <p:grpSpPr>
          <a:xfrm>
            <a:off x="10292550" y="184170"/>
            <a:ext cx="252720" cy="255960"/>
            <a:chOff x="10292550" y="184170"/>
            <a:chExt cx="252720" cy="255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79">
              <p14:nvContentPartPr>
                <p14:cNvPr id="230" name="Ink 229">
                  <a:extLst>
                    <a:ext uri="{FF2B5EF4-FFF2-40B4-BE49-F238E27FC236}">
                      <a16:creationId xmlns:a16="http://schemas.microsoft.com/office/drawing/2014/main" id="{97D49B7F-E9A2-C40D-B139-8ECE77D56A5B}"/>
                    </a:ext>
                  </a:extLst>
                </p14:cNvPr>
                <p14:cNvContentPartPr/>
                <p14:nvPr/>
              </p14:nvContentPartPr>
              <p14:xfrm>
                <a:off x="10309110" y="184170"/>
                <a:ext cx="7920" cy="232560"/>
              </p14:xfrm>
            </p:contentPart>
          </mc:Choice>
          <mc:Fallback>
            <p:pic>
              <p:nvPicPr>
                <p:cNvPr id="230" name="Ink 229">
                  <a:extLst>
                    <a:ext uri="{FF2B5EF4-FFF2-40B4-BE49-F238E27FC236}">
                      <a16:creationId xmlns:a16="http://schemas.microsoft.com/office/drawing/2014/main" id="{97D49B7F-E9A2-C40D-B139-8ECE77D56A5B}"/>
                    </a:ext>
                  </a:extLst>
                </p:cNvPr>
                <p:cNvPicPr/>
                <p:nvPr/>
              </p:nvPicPr>
              <p:blipFill>
                <a:blip r:embed="rId380"/>
                <a:stretch>
                  <a:fillRect/>
                </a:stretch>
              </p:blipFill>
              <p:spPr>
                <a:xfrm>
                  <a:off x="10291470" y="166530"/>
                  <a:ext cx="43560" cy="26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1">
              <p14:nvContentPartPr>
                <p14:cNvPr id="231" name="Ink 230">
                  <a:extLst>
                    <a:ext uri="{FF2B5EF4-FFF2-40B4-BE49-F238E27FC236}">
                      <a16:creationId xmlns:a16="http://schemas.microsoft.com/office/drawing/2014/main" id="{F49A58BE-4882-3133-D1A5-F516874FC197}"/>
                    </a:ext>
                  </a:extLst>
                </p14:cNvPr>
                <p14:cNvContentPartPr/>
                <p14:nvPr/>
              </p14:nvContentPartPr>
              <p14:xfrm>
                <a:off x="10299750" y="205770"/>
                <a:ext cx="141840" cy="14400"/>
              </p14:xfrm>
            </p:contentPart>
          </mc:Choice>
          <mc:Fallback>
            <p:pic>
              <p:nvPicPr>
                <p:cNvPr id="231" name="Ink 230">
                  <a:extLst>
                    <a:ext uri="{FF2B5EF4-FFF2-40B4-BE49-F238E27FC236}">
                      <a16:creationId xmlns:a16="http://schemas.microsoft.com/office/drawing/2014/main" id="{F49A58BE-4882-3133-D1A5-F516874FC197}"/>
                    </a:ext>
                  </a:extLst>
                </p:cNvPr>
                <p:cNvPicPr/>
                <p:nvPr/>
              </p:nvPicPr>
              <p:blipFill>
                <a:blip r:embed="rId382"/>
                <a:stretch>
                  <a:fillRect/>
                </a:stretch>
              </p:blipFill>
              <p:spPr>
                <a:xfrm>
                  <a:off x="10281750" y="188130"/>
                  <a:ext cx="177480" cy="5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3">
              <p14:nvContentPartPr>
                <p14:cNvPr id="232" name="Ink 231">
                  <a:extLst>
                    <a:ext uri="{FF2B5EF4-FFF2-40B4-BE49-F238E27FC236}">
                      <a16:creationId xmlns:a16="http://schemas.microsoft.com/office/drawing/2014/main" id="{6F92C400-0197-51C4-0AC4-B0A1BF91D73A}"/>
                    </a:ext>
                  </a:extLst>
                </p14:cNvPr>
                <p14:cNvContentPartPr/>
                <p14:nvPr/>
              </p14:nvContentPartPr>
              <p14:xfrm>
                <a:off x="10292550" y="289290"/>
                <a:ext cx="120600" cy="18720"/>
              </p14:xfrm>
            </p:contentPart>
          </mc:Choice>
          <mc:Fallback>
            <p:pic>
              <p:nvPicPr>
                <p:cNvPr id="232" name="Ink 231">
                  <a:extLst>
                    <a:ext uri="{FF2B5EF4-FFF2-40B4-BE49-F238E27FC236}">
                      <a16:creationId xmlns:a16="http://schemas.microsoft.com/office/drawing/2014/main" id="{6F92C400-0197-51C4-0AC4-B0A1BF91D73A}"/>
                    </a:ext>
                  </a:extLst>
                </p:cNvPr>
                <p:cNvPicPr/>
                <p:nvPr/>
              </p:nvPicPr>
              <p:blipFill>
                <a:blip r:embed="rId384"/>
                <a:stretch>
                  <a:fillRect/>
                </a:stretch>
              </p:blipFill>
              <p:spPr>
                <a:xfrm>
                  <a:off x="10274550" y="271290"/>
                  <a:ext cx="156240" cy="5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5">
              <p14:nvContentPartPr>
                <p14:cNvPr id="233" name="Ink 232">
                  <a:extLst>
                    <a:ext uri="{FF2B5EF4-FFF2-40B4-BE49-F238E27FC236}">
                      <a16:creationId xmlns:a16="http://schemas.microsoft.com/office/drawing/2014/main" id="{53C9A0CD-0C05-EF92-BBFD-B9B90B04ED36}"/>
                    </a:ext>
                  </a:extLst>
                </p14:cNvPr>
                <p14:cNvContentPartPr/>
                <p14:nvPr/>
              </p14:nvContentPartPr>
              <p14:xfrm>
                <a:off x="10470390" y="227730"/>
                <a:ext cx="74880" cy="212400"/>
              </p14:xfrm>
            </p:contentPart>
          </mc:Choice>
          <mc:Fallback>
            <p:pic>
              <p:nvPicPr>
                <p:cNvPr id="233" name="Ink 232">
                  <a:extLst>
                    <a:ext uri="{FF2B5EF4-FFF2-40B4-BE49-F238E27FC236}">
                      <a16:creationId xmlns:a16="http://schemas.microsoft.com/office/drawing/2014/main" id="{53C9A0CD-0C05-EF92-BBFD-B9B90B04ED36}"/>
                    </a:ext>
                  </a:extLst>
                </p:cNvPr>
                <p:cNvPicPr/>
                <p:nvPr/>
              </p:nvPicPr>
              <p:blipFill>
                <a:blip r:embed="rId386"/>
                <a:stretch>
                  <a:fillRect/>
                </a:stretch>
              </p:blipFill>
              <p:spPr>
                <a:xfrm>
                  <a:off x="10452750" y="209730"/>
                  <a:ext cx="110520" cy="248040"/>
                </a:xfrm>
                <a:prstGeom prst="rect">
                  <a:avLst/>
                </a:prstGeom>
              </p:spPr>
            </p:pic>
          </mc:Fallback>
        </mc:AlternateContent>
      </p:grpSp>
      <p:graphicFrame>
        <p:nvGraphicFramePr>
          <p:cNvPr id="235" name="Table 235">
            <a:extLst>
              <a:ext uri="{FF2B5EF4-FFF2-40B4-BE49-F238E27FC236}">
                <a16:creationId xmlns:a16="http://schemas.microsoft.com/office/drawing/2014/main" id="{1D0E172B-6BA6-6E5A-5660-C9DE855E560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19009310"/>
              </p:ext>
            </p:extLst>
          </p:nvPr>
        </p:nvGraphicFramePr>
        <p:xfrm>
          <a:off x="10645294" y="128413"/>
          <a:ext cx="1044890" cy="665959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2445">
                  <a:extLst>
                    <a:ext uri="{9D8B030D-6E8A-4147-A177-3AD203B41FA5}">
                      <a16:colId xmlns:a16="http://schemas.microsoft.com/office/drawing/2014/main" val="1607606320"/>
                    </a:ext>
                  </a:extLst>
                </a:gridCol>
                <a:gridCol w="522445">
                  <a:extLst>
                    <a:ext uri="{9D8B030D-6E8A-4147-A177-3AD203B41FA5}">
                      <a16:colId xmlns:a16="http://schemas.microsoft.com/office/drawing/2014/main" val="3523196555"/>
                    </a:ext>
                  </a:extLst>
                </a:gridCol>
              </a:tblGrid>
              <a:tr h="391741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77955615"/>
                  </a:ext>
                </a:extLst>
              </a:tr>
              <a:tr h="391741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24536030"/>
                  </a:ext>
                </a:extLst>
              </a:tr>
              <a:tr h="391741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82292518"/>
                  </a:ext>
                </a:extLst>
              </a:tr>
              <a:tr h="391741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05684971"/>
                  </a:ext>
                </a:extLst>
              </a:tr>
              <a:tr h="391741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8285764"/>
                  </a:ext>
                </a:extLst>
              </a:tr>
              <a:tr h="391741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12266365"/>
                  </a:ext>
                </a:extLst>
              </a:tr>
              <a:tr h="391741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68693686"/>
                  </a:ext>
                </a:extLst>
              </a:tr>
              <a:tr h="391741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77935303"/>
                  </a:ext>
                </a:extLst>
              </a:tr>
              <a:tr h="391741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31884058"/>
                  </a:ext>
                </a:extLst>
              </a:tr>
              <a:tr h="391741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45954737"/>
                  </a:ext>
                </a:extLst>
              </a:tr>
              <a:tr h="391741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90182876"/>
                  </a:ext>
                </a:extLst>
              </a:tr>
              <a:tr h="391741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75502247"/>
                  </a:ext>
                </a:extLst>
              </a:tr>
              <a:tr h="391741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51769611"/>
                  </a:ext>
                </a:extLst>
              </a:tr>
              <a:tr h="391741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09302906"/>
                  </a:ext>
                </a:extLst>
              </a:tr>
              <a:tr h="391741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45981056"/>
                  </a:ext>
                </a:extLst>
              </a:tr>
              <a:tr h="391741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65517078"/>
                  </a:ext>
                </a:extLst>
              </a:tr>
              <a:tr h="391741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96632943"/>
                  </a:ext>
                </a:extLst>
              </a:tr>
            </a:tbl>
          </a:graphicData>
        </a:graphic>
      </p:graphicFrame>
      <p:grpSp>
        <p:nvGrpSpPr>
          <p:cNvPr id="246" name="Group 245">
            <a:extLst>
              <a:ext uri="{FF2B5EF4-FFF2-40B4-BE49-F238E27FC236}">
                <a16:creationId xmlns:a16="http://schemas.microsoft.com/office/drawing/2014/main" id="{B9151C79-8A25-6C2E-F9C1-1B193E1F3066}"/>
              </a:ext>
            </a:extLst>
          </p:cNvPr>
          <p:cNvGrpSpPr/>
          <p:nvPr/>
        </p:nvGrpSpPr>
        <p:grpSpPr>
          <a:xfrm>
            <a:off x="10785750" y="153930"/>
            <a:ext cx="294120" cy="303840"/>
            <a:chOff x="10785750" y="153930"/>
            <a:chExt cx="294120" cy="303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87">
              <p14:nvContentPartPr>
                <p14:cNvPr id="236" name="Ink 235">
                  <a:extLst>
                    <a:ext uri="{FF2B5EF4-FFF2-40B4-BE49-F238E27FC236}">
                      <a16:creationId xmlns:a16="http://schemas.microsoft.com/office/drawing/2014/main" id="{541F8A37-D025-E2FD-CAF9-D5433C74D285}"/>
                    </a:ext>
                  </a:extLst>
                </p14:cNvPr>
                <p14:cNvContentPartPr/>
                <p14:nvPr/>
              </p14:nvContentPartPr>
              <p14:xfrm>
                <a:off x="10785750" y="192810"/>
                <a:ext cx="103320" cy="209160"/>
              </p14:xfrm>
            </p:contentPart>
          </mc:Choice>
          <mc:Fallback>
            <p:pic>
              <p:nvPicPr>
                <p:cNvPr id="236" name="Ink 235">
                  <a:extLst>
                    <a:ext uri="{FF2B5EF4-FFF2-40B4-BE49-F238E27FC236}">
                      <a16:creationId xmlns:a16="http://schemas.microsoft.com/office/drawing/2014/main" id="{541F8A37-D025-E2FD-CAF9-D5433C74D285}"/>
                    </a:ext>
                  </a:extLst>
                </p:cNvPr>
                <p:cNvPicPr/>
                <p:nvPr/>
              </p:nvPicPr>
              <p:blipFill>
                <a:blip r:embed="rId388"/>
                <a:stretch>
                  <a:fillRect/>
                </a:stretch>
              </p:blipFill>
              <p:spPr>
                <a:xfrm>
                  <a:off x="10767750" y="175170"/>
                  <a:ext cx="138960" cy="24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9">
              <p14:nvContentPartPr>
                <p14:cNvPr id="237" name="Ink 236">
                  <a:extLst>
                    <a:ext uri="{FF2B5EF4-FFF2-40B4-BE49-F238E27FC236}">
                      <a16:creationId xmlns:a16="http://schemas.microsoft.com/office/drawing/2014/main" id="{CDCDA028-B174-0AA8-BB4A-BF80BFED36DF}"/>
                    </a:ext>
                  </a:extLst>
                </p14:cNvPr>
                <p14:cNvContentPartPr/>
                <p14:nvPr/>
              </p14:nvContentPartPr>
              <p14:xfrm>
                <a:off x="10808430" y="320610"/>
                <a:ext cx="81000" cy="360"/>
              </p14:xfrm>
            </p:contentPart>
          </mc:Choice>
          <mc:Fallback>
            <p:pic>
              <p:nvPicPr>
                <p:cNvPr id="237" name="Ink 236">
                  <a:extLst>
                    <a:ext uri="{FF2B5EF4-FFF2-40B4-BE49-F238E27FC236}">
                      <a16:creationId xmlns:a16="http://schemas.microsoft.com/office/drawing/2014/main" id="{CDCDA028-B174-0AA8-BB4A-BF80BFED36DF}"/>
                    </a:ext>
                  </a:extLst>
                </p:cNvPr>
                <p:cNvPicPr/>
                <p:nvPr/>
              </p:nvPicPr>
              <p:blipFill>
                <a:blip r:embed="rId390"/>
                <a:stretch>
                  <a:fillRect/>
                </a:stretch>
              </p:blipFill>
              <p:spPr>
                <a:xfrm>
                  <a:off x="10790790" y="302970"/>
                  <a:ext cx="11664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1">
              <p14:nvContentPartPr>
                <p14:cNvPr id="238" name="Ink 237">
                  <a:extLst>
                    <a:ext uri="{FF2B5EF4-FFF2-40B4-BE49-F238E27FC236}">
                      <a16:creationId xmlns:a16="http://schemas.microsoft.com/office/drawing/2014/main" id="{5D6DC43F-294F-141D-D2B8-FACCDB2A6D48}"/>
                    </a:ext>
                  </a:extLst>
                </p14:cNvPr>
                <p14:cNvContentPartPr/>
                <p14:nvPr/>
              </p14:nvContentPartPr>
              <p14:xfrm>
                <a:off x="10934070" y="334290"/>
                <a:ext cx="112680" cy="123480"/>
              </p14:xfrm>
            </p:contentPart>
          </mc:Choice>
          <mc:Fallback>
            <p:pic>
              <p:nvPicPr>
                <p:cNvPr id="238" name="Ink 237">
                  <a:extLst>
                    <a:ext uri="{FF2B5EF4-FFF2-40B4-BE49-F238E27FC236}">
                      <a16:creationId xmlns:a16="http://schemas.microsoft.com/office/drawing/2014/main" id="{5D6DC43F-294F-141D-D2B8-FACCDB2A6D48}"/>
                    </a:ext>
                  </a:extLst>
                </p:cNvPr>
                <p:cNvPicPr/>
                <p:nvPr/>
              </p:nvPicPr>
              <p:blipFill>
                <a:blip r:embed="rId392"/>
                <a:stretch>
                  <a:fillRect/>
                </a:stretch>
              </p:blipFill>
              <p:spPr>
                <a:xfrm>
                  <a:off x="10916430" y="316650"/>
                  <a:ext cx="148320" cy="15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3">
              <p14:nvContentPartPr>
                <p14:cNvPr id="239" name="Ink 238">
                  <a:extLst>
                    <a:ext uri="{FF2B5EF4-FFF2-40B4-BE49-F238E27FC236}">
                      <a16:creationId xmlns:a16="http://schemas.microsoft.com/office/drawing/2014/main" id="{B11F7E71-7E86-17AA-8B69-F43DEBC1C683}"/>
                    </a:ext>
                  </a:extLst>
                </p14:cNvPr>
                <p14:cNvContentPartPr/>
                <p14:nvPr/>
              </p14:nvContentPartPr>
              <p14:xfrm>
                <a:off x="10894110" y="153930"/>
                <a:ext cx="185760" cy="5760"/>
              </p14:xfrm>
            </p:contentPart>
          </mc:Choice>
          <mc:Fallback>
            <p:pic>
              <p:nvPicPr>
                <p:cNvPr id="239" name="Ink 238">
                  <a:extLst>
                    <a:ext uri="{FF2B5EF4-FFF2-40B4-BE49-F238E27FC236}">
                      <a16:creationId xmlns:a16="http://schemas.microsoft.com/office/drawing/2014/main" id="{B11F7E71-7E86-17AA-8B69-F43DEBC1C683}"/>
                    </a:ext>
                  </a:extLst>
                </p:cNvPr>
                <p:cNvPicPr/>
                <p:nvPr/>
              </p:nvPicPr>
              <p:blipFill>
                <a:blip r:embed="rId394"/>
                <a:stretch>
                  <a:fillRect/>
                </a:stretch>
              </p:blipFill>
              <p:spPr>
                <a:xfrm>
                  <a:off x="10876110" y="135930"/>
                  <a:ext cx="221400" cy="41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45" name="Group 244">
            <a:extLst>
              <a:ext uri="{FF2B5EF4-FFF2-40B4-BE49-F238E27FC236}">
                <a16:creationId xmlns:a16="http://schemas.microsoft.com/office/drawing/2014/main" id="{B1E820CE-C3A4-FF93-B188-A61A5FA91AEF}"/>
              </a:ext>
            </a:extLst>
          </p:cNvPr>
          <p:cNvGrpSpPr/>
          <p:nvPr/>
        </p:nvGrpSpPr>
        <p:grpSpPr>
          <a:xfrm>
            <a:off x="11263470" y="152850"/>
            <a:ext cx="294840" cy="316440"/>
            <a:chOff x="11263470" y="152850"/>
            <a:chExt cx="294840" cy="316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95">
              <p14:nvContentPartPr>
                <p14:cNvPr id="240" name="Ink 239">
                  <a:extLst>
                    <a:ext uri="{FF2B5EF4-FFF2-40B4-BE49-F238E27FC236}">
                      <a16:creationId xmlns:a16="http://schemas.microsoft.com/office/drawing/2014/main" id="{B01FFF78-12E4-5547-B31D-3099454FEF7B}"/>
                    </a:ext>
                  </a:extLst>
                </p14:cNvPr>
                <p14:cNvContentPartPr/>
                <p14:nvPr/>
              </p14:nvContentPartPr>
              <p14:xfrm>
                <a:off x="11263470" y="219810"/>
                <a:ext cx="72720" cy="196200"/>
              </p14:xfrm>
            </p:contentPart>
          </mc:Choice>
          <mc:Fallback>
            <p:pic>
              <p:nvPicPr>
                <p:cNvPr id="240" name="Ink 239">
                  <a:extLst>
                    <a:ext uri="{FF2B5EF4-FFF2-40B4-BE49-F238E27FC236}">
                      <a16:creationId xmlns:a16="http://schemas.microsoft.com/office/drawing/2014/main" id="{B01FFF78-12E4-5547-B31D-3099454FEF7B}"/>
                    </a:ext>
                  </a:extLst>
                </p:cNvPr>
                <p:cNvPicPr/>
                <p:nvPr/>
              </p:nvPicPr>
              <p:blipFill>
                <a:blip r:embed="rId396"/>
                <a:stretch>
                  <a:fillRect/>
                </a:stretch>
              </p:blipFill>
              <p:spPr>
                <a:xfrm>
                  <a:off x="11245470" y="202170"/>
                  <a:ext cx="108360" cy="23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7">
              <p14:nvContentPartPr>
                <p14:cNvPr id="241" name="Ink 240">
                  <a:extLst>
                    <a:ext uri="{FF2B5EF4-FFF2-40B4-BE49-F238E27FC236}">
                      <a16:creationId xmlns:a16="http://schemas.microsoft.com/office/drawing/2014/main" id="{2AA3EE5C-B7F0-C1FF-78DD-B1AB84C7EED3}"/>
                    </a:ext>
                  </a:extLst>
                </p14:cNvPr>
                <p14:cNvContentPartPr/>
                <p14:nvPr/>
              </p14:nvContentPartPr>
              <p14:xfrm>
                <a:off x="11324670" y="219810"/>
                <a:ext cx="31680" cy="194040"/>
              </p14:xfrm>
            </p:contentPart>
          </mc:Choice>
          <mc:Fallback>
            <p:pic>
              <p:nvPicPr>
                <p:cNvPr id="241" name="Ink 240">
                  <a:extLst>
                    <a:ext uri="{FF2B5EF4-FFF2-40B4-BE49-F238E27FC236}">
                      <a16:creationId xmlns:a16="http://schemas.microsoft.com/office/drawing/2014/main" id="{2AA3EE5C-B7F0-C1FF-78DD-B1AB84C7EED3}"/>
                    </a:ext>
                  </a:extLst>
                </p:cNvPr>
                <p:cNvPicPr/>
                <p:nvPr/>
              </p:nvPicPr>
              <p:blipFill>
                <a:blip r:embed="rId398"/>
                <a:stretch>
                  <a:fillRect/>
                </a:stretch>
              </p:blipFill>
              <p:spPr>
                <a:xfrm>
                  <a:off x="11307030" y="202170"/>
                  <a:ext cx="67320" cy="22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9">
              <p14:nvContentPartPr>
                <p14:cNvPr id="242" name="Ink 241">
                  <a:extLst>
                    <a:ext uri="{FF2B5EF4-FFF2-40B4-BE49-F238E27FC236}">
                      <a16:creationId xmlns:a16="http://schemas.microsoft.com/office/drawing/2014/main" id="{78AC83A6-EDDA-7CAE-8E1A-589D2D00A636}"/>
                    </a:ext>
                  </a:extLst>
                </p14:cNvPr>
                <p14:cNvContentPartPr/>
                <p14:nvPr/>
              </p14:nvContentPartPr>
              <p14:xfrm>
                <a:off x="11278950" y="354090"/>
                <a:ext cx="105120" cy="6840"/>
              </p14:xfrm>
            </p:contentPart>
          </mc:Choice>
          <mc:Fallback>
            <p:pic>
              <p:nvPicPr>
                <p:cNvPr id="242" name="Ink 241">
                  <a:extLst>
                    <a:ext uri="{FF2B5EF4-FFF2-40B4-BE49-F238E27FC236}">
                      <a16:creationId xmlns:a16="http://schemas.microsoft.com/office/drawing/2014/main" id="{78AC83A6-EDDA-7CAE-8E1A-589D2D00A636}"/>
                    </a:ext>
                  </a:extLst>
                </p:cNvPr>
                <p:cNvPicPr/>
                <p:nvPr/>
              </p:nvPicPr>
              <p:blipFill>
                <a:blip r:embed="rId400"/>
                <a:stretch>
                  <a:fillRect/>
                </a:stretch>
              </p:blipFill>
              <p:spPr>
                <a:xfrm>
                  <a:off x="11261310" y="336450"/>
                  <a:ext cx="140760" cy="4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1">
              <p14:nvContentPartPr>
                <p14:cNvPr id="243" name="Ink 242">
                  <a:extLst>
                    <a:ext uri="{FF2B5EF4-FFF2-40B4-BE49-F238E27FC236}">
                      <a16:creationId xmlns:a16="http://schemas.microsoft.com/office/drawing/2014/main" id="{1C90DA8A-B132-38AA-C7B2-74B70613FAD6}"/>
                    </a:ext>
                  </a:extLst>
                </p14:cNvPr>
                <p14:cNvContentPartPr/>
                <p14:nvPr/>
              </p14:nvContentPartPr>
              <p14:xfrm>
                <a:off x="11455710" y="334650"/>
                <a:ext cx="83520" cy="134640"/>
              </p14:xfrm>
            </p:contentPart>
          </mc:Choice>
          <mc:Fallback>
            <p:pic>
              <p:nvPicPr>
                <p:cNvPr id="243" name="Ink 242">
                  <a:extLst>
                    <a:ext uri="{FF2B5EF4-FFF2-40B4-BE49-F238E27FC236}">
                      <a16:creationId xmlns:a16="http://schemas.microsoft.com/office/drawing/2014/main" id="{1C90DA8A-B132-38AA-C7B2-74B70613FAD6}"/>
                    </a:ext>
                  </a:extLst>
                </p:cNvPr>
                <p:cNvPicPr/>
                <p:nvPr/>
              </p:nvPicPr>
              <p:blipFill>
                <a:blip r:embed="rId402"/>
                <a:stretch>
                  <a:fillRect/>
                </a:stretch>
              </p:blipFill>
              <p:spPr>
                <a:xfrm>
                  <a:off x="11438070" y="316650"/>
                  <a:ext cx="119160" cy="17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3">
              <p14:nvContentPartPr>
                <p14:cNvPr id="244" name="Ink 243">
                  <a:extLst>
                    <a:ext uri="{FF2B5EF4-FFF2-40B4-BE49-F238E27FC236}">
                      <a16:creationId xmlns:a16="http://schemas.microsoft.com/office/drawing/2014/main" id="{76FD72D5-496B-04AB-75FF-ED246A2095D5}"/>
                    </a:ext>
                  </a:extLst>
                </p14:cNvPr>
                <p14:cNvContentPartPr/>
                <p14:nvPr/>
              </p14:nvContentPartPr>
              <p14:xfrm>
                <a:off x="11371470" y="152850"/>
                <a:ext cx="186840" cy="11160"/>
              </p14:xfrm>
            </p:contentPart>
          </mc:Choice>
          <mc:Fallback>
            <p:pic>
              <p:nvPicPr>
                <p:cNvPr id="244" name="Ink 243">
                  <a:extLst>
                    <a:ext uri="{FF2B5EF4-FFF2-40B4-BE49-F238E27FC236}">
                      <a16:creationId xmlns:a16="http://schemas.microsoft.com/office/drawing/2014/main" id="{76FD72D5-496B-04AB-75FF-ED246A2095D5}"/>
                    </a:ext>
                  </a:extLst>
                </p:cNvPr>
                <p:cNvPicPr/>
                <p:nvPr/>
              </p:nvPicPr>
              <p:blipFill>
                <a:blip r:embed="rId404"/>
                <a:stretch>
                  <a:fillRect/>
                </a:stretch>
              </p:blipFill>
              <p:spPr>
                <a:xfrm>
                  <a:off x="11353830" y="134850"/>
                  <a:ext cx="222480" cy="468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405">
            <p14:nvContentPartPr>
              <p14:cNvPr id="247" name="Ink 246">
                <a:extLst>
                  <a:ext uri="{FF2B5EF4-FFF2-40B4-BE49-F238E27FC236}">
                    <a16:creationId xmlns:a16="http://schemas.microsoft.com/office/drawing/2014/main" id="{2E22FB5B-61E7-3B34-3E46-DA733F8D5D00}"/>
                  </a:ext>
                </a:extLst>
              </p14:cNvPr>
              <p14:cNvContentPartPr/>
              <p14:nvPr/>
            </p14:nvContentPartPr>
            <p14:xfrm>
              <a:off x="10881870" y="641010"/>
              <a:ext cx="20880" cy="192240"/>
            </p14:xfrm>
          </p:contentPart>
        </mc:Choice>
        <mc:Fallback>
          <p:pic>
            <p:nvPicPr>
              <p:cNvPr id="247" name="Ink 246">
                <a:extLst>
                  <a:ext uri="{FF2B5EF4-FFF2-40B4-BE49-F238E27FC236}">
                    <a16:creationId xmlns:a16="http://schemas.microsoft.com/office/drawing/2014/main" id="{2E22FB5B-61E7-3B34-3E46-DA733F8D5D00}"/>
                  </a:ext>
                </a:extLst>
              </p:cNvPr>
              <p:cNvPicPr/>
              <p:nvPr/>
            </p:nvPicPr>
            <p:blipFill>
              <a:blip r:embed="rId406"/>
              <a:stretch>
                <a:fillRect/>
              </a:stretch>
            </p:blipFill>
            <p:spPr>
              <a:xfrm>
                <a:off x="10864230" y="623370"/>
                <a:ext cx="56520" cy="227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07">
            <p14:nvContentPartPr>
              <p14:cNvPr id="248" name="Ink 247">
                <a:extLst>
                  <a:ext uri="{FF2B5EF4-FFF2-40B4-BE49-F238E27FC236}">
                    <a16:creationId xmlns:a16="http://schemas.microsoft.com/office/drawing/2014/main" id="{A0949F4D-DF35-7D1E-40F3-F7AB334ABAA3}"/>
                  </a:ext>
                </a:extLst>
              </p14:cNvPr>
              <p14:cNvContentPartPr/>
              <p14:nvPr/>
            </p14:nvContentPartPr>
            <p14:xfrm>
              <a:off x="10889070" y="958170"/>
              <a:ext cx="17280" cy="189720"/>
            </p14:xfrm>
          </p:contentPart>
        </mc:Choice>
        <mc:Fallback>
          <p:pic>
            <p:nvPicPr>
              <p:cNvPr id="248" name="Ink 247">
                <a:extLst>
                  <a:ext uri="{FF2B5EF4-FFF2-40B4-BE49-F238E27FC236}">
                    <a16:creationId xmlns:a16="http://schemas.microsoft.com/office/drawing/2014/main" id="{A0949F4D-DF35-7D1E-40F3-F7AB334ABAA3}"/>
                  </a:ext>
                </a:extLst>
              </p:cNvPr>
              <p:cNvPicPr/>
              <p:nvPr/>
            </p:nvPicPr>
            <p:blipFill>
              <a:blip r:embed="rId408"/>
              <a:stretch>
                <a:fillRect/>
              </a:stretch>
            </p:blipFill>
            <p:spPr>
              <a:xfrm>
                <a:off x="10871430" y="940530"/>
                <a:ext cx="52920" cy="225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09">
            <p14:nvContentPartPr>
              <p14:cNvPr id="249" name="Ink 248">
                <a:extLst>
                  <a:ext uri="{FF2B5EF4-FFF2-40B4-BE49-F238E27FC236}">
                    <a16:creationId xmlns:a16="http://schemas.microsoft.com/office/drawing/2014/main" id="{FF2345DD-283E-1F5C-CD56-1AE32F61D820}"/>
                  </a:ext>
                </a:extLst>
              </p14:cNvPr>
              <p14:cNvContentPartPr/>
              <p14:nvPr/>
            </p14:nvContentPartPr>
            <p14:xfrm>
              <a:off x="10879710" y="1405650"/>
              <a:ext cx="12240" cy="144360"/>
            </p14:xfrm>
          </p:contentPart>
        </mc:Choice>
        <mc:Fallback>
          <p:pic>
            <p:nvPicPr>
              <p:cNvPr id="249" name="Ink 248">
                <a:extLst>
                  <a:ext uri="{FF2B5EF4-FFF2-40B4-BE49-F238E27FC236}">
                    <a16:creationId xmlns:a16="http://schemas.microsoft.com/office/drawing/2014/main" id="{FF2345DD-283E-1F5C-CD56-1AE32F61D820}"/>
                  </a:ext>
                </a:extLst>
              </p:cNvPr>
              <p:cNvPicPr/>
              <p:nvPr/>
            </p:nvPicPr>
            <p:blipFill>
              <a:blip r:embed="rId410"/>
              <a:stretch>
                <a:fillRect/>
              </a:stretch>
            </p:blipFill>
            <p:spPr>
              <a:xfrm>
                <a:off x="10861710" y="1387650"/>
                <a:ext cx="47880" cy="18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11">
            <p14:nvContentPartPr>
              <p14:cNvPr id="250" name="Ink 249">
                <a:extLst>
                  <a:ext uri="{FF2B5EF4-FFF2-40B4-BE49-F238E27FC236}">
                    <a16:creationId xmlns:a16="http://schemas.microsoft.com/office/drawing/2014/main" id="{8C193AA9-DC48-6515-4ECA-E2E65CAB03DB}"/>
                  </a:ext>
                </a:extLst>
              </p14:cNvPr>
              <p14:cNvContentPartPr/>
              <p14:nvPr/>
            </p14:nvContentPartPr>
            <p14:xfrm>
              <a:off x="10869990" y="1811370"/>
              <a:ext cx="13680" cy="171360"/>
            </p14:xfrm>
          </p:contentPart>
        </mc:Choice>
        <mc:Fallback>
          <p:pic>
            <p:nvPicPr>
              <p:cNvPr id="250" name="Ink 249">
                <a:extLst>
                  <a:ext uri="{FF2B5EF4-FFF2-40B4-BE49-F238E27FC236}">
                    <a16:creationId xmlns:a16="http://schemas.microsoft.com/office/drawing/2014/main" id="{8C193AA9-DC48-6515-4ECA-E2E65CAB03DB}"/>
                  </a:ext>
                </a:extLst>
              </p:cNvPr>
              <p:cNvPicPr/>
              <p:nvPr/>
            </p:nvPicPr>
            <p:blipFill>
              <a:blip r:embed="rId412"/>
              <a:stretch>
                <a:fillRect/>
              </a:stretch>
            </p:blipFill>
            <p:spPr>
              <a:xfrm>
                <a:off x="10851990" y="1793730"/>
                <a:ext cx="49320" cy="207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13">
            <p14:nvContentPartPr>
              <p14:cNvPr id="251" name="Ink 250">
                <a:extLst>
                  <a:ext uri="{FF2B5EF4-FFF2-40B4-BE49-F238E27FC236}">
                    <a16:creationId xmlns:a16="http://schemas.microsoft.com/office/drawing/2014/main" id="{BF03815E-2FFF-BA27-3527-3AD2A23AF7B8}"/>
                  </a:ext>
                </a:extLst>
              </p14:cNvPr>
              <p14:cNvContentPartPr/>
              <p14:nvPr/>
            </p14:nvContentPartPr>
            <p14:xfrm>
              <a:off x="10774230" y="2178570"/>
              <a:ext cx="122760" cy="231840"/>
            </p14:xfrm>
          </p:contentPart>
        </mc:Choice>
        <mc:Fallback>
          <p:pic>
            <p:nvPicPr>
              <p:cNvPr id="251" name="Ink 250">
                <a:extLst>
                  <a:ext uri="{FF2B5EF4-FFF2-40B4-BE49-F238E27FC236}">
                    <a16:creationId xmlns:a16="http://schemas.microsoft.com/office/drawing/2014/main" id="{BF03815E-2FFF-BA27-3527-3AD2A23AF7B8}"/>
                  </a:ext>
                </a:extLst>
              </p:cNvPr>
              <p:cNvPicPr/>
              <p:nvPr/>
            </p:nvPicPr>
            <p:blipFill>
              <a:blip r:embed="rId414"/>
              <a:stretch>
                <a:fillRect/>
              </a:stretch>
            </p:blipFill>
            <p:spPr>
              <a:xfrm>
                <a:off x="10756590" y="2160930"/>
                <a:ext cx="158400" cy="267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15">
            <p14:nvContentPartPr>
              <p14:cNvPr id="252" name="Ink 251">
                <a:extLst>
                  <a:ext uri="{FF2B5EF4-FFF2-40B4-BE49-F238E27FC236}">
                    <a16:creationId xmlns:a16="http://schemas.microsoft.com/office/drawing/2014/main" id="{717C7D32-F774-8234-416D-3A4A324F4D7D}"/>
                  </a:ext>
                </a:extLst>
              </p14:cNvPr>
              <p14:cNvContentPartPr/>
              <p14:nvPr/>
            </p14:nvContentPartPr>
            <p14:xfrm>
              <a:off x="10772070" y="2579250"/>
              <a:ext cx="142200" cy="257040"/>
            </p14:xfrm>
          </p:contentPart>
        </mc:Choice>
        <mc:Fallback>
          <p:pic>
            <p:nvPicPr>
              <p:cNvPr id="252" name="Ink 251">
                <a:extLst>
                  <a:ext uri="{FF2B5EF4-FFF2-40B4-BE49-F238E27FC236}">
                    <a16:creationId xmlns:a16="http://schemas.microsoft.com/office/drawing/2014/main" id="{717C7D32-F774-8234-416D-3A4A324F4D7D}"/>
                  </a:ext>
                </a:extLst>
              </p:cNvPr>
              <p:cNvPicPr/>
              <p:nvPr/>
            </p:nvPicPr>
            <p:blipFill>
              <a:blip r:embed="rId416"/>
              <a:stretch>
                <a:fillRect/>
              </a:stretch>
            </p:blipFill>
            <p:spPr>
              <a:xfrm>
                <a:off x="10754070" y="2561250"/>
                <a:ext cx="177840" cy="292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17">
            <p14:nvContentPartPr>
              <p14:cNvPr id="253" name="Ink 252">
                <a:extLst>
                  <a:ext uri="{FF2B5EF4-FFF2-40B4-BE49-F238E27FC236}">
                    <a16:creationId xmlns:a16="http://schemas.microsoft.com/office/drawing/2014/main" id="{5F0CA856-8134-AAE2-C396-236D25EEF2E6}"/>
                  </a:ext>
                </a:extLst>
              </p14:cNvPr>
              <p14:cNvContentPartPr/>
              <p14:nvPr/>
            </p14:nvContentPartPr>
            <p14:xfrm>
              <a:off x="10783230" y="3009090"/>
              <a:ext cx="128160" cy="165600"/>
            </p14:xfrm>
          </p:contentPart>
        </mc:Choice>
        <mc:Fallback>
          <p:pic>
            <p:nvPicPr>
              <p:cNvPr id="253" name="Ink 252">
                <a:extLst>
                  <a:ext uri="{FF2B5EF4-FFF2-40B4-BE49-F238E27FC236}">
                    <a16:creationId xmlns:a16="http://schemas.microsoft.com/office/drawing/2014/main" id="{5F0CA856-8134-AAE2-C396-236D25EEF2E6}"/>
                  </a:ext>
                </a:extLst>
              </p:cNvPr>
              <p:cNvPicPr/>
              <p:nvPr/>
            </p:nvPicPr>
            <p:blipFill>
              <a:blip r:embed="rId418"/>
              <a:stretch>
                <a:fillRect/>
              </a:stretch>
            </p:blipFill>
            <p:spPr>
              <a:xfrm>
                <a:off x="10765230" y="2991450"/>
                <a:ext cx="163800" cy="201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19">
            <p14:nvContentPartPr>
              <p14:cNvPr id="254" name="Ink 253">
                <a:extLst>
                  <a:ext uri="{FF2B5EF4-FFF2-40B4-BE49-F238E27FC236}">
                    <a16:creationId xmlns:a16="http://schemas.microsoft.com/office/drawing/2014/main" id="{C8160256-7A85-4310-3A41-3556FFA0F363}"/>
                  </a:ext>
                </a:extLst>
              </p14:cNvPr>
              <p14:cNvContentPartPr/>
              <p14:nvPr/>
            </p14:nvContentPartPr>
            <p14:xfrm>
              <a:off x="10808790" y="3352170"/>
              <a:ext cx="133560" cy="218160"/>
            </p14:xfrm>
          </p:contentPart>
        </mc:Choice>
        <mc:Fallback>
          <p:pic>
            <p:nvPicPr>
              <p:cNvPr id="254" name="Ink 253">
                <a:extLst>
                  <a:ext uri="{FF2B5EF4-FFF2-40B4-BE49-F238E27FC236}">
                    <a16:creationId xmlns:a16="http://schemas.microsoft.com/office/drawing/2014/main" id="{C8160256-7A85-4310-3A41-3556FFA0F363}"/>
                  </a:ext>
                </a:extLst>
              </p:cNvPr>
              <p:cNvPicPr/>
              <p:nvPr/>
            </p:nvPicPr>
            <p:blipFill>
              <a:blip r:embed="rId420"/>
              <a:stretch>
                <a:fillRect/>
              </a:stretch>
            </p:blipFill>
            <p:spPr>
              <a:xfrm>
                <a:off x="10790790" y="3334530"/>
                <a:ext cx="169200" cy="253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21">
            <p14:nvContentPartPr>
              <p14:cNvPr id="255" name="Ink 254">
                <a:extLst>
                  <a:ext uri="{FF2B5EF4-FFF2-40B4-BE49-F238E27FC236}">
                    <a16:creationId xmlns:a16="http://schemas.microsoft.com/office/drawing/2014/main" id="{8748AE21-E682-E048-B618-700B85B4BEA0}"/>
                  </a:ext>
                </a:extLst>
              </p14:cNvPr>
              <p14:cNvContentPartPr/>
              <p14:nvPr/>
            </p14:nvContentPartPr>
            <p14:xfrm>
              <a:off x="10874670" y="3755010"/>
              <a:ext cx="2880" cy="224640"/>
            </p14:xfrm>
          </p:contentPart>
        </mc:Choice>
        <mc:Fallback>
          <p:pic>
            <p:nvPicPr>
              <p:cNvPr id="255" name="Ink 254">
                <a:extLst>
                  <a:ext uri="{FF2B5EF4-FFF2-40B4-BE49-F238E27FC236}">
                    <a16:creationId xmlns:a16="http://schemas.microsoft.com/office/drawing/2014/main" id="{8748AE21-E682-E048-B618-700B85B4BEA0}"/>
                  </a:ext>
                </a:extLst>
              </p:cNvPr>
              <p:cNvPicPr/>
              <p:nvPr/>
            </p:nvPicPr>
            <p:blipFill>
              <a:blip r:embed="rId422"/>
              <a:stretch>
                <a:fillRect/>
              </a:stretch>
            </p:blipFill>
            <p:spPr>
              <a:xfrm>
                <a:off x="10857030" y="3737370"/>
                <a:ext cx="38520" cy="260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23">
            <p14:nvContentPartPr>
              <p14:cNvPr id="256" name="Ink 255">
                <a:extLst>
                  <a:ext uri="{FF2B5EF4-FFF2-40B4-BE49-F238E27FC236}">
                    <a16:creationId xmlns:a16="http://schemas.microsoft.com/office/drawing/2014/main" id="{D13541EB-7512-E1C6-B213-5D16C76D000A}"/>
                  </a:ext>
                </a:extLst>
              </p14:cNvPr>
              <p14:cNvContentPartPr/>
              <p14:nvPr/>
            </p14:nvContentPartPr>
            <p14:xfrm>
              <a:off x="10850550" y="4154610"/>
              <a:ext cx="6480" cy="128160"/>
            </p14:xfrm>
          </p:contentPart>
        </mc:Choice>
        <mc:Fallback>
          <p:pic>
            <p:nvPicPr>
              <p:cNvPr id="256" name="Ink 255">
                <a:extLst>
                  <a:ext uri="{FF2B5EF4-FFF2-40B4-BE49-F238E27FC236}">
                    <a16:creationId xmlns:a16="http://schemas.microsoft.com/office/drawing/2014/main" id="{D13541EB-7512-E1C6-B213-5D16C76D000A}"/>
                  </a:ext>
                </a:extLst>
              </p:cNvPr>
              <p:cNvPicPr/>
              <p:nvPr/>
            </p:nvPicPr>
            <p:blipFill>
              <a:blip r:embed="rId424"/>
              <a:stretch>
                <a:fillRect/>
              </a:stretch>
            </p:blipFill>
            <p:spPr>
              <a:xfrm>
                <a:off x="10832910" y="4136610"/>
                <a:ext cx="42120" cy="163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25">
            <p14:nvContentPartPr>
              <p14:cNvPr id="257" name="Ink 256">
                <a:extLst>
                  <a:ext uri="{FF2B5EF4-FFF2-40B4-BE49-F238E27FC236}">
                    <a16:creationId xmlns:a16="http://schemas.microsoft.com/office/drawing/2014/main" id="{B7A0F02C-25AE-7ECC-C719-F45045CBD6B1}"/>
                  </a:ext>
                </a:extLst>
              </p14:cNvPr>
              <p14:cNvContentPartPr/>
              <p14:nvPr/>
            </p14:nvContentPartPr>
            <p14:xfrm>
              <a:off x="10815630" y="4465290"/>
              <a:ext cx="23040" cy="159480"/>
            </p14:xfrm>
          </p:contentPart>
        </mc:Choice>
        <mc:Fallback>
          <p:pic>
            <p:nvPicPr>
              <p:cNvPr id="257" name="Ink 256">
                <a:extLst>
                  <a:ext uri="{FF2B5EF4-FFF2-40B4-BE49-F238E27FC236}">
                    <a16:creationId xmlns:a16="http://schemas.microsoft.com/office/drawing/2014/main" id="{B7A0F02C-25AE-7ECC-C719-F45045CBD6B1}"/>
                  </a:ext>
                </a:extLst>
              </p:cNvPr>
              <p:cNvPicPr/>
              <p:nvPr/>
            </p:nvPicPr>
            <p:blipFill>
              <a:blip r:embed="rId426"/>
              <a:stretch>
                <a:fillRect/>
              </a:stretch>
            </p:blipFill>
            <p:spPr>
              <a:xfrm>
                <a:off x="10797990" y="4447650"/>
                <a:ext cx="58680" cy="195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27">
            <p14:nvContentPartPr>
              <p14:cNvPr id="258" name="Ink 257">
                <a:extLst>
                  <a:ext uri="{FF2B5EF4-FFF2-40B4-BE49-F238E27FC236}">
                    <a16:creationId xmlns:a16="http://schemas.microsoft.com/office/drawing/2014/main" id="{20EF8CCE-D5C3-E380-E9F9-4F1001451A1D}"/>
                  </a:ext>
                </a:extLst>
              </p14:cNvPr>
              <p14:cNvContentPartPr/>
              <p14:nvPr/>
            </p14:nvContentPartPr>
            <p14:xfrm>
              <a:off x="10875750" y="4984050"/>
              <a:ext cx="20880" cy="184320"/>
            </p14:xfrm>
          </p:contentPart>
        </mc:Choice>
        <mc:Fallback>
          <p:pic>
            <p:nvPicPr>
              <p:cNvPr id="258" name="Ink 257">
                <a:extLst>
                  <a:ext uri="{FF2B5EF4-FFF2-40B4-BE49-F238E27FC236}">
                    <a16:creationId xmlns:a16="http://schemas.microsoft.com/office/drawing/2014/main" id="{20EF8CCE-D5C3-E380-E9F9-4F1001451A1D}"/>
                  </a:ext>
                </a:extLst>
              </p:cNvPr>
              <p:cNvPicPr/>
              <p:nvPr/>
            </p:nvPicPr>
            <p:blipFill>
              <a:blip r:embed="rId428"/>
              <a:stretch>
                <a:fillRect/>
              </a:stretch>
            </p:blipFill>
            <p:spPr>
              <a:xfrm>
                <a:off x="10858110" y="4966050"/>
                <a:ext cx="56520" cy="219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29">
            <p14:nvContentPartPr>
              <p14:cNvPr id="259" name="Ink 258">
                <a:extLst>
                  <a:ext uri="{FF2B5EF4-FFF2-40B4-BE49-F238E27FC236}">
                    <a16:creationId xmlns:a16="http://schemas.microsoft.com/office/drawing/2014/main" id="{5FE395AC-4CBF-C113-1BA1-402A92F2B2B2}"/>
                  </a:ext>
                </a:extLst>
              </p14:cNvPr>
              <p14:cNvContentPartPr/>
              <p14:nvPr/>
            </p14:nvContentPartPr>
            <p14:xfrm>
              <a:off x="10774950" y="5364930"/>
              <a:ext cx="128520" cy="211680"/>
            </p14:xfrm>
          </p:contentPart>
        </mc:Choice>
        <mc:Fallback>
          <p:pic>
            <p:nvPicPr>
              <p:cNvPr id="259" name="Ink 258">
                <a:extLst>
                  <a:ext uri="{FF2B5EF4-FFF2-40B4-BE49-F238E27FC236}">
                    <a16:creationId xmlns:a16="http://schemas.microsoft.com/office/drawing/2014/main" id="{5FE395AC-4CBF-C113-1BA1-402A92F2B2B2}"/>
                  </a:ext>
                </a:extLst>
              </p:cNvPr>
              <p:cNvPicPr/>
              <p:nvPr/>
            </p:nvPicPr>
            <p:blipFill>
              <a:blip r:embed="rId430"/>
              <a:stretch>
                <a:fillRect/>
              </a:stretch>
            </p:blipFill>
            <p:spPr>
              <a:xfrm>
                <a:off x="10756950" y="5347290"/>
                <a:ext cx="164160" cy="247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31">
            <p14:nvContentPartPr>
              <p14:cNvPr id="260" name="Ink 259">
                <a:extLst>
                  <a:ext uri="{FF2B5EF4-FFF2-40B4-BE49-F238E27FC236}">
                    <a16:creationId xmlns:a16="http://schemas.microsoft.com/office/drawing/2014/main" id="{CD822896-C638-214A-40BF-633E878823A1}"/>
                  </a:ext>
                </a:extLst>
              </p14:cNvPr>
              <p14:cNvContentPartPr/>
              <p14:nvPr/>
            </p14:nvContentPartPr>
            <p14:xfrm>
              <a:off x="10805550" y="5735370"/>
              <a:ext cx="118440" cy="225360"/>
            </p14:xfrm>
          </p:contentPart>
        </mc:Choice>
        <mc:Fallback>
          <p:pic>
            <p:nvPicPr>
              <p:cNvPr id="260" name="Ink 259">
                <a:extLst>
                  <a:ext uri="{FF2B5EF4-FFF2-40B4-BE49-F238E27FC236}">
                    <a16:creationId xmlns:a16="http://schemas.microsoft.com/office/drawing/2014/main" id="{CD822896-C638-214A-40BF-633E878823A1}"/>
                  </a:ext>
                </a:extLst>
              </p:cNvPr>
              <p:cNvPicPr/>
              <p:nvPr/>
            </p:nvPicPr>
            <p:blipFill>
              <a:blip r:embed="rId432"/>
              <a:stretch>
                <a:fillRect/>
              </a:stretch>
            </p:blipFill>
            <p:spPr>
              <a:xfrm>
                <a:off x="10787910" y="5717370"/>
                <a:ext cx="154080" cy="261000"/>
              </a:xfrm>
              <a:prstGeom prst="rect">
                <a:avLst/>
              </a:prstGeom>
            </p:spPr>
          </p:pic>
        </mc:Fallback>
      </mc:AlternateContent>
      <p:grpSp>
        <p:nvGrpSpPr>
          <p:cNvPr id="263" name="Group 262">
            <a:extLst>
              <a:ext uri="{FF2B5EF4-FFF2-40B4-BE49-F238E27FC236}">
                <a16:creationId xmlns:a16="http://schemas.microsoft.com/office/drawing/2014/main" id="{7461808E-1010-7960-E411-2254C6F47AC8}"/>
              </a:ext>
            </a:extLst>
          </p:cNvPr>
          <p:cNvGrpSpPr/>
          <p:nvPr/>
        </p:nvGrpSpPr>
        <p:grpSpPr>
          <a:xfrm>
            <a:off x="10842630" y="6128850"/>
            <a:ext cx="141840" cy="553320"/>
            <a:chOff x="10842630" y="6128850"/>
            <a:chExt cx="141840" cy="553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33">
              <p14:nvContentPartPr>
                <p14:cNvPr id="261" name="Ink 260">
                  <a:extLst>
                    <a:ext uri="{FF2B5EF4-FFF2-40B4-BE49-F238E27FC236}">
                      <a16:creationId xmlns:a16="http://schemas.microsoft.com/office/drawing/2014/main" id="{3AEE7CB3-3EE0-6C22-A8C5-85063D00A1E4}"/>
                    </a:ext>
                  </a:extLst>
                </p14:cNvPr>
                <p14:cNvContentPartPr/>
                <p14:nvPr/>
              </p14:nvContentPartPr>
              <p14:xfrm>
                <a:off x="10842630" y="6128850"/>
                <a:ext cx="102600" cy="211680"/>
              </p14:xfrm>
            </p:contentPart>
          </mc:Choice>
          <mc:Fallback>
            <p:pic>
              <p:nvPicPr>
                <p:cNvPr id="261" name="Ink 260">
                  <a:extLst>
                    <a:ext uri="{FF2B5EF4-FFF2-40B4-BE49-F238E27FC236}">
                      <a16:creationId xmlns:a16="http://schemas.microsoft.com/office/drawing/2014/main" id="{3AEE7CB3-3EE0-6C22-A8C5-85063D00A1E4}"/>
                    </a:ext>
                  </a:extLst>
                </p:cNvPr>
                <p:cNvPicPr/>
                <p:nvPr/>
              </p:nvPicPr>
              <p:blipFill>
                <a:blip r:embed="rId434"/>
                <a:stretch>
                  <a:fillRect/>
                </a:stretch>
              </p:blipFill>
              <p:spPr>
                <a:xfrm>
                  <a:off x="10824990" y="6111210"/>
                  <a:ext cx="138240" cy="24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5">
              <p14:nvContentPartPr>
                <p14:cNvPr id="262" name="Ink 261">
                  <a:extLst>
                    <a:ext uri="{FF2B5EF4-FFF2-40B4-BE49-F238E27FC236}">
                      <a16:creationId xmlns:a16="http://schemas.microsoft.com/office/drawing/2014/main" id="{9777C710-5131-A9A7-49FF-0C83477EFCDB}"/>
                    </a:ext>
                  </a:extLst>
                </p14:cNvPr>
                <p14:cNvContentPartPr/>
                <p14:nvPr/>
              </p14:nvContentPartPr>
              <p14:xfrm>
                <a:off x="10861350" y="6437010"/>
                <a:ext cx="123120" cy="245160"/>
              </p14:xfrm>
            </p:contentPart>
          </mc:Choice>
          <mc:Fallback>
            <p:pic>
              <p:nvPicPr>
                <p:cNvPr id="262" name="Ink 261">
                  <a:extLst>
                    <a:ext uri="{FF2B5EF4-FFF2-40B4-BE49-F238E27FC236}">
                      <a16:creationId xmlns:a16="http://schemas.microsoft.com/office/drawing/2014/main" id="{9777C710-5131-A9A7-49FF-0C83477EFCDB}"/>
                    </a:ext>
                  </a:extLst>
                </p:cNvPr>
                <p:cNvPicPr/>
                <p:nvPr/>
              </p:nvPicPr>
              <p:blipFill>
                <a:blip r:embed="rId436"/>
                <a:stretch>
                  <a:fillRect/>
                </a:stretch>
              </p:blipFill>
              <p:spPr>
                <a:xfrm>
                  <a:off x="10843710" y="6419010"/>
                  <a:ext cx="158760" cy="2808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437">
            <p14:nvContentPartPr>
              <p14:cNvPr id="264" name="Ink 263">
                <a:extLst>
                  <a:ext uri="{FF2B5EF4-FFF2-40B4-BE49-F238E27FC236}">
                    <a16:creationId xmlns:a16="http://schemas.microsoft.com/office/drawing/2014/main" id="{55A4678E-C187-DB3A-36E2-80A83309E341}"/>
                  </a:ext>
                </a:extLst>
              </p14:cNvPr>
              <p14:cNvContentPartPr/>
              <p14:nvPr/>
            </p14:nvContentPartPr>
            <p14:xfrm>
              <a:off x="11376510" y="665130"/>
              <a:ext cx="31680" cy="180000"/>
            </p14:xfrm>
          </p:contentPart>
        </mc:Choice>
        <mc:Fallback>
          <p:pic>
            <p:nvPicPr>
              <p:cNvPr id="264" name="Ink 263">
                <a:extLst>
                  <a:ext uri="{FF2B5EF4-FFF2-40B4-BE49-F238E27FC236}">
                    <a16:creationId xmlns:a16="http://schemas.microsoft.com/office/drawing/2014/main" id="{55A4678E-C187-DB3A-36E2-80A83309E341}"/>
                  </a:ext>
                </a:extLst>
              </p:cNvPr>
              <p:cNvPicPr/>
              <p:nvPr/>
            </p:nvPicPr>
            <p:blipFill>
              <a:blip r:embed="rId438"/>
              <a:stretch>
                <a:fillRect/>
              </a:stretch>
            </p:blipFill>
            <p:spPr>
              <a:xfrm>
                <a:off x="11358510" y="647130"/>
                <a:ext cx="67320" cy="215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39">
            <p14:nvContentPartPr>
              <p14:cNvPr id="265" name="Ink 264">
                <a:extLst>
                  <a:ext uri="{FF2B5EF4-FFF2-40B4-BE49-F238E27FC236}">
                    <a16:creationId xmlns:a16="http://schemas.microsoft.com/office/drawing/2014/main" id="{B867EF08-6837-9A23-AEBC-2F374F2DA736}"/>
                  </a:ext>
                </a:extLst>
              </p14:cNvPr>
              <p14:cNvContentPartPr/>
              <p14:nvPr/>
            </p14:nvContentPartPr>
            <p14:xfrm>
              <a:off x="11373990" y="1070850"/>
              <a:ext cx="15840" cy="188640"/>
            </p14:xfrm>
          </p:contentPart>
        </mc:Choice>
        <mc:Fallback>
          <p:pic>
            <p:nvPicPr>
              <p:cNvPr id="265" name="Ink 264">
                <a:extLst>
                  <a:ext uri="{FF2B5EF4-FFF2-40B4-BE49-F238E27FC236}">
                    <a16:creationId xmlns:a16="http://schemas.microsoft.com/office/drawing/2014/main" id="{B867EF08-6837-9A23-AEBC-2F374F2DA736}"/>
                  </a:ext>
                </a:extLst>
              </p:cNvPr>
              <p:cNvPicPr/>
              <p:nvPr/>
            </p:nvPicPr>
            <p:blipFill>
              <a:blip r:embed="rId440"/>
              <a:stretch>
                <a:fillRect/>
              </a:stretch>
            </p:blipFill>
            <p:spPr>
              <a:xfrm>
                <a:off x="11356350" y="1053210"/>
                <a:ext cx="51480" cy="224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41">
            <p14:nvContentPartPr>
              <p14:cNvPr id="266" name="Ink 265">
                <a:extLst>
                  <a:ext uri="{FF2B5EF4-FFF2-40B4-BE49-F238E27FC236}">
                    <a16:creationId xmlns:a16="http://schemas.microsoft.com/office/drawing/2014/main" id="{E39A93F7-3A30-28C0-2EA0-BD1FBEE8CBFB}"/>
                  </a:ext>
                </a:extLst>
              </p14:cNvPr>
              <p14:cNvContentPartPr/>
              <p14:nvPr/>
            </p14:nvContentPartPr>
            <p14:xfrm>
              <a:off x="11371470" y="1468290"/>
              <a:ext cx="18360" cy="138960"/>
            </p14:xfrm>
          </p:contentPart>
        </mc:Choice>
        <mc:Fallback>
          <p:pic>
            <p:nvPicPr>
              <p:cNvPr id="266" name="Ink 265">
                <a:extLst>
                  <a:ext uri="{FF2B5EF4-FFF2-40B4-BE49-F238E27FC236}">
                    <a16:creationId xmlns:a16="http://schemas.microsoft.com/office/drawing/2014/main" id="{E39A93F7-3A30-28C0-2EA0-BD1FBEE8CBFB}"/>
                  </a:ext>
                </a:extLst>
              </p:cNvPr>
              <p:cNvPicPr/>
              <p:nvPr/>
            </p:nvPicPr>
            <p:blipFill>
              <a:blip r:embed="rId442"/>
              <a:stretch>
                <a:fillRect/>
              </a:stretch>
            </p:blipFill>
            <p:spPr>
              <a:xfrm>
                <a:off x="11353830" y="1450650"/>
                <a:ext cx="54000" cy="174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43">
            <p14:nvContentPartPr>
              <p14:cNvPr id="267" name="Ink 266">
                <a:extLst>
                  <a:ext uri="{FF2B5EF4-FFF2-40B4-BE49-F238E27FC236}">
                    <a16:creationId xmlns:a16="http://schemas.microsoft.com/office/drawing/2014/main" id="{E81AA7FE-B930-93DF-A9CE-C2ADC225DE4D}"/>
                  </a:ext>
                </a:extLst>
              </p14:cNvPr>
              <p14:cNvContentPartPr/>
              <p14:nvPr/>
            </p14:nvContentPartPr>
            <p14:xfrm>
              <a:off x="11393070" y="1825770"/>
              <a:ext cx="8640" cy="138960"/>
            </p14:xfrm>
          </p:contentPart>
        </mc:Choice>
        <mc:Fallback>
          <p:pic>
            <p:nvPicPr>
              <p:cNvPr id="267" name="Ink 266">
                <a:extLst>
                  <a:ext uri="{FF2B5EF4-FFF2-40B4-BE49-F238E27FC236}">
                    <a16:creationId xmlns:a16="http://schemas.microsoft.com/office/drawing/2014/main" id="{E81AA7FE-B930-93DF-A9CE-C2ADC225DE4D}"/>
                  </a:ext>
                </a:extLst>
              </p:cNvPr>
              <p:cNvPicPr/>
              <p:nvPr/>
            </p:nvPicPr>
            <p:blipFill>
              <a:blip r:embed="rId444"/>
              <a:stretch>
                <a:fillRect/>
              </a:stretch>
            </p:blipFill>
            <p:spPr>
              <a:xfrm>
                <a:off x="11375430" y="1807770"/>
                <a:ext cx="44280" cy="174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45">
            <p14:nvContentPartPr>
              <p14:cNvPr id="268" name="Ink 267">
                <a:extLst>
                  <a:ext uri="{FF2B5EF4-FFF2-40B4-BE49-F238E27FC236}">
                    <a16:creationId xmlns:a16="http://schemas.microsoft.com/office/drawing/2014/main" id="{F189282C-3A7D-B2E1-FD8F-58352E54C518}"/>
                  </a:ext>
                </a:extLst>
              </p14:cNvPr>
              <p14:cNvContentPartPr/>
              <p14:nvPr/>
            </p14:nvContentPartPr>
            <p14:xfrm>
              <a:off x="11357070" y="2193690"/>
              <a:ext cx="1440" cy="176760"/>
            </p14:xfrm>
          </p:contentPart>
        </mc:Choice>
        <mc:Fallback>
          <p:pic>
            <p:nvPicPr>
              <p:cNvPr id="268" name="Ink 267">
                <a:extLst>
                  <a:ext uri="{FF2B5EF4-FFF2-40B4-BE49-F238E27FC236}">
                    <a16:creationId xmlns:a16="http://schemas.microsoft.com/office/drawing/2014/main" id="{F189282C-3A7D-B2E1-FD8F-58352E54C518}"/>
                  </a:ext>
                </a:extLst>
              </p:cNvPr>
              <p:cNvPicPr/>
              <p:nvPr/>
            </p:nvPicPr>
            <p:blipFill>
              <a:blip r:embed="rId446"/>
              <a:stretch>
                <a:fillRect/>
              </a:stretch>
            </p:blipFill>
            <p:spPr>
              <a:xfrm>
                <a:off x="11339430" y="2176050"/>
                <a:ext cx="37080" cy="212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47">
            <p14:nvContentPartPr>
              <p14:cNvPr id="269" name="Ink 268">
                <a:extLst>
                  <a:ext uri="{FF2B5EF4-FFF2-40B4-BE49-F238E27FC236}">
                    <a16:creationId xmlns:a16="http://schemas.microsoft.com/office/drawing/2014/main" id="{FE5058BB-B481-B396-BE02-65C0890AF8AA}"/>
                  </a:ext>
                </a:extLst>
              </p14:cNvPr>
              <p14:cNvContentPartPr/>
              <p14:nvPr/>
            </p14:nvContentPartPr>
            <p14:xfrm>
              <a:off x="11360670" y="2608410"/>
              <a:ext cx="8640" cy="157320"/>
            </p14:xfrm>
          </p:contentPart>
        </mc:Choice>
        <mc:Fallback>
          <p:pic>
            <p:nvPicPr>
              <p:cNvPr id="269" name="Ink 268">
                <a:extLst>
                  <a:ext uri="{FF2B5EF4-FFF2-40B4-BE49-F238E27FC236}">
                    <a16:creationId xmlns:a16="http://schemas.microsoft.com/office/drawing/2014/main" id="{FE5058BB-B481-B396-BE02-65C0890AF8AA}"/>
                  </a:ext>
                </a:extLst>
              </p:cNvPr>
              <p:cNvPicPr/>
              <p:nvPr/>
            </p:nvPicPr>
            <p:blipFill>
              <a:blip r:embed="rId448"/>
              <a:stretch>
                <a:fillRect/>
              </a:stretch>
            </p:blipFill>
            <p:spPr>
              <a:xfrm>
                <a:off x="11343030" y="2590770"/>
                <a:ext cx="44280" cy="192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49">
            <p14:nvContentPartPr>
              <p14:cNvPr id="270" name="Ink 269">
                <a:extLst>
                  <a:ext uri="{FF2B5EF4-FFF2-40B4-BE49-F238E27FC236}">
                    <a16:creationId xmlns:a16="http://schemas.microsoft.com/office/drawing/2014/main" id="{0F2F2CC5-E8A5-874E-D0AC-CAB71190D60C}"/>
                  </a:ext>
                </a:extLst>
              </p14:cNvPr>
              <p14:cNvContentPartPr/>
              <p14:nvPr/>
            </p14:nvContentPartPr>
            <p14:xfrm>
              <a:off x="11363190" y="2989650"/>
              <a:ext cx="7560" cy="213480"/>
            </p14:xfrm>
          </p:contentPart>
        </mc:Choice>
        <mc:Fallback>
          <p:pic>
            <p:nvPicPr>
              <p:cNvPr id="270" name="Ink 269">
                <a:extLst>
                  <a:ext uri="{FF2B5EF4-FFF2-40B4-BE49-F238E27FC236}">
                    <a16:creationId xmlns:a16="http://schemas.microsoft.com/office/drawing/2014/main" id="{0F2F2CC5-E8A5-874E-D0AC-CAB71190D60C}"/>
                  </a:ext>
                </a:extLst>
              </p:cNvPr>
              <p:cNvPicPr/>
              <p:nvPr/>
            </p:nvPicPr>
            <p:blipFill>
              <a:blip r:embed="rId450"/>
              <a:stretch>
                <a:fillRect/>
              </a:stretch>
            </p:blipFill>
            <p:spPr>
              <a:xfrm>
                <a:off x="11345190" y="2971650"/>
                <a:ext cx="43200" cy="249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51">
            <p14:nvContentPartPr>
              <p14:cNvPr id="271" name="Ink 270">
                <a:extLst>
                  <a:ext uri="{FF2B5EF4-FFF2-40B4-BE49-F238E27FC236}">
                    <a16:creationId xmlns:a16="http://schemas.microsoft.com/office/drawing/2014/main" id="{7470C4B3-C6CA-E027-355F-85D63636BD61}"/>
                  </a:ext>
                </a:extLst>
              </p14:cNvPr>
              <p14:cNvContentPartPr/>
              <p14:nvPr/>
            </p14:nvContentPartPr>
            <p14:xfrm>
              <a:off x="11364270" y="3372690"/>
              <a:ext cx="10080" cy="159480"/>
            </p14:xfrm>
          </p:contentPart>
        </mc:Choice>
        <mc:Fallback>
          <p:pic>
            <p:nvPicPr>
              <p:cNvPr id="271" name="Ink 270">
                <a:extLst>
                  <a:ext uri="{FF2B5EF4-FFF2-40B4-BE49-F238E27FC236}">
                    <a16:creationId xmlns:a16="http://schemas.microsoft.com/office/drawing/2014/main" id="{7470C4B3-C6CA-E027-355F-85D63636BD61}"/>
                  </a:ext>
                </a:extLst>
              </p:cNvPr>
              <p:cNvPicPr/>
              <p:nvPr/>
            </p:nvPicPr>
            <p:blipFill>
              <a:blip r:embed="rId452"/>
              <a:stretch>
                <a:fillRect/>
              </a:stretch>
            </p:blipFill>
            <p:spPr>
              <a:xfrm>
                <a:off x="11346630" y="3355050"/>
                <a:ext cx="45720" cy="195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53">
            <p14:nvContentPartPr>
              <p14:cNvPr id="272" name="Ink 271">
                <a:extLst>
                  <a:ext uri="{FF2B5EF4-FFF2-40B4-BE49-F238E27FC236}">
                    <a16:creationId xmlns:a16="http://schemas.microsoft.com/office/drawing/2014/main" id="{D7C5BACF-00DE-5F98-9DFA-20E245224EE8}"/>
                  </a:ext>
                </a:extLst>
              </p14:cNvPr>
              <p14:cNvContentPartPr/>
              <p14:nvPr/>
            </p14:nvContentPartPr>
            <p14:xfrm>
              <a:off x="11293350" y="3741690"/>
              <a:ext cx="172800" cy="234720"/>
            </p14:xfrm>
          </p:contentPart>
        </mc:Choice>
        <mc:Fallback>
          <p:pic>
            <p:nvPicPr>
              <p:cNvPr id="272" name="Ink 271">
                <a:extLst>
                  <a:ext uri="{FF2B5EF4-FFF2-40B4-BE49-F238E27FC236}">
                    <a16:creationId xmlns:a16="http://schemas.microsoft.com/office/drawing/2014/main" id="{D7C5BACF-00DE-5F98-9DFA-20E245224EE8}"/>
                  </a:ext>
                </a:extLst>
              </p:cNvPr>
              <p:cNvPicPr/>
              <p:nvPr/>
            </p:nvPicPr>
            <p:blipFill>
              <a:blip r:embed="rId454"/>
              <a:stretch>
                <a:fillRect/>
              </a:stretch>
            </p:blipFill>
            <p:spPr>
              <a:xfrm>
                <a:off x="11275710" y="3723690"/>
                <a:ext cx="208440" cy="270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55">
            <p14:nvContentPartPr>
              <p14:cNvPr id="273" name="Ink 272">
                <a:extLst>
                  <a:ext uri="{FF2B5EF4-FFF2-40B4-BE49-F238E27FC236}">
                    <a16:creationId xmlns:a16="http://schemas.microsoft.com/office/drawing/2014/main" id="{C49DE2F0-5A1D-2AB7-9E73-4CAE1D46D13A}"/>
                  </a:ext>
                </a:extLst>
              </p14:cNvPr>
              <p14:cNvContentPartPr/>
              <p14:nvPr/>
            </p14:nvContentPartPr>
            <p14:xfrm>
              <a:off x="11327910" y="4210770"/>
              <a:ext cx="128520" cy="206640"/>
            </p14:xfrm>
          </p:contentPart>
        </mc:Choice>
        <mc:Fallback>
          <p:pic>
            <p:nvPicPr>
              <p:cNvPr id="273" name="Ink 272">
                <a:extLst>
                  <a:ext uri="{FF2B5EF4-FFF2-40B4-BE49-F238E27FC236}">
                    <a16:creationId xmlns:a16="http://schemas.microsoft.com/office/drawing/2014/main" id="{C49DE2F0-5A1D-2AB7-9E73-4CAE1D46D13A}"/>
                  </a:ext>
                </a:extLst>
              </p:cNvPr>
              <p:cNvPicPr/>
              <p:nvPr/>
            </p:nvPicPr>
            <p:blipFill>
              <a:blip r:embed="rId456"/>
              <a:stretch>
                <a:fillRect/>
              </a:stretch>
            </p:blipFill>
            <p:spPr>
              <a:xfrm>
                <a:off x="11309910" y="4192770"/>
                <a:ext cx="164160" cy="242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57">
            <p14:nvContentPartPr>
              <p14:cNvPr id="274" name="Ink 273">
                <a:extLst>
                  <a:ext uri="{FF2B5EF4-FFF2-40B4-BE49-F238E27FC236}">
                    <a16:creationId xmlns:a16="http://schemas.microsoft.com/office/drawing/2014/main" id="{BFBDC3B5-9296-269C-C3C9-A3800C601504}"/>
                  </a:ext>
                </a:extLst>
              </p14:cNvPr>
              <p14:cNvContentPartPr/>
              <p14:nvPr/>
            </p14:nvContentPartPr>
            <p14:xfrm>
              <a:off x="11326830" y="4549530"/>
              <a:ext cx="129600" cy="213120"/>
            </p14:xfrm>
          </p:contentPart>
        </mc:Choice>
        <mc:Fallback>
          <p:pic>
            <p:nvPicPr>
              <p:cNvPr id="274" name="Ink 273">
                <a:extLst>
                  <a:ext uri="{FF2B5EF4-FFF2-40B4-BE49-F238E27FC236}">
                    <a16:creationId xmlns:a16="http://schemas.microsoft.com/office/drawing/2014/main" id="{BFBDC3B5-9296-269C-C3C9-A3800C601504}"/>
                  </a:ext>
                </a:extLst>
              </p:cNvPr>
              <p:cNvPicPr/>
              <p:nvPr/>
            </p:nvPicPr>
            <p:blipFill>
              <a:blip r:embed="rId458"/>
              <a:stretch>
                <a:fillRect/>
              </a:stretch>
            </p:blipFill>
            <p:spPr>
              <a:xfrm>
                <a:off x="11309190" y="4531530"/>
                <a:ext cx="165240" cy="248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59">
            <p14:nvContentPartPr>
              <p14:cNvPr id="275" name="Ink 274">
                <a:extLst>
                  <a:ext uri="{FF2B5EF4-FFF2-40B4-BE49-F238E27FC236}">
                    <a16:creationId xmlns:a16="http://schemas.microsoft.com/office/drawing/2014/main" id="{FFF2FA15-0240-0631-001A-F7197036CB32}"/>
                  </a:ext>
                </a:extLst>
              </p14:cNvPr>
              <p14:cNvContentPartPr/>
              <p14:nvPr/>
            </p14:nvContentPartPr>
            <p14:xfrm>
              <a:off x="11331150" y="4990530"/>
              <a:ext cx="138240" cy="231480"/>
            </p14:xfrm>
          </p:contentPart>
        </mc:Choice>
        <mc:Fallback>
          <p:pic>
            <p:nvPicPr>
              <p:cNvPr id="275" name="Ink 274">
                <a:extLst>
                  <a:ext uri="{FF2B5EF4-FFF2-40B4-BE49-F238E27FC236}">
                    <a16:creationId xmlns:a16="http://schemas.microsoft.com/office/drawing/2014/main" id="{FFF2FA15-0240-0631-001A-F7197036CB32}"/>
                  </a:ext>
                </a:extLst>
              </p:cNvPr>
              <p:cNvPicPr/>
              <p:nvPr/>
            </p:nvPicPr>
            <p:blipFill>
              <a:blip r:embed="rId460"/>
              <a:stretch>
                <a:fillRect/>
              </a:stretch>
            </p:blipFill>
            <p:spPr>
              <a:xfrm>
                <a:off x="11313510" y="4972890"/>
                <a:ext cx="173880" cy="267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61">
            <p14:nvContentPartPr>
              <p14:cNvPr id="276" name="Ink 275">
                <a:extLst>
                  <a:ext uri="{FF2B5EF4-FFF2-40B4-BE49-F238E27FC236}">
                    <a16:creationId xmlns:a16="http://schemas.microsoft.com/office/drawing/2014/main" id="{C18BEE54-02C9-A772-22D1-B50AF9556440}"/>
                  </a:ext>
                </a:extLst>
              </p14:cNvPr>
              <p14:cNvContentPartPr/>
              <p14:nvPr/>
            </p14:nvContentPartPr>
            <p14:xfrm>
              <a:off x="11325750" y="5347650"/>
              <a:ext cx="107640" cy="204120"/>
            </p14:xfrm>
          </p:contentPart>
        </mc:Choice>
        <mc:Fallback>
          <p:pic>
            <p:nvPicPr>
              <p:cNvPr id="276" name="Ink 275">
                <a:extLst>
                  <a:ext uri="{FF2B5EF4-FFF2-40B4-BE49-F238E27FC236}">
                    <a16:creationId xmlns:a16="http://schemas.microsoft.com/office/drawing/2014/main" id="{C18BEE54-02C9-A772-22D1-B50AF9556440}"/>
                  </a:ext>
                </a:extLst>
              </p:cNvPr>
              <p:cNvPicPr/>
              <p:nvPr/>
            </p:nvPicPr>
            <p:blipFill>
              <a:blip r:embed="rId462"/>
              <a:stretch>
                <a:fillRect/>
              </a:stretch>
            </p:blipFill>
            <p:spPr>
              <a:xfrm>
                <a:off x="11308110" y="5330010"/>
                <a:ext cx="143280" cy="239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63">
            <p14:nvContentPartPr>
              <p14:cNvPr id="277" name="Ink 276">
                <a:extLst>
                  <a:ext uri="{FF2B5EF4-FFF2-40B4-BE49-F238E27FC236}">
                    <a16:creationId xmlns:a16="http://schemas.microsoft.com/office/drawing/2014/main" id="{25A63DE7-FF14-4CD2-C298-494296977FB7}"/>
                  </a:ext>
                </a:extLst>
              </p14:cNvPr>
              <p14:cNvContentPartPr/>
              <p14:nvPr/>
            </p14:nvContentPartPr>
            <p14:xfrm>
              <a:off x="11313870" y="5741490"/>
              <a:ext cx="130320" cy="213120"/>
            </p14:xfrm>
          </p:contentPart>
        </mc:Choice>
        <mc:Fallback>
          <p:pic>
            <p:nvPicPr>
              <p:cNvPr id="277" name="Ink 276">
                <a:extLst>
                  <a:ext uri="{FF2B5EF4-FFF2-40B4-BE49-F238E27FC236}">
                    <a16:creationId xmlns:a16="http://schemas.microsoft.com/office/drawing/2014/main" id="{25A63DE7-FF14-4CD2-C298-494296977FB7}"/>
                  </a:ext>
                </a:extLst>
              </p:cNvPr>
              <p:cNvPicPr/>
              <p:nvPr/>
            </p:nvPicPr>
            <p:blipFill>
              <a:blip r:embed="rId464"/>
              <a:stretch>
                <a:fillRect/>
              </a:stretch>
            </p:blipFill>
            <p:spPr>
              <a:xfrm>
                <a:off x="11295870" y="5723850"/>
                <a:ext cx="165960" cy="248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65">
            <p14:nvContentPartPr>
              <p14:cNvPr id="278" name="Ink 277">
                <a:extLst>
                  <a:ext uri="{FF2B5EF4-FFF2-40B4-BE49-F238E27FC236}">
                    <a16:creationId xmlns:a16="http://schemas.microsoft.com/office/drawing/2014/main" id="{CC812B08-1DAF-8CC7-B59A-28957760A42A}"/>
                  </a:ext>
                </a:extLst>
              </p14:cNvPr>
              <p14:cNvContentPartPr/>
              <p14:nvPr/>
            </p14:nvContentPartPr>
            <p14:xfrm>
              <a:off x="11332230" y="6088170"/>
              <a:ext cx="104760" cy="250200"/>
            </p14:xfrm>
          </p:contentPart>
        </mc:Choice>
        <mc:Fallback>
          <p:pic>
            <p:nvPicPr>
              <p:cNvPr id="278" name="Ink 277">
                <a:extLst>
                  <a:ext uri="{FF2B5EF4-FFF2-40B4-BE49-F238E27FC236}">
                    <a16:creationId xmlns:a16="http://schemas.microsoft.com/office/drawing/2014/main" id="{CC812B08-1DAF-8CC7-B59A-28957760A42A}"/>
                  </a:ext>
                </a:extLst>
              </p:cNvPr>
              <p:cNvPicPr/>
              <p:nvPr/>
            </p:nvPicPr>
            <p:blipFill>
              <a:blip r:embed="rId466"/>
              <a:stretch>
                <a:fillRect/>
              </a:stretch>
            </p:blipFill>
            <p:spPr>
              <a:xfrm>
                <a:off x="11314230" y="6070530"/>
                <a:ext cx="140400" cy="285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67">
            <p14:nvContentPartPr>
              <p14:cNvPr id="279" name="Ink 278">
                <a:extLst>
                  <a:ext uri="{FF2B5EF4-FFF2-40B4-BE49-F238E27FC236}">
                    <a16:creationId xmlns:a16="http://schemas.microsoft.com/office/drawing/2014/main" id="{4F9B5AB5-7584-07BB-9AE8-DD364ECBBC93}"/>
                  </a:ext>
                </a:extLst>
              </p14:cNvPr>
              <p14:cNvContentPartPr/>
              <p14:nvPr/>
            </p14:nvContentPartPr>
            <p14:xfrm>
              <a:off x="11332950" y="6507210"/>
              <a:ext cx="109080" cy="216360"/>
            </p14:xfrm>
          </p:contentPart>
        </mc:Choice>
        <mc:Fallback>
          <p:pic>
            <p:nvPicPr>
              <p:cNvPr id="279" name="Ink 278">
                <a:extLst>
                  <a:ext uri="{FF2B5EF4-FFF2-40B4-BE49-F238E27FC236}">
                    <a16:creationId xmlns:a16="http://schemas.microsoft.com/office/drawing/2014/main" id="{4F9B5AB5-7584-07BB-9AE8-DD364ECBBC93}"/>
                  </a:ext>
                </a:extLst>
              </p:cNvPr>
              <p:cNvPicPr/>
              <p:nvPr/>
            </p:nvPicPr>
            <p:blipFill>
              <a:blip r:embed="rId468"/>
              <a:stretch>
                <a:fillRect/>
              </a:stretch>
            </p:blipFill>
            <p:spPr>
              <a:xfrm>
                <a:off x="11315310" y="6489210"/>
                <a:ext cx="144720" cy="252000"/>
              </a:xfrm>
              <a:prstGeom prst="rect">
                <a:avLst/>
              </a:prstGeom>
            </p:spPr>
          </p:pic>
        </mc:Fallback>
      </mc:AlternateContent>
      <p:grpSp>
        <p:nvGrpSpPr>
          <p:cNvPr id="286" name="Group 285">
            <a:extLst>
              <a:ext uri="{FF2B5EF4-FFF2-40B4-BE49-F238E27FC236}">
                <a16:creationId xmlns:a16="http://schemas.microsoft.com/office/drawing/2014/main" id="{AB76D72F-9847-7E5E-3062-D9508B768B78}"/>
              </a:ext>
            </a:extLst>
          </p:cNvPr>
          <p:cNvGrpSpPr/>
          <p:nvPr/>
        </p:nvGrpSpPr>
        <p:grpSpPr>
          <a:xfrm>
            <a:off x="3909030" y="3540810"/>
            <a:ext cx="502920" cy="318600"/>
            <a:chOff x="3909030" y="3540810"/>
            <a:chExt cx="502920" cy="318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69">
              <p14:nvContentPartPr>
                <p14:cNvPr id="280" name="Ink 279">
                  <a:extLst>
                    <a:ext uri="{FF2B5EF4-FFF2-40B4-BE49-F238E27FC236}">
                      <a16:creationId xmlns:a16="http://schemas.microsoft.com/office/drawing/2014/main" id="{1ABE224E-7479-2D2C-EB62-87932030D644}"/>
                    </a:ext>
                  </a:extLst>
                </p14:cNvPr>
                <p14:cNvContentPartPr/>
                <p14:nvPr/>
              </p14:nvContentPartPr>
              <p14:xfrm>
                <a:off x="3909030" y="3697770"/>
                <a:ext cx="317880" cy="161640"/>
              </p14:xfrm>
            </p:contentPart>
          </mc:Choice>
          <mc:Fallback>
            <p:pic>
              <p:nvPicPr>
                <p:cNvPr id="280" name="Ink 279">
                  <a:extLst>
                    <a:ext uri="{FF2B5EF4-FFF2-40B4-BE49-F238E27FC236}">
                      <a16:creationId xmlns:a16="http://schemas.microsoft.com/office/drawing/2014/main" id="{1ABE224E-7479-2D2C-EB62-87932030D644}"/>
                    </a:ext>
                  </a:extLst>
                </p:cNvPr>
                <p:cNvPicPr/>
                <p:nvPr/>
              </p:nvPicPr>
              <p:blipFill>
                <a:blip r:embed="rId470"/>
                <a:stretch>
                  <a:fillRect/>
                </a:stretch>
              </p:blipFill>
              <p:spPr>
                <a:xfrm>
                  <a:off x="3891030" y="3680130"/>
                  <a:ext cx="353520" cy="19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1">
              <p14:nvContentPartPr>
                <p14:cNvPr id="281" name="Ink 280">
                  <a:extLst>
                    <a:ext uri="{FF2B5EF4-FFF2-40B4-BE49-F238E27FC236}">
                      <a16:creationId xmlns:a16="http://schemas.microsoft.com/office/drawing/2014/main" id="{7B3354DF-1ADA-39BF-CE96-98F8987E0344}"/>
                    </a:ext>
                  </a:extLst>
                </p14:cNvPr>
                <p14:cNvContentPartPr/>
                <p14:nvPr/>
              </p14:nvContentPartPr>
              <p14:xfrm>
                <a:off x="4176150" y="3577170"/>
                <a:ext cx="32760" cy="167040"/>
              </p14:xfrm>
            </p:contentPart>
          </mc:Choice>
          <mc:Fallback>
            <p:pic>
              <p:nvPicPr>
                <p:cNvPr id="281" name="Ink 280">
                  <a:extLst>
                    <a:ext uri="{FF2B5EF4-FFF2-40B4-BE49-F238E27FC236}">
                      <a16:creationId xmlns:a16="http://schemas.microsoft.com/office/drawing/2014/main" id="{7B3354DF-1ADA-39BF-CE96-98F8987E0344}"/>
                    </a:ext>
                  </a:extLst>
                </p:cNvPr>
                <p:cNvPicPr/>
                <p:nvPr/>
              </p:nvPicPr>
              <p:blipFill>
                <a:blip r:embed="rId472"/>
                <a:stretch>
                  <a:fillRect/>
                </a:stretch>
              </p:blipFill>
              <p:spPr>
                <a:xfrm>
                  <a:off x="4158150" y="3559530"/>
                  <a:ext cx="68400" cy="20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3">
              <p14:nvContentPartPr>
                <p14:cNvPr id="282" name="Ink 281">
                  <a:extLst>
                    <a:ext uri="{FF2B5EF4-FFF2-40B4-BE49-F238E27FC236}">
                      <a16:creationId xmlns:a16="http://schemas.microsoft.com/office/drawing/2014/main" id="{D19DEFB1-68A0-EAF4-5FD9-1696CEEB5B36}"/>
                    </a:ext>
                  </a:extLst>
                </p14:cNvPr>
                <p14:cNvContentPartPr/>
                <p14:nvPr/>
              </p14:nvContentPartPr>
              <p14:xfrm>
                <a:off x="4166430" y="3555930"/>
                <a:ext cx="90360" cy="13320"/>
              </p14:xfrm>
            </p:contentPart>
          </mc:Choice>
          <mc:Fallback>
            <p:pic>
              <p:nvPicPr>
                <p:cNvPr id="282" name="Ink 281">
                  <a:extLst>
                    <a:ext uri="{FF2B5EF4-FFF2-40B4-BE49-F238E27FC236}">
                      <a16:creationId xmlns:a16="http://schemas.microsoft.com/office/drawing/2014/main" id="{D19DEFB1-68A0-EAF4-5FD9-1696CEEB5B36}"/>
                    </a:ext>
                  </a:extLst>
                </p:cNvPr>
                <p:cNvPicPr/>
                <p:nvPr/>
              </p:nvPicPr>
              <p:blipFill>
                <a:blip r:embed="rId474"/>
                <a:stretch>
                  <a:fillRect/>
                </a:stretch>
              </p:blipFill>
              <p:spPr>
                <a:xfrm>
                  <a:off x="4148430" y="3538290"/>
                  <a:ext cx="126000" cy="4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5">
              <p14:nvContentPartPr>
                <p14:cNvPr id="283" name="Ink 282">
                  <a:extLst>
                    <a:ext uri="{FF2B5EF4-FFF2-40B4-BE49-F238E27FC236}">
                      <a16:creationId xmlns:a16="http://schemas.microsoft.com/office/drawing/2014/main" id="{4310EB74-8F3D-4C7B-B1E7-4FAD7712C5A5}"/>
                    </a:ext>
                  </a:extLst>
                </p14:cNvPr>
                <p14:cNvContentPartPr/>
                <p14:nvPr/>
              </p14:nvContentPartPr>
              <p14:xfrm>
                <a:off x="4173630" y="3649890"/>
                <a:ext cx="76320" cy="18720"/>
              </p14:xfrm>
            </p:contentPart>
          </mc:Choice>
          <mc:Fallback>
            <p:pic>
              <p:nvPicPr>
                <p:cNvPr id="283" name="Ink 282">
                  <a:extLst>
                    <a:ext uri="{FF2B5EF4-FFF2-40B4-BE49-F238E27FC236}">
                      <a16:creationId xmlns:a16="http://schemas.microsoft.com/office/drawing/2014/main" id="{4310EB74-8F3D-4C7B-B1E7-4FAD7712C5A5}"/>
                    </a:ext>
                  </a:extLst>
                </p:cNvPr>
                <p:cNvPicPr/>
                <p:nvPr/>
              </p:nvPicPr>
              <p:blipFill>
                <a:blip r:embed="rId476"/>
                <a:stretch>
                  <a:fillRect/>
                </a:stretch>
              </p:blipFill>
              <p:spPr>
                <a:xfrm>
                  <a:off x="4155630" y="3632250"/>
                  <a:ext cx="111960" cy="5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7">
              <p14:nvContentPartPr>
                <p14:cNvPr id="284" name="Ink 283">
                  <a:extLst>
                    <a:ext uri="{FF2B5EF4-FFF2-40B4-BE49-F238E27FC236}">
                      <a16:creationId xmlns:a16="http://schemas.microsoft.com/office/drawing/2014/main" id="{FD7666DC-DA07-5AC4-76C1-0324A7B2EF21}"/>
                    </a:ext>
                  </a:extLst>
                </p14:cNvPr>
                <p14:cNvContentPartPr/>
                <p14:nvPr/>
              </p14:nvContentPartPr>
              <p14:xfrm>
                <a:off x="4299990" y="3689130"/>
                <a:ext cx="71640" cy="140400"/>
              </p14:xfrm>
            </p:contentPart>
          </mc:Choice>
          <mc:Fallback>
            <p:pic>
              <p:nvPicPr>
                <p:cNvPr id="284" name="Ink 283">
                  <a:extLst>
                    <a:ext uri="{FF2B5EF4-FFF2-40B4-BE49-F238E27FC236}">
                      <a16:creationId xmlns:a16="http://schemas.microsoft.com/office/drawing/2014/main" id="{FD7666DC-DA07-5AC4-76C1-0324A7B2EF21}"/>
                    </a:ext>
                  </a:extLst>
                </p:cNvPr>
                <p:cNvPicPr/>
                <p:nvPr/>
              </p:nvPicPr>
              <p:blipFill>
                <a:blip r:embed="rId478"/>
                <a:stretch>
                  <a:fillRect/>
                </a:stretch>
              </p:blipFill>
              <p:spPr>
                <a:xfrm>
                  <a:off x="4281990" y="3671130"/>
                  <a:ext cx="107280" cy="17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9">
              <p14:nvContentPartPr>
                <p14:cNvPr id="285" name="Ink 284">
                  <a:extLst>
                    <a:ext uri="{FF2B5EF4-FFF2-40B4-BE49-F238E27FC236}">
                      <a16:creationId xmlns:a16="http://schemas.microsoft.com/office/drawing/2014/main" id="{80FF6E2D-A9BA-2C2B-970D-0DF137B3D33F}"/>
                    </a:ext>
                  </a:extLst>
                </p14:cNvPr>
                <p14:cNvContentPartPr/>
                <p14:nvPr/>
              </p14:nvContentPartPr>
              <p14:xfrm>
                <a:off x="4410510" y="3540810"/>
                <a:ext cx="1440" cy="86040"/>
              </p14:xfrm>
            </p:contentPart>
          </mc:Choice>
          <mc:Fallback>
            <p:pic>
              <p:nvPicPr>
                <p:cNvPr id="285" name="Ink 284">
                  <a:extLst>
                    <a:ext uri="{FF2B5EF4-FFF2-40B4-BE49-F238E27FC236}">
                      <a16:creationId xmlns:a16="http://schemas.microsoft.com/office/drawing/2014/main" id="{80FF6E2D-A9BA-2C2B-970D-0DF137B3D33F}"/>
                    </a:ext>
                  </a:extLst>
                </p:cNvPr>
                <p:cNvPicPr/>
                <p:nvPr/>
              </p:nvPicPr>
              <p:blipFill>
                <a:blip r:embed="rId480"/>
                <a:stretch>
                  <a:fillRect/>
                </a:stretch>
              </p:blipFill>
              <p:spPr>
                <a:xfrm>
                  <a:off x="4392870" y="3522810"/>
                  <a:ext cx="37080" cy="121680"/>
                </a:xfrm>
                <a:prstGeom prst="rect">
                  <a:avLst/>
                </a:prstGeom>
              </p:spPr>
            </p:pic>
          </mc:Fallback>
        </mc:AlternateContent>
      </p:grpSp>
      <p:graphicFrame>
        <p:nvGraphicFramePr>
          <p:cNvPr id="287" name="Table 287">
            <a:extLst>
              <a:ext uri="{FF2B5EF4-FFF2-40B4-BE49-F238E27FC236}">
                <a16:creationId xmlns:a16="http://schemas.microsoft.com/office/drawing/2014/main" id="{22050F4F-6EB6-A653-5D69-7842C2F5B01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77876646"/>
              </p:ext>
            </p:extLst>
          </p:nvPr>
        </p:nvGraphicFramePr>
        <p:xfrm>
          <a:off x="11719341" y="137370"/>
          <a:ext cx="481670" cy="671702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81670">
                  <a:extLst>
                    <a:ext uri="{9D8B030D-6E8A-4147-A177-3AD203B41FA5}">
                      <a16:colId xmlns:a16="http://schemas.microsoft.com/office/drawing/2014/main" val="230390060"/>
                    </a:ext>
                  </a:extLst>
                </a:gridCol>
              </a:tblGrid>
              <a:tr h="395119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46294519"/>
                  </a:ext>
                </a:extLst>
              </a:tr>
              <a:tr h="395119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26823673"/>
                  </a:ext>
                </a:extLst>
              </a:tr>
              <a:tr h="395119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26119535"/>
                  </a:ext>
                </a:extLst>
              </a:tr>
              <a:tr h="395119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45267148"/>
                  </a:ext>
                </a:extLst>
              </a:tr>
              <a:tr h="395119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90520900"/>
                  </a:ext>
                </a:extLst>
              </a:tr>
              <a:tr h="395119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14059578"/>
                  </a:ext>
                </a:extLst>
              </a:tr>
              <a:tr h="395119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10035890"/>
                  </a:ext>
                </a:extLst>
              </a:tr>
              <a:tr h="395119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14890264"/>
                  </a:ext>
                </a:extLst>
              </a:tr>
              <a:tr h="395119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7031715"/>
                  </a:ext>
                </a:extLst>
              </a:tr>
              <a:tr h="395119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1455098"/>
                  </a:ext>
                </a:extLst>
              </a:tr>
              <a:tr h="395119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88805770"/>
                  </a:ext>
                </a:extLst>
              </a:tr>
              <a:tr h="395119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80799255"/>
                  </a:ext>
                </a:extLst>
              </a:tr>
              <a:tr h="395119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65974504"/>
                  </a:ext>
                </a:extLst>
              </a:tr>
              <a:tr h="395119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72195790"/>
                  </a:ext>
                </a:extLst>
              </a:tr>
              <a:tr h="395119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01924388"/>
                  </a:ext>
                </a:extLst>
              </a:tr>
              <a:tr h="395119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72325961"/>
                  </a:ext>
                </a:extLst>
              </a:tr>
              <a:tr h="395119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28857379"/>
                  </a:ext>
                </a:extLst>
              </a:tr>
            </a:tbl>
          </a:graphicData>
        </a:graphic>
      </p:graphicFrame>
      <mc:AlternateContent xmlns:mc="http://schemas.openxmlformats.org/markup-compatibility/2006">
        <mc:Choice xmlns:p14="http://schemas.microsoft.com/office/powerpoint/2010/main" Requires="p14">
          <p:contentPart p14:bwMode="auto" r:id="rId481">
            <p14:nvContentPartPr>
              <p14:cNvPr id="288" name="Ink 287">
                <a:extLst>
                  <a:ext uri="{FF2B5EF4-FFF2-40B4-BE49-F238E27FC236}">
                    <a16:creationId xmlns:a16="http://schemas.microsoft.com/office/drawing/2014/main" id="{3826033A-5434-843A-A87D-F8C924A53EA5}"/>
                  </a:ext>
                </a:extLst>
              </p14:cNvPr>
              <p14:cNvContentPartPr/>
              <p14:nvPr/>
            </p14:nvContentPartPr>
            <p14:xfrm>
              <a:off x="12929550" y="1426890"/>
              <a:ext cx="6480" cy="38520"/>
            </p14:xfrm>
          </p:contentPart>
        </mc:Choice>
        <mc:Fallback>
          <p:pic>
            <p:nvPicPr>
              <p:cNvPr id="288" name="Ink 287">
                <a:extLst>
                  <a:ext uri="{FF2B5EF4-FFF2-40B4-BE49-F238E27FC236}">
                    <a16:creationId xmlns:a16="http://schemas.microsoft.com/office/drawing/2014/main" id="{3826033A-5434-843A-A87D-F8C924A53EA5}"/>
                  </a:ext>
                </a:extLst>
              </p:cNvPr>
              <p:cNvPicPr/>
              <p:nvPr/>
            </p:nvPicPr>
            <p:blipFill>
              <a:blip r:embed="rId482"/>
              <a:stretch>
                <a:fillRect/>
              </a:stretch>
            </p:blipFill>
            <p:spPr>
              <a:xfrm>
                <a:off x="12911910" y="1409250"/>
                <a:ext cx="42120" cy="74160"/>
              </a:xfrm>
              <a:prstGeom prst="rect">
                <a:avLst/>
              </a:prstGeom>
            </p:spPr>
          </p:pic>
        </mc:Fallback>
      </mc:AlternateContent>
      <p:grpSp>
        <p:nvGrpSpPr>
          <p:cNvPr id="294" name="Group 293">
            <a:extLst>
              <a:ext uri="{FF2B5EF4-FFF2-40B4-BE49-F238E27FC236}">
                <a16:creationId xmlns:a16="http://schemas.microsoft.com/office/drawing/2014/main" id="{E6C35A5E-9852-941D-BE2F-DBCE89BAB5B6}"/>
              </a:ext>
            </a:extLst>
          </p:cNvPr>
          <p:cNvGrpSpPr/>
          <p:nvPr/>
        </p:nvGrpSpPr>
        <p:grpSpPr>
          <a:xfrm>
            <a:off x="11825070" y="187410"/>
            <a:ext cx="291600" cy="299520"/>
            <a:chOff x="11825070" y="187410"/>
            <a:chExt cx="291600" cy="299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83">
              <p14:nvContentPartPr>
                <p14:cNvPr id="289" name="Ink 288">
                  <a:extLst>
                    <a:ext uri="{FF2B5EF4-FFF2-40B4-BE49-F238E27FC236}">
                      <a16:creationId xmlns:a16="http://schemas.microsoft.com/office/drawing/2014/main" id="{272669F0-ED6A-17DA-F0B9-A1C487B147C5}"/>
                    </a:ext>
                  </a:extLst>
                </p14:cNvPr>
                <p14:cNvContentPartPr/>
                <p14:nvPr/>
              </p14:nvContentPartPr>
              <p14:xfrm>
                <a:off x="11855310" y="265530"/>
                <a:ext cx="14760" cy="184320"/>
              </p14:xfrm>
            </p:contentPart>
          </mc:Choice>
          <mc:Fallback>
            <p:pic>
              <p:nvPicPr>
                <p:cNvPr id="289" name="Ink 288">
                  <a:extLst>
                    <a:ext uri="{FF2B5EF4-FFF2-40B4-BE49-F238E27FC236}">
                      <a16:creationId xmlns:a16="http://schemas.microsoft.com/office/drawing/2014/main" id="{272669F0-ED6A-17DA-F0B9-A1C487B147C5}"/>
                    </a:ext>
                  </a:extLst>
                </p:cNvPr>
                <p:cNvPicPr/>
                <p:nvPr/>
              </p:nvPicPr>
              <p:blipFill>
                <a:blip r:embed="rId484"/>
                <a:stretch>
                  <a:fillRect/>
                </a:stretch>
              </p:blipFill>
              <p:spPr>
                <a:xfrm>
                  <a:off x="11837310" y="247530"/>
                  <a:ext cx="50400" cy="21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5">
              <p14:nvContentPartPr>
                <p14:cNvPr id="290" name="Ink 289">
                  <a:extLst>
                    <a:ext uri="{FF2B5EF4-FFF2-40B4-BE49-F238E27FC236}">
                      <a16:creationId xmlns:a16="http://schemas.microsoft.com/office/drawing/2014/main" id="{E82A42B9-A3E6-A2F7-7DA6-9E71676FA277}"/>
                    </a:ext>
                  </a:extLst>
                </p14:cNvPr>
                <p14:cNvContentPartPr/>
                <p14:nvPr/>
              </p14:nvContentPartPr>
              <p14:xfrm>
                <a:off x="11862510" y="248250"/>
                <a:ext cx="115560" cy="15480"/>
              </p14:xfrm>
            </p:contentPart>
          </mc:Choice>
          <mc:Fallback>
            <p:pic>
              <p:nvPicPr>
                <p:cNvPr id="290" name="Ink 289">
                  <a:extLst>
                    <a:ext uri="{FF2B5EF4-FFF2-40B4-BE49-F238E27FC236}">
                      <a16:creationId xmlns:a16="http://schemas.microsoft.com/office/drawing/2014/main" id="{E82A42B9-A3E6-A2F7-7DA6-9E71676FA277}"/>
                    </a:ext>
                  </a:extLst>
                </p:cNvPr>
                <p:cNvPicPr/>
                <p:nvPr/>
              </p:nvPicPr>
              <p:blipFill>
                <a:blip r:embed="rId486"/>
                <a:stretch>
                  <a:fillRect/>
                </a:stretch>
              </p:blipFill>
              <p:spPr>
                <a:xfrm>
                  <a:off x="11844510" y="230250"/>
                  <a:ext cx="151200" cy="5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7">
              <p14:nvContentPartPr>
                <p14:cNvPr id="291" name="Ink 290">
                  <a:extLst>
                    <a:ext uri="{FF2B5EF4-FFF2-40B4-BE49-F238E27FC236}">
                      <a16:creationId xmlns:a16="http://schemas.microsoft.com/office/drawing/2014/main" id="{E3383DDE-0FA7-D9CC-9E51-0ED0A3AE9918}"/>
                    </a:ext>
                  </a:extLst>
                </p14:cNvPr>
                <p14:cNvContentPartPr/>
                <p14:nvPr/>
              </p14:nvContentPartPr>
              <p14:xfrm>
                <a:off x="11825070" y="301170"/>
                <a:ext cx="107280" cy="16560"/>
              </p14:xfrm>
            </p:contentPart>
          </mc:Choice>
          <mc:Fallback>
            <p:pic>
              <p:nvPicPr>
                <p:cNvPr id="291" name="Ink 290">
                  <a:extLst>
                    <a:ext uri="{FF2B5EF4-FFF2-40B4-BE49-F238E27FC236}">
                      <a16:creationId xmlns:a16="http://schemas.microsoft.com/office/drawing/2014/main" id="{E3383DDE-0FA7-D9CC-9E51-0ED0A3AE9918}"/>
                    </a:ext>
                  </a:extLst>
                </p:cNvPr>
                <p:cNvPicPr/>
                <p:nvPr/>
              </p:nvPicPr>
              <p:blipFill>
                <a:blip r:embed="rId488"/>
                <a:stretch>
                  <a:fillRect/>
                </a:stretch>
              </p:blipFill>
              <p:spPr>
                <a:xfrm>
                  <a:off x="11807430" y="283170"/>
                  <a:ext cx="142920" cy="5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9">
              <p14:nvContentPartPr>
                <p14:cNvPr id="292" name="Ink 291">
                  <a:extLst>
                    <a:ext uri="{FF2B5EF4-FFF2-40B4-BE49-F238E27FC236}">
                      <a16:creationId xmlns:a16="http://schemas.microsoft.com/office/drawing/2014/main" id="{F757236B-F841-2922-6B34-03F0970F6960}"/>
                    </a:ext>
                  </a:extLst>
                </p14:cNvPr>
                <p14:cNvContentPartPr/>
                <p14:nvPr/>
              </p14:nvContentPartPr>
              <p14:xfrm>
                <a:off x="11944230" y="378930"/>
                <a:ext cx="91800" cy="108000"/>
              </p14:xfrm>
            </p:contentPart>
          </mc:Choice>
          <mc:Fallback>
            <p:pic>
              <p:nvPicPr>
                <p:cNvPr id="292" name="Ink 291">
                  <a:extLst>
                    <a:ext uri="{FF2B5EF4-FFF2-40B4-BE49-F238E27FC236}">
                      <a16:creationId xmlns:a16="http://schemas.microsoft.com/office/drawing/2014/main" id="{F757236B-F841-2922-6B34-03F0970F6960}"/>
                    </a:ext>
                  </a:extLst>
                </p:cNvPr>
                <p:cNvPicPr/>
                <p:nvPr/>
              </p:nvPicPr>
              <p:blipFill>
                <a:blip r:embed="rId490"/>
                <a:stretch>
                  <a:fillRect/>
                </a:stretch>
              </p:blipFill>
              <p:spPr>
                <a:xfrm>
                  <a:off x="11926590" y="361290"/>
                  <a:ext cx="127440" cy="14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1">
              <p14:nvContentPartPr>
                <p14:cNvPr id="293" name="Ink 292">
                  <a:extLst>
                    <a:ext uri="{FF2B5EF4-FFF2-40B4-BE49-F238E27FC236}">
                      <a16:creationId xmlns:a16="http://schemas.microsoft.com/office/drawing/2014/main" id="{7287CD6B-D10E-675C-4F5E-73317FFE7E93}"/>
                    </a:ext>
                  </a:extLst>
                </p14:cNvPr>
                <p14:cNvContentPartPr/>
                <p14:nvPr/>
              </p14:nvContentPartPr>
              <p14:xfrm>
                <a:off x="12089670" y="187410"/>
                <a:ext cx="27000" cy="73080"/>
              </p14:xfrm>
            </p:contentPart>
          </mc:Choice>
          <mc:Fallback>
            <p:pic>
              <p:nvPicPr>
                <p:cNvPr id="293" name="Ink 292">
                  <a:extLst>
                    <a:ext uri="{FF2B5EF4-FFF2-40B4-BE49-F238E27FC236}">
                      <a16:creationId xmlns:a16="http://schemas.microsoft.com/office/drawing/2014/main" id="{7287CD6B-D10E-675C-4F5E-73317FFE7E93}"/>
                    </a:ext>
                  </a:extLst>
                </p:cNvPr>
                <p:cNvPicPr/>
                <p:nvPr/>
              </p:nvPicPr>
              <p:blipFill>
                <a:blip r:embed="rId492"/>
                <a:stretch>
                  <a:fillRect/>
                </a:stretch>
              </p:blipFill>
              <p:spPr>
                <a:xfrm>
                  <a:off x="12072030" y="169770"/>
                  <a:ext cx="62640" cy="1087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493">
            <p14:nvContentPartPr>
              <p14:cNvPr id="295" name="Ink 294">
                <a:extLst>
                  <a:ext uri="{FF2B5EF4-FFF2-40B4-BE49-F238E27FC236}">
                    <a16:creationId xmlns:a16="http://schemas.microsoft.com/office/drawing/2014/main" id="{E696DBA2-BEB9-3A0C-7942-348A4BF2F986}"/>
                  </a:ext>
                </a:extLst>
              </p14:cNvPr>
              <p14:cNvContentPartPr/>
              <p14:nvPr/>
            </p14:nvContentPartPr>
            <p14:xfrm>
              <a:off x="11929830" y="662610"/>
              <a:ext cx="28080" cy="184320"/>
            </p14:xfrm>
          </p:contentPart>
        </mc:Choice>
        <mc:Fallback>
          <p:pic>
            <p:nvPicPr>
              <p:cNvPr id="295" name="Ink 294">
                <a:extLst>
                  <a:ext uri="{FF2B5EF4-FFF2-40B4-BE49-F238E27FC236}">
                    <a16:creationId xmlns:a16="http://schemas.microsoft.com/office/drawing/2014/main" id="{E696DBA2-BEB9-3A0C-7942-348A4BF2F986}"/>
                  </a:ext>
                </a:extLst>
              </p:cNvPr>
              <p:cNvPicPr/>
              <p:nvPr/>
            </p:nvPicPr>
            <p:blipFill>
              <a:blip r:embed="rId494"/>
              <a:stretch>
                <a:fillRect/>
              </a:stretch>
            </p:blipFill>
            <p:spPr>
              <a:xfrm>
                <a:off x="11911830" y="644970"/>
                <a:ext cx="63720" cy="219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95">
            <p14:nvContentPartPr>
              <p14:cNvPr id="296" name="Ink 295">
                <a:extLst>
                  <a:ext uri="{FF2B5EF4-FFF2-40B4-BE49-F238E27FC236}">
                    <a16:creationId xmlns:a16="http://schemas.microsoft.com/office/drawing/2014/main" id="{A9672B3D-BD41-B76E-9E9B-D1512F443735}"/>
                  </a:ext>
                </a:extLst>
              </p14:cNvPr>
              <p14:cNvContentPartPr/>
              <p14:nvPr/>
            </p14:nvContentPartPr>
            <p14:xfrm>
              <a:off x="11905710" y="1027650"/>
              <a:ext cx="15840" cy="198360"/>
            </p14:xfrm>
          </p:contentPart>
        </mc:Choice>
        <mc:Fallback>
          <p:pic>
            <p:nvPicPr>
              <p:cNvPr id="296" name="Ink 295">
                <a:extLst>
                  <a:ext uri="{FF2B5EF4-FFF2-40B4-BE49-F238E27FC236}">
                    <a16:creationId xmlns:a16="http://schemas.microsoft.com/office/drawing/2014/main" id="{A9672B3D-BD41-B76E-9E9B-D1512F443735}"/>
                  </a:ext>
                </a:extLst>
              </p:cNvPr>
              <p:cNvPicPr/>
              <p:nvPr/>
            </p:nvPicPr>
            <p:blipFill>
              <a:blip r:embed="rId496"/>
              <a:stretch>
                <a:fillRect/>
              </a:stretch>
            </p:blipFill>
            <p:spPr>
              <a:xfrm>
                <a:off x="11888070" y="1009650"/>
                <a:ext cx="51480" cy="234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97">
            <p14:nvContentPartPr>
              <p14:cNvPr id="297" name="Ink 296">
                <a:extLst>
                  <a:ext uri="{FF2B5EF4-FFF2-40B4-BE49-F238E27FC236}">
                    <a16:creationId xmlns:a16="http://schemas.microsoft.com/office/drawing/2014/main" id="{F431AEAB-F6FE-CF07-AADC-C1AC4B376157}"/>
                  </a:ext>
                </a:extLst>
              </p14:cNvPr>
              <p14:cNvContentPartPr/>
              <p14:nvPr/>
            </p14:nvContentPartPr>
            <p14:xfrm>
              <a:off x="11911830" y="1400250"/>
              <a:ext cx="7920" cy="216000"/>
            </p14:xfrm>
          </p:contentPart>
        </mc:Choice>
        <mc:Fallback>
          <p:pic>
            <p:nvPicPr>
              <p:cNvPr id="297" name="Ink 296">
                <a:extLst>
                  <a:ext uri="{FF2B5EF4-FFF2-40B4-BE49-F238E27FC236}">
                    <a16:creationId xmlns:a16="http://schemas.microsoft.com/office/drawing/2014/main" id="{F431AEAB-F6FE-CF07-AADC-C1AC4B376157}"/>
                  </a:ext>
                </a:extLst>
              </p:cNvPr>
              <p:cNvPicPr/>
              <p:nvPr/>
            </p:nvPicPr>
            <p:blipFill>
              <a:blip r:embed="rId498"/>
              <a:stretch>
                <a:fillRect/>
              </a:stretch>
            </p:blipFill>
            <p:spPr>
              <a:xfrm>
                <a:off x="11893830" y="1382250"/>
                <a:ext cx="43560" cy="251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99">
            <p14:nvContentPartPr>
              <p14:cNvPr id="298" name="Ink 297">
                <a:extLst>
                  <a:ext uri="{FF2B5EF4-FFF2-40B4-BE49-F238E27FC236}">
                    <a16:creationId xmlns:a16="http://schemas.microsoft.com/office/drawing/2014/main" id="{C3CEE1B7-B930-B7D9-B925-6D76B1B7DC7A}"/>
                  </a:ext>
                </a:extLst>
              </p14:cNvPr>
              <p14:cNvContentPartPr/>
              <p14:nvPr/>
            </p14:nvContentPartPr>
            <p14:xfrm>
              <a:off x="11897430" y="1812450"/>
              <a:ext cx="5040" cy="237600"/>
            </p14:xfrm>
          </p:contentPart>
        </mc:Choice>
        <mc:Fallback>
          <p:pic>
            <p:nvPicPr>
              <p:cNvPr id="298" name="Ink 297">
                <a:extLst>
                  <a:ext uri="{FF2B5EF4-FFF2-40B4-BE49-F238E27FC236}">
                    <a16:creationId xmlns:a16="http://schemas.microsoft.com/office/drawing/2014/main" id="{C3CEE1B7-B930-B7D9-B925-6D76B1B7DC7A}"/>
                  </a:ext>
                </a:extLst>
              </p:cNvPr>
              <p:cNvPicPr/>
              <p:nvPr/>
            </p:nvPicPr>
            <p:blipFill>
              <a:blip r:embed="rId500"/>
              <a:stretch>
                <a:fillRect/>
              </a:stretch>
            </p:blipFill>
            <p:spPr>
              <a:xfrm>
                <a:off x="11879430" y="1794810"/>
                <a:ext cx="40680" cy="273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01">
            <p14:nvContentPartPr>
              <p14:cNvPr id="299" name="Ink 298">
                <a:extLst>
                  <a:ext uri="{FF2B5EF4-FFF2-40B4-BE49-F238E27FC236}">
                    <a16:creationId xmlns:a16="http://schemas.microsoft.com/office/drawing/2014/main" id="{CFB966E0-1944-2EC6-ACFA-35D088093744}"/>
                  </a:ext>
                </a:extLst>
              </p14:cNvPr>
              <p14:cNvContentPartPr/>
              <p14:nvPr/>
            </p14:nvContentPartPr>
            <p14:xfrm>
              <a:off x="11865750" y="2254170"/>
              <a:ext cx="136800" cy="181800"/>
            </p14:xfrm>
          </p:contentPart>
        </mc:Choice>
        <mc:Fallback>
          <p:pic>
            <p:nvPicPr>
              <p:cNvPr id="299" name="Ink 298">
                <a:extLst>
                  <a:ext uri="{FF2B5EF4-FFF2-40B4-BE49-F238E27FC236}">
                    <a16:creationId xmlns:a16="http://schemas.microsoft.com/office/drawing/2014/main" id="{CFB966E0-1944-2EC6-ACFA-35D088093744}"/>
                  </a:ext>
                </a:extLst>
              </p:cNvPr>
              <p:cNvPicPr/>
              <p:nvPr/>
            </p:nvPicPr>
            <p:blipFill>
              <a:blip r:embed="rId502"/>
              <a:stretch>
                <a:fillRect/>
              </a:stretch>
            </p:blipFill>
            <p:spPr>
              <a:xfrm>
                <a:off x="11848110" y="2236170"/>
                <a:ext cx="172440" cy="217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03">
            <p14:nvContentPartPr>
              <p14:cNvPr id="300" name="Ink 299">
                <a:extLst>
                  <a:ext uri="{FF2B5EF4-FFF2-40B4-BE49-F238E27FC236}">
                    <a16:creationId xmlns:a16="http://schemas.microsoft.com/office/drawing/2014/main" id="{27FFE666-C54B-BD35-2C43-874FC840D66E}"/>
                  </a:ext>
                </a:extLst>
              </p14:cNvPr>
              <p14:cNvContentPartPr/>
              <p14:nvPr/>
            </p14:nvContentPartPr>
            <p14:xfrm>
              <a:off x="11852790" y="2598690"/>
              <a:ext cx="136080" cy="240480"/>
            </p14:xfrm>
          </p:contentPart>
        </mc:Choice>
        <mc:Fallback>
          <p:pic>
            <p:nvPicPr>
              <p:cNvPr id="300" name="Ink 299">
                <a:extLst>
                  <a:ext uri="{FF2B5EF4-FFF2-40B4-BE49-F238E27FC236}">
                    <a16:creationId xmlns:a16="http://schemas.microsoft.com/office/drawing/2014/main" id="{27FFE666-C54B-BD35-2C43-874FC840D66E}"/>
                  </a:ext>
                </a:extLst>
              </p:cNvPr>
              <p:cNvPicPr/>
              <p:nvPr/>
            </p:nvPicPr>
            <p:blipFill>
              <a:blip r:embed="rId504"/>
              <a:stretch>
                <a:fillRect/>
              </a:stretch>
            </p:blipFill>
            <p:spPr>
              <a:xfrm>
                <a:off x="11835150" y="2580690"/>
                <a:ext cx="171720" cy="276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05">
            <p14:nvContentPartPr>
              <p14:cNvPr id="301" name="Ink 300">
                <a:extLst>
                  <a:ext uri="{FF2B5EF4-FFF2-40B4-BE49-F238E27FC236}">
                    <a16:creationId xmlns:a16="http://schemas.microsoft.com/office/drawing/2014/main" id="{404AE106-3BBB-C37E-FA91-8711FF62B4F9}"/>
                  </a:ext>
                </a:extLst>
              </p14:cNvPr>
              <p14:cNvContentPartPr/>
              <p14:nvPr/>
            </p14:nvContentPartPr>
            <p14:xfrm>
              <a:off x="11852790" y="3049410"/>
              <a:ext cx="133200" cy="213840"/>
            </p14:xfrm>
          </p:contentPart>
        </mc:Choice>
        <mc:Fallback>
          <p:pic>
            <p:nvPicPr>
              <p:cNvPr id="301" name="Ink 300">
                <a:extLst>
                  <a:ext uri="{FF2B5EF4-FFF2-40B4-BE49-F238E27FC236}">
                    <a16:creationId xmlns:a16="http://schemas.microsoft.com/office/drawing/2014/main" id="{404AE106-3BBB-C37E-FA91-8711FF62B4F9}"/>
                  </a:ext>
                </a:extLst>
              </p:cNvPr>
              <p:cNvPicPr/>
              <p:nvPr/>
            </p:nvPicPr>
            <p:blipFill>
              <a:blip r:embed="rId506"/>
              <a:stretch>
                <a:fillRect/>
              </a:stretch>
            </p:blipFill>
            <p:spPr>
              <a:xfrm>
                <a:off x="11834790" y="3031770"/>
                <a:ext cx="168840" cy="249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07">
            <p14:nvContentPartPr>
              <p14:cNvPr id="302" name="Ink 301">
                <a:extLst>
                  <a:ext uri="{FF2B5EF4-FFF2-40B4-BE49-F238E27FC236}">
                    <a16:creationId xmlns:a16="http://schemas.microsoft.com/office/drawing/2014/main" id="{B1360966-E1B8-9C8D-56DA-4E8732BBDC21}"/>
                  </a:ext>
                </a:extLst>
              </p14:cNvPr>
              <p14:cNvContentPartPr/>
              <p14:nvPr/>
            </p14:nvContentPartPr>
            <p14:xfrm>
              <a:off x="11838390" y="3406170"/>
              <a:ext cx="144720" cy="231480"/>
            </p14:xfrm>
          </p:contentPart>
        </mc:Choice>
        <mc:Fallback>
          <p:pic>
            <p:nvPicPr>
              <p:cNvPr id="302" name="Ink 301">
                <a:extLst>
                  <a:ext uri="{FF2B5EF4-FFF2-40B4-BE49-F238E27FC236}">
                    <a16:creationId xmlns:a16="http://schemas.microsoft.com/office/drawing/2014/main" id="{B1360966-E1B8-9C8D-56DA-4E8732BBDC21}"/>
                  </a:ext>
                </a:extLst>
              </p:cNvPr>
              <p:cNvPicPr/>
              <p:nvPr/>
            </p:nvPicPr>
            <p:blipFill>
              <a:blip r:embed="rId508"/>
              <a:stretch>
                <a:fillRect/>
              </a:stretch>
            </p:blipFill>
            <p:spPr>
              <a:xfrm>
                <a:off x="11820390" y="3388530"/>
                <a:ext cx="180360" cy="267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09">
            <p14:nvContentPartPr>
              <p14:cNvPr id="303" name="Ink 302">
                <a:extLst>
                  <a:ext uri="{FF2B5EF4-FFF2-40B4-BE49-F238E27FC236}">
                    <a16:creationId xmlns:a16="http://schemas.microsoft.com/office/drawing/2014/main" id="{6769091B-6A8E-A635-F55E-11A539961D49}"/>
                  </a:ext>
                </a:extLst>
              </p14:cNvPr>
              <p14:cNvContentPartPr/>
              <p14:nvPr/>
            </p14:nvContentPartPr>
            <p14:xfrm>
              <a:off x="11890950" y="3794970"/>
              <a:ext cx="128520" cy="223560"/>
            </p14:xfrm>
          </p:contentPart>
        </mc:Choice>
        <mc:Fallback>
          <p:pic>
            <p:nvPicPr>
              <p:cNvPr id="303" name="Ink 302">
                <a:extLst>
                  <a:ext uri="{FF2B5EF4-FFF2-40B4-BE49-F238E27FC236}">
                    <a16:creationId xmlns:a16="http://schemas.microsoft.com/office/drawing/2014/main" id="{6769091B-6A8E-A635-F55E-11A539961D49}"/>
                  </a:ext>
                </a:extLst>
              </p:cNvPr>
              <p:cNvPicPr/>
              <p:nvPr/>
            </p:nvPicPr>
            <p:blipFill>
              <a:blip r:embed="rId510"/>
              <a:stretch>
                <a:fillRect/>
              </a:stretch>
            </p:blipFill>
            <p:spPr>
              <a:xfrm>
                <a:off x="11873310" y="3777330"/>
                <a:ext cx="164160" cy="259200"/>
              </a:xfrm>
              <a:prstGeom prst="rect">
                <a:avLst/>
              </a:prstGeom>
            </p:spPr>
          </p:pic>
        </mc:Fallback>
      </mc:AlternateContent>
      <p:grpSp>
        <p:nvGrpSpPr>
          <p:cNvPr id="311" name="Group 310">
            <a:extLst>
              <a:ext uri="{FF2B5EF4-FFF2-40B4-BE49-F238E27FC236}">
                <a16:creationId xmlns:a16="http://schemas.microsoft.com/office/drawing/2014/main" id="{E073806B-187B-26FA-BA26-54E6E3FC76E3}"/>
              </a:ext>
            </a:extLst>
          </p:cNvPr>
          <p:cNvGrpSpPr/>
          <p:nvPr/>
        </p:nvGrpSpPr>
        <p:grpSpPr>
          <a:xfrm>
            <a:off x="11809590" y="4236330"/>
            <a:ext cx="167400" cy="597240"/>
            <a:chOff x="11809590" y="4236330"/>
            <a:chExt cx="167400" cy="597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11">
              <p14:nvContentPartPr>
                <p14:cNvPr id="304" name="Ink 303">
                  <a:extLst>
                    <a:ext uri="{FF2B5EF4-FFF2-40B4-BE49-F238E27FC236}">
                      <a16:creationId xmlns:a16="http://schemas.microsoft.com/office/drawing/2014/main" id="{FA1E7512-844C-1289-ADDE-EB68930A4AB6}"/>
                    </a:ext>
                  </a:extLst>
                </p14:cNvPr>
                <p14:cNvContentPartPr/>
                <p14:nvPr/>
              </p14:nvContentPartPr>
              <p14:xfrm>
                <a:off x="11809590" y="4236330"/>
                <a:ext cx="153000" cy="237240"/>
              </p14:xfrm>
            </p:contentPart>
          </mc:Choice>
          <mc:Fallback>
            <p:pic>
              <p:nvPicPr>
                <p:cNvPr id="304" name="Ink 303">
                  <a:extLst>
                    <a:ext uri="{FF2B5EF4-FFF2-40B4-BE49-F238E27FC236}">
                      <a16:creationId xmlns:a16="http://schemas.microsoft.com/office/drawing/2014/main" id="{FA1E7512-844C-1289-ADDE-EB68930A4AB6}"/>
                    </a:ext>
                  </a:extLst>
                </p:cNvPr>
                <p:cNvPicPr/>
                <p:nvPr/>
              </p:nvPicPr>
              <p:blipFill>
                <a:blip r:embed="rId512"/>
                <a:stretch>
                  <a:fillRect/>
                </a:stretch>
              </p:blipFill>
              <p:spPr>
                <a:xfrm>
                  <a:off x="11791590" y="4218690"/>
                  <a:ext cx="188640" cy="27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3">
              <p14:nvContentPartPr>
                <p14:cNvPr id="305" name="Ink 304">
                  <a:extLst>
                    <a:ext uri="{FF2B5EF4-FFF2-40B4-BE49-F238E27FC236}">
                      <a16:creationId xmlns:a16="http://schemas.microsoft.com/office/drawing/2014/main" id="{30A47AE6-6F52-EF92-36CE-D283F819C9E6}"/>
                    </a:ext>
                  </a:extLst>
                </p14:cNvPr>
                <p14:cNvContentPartPr/>
                <p14:nvPr/>
              </p14:nvContentPartPr>
              <p14:xfrm>
                <a:off x="11827590" y="4583370"/>
                <a:ext cx="149400" cy="250200"/>
              </p14:xfrm>
            </p:contentPart>
          </mc:Choice>
          <mc:Fallback>
            <p:pic>
              <p:nvPicPr>
                <p:cNvPr id="305" name="Ink 304">
                  <a:extLst>
                    <a:ext uri="{FF2B5EF4-FFF2-40B4-BE49-F238E27FC236}">
                      <a16:creationId xmlns:a16="http://schemas.microsoft.com/office/drawing/2014/main" id="{30A47AE6-6F52-EF92-36CE-D283F819C9E6}"/>
                    </a:ext>
                  </a:extLst>
                </p:cNvPr>
                <p:cNvPicPr/>
                <p:nvPr/>
              </p:nvPicPr>
              <p:blipFill>
                <a:blip r:embed="rId514"/>
                <a:stretch>
                  <a:fillRect/>
                </a:stretch>
              </p:blipFill>
              <p:spPr>
                <a:xfrm>
                  <a:off x="11809950" y="4565730"/>
                  <a:ext cx="185040" cy="2858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515">
            <p14:nvContentPartPr>
              <p14:cNvPr id="306" name="Ink 305">
                <a:extLst>
                  <a:ext uri="{FF2B5EF4-FFF2-40B4-BE49-F238E27FC236}">
                    <a16:creationId xmlns:a16="http://schemas.microsoft.com/office/drawing/2014/main" id="{211B42EE-D1E9-2849-EFA4-57E597CBF8E5}"/>
                  </a:ext>
                </a:extLst>
              </p14:cNvPr>
              <p14:cNvContentPartPr/>
              <p14:nvPr/>
            </p14:nvContentPartPr>
            <p14:xfrm>
              <a:off x="11857110" y="5007450"/>
              <a:ext cx="129240" cy="207720"/>
            </p14:xfrm>
          </p:contentPart>
        </mc:Choice>
        <mc:Fallback>
          <p:pic>
            <p:nvPicPr>
              <p:cNvPr id="306" name="Ink 305">
                <a:extLst>
                  <a:ext uri="{FF2B5EF4-FFF2-40B4-BE49-F238E27FC236}">
                    <a16:creationId xmlns:a16="http://schemas.microsoft.com/office/drawing/2014/main" id="{211B42EE-D1E9-2849-EFA4-57E597CBF8E5}"/>
                  </a:ext>
                </a:extLst>
              </p:cNvPr>
              <p:cNvPicPr/>
              <p:nvPr/>
            </p:nvPicPr>
            <p:blipFill>
              <a:blip r:embed="rId516"/>
              <a:stretch>
                <a:fillRect/>
              </a:stretch>
            </p:blipFill>
            <p:spPr>
              <a:xfrm>
                <a:off x="11839110" y="4989810"/>
                <a:ext cx="164880" cy="243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17">
            <p14:nvContentPartPr>
              <p14:cNvPr id="307" name="Ink 306">
                <a:extLst>
                  <a:ext uri="{FF2B5EF4-FFF2-40B4-BE49-F238E27FC236}">
                    <a16:creationId xmlns:a16="http://schemas.microsoft.com/office/drawing/2014/main" id="{AADA9F60-190D-8CB4-BAFC-B712283C0A06}"/>
                  </a:ext>
                </a:extLst>
              </p14:cNvPr>
              <p14:cNvContentPartPr/>
              <p14:nvPr/>
            </p14:nvContentPartPr>
            <p14:xfrm>
              <a:off x="11834790" y="5358450"/>
              <a:ext cx="142920" cy="231840"/>
            </p14:xfrm>
          </p:contentPart>
        </mc:Choice>
        <mc:Fallback>
          <p:pic>
            <p:nvPicPr>
              <p:cNvPr id="307" name="Ink 306">
                <a:extLst>
                  <a:ext uri="{FF2B5EF4-FFF2-40B4-BE49-F238E27FC236}">
                    <a16:creationId xmlns:a16="http://schemas.microsoft.com/office/drawing/2014/main" id="{AADA9F60-190D-8CB4-BAFC-B712283C0A06}"/>
                  </a:ext>
                </a:extLst>
              </p:cNvPr>
              <p:cNvPicPr/>
              <p:nvPr/>
            </p:nvPicPr>
            <p:blipFill>
              <a:blip r:embed="rId518"/>
              <a:stretch>
                <a:fillRect/>
              </a:stretch>
            </p:blipFill>
            <p:spPr>
              <a:xfrm>
                <a:off x="11816790" y="5340810"/>
                <a:ext cx="178560" cy="267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19">
            <p14:nvContentPartPr>
              <p14:cNvPr id="308" name="Ink 307">
                <a:extLst>
                  <a:ext uri="{FF2B5EF4-FFF2-40B4-BE49-F238E27FC236}">
                    <a16:creationId xmlns:a16="http://schemas.microsoft.com/office/drawing/2014/main" id="{D5388C9A-5F09-6CB6-FC5D-FAF88E7907A6}"/>
                  </a:ext>
                </a:extLst>
              </p14:cNvPr>
              <p14:cNvContentPartPr/>
              <p14:nvPr/>
            </p14:nvContentPartPr>
            <p14:xfrm>
              <a:off x="11858550" y="5769210"/>
              <a:ext cx="144720" cy="260640"/>
            </p14:xfrm>
          </p:contentPart>
        </mc:Choice>
        <mc:Fallback>
          <p:pic>
            <p:nvPicPr>
              <p:cNvPr id="308" name="Ink 307">
                <a:extLst>
                  <a:ext uri="{FF2B5EF4-FFF2-40B4-BE49-F238E27FC236}">
                    <a16:creationId xmlns:a16="http://schemas.microsoft.com/office/drawing/2014/main" id="{D5388C9A-5F09-6CB6-FC5D-FAF88E7907A6}"/>
                  </a:ext>
                </a:extLst>
              </p:cNvPr>
              <p:cNvPicPr/>
              <p:nvPr/>
            </p:nvPicPr>
            <p:blipFill>
              <a:blip r:embed="rId520"/>
              <a:stretch>
                <a:fillRect/>
              </a:stretch>
            </p:blipFill>
            <p:spPr>
              <a:xfrm>
                <a:off x="11840550" y="5751210"/>
                <a:ext cx="180360" cy="296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21">
            <p14:nvContentPartPr>
              <p14:cNvPr id="309" name="Ink 308">
                <a:extLst>
                  <a:ext uri="{FF2B5EF4-FFF2-40B4-BE49-F238E27FC236}">
                    <a16:creationId xmlns:a16="http://schemas.microsoft.com/office/drawing/2014/main" id="{C85C6E85-0AAC-6411-4426-C256DED5613D}"/>
                  </a:ext>
                </a:extLst>
              </p14:cNvPr>
              <p14:cNvContentPartPr/>
              <p14:nvPr/>
            </p14:nvContentPartPr>
            <p14:xfrm>
              <a:off x="11856390" y="6222450"/>
              <a:ext cx="128520" cy="207000"/>
            </p14:xfrm>
          </p:contentPart>
        </mc:Choice>
        <mc:Fallback>
          <p:pic>
            <p:nvPicPr>
              <p:cNvPr id="309" name="Ink 308">
                <a:extLst>
                  <a:ext uri="{FF2B5EF4-FFF2-40B4-BE49-F238E27FC236}">
                    <a16:creationId xmlns:a16="http://schemas.microsoft.com/office/drawing/2014/main" id="{C85C6E85-0AAC-6411-4426-C256DED5613D}"/>
                  </a:ext>
                </a:extLst>
              </p:cNvPr>
              <p:cNvPicPr/>
              <p:nvPr/>
            </p:nvPicPr>
            <p:blipFill>
              <a:blip r:embed="rId522"/>
              <a:stretch>
                <a:fillRect/>
              </a:stretch>
            </p:blipFill>
            <p:spPr>
              <a:xfrm>
                <a:off x="11838390" y="6204810"/>
                <a:ext cx="164160" cy="242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23">
            <p14:nvContentPartPr>
              <p14:cNvPr id="310" name="Ink 309">
                <a:extLst>
                  <a:ext uri="{FF2B5EF4-FFF2-40B4-BE49-F238E27FC236}">
                    <a16:creationId xmlns:a16="http://schemas.microsoft.com/office/drawing/2014/main" id="{95652D5E-349A-C22B-5990-65339A40C061}"/>
                  </a:ext>
                </a:extLst>
              </p14:cNvPr>
              <p14:cNvContentPartPr/>
              <p14:nvPr/>
            </p14:nvContentPartPr>
            <p14:xfrm>
              <a:off x="11870790" y="6579210"/>
              <a:ext cx="120960" cy="227520"/>
            </p14:xfrm>
          </p:contentPart>
        </mc:Choice>
        <mc:Fallback>
          <p:pic>
            <p:nvPicPr>
              <p:cNvPr id="310" name="Ink 309">
                <a:extLst>
                  <a:ext uri="{FF2B5EF4-FFF2-40B4-BE49-F238E27FC236}">
                    <a16:creationId xmlns:a16="http://schemas.microsoft.com/office/drawing/2014/main" id="{95652D5E-349A-C22B-5990-65339A40C061}"/>
                  </a:ext>
                </a:extLst>
              </p:cNvPr>
              <p:cNvPicPr/>
              <p:nvPr/>
            </p:nvPicPr>
            <p:blipFill>
              <a:blip r:embed="rId524"/>
              <a:stretch>
                <a:fillRect/>
              </a:stretch>
            </p:blipFill>
            <p:spPr>
              <a:xfrm>
                <a:off x="11852790" y="6561570"/>
                <a:ext cx="156600" cy="263160"/>
              </a:xfrm>
              <a:prstGeom prst="rect">
                <a:avLst/>
              </a:prstGeom>
            </p:spPr>
          </p:pic>
        </mc:Fallback>
      </mc:AlternateContent>
      <p:grpSp>
        <p:nvGrpSpPr>
          <p:cNvPr id="316" name="Group 315">
            <a:extLst>
              <a:ext uri="{FF2B5EF4-FFF2-40B4-BE49-F238E27FC236}">
                <a16:creationId xmlns:a16="http://schemas.microsoft.com/office/drawing/2014/main" id="{5F15DC52-CF40-F7F0-EC86-4B3CADD46C5F}"/>
              </a:ext>
            </a:extLst>
          </p:cNvPr>
          <p:cNvGrpSpPr/>
          <p:nvPr/>
        </p:nvGrpSpPr>
        <p:grpSpPr>
          <a:xfrm>
            <a:off x="6654390" y="162570"/>
            <a:ext cx="203040" cy="227880"/>
            <a:chOff x="6654390" y="162570"/>
            <a:chExt cx="203040" cy="227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25">
              <p14:nvContentPartPr>
                <p14:cNvPr id="312" name="Ink 311">
                  <a:extLst>
                    <a:ext uri="{FF2B5EF4-FFF2-40B4-BE49-F238E27FC236}">
                      <a16:creationId xmlns:a16="http://schemas.microsoft.com/office/drawing/2014/main" id="{03A55500-7B8C-F150-85F2-0ED721CE604A}"/>
                    </a:ext>
                  </a:extLst>
                </p14:cNvPr>
                <p14:cNvContentPartPr/>
                <p14:nvPr/>
              </p14:nvContentPartPr>
              <p14:xfrm>
                <a:off x="6666270" y="162570"/>
                <a:ext cx="17280" cy="212400"/>
              </p14:xfrm>
            </p:contentPart>
          </mc:Choice>
          <mc:Fallback>
            <p:pic>
              <p:nvPicPr>
                <p:cNvPr id="312" name="Ink 311">
                  <a:extLst>
                    <a:ext uri="{FF2B5EF4-FFF2-40B4-BE49-F238E27FC236}">
                      <a16:creationId xmlns:a16="http://schemas.microsoft.com/office/drawing/2014/main" id="{03A55500-7B8C-F150-85F2-0ED721CE604A}"/>
                    </a:ext>
                  </a:extLst>
                </p:cNvPr>
                <p:cNvPicPr/>
                <p:nvPr/>
              </p:nvPicPr>
              <p:blipFill>
                <a:blip r:embed="rId526"/>
                <a:stretch>
                  <a:fillRect/>
                </a:stretch>
              </p:blipFill>
              <p:spPr>
                <a:xfrm>
                  <a:off x="6648630" y="144570"/>
                  <a:ext cx="52920" cy="24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7">
              <p14:nvContentPartPr>
                <p14:cNvPr id="313" name="Ink 312">
                  <a:extLst>
                    <a:ext uri="{FF2B5EF4-FFF2-40B4-BE49-F238E27FC236}">
                      <a16:creationId xmlns:a16="http://schemas.microsoft.com/office/drawing/2014/main" id="{38E70F2F-1682-F1E1-C474-CF5804F6A9D2}"/>
                    </a:ext>
                  </a:extLst>
                </p14:cNvPr>
                <p14:cNvContentPartPr/>
                <p14:nvPr/>
              </p14:nvContentPartPr>
              <p14:xfrm>
                <a:off x="6684630" y="163290"/>
                <a:ext cx="114120" cy="3960"/>
              </p14:xfrm>
            </p:contentPart>
          </mc:Choice>
          <mc:Fallback>
            <p:pic>
              <p:nvPicPr>
                <p:cNvPr id="313" name="Ink 312">
                  <a:extLst>
                    <a:ext uri="{FF2B5EF4-FFF2-40B4-BE49-F238E27FC236}">
                      <a16:creationId xmlns:a16="http://schemas.microsoft.com/office/drawing/2014/main" id="{38E70F2F-1682-F1E1-C474-CF5804F6A9D2}"/>
                    </a:ext>
                  </a:extLst>
                </p:cNvPr>
                <p:cNvPicPr/>
                <p:nvPr/>
              </p:nvPicPr>
              <p:blipFill>
                <a:blip r:embed="rId528"/>
                <a:stretch>
                  <a:fillRect/>
                </a:stretch>
              </p:blipFill>
              <p:spPr>
                <a:xfrm>
                  <a:off x="6666990" y="145290"/>
                  <a:ext cx="149760" cy="3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9">
              <p14:nvContentPartPr>
                <p14:cNvPr id="314" name="Ink 313">
                  <a:extLst>
                    <a:ext uri="{FF2B5EF4-FFF2-40B4-BE49-F238E27FC236}">
                      <a16:creationId xmlns:a16="http://schemas.microsoft.com/office/drawing/2014/main" id="{1B99C3F2-2B72-62A1-1484-219894454199}"/>
                    </a:ext>
                  </a:extLst>
                </p14:cNvPr>
                <p14:cNvContentPartPr/>
                <p14:nvPr/>
              </p14:nvContentPartPr>
              <p14:xfrm>
                <a:off x="6654390" y="226290"/>
                <a:ext cx="115560" cy="12240"/>
              </p14:xfrm>
            </p:contentPart>
          </mc:Choice>
          <mc:Fallback>
            <p:pic>
              <p:nvPicPr>
                <p:cNvPr id="314" name="Ink 313">
                  <a:extLst>
                    <a:ext uri="{FF2B5EF4-FFF2-40B4-BE49-F238E27FC236}">
                      <a16:creationId xmlns:a16="http://schemas.microsoft.com/office/drawing/2014/main" id="{1B99C3F2-2B72-62A1-1484-219894454199}"/>
                    </a:ext>
                  </a:extLst>
                </p:cNvPr>
                <p:cNvPicPr/>
                <p:nvPr/>
              </p:nvPicPr>
              <p:blipFill>
                <a:blip r:embed="rId530"/>
                <a:stretch>
                  <a:fillRect/>
                </a:stretch>
              </p:blipFill>
              <p:spPr>
                <a:xfrm>
                  <a:off x="6636390" y="208650"/>
                  <a:ext cx="151200" cy="4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1">
              <p14:nvContentPartPr>
                <p14:cNvPr id="315" name="Ink 314">
                  <a:extLst>
                    <a:ext uri="{FF2B5EF4-FFF2-40B4-BE49-F238E27FC236}">
                      <a16:creationId xmlns:a16="http://schemas.microsoft.com/office/drawing/2014/main" id="{64D3FD3D-76B1-FC05-8FBE-D63C71A197AC}"/>
                    </a:ext>
                  </a:extLst>
                </p14:cNvPr>
                <p14:cNvContentPartPr/>
                <p14:nvPr/>
              </p14:nvContentPartPr>
              <p14:xfrm>
                <a:off x="6761310" y="308730"/>
                <a:ext cx="96120" cy="81720"/>
              </p14:xfrm>
            </p:contentPart>
          </mc:Choice>
          <mc:Fallback>
            <p:pic>
              <p:nvPicPr>
                <p:cNvPr id="315" name="Ink 314">
                  <a:extLst>
                    <a:ext uri="{FF2B5EF4-FFF2-40B4-BE49-F238E27FC236}">
                      <a16:creationId xmlns:a16="http://schemas.microsoft.com/office/drawing/2014/main" id="{64D3FD3D-76B1-FC05-8FBE-D63C71A197AC}"/>
                    </a:ext>
                  </a:extLst>
                </p:cNvPr>
                <p:cNvPicPr/>
                <p:nvPr/>
              </p:nvPicPr>
              <p:blipFill>
                <a:blip r:embed="rId532"/>
                <a:stretch>
                  <a:fillRect/>
                </a:stretch>
              </p:blipFill>
              <p:spPr>
                <a:xfrm>
                  <a:off x="6743670" y="290730"/>
                  <a:ext cx="131760" cy="1173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533">
            <p14:nvContentPartPr>
              <p14:cNvPr id="317" name="Ink 316">
                <a:extLst>
                  <a:ext uri="{FF2B5EF4-FFF2-40B4-BE49-F238E27FC236}">
                    <a16:creationId xmlns:a16="http://schemas.microsoft.com/office/drawing/2014/main" id="{76331154-31B2-FA18-E19B-B72D411043F4}"/>
                  </a:ext>
                </a:extLst>
              </p14:cNvPr>
              <p14:cNvContentPartPr/>
              <p14:nvPr/>
            </p14:nvContentPartPr>
            <p14:xfrm>
              <a:off x="6753030" y="1409970"/>
              <a:ext cx="9000" cy="171720"/>
            </p14:xfrm>
          </p:contentPart>
        </mc:Choice>
        <mc:Fallback>
          <p:pic>
            <p:nvPicPr>
              <p:cNvPr id="317" name="Ink 316">
                <a:extLst>
                  <a:ext uri="{FF2B5EF4-FFF2-40B4-BE49-F238E27FC236}">
                    <a16:creationId xmlns:a16="http://schemas.microsoft.com/office/drawing/2014/main" id="{76331154-31B2-FA18-E19B-B72D411043F4}"/>
                  </a:ext>
                </a:extLst>
              </p:cNvPr>
              <p:cNvPicPr/>
              <p:nvPr/>
            </p:nvPicPr>
            <p:blipFill>
              <a:blip r:embed="rId534"/>
              <a:stretch>
                <a:fillRect/>
              </a:stretch>
            </p:blipFill>
            <p:spPr>
              <a:xfrm>
                <a:off x="6735030" y="1391970"/>
                <a:ext cx="44640" cy="207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35">
            <p14:nvContentPartPr>
              <p14:cNvPr id="318" name="Ink 317">
                <a:extLst>
                  <a:ext uri="{FF2B5EF4-FFF2-40B4-BE49-F238E27FC236}">
                    <a16:creationId xmlns:a16="http://schemas.microsoft.com/office/drawing/2014/main" id="{DA5339A6-BF78-EF98-94BA-85934F36151B}"/>
                  </a:ext>
                </a:extLst>
              </p14:cNvPr>
              <p14:cNvContentPartPr/>
              <p14:nvPr/>
            </p14:nvContentPartPr>
            <p14:xfrm>
              <a:off x="6721710" y="1814610"/>
              <a:ext cx="16200" cy="164520"/>
            </p14:xfrm>
          </p:contentPart>
        </mc:Choice>
        <mc:Fallback>
          <p:pic>
            <p:nvPicPr>
              <p:cNvPr id="318" name="Ink 317">
                <a:extLst>
                  <a:ext uri="{FF2B5EF4-FFF2-40B4-BE49-F238E27FC236}">
                    <a16:creationId xmlns:a16="http://schemas.microsoft.com/office/drawing/2014/main" id="{DA5339A6-BF78-EF98-94BA-85934F36151B}"/>
                  </a:ext>
                </a:extLst>
              </p:cNvPr>
              <p:cNvPicPr/>
              <p:nvPr/>
            </p:nvPicPr>
            <p:blipFill>
              <a:blip r:embed="rId536"/>
              <a:stretch>
                <a:fillRect/>
              </a:stretch>
            </p:blipFill>
            <p:spPr>
              <a:xfrm>
                <a:off x="6703710" y="1796970"/>
                <a:ext cx="51840" cy="200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37">
            <p14:nvContentPartPr>
              <p14:cNvPr id="319" name="Ink 318">
                <a:extLst>
                  <a:ext uri="{FF2B5EF4-FFF2-40B4-BE49-F238E27FC236}">
                    <a16:creationId xmlns:a16="http://schemas.microsoft.com/office/drawing/2014/main" id="{468E41EF-FB7B-84BE-F511-9A91C46AD6C9}"/>
                  </a:ext>
                </a:extLst>
              </p14:cNvPr>
              <p14:cNvContentPartPr/>
              <p14:nvPr/>
            </p14:nvContentPartPr>
            <p14:xfrm>
              <a:off x="6697590" y="615450"/>
              <a:ext cx="158400" cy="223200"/>
            </p14:xfrm>
          </p:contentPart>
        </mc:Choice>
        <mc:Fallback>
          <p:pic>
            <p:nvPicPr>
              <p:cNvPr id="319" name="Ink 318">
                <a:extLst>
                  <a:ext uri="{FF2B5EF4-FFF2-40B4-BE49-F238E27FC236}">
                    <a16:creationId xmlns:a16="http://schemas.microsoft.com/office/drawing/2014/main" id="{468E41EF-FB7B-84BE-F511-9A91C46AD6C9}"/>
                  </a:ext>
                </a:extLst>
              </p:cNvPr>
              <p:cNvPicPr/>
              <p:nvPr/>
            </p:nvPicPr>
            <p:blipFill>
              <a:blip r:embed="rId538"/>
              <a:stretch>
                <a:fillRect/>
              </a:stretch>
            </p:blipFill>
            <p:spPr>
              <a:xfrm>
                <a:off x="6679590" y="597450"/>
                <a:ext cx="194040" cy="258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39">
            <p14:nvContentPartPr>
              <p14:cNvPr id="320" name="Ink 319">
                <a:extLst>
                  <a:ext uri="{FF2B5EF4-FFF2-40B4-BE49-F238E27FC236}">
                    <a16:creationId xmlns:a16="http://schemas.microsoft.com/office/drawing/2014/main" id="{90692642-8DB7-1E8A-DF0D-44F6FFA28B91}"/>
                  </a:ext>
                </a:extLst>
              </p14:cNvPr>
              <p14:cNvContentPartPr/>
              <p14:nvPr/>
            </p14:nvContentPartPr>
            <p14:xfrm>
              <a:off x="6703350" y="988770"/>
              <a:ext cx="139320" cy="212400"/>
            </p14:xfrm>
          </p:contentPart>
        </mc:Choice>
        <mc:Fallback>
          <p:pic>
            <p:nvPicPr>
              <p:cNvPr id="320" name="Ink 319">
                <a:extLst>
                  <a:ext uri="{FF2B5EF4-FFF2-40B4-BE49-F238E27FC236}">
                    <a16:creationId xmlns:a16="http://schemas.microsoft.com/office/drawing/2014/main" id="{90692642-8DB7-1E8A-DF0D-44F6FFA28B91}"/>
                  </a:ext>
                </a:extLst>
              </p:cNvPr>
              <p:cNvPicPr/>
              <p:nvPr/>
            </p:nvPicPr>
            <p:blipFill>
              <a:blip r:embed="rId540"/>
              <a:stretch>
                <a:fillRect/>
              </a:stretch>
            </p:blipFill>
            <p:spPr>
              <a:xfrm>
                <a:off x="6685710" y="971130"/>
                <a:ext cx="174960" cy="248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41">
            <p14:nvContentPartPr>
              <p14:cNvPr id="321" name="Ink 320">
                <a:extLst>
                  <a:ext uri="{FF2B5EF4-FFF2-40B4-BE49-F238E27FC236}">
                    <a16:creationId xmlns:a16="http://schemas.microsoft.com/office/drawing/2014/main" id="{9FA2C7D2-85A1-674B-FEC8-1D1BE2E51919}"/>
                  </a:ext>
                </a:extLst>
              </p14:cNvPr>
              <p14:cNvContentPartPr/>
              <p14:nvPr/>
            </p14:nvContentPartPr>
            <p14:xfrm>
              <a:off x="6694350" y="2146170"/>
              <a:ext cx="107280" cy="199440"/>
            </p14:xfrm>
          </p:contentPart>
        </mc:Choice>
        <mc:Fallback>
          <p:pic>
            <p:nvPicPr>
              <p:cNvPr id="321" name="Ink 320">
                <a:extLst>
                  <a:ext uri="{FF2B5EF4-FFF2-40B4-BE49-F238E27FC236}">
                    <a16:creationId xmlns:a16="http://schemas.microsoft.com/office/drawing/2014/main" id="{9FA2C7D2-85A1-674B-FEC8-1D1BE2E51919}"/>
                  </a:ext>
                </a:extLst>
              </p:cNvPr>
              <p:cNvPicPr/>
              <p:nvPr/>
            </p:nvPicPr>
            <p:blipFill>
              <a:blip r:embed="rId542"/>
              <a:stretch>
                <a:fillRect/>
              </a:stretch>
            </p:blipFill>
            <p:spPr>
              <a:xfrm>
                <a:off x="6676710" y="2128530"/>
                <a:ext cx="142920" cy="235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43">
            <p14:nvContentPartPr>
              <p14:cNvPr id="322" name="Ink 321">
                <a:extLst>
                  <a:ext uri="{FF2B5EF4-FFF2-40B4-BE49-F238E27FC236}">
                    <a16:creationId xmlns:a16="http://schemas.microsoft.com/office/drawing/2014/main" id="{C60FDB9A-6264-6F2C-8D7C-B8F62197B54E}"/>
                  </a:ext>
                </a:extLst>
              </p14:cNvPr>
              <p14:cNvContentPartPr/>
              <p14:nvPr/>
            </p14:nvContentPartPr>
            <p14:xfrm>
              <a:off x="6695070" y="2538210"/>
              <a:ext cx="139680" cy="219240"/>
            </p14:xfrm>
          </p:contentPart>
        </mc:Choice>
        <mc:Fallback>
          <p:pic>
            <p:nvPicPr>
              <p:cNvPr id="322" name="Ink 321">
                <a:extLst>
                  <a:ext uri="{FF2B5EF4-FFF2-40B4-BE49-F238E27FC236}">
                    <a16:creationId xmlns:a16="http://schemas.microsoft.com/office/drawing/2014/main" id="{C60FDB9A-6264-6F2C-8D7C-B8F62197B54E}"/>
                  </a:ext>
                </a:extLst>
              </p:cNvPr>
              <p:cNvPicPr/>
              <p:nvPr/>
            </p:nvPicPr>
            <p:blipFill>
              <a:blip r:embed="rId544"/>
              <a:stretch>
                <a:fillRect/>
              </a:stretch>
            </p:blipFill>
            <p:spPr>
              <a:xfrm>
                <a:off x="6677430" y="2520210"/>
                <a:ext cx="175320" cy="254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45">
            <p14:nvContentPartPr>
              <p14:cNvPr id="323" name="Ink 322">
                <a:extLst>
                  <a:ext uri="{FF2B5EF4-FFF2-40B4-BE49-F238E27FC236}">
                    <a16:creationId xmlns:a16="http://schemas.microsoft.com/office/drawing/2014/main" id="{EE5EE59A-2737-33C4-6FAC-6ACFCFA94E40}"/>
                  </a:ext>
                </a:extLst>
              </p14:cNvPr>
              <p14:cNvContentPartPr/>
              <p14:nvPr/>
            </p14:nvContentPartPr>
            <p14:xfrm>
              <a:off x="6683190" y="2979570"/>
              <a:ext cx="114840" cy="212760"/>
            </p14:xfrm>
          </p:contentPart>
        </mc:Choice>
        <mc:Fallback>
          <p:pic>
            <p:nvPicPr>
              <p:cNvPr id="323" name="Ink 322">
                <a:extLst>
                  <a:ext uri="{FF2B5EF4-FFF2-40B4-BE49-F238E27FC236}">
                    <a16:creationId xmlns:a16="http://schemas.microsoft.com/office/drawing/2014/main" id="{EE5EE59A-2737-33C4-6FAC-6ACFCFA94E40}"/>
                  </a:ext>
                </a:extLst>
              </p:cNvPr>
              <p:cNvPicPr/>
              <p:nvPr/>
            </p:nvPicPr>
            <p:blipFill>
              <a:blip r:embed="rId546"/>
              <a:stretch>
                <a:fillRect/>
              </a:stretch>
            </p:blipFill>
            <p:spPr>
              <a:xfrm>
                <a:off x="6665190" y="2961930"/>
                <a:ext cx="150480" cy="248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47">
            <p14:nvContentPartPr>
              <p14:cNvPr id="324" name="Ink 323">
                <a:extLst>
                  <a:ext uri="{FF2B5EF4-FFF2-40B4-BE49-F238E27FC236}">
                    <a16:creationId xmlns:a16="http://schemas.microsoft.com/office/drawing/2014/main" id="{0E152E29-BC35-13D3-460C-E877846C3D2E}"/>
                  </a:ext>
                </a:extLst>
              </p14:cNvPr>
              <p14:cNvContentPartPr/>
              <p14:nvPr/>
            </p14:nvContentPartPr>
            <p14:xfrm>
              <a:off x="6696510" y="3402210"/>
              <a:ext cx="118440" cy="184320"/>
            </p14:xfrm>
          </p:contentPart>
        </mc:Choice>
        <mc:Fallback>
          <p:pic>
            <p:nvPicPr>
              <p:cNvPr id="324" name="Ink 323">
                <a:extLst>
                  <a:ext uri="{FF2B5EF4-FFF2-40B4-BE49-F238E27FC236}">
                    <a16:creationId xmlns:a16="http://schemas.microsoft.com/office/drawing/2014/main" id="{0E152E29-BC35-13D3-460C-E877846C3D2E}"/>
                  </a:ext>
                </a:extLst>
              </p:cNvPr>
              <p:cNvPicPr/>
              <p:nvPr/>
            </p:nvPicPr>
            <p:blipFill>
              <a:blip r:embed="rId548"/>
              <a:stretch>
                <a:fillRect/>
              </a:stretch>
            </p:blipFill>
            <p:spPr>
              <a:xfrm>
                <a:off x="6678510" y="3384570"/>
                <a:ext cx="154080" cy="219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49">
            <p14:nvContentPartPr>
              <p14:cNvPr id="325" name="Ink 324">
                <a:extLst>
                  <a:ext uri="{FF2B5EF4-FFF2-40B4-BE49-F238E27FC236}">
                    <a16:creationId xmlns:a16="http://schemas.microsoft.com/office/drawing/2014/main" id="{73AC7205-847F-383C-3D9E-DFC09A9493E6}"/>
                  </a:ext>
                </a:extLst>
              </p14:cNvPr>
              <p14:cNvContentPartPr/>
              <p14:nvPr/>
            </p14:nvContentPartPr>
            <p14:xfrm>
              <a:off x="6662670" y="3752850"/>
              <a:ext cx="124560" cy="233640"/>
            </p14:xfrm>
          </p:contentPart>
        </mc:Choice>
        <mc:Fallback>
          <p:pic>
            <p:nvPicPr>
              <p:cNvPr id="325" name="Ink 324">
                <a:extLst>
                  <a:ext uri="{FF2B5EF4-FFF2-40B4-BE49-F238E27FC236}">
                    <a16:creationId xmlns:a16="http://schemas.microsoft.com/office/drawing/2014/main" id="{73AC7205-847F-383C-3D9E-DFC09A9493E6}"/>
                  </a:ext>
                </a:extLst>
              </p:cNvPr>
              <p:cNvPicPr/>
              <p:nvPr/>
            </p:nvPicPr>
            <p:blipFill>
              <a:blip r:embed="rId550"/>
              <a:stretch>
                <a:fillRect/>
              </a:stretch>
            </p:blipFill>
            <p:spPr>
              <a:xfrm>
                <a:off x="6644670" y="3734850"/>
                <a:ext cx="160200" cy="269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51">
            <p14:nvContentPartPr>
              <p14:cNvPr id="326" name="Ink 325">
                <a:extLst>
                  <a:ext uri="{FF2B5EF4-FFF2-40B4-BE49-F238E27FC236}">
                    <a16:creationId xmlns:a16="http://schemas.microsoft.com/office/drawing/2014/main" id="{5F12EE90-70DF-DE99-B9DE-5A441F9F0089}"/>
                  </a:ext>
                </a:extLst>
              </p14:cNvPr>
              <p14:cNvContentPartPr/>
              <p14:nvPr/>
            </p14:nvContentPartPr>
            <p14:xfrm>
              <a:off x="6677070" y="4171890"/>
              <a:ext cx="138960" cy="212760"/>
            </p14:xfrm>
          </p:contentPart>
        </mc:Choice>
        <mc:Fallback>
          <p:pic>
            <p:nvPicPr>
              <p:cNvPr id="326" name="Ink 325">
                <a:extLst>
                  <a:ext uri="{FF2B5EF4-FFF2-40B4-BE49-F238E27FC236}">
                    <a16:creationId xmlns:a16="http://schemas.microsoft.com/office/drawing/2014/main" id="{5F12EE90-70DF-DE99-B9DE-5A441F9F0089}"/>
                  </a:ext>
                </a:extLst>
              </p:cNvPr>
              <p:cNvPicPr/>
              <p:nvPr/>
            </p:nvPicPr>
            <p:blipFill>
              <a:blip r:embed="rId552"/>
              <a:stretch>
                <a:fillRect/>
              </a:stretch>
            </p:blipFill>
            <p:spPr>
              <a:xfrm>
                <a:off x="6659430" y="4153890"/>
                <a:ext cx="174600" cy="248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53">
            <p14:nvContentPartPr>
              <p14:cNvPr id="327" name="Ink 326">
                <a:extLst>
                  <a:ext uri="{FF2B5EF4-FFF2-40B4-BE49-F238E27FC236}">
                    <a16:creationId xmlns:a16="http://schemas.microsoft.com/office/drawing/2014/main" id="{83839D7D-6F79-3164-5266-F074666E2AFD}"/>
                  </a:ext>
                </a:extLst>
              </p14:cNvPr>
              <p14:cNvContentPartPr/>
              <p14:nvPr/>
            </p14:nvContentPartPr>
            <p14:xfrm>
              <a:off x="6675990" y="4557090"/>
              <a:ext cx="113400" cy="200880"/>
            </p14:xfrm>
          </p:contentPart>
        </mc:Choice>
        <mc:Fallback>
          <p:pic>
            <p:nvPicPr>
              <p:cNvPr id="327" name="Ink 326">
                <a:extLst>
                  <a:ext uri="{FF2B5EF4-FFF2-40B4-BE49-F238E27FC236}">
                    <a16:creationId xmlns:a16="http://schemas.microsoft.com/office/drawing/2014/main" id="{83839D7D-6F79-3164-5266-F074666E2AFD}"/>
                  </a:ext>
                </a:extLst>
              </p:cNvPr>
              <p:cNvPicPr/>
              <p:nvPr/>
            </p:nvPicPr>
            <p:blipFill>
              <a:blip r:embed="rId554"/>
              <a:stretch>
                <a:fillRect/>
              </a:stretch>
            </p:blipFill>
            <p:spPr>
              <a:xfrm>
                <a:off x="6658350" y="4539450"/>
                <a:ext cx="149040" cy="236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55">
            <p14:nvContentPartPr>
              <p14:cNvPr id="328" name="Ink 327">
                <a:extLst>
                  <a:ext uri="{FF2B5EF4-FFF2-40B4-BE49-F238E27FC236}">
                    <a16:creationId xmlns:a16="http://schemas.microsoft.com/office/drawing/2014/main" id="{08C59A40-FE4B-AE37-6D21-9D4EF0506F1A}"/>
                  </a:ext>
                </a:extLst>
              </p14:cNvPr>
              <p14:cNvContentPartPr/>
              <p14:nvPr/>
            </p14:nvContentPartPr>
            <p14:xfrm>
              <a:off x="6708750" y="4971090"/>
              <a:ext cx="114480" cy="200880"/>
            </p14:xfrm>
          </p:contentPart>
        </mc:Choice>
        <mc:Fallback>
          <p:pic>
            <p:nvPicPr>
              <p:cNvPr id="328" name="Ink 327">
                <a:extLst>
                  <a:ext uri="{FF2B5EF4-FFF2-40B4-BE49-F238E27FC236}">
                    <a16:creationId xmlns:a16="http://schemas.microsoft.com/office/drawing/2014/main" id="{08C59A40-FE4B-AE37-6D21-9D4EF0506F1A}"/>
                  </a:ext>
                </a:extLst>
              </p:cNvPr>
              <p:cNvPicPr/>
              <p:nvPr/>
            </p:nvPicPr>
            <p:blipFill>
              <a:blip r:embed="rId556"/>
              <a:stretch>
                <a:fillRect/>
              </a:stretch>
            </p:blipFill>
            <p:spPr>
              <a:xfrm>
                <a:off x="6691110" y="4953090"/>
                <a:ext cx="150120" cy="236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57">
            <p14:nvContentPartPr>
              <p14:cNvPr id="329" name="Ink 328">
                <a:extLst>
                  <a:ext uri="{FF2B5EF4-FFF2-40B4-BE49-F238E27FC236}">
                    <a16:creationId xmlns:a16="http://schemas.microsoft.com/office/drawing/2014/main" id="{53F8630A-EF0D-4EFF-3FC7-DC1FC2BE6E10}"/>
                  </a:ext>
                </a:extLst>
              </p14:cNvPr>
              <p14:cNvContentPartPr/>
              <p14:nvPr/>
            </p14:nvContentPartPr>
            <p14:xfrm>
              <a:off x="6688950" y="5375730"/>
              <a:ext cx="160920" cy="216720"/>
            </p14:xfrm>
          </p:contentPart>
        </mc:Choice>
        <mc:Fallback>
          <p:pic>
            <p:nvPicPr>
              <p:cNvPr id="329" name="Ink 328">
                <a:extLst>
                  <a:ext uri="{FF2B5EF4-FFF2-40B4-BE49-F238E27FC236}">
                    <a16:creationId xmlns:a16="http://schemas.microsoft.com/office/drawing/2014/main" id="{53F8630A-EF0D-4EFF-3FC7-DC1FC2BE6E10}"/>
                  </a:ext>
                </a:extLst>
              </p:cNvPr>
              <p:cNvPicPr/>
              <p:nvPr/>
            </p:nvPicPr>
            <p:blipFill>
              <a:blip r:embed="rId558"/>
              <a:stretch>
                <a:fillRect/>
              </a:stretch>
            </p:blipFill>
            <p:spPr>
              <a:xfrm>
                <a:off x="6670950" y="5358090"/>
                <a:ext cx="196560" cy="252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59">
            <p14:nvContentPartPr>
              <p14:cNvPr id="330" name="Ink 329">
                <a:extLst>
                  <a:ext uri="{FF2B5EF4-FFF2-40B4-BE49-F238E27FC236}">
                    <a16:creationId xmlns:a16="http://schemas.microsoft.com/office/drawing/2014/main" id="{DE6F02AA-11D6-4435-837F-C10180CB0E50}"/>
                  </a:ext>
                </a:extLst>
              </p14:cNvPr>
              <p14:cNvContentPartPr/>
              <p14:nvPr/>
            </p14:nvContentPartPr>
            <p14:xfrm>
              <a:off x="6725310" y="5709450"/>
              <a:ext cx="139680" cy="257400"/>
            </p14:xfrm>
          </p:contentPart>
        </mc:Choice>
        <mc:Fallback>
          <p:pic>
            <p:nvPicPr>
              <p:cNvPr id="330" name="Ink 329">
                <a:extLst>
                  <a:ext uri="{FF2B5EF4-FFF2-40B4-BE49-F238E27FC236}">
                    <a16:creationId xmlns:a16="http://schemas.microsoft.com/office/drawing/2014/main" id="{DE6F02AA-11D6-4435-837F-C10180CB0E50}"/>
                  </a:ext>
                </a:extLst>
              </p:cNvPr>
              <p:cNvPicPr/>
              <p:nvPr/>
            </p:nvPicPr>
            <p:blipFill>
              <a:blip r:embed="rId560"/>
              <a:stretch>
                <a:fillRect/>
              </a:stretch>
            </p:blipFill>
            <p:spPr>
              <a:xfrm>
                <a:off x="6707310" y="5691450"/>
                <a:ext cx="175320" cy="293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61">
            <p14:nvContentPartPr>
              <p14:cNvPr id="331" name="Ink 330">
                <a:extLst>
                  <a:ext uri="{FF2B5EF4-FFF2-40B4-BE49-F238E27FC236}">
                    <a16:creationId xmlns:a16="http://schemas.microsoft.com/office/drawing/2014/main" id="{8FF4643D-1565-71C8-5525-CB37DD7185EE}"/>
                  </a:ext>
                </a:extLst>
              </p14:cNvPr>
              <p14:cNvContentPartPr/>
              <p14:nvPr/>
            </p14:nvContentPartPr>
            <p14:xfrm>
              <a:off x="6725310" y="6156570"/>
              <a:ext cx="102600" cy="192240"/>
            </p14:xfrm>
          </p:contentPart>
        </mc:Choice>
        <mc:Fallback>
          <p:pic>
            <p:nvPicPr>
              <p:cNvPr id="331" name="Ink 330">
                <a:extLst>
                  <a:ext uri="{FF2B5EF4-FFF2-40B4-BE49-F238E27FC236}">
                    <a16:creationId xmlns:a16="http://schemas.microsoft.com/office/drawing/2014/main" id="{8FF4643D-1565-71C8-5525-CB37DD7185EE}"/>
                  </a:ext>
                </a:extLst>
              </p:cNvPr>
              <p:cNvPicPr/>
              <p:nvPr/>
            </p:nvPicPr>
            <p:blipFill>
              <a:blip r:embed="rId562"/>
              <a:stretch>
                <a:fillRect/>
              </a:stretch>
            </p:blipFill>
            <p:spPr>
              <a:xfrm>
                <a:off x="6707310" y="6138570"/>
                <a:ext cx="138240" cy="227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63">
            <p14:nvContentPartPr>
              <p14:cNvPr id="332" name="Ink 331">
                <a:extLst>
                  <a:ext uri="{FF2B5EF4-FFF2-40B4-BE49-F238E27FC236}">
                    <a16:creationId xmlns:a16="http://schemas.microsoft.com/office/drawing/2014/main" id="{1CE0FAC6-813B-E3E6-068C-DCE8621EAC20}"/>
                  </a:ext>
                </a:extLst>
              </p14:cNvPr>
              <p14:cNvContentPartPr/>
              <p14:nvPr/>
            </p14:nvContentPartPr>
            <p14:xfrm>
              <a:off x="6720990" y="6546090"/>
              <a:ext cx="135720" cy="254160"/>
            </p14:xfrm>
          </p:contentPart>
        </mc:Choice>
        <mc:Fallback>
          <p:pic>
            <p:nvPicPr>
              <p:cNvPr id="332" name="Ink 331">
                <a:extLst>
                  <a:ext uri="{FF2B5EF4-FFF2-40B4-BE49-F238E27FC236}">
                    <a16:creationId xmlns:a16="http://schemas.microsoft.com/office/drawing/2014/main" id="{1CE0FAC6-813B-E3E6-068C-DCE8621EAC20}"/>
                  </a:ext>
                </a:extLst>
              </p:cNvPr>
              <p:cNvPicPr/>
              <p:nvPr/>
            </p:nvPicPr>
            <p:blipFill>
              <a:blip r:embed="rId564"/>
              <a:stretch>
                <a:fillRect/>
              </a:stretch>
            </p:blipFill>
            <p:spPr>
              <a:xfrm>
                <a:off x="6703350" y="6528090"/>
                <a:ext cx="171360" cy="289800"/>
              </a:xfrm>
              <a:prstGeom prst="rect">
                <a:avLst/>
              </a:prstGeom>
            </p:spPr>
          </p:pic>
        </mc:Fallback>
      </mc:AlternateContent>
      <p:graphicFrame>
        <p:nvGraphicFramePr>
          <p:cNvPr id="333" name="Table 333">
            <a:extLst>
              <a:ext uri="{FF2B5EF4-FFF2-40B4-BE49-F238E27FC236}">
                <a16:creationId xmlns:a16="http://schemas.microsoft.com/office/drawing/2014/main" id="{0897F06E-457F-9F97-C4A3-885EA046624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42448431"/>
              </p:ext>
            </p:extLst>
          </p:nvPr>
        </p:nvGraphicFramePr>
        <p:xfrm>
          <a:off x="5853971" y="61566"/>
          <a:ext cx="695089" cy="675433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95089">
                  <a:extLst>
                    <a:ext uri="{9D8B030D-6E8A-4147-A177-3AD203B41FA5}">
                      <a16:colId xmlns:a16="http://schemas.microsoft.com/office/drawing/2014/main" val="3054159053"/>
                    </a:ext>
                  </a:extLst>
                </a:gridCol>
              </a:tblGrid>
              <a:tr h="397314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49191135"/>
                  </a:ext>
                </a:extLst>
              </a:tr>
              <a:tr h="397314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8528611"/>
                  </a:ext>
                </a:extLst>
              </a:tr>
              <a:tr h="397314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516069"/>
                  </a:ext>
                </a:extLst>
              </a:tr>
              <a:tr h="397314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7735648"/>
                  </a:ext>
                </a:extLst>
              </a:tr>
              <a:tr h="397314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48902843"/>
                  </a:ext>
                </a:extLst>
              </a:tr>
              <a:tr h="397314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85234163"/>
                  </a:ext>
                </a:extLst>
              </a:tr>
              <a:tr h="397314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92583103"/>
                  </a:ext>
                </a:extLst>
              </a:tr>
              <a:tr h="397314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84066463"/>
                  </a:ext>
                </a:extLst>
              </a:tr>
              <a:tr h="397314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04699694"/>
                  </a:ext>
                </a:extLst>
              </a:tr>
              <a:tr h="397314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75694729"/>
                  </a:ext>
                </a:extLst>
              </a:tr>
              <a:tr h="397314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63196562"/>
                  </a:ext>
                </a:extLst>
              </a:tr>
              <a:tr h="397314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2237292"/>
                  </a:ext>
                </a:extLst>
              </a:tr>
              <a:tr h="397314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87246233"/>
                  </a:ext>
                </a:extLst>
              </a:tr>
              <a:tr h="397314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3383147"/>
                  </a:ext>
                </a:extLst>
              </a:tr>
              <a:tr h="397314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05428551"/>
                  </a:ext>
                </a:extLst>
              </a:tr>
              <a:tr h="397314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71696378"/>
                  </a:ext>
                </a:extLst>
              </a:tr>
              <a:tr h="397314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43674469"/>
                  </a:ext>
                </a:extLst>
              </a:tr>
            </a:tbl>
          </a:graphicData>
        </a:graphic>
      </p:graphicFrame>
      <p:grpSp>
        <p:nvGrpSpPr>
          <p:cNvPr id="338" name="Group 337">
            <a:extLst>
              <a:ext uri="{FF2B5EF4-FFF2-40B4-BE49-F238E27FC236}">
                <a16:creationId xmlns:a16="http://schemas.microsoft.com/office/drawing/2014/main" id="{2A7155E8-AAD3-0C60-24B6-B66E9D39E34B}"/>
              </a:ext>
            </a:extLst>
          </p:cNvPr>
          <p:cNvGrpSpPr/>
          <p:nvPr/>
        </p:nvGrpSpPr>
        <p:grpSpPr>
          <a:xfrm>
            <a:off x="6152190" y="130170"/>
            <a:ext cx="317160" cy="294480"/>
            <a:chOff x="6152190" y="130170"/>
            <a:chExt cx="317160" cy="294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65">
              <p14:nvContentPartPr>
                <p14:cNvPr id="336" name="Ink 335">
                  <a:extLst>
                    <a:ext uri="{FF2B5EF4-FFF2-40B4-BE49-F238E27FC236}">
                      <a16:creationId xmlns:a16="http://schemas.microsoft.com/office/drawing/2014/main" id="{0E8BB4C3-2571-90F9-F201-44B1313D16E2}"/>
                    </a:ext>
                  </a:extLst>
                </p14:cNvPr>
                <p14:cNvContentPartPr/>
                <p14:nvPr/>
              </p14:nvContentPartPr>
              <p14:xfrm>
                <a:off x="6152190" y="130170"/>
                <a:ext cx="114840" cy="240120"/>
              </p14:xfrm>
            </p:contentPart>
          </mc:Choice>
          <mc:Fallback>
            <p:pic>
              <p:nvPicPr>
                <p:cNvPr id="336" name="Ink 335">
                  <a:extLst>
                    <a:ext uri="{FF2B5EF4-FFF2-40B4-BE49-F238E27FC236}">
                      <a16:creationId xmlns:a16="http://schemas.microsoft.com/office/drawing/2014/main" id="{0E8BB4C3-2571-90F9-F201-44B1313D16E2}"/>
                    </a:ext>
                  </a:extLst>
                </p:cNvPr>
                <p:cNvPicPr/>
                <p:nvPr/>
              </p:nvPicPr>
              <p:blipFill>
                <a:blip r:embed="rId566"/>
                <a:stretch>
                  <a:fillRect/>
                </a:stretch>
              </p:blipFill>
              <p:spPr>
                <a:xfrm>
                  <a:off x="6134550" y="112530"/>
                  <a:ext cx="150480" cy="27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7">
              <p14:nvContentPartPr>
                <p14:cNvPr id="337" name="Ink 336">
                  <a:extLst>
                    <a:ext uri="{FF2B5EF4-FFF2-40B4-BE49-F238E27FC236}">
                      <a16:creationId xmlns:a16="http://schemas.microsoft.com/office/drawing/2014/main" id="{3E5E246A-1CB0-2707-653C-4EE9239FB154}"/>
                    </a:ext>
                  </a:extLst>
                </p14:cNvPr>
                <p14:cNvContentPartPr/>
                <p14:nvPr/>
              </p14:nvContentPartPr>
              <p14:xfrm>
                <a:off x="6345150" y="300090"/>
                <a:ext cx="124200" cy="124560"/>
              </p14:xfrm>
            </p:contentPart>
          </mc:Choice>
          <mc:Fallback>
            <p:pic>
              <p:nvPicPr>
                <p:cNvPr id="337" name="Ink 336">
                  <a:extLst>
                    <a:ext uri="{FF2B5EF4-FFF2-40B4-BE49-F238E27FC236}">
                      <a16:creationId xmlns:a16="http://schemas.microsoft.com/office/drawing/2014/main" id="{3E5E246A-1CB0-2707-653C-4EE9239FB154}"/>
                    </a:ext>
                  </a:extLst>
                </p:cNvPr>
                <p:cNvPicPr/>
                <p:nvPr/>
              </p:nvPicPr>
              <p:blipFill>
                <a:blip r:embed="rId568"/>
                <a:stretch>
                  <a:fillRect/>
                </a:stretch>
              </p:blipFill>
              <p:spPr>
                <a:xfrm>
                  <a:off x="6327150" y="282090"/>
                  <a:ext cx="159840" cy="160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41" name="Group 340">
            <a:extLst>
              <a:ext uri="{FF2B5EF4-FFF2-40B4-BE49-F238E27FC236}">
                <a16:creationId xmlns:a16="http://schemas.microsoft.com/office/drawing/2014/main" id="{FF6F49D5-1970-FA51-00C6-C25421F5B868}"/>
              </a:ext>
            </a:extLst>
          </p:cNvPr>
          <p:cNvGrpSpPr/>
          <p:nvPr/>
        </p:nvGrpSpPr>
        <p:grpSpPr>
          <a:xfrm>
            <a:off x="6122670" y="534090"/>
            <a:ext cx="164160" cy="251640"/>
            <a:chOff x="6122670" y="534090"/>
            <a:chExt cx="164160" cy="251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69">
              <p14:nvContentPartPr>
                <p14:cNvPr id="334" name="Ink 333">
                  <a:extLst>
                    <a:ext uri="{FF2B5EF4-FFF2-40B4-BE49-F238E27FC236}">
                      <a16:creationId xmlns:a16="http://schemas.microsoft.com/office/drawing/2014/main" id="{D6AEB0D5-5AD1-2AAE-ECFF-6D033BBE0E4C}"/>
                    </a:ext>
                  </a:extLst>
                </p14:cNvPr>
                <p14:cNvContentPartPr/>
                <p14:nvPr/>
              </p14:nvContentPartPr>
              <p14:xfrm>
                <a:off x="6122670" y="534090"/>
                <a:ext cx="14760" cy="30600"/>
              </p14:xfrm>
            </p:contentPart>
          </mc:Choice>
          <mc:Fallback>
            <p:pic>
              <p:nvPicPr>
                <p:cNvPr id="334" name="Ink 333">
                  <a:extLst>
                    <a:ext uri="{FF2B5EF4-FFF2-40B4-BE49-F238E27FC236}">
                      <a16:creationId xmlns:a16="http://schemas.microsoft.com/office/drawing/2014/main" id="{D6AEB0D5-5AD1-2AAE-ECFF-6D033BBE0E4C}"/>
                    </a:ext>
                  </a:extLst>
                </p:cNvPr>
                <p:cNvPicPr/>
                <p:nvPr/>
              </p:nvPicPr>
              <p:blipFill>
                <a:blip r:embed="rId570"/>
                <a:stretch>
                  <a:fillRect/>
                </a:stretch>
              </p:blipFill>
              <p:spPr>
                <a:xfrm>
                  <a:off x="6104670" y="516090"/>
                  <a:ext cx="50400" cy="6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1">
              <p14:nvContentPartPr>
                <p14:cNvPr id="335" name="Ink 334">
                  <a:extLst>
                    <a:ext uri="{FF2B5EF4-FFF2-40B4-BE49-F238E27FC236}">
                      <a16:creationId xmlns:a16="http://schemas.microsoft.com/office/drawing/2014/main" id="{166C36E0-603B-48F0-3343-47995BD4A874}"/>
                    </a:ext>
                  </a:extLst>
                </p14:cNvPr>
                <p14:cNvContentPartPr/>
                <p14:nvPr/>
              </p14:nvContentPartPr>
              <p14:xfrm>
                <a:off x="6126270" y="534090"/>
                <a:ext cx="11160" cy="11160"/>
              </p14:xfrm>
            </p:contentPart>
          </mc:Choice>
          <mc:Fallback>
            <p:pic>
              <p:nvPicPr>
                <p:cNvPr id="335" name="Ink 334">
                  <a:extLst>
                    <a:ext uri="{FF2B5EF4-FFF2-40B4-BE49-F238E27FC236}">
                      <a16:creationId xmlns:a16="http://schemas.microsoft.com/office/drawing/2014/main" id="{166C36E0-603B-48F0-3343-47995BD4A874}"/>
                    </a:ext>
                  </a:extLst>
                </p:cNvPr>
                <p:cNvPicPr/>
                <p:nvPr/>
              </p:nvPicPr>
              <p:blipFill>
                <a:blip r:embed="rId572"/>
                <a:stretch>
                  <a:fillRect/>
                </a:stretch>
              </p:blipFill>
              <p:spPr>
                <a:xfrm>
                  <a:off x="6108270" y="516090"/>
                  <a:ext cx="46800" cy="4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3">
              <p14:nvContentPartPr>
                <p14:cNvPr id="340" name="Ink 339">
                  <a:extLst>
                    <a:ext uri="{FF2B5EF4-FFF2-40B4-BE49-F238E27FC236}">
                      <a16:creationId xmlns:a16="http://schemas.microsoft.com/office/drawing/2014/main" id="{3382892C-BD7B-3692-CE98-3E8A3C14668A}"/>
                    </a:ext>
                  </a:extLst>
                </p14:cNvPr>
                <p14:cNvContentPartPr/>
                <p14:nvPr/>
              </p14:nvContentPartPr>
              <p14:xfrm>
                <a:off x="6126270" y="589170"/>
                <a:ext cx="160560" cy="196560"/>
              </p14:xfrm>
            </p:contentPart>
          </mc:Choice>
          <mc:Fallback>
            <p:pic>
              <p:nvPicPr>
                <p:cNvPr id="340" name="Ink 339">
                  <a:extLst>
                    <a:ext uri="{FF2B5EF4-FFF2-40B4-BE49-F238E27FC236}">
                      <a16:creationId xmlns:a16="http://schemas.microsoft.com/office/drawing/2014/main" id="{3382892C-BD7B-3692-CE98-3E8A3C14668A}"/>
                    </a:ext>
                  </a:extLst>
                </p:cNvPr>
                <p:cNvPicPr/>
                <p:nvPr/>
              </p:nvPicPr>
              <p:blipFill>
                <a:blip r:embed="rId574"/>
                <a:stretch>
                  <a:fillRect/>
                </a:stretch>
              </p:blipFill>
              <p:spPr>
                <a:xfrm>
                  <a:off x="6108270" y="571170"/>
                  <a:ext cx="196200" cy="2322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575">
            <p14:nvContentPartPr>
              <p14:cNvPr id="342" name="Ink 341">
                <a:extLst>
                  <a:ext uri="{FF2B5EF4-FFF2-40B4-BE49-F238E27FC236}">
                    <a16:creationId xmlns:a16="http://schemas.microsoft.com/office/drawing/2014/main" id="{F182CDBC-FEC6-36D0-5EAC-AF5422D55182}"/>
                  </a:ext>
                </a:extLst>
              </p14:cNvPr>
              <p14:cNvContentPartPr/>
              <p14:nvPr/>
            </p14:nvContentPartPr>
            <p14:xfrm>
              <a:off x="6153990" y="983370"/>
              <a:ext cx="73800" cy="196200"/>
            </p14:xfrm>
          </p:contentPart>
        </mc:Choice>
        <mc:Fallback>
          <p:pic>
            <p:nvPicPr>
              <p:cNvPr id="342" name="Ink 341">
                <a:extLst>
                  <a:ext uri="{FF2B5EF4-FFF2-40B4-BE49-F238E27FC236}">
                    <a16:creationId xmlns:a16="http://schemas.microsoft.com/office/drawing/2014/main" id="{F182CDBC-FEC6-36D0-5EAC-AF5422D55182}"/>
                  </a:ext>
                </a:extLst>
              </p:cNvPr>
              <p:cNvPicPr/>
              <p:nvPr/>
            </p:nvPicPr>
            <p:blipFill>
              <a:blip r:embed="rId576"/>
              <a:stretch>
                <a:fillRect/>
              </a:stretch>
            </p:blipFill>
            <p:spPr>
              <a:xfrm>
                <a:off x="6135990" y="965370"/>
                <a:ext cx="109440" cy="231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77">
            <p14:nvContentPartPr>
              <p14:cNvPr id="343" name="Ink 342">
                <a:extLst>
                  <a:ext uri="{FF2B5EF4-FFF2-40B4-BE49-F238E27FC236}">
                    <a16:creationId xmlns:a16="http://schemas.microsoft.com/office/drawing/2014/main" id="{7E6FC677-330E-EC32-D24C-FED5FE3D607E}"/>
                  </a:ext>
                </a:extLst>
              </p14:cNvPr>
              <p14:cNvContentPartPr/>
              <p14:nvPr/>
            </p14:nvContentPartPr>
            <p14:xfrm>
              <a:off x="6174870" y="1370730"/>
              <a:ext cx="66240" cy="197280"/>
            </p14:xfrm>
          </p:contentPart>
        </mc:Choice>
        <mc:Fallback>
          <p:pic>
            <p:nvPicPr>
              <p:cNvPr id="343" name="Ink 342">
                <a:extLst>
                  <a:ext uri="{FF2B5EF4-FFF2-40B4-BE49-F238E27FC236}">
                    <a16:creationId xmlns:a16="http://schemas.microsoft.com/office/drawing/2014/main" id="{7E6FC677-330E-EC32-D24C-FED5FE3D607E}"/>
                  </a:ext>
                </a:extLst>
              </p:cNvPr>
              <p:cNvPicPr/>
              <p:nvPr/>
            </p:nvPicPr>
            <p:blipFill>
              <a:blip r:embed="rId578"/>
              <a:stretch>
                <a:fillRect/>
              </a:stretch>
            </p:blipFill>
            <p:spPr>
              <a:xfrm>
                <a:off x="6156870" y="1353090"/>
                <a:ext cx="101880" cy="232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79">
            <p14:nvContentPartPr>
              <p14:cNvPr id="344" name="Ink 343">
                <a:extLst>
                  <a:ext uri="{FF2B5EF4-FFF2-40B4-BE49-F238E27FC236}">
                    <a16:creationId xmlns:a16="http://schemas.microsoft.com/office/drawing/2014/main" id="{8EC29700-25F1-5F60-BE26-7888ABCC0AFD}"/>
                  </a:ext>
                </a:extLst>
              </p14:cNvPr>
              <p14:cNvContentPartPr/>
              <p14:nvPr/>
            </p14:nvContentPartPr>
            <p14:xfrm>
              <a:off x="6197190" y="1774650"/>
              <a:ext cx="65160" cy="197640"/>
            </p14:xfrm>
          </p:contentPart>
        </mc:Choice>
        <mc:Fallback>
          <p:pic>
            <p:nvPicPr>
              <p:cNvPr id="344" name="Ink 343">
                <a:extLst>
                  <a:ext uri="{FF2B5EF4-FFF2-40B4-BE49-F238E27FC236}">
                    <a16:creationId xmlns:a16="http://schemas.microsoft.com/office/drawing/2014/main" id="{8EC29700-25F1-5F60-BE26-7888ABCC0AFD}"/>
                  </a:ext>
                </a:extLst>
              </p:cNvPr>
              <p:cNvPicPr/>
              <p:nvPr/>
            </p:nvPicPr>
            <p:blipFill>
              <a:blip r:embed="rId580"/>
              <a:stretch>
                <a:fillRect/>
              </a:stretch>
            </p:blipFill>
            <p:spPr>
              <a:xfrm>
                <a:off x="6179190" y="1756650"/>
                <a:ext cx="100800" cy="233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81">
            <p14:nvContentPartPr>
              <p14:cNvPr id="345" name="Ink 344">
                <a:extLst>
                  <a:ext uri="{FF2B5EF4-FFF2-40B4-BE49-F238E27FC236}">
                    <a16:creationId xmlns:a16="http://schemas.microsoft.com/office/drawing/2014/main" id="{D7799DE9-D9BB-A039-1813-3469A0D80436}"/>
                  </a:ext>
                </a:extLst>
              </p14:cNvPr>
              <p14:cNvContentPartPr/>
              <p14:nvPr/>
            </p14:nvContentPartPr>
            <p14:xfrm>
              <a:off x="6210510" y="2155890"/>
              <a:ext cx="34920" cy="263160"/>
            </p14:xfrm>
          </p:contentPart>
        </mc:Choice>
        <mc:Fallback>
          <p:pic>
            <p:nvPicPr>
              <p:cNvPr id="345" name="Ink 344">
                <a:extLst>
                  <a:ext uri="{FF2B5EF4-FFF2-40B4-BE49-F238E27FC236}">
                    <a16:creationId xmlns:a16="http://schemas.microsoft.com/office/drawing/2014/main" id="{D7799DE9-D9BB-A039-1813-3469A0D80436}"/>
                  </a:ext>
                </a:extLst>
              </p:cNvPr>
              <p:cNvPicPr/>
              <p:nvPr/>
            </p:nvPicPr>
            <p:blipFill>
              <a:blip r:embed="rId582"/>
              <a:stretch>
                <a:fillRect/>
              </a:stretch>
            </p:blipFill>
            <p:spPr>
              <a:xfrm>
                <a:off x="6192510" y="2138250"/>
                <a:ext cx="70560" cy="298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83">
            <p14:nvContentPartPr>
              <p14:cNvPr id="346" name="Ink 345">
                <a:extLst>
                  <a:ext uri="{FF2B5EF4-FFF2-40B4-BE49-F238E27FC236}">
                    <a16:creationId xmlns:a16="http://schemas.microsoft.com/office/drawing/2014/main" id="{0850D484-AB00-5537-43C2-90A404036FD7}"/>
                  </a:ext>
                </a:extLst>
              </p14:cNvPr>
              <p14:cNvContentPartPr/>
              <p14:nvPr/>
            </p14:nvContentPartPr>
            <p14:xfrm>
              <a:off x="6139230" y="2548650"/>
              <a:ext cx="136440" cy="220320"/>
            </p14:xfrm>
          </p:contentPart>
        </mc:Choice>
        <mc:Fallback>
          <p:pic>
            <p:nvPicPr>
              <p:cNvPr id="346" name="Ink 345">
                <a:extLst>
                  <a:ext uri="{FF2B5EF4-FFF2-40B4-BE49-F238E27FC236}">
                    <a16:creationId xmlns:a16="http://schemas.microsoft.com/office/drawing/2014/main" id="{0850D484-AB00-5537-43C2-90A404036FD7}"/>
                  </a:ext>
                </a:extLst>
              </p:cNvPr>
              <p:cNvPicPr/>
              <p:nvPr/>
            </p:nvPicPr>
            <p:blipFill>
              <a:blip r:embed="rId584"/>
              <a:stretch>
                <a:fillRect/>
              </a:stretch>
            </p:blipFill>
            <p:spPr>
              <a:xfrm>
                <a:off x="6121590" y="2531010"/>
                <a:ext cx="172080" cy="255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85">
            <p14:nvContentPartPr>
              <p14:cNvPr id="347" name="Ink 346">
                <a:extLst>
                  <a:ext uri="{FF2B5EF4-FFF2-40B4-BE49-F238E27FC236}">
                    <a16:creationId xmlns:a16="http://schemas.microsoft.com/office/drawing/2014/main" id="{A67DF200-1981-448C-C302-CD908BCCA69D}"/>
                  </a:ext>
                </a:extLst>
              </p14:cNvPr>
              <p14:cNvContentPartPr/>
              <p14:nvPr/>
            </p14:nvContentPartPr>
            <p14:xfrm>
              <a:off x="6181350" y="2940330"/>
              <a:ext cx="129240" cy="218520"/>
            </p14:xfrm>
          </p:contentPart>
        </mc:Choice>
        <mc:Fallback>
          <p:pic>
            <p:nvPicPr>
              <p:cNvPr id="347" name="Ink 346">
                <a:extLst>
                  <a:ext uri="{FF2B5EF4-FFF2-40B4-BE49-F238E27FC236}">
                    <a16:creationId xmlns:a16="http://schemas.microsoft.com/office/drawing/2014/main" id="{A67DF200-1981-448C-C302-CD908BCCA69D}"/>
                  </a:ext>
                </a:extLst>
              </p:cNvPr>
              <p:cNvPicPr/>
              <p:nvPr/>
            </p:nvPicPr>
            <p:blipFill>
              <a:blip r:embed="rId586"/>
              <a:stretch>
                <a:fillRect/>
              </a:stretch>
            </p:blipFill>
            <p:spPr>
              <a:xfrm>
                <a:off x="6163710" y="2922330"/>
                <a:ext cx="164880" cy="254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87">
            <p14:nvContentPartPr>
              <p14:cNvPr id="348" name="Ink 347">
                <a:extLst>
                  <a:ext uri="{FF2B5EF4-FFF2-40B4-BE49-F238E27FC236}">
                    <a16:creationId xmlns:a16="http://schemas.microsoft.com/office/drawing/2014/main" id="{159F655E-4AD4-8272-2183-D8A61F02E044}"/>
                  </a:ext>
                </a:extLst>
              </p14:cNvPr>
              <p14:cNvContentPartPr/>
              <p14:nvPr/>
            </p14:nvContentPartPr>
            <p14:xfrm>
              <a:off x="6184950" y="3360810"/>
              <a:ext cx="150120" cy="227160"/>
            </p14:xfrm>
          </p:contentPart>
        </mc:Choice>
        <mc:Fallback>
          <p:pic>
            <p:nvPicPr>
              <p:cNvPr id="348" name="Ink 347">
                <a:extLst>
                  <a:ext uri="{FF2B5EF4-FFF2-40B4-BE49-F238E27FC236}">
                    <a16:creationId xmlns:a16="http://schemas.microsoft.com/office/drawing/2014/main" id="{159F655E-4AD4-8272-2183-D8A61F02E044}"/>
                  </a:ext>
                </a:extLst>
              </p:cNvPr>
              <p:cNvPicPr/>
              <p:nvPr/>
            </p:nvPicPr>
            <p:blipFill>
              <a:blip r:embed="rId588"/>
              <a:stretch>
                <a:fillRect/>
              </a:stretch>
            </p:blipFill>
            <p:spPr>
              <a:xfrm>
                <a:off x="6166950" y="3342810"/>
                <a:ext cx="185760" cy="262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89">
            <p14:nvContentPartPr>
              <p14:cNvPr id="349" name="Ink 348">
                <a:extLst>
                  <a:ext uri="{FF2B5EF4-FFF2-40B4-BE49-F238E27FC236}">
                    <a16:creationId xmlns:a16="http://schemas.microsoft.com/office/drawing/2014/main" id="{3CD7521D-330A-0B7A-FB90-1366131A93E6}"/>
                  </a:ext>
                </a:extLst>
              </p14:cNvPr>
              <p14:cNvContentPartPr/>
              <p14:nvPr/>
            </p14:nvContentPartPr>
            <p14:xfrm>
              <a:off x="6183150" y="3722970"/>
              <a:ext cx="158040" cy="233640"/>
            </p14:xfrm>
          </p:contentPart>
        </mc:Choice>
        <mc:Fallback>
          <p:pic>
            <p:nvPicPr>
              <p:cNvPr id="349" name="Ink 348">
                <a:extLst>
                  <a:ext uri="{FF2B5EF4-FFF2-40B4-BE49-F238E27FC236}">
                    <a16:creationId xmlns:a16="http://schemas.microsoft.com/office/drawing/2014/main" id="{3CD7521D-330A-0B7A-FB90-1366131A93E6}"/>
                  </a:ext>
                </a:extLst>
              </p:cNvPr>
              <p:cNvPicPr/>
              <p:nvPr/>
            </p:nvPicPr>
            <p:blipFill>
              <a:blip r:embed="rId590"/>
              <a:stretch>
                <a:fillRect/>
              </a:stretch>
            </p:blipFill>
            <p:spPr>
              <a:xfrm>
                <a:off x="6165150" y="3705330"/>
                <a:ext cx="193680" cy="269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91">
            <p14:nvContentPartPr>
              <p14:cNvPr id="350" name="Ink 349">
                <a:extLst>
                  <a:ext uri="{FF2B5EF4-FFF2-40B4-BE49-F238E27FC236}">
                    <a16:creationId xmlns:a16="http://schemas.microsoft.com/office/drawing/2014/main" id="{19E06771-5728-E952-2913-EB0C4A16D3B6}"/>
                  </a:ext>
                </a:extLst>
              </p14:cNvPr>
              <p14:cNvContentPartPr/>
              <p14:nvPr/>
            </p14:nvContentPartPr>
            <p14:xfrm>
              <a:off x="6214830" y="4133010"/>
              <a:ext cx="87120" cy="234000"/>
            </p14:xfrm>
          </p:contentPart>
        </mc:Choice>
        <mc:Fallback>
          <p:pic>
            <p:nvPicPr>
              <p:cNvPr id="350" name="Ink 349">
                <a:extLst>
                  <a:ext uri="{FF2B5EF4-FFF2-40B4-BE49-F238E27FC236}">
                    <a16:creationId xmlns:a16="http://schemas.microsoft.com/office/drawing/2014/main" id="{19E06771-5728-E952-2913-EB0C4A16D3B6}"/>
                  </a:ext>
                </a:extLst>
              </p:cNvPr>
              <p:cNvPicPr/>
              <p:nvPr/>
            </p:nvPicPr>
            <p:blipFill>
              <a:blip r:embed="rId592"/>
              <a:stretch>
                <a:fillRect/>
              </a:stretch>
            </p:blipFill>
            <p:spPr>
              <a:xfrm>
                <a:off x="6196830" y="4115010"/>
                <a:ext cx="122760" cy="269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93">
            <p14:nvContentPartPr>
              <p14:cNvPr id="351" name="Ink 350">
                <a:extLst>
                  <a:ext uri="{FF2B5EF4-FFF2-40B4-BE49-F238E27FC236}">
                    <a16:creationId xmlns:a16="http://schemas.microsoft.com/office/drawing/2014/main" id="{FF9FC5AE-8B7F-7C67-CA02-00CBA14A9D52}"/>
                  </a:ext>
                </a:extLst>
              </p14:cNvPr>
              <p14:cNvContentPartPr/>
              <p14:nvPr/>
            </p14:nvContentPartPr>
            <p14:xfrm>
              <a:off x="6214470" y="4524690"/>
              <a:ext cx="142560" cy="227880"/>
            </p14:xfrm>
          </p:contentPart>
        </mc:Choice>
        <mc:Fallback>
          <p:pic>
            <p:nvPicPr>
              <p:cNvPr id="351" name="Ink 350">
                <a:extLst>
                  <a:ext uri="{FF2B5EF4-FFF2-40B4-BE49-F238E27FC236}">
                    <a16:creationId xmlns:a16="http://schemas.microsoft.com/office/drawing/2014/main" id="{FF9FC5AE-8B7F-7C67-CA02-00CBA14A9D52}"/>
                  </a:ext>
                </a:extLst>
              </p:cNvPr>
              <p:cNvPicPr/>
              <p:nvPr/>
            </p:nvPicPr>
            <p:blipFill>
              <a:blip r:embed="rId594"/>
              <a:stretch>
                <a:fillRect/>
              </a:stretch>
            </p:blipFill>
            <p:spPr>
              <a:xfrm>
                <a:off x="6196470" y="4507050"/>
                <a:ext cx="178200" cy="263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95">
            <p14:nvContentPartPr>
              <p14:cNvPr id="352" name="Ink 351">
                <a:extLst>
                  <a:ext uri="{FF2B5EF4-FFF2-40B4-BE49-F238E27FC236}">
                    <a16:creationId xmlns:a16="http://schemas.microsoft.com/office/drawing/2014/main" id="{3904F827-18DD-0ED9-E789-4431457E6FE1}"/>
                  </a:ext>
                </a:extLst>
              </p14:cNvPr>
              <p14:cNvContentPartPr/>
              <p14:nvPr/>
            </p14:nvContentPartPr>
            <p14:xfrm>
              <a:off x="6206550" y="4948050"/>
              <a:ext cx="156600" cy="198360"/>
            </p14:xfrm>
          </p:contentPart>
        </mc:Choice>
        <mc:Fallback>
          <p:pic>
            <p:nvPicPr>
              <p:cNvPr id="352" name="Ink 351">
                <a:extLst>
                  <a:ext uri="{FF2B5EF4-FFF2-40B4-BE49-F238E27FC236}">
                    <a16:creationId xmlns:a16="http://schemas.microsoft.com/office/drawing/2014/main" id="{3904F827-18DD-0ED9-E789-4431457E6FE1}"/>
                  </a:ext>
                </a:extLst>
              </p:cNvPr>
              <p:cNvPicPr/>
              <p:nvPr/>
            </p:nvPicPr>
            <p:blipFill>
              <a:blip r:embed="rId596"/>
              <a:stretch>
                <a:fillRect/>
              </a:stretch>
            </p:blipFill>
            <p:spPr>
              <a:xfrm>
                <a:off x="6188910" y="4930410"/>
                <a:ext cx="192240" cy="234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97">
            <p14:nvContentPartPr>
              <p14:cNvPr id="353" name="Ink 352">
                <a:extLst>
                  <a:ext uri="{FF2B5EF4-FFF2-40B4-BE49-F238E27FC236}">
                    <a16:creationId xmlns:a16="http://schemas.microsoft.com/office/drawing/2014/main" id="{A83BB740-4461-3D62-5F70-1785FF9B7813}"/>
                  </a:ext>
                </a:extLst>
              </p14:cNvPr>
              <p14:cNvContentPartPr/>
              <p14:nvPr/>
            </p14:nvContentPartPr>
            <p14:xfrm>
              <a:off x="6211590" y="5330730"/>
              <a:ext cx="50760" cy="221040"/>
            </p14:xfrm>
          </p:contentPart>
        </mc:Choice>
        <mc:Fallback>
          <p:pic>
            <p:nvPicPr>
              <p:cNvPr id="353" name="Ink 352">
                <a:extLst>
                  <a:ext uri="{FF2B5EF4-FFF2-40B4-BE49-F238E27FC236}">
                    <a16:creationId xmlns:a16="http://schemas.microsoft.com/office/drawing/2014/main" id="{A83BB740-4461-3D62-5F70-1785FF9B7813}"/>
                  </a:ext>
                </a:extLst>
              </p:cNvPr>
              <p:cNvPicPr/>
              <p:nvPr/>
            </p:nvPicPr>
            <p:blipFill>
              <a:blip r:embed="rId598"/>
              <a:stretch>
                <a:fillRect/>
              </a:stretch>
            </p:blipFill>
            <p:spPr>
              <a:xfrm>
                <a:off x="6193590" y="5313090"/>
                <a:ext cx="86400" cy="256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99">
            <p14:nvContentPartPr>
              <p14:cNvPr id="354" name="Ink 353">
                <a:extLst>
                  <a:ext uri="{FF2B5EF4-FFF2-40B4-BE49-F238E27FC236}">
                    <a16:creationId xmlns:a16="http://schemas.microsoft.com/office/drawing/2014/main" id="{CDBAA85B-232C-B765-2BBA-FB3E0A7EE308}"/>
                  </a:ext>
                </a:extLst>
              </p14:cNvPr>
              <p14:cNvContentPartPr/>
              <p14:nvPr/>
            </p14:nvContentPartPr>
            <p14:xfrm>
              <a:off x="6209430" y="5665530"/>
              <a:ext cx="121680" cy="262080"/>
            </p14:xfrm>
          </p:contentPart>
        </mc:Choice>
        <mc:Fallback>
          <p:pic>
            <p:nvPicPr>
              <p:cNvPr id="354" name="Ink 353">
                <a:extLst>
                  <a:ext uri="{FF2B5EF4-FFF2-40B4-BE49-F238E27FC236}">
                    <a16:creationId xmlns:a16="http://schemas.microsoft.com/office/drawing/2014/main" id="{CDBAA85B-232C-B765-2BBA-FB3E0A7EE308}"/>
                  </a:ext>
                </a:extLst>
              </p:cNvPr>
              <p:cNvPicPr/>
              <p:nvPr/>
            </p:nvPicPr>
            <p:blipFill>
              <a:blip r:embed="rId600"/>
              <a:stretch>
                <a:fillRect/>
              </a:stretch>
            </p:blipFill>
            <p:spPr>
              <a:xfrm>
                <a:off x="6191430" y="5647530"/>
                <a:ext cx="157320" cy="297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01">
            <p14:nvContentPartPr>
              <p14:cNvPr id="355" name="Ink 354">
                <a:extLst>
                  <a:ext uri="{FF2B5EF4-FFF2-40B4-BE49-F238E27FC236}">
                    <a16:creationId xmlns:a16="http://schemas.microsoft.com/office/drawing/2014/main" id="{61CA3839-A065-68BF-C6D9-6F3A346C92CC}"/>
                  </a:ext>
                </a:extLst>
              </p14:cNvPr>
              <p14:cNvContentPartPr/>
              <p14:nvPr/>
            </p14:nvContentPartPr>
            <p14:xfrm>
              <a:off x="6218790" y="6104010"/>
              <a:ext cx="165600" cy="224280"/>
            </p14:xfrm>
          </p:contentPart>
        </mc:Choice>
        <mc:Fallback>
          <p:pic>
            <p:nvPicPr>
              <p:cNvPr id="355" name="Ink 354">
                <a:extLst>
                  <a:ext uri="{FF2B5EF4-FFF2-40B4-BE49-F238E27FC236}">
                    <a16:creationId xmlns:a16="http://schemas.microsoft.com/office/drawing/2014/main" id="{61CA3839-A065-68BF-C6D9-6F3A346C92CC}"/>
                  </a:ext>
                </a:extLst>
              </p:cNvPr>
              <p:cNvPicPr/>
              <p:nvPr/>
            </p:nvPicPr>
            <p:blipFill>
              <a:blip r:embed="rId602"/>
              <a:stretch>
                <a:fillRect/>
              </a:stretch>
            </p:blipFill>
            <p:spPr>
              <a:xfrm>
                <a:off x="6200790" y="6086010"/>
                <a:ext cx="201240" cy="259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03">
            <p14:nvContentPartPr>
              <p14:cNvPr id="356" name="Ink 355">
                <a:extLst>
                  <a:ext uri="{FF2B5EF4-FFF2-40B4-BE49-F238E27FC236}">
                    <a16:creationId xmlns:a16="http://schemas.microsoft.com/office/drawing/2014/main" id="{5ED26095-4D5E-C24C-14FB-12CE596ADB8B}"/>
                  </a:ext>
                </a:extLst>
              </p14:cNvPr>
              <p14:cNvContentPartPr/>
              <p14:nvPr/>
            </p14:nvContentPartPr>
            <p14:xfrm>
              <a:off x="6197910" y="6505050"/>
              <a:ext cx="141120" cy="216000"/>
            </p14:xfrm>
          </p:contentPart>
        </mc:Choice>
        <mc:Fallback>
          <p:pic>
            <p:nvPicPr>
              <p:cNvPr id="356" name="Ink 355">
                <a:extLst>
                  <a:ext uri="{FF2B5EF4-FFF2-40B4-BE49-F238E27FC236}">
                    <a16:creationId xmlns:a16="http://schemas.microsoft.com/office/drawing/2014/main" id="{5ED26095-4D5E-C24C-14FB-12CE596ADB8B}"/>
                  </a:ext>
                </a:extLst>
              </p:cNvPr>
              <p:cNvPicPr/>
              <p:nvPr/>
            </p:nvPicPr>
            <p:blipFill>
              <a:blip r:embed="rId604"/>
              <a:stretch>
                <a:fillRect/>
              </a:stretch>
            </p:blipFill>
            <p:spPr>
              <a:xfrm>
                <a:off x="6180270" y="6487410"/>
                <a:ext cx="176760" cy="251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05">
            <p14:nvContentPartPr>
              <p14:cNvPr id="358" name="Ink 357">
                <a:extLst>
                  <a:ext uri="{FF2B5EF4-FFF2-40B4-BE49-F238E27FC236}">
                    <a16:creationId xmlns:a16="http://schemas.microsoft.com/office/drawing/2014/main" id="{38DA4A54-3007-70F7-6979-282B83DCBBDF}"/>
                  </a:ext>
                </a:extLst>
              </p14:cNvPr>
              <p14:cNvContentPartPr/>
              <p14:nvPr/>
            </p14:nvContentPartPr>
            <p14:xfrm>
              <a:off x="5890759" y="4426177"/>
              <a:ext cx="672480" cy="16560"/>
            </p14:xfrm>
          </p:contentPart>
        </mc:Choice>
        <mc:Fallback>
          <p:pic>
            <p:nvPicPr>
              <p:cNvPr id="358" name="Ink 357">
                <a:extLst>
                  <a:ext uri="{FF2B5EF4-FFF2-40B4-BE49-F238E27FC236}">
                    <a16:creationId xmlns:a16="http://schemas.microsoft.com/office/drawing/2014/main" id="{38DA4A54-3007-70F7-6979-282B83DCBBDF}"/>
                  </a:ext>
                </a:extLst>
              </p:cNvPr>
              <p:cNvPicPr/>
              <p:nvPr/>
            </p:nvPicPr>
            <p:blipFill>
              <a:blip r:embed="rId606"/>
              <a:stretch>
                <a:fillRect/>
              </a:stretch>
            </p:blipFill>
            <p:spPr>
              <a:xfrm>
                <a:off x="5881759" y="4417537"/>
                <a:ext cx="690120" cy="342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9489061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ADA547F4-186C-ED9F-66D9-C90CA27E11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9260" y="24089"/>
            <a:ext cx="9693480" cy="68098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88327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65">
            <a:extLst>
              <a:ext uri="{FF2B5EF4-FFF2-40B4-BE49-F238E27FC236}">
                <a16:creationId xmlns:a16="http://schemas.microsoft.com/office/drawing/2014/main" id="{D63DF0AD-EF38-B7E0-5D5F-81CAA280F67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23194" r="13250" b="18472"/>
          <a:stretch/>
        </p:blipFill>
        <p:spPr>
          <a:xfrm>
            <a:off x="0" y="0"/>
            <a:ext cx="6340605" cy="4000501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67" name="Ink 66">
                <a:extLst>
                  <a:ext uri="{FF2B5EF4-FFF2-40B4-BE49-F238E27FC236}">
                    <a16:creationId xmlns:a16="http://schemas.microsoft.com/office/drawing/2014/main" id="{EA533F8B-F657-10F9-FD6F-392949E76412}"/>
                  </a:ext>
                </a:extLst>
              </p14:cNvPr>
              <p14:cNvContentPartPr/>
              <p14:nvPr/>
            </p14:nvContentPartPr>
            <p14:xfrm>
              <a:off x="2256630" y="23970"/>
              <a:ext cx="90720" cy="3934080"/>
            </p14:xfrm>
          </p:contentPart>
        </mc:Choice>
        <mc:Fallback>
          <p:pic>
            <p:nvPicPr>
              <p:cNvPr id="67" name="Ink 66">
                <a:extLst>
                  <a:ext uri="{FF2B5EF4-FFF2-40B4-BE49-F238E27FC236}">
                    <a16:creationId xmlns:a16="http://schemas.microsoft.com/office/drawing/2014/main" id="{EA533F8B-F657-10F9-FD6F-392949E76412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238990" y="5970"/>
                <a:ext cx="126360" cy="3969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68" name="Ink 67">
                <a:extLst>
                  <a:ext uri="{FF2B5EF4-FFF2-40B4-BE49-F238E27FC236}">
                    <a16:creationId xmlns:a16="http://schemas.microsoft.com/office/drawing/2014/main" id="{C2F0AE60-F0A8-5B13-438C-5CDD7B3C540E}"/>
                  </a:ext>
                </a:extLst>
              </p14:cNvPr>
              <p14:cNvContentPartPr/>
              <p14:nvPr/>
            </p14:nvContentPartPr>
            <p14:xfrm>
              <a:off x="-3450" y="751170"/>
              <a:ext cx="6320160" cy="82080"/>
            </p14:xfrm>
          </p:contentPart>
        </mc:Choice>
        <mc:Fallback>
          <p:pic>
            <p:nvPicPr>
              <p:cNvPr id="68" name="Ink 67">
                <a:extLst>
                  <a:ext uri="{FF2B5EF4-FFF2-40B4-BE49-F238E27FC236}">
                    <a16:creationId xmlns:a16="http://schemas.microsoft.com/office/drawing/2014/main" id="{C2F0AE60-F0A8-5B13-438C-5CDD7B3C540E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-21450" y="733170"/>
                <a:ext cx="6355800" cy="117720"/>
              </a:xfrm>
              <a:prstGeom prst="rect">
                <a:avLst/>
              </a:prstGeom>
            </p:spPr>
          </p:pic>
        </mc:Fallback>
      </mc:AlternateContent>
      <p:grpSp>
        <p:nvGrpSpPr>
          <p:cNvPr id="73" name="Group 72">
            <a:extLst>
              <a:ext uri="{FF2B5EF4-FFF2-40B4-BE49-F238E27FC236}">
                <a16:creationId xmlns:a16="http://schemas.microsoft.com/office/drawing/2014/main" id="{635C0FE9-9C96-F307-710C-F3BC4C039695}"/>
              </a:ext>
            </a:extLst>
          </p:cNvPr>
          <p:cNvGrpSpPr/>
          <p:nvPr/>
        </p:nvGrpSpPr>
        <p:grpSpPr>
          <a:xfrm>
            <a:off x="2782230" y="209370"/>
            <a:ext cx="3173400" cy="434520"/>
            <a:chOff x="2782230" y="209370"/>
            <a:chExt cx="3173400" cy="434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C9DF0200-D47B-C273-2A15-1E3053133891}"/>
                    </a:ext>
                  </a:extLst>
                </p14:cNvPr>
                <p14:cNvContentPartPr/>
                <p14:nvPr/>
              </p14:nvContentPartPr>
              <p14:xfrm>
                <a:off x="2782230" y="253290"/>
                <a:ext cx="1533960" cy="388080"/>
              </p14:xfrm>
            </p:contentPart>
          </mc:Choice>
          <mc:Fallback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C9DF0200-D47B-C273-2A15-1E3053133891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2719230" y="190290"/>
                  <a:ext cx="1659600" cy="51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F25930C0-C11B-C8AC-98B6-256D204B4924}"/>
                    </a:ext>
                  </a:extLst>
                </p14:cNvPr>
                <p14:cNvContentPartPr/>
                <p14:nvPr/>
              </p14:nvContentPartPr>
              <p14:xfrm>
                <a:off x="4597350" y="568650"/>
                <a:ext cx="92520" cy="68400"/>
              </p14:xfrm>
            </p:contentPart>
          </mc:Choice>
          <mc:Fallback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F25930C0-C11B-C8AC-98B6-256D204B4924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4534350" y="505650"/>
                  <a:ext cx="218160" cy="19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29E7A73A-7BC6-BFF7-63FC-D1DF668004FD}"/>
                    </a:ext>
                  </a:extLst>
                </p14:cNvPr>
                <p14:cNvContentPartPr/>
                <p14:nvPr/>
              </p14:nvContentPartPr>
              <p14:xfrm>
                <a:off x="5317710" y="209370"/>
                <a:ext cx="637920" cy="434520"/>
              </p14:xfrm>
            </p:contentPart>
          </mc:Choice>
          <mc:Fallback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29E7A73A-7BC6-BFF7-63FC-D1DF668004FD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5254710" y="146730"/>
                  <a:ext cx="763560" cy="560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0" name="Group 79">
            <a:extLst>
              <a:ext uri="{FF2B5EF4-FFF2-40B4-BE49-F238E27FC236}">
                <a16:creationId xmlns:a16="http://schemas.microsoft.com/office/drawing/2014/main" id="{76E71B0C-783C-06BD-DF84-3F7692F7A134}"/>
              </a:ext>
            </a:extLst>
          </p:cNvPr>
          <p:cNvGrpSpPr/>
          <p:nvPr/>
        </p:nvGrpSpPr>
        <p:grpSpPr>
          <a:xfrm>
            <a:off x="2655150" y="185250"/>
            <a:ext cx="715680" cy="320040"/>
            <a:chOff x="2655150" y="185250"/>
            <a:chExt cx="715680" cy="320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3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E8DBCB08-A0B3-97D9-EE91-17DCE23D5CDB}"/>
                    </a:ext>
                  </a:extLst>
                </p14:cNvPr>
                <p14:cNvContentPartPr/>
                <p14:nvPr/>
              </p14:nvContentPartPr>
              <p14:xfrm>
                <a:off x="2655150" y="185250"/>
                <a:ext cx="77040" cy="318960"/>
              </p14:xfrm>
            </p:contentPart>
          </mc:Choice>
          <mc:Fallback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E8DBCB08-A0B3-97D9-EE91-17DCE23D5CDB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2637510" y="167250"/>
                  <a:ext cx="112680" cy="35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DDE6714B-0798-EA87-BEC5-4B5ED4E3586D}"/>
                    </a:ext>
                  </a:extLst>
                </p14:cNvPr>
                <p14:cNvContentPartPr/>
                <p14:nvPr/>
              </p14:nvContentPartPr>
              <p14:xfrm>
                <a:off x="2732190" y="203610"/>
                <a:ext cx="118440" cy="293760"/>
              </p14:xfrm>
            </p:contentPart>
          </mc:Choice>
          <mc:Fallback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DDE6714B-0798-EA87-BEC5-4B5ED4E3586D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2714550" y="185970"/>
                  <a:ext cx="154080" cy="32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0857CDBA-31E2-1792-FC1B-E9CE9C108A55}"/>
                    </a:ext>
                  </a:extLst>
                </p14:cNvPr>
                <p14:cNvContentPartPr/>
                <p14:nvPr/>
              </p14:nvContentPartPr>
              <p14:xfrm>
                <a:off x="2690070" y="364890"/>
                <a:ext cx="143640" cy="12240"/>
              </p14:xfrm>
            </p:contentPart>
          </mc:Choice>
          <mc:Fallback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0857CDBA-31E2-1792-FC1B-E9CE9C108A55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2672430" y="347250"/>
                  <a:ext cx="179280" cy="4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339ABBC5-47E9-77BF-A193-8436DBB90989}"/>
                    </a:ext>
                  </a:extLst>
                </p14:cNvPr>
                <p14:cNvContentPartPr/>
                <p14:nvPr/>
              </p14:nvContentPartPr>
              <p14:xfrm>
                <a:off x="2941710" y="338970"/>
                <a:ext cx="114480" cy="11520"/>
              </p14:xfrm>
            </p:contentPart>
          </mc:Choice>
          <mc:Fallback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339ABBC5-47E9-77BF-A193-8436DBB90989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2923710" y="320970"/>
                  <a:ext cx="150120" cy="4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93042C7B-3462-1C9C-7CB2-E97AA96BCCE1}"/>
                    </a:ext>
                  </a:extLst>
                </p14:cNvPr>
                <p14:cNvContentPartPr/>
                <p14:nvPr/>
              </p14:nvContentPartPr>
              <p14:xfrm>
                <a:off x="2952510" y="413850"/>
                <a:ext cx="144720" cy="25920"/>
              </p14:xfrm>
            </p:contentPart>
          </mc:Choice>
          <mc:Fallback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93042C7B-3462-1C9C-7CB2-E97AA96BCCE1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2934510" y="395850"/>
                  <a:ext cx="180360" cy="6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1B0AEC2C-E735-1029-415C-2374C93A09D0}"/>
                    </a:ext>
                  </a:extLst>
                </p14:cNvPr>
                <p14:cNvContentPartPr/>
                <p14:nvPr/>
              </p14:nvContentPartPr>
              <p14:xfrm>
                <a:off x="3219630" y="238170"/>
                <a:ext cx="151200" cy="267120"/>
              </p14:xfrm>
            </p:contentPart>
          </mc:Choice>
          <mc:Fallback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1B0AEC2C-E735-1029-415C-2374C93A09D0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3201630" y="220530"/>
                  <a:ext cx="186840" cy="302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8" name="Group 87">
            <a:extLst>
              <a:ext uri="{FF2B5EF4-FFF2-40B4-BE49-F238E27FC236}">
                <a16:creationId xmlns:a16="http://schemas.microsoft.com/office/drawing/2014/main" id="{6E0CE617-687D-A9C3-2E63-9859B4398333}"/>
              </a:ext>
            </a:extLst>
          </p:cNvPr>
          <p:cNvGrpSpPr/>
          <p:nvPr/>
        </p:nvGrpSpPr>
        <p:grpSpPr>
          <a:xfrm>
            <a:off x="3649470" y="-7350"/>
            <a:ext cx="847080" cy="4002840"/>
            <a:chOff x="3649470" y="-7350"/>
            <a:chExt cx="847080" cy="4002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5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0A859B8D-7022-DA34-7A07-831A0D9EA107}"/>
                    </a:ext>
                  </a:extLst>
                </p14:cNvPr>
                <p14:cNvContentPartPr/>
                <p14:nvPr/>
              </p14:nvContentPartPr>
              <p14:xfrm>
                <a:off x="3649470" y="-7350"/>
                <a:ext cx="60120" cy="4002840"/>
              </p14:xfrm>
            </p:contentPart>
          </mc:Choice>
          <mc:Fallback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0A859B8D-7022-DA34-7A07-831A0D9EA107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3631470" y="-25350"/>
                  <a:ext cx="95760" cy="403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16308001-38BC-16C6-A16F-94CDA616AC61}"/>
                    </a:ext>
                  </a:extLst>
                </p14:cNvPr>
                <p14:cNvContentPartPr/>
                <p14:nvPr/>
              </p14:nvContentPartPr>
              <p14:xfrm>
                <a:off x="3948630" y="197325"/>
                <a:ext cx="46080" cy="348840"/>
              </p14:xfrm>
            </p:contentPart>
          </mc:Choice>
          <mc:Fallback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16308001-38BC-16C6-A16F-94CDA616AC61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3930630" y="179685"/>
                  <a:ext cx="81720" cy="38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ED378F8F-7991-6362-5983-7E52711D323B}"/>
                    </a:ext>
                  </a:extLst>
                </p14:cNvPr>
                <p14:cNvContentPartPr/>
                <p14:nvPr/>
              </p14:nvContentPartPr>
              <p14:xfrm>
                <a:off x="3977430" y="267165"/>
                <a:ext cx="125280" cy="271440"/>
              </p14:xfrm>
            </p:contentPart>
          </mc:Choice>
          <mc:Fallback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ED378F8F-7991-6362-5983-7E52711D323B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3959790" y="249165"/>
                  <a:ext cx="160920" cy="30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B2D1897D-E695-9B9D-8DF7-70B936051494}"/>
                    </a:ext>
                  </a:extLst>
                </p14:cNvPr>
                <p14:cNvContentPartPr/>
                <p14:nvPr/>
              </p14:nvContentPartPr>
              <p14:xfrm>
                <a:off x="3948630" y="418365"/>
                <a:ext cx="129240" cy="40320"/>
              </p14:xfrm>
            </p:contentPart>
          </mc:Choice>
          <mc:Fallback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B2D1897D-E695-9B9D-8DF7-70B936051494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3930630" y="400365"/>
                  <a:ext cx="164880" cy="7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FCDE9F12-7F92-A00C-3ABC-44F380B6A1A0}"/>
                    </a:ext>
                  </a:extLst>
                </p14:cNvPr>
                <p14:cNvContentPartPr/>
                <p14:nvPr/>
              </p14:nvContentPartPr>
              <p14:xfrm>
                <a:off x="4092990" y="292005"/>
                <a:ext cx="165960" cy="303120"/>
              </p14:xfrm>
            </p:contentPart>
          </mc:Choice>
          <mc:Fallback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FCDE9F12-7F92-A00C-3ABC-44F380B6A1A0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4074990" y="274365"/>
                  <a:ext cx="201600" cy="33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8C221BD0-9A89-D5D4-99DA-9819A8FF2961}"/>
                    </a:ext>
                  </a:extLst>
                </p14:cNvPr>
                <p14:cNvContentPartPr/>
                <p14:nvPr/>
              </p14:nvContentPartPr>
              <p14:xfrm>
                <a:off x="4327710" y="313965"/>
                <a:ext cx="168840" cy="296280"/>
              </p14:xfrm>
            </p:contentPart>
          </mc:Choice>
          <mc:Fallback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8C221BD0-9A89-D5D4-99DA-9819A8FF2961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4309710" y="296325"/>
                  <a:ext cx="204480" cy="3319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7">
            <p14:nvContentPartPr>
              <p14:cNvPr id="87" name="Ink 86">
                <a:extLst>
                  <a:ext uri="{FF2B5EF4-FFF2-40B4-BE49-F238E27FC236}">
                    <a16:creationId xmlns:a16="http://schemas.microsoft.com/office/drawing/2014/main" id="{69E18768-5261-1D5B-F943-29086F2E581B}"/>
                  </a:ext>
                </a:extLst>
              </p14:cNvPr>
              <p14:cNvContentPartPr/>
              <p14:nvPr/>
            </p14:nvContentPartPr>
            <p14:xfrm>
              <a:off x="4827390" y="33885"/>
              <a:ext cx="107280" cy="3952800"/>
            </p14:xfrm>
          </p:contentPart>
        </mc:Choice>
        <mc:Fallback>
          <p:pic>
            <p:nvPicPr>
              <p:cNvPr id="87" name="Ink 86">
                <a:extLst>
                  <a:ext uri="{FF2B5EF4-FFF2-40B4-BE49-F238E27FC236}">
                    <a16:creationId xmlns:a16="http://schemas.microsoft.com/office/drawing/2014/main" id="{69E18768-5261-1D5B-F943-29086F2E581B}"/>
                  </a:ext>
                </a:extLst>
              </p:cNvPr>
              <p:cNvPicPr/>
              <p:nvPr/>
            </p:nvPicPr>
            <p:blipFill>
              <a:blip r:embed="rId38"/>
              <a:stretch>
                <a:fillRect/>
              </a:stretch>
            </p:blipFill>
            <p:spPr>
              <a:xfrm>
                <a:off x="4809750" y="16245"/>
                <a:ext cx="142920" cy="3988440"/>
              </a:xfrm>
              <a:prstGeom prst="rect">
                <a:avLst/>
              </a:prstGeom>
            </p:spPr>
          </p:pic>
        </mc:Fallback>
      </mc:AlternateContent>
      <p:grpSp>
        <p:nvGrpSpPr>
          <p:cNvPr id="95" name="Group 94">
            <a:extLst>
              <a:ext uri="{FF2B5EF4-FFF2-40B4-BE49-F238E27FC236}">
                <a16:creationId xmlns:a16="http://schemas.microsoft.com/office/drawing/2014/main" id="{F2074698-12D2-B3E7-ACFC-0407ADF37C02}"/>
              </a:ext>
            </a:extLst>
          </p:cNvPr>
          <p:cNvGrpSpPr/>
          <p:nvPr/>
        </p:nvGrpSpPr>
        <p:grpSpPr>
          <a:xfrm>
            <a:off x="5380350" y="240165"/>
            <a:ext cx="893880" cy="390600"/>
            <a:chOff x="5380350" y="240165"/>
            <a:chExt cx="893880" cy="390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9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ABEE936A-070A-D9D4-1071-0282BC08A29D}"/>
                    </a:ext>
                  </a:extLst>
                </p14:cNvPr>
                <p14:cNvContentPartPr/>
                <p14:nvPr/>
              </p14:nvContentPartPr>
              <p14:xfrm>
                <a:off x="5380350" y="246645"/>
                <a:ext cx="65520" cy="363600"/>
              </p14:xfrm>
            </p:contentPart>
          </mc:Choice>
          <mc:Fallback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ABEE936A-070A-D9D4-1071-0282BC08A29D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5362350" y="229005"/>
                  <a:ext cx="101160" cy="39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5292E204-850E-29B1-7DB2-4680247AD8D3}"/>
                    </a:ext>
                  </a:extLst>
                </p14:cNvPr>
                <p14:cNvContentPartPr/>
                <p14:nvPr/>
              </p14:nvContentPartPr>
              <p14:xfrm>
                <a:off x="5457390" y="240165"/>
                <a:ext cx="124200" cy="336960"/>
              </p14:xfrm>
            </p:contentPart>
          </mc:Choice>
          <mc:Fallback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5292E204-850E-29B1-7DB2-4680247AD8D3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5439390" y="222165"/>
                  <a:ext cx="159840" cy="37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88CA110E-AA08-0D95-D451-980B3F8FBE31}"/>
                    </a:ext>
                  </a:extLst>
                </p14:cNvPr>
                <p14:cNvContentPartPr/>
                <p14:nvPr/>
              </p14:nvContentPartPr>
              <p14:xfrm>
                <a:off x="5419950" y="425925"/>
                <a:ext cx="119520" cy="74160"/>
              </p14:xfrm>
            </p:contentPart>
          </mc:Choice>
          <mc:Fallback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88CA110E-AA08-0D95-D451-980B3F8FBE31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5402310" y="407925"/>
                  <a:ext cx="155160" cy="10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472CB848-5D51-42A2-2EEE-95F268EFDF7E}"/>
                    </a:ext>
                  </a:extLst>
                </p14:cNvPr>
                <p14:cNvContentPartPr/>
                <p14:nvPr/>
              </p14:nvContentPartPr>
              <p14:xfrm>
                <a:off x="5696790" y="282645"/>
                <a:ext cx="166320" cy="303840"/>
              </p14:xfrm>
            </p:contentPart>
          </mc:Choice>
          <mc:Fallback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472CB848-5D51-42A2-2EEE-95F268EFDF7E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5679150" y="264645"/>
                  <a:ext cx="201960" cy="33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F257B517-4AE5-E2B3-D3FC-2BB1E56210B6}"/>
                    </a:ext>
                  </a:extLst>
                </p14:cNvPr>
                <p14:cNvContentPartPr/>
                <p14:nvPr/>
              </p14:nvContentPartPr>
              <p14:xfrm>
                <a:off x="5958870" y="321885"/>
                <a:ext cx="172440" cy="308880"/>
              </p14:xfrm>
            </p:contentPart>
          </mc:Choice>
          <mc:Fallback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F257B517-4AE5-E2B3-D3FC-2BB1E56210B6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5940870" y="304245"/>
                  <a:ext cx="208080" cy="34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6A97BCFD-A3A8-6435-CC86-397A96EF5145}"/>
                    </a:ext>
                  </a:extLst>
                </p14:cNvPr>
                <p14:cNvContentPartPr/>
                <p14:nvPr/>
              </p14:nvContentPartPr>
              <p14:xfrm>
                <a:off x="6269190" y="625005"/>
                <a:ext cx="5040" cy="3600"/>
              </p14:xfrm>
            </p:contentPart>
          </mc:Choice>
          <mc:Fallback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6A97BCFD-A3A8-6435-CC86-397A96EF5145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6251550" y="607365"/>
                  <a:ext cx="40680" cy="39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6" name="Group 105">
            <a:extLst>
              <a:ext uri="{FF2B5EF4-FFF2-40B4-BE49-F238E27FC236}">
                <a16:creationId xmlns:a16="http://schemas.microsoft.com/office/drawing/2014/main" id="{DE86AB83-760A-CE5D-B8B7-45826AD19E46}"/>
              </a:ext>
            </a:extLst>
          </p:cNvPr>
          <p:cNvGrpSpPr/>
          <p:nvPr/>
        </p:nvGrpSpPr>
        <p:grpSpPr>
          <a:xfrm>
            <a:off x="2316030" y="212445"/>
            <a:ext cx="281880" cy="361440"/>
            <a:chOff x="2316030" y="212445"/>
            <a:chExt cx="281880" cy="361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1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384D5993-7C21-7200-A624-962D2C565213}"/>
                    </a:ext>
                  </a:extLst>
                </p14:cNvPr>
                <p14:cNvContentPartPr/>
                <p14:nvPr/>
              </p14:nvContentPartPr>
              <p14:xfrm>
                <a:off x="2329350" y="212445"/>
                <a:ext cx="60480" cy="250200"/>
              </p14:xfrm>
            </p:contentPart>
          </mc:Choice>
          <mc:Fallback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384D5993-7C21-7200-A624-962D2C565213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2311350" y="194805"/>
                  <a:ext cx="96120" cy="28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82A5950F-3512-563F-DE21-1F871A4624FC}"/>
                    </a:ext>
                  </a:extLst>
                </p14:cNvPr>
                <p14:cNvContentPartPr/>
                <p14:nvPr/>
              </p14:nvContentPartPr>
              <p14:xfrm>
                <a:off x="2378670" y="222885"/>
                <a:ext cx="91800" cy="279720"/>
              </p14:xfrm>
            </p:contentPart>
          </mc:Choice>
          <mc:Fallback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82A5950F-3512-563F-DE21-1F871A4624FC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2360670" y="205245"/>
                  <a:ext cx="127440" cy="31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38C44B7C-A400-65FC-43AD-ADBA9C67C41F}"/>
                    </a:ext>
                  </a:extLst>
                </p14:cNvPr>
                <p14:cNvContentPartPr/>
                <p14:nvPr/>
              </p14:nvContentPartPr>
              <p14:xfrm>
                <a:off x="2316030" y="379485"/>
                <a:ext cx="102600" cy="3600"/>
              </p14:xfrm>
            </p:contentPart>
          </mc:Choice>
          <mc:Fallback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38C44B7C-A400-65FC-43AD-ADBA9C67C41F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2298030" y="361485"/>
                  <a:ext cx="138240" cy="3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51B6D1F2-4AE0-E41C-9A0B-133C3A1242D8}"/>
                    </a:ext>
                  </a:extLst>
                </p14:cNvPr>
                <p14:cNvContentPartPr/>
                <p14:nvPr/>
              </p14:nvContentPartPr>
              <p14:xfrm>
                <a:off x="2463990" y="427005"/>
                <a:ext cx="88200" cy="146880"/>
              </p14:xfrm>
            </p:contentPart>
          </mc:Choice>
          <mc:Fallback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51B6D1F2-4AE0-E41C-9A0B-133C3A1242D8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2446350" y="409365"/>
                  <a:ext cx="123840" cy="18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7321DBA9-98CC-DF26-D4C6-225DBD3BD41D}"/>
                    </a:ext>
                  </a:extLst>
                </p14:cNvPr>
                <p14:cNvContentPartPr/>
                <p14:nvPr/>
              </p14:nvContentPartPr>
              <p14:xfrm>
                <a:off x="2533830" y="348885"/>
                <a:ext cx="52200" cy="360"/>
              </p14:xfrm>
            </p:contentPart>
          </mc:Choice>
          <mc:Fallback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7321DBA9-98CC-DF26-D4C6-225DBD3BD41D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2515830" y="331245"/>
                  <a:ext cx="8784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1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D67EDFC5-C26A-FC66-1CF6-09DF2BEE3AD2}"/>
                    </a:ext>
                  </a:extLst>
                </p14:cNvPr>
                <p14:cNvContentPartPr/>
                <p14:nvPr/>
              </p14:nvContentPartPr>
              <p14:xfrm>
                <a:off x="2517990" y="273285"/>
                <a:ext cx="79920" cy="76320"/>
              </p14:xfrm>
            </p:contentPart>
          </mc:Choice>
          <mc:Fallback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D67EDFC5-C26A-FC66-1CF6-09DF2BEE3AD2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2500350" y="255285"/>
                  <a:ext cx="115560" cy="111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3" name="Group 112">
            <a:extLst>
              <a:ext uri="{FF2B5EF4-FFF2-40B4-BE49-F238E27FC236}">
                <a16:creationId xmlns:a16="http://schemas.microsoft.com/office/drawing/2014/main" id="{5B9FE061-EA5D-3E4F-7C03-9E988FADC37E}"/>
              </a:ext>
            </a:extLst>
          </p:cNvPr>
          <p:cNvGrpSpPr/>
          <p:nvPr/>
        </p:nvGrpSpPr>
        <p:grpSpPr>
          <a:xfrm>
            <a:off x="3666030" y="243045"/>
            <a:ext cx="273240" cy="285480"/>
            <a:chOff x="3666030" y="243045"/>
            <a:chExt cx="273240" cy="285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3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69BA1AF6-B6B6-68C7-897A-98C9B4347671}"/>
                    </a:ext>
                  </a:extLst>
                </p14:cNvPr>
                <p14:cNvContentPartPr/>
                <p14:nvPr/>
              </p14:nvContentPartPr>
              <p14:xfrm>
                <a:off x="3666030" y="243045"/>
                <a:ext cx="109800" cy="204840"/>
              </p14:xfrm>
            </p:contentPart>
          </mc:Choice>
          <mc:Fallback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69BA1AF6-B6B6-68C7-897A-98C9B4347671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3648030" y="225045"/>
                  <a:ext cx="145440" cy="24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5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1FEF3D62-ED4E-44DD-22A5-22500C0F3570}"/>
                    </a:ext>
                  </a:extLst>
                </p14:cNvPr>
                <p14:cNvContentPartPr/>
                <p14:nvPr/>
              </p14:nvContentPartPr>
              <p14:xfrm>
                <a:off x="3741630" y="260685"/>
                <a:ext cx="92520" cy="200160"/>
              </p14:xfrm>
            </p:contentPart>
          </mc:Choice>
          <mc:Fallback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1FEF3D62-ED4E-44DD-22A5-22500C0F3570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3723990" y="243045"/>
                  <a:ext cx="128160" cy="23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7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A1094A51-0462-7EB2-951B-B3EEC38A884E}"/>
                    </a:ext>
                  </a:extLst>
                </p14:cNvPr>
                <p14:cNvContentPartPr/>
                <p14:nvPr/>
              </p14:nvContentPartPr>
              <p14:xfrm>
                <a:off x="3668190" y="367245"/>
                <a:ext cx="105120" cy="11160"/>
              </p14:xfrm>
            </p:contentPart>
          </mc:Choice>
          <mc:Fallback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A1094A51-0462-7EB2-951B-B3EEC38A884E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3650550" y="349605"/>
                  <a:ext cx="140760" cy="4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9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5F2A4318-28DB-CBE5-57B4-746260266DFB}"/>
                    </a:ext>
                  </a:extLst>
                </p14:cNvPr>
                <p14:cNvContentPartPr/>
                <p14:nvPr/>
              </p14:nvContentPartPr>
              <p14:xfrm>
                <a:off x="3840270" y="394605"/>
                <a:ext cx="23040" cy="133920"/>
              </p14:xfrm>
            </p:contentPart>
          </mc:Choice>
          <mc:Fallback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5F2A4318-28DB-CBE5-57B4-746260266DFB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3822630" y="376605"/>
                  <a:ext cx="58680" cy="16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1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23452C56-021C-FEB2-4D7F-C3311675236D}"/>
                    </a:ext>
                  </a:extLst>
                </p14:cNvPr>
                <p14:cNvContentPartPr/>
                <p14:nvPr/>
              </p14:nvContentPartPr>
              <p14:xfrm>
                <a:off x="3839910" y="313245"/>
                <a:ext cx="61920" cy="7560"/>
              </p14:xfrm>
            </p:contentPart>
          </mc:Choice>
          <mc:Fallback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23452C56-021C-FEB2-4D7F-C3311675236D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3821910" y="295605"/>
                  <a:ext cx="97560" cy="4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3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90E0C6EB-83F2-6714-57AD-DFFC9556FE70}"/>
                    </a:ext>
                  </a:extLst>
                </p14:cNvPr>
                <p14:cNvContentPartPr/>
                <p14:nvPr/>
              </p14:nvContentPartPr>
              <p14:xfrm>
                <a:off x="3841350" y="253845"/>
                <a:ext cx="97920" cy="59760"/>
              </p14:xfrm>
            </p:contentPart>
          </mc:Choice>
          <mc:Fallback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90E0C6EB-83F2-6714-57AD-DFFC9556FE70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3823710" y="235845"/>
                  <a:ext cx="133560" cy="95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0" name="Group 119">
            <a:extLst>
              <a:ext uri="{FF2B5EF4-FFF2-40B4-BE49-F238E27FC236}">
                <a16:creationId xmlns:a16="http://schemas.microsoft.com/office/drawing/2014/main" id="{A8D4CD4A-695B-CCF1-6389-F17C623C89FD}"/>
              </a:ext>
            </a:extLst>
          </p:cNvPr>
          <p:cNvGrpSpPr/>
          <p:nvPr/>
        </p:nvGrpSpPr>
        <p:grpSpPr>
          <a:xfrm>
            <a:off x="5002350" y="285885"/>
            <a:ext cx="400680" cy="302400"/>
            <a:chOff x="5002350" y="285885"/>
            <a:chExt cx="400680" cy="302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5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3B9418A5-A113-66B6-3843-9E67CEBE4E2E}"/>
                    </a:ext>
                  </a:extLst>
                </p14:cNvPr>
                <p14:cNvContentPartPr/>
                <p14:nvPr/>
              </p14:nvContentPartPr>
              <p14:xfrm>
                <a:off x="5039790" y="302445"/>
                <a:ext cx="42480" cy="194040"/>
              </p14:xfrm>
            </p:contentPart>
          </mc:Choice>
          <mc:Fallback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3B9418A5-A113-66B6-3843-9E67CEBE4E2E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5021790" y="284445"/>
                  <a:ext cx="78120" cy="22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7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374ACF15-7289-11E3-8628-BB0C1FBB6944}"/>
                    </a:ext>
                  </a:extLst>
                </p14:cNvPr>
                <p14:cNvContentPartPr/>
                <p14:nvPr/>
              </p14:nvContentPartPr>
              <p14:xfrm>
                <a:off x="5067510" y="285885"/>
                <a:ext cx="79920" cy="195120"/>
              </p14:xfrm>
            </p:contentPart>
          </mc:Choice>
          <mc:Fallback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374ACF15-7289-11E3-8628-BB0C1FBB6944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5049510" y="268245"/>
                  <a:ext cx="115560" cy="23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9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9B835E17-25D0-2B2B-810E-B83148886423}"/>
                    </a:ext>
                  </a:extLst>
                </p14:cNvPr>
                <p14:cNvContentPartPr/>
                <p14:nvPr/>
              </p14:nvContentPartPr>
              <p14:xfrm>
                <a:off x="5002350" y="381645"/>
                <a:ext cx="127800" cy="20880"/>
              </p14:xfrm>
            </p:contentPart>
          </mc:Choice>
          <mc:Fallback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9B835E17-25D0-2B2B-810E-B83148886423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4984710" y="363645"/>
                  <a:ext cx="163440" cy="5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1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EED6C595-673D-B67C-17DC-CF1F73C6848F}"/>
                    </a:ext>
                  </a:extLst>
                </p14:cNvPr>
                <p14:cNvContentPartPr/>
                <p14:nvPr/>
              </p14:nvContentPartPr>
              <p14:xfrm>
                <a:off x="5200350" y="472365"/>
                <a:ext cx="54000" cy="115920"/>
              </p14:xfrm>
            </p:contentPart>
          </mc:Choice>
          <mc:Fallback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EED6C595-673D-B67C-17DC-CF1F73C6848F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5182710" y="454725"/>
                  <a:ext cx="89640" cy="15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3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1ADB9171-AEB1-2F06-3147-F37DFA40245E}"/>
                    </a:ext>
                  </a:extLst>
                </p14:cNvPr>
                <p14:cNvContentPartPr/>
                <p14:nvPr/>
              </p14:nvContentPartPr>
              <p14:xfrm>
                <a:off x="5327070" y="379485"/>
                <a:ext cx="75960" cy="20880"/>
              </p14:xfrm>
            </p:contentPart>
          </mc:Choice>
          <mc:Fallback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1ADB9171-AEB1-2F06-3147-F37DFA40245E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5309430" y="361485"/>
                  <a:ext cx="111600" cy="5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5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D9D1EBF0-6173-DBD1-4A93-197917904D08}"/>
                    </a:ext>
                  </a:extLst>
                </p14:cNvPr>
                <p14:cNvContentPartPr/>
                <p14:nvPr/>
              </p14:nvContentPartPr>
              <p14:xfrm>
                <a:off x="5316630" y="326205"/>
                <a:ext cx="56880" cy="14400"/>
              </p14:xfrm>
            </p:contentPart>
          </mc:Choice>
          <mc:Fallback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D9D1EBF0-6173-DBD1-4A93-197917904D08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5298630" y="308565"/>
                  <a:ext cx="92520" cy="50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5" name="Group 124">
            <a:extLst>
              <a:ext uri="{FF2B5EF4-FFF2-40B4-BE49-F238E27FC236}">
                <a16:creationId xmlns:a16="http://schemas.microsoft.com/office/drawing/2014/main" id="{FFA4817D-BD14-4329-333A-7C454002AA14}"/>
              </a:ext>
            </a:extLst>
          </p:cNvPr>
          <p:cNvGrpSpPr/>
          <p:nvPr/>
        </p:nvGrpSpPr>
        <p:grpSpPr>
          <a:xfrm>
            <a:off x="287790" y="4217445"/>
            <a:ext cx="398520" cy="543240"/>
            <a:chOff x="287790" y="4217445"/>
            <a:chExt cx="398520" cy="543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7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01B31160-2464-B0E6-0FEC-43A74D850C11}"/>
                    </a:ext>
                  </a:extLst>
                </p14:cNvPr>
                <p14:cNvContentPartPr/>
                <p14:nvPr/>
              </p14:nvContentPartPr>
              <p14:xfrm>
                <a:off x="332070" y="4217445"/>
                <a:ext cx="115920" cy="408240"/>
              </p14:xfrm>
            </p:contentPart>
          </mc:Choice>
          <mc:Fallback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01B31160-2464-B0E6-0FEC-43A74D850C11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314430" y="4199805"/>
                  <a:ext cx="151560" cy="44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9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D9F50DDC-E994-C052-C4E8-A8E53CED849A}"/>
                    </a:ext>
                  </a:extLst>
                </p14:cNvPr>
                <p14:cNvContentPartPr/>
                <p14:nvPr/>
              </p14:nvContentPartPr>
              <p14:xfrm>
                <a:off x="427110" y="4238685"/>
                <a:ext cx="114120" cy="441000"/>
              </p14:xfrm>
            </p:contentPart>
          </mc:Choice>
          <mc:Fallback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D9F50DDC-E994-C052-C4E8-A8E53CED849A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409470" y="4221045"/>
                  <a:ext cx="149760" cy="47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1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907BBA44-19AD-614D-9808-3188EA349E3C}"/>
                    </a:ext>
                  </a:extLst>
                </p14:cNvPr>
                <p14:cNvContentPartPr/>
                <p14:nvPr/>
              </p14:nvContentPartPr>
              <p14:xfrm>
                <a:off x="287790" y="4536045"/>
                <a:ext cx="198720" cy="14400"/>
              </p14:xfrm>
            </p:contentPart>
          </mc:Choice>
          <mc:Fallback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907BBA44-19AD-614D-9808-3188EA349E3C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269790" y="4518045"/>
                  <a:ext cx="234360" cy="5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3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74C9E854-8F06-72BB-FCF3-97C0F0DDD155}"/>
                    </a:ext>
                  </a:extLst>
                </p14:cNvPr>
                <p14:cNvContentPartPr/>
                <p14:nvPr/>
              </p14:nvContentPartPr>
              <p14:xfrm>
                <a:off x="539790" y="4560525"/>
                <a:ext cx="146520" cy="200160"/>
              </p14:xfrm>
            </p:contentPart>
          </mc:Choice>
          <mc:Fallback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74C9E854-8F06-72BB-FCF3-97C0F0DDD155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521790" y="4542885"/>
                  <a:ext cx="182160" cy="235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8" name="Group 127">
            <a:extLst>
              <a:ext uri="{FF2B5EF4-FFF2-40B4-BE49-F238E27FC236}">
                <a16:creationId xmlns:a16="http://schemas.microsoft.com/office/drawing/2014/main" id="{6DC7EB15-1EEE-31EB-0785-63F46C2660D6}"/>
              </a:ext>
            </a:extLst>
          </p:cNvPr>
          <p:cNvGrpSpPr/>
          <p:nvPr/>
        </p:nvGrpSpPr>
        <p:grpSpPr>
          <a:xfrm>
            <a:off x="922830" y="4406085"/>
            <a:ext cx="135000" cy="106200"/>
            <a:chOff x="922830" y="4406085"/>
            <a:chExt cx="135000" cy="106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5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AF8F09BD-BF8A-5B57-EFB2-6B016EB567AB}"/>
                    </a:ext>
                  </a:extLst>
                </p14:cNvPr>
                <p14:cNvContentPartPr/>
                <p14:nvPr/>
              </p14:nvContentPartPr>
              <p14:xfrm>
                <a:off x="930030" y="4498605"/>
                <a:ext cx="127800" cy="13680"/>
              </p14:xfrm>
            </p:contentPart>
          </mc:Choice>
          <mc:Fallback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AF8F09BD-BF8A-5B57-EFB2-6B016EB567AB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912390" y="4480965"/>
                  <a:ext cx="163440" cy="4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7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F6D86634-2D95-F159-F973-A3CC0B1498E5}"/>
                    </a:ext>
                  </a:extLst>
                </p14:cNvPr>
                <p14:cNvContentPartPr/>
                <p14:nvPr/>
              </p14:nvContentPartPr>
              <p14:xfrm>
                <a:off x="922830" y="4406085"/>
                <a:ext cx="120600" cy="23040"/>
              </p14:xfrm>
            </p:contentPart>
          </mc:Choice>
          <mc:Fallback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F6D86634-2D95-F159-F973-A3CC0B1498E5}"/>
                    </a:ext>
                  </a:extLst>
                </p:cNvPr>
                <p:cNvPicPr/>
                <p:nvPr/>
              </p:nvPicPr>
              <p:blipFill>
                <a:blip r:embed="rId98"/>
                <a:stretch>
                  <a:fillRect/>
                </a:stretch>
              </p:blipFill>
              <p:spPr>
                <a:xfrm>
                  <a:off x="904830" y="4388085"/>
                  <a:ext cx="156240" cy="58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4" name="Group 143">
            <a:extLst>
              <a:ext uri="{FF2B5EF4-FFF2-40B4-BE49-F238E27FC236}">
                <a16:creationId xmlns:a16="http://schemas.microsoft.com/office/drawing/2014/main" id="{78E0BCAA-EE61-ACD4-07F6-A29078141F67}"/>
              </a:ext>
            </a:extLst>
          </p:cNvPr>
          <p:cNvGrpSpPr/>
          <p:nvPr/>
        </p:nvGrpSpPr>
        <p:grpSpPr>
          <a:xfrm>
            <a:off x="1311270" y="4186125"/>
            <a:ext cx="1156680" cy="475560"/>
            <a:chOff x="1311270" y="4186125"/>
            <a:chExt cx="1156680" cy="475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9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41426A62-0AD5-2008-B5CD-323EBEA62CD6}"/>
                    </a:ext>
                  </a:extLst>
                </p14:cNvPr>
                <p14:cNvContentPartPr/>
                <p14:nvPr/>
              </p14:nvContentPartPr>
              <p14:xfrm>
                <a:off x="1352310" y="4346325"/>
                <a:ext cx="19440" cy="39240"/>
              </p14:xfrm>
            </p:contentPart>
          </mc:Choice>
          <mc:Fallback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41426A62-0AD5-2008-B5CD-323EBEA62CD6}"/>
                    </a:ext>
                  </a:extLst>
                </p:cNvPr>
                <p:cNvPicPr/>
                <p:nvPr/>
              </p:nvPicPr>
              <p:blipFill>
                <a:blip r:embed="rId100"/>
                <a:stretch>
                  <a:fillRect/>
                </a:stretch>
              </p:blipFill>
              <p:spPr>
                <a:xfrm>
                  <a:off x="1334670" y="4328685"/>
                  <a:ext cx="55080" cy="7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1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288F0AB8-4A01-53DA-E7EC-C3E612A8D9A8}"/>
                    </a:ext>
                  </a:extLst>
                </p14:cNvPr>
                <p14:cNvContentPartPr/>
                <p14:nvPr/>
              </p14:nvContentPartPr>
              <p14:xfrm>
                <a:off x="1311270" y="4289805"/>
                <a:ext cx="180720" cy="371880"/>
              </p14:xfrm>
            </p:contentPart>
          </mc:Choice>
          <mc:Fallback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288F0AB8-4A01-53DA-E7EC-C3E612A8D9A8}"/>
                    </a:ext>
                  </a:extLst>
                </p:cNvPr>
                <p:cNvPicPr/>
                <p:nvPr/>
              </p:nvPicPr>
              <p:blipFill>
                <a:blip r:embed="rId102"/>
                <a:stretch>
                  <a:fillRect/>
                </a:stretch>
              </p:blipFill>
              <p:spPr>
                <a:xfrm>
                  <a:off x="1293630" y="4272165"/>
                  <a:ext cx="216360" cy="40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3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C7A40A5C-05AF-6463-BF00-06EC7A7CBBBC}"/>
                    </a:ext>
                  </a:extLst>
                </p14:cNvPr>
                <p14:cNvContentPartPr/>
                <p14:nvPr/>
              </p14:nvContentPartPr>
              <p14:xfrm>
                <a:off x="1355910" y="4438485"/>
                <a:ext cx="123120" cy="37080"/>
              </p14:xfrm>
            </p:contentPart>
          </mc:Choice>
          <mc:Fallback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C7A40A5C-05AF-6463-BF00-06EC7A7CBBBC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1338270" y="4420485"/>
                  <a:ext cx="158760" cy="7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5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5E8D16D6-CDEB-596D-3557-0A82A7D57B3C}"/>
                    </a:ext>
                  </a:extLst>
                </p14:cNvPr>
                <p14:cNvContentPartPr/>
                <p14:nvPr/>
              </p14:nvContentPartPr>
              <p14:xfrm>
                <a:off x="1366710" y="4186125"/>
                <a:ext cx="136440" cy="21960"/>
              </p14:xfrm>
            </p:contentPart>
          </mc:Choice>
          <mc:Fallback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5E8D16D6-CDEB-596D-3557-0A82A7D57B3C}"/>
                    </a:ext>
                  </a:extLst>
                </p:cNvPr>
                <p:cNvPicPr/>
                <p:nvPr/>
              </p:nvPicPr>
              <p:blipFill>
                <a:blip r:embed="rId106"/>
                <a:stretch>
                  <a:fillRect/>
                </a:stretch>
              </p:blipFill>
              <p:spPr>
                <a:xfrm>
                  <a:off x="1349070" y="4168485"/>
                  <a:ext cx="172080" cy="5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7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DB00A4F5-3737-962E-3AF2-8689FD2F8714}"/>
                    </a:ext>
                  </a:extLst>
                </p14:cNvPr>
                <p14:cNvContentPartPr/>
                <p14:nvPr/>
              </p14:nvContentPartPr>
              <p14:xfrm>
                <a:off x="1567950" y="4331205"/>
                <a:ext cx="97920" cy="229320"/>
              </p14:xfrm>
            </p:contentPart>
          </mc:Choice>
          <mc:Fallback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DB00A4F5-3737-962E-3AF2-8689FD2F8714}"/>
                    </a:ext>
                  </a:extLst>
                </p:cNvPr>
                <p:cNvPicPr/>
                <p:nvPr/>
              </p:nvPicPr>
              <p:blipFill>
                <a:blip r:embed="rId108"/>
                <a:stretch>
                  <a:fillRect/>
                </a:stretch>
              </p:blipFill>
              <p:spPr>
                <a:xfrm>
                  <a:off x="1549950" y="4313565"/>
                  <a:ext cx="133560" cy="26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9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F26FC5CB-C216-5F6B-5305-087DD8A5D394}"/>
                    </a:ext>
                  </a:extLst>
                </p14:cNvPr>
                <p14:cNvContentPartPr/>
                <p14:nvPr/>
              </p14:nvContentPartPr>
              <p14:xfrm>
                <a:off x="1584510" y="4210965"/>
                <a:ext cx="94320" cy="28440"/>
              </p14:xfrm>
            </p:contentPart>
          </mc:Choice>
          <mc:Fallback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F26FC5CB-C216-5F6B-5305-087DD8A5D394}"/>
                    </a:ext>
                  </a:extLst>
                </p:cNvPr>
                <p:cNvPicPr/>
                <p:nvPr/>
              </p:nvPicPr>
              <p:blipFill>
                <a:blip r:embed="rId110"/>
                <a:stretch>
                  <a:fillRect/>
                </a:stretch>
              </p:blipFill>
              <p:spPr>
                <a:xfrm>
                  <a:off x="1566870" y="4193325"/>
                  <a:ext cx="129960" cy="6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1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B6E2252A-980B-B117-5D23-485AC4D8DA96}"/>
                    </a:ext>
                  </a:extLst>
                </p14:cNvPr>
                <p14:cNvContentPartPr/>
                <p14:nvPr/>
              </p14:nvContentPartPr>
              <p14:xfrm>
                <a:off x="1821390" y="4448205"/>
                <a:ext cx="146520" cy="7920"/>
              </p14:xfrm>
            </p:contentPart>
          </mc:Choice>
          <mc:Fallback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B6E2252A-980B-B117-5D23-485AC4D8DA96}"/>
                    </a:ext>
                  </a:extLst>
                </p:cNvPr>
                <p:cNvPicPr/>
                <p:nvPr/>
              </p:nvPicPr>
              <p:blipFill>
                <a:blip r:embed="rId112"/>
                <a:stretch>
                  <a:fillRect/>
                </a:stretch>
              </p:blipFill>
              <p:spPr>
                <a:xfrm>
                  <a:off x="1803750" y="4430205"/>
                  <a:ext cx="182160" cy="4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3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887AB4A8-73ED-5701-597B-50954FEC856C}"/>
                    </a:ext>
                  </a:extLst>
                </p14:cNvPr>
                <p14:cNvContentPartPr/>
                <p14:nvPr/>
              </p14:nvContentPartPr>
              <p14:xfrm>
                <a:off x="1892670" y="4382325"/>
                <a:ext cx="15840" cy="130320"/>
              </p14:xfrm>
            </p:contentPart>
          </mc:Choice>
          <mc:Fallback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887AB4A8-73ED-5701-597B-50954FEC856C}"/>
                    </a:ext>
                  </a:extLst>
                </p:cNvPr>
                <p:cNvPicPr/>
                <p:nvPr/>
              </p:nvPicPr>
              <p:blipFill>
                <a:blip r:embed="rId114"/>
                <a:stretch>
                  <a:fillRect/>
                </a:stretch>
              </p:blipFill>
              <p:spPr>
                <a:xfrm>
                  <a:off x="1874670" y="4364325"/>
                  <a:ext cx="51480" cy="16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5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393777A8-4310-5746-277E-6F63BBBBB15C}"/>
                    </a:ext>
                  </a:extLst>
                </p14:cNvPr>
                <p14:cNvContentPartPr/>
                <p14:nvPr/>
              </p14:nvContentPartPr>
              <p14:xfrm>
                <a:off x="2115150" y="4242645"/>
                <a:ext cx="55800" cy="264240"/>
              </p14:xfrm>
            </p:contentPart>
          </mc:Choice>
          <mc:Fallback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393777A8-4310-5746-277E-6F63BBBBB15C}"/>
                    </a:ext>
                  </a:extLst>
                </p:cNvPr>
                <p:cNvPicPr/>
                <p:nvPr/>
              </p:nvPicPr>
              <p:blipFill>
                <a:blip r:embed="rId116"/>
                <a:stretch>
                  <a:fillRect/>
                </a:stretch>
              </p:blipFill>
              <p:spPr>
                <a:xfrm>
                  <a:off x="2097150" y="4224645"/>
                  <a:ext cx="91440" cy="29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7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198ABEE7-6F60-B3C9-7862-8EBCF4B74843}"/>
                    </a:ext>
                  </a:extLst>
                </p14:cNvPr>
                <p14:cNvContentPartPr/>
                <p14:nvPr/>
              </p14:nvContentPartPr>
              <p14:xfrm>
                <a:off x="2176350" y="4297725"/>
                <a:ext cx="84600" cy="205200"/>
              </p14:xfrm>
            </p:contentPart>
          </mc:Choice>
          <mc:Fallback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198ABEE7-6F60-B3C9-7862-8EBCF4B74843}"/>
                    </a:ext>
                  </a:extLst>
                </p:cNvPr>
                <p:cNvPicPr/>
                <p:nvPr/>
              </p:nvPicPr>
              <p:blipFill>
                <a:blip r:embed="rId118"/>
                <a:stretch>
                  <a:fillRect/>
                </a:stretch>
              </p:blipFill>
              <p:spPr>
                <a:xfrm>
                  <a:off x="2158710" y="4279725"/>
                  <a:ext cx="120240" cy="24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9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C1B08F13-5EDD-4D2F-983C-C54620A2D1EA}"/>
                    </a:ext>
                  </a:extLst>
                </p14:cNvPr>
                <p14:cNvContentPartPr/>
                <p14:nvPr/>
              </p14:nvContentPartPr>
              <p14:xfrm>
                <a:off x="2135670" y="4427685"/>
                <a:ext cx="91800" cy="70560"/>
              </p14:xfrm>
            </p:contentPart>
          </mc:Choice>
          <mc:Fallback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C1B08F13-5EDD-4D2F-983C-C54620A2D1EA}"/>
                    </a:ext>
                  </a:extLst>
                </p:cNvPr>
                <p:cNvPicPr/>
                <p:nvPr/>
              </p:nvPicPr>
              <p:blipFill>
                <a:blip r:embed="rId120"/>
                <a:stretch>
                  <a:fillRect/>
                </a:stretch>
              </p:blipFill>
              <p:spPr>
                <a:xfrm>
                  <a:off x="2117670" y="4409685"/>
                  <a:ext cx="127440" cy="10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1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3CC62EE4-9F7F-F29E-B640-6B205B8E95FD}"/>
                    </a:ext>
                  </a:extLst>
                </p14:cNvPr>
                <p14:cNvContentPartPr/>
                <p14:nvPr/>
              </p14:nvContentPartPr>
              <p14:xfrm>
                <a:off x="2331510" y="4321485"/>
                <a:ext cx="136440" cy="198000"/>
              </p14:xfrm>
            </p:contentPart>
          </mc:Choice>
          <mc:Fallback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3CC62EE4-9F7F-F29E-B640-6B205B8E95FD}"/>
                    </a:ext>
                  </a:extLst>
                </p:cNvPr>
                <p:cNvPicPr/>
                <p:nvPr/>
              </p:nvPicPr>
              <p:blipFill>
                <a:blip r:embed="rId122"/>
                <a:stretch>
                  <a:fillRect/>
                </a:stretch>
              </p:blipFill>
              <p:spPr>
                <a:xfrm>
                  <a:off x="2313870" y="4303845"/>
                  <a:ext cx="172080" cy="23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3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42FE1C75-3789-612A-A313-50DF6794D7CE}"/>
                    </a:ext>
                  </a:extLst>
                </p14:cNvPr>
                <p14:cNvContentPartPr/>
                <p14:nvPr/>
              </p14:nvContentPartPr>
              <p14:xfrm>
                <a:off x="2344830" y="4299885"/>
                <a:ext cx="73800" cy="20880"/>
              </p14:xfrm>
            </p:contentPart>
          </mc:Choice>
          <mc:Fallback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42FE1C75-3789-612A-A313-50DF6794D7CE}"/>
                    </a:ext>
                  </a:extLst>
                </p:cNvPr>
                <p:cNvPicPr/>
                <p:nvPr/>
              </p:nvPicPr>
              <p:blipFill>
                <a:blip r:embed="rId124"/>
                <a:stretch>
                  <a:fillRect/>
                </a:stretch>
              </p:blipFill>
              <p:spPr>
                <a:xfrm>
                  <a:off x="2327190" y="4281885"/>
                  <a:ext cx="109440" cy="5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5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2F18848B-5A22-3B72-F27E-0DE46BC0A3DC}"/>
                    </a:ext>
                  </a:extLst>
                </p14:cNvPr>
                <p14:cNvContentPartPr/>
                <p14:nvPr/>
              </p14:nvContentPartPr>
              <p14:xfrm>
                <a:off x="2395590" y="4311765"/>
                <a:ext cx="61920" cy="102240"/>
              </p14:xfrm>
            </p:contentPart>
          </mc:Choice>
          <mc:Fallback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2F18848B-5A22-3B72-F27E-0DE46BC0A3DC}"/>
                    </a:ext>
                  </a:extLst>
                </p:cNvPr>
                <p:cNvPicPr/>
                <p:nvPr/>
              </p:nvPicPr>
              <p:blipFill>
                <a:blip r:embed="rId126"/>
                <a:stretch>
                  <a:fillRect/>
                </a:stretch>
              </p:blipFill>
              <p:spPr>
                <a:xfrm>
                  <a:off x="2377590" y="4294125"/>
                  <a:ext cx="97560" cy="137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7" name="Group 146">
            <a:extLst>
              <a:ext uri="{FF2B5EF4-FFF2-40B4-BE49-F238E27FC236}">
                <a16:creationId xmlns:a16="http://schemas.microsoft.com/office/drawing/2014/main" id="{E528689A-CD25-DB18-644E-739088AADDC5}"/>
              </a:ext>
            </a:extLst>
          </p:cNvPr>
          <p:cNvGrpSpPr/>
          <p:nvPr/>
        </p:nvGrpSpPr>
        <p:grpSpPr>
          <a:xfrm>
            <a:off x="2730030" y="4406085"/>
            <a:ext cx="172080" cy="99720"/>
            <a:chOff x="2730030" y="4406085"/>
            <a:chExt cx="172080" cy="99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7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D077567C-B31E-64CC-402C-5E49B5D53CD0}"/>
                    </a:ext>
                  </a:extLst>
                </p14:cNvPr>
                <p14:cNvContentPartPr/>
                <p14:nvPr/>
              </p14:nvContentPartPr>
              <p14:xfrm>
                <a:off x="2730030" y="4406085"/>
                <a:ext cx="136440" cy="14760"/>
              </p14:xfrm>
            </p:contentPart>
          </mc:Choice>
          <mc:Fallback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D077567C-B31E-64CC-402C-5E49B5D53CD0}"/>
                    </a:ext>
                  </a:extLst>
                </p:cNvPr>
                <p:cNvPicPr/>
                <p:nvPr/>
              </p:nvPicPr>
              <p:blipFill>
                <a:blip r:embed="rId128"/>
                <a:stretch>
                  <a:fillRect/>
                </a:stretch>
              </p:blipFill>
              <p:spPr>
                <a:xfrm>
                  <a:off x="2712030" y="4388085"/>
                  <a:ext cx="172080" cy="5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9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915BADAA-1EA9-929A-DE0A-0B81B742AA96}"/>
                    </a:ext>
                  </a:extLst>
                </p14:cNvPr>
                <p14:cNvContentPartPr/>
                <p14:nvPr/>
              </p14:nvContentPartPr>
              <p14:xfrm>
                <a:off x="2749110" y="4491405"/>
                <a:ext cx="153000" cy="14400"/>
              </p14:xfrm>
            </p:contentPart>
          </mc:Choice>
          <mc:Fallback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915BADAA-1EA9-929A-DE0A-0B81B742AA96}"/>
                    </a:ext>
                  </a:extLst>
                </p:cNvPr>
                <p:cNvPicPr/>
                <p:nvPr/>
              </p:nvPicPr>
              <p:blipFill>
                <a:blip r:embed="rId130"/>
                <a:stretch>
                  <a:fillRect/>
                </a:stretch>
              </p:blipFill>
              <p:spPr>
                <a:xfrm>
                  <a:off x="2731470" y="4473765"/>
                  <a:ext cx="188640" cy="50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6" name="Group 155">
            <a:extLst>
              <a:ext uri="{FF2B5EF4-FFF2-40B4-BE49-F238E27FC236}">
                <a16:creationId xmlns:a16="http://schemas.microsoft.com/office/drawing/2014/main" id="{733D857D-100D-B10E-ADFF-12CE5BF365D3}"/>
              </a:ext>
            </a:extLst>
          </p:cNvPr>
          <p:cNvGrpSpPr/>
          <p:nvPr/>
        </p:nvGrpSpPr>
        <p:grpSpPr>
          <a:xfrm>
            <a:off x="315150" y="5015925"/>
            <a:ext cx="375840" cy="431640"/>
            <a:chOff x="315150" y="5015925"/>
            <a:chExt cx="375840" cy="431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31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3A3625D2-89C8-73AE-E56E-FF215BF5F7F1}"/>
                    </a:ext>
                  </a:extLst>
                </p14:cNvPr>
                <p14:cNvContentPartPr/>
                <p14:nvPr/>
              </p14:nvContentPartPr>
              <p14:xfrm>
                <a:off x="315150" y="5015925"/>
                <a:ext cx="121320" cy="310680"/>
              </p14:xfrm>
            </p:contentPart>
          </mc:Choice>
          <mc:Fallback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3A3625D2-89C8-73AE-E56E-FF215BF5F7F1}"/>
                    </a:ext>
                  </a:extLst>
                </p:cNvPr>
                <p:cNvPicPr/>
                <p:nvPr/>
              </p:nvPicPr>
              <p:blipFill>
                <a:blip r:embed="rId132"/>
                <a:stretch>
                  <a:fillRect/>
                </a:stretch>
              </p:blipFill>
              <p:spPr>
                <a:xfrm>
                  <a:off x="297510" y="4998285"/>
                  <a:ext cx="156960" cy="34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3">
              <p14:nvContentPartPr>
                <p14:cNvPr id="149" name="Ink 148">
                  <a:extLst>
                    <a:ext uri="{FF2B5EF4-FFF2-40B4-BE49-F238E27FC236}">
                      <a16:creationId xmlns:a16="http://schemas.microsoft.com/office/drawing/2014/main" id="{358EF4EA-E3C8-6F14-3CE1-D0270FB34169}"/>
                    </a:ext>
                  </a:extLst>
                </p14:cNvPr>
                <p14:cNvContentPartPr/>
                <p14:nvPr/>
              </p14:nvContentPartPr>
              <p14:xfrm>
                <a:off x="434310" y="5022045"/>
                <a:ext cx="127800" cy="308880"/>
              </p14:xfrm>
            </p:contentPart>
          </mc:Choice>
          <mc:Fallback>
            <p:pic>
              <p:nvPicPr>
                <p:cNvPr id="149" name="Ink 148">
                  <a:extLst>
                    <a:ext uri="{FF2B5EF4-FFF2-40B4-BE49-F238E27FC236}">
                      <a16:creationId xmlns:a16="http://schemas.microsoft.com/office/drawing/2014/main" id="{358EF4EA-E3C8-6F14-3CE1-D0270FB34169}"/>
                    </a:ext>
                  </a:extLst>
                </p:cNvPr>
                <p:cNvPicPr/>
                <p:nvPr/>
              </p:nvPicPr>
              <p:blipFill>
                <a:blip r:embed="rId134"/>
                <a:stretch>
                  <a:fillRect/>
                </a:stretch>
              </p:blipFill>
              <p:spPr>
                <a:xfrm>
                  <a:off x="416670" y="5004405"/>
                  <a:ext cx="163440" cy="34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5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C0A36300-BADD-2983-7112-AA9BB3185C49}"/>
                    </a:ext>
                  </a:extLst>
                </p14:cNvPr>
                <p14:cNvContentPartPr/>
                <p14:nvPr/>
              </p14:nvContentPartPr>
              <p14:xfrm>
                <a:off x="342870" y="5148765"/>
                <a:ext cx="167760" cy="40320"/>
              </p14:xfrm>
            </p:contentPart>
          </mc:Choice>
          <mc:Fallback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C0A36300-BADD-2983-7112-AA9BB3185C49}"/>
                    </a:ext>
                  </a:extLst>
                </p:cNvPr>
                <p:cNvPicPr/>
                <p:nvPr/>
              </p:nvPicPr>
              <p:blipFill>
                <a:blip r:embed="rId136"/>
                <a:stretch>
                  <a:fillRect/>
                </a:stretch>
              </p:blipFill>
              <p:spPr>
                <a:xfrm>
                  <a:off x="325230" y="5130765"/>
                  <a:ext cx="203400" cy="7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7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678C3DE9-1596-E5E4-1B52-479122FB3047}"/>
                    </a:ext>
                  </a:extLst>
                </p14:cNvPr>
                <p14:cNvContentPartPr/>
                <p14:nvPr/>
              </p14:nvContentPartPr>
              <p14:xfrm>
                <a:off x="690630" y="5285565"/>
                <a:ext cx="360" cy="162000"/>
              </p14:xfrm>
            </p:contentPart>
          </mc:Choice>
          <mc:Fallback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678C3DE9-1596-E5E4-1B52-479122FB3047}"/>
                    </a:ext>
                  </a:extLst>
                </p:cNvPr>
                <p:cNvPicPr/>
                <p:nvPr/>
              </p:nvPicPr>
              <p:blipFill>
                <a:blip r:embed="rId138"/>
                <a:stretch>
                  <a:fillRect/>
                </a:stretch>
              </p:blipFill>
              <p:spPr>
                <a:xfrm>
                  <a:off x="672990" y="5267925"/>
                  <a:ext cx="36000" cy="197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5" name="Group 154">
            <a:extLst>
              <a:ext uri="{FF2B5EF4-FFF2-40B4-BE49-F238E27FC236}">
                <a16:creationId xmlns:a16="http://schemas.microsoft.com/office/drawing/2014/main" id="{277D6F8E-54D4-C7CB-498C-7070A79FFF8D}"/>
              </a:ext>
            </a:extLst>
          </p:cNvPr>
          <p:cNvGrpSpPr/>
          <p:nvPr/>
        </p:nvGrpSpPr>
        <p:grpSpPr>
          <a:xfrm>
            <a:off x="971070" y="5239845"/>
            <a:ext cx="100080" cy="82800"/>
            <a:chOff x="971070" y="5239845"/>
            <a:chExt cx="100080" cy="82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39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CC38FC55-D560-D23B-F717-2157EC002E21}"/>
                    </a:ext>
                  </a:extLst>
                </p14:cNvPr>
                <p14:cNvContentPartPr/>
                <p14:nvPr/>
              </p14:nvContentPartPr>
              <p14:xfrm>
                <a:off x="971070" y="5321925"/>
                <a:ext cx="87120" cy="360"/>
              </p14:xfrm>
            </p:contentPart>
          </mc:Choice>
          <mc:Fallback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CC38FC55-D560-D23B-F717-2157EC002E21}"/>
                    </a:ext>
                  </a:extLst>
                </p:cNvPr>
                <p:cNvPicPr/>
                <p:nvPr/>
              </p:nvPicPr>
              <p:blipFill>
                <a:blip r:embed="rId140"/>
                <a:stretch>
                  <a:fillRect/>
                </a:stretch>
              </p:blipFill>
              <p:spPr>
                <a:xfrm>
                  <a:off x="953070" y="5304285"/>
                  <a:ext cx="12276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1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01FE313A-16A1-7396-8F2A-99848F7D2E3D}"/>
                    </a:ext>
                  </a:extLst>
                </p14:cNvPr>
                <p14:cNvContentPartPr/>
                <p14:nvPr/>
              </p14:nvContentPartPr>
              <p14:xfrm>
                <a:off x="971070" y="5321925"/>
                <a:ext cx="360" cy="360"/>
              </p14:xfrm>
            </p:contentPart>
          </mc:Choice>
          <mc:Fallback>
            <p:pic>
              <p:nvPicPr>
                <p:cNvPr id="153" name="Ink 152">
                  <a:extLst>
                    <a:ext uri="{FF2B5EF4-FFF2-40B4-BE49-F238E27FC236}">
                      <a16:creationId xmlns:a16="http://schemas.microsoft.com/office/drawing/2014/main" id="{01FE313A-16A1-7396-8F2A-99848F7D2E3D}"/>
                    </a:ext>
                  </a:extLst>
                </p:cNvPr>
                <p:cNvPicPr/>
                <p:nvPr/>
              </p:nvPicPr>
              <p:blipFill>
                <a:blip r:embed="rId142"/>
                <a:stretch>
                  <a:fillRect/>
                </a:stretch>
              </p:blipFill>
              <p:spPr>
                <a:xfrm>
                  <a:off x="953070" y="5304285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3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8D16AE14-60C3-0B7F-2862-9FA545BBB76C}"/>
                    </a:ext>
                  </a:extLst>
                </p14:cNvPr>
                <p14:cNvContentPartPr/>
                <p14:nvPr/>
              </p14:nvContentPartPr>
              <p14:xfrm>
                <a:off x="971070" y="5239845"/>
                <a:ext cx="100080" cy="82800"/>
              </p14:xfrm>
            </p:contentPart>
          </mc:Choice>
          <mc:Fallback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8D16AE14-60C3-0B7F-2862-9FA545BBB76C}"/>
                    </a:ext>
                  </a:extLst>
                </p:cNvPr>
                <p:cNvPicPr/>
                <p:nvPr/>
              </p:nvPicPr>
              <p:blipFill>
                <a:blip r:embed="rId144"/>
                <a:stretch>
                  <a:fillRect/>
                </a:stretch>
              </p:blipFill>
              <p:spPr>
                <a:xfrm>
                  <a:off x="953070" y="5221845"/>
                  <a:ext cx="135720" cy="118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4" name="Group 163">
            <a:extLst>
              <a:ext uri="{FF2B5EF4-FFF2-40B4-BE49-F238E27FC236}">
                <a16:creationId xmlns:a16="http://schemas.microsoft.com/office/drawing/2014/main" id="{D354EAAE-4A97-C91C-B713-762B51DB621E}"/>
              </a:ext>
            </a:extLst>
          </p:cNvPr>
          <p:cNvGrpSpPr/>
          <p:nvPr/>
        </p:nvGrpSpPr>
        <p:grpSpPr>
          <a:xfrm>
            <a:off x="1388310" y="5050125"/>
            <a:ext cx="525960" cy="321840"/>
            <a:chOff x="1388310" y="5050125"/>
            <a:chExt cx="525960" cy="321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45">
              <p14:nvContentPartPr>
                <p14:cNvPr id="157" name="Ink 156">
                  <a:extLst>
                    <a:ext uri="{FF2B5EF4-FFF2-40B4-BE49-F238E27FC236}">
                      <a16:creationId xmlns:a16="http://schemas.microsoft.com/office/drawing/2014/main" id="{5F90BE40-80AE-118C-83C0-97118871A9A5}"/>
                    </a:ext>
                  </a:extLst>
                </p14:cNvPr>
                <p14:cNvContentPartPr/>
                <p14:nvPr/>
              </p14:nvContentPartPr>
              <p14:xfrm>
                <a:off x="1388310" y="5060925"/>
                <a:ext cx="72720" cy="300960"/>
              </p14:xfrm>
            </p:contentPart>
          </mc:Choice>
          <mc:Fallback>
            <p:pic>
              <p:nvPicPr>
                <p:cNvPr id="157" name="Ink 156">
                  <a:extLst>
                    <a:ext uri="{FF2B5EF4-FFF2-40B4-BE49-F238E27FC236}">
                      <a16:creationId xmlns:a16="http://schemas.microsoft.com/office/drawing/2014/main" id="{5F90BE40-80AE-118C-83C0-97118871A9A5}"/>
                    </a:ext>
                  </a:extLst>
                </p:cNvPr>
                <p:cNvPicPr/>
                <p:nvPr/>
              </p:nvPicPr>
              <p:blipFill>
                <a:blip r:embed="rId146"/>
                <a:stretch>
                  <a:fillRect/>
                </a:stretch>
              </p:blipFill>
              <p:spPr>
                <a:xfrm>
                  <a:off x="1370670" y="5043285"/>
                  <a:ext cx="108360" cy="33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7">
              <p14:nvContentPartPr>
                <p14:cNvPr id="158" name="Ink 157">
                  <a:extLst>
                    <a:ext uri="{FF2B5EF4-FFF2-40B4-BE49-F238E27FC236}">
                      <a16:creationId xmlns:a16="http://schemas.microsoft.com/office/drawing/2014/main" id="{80281020-AD81-464A-1A54-67D599786AF1}"/>
                    </a:ext>
                  </a:extLst>
                </p14:cNvPr>
                <p14:cNvContentPartPr/>
                <p14:nvPr/>
              </p14:nvContentPartPr>
              <p14:xfrm>
                <a:off x="1484790" y="5050125"/>
                <a:ext cx="92880" cy="314280"/>
              </p14:xfrm>
            </p:contentPart>
          </mc:Choice>
          <mc:Fallback>
            <p:pic>
              <p:nvPicPr>
                <p:cNvPr id="158" name="Ink 157">
                  <a:extLst>
                    <a:ext uri="{FF2B5EF4-FFF2-40B4-BE49-F238E27FC236}">
                      <a16:creationId xmlns:a16="http://schemas.microsoft.com/office/drawing/2014/main" id="{80281020-AD81-464A-1A54-67D599786AF1}"/>
                    </a:ext>
                  </a:extLst>
                </p:cNvPr>
                <p:cNvPicPr/>
                <p:nvPr/>
              </p:nvPicPr>
              <p:blipFill>
                <a:blip r:embed="rId148"/>
                <a:stretch>
                  <a:fillRect/>
                </a:stretch>
              </p:blipFill>
              <p:spPr>
                <a:xfrm>
                  <a:off x="1466790" y="5032485"/>
                  <a:ext cx="128520" cy="34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9">
              <p14:nvContentPartPr>
                <p14:cNvPr id="159" name="Ink 158">
                  <a:extLst>
                    <a:ext uri="{FF2B5EF4-FFF2-40B4-BE49-F238E27FC236}">
                      <a16:creationId xmlns:a16="http://schemas.microsoft.com/office/drawing/2014/main" id="{0B604B1B-A779-2626-810A-A37880275763}"/>
                    </a:ext>
                  </a:extLst>
                </p14:cNvPr>
                <p14:cNvContentPartPr/>
                <p14:nvPr/>
              </p14:nvContentPartPr>
              <p14:xfrm>
                <a:off x="1413870" y="5223285"/>
                <a:ext cx="107280" cy="25200"/>
              </p14:xfrm>
            </p:contentPart>
          </mc:Choice>
          <mc:Fallback>
            <p:pic>
              <p:nvPicPr>
                <p:cNvPr id="159" name="Ink 158">
                  <a:extLst>
                    <a:ext uri="{FF2B5EF4-FFF2-40B4-BE49-F238E27FC236}">
                      <a16:creationId xmlns:a16="http://schemas.microsoft.com/office/drawing/2014/main" id="{0B604B1B-A779-2626-810A-A37880275763}"/>
                    </a:ext>
                  </a:extLst>
                </p:cNvPr>
                <p:cNvPicPr/>
                <p:nvPr/>
              </p:nvPicPr>
              <p:blipFill>
                <a:blip r:embed="rId150"/>
                <a:stretch>
                  <a:fillRect/>
                </a:stretch>
              </p:blipFill>
              <p:spPr>
                <a:xfrm>
                  <a:off x="1395870" y="5205645"/>
                  <a:ext cx="142920" cy="6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1">
              <p14:nvContentPartPr>
                <p14:cNvPr id="160" name="Ink 159">
                  <a:extLst>
                    <a:ext uri="{FF2B5EF4-FFF2-40B4-BE49-F238E27FC236}">
                      <a16:creationId xmlns:a16="http://schemas.microsoft.com/office/drawing/2014/main" id="{E783B951-8924-2948-E904-E4521DB7491B}"/>
                    </a:ext>
                  </a:extLst>
                </p14:cNvPr>
                <p14:cNvContentPartPr/>
                <p14:nvPr/>
              </p14:nvContentPartPr>
              <p14:xfrm>
                <a:off x="1664070" y="5335965"/>
                <a:ext cx="7560" cy="19800"/>
              </p14:xfrm>
            </p:contentPart>
          </mc:Choice>
          <mc:Fallback>
            <p:pic>
              <p:nvPicPr>
                <p:cNvPr id="160" name="Ink 159">
                  <a:extLst>
                    <a:ext uri="{FF2B5EF4-FFF2-40B4-BE49-F238E27FC236}">
                      <a16:creationId xmlns:a16="http://schemas.microsoft.com/office/drawing/2014/main" id="{E783B951-8924-2948-E904-E4521DB7491B}"/>
                    </a:ext>
                  </a:extLst>
                </p:cNvPr>
                <p:cNvPicPr/>
                <p:nvPr/>
              </p:nvPicPr>
              <p:blipFill>
                <a:blip r:embed="rId152"/>
                <a:stretch>
                  <a:fillRect/>
                </a:stretch>
              </p:blipFill>
              <p:spPr>
                <a:xfrm>
                  <a:off x="1646070" y="5318325"/>
                  <a:ext cx="43200" cy="5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3">
              <p14:nvContentPartPr>
                <p14:cNvPr id="162" name="Ink 161">
                  <a:extLst>
                    <a:ext uri="{FF2B5EF4-FFF2-40B4-BE49-F238E27FC236}">
                      <a16:creationId xmlns:a16="http://schemas.microsoft.com/office/drawing/2014/main" id="{EDC017EF-9117-93A8-D40D-1051D801572B}"/>
                    </a:ext>
                  </a:extLst>
                </p14:cNvPr>
                <p14:cNvContentPartPr/>
                <p14:nvPr/>
              </p14:nvContentPartPr>
              <p14:xfrm>
                <a:off x="1782870" y="5082525"/>
                <a:ext cx="131400" cy="289440"/>
              </p14:xfrm>
            </p:contentPart>
          </mc:Choice>
          <mc:Fallback>
            <p:pic>
              <p:nvPicPr>
                <p:cNvPr id="162" name="Ink 161">
                  <a:extLst>
                    <a:ext uri="{FF2B5EF4-FFF2-40B4-BE49-F238E27FC236}">
                      <a16:creationId xmlns:a16="http://schemas.microsoft.com/office/drawing/2014/main" id="{EDC017EF-9117-93A8-D40D-1051D801572B}"/>
                    </a:ext>
                  </a:extLst>
                </p:cNvPr>
                <p:cNvPicPr/>
                <p:nvPr/>
              </p:nvPicPr>
              <p:blipFill>
                <a:blip r:embed="rId154"/>
                <a:stretch>
                  <a:fillRect/>
                </a:stretch>
              </p:blipFill>
              <p:spPr>
                <a:xfrm>
                  <a:off x="1765230" y="5064885"/>
                  <a:ext cx="167040" cy="3250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55">
            <p14:nvContentPartPr>
              <p14:cNvPr id="163" name="Ink 162">
                <a:extLst>
                  <a:ext uri="{FF2B5EF4-FFF2-40B4-BE49-F238E27FC236}">
                    <a16:creationId xmlns:a16="http://schemas.microsoft.com/office/drawing/2014/main" id="{D1D679DF-8652-DCEA-5B0E-A9A75C01D5FE}"/>
                  </a:ext>
                </a:extLst>
              </p14:cNvPr>
              <p14:cNvContentPartPr/>
              <p14:nvPr/>
            </p14:nvContentPartPr>
            <p14:xfrm>
              <a:off x="1741110" y="4945005"/>
              <a:ext cx="149400" cy="10080"/>
            </p14:xfrm>
          </p:contentPart>
        </mc:Choice>
        <mc:Fallback>
          <p:pic>
            <p:nvPicPr>
              <p:cNvPr id="163" name="Ink 162">
                <a:extLst>
                  <a:ext uri="{FF2B5EF4-FFF2-40B4-BE49-F238E27FC236}">
                    <a16:creationId xmlns:a16="http://schemas.microsoft.com/office/drawing/2014/main" id="{D1D679DF-8652-DCEA-5B0E-A9A75C01D5FE}"/>
                  </a:ext>
                </a:extLst>
              </p:cNvPr>
              <p:cNvPicPr/>
              <p:nvPr/>
            </p:nvPicPr>
            <p:blipFill>
              <a:blip r:embed="rId156"/>
              <a:stretch>
                <a:fillRect/>
              </a:stretch>
            </p:blipFill>
            <p:spPr>
              <a:xfrm>
                <a:off x="1723110" y="4927365"/>
                <a:ext cx="185040" cy="45720"/>
              </a:xfrm>
              <a:prstGeom prst="rect">
                <a:avLst/>
              </a:prstGeom>
            </p:spPr>
          </p:pic>
        </mc:Fallback>
      </mc:AlternateContent>
      <p:grpSp>
        <p:nvGrpSpPr>
          <p:cNvPr id="171" name="Group 170">
            <a:extLst>
              <a:ext uri="{FF2B5EF4-FFF2-40B4-BE49-F238E27FC236}">
                <a16:creationId xmlns:a16="http://schemas.microsoft.com/office/drawing/2014/main" id="{E3EA8A9B-1960-C149-698A-C26C1171C684}"/>
              </a:ext>
            </a:extLst>
          </p:cNvPr>
          <p:cNvGrpSpPr/>
          <p:nvPr/>
        </p:nvGrpSpPr>
        <p:grpSpPr>
          <a:xfrm>
            <a:off x="404430" y="5738445"/>
            <a:ext cx="471960" cy="490680"/>
            <a:chOff x="404430" y="5738445"/>
            <a:chExt cx="471960" cy="490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57">
              <p14:nvContentPartPr>
                <p14:cNvPr id="165" name="Ink 164">
                  <a:extLst>
                    <a:ext uri="{FF2B5EF4-FFF2-40B4-BE49-F238E27FC236}">
                      <a16:creationId xmlns:a16="http://schemas.microsoft.com/office/drawing/2014/main" id="{93D6358C-F7A0-B87F-2A91-8029592A6BED}"/>
                    </a:ext>
                  </a:extLst>
                </p14:cNvPr>
                <p14:cNvContentPartPr/>
                <p14:nvPr/>
              </p14:nvContentPartPr>
              <p14:xfrm>
                <a:off x="459510" y="5738445"/>
                <a:ext cx="94320" cy="330840"/>
              </p14:xfrm>
            </p:contentPart>
          </mc:Choice>
          <mc:Fallback>
            <p:pic>
              <p:nvPicPr>
                <p:cNvPr id="165" name="Ink 164">
                  <a:extLst>
                    <a:ext uri="{FF2B5EF4-FFF2-40B4-BE49-F238E27FC236}">
                      <a16:creationId xmlns:a16="http://schemas.microsoft.com/office/drawing/2014/main" id="{93D6358C-F7A0-B87F-2A91-8029592A6BED}"/>
                    </a:ext>
                  </a:extLst>
                </p:cNvPr>
                <p:cNvPicPr/>
                <p:nvPr/>
              </p:nvPicPr>
              <p:blipFill>
                <a:blip r:embed="rId158"/>
                <a:stretch>
                  <a:fillRect/>
                </a:stretch>
              </p:blipFill>
              <p:spPr>
                <a:xfrm>
                  <a:off x="441870" y="5720805"/>
                  <a:ext cx="129960" cy="36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9">
              <p14:nvContentPartPr>
                <p14:cNvPr id="166" name="Ink 165">
                  <a:extLst>
                    <a:ext uri="{FF2B5EF4-FFF2-40B4-BE49-F238E27FC236}">
                      <a16:creationId xmlns:a16="http://schemas.microsoft.com/office/drawing/2014/main" id="{5824B1B0-9883-35D8-A934-4C8314329254}"/>
                    </a:ext>
                  </a:extLst>
                </p14:cNvPr>
                <p14:cNvContentPartPr/>
                <p14:nvPr/>
              </p14:nvContentPartPr>
              <p14:xfrm>
                <a:off x="541590" y="5742045"/>
                <a:ext cx="117720" cy="352080"/>
              </p14:xfrm>
            </p:contentPart>
          </mc:Choice>
          <mc:Fallback>
            <p:pic>
              <p:nvPicPr>
                <p:cNvPr id="166" name="Ink 165">
                  <a:extLst>
                    <a:ext uri="{FF2B5EF4-FFF2-40B4-BE49-F238E27FC236}">
                      <a16:creationId xmlns:a16="http://schemas.microsoft.com/office/drawing/2014/main" id="{5824B1B0-9883-35D8-A934-4C8314329254}"/>
                    </a:ext>
                  </a:extLst>
                </p:cNvPr>
                <p:cNvPicPr/>
                <p:nvPr/>
              </p:nvPicPr>
              <p:blipFill>
                <a:blip r:embed="rId160"/>
                <a:stretch>
                  <a:fillRect/>
                </a:stretch>
              </p:blipFill>
              <p:spPr>
                <a:xfrm>
                  <a:off x="523590" y="5724405"/>
                  <a:ext cx="153360" cy="38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1">
              <p14:nvContentPartPr>
                <p14:cNvPr id="167" name="Ink 166">
                  <a:extLst>
                    <a:ext uri="{FF2B5EF4-FFF2-40B4-BE49-F238E27FC236}">
                      <a16:creationId xmlns:a16="http://schemas.microsoft.com/office/drawing/2014/main" id="{D0F9745C-42BC-596E-90BD-B09D76E713ED}"/>
                    </a:ext>
                  </a:extLst>
                </p14:cNvPr>
                <p14:cNvContentPartPr/>
                <p14:nvPr/>
              </p14:nvContentPartPr>
              <p14:xfrm>
                <a:off x="404430" y="5972805"/>
                <a:ext cx="217080" cy="37080"/>
              </p14:xfrm>
            </p:contentPart>
          </mc:Choice>
          <mc:Fallback>
            <p:pic>
              <p:nvPicPr>
                <p:cNvPr id="167" name="Ink 166">
                  <a:extLst>
                    <a:ext uri="{FF2B5EF4-FFF2-40B4-BE49-F238E27FC236}">
                      <a16:creationId xmlns:a16="http://schemas.microsoft.com/office/drawing/2014/main" id="{D0F9745C-42BC-596E-90BD-B09D76E713ED}"/>
                    </a:ext>
                  </a:extLst>
                </p:cNvPr>
                <p:cNvPicPr/>
                <p:nvPr/>
              </p:nvPicPr>
              <p:blipFill>
                <a:blip r:embed="rId162"/>
                <a:stretch>
                  <a:fillRect/>
                </a:stretch>
              </p:blipFill>
              <p:spPr>
                <a:xfrm>
                  <a:off x="386430" y="5954805"/>
                  <a:ext cx="252720" cy="7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3">
              <p14:nvContentPartPr>
                <p14:cNvPr id="168" name="Ink 167">
                  <a:extLst>
                    <a:ext uri="{FF2B5EF4-FFF2-40B4-BE49-F238E27FC236}">
                      <a16:creationId xmlns:a16="http://schemas.microsoft.com/office/drawing/2014/main" id="{BAE38218-48F1-8BEB-6B9E-2A096430D999}"/>
                    </a:ext>
                  </a:extLst>
                </p14:cNvPr>
                <p14:cNvContentPartPr/>
                <p14:nvPr/>
              </p14:nvContentPartPr>
              <p14:xfrm>
                <a:off x="783150" y="6115365"/>
                <a:ext cx="93240" cy="113760"/>
              </p14:xfrm>
            </p:contentPart>
          </mc:Choice>
          <mc:Fallback>
            <p:pic>
              <p:nvPicPr>
                <p:cNvPr id="168" name="Ink 167">
                  <a:extLst>
                    <a:ext uri="{FF2B5EF4-FFF2-40B4-BE49-F238E27FC236}">
                      <a16:creationId xmlns:a16="http://schemas.microsoft.com/office/drawing/2014/main" id="{BAE38218-48F1-8BEB-6B9E-2A096430D999}"/>
                    </a:ext>
                  </a:extLst>
                </p:cNvPr>
                <p:cNvPicPr/>
                <p:nvPr/>
              </p:nvPicPr>
              <p:blipFill>
                <a:blip r:embed="rId164"/>
                <a:stretch>
                  <a:fillRect/>
                </a:stretch>
              </p:blipFill>
              <p:spPr>
                <a:xfrm>
                  <a:off x="765510" y="6097365"/>
                  <a:ext cx="128880" cy="1494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65">
            <p14:nvContentPartPr>
              <p14:cNvPr id="169" name="Ink 168">
                <a:extLst>
                  <a:ext uri="{FF2B5EF4-FFF2-40B4-BE49-F238E27FC236}">
                    <a16:creationId xmlns:a16="http://schemas.microsoft.com/office/drawing/2014/main" id="{B36A6397-3EEB-84BD-0242-03FF47B28724}"/>
                  </a:ext>
                </a:extLst>
              </p14:cNvPr>
              <p14:cNvContentPartPr/>
              <p14:nvPr/>
            </p14:nvContentPartPr>
            <p14:xfrm>
              <a:off x="1216230" y="6045165"/>
              <a:ext cx="100080" cy="2520"/>
            </p14:xfrm>
          </p:contentPart>
        </mc:Choice>
        <mc:Fallback>
          <p:pic>
            <p:nvPicPr>
              <p:cNvPr id="169" name="Ink 168">
                <a:extLst>
                  <a:ext uri="{FF2B5EF4-FFF2-40B4-BE49-F238E27FC236}">
                    <a16:creationId xmlns:a16="http://schemas.microsoft.com/office/drawing/2014/main" id="{B36A6397-3EEB-84BD-0242-03FF47B28724}"/>
                  </a:ext>
                </a:extLst>
              </p:cNvPr>
              <p:cNvPicPr/>
              <p:nvPr/>
            </p:nvPicPr>
            <p:blipFill>
              <a:blip r:embed="rId166"/>
              <a:stretch>
                <a:fillRect/>
              </a:stretch>
            </p:blipFill>
            <p:spPr>
              <a:xfrm>
                <a:off x="1198590" y="6027525"/>
                <a:ext cx="135720" cy="38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7">
            <p14:nvContentPartPr>
              <p14:cNvPr id="170" name="Ink 169">
                <a:extLst>
                  <a:ext uri="{FF2B5EF4-FFF2-40B4-BE49-F238E27FC236}">
                    <a16:creationId xmlns:a16="http://schemas.microsoft.com/office/drawing/2014/main" id="{ADEA0D7E-330E-324D-6EBA-66F5A6CFAEE5}"/>
                  </a:ext>
                </a:extLst>
              </p14:cNvPr>
              <p14:cNvContentPartPr/>
              <p14:nvPr/>
            </p14:nvContentPartPr>
            <p14:xfrm>
              <a:off x="1222350" y="5941125"/>
              <a:ext cx="91800" cy="3600"/>
            </p14:xfrm>
          </p:contentPart>
        </mc:Choice>
        <mc:Fallback>
          <p:pic>
            <p:nvPicPr>
              <p:cNvPr id="170" name="Ink 169">
                <a:extLst>
                  <a:ext uri="{FF2B5EF4-FFF2-40B4-BE49-F238E27FC236}">
                    <a16:creationId xmlns:a16="http://schemas.microsoft.com/office/drawing/2014/main" id="{ADEA0D7E-330E-324D-6EBA-66F5A6CFAEE5}"/>
                  </a:ext>
                </a:extLst>
              </p:cNvPr>
              <p:cNvPicPr/>
              <p:nvPr/>
            </p:nvPicPr>
            <p:blipFill>
              <a:blip r:embed="rId168"/>
              <a:stretch>
                <a:fillRect/>
              </a:stretch>
            </p:blipFill>
            <p:spPr>
              <a:xfrm>
                <a:off x="1204710" y="5923485"/>
                <a:ext cx="127440" cy="39240"/>
              </a:xfrm>
              <a:prstGeom prst="rect">
                <a:avLst/>
              </a:prstGeom>
            </p:spPr>
          </p:pic>
        </mc:Fallback>
      </mc:AlternateContent>
      <p:grpSp>
        <p:nvGrpSpPr>
          <p:cNvPr id="178" name="Group 177">
            <a:extLst>
              <a:ext uri="{FF2B5EF4-FFF2-40B4-BE49-F238E27FC236}">
                <a16:creationId xmlns:a16="http://schemas.microsoft.com/office/drawing/2014/main" id="{98B2FC4C-441E-E210-0C53-5F3F1143B6C2}"/>
              </a:ext>
            </a:extLst>
          </p:cNvPr>
          <p:cNvGrpSpPr/>
          <p:nvPr/>
        </p:nvGrpSpPr>
        <p:grpSpPr>
          <a:xfrm>
            <a:off x="1600350" y="5745285"/>
            <a:ext cx="481320" cy="375120"/>
            <a:chOff x="1600350" y="5745285"/>
            <a:chExt cx="481320" cy="375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69">
              <p14:nvContentPartPr>
                <p14:cNvPr id="172" name="Ink 171">
                  <a:extLst>
                    <a:ext uri="{FF2B5EF4-FFF2-40B4-BE49-F238E27FC236}">
                      <a16:creationId xmlns:a16="http://schemas.microsoft.com/office/drawing/2014/main" id="{B4D16857-BD0A-50BB-3423-275F073AE071}"/>
                    </a:ext>
                  </a:extLst>
                </p14:cNvPr>
                <p14:cNvContentPartPr/>
                <p14:nvPr/>
              </p14:nvContentPartPr>
              <p14:xfrm>
                <a:off x="1615830" y="5817645"/>
                <a:ext cx="66240" cy="287280"/>
              </p14:xfrm>
            </p:contentPart>
          </mc:Choice>
          <mc:Fallback>
            <p:pic>
              <p:nvPicPr>
                <p:cNvPr id="172" name="Ink 171">
                  <a:extLst>
                    <a:ext uri="{FF2B5EF4-FFF2-40B4-BE49-F238E27FC236}">
                      <a16:creationId xmlns:a16="http://schemas.microsoft.com/office/drawing/2014/main" id="{B4D16857-BD0A-50BB-3423-275F073AE071}"/>
                    </a:ext>
                  </a:extLst>
                </p:cNvPr>
                <p:cNvPicPr/>
                <p:nvPr/>
              </p:nvPicPr>
              <p:blipFill>
                <a:blip r:embed="rId170"/>
                <a:stretch>
                  <a:fillRect/>
                </a:stretch>
              </p:blipFill>
              <p:spPr>
                <a:xfrm>
                  <a:off x="1597830" y="5799645"/>
                  <a:ext cx="101880" cy="32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1">
              <p14:nvContentPartPr>
                <p14:cNvPr id="173" name="Ink 172">
                  <a:extLst>
                    <a:ext uri="{FF2B5EF4-FFF2-40B4-BE49-F238E27FC236}">
                      <a16:creationId xmlns:a16="http://schemas.microsoft.com/office/drawing/2014/main" id="{294C886B-B355-35CA-16EF-03232FCB1135}"/>
                    </a:ext>
                  </a:extLst>
                </p14:cNvPr>
                <p14:cNvContentPartPr/>
                <p14:nvPr/>
              </p14:nvContentPartPr>
              <p14:xfrm>
                <a:off x="1651830" y="5806125"/>
                <a:ext cx="154440" cy="314280"/>
              </p14:xfrm>
            </p:contentPart>
          </mc:Choice>
          <mc:Fallback>
            <p:pic>
              <p:nvPicPr>
                <p:cNvPr id="173" name="Ink 172">
                  <a:extLst>
                    <a:ext uri="{FF2B5EF4-FFF2-40B4-BE49-F238E27FC236}">
                      <a16:creationId xmlns:a16="http://schemas.microsoft.com/office/drawing/2014/main" id="{294C886B-B355-35CA-16EF-03232FCB1135}"/>
                    </a:ext>
                  </a:extLst>
                </p:cNvPr>
                <p:cNvPicPr/>
                <p:nvPr/>
              </p:nvPicPr>
              <p:blipFill>
                <a:blip r:embed="rId172"/>
                <a:stretch>
                  <a:fillRect/>
                </a:stretch>
              </p:blipFill>
              <p:spPr>
                <a:xfrm>
                  <a:off x="1634190" y="5788125"/>
                  <a:ext cx="190080" cy="34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3">
              <p14:nvContentPartPr>
                <p14:cNvPr id="174" name="Ink 173">
                  <a:extLst>
                    <a:ext uri="{FF2B5EF4-FFF2-40B4-BE49-F238E27FC236}">
                      <a16:creationId xmlns:a16="http://schemas.microsoft.com/office/drawing/2014/main" id="{930D2A5D-492B-F73F-2B7F-17B2D98FD885}"/>
                    </a:ext>
                  </a:extLst>
                </p14:cNvPr>
                <p14:cNvContentPartPr/>
                <p14:nvPr/>
              </p14:nvContentPartPr>
              <p14:xfrm>
                <a:off x="1600350" y="5994405"/>
                <a:ext cx="156600" cy="16560"/>
              </p14:xfrm>
            </p:contentPart>
          </mc:Choice>
          <mc:Fallback>
            <p:pic>
              <p:nvPicPr>
                <p:cNvPr id="174" name="Ink 173">
                  <a:extLst>
                    <a:ext uri="{FF2B5EF4-FFF2-40B4-BE49-F238E27FC236}">
                      <a16:creationId xmlns:a16="http://schemas.microsoft.com/office/drawing/2014/main" id="{930D2A5D-492B-F73F-2B7F-17B2D98FD885}"/>
                    </a:ext>
                  </a:extLst>
                </p:cNvPr>
                <p:cNvPicPr/>
                <p:nvPr/>
              </p:nvPicPr>
              <p:blipFill>
                <a:blip r:embed="rId174"/>
                <a:stretch>
                  <a:fillRect/>
                </a:stretch>
              </p:blipFill>
              <p:spPr>
                <a:xfrm>
                  <a:off x="1582350" y="5976405"/>
                  <a:ext cx="192240" cy="5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5">
              <p14:nvContentPartPr>
                <p14:cNvPr id="175" name="Ink 174">
                  <a:extLst>
                    <a:ext uri="{FF2B5EF4-FFF2-40B4-BE49-F238E27FC236}">
                      <a16:creationId xmlns:a16="http://schemas.microsoft.com/office/drawing/2014/main" id="{9CB3735B-1B9A-9159-EBD7-FDBBC119753D}"/>
                    </a:ext>
                  </a:extLst>
                </p14:cNvPr>
                <p14:cNvContentPartPr/>
                <p14:nvPr/>
              </p14:nvContentPartPr>
              <p14:xfrm>
                <a:off x="1615830" y="5745285"/>
                <a:ext cx="167760" cy="7920"/>
              </p14:xfrm>
            </p:contentPart>
          </mc:Choice>
          <mc:Fallback>
            <p:pic>
              <p:nvPicPr>
                <p:cNvPr id="175" name="Ink 174">
                  <a:extLst>
                    <a:ext uri="{FF2B5EF4-FFF2-40B4-BE49-F238E27FC236}">
                      <a16:creationId xmlns:a16="http://schemas.microsoft.com/office/drawing/2014/main" id="{9CB3735B-1B9A-9159-EBD7-FDBBC119753D}"/>
                    </a:ext>
                  </a:extLst>
                </p:cNvPr>
                <p:cNvPicPr/>
                <p:nvPr/>
              </p:nvPicPr>
              <p:blipFill>
                <a:blip r:embed="rId176"/>
                <a:stretch>
                  <a:fillRect/>
                </a:stretch>
              </p:blipFill>
              <p:spPr>
                <a:xfrm>
                  <a:off x="1597830" y="5727645"/>
                  <a:ext cx="203400" cy="4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7">
              <p14:nvContentPartPr>
                <p14:cNvPr id="176" name="Ink 175">
                  <a:extLst>
                    <a:ext uri="{FF2B5EF4-FFF2-40B4-BE49-F238E27FC236}">
                      <a16:creationId xmlns:a16="http://schemas.microsoft.com/office/drawing/2014/main" id="{78628D0C-C894-CC37-6BEE-032BB02CA80A}"/>
                    </a:ext>
                  </a:extLst>
                </p14:cNvPr>
                <p14:cNvContentPartPr/>
                <p14:nvPr/>
              </p14:nvContentPartPr>
              <p14:xfrm>
                <a:off x="1881870" y="6052725"/>
                <a:ext cx="7560" cy="24120"/>
              </p14:xfrm>
            </p:contentPart>
          </mc:Choice>
          <mc:Fallback>
            <p:pic>
              <p:nvPicPr>
                <p:cNvPr id="176" name="Ink 175">
                  <a:extLst>
                    <a:ext uri="{FF2B5EF4-FFF2-40B4-BE49-F238E27FC236}">
                      <a16:creationId xmlns:a16="http://schemas.microsoft.com/office/drawing/2014/main" id="{78628D0C-C894-CC37-6BEE-032BB02CA80A}"/>
                    </a:ext>
                  </a:extLst>
                </p:cNvPr>
                <p:cNvPicPr/>
                <p:nvPr/>
              </p:nvPicPr>
              <p:blipFill>
                <a:blip r:embed="rId178"/>
                <a:stretch>
                  <a:fillRect/>
                </a:stretch>
              </p:blipFill>
              <p:spPr>
                <a:xfrm>
                  <a:off x="1863870" y="6035085"/>
                  <a:ext cx="43200" cy="5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9">
              <p14:nvContentPartPr>
                <p14:cNvPr id="177" name="Ink 176">
                  <a:extLst>
                    <a:ext uri="{FF2B5EF4-FFF2-40B4-BE49-F238E27FC236}">
                      <a16:creationId xmlns:a16="http://schemas.microsoft.com/office/drawing/2014/main" id="{5E0C170A-7C11-888E-4F1E-5A225E602976}"/>
                    </a:ext>
                  </a:extLst>
                </p14:cNvPr>
                <p14:cNvContentPartPr/>
                <p14:nvPr/>
              </p14:nvContentPartPr>
              <p14:xfrm>
                <a:off x="1957470" y="5793165"/>
                <a:ext cx="124200" cy="252000"/>
              </p14:xfrm>
            </p:contentPart>
          </mc:Choice>
          <mc:Fallback>
            <p:pic>
              <p:nvPicPr>
                <p:cNvPr id="177" name="Ink 176">
                  <a:extLst>
                    <a:ext uri="{FF2B5EF4-FFF2-40B4-BE49-F238E27FC236}">
                      <a16:creationId xmlns:a16="http://schemas.microsoft.com/office/drawing/2014/main" id="{5E0C170A-7C11-888E-4F1E-5A225E602976}"/>
                    </a:ext>
                  </a:extLst>
                </p:cNvPr>
                <p:cNvPicPr/>
                <p:nvPr/>
              </p:nvPicPr>
              <p:blipFill>
                <a:blip r:embed="rId180"/>
                <a:stretch>
                  <a:fillRect/>
                </a:stretch>
              </p:blipFill>
              <p:spPr>
                <a:xfrm>
                  <a:off x="1939830" y="5775525"/>
                  <a:ext cx="159840" cy="287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0" name="Group 189">
            <a:extLst>
              <a:ext uri="{FF2B5EF4-FFF2-40B4-BE49-F238E27FC236}">
                <a16:creationId xmlns:a16="http://schemas.microsoft.com/office/drawing/2014/main" id="{83574772-5B63-9EE1-272F-534732563387}"/>
              </a:ext>
            </a:extLst>
          </p:cNvPr>
          <p:cNvGrpSpPr/>
          <p:nvPr/>
        </p:nvGrpSpPr>
        <p:grpSpPr>
          <a:xfrm>
            <a:off x="3266430" y="4212045"/>
            <a:ext cx="963000" cy="399240"/>
            <a:chOff x="3266430" y="4212045"/>
            <a:chExt cx="963000" cy="399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81">
              <p14:nvContentPartPr>
                <p14:cNvPr id="179" name="Ink 178">
                  <a:extLst>
                    <a:ext uri="{FF2B5EF4-FFF2-40B4-BE49-F238E27FC236}">
                      <a16:creationId xmlns:a16="http://schemas.microsoft.com/office/drawing/2014/main" id="{5C23DAAA-B045-35FA-3064-0869697C9E66}"/>
                    </a:ext>
                  </a:extLst>
                </p14:cNvPr>
                <p14:cNvContentPartPr/>
                <p14:nvPr/>
              </p14:nvContentPartPr>
              <p14:xfrm>
                <a:off x="3301350" y="4261365"/>
                <a:ext cx="105120" cy="312480"/>
              </p14:xfrm>
            </p:contentPart>
          </mc:Choice>
          <mc:Fallback>
            <p:pic>
              <p:nvPicPr>
                <p:cNvPr id="179" name="Ink 178">
                  <a:extLst>
                    <a:ext uri="{FF2B5EF4-FFF2-40B4-BE49-F238E27FC236}">
                      <a16:creationId xmlns:a16="http://schemas.microsoft.com/office/drawing/2014/main" id="{5C23DAAA-B045-35FA-3064-0869697C9E66}"/>
                    </a:ext>
                  </a:extLst>
                </p:cNvPr>
                <p:cNvPicPr/>
                <p:nvPr/>
              </p:nvPicPr>
              <p:blipFill>
                <a:blip r:embed="rId182"/>
                <a:stretch>
                  <a:fillRect/>
                </a:stretch>
              </p:blipFill>
              <p:spPr>
                <a:xfrm>
                  <a:off x="3283350" y="4243365"/>
                  <a:ext cx="140760" cy="34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3">
              <p14:nvContentPartPr>
                <p14:cNvPr id="180" name="Ink 179">
                  <a:extLst>
                    <a:ext uri="{FF2B5EF4-FFF2-40B4-BE49-F238E27FC236}">
                      <a16:creationId xmlns:a16="http://schemas.microsoft.com/office/drawing/2014/main" id="{B24DAFE3-BA6C-4226-01F5-9832BC8372A6}"/>
                    </a:ext>
                  </a:extLst>
                </p14:cNvPr>
                <p14:cNvContentPartPr/>
                <p14:nvPr/>
              </p14:nvContentPartPr>
              <p14:xfrm>
                <a:off x="3354270" y="4212045"/>
                <a:ext cx="113400" cy="364320"/>
              </p14:xfrm>
            </p:contentPart>
          </mc:Choice>
          <mc:Fallback>
            <p:pic>
              <p:nvPicPr>
                <p:cNvPr id="180" name="Ink 179">
                  <a:extLst>
                    <a:ext uri="{FF2B5EF4-FFF2-40B4-BE49-F238E27FC236}">
                      <a16:creationId xmlns:a16="http://schemas.microsoft.com/office/drawing/2014/main" id="{B24DAFE3-BA6C-4226-01F5-9832BC8372A6}"/>
                    </a:ext>
                  </a:extLst>
                </p:cNvPr>
                <p:cNvPicPr/>
                <p:nvPr/>
              </p:nvPicPr>
              <p:blipFill>
                <a:blip r:embed="rId184"/>
                <a:stretch>
                  <a:fillRect/>
                </a:stretch>
              </p:blipFill>
              <p:spPr>
                <a:xfrm>
                  <a:off x="3336630" y="4194405"/>
                  <a:ext cx="149040" cy="39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5">
              <p14:nvContentPartPr>
                <p14:cNvPr id="181" name="Ink 180">
                  <a:extLst>
                    <a:ext uri="{FF2B5EF4-FFF2-40B4-BE49-F238E27FC236}">
                      <a16:creationId xmlns:a16="http://schemas.microsoft.com/office/drawing/2014/main" id="{4FC7CE23-A572-9F93-6F8F-FB0270401F92}"/>
                    </a:ext>
                  </a:extLst>
                </p14:cNvPr>
                <p14:cNvContentPartPr/>
                <p14:nvPr/>
              </p14:nvContentPartPr>
              <p14:xfrm>
                <a:off x="3266430" y="4460085"/>
                <a:ext cx="165240" cy="17640"/>
              </p14:xfrm>
            </p:contentPart>
          </mc:Choice>
          <mc:Fallback>
            <p:pic>
              <p:nvPicPr>
                <p:cNvPr id="181" name="Ink 180">
                  <a:extLst>
                    <a:ext uri="{FF2B5EF4-FFF2-40B4-BE49-F238E27FC236}">
                      <a16:creationId xmlns:a16="http://schemas.microsoft.com/office/drawing/2014/main" id="{4FC7CE23-A572-9F93-6F8F-FB0270401F92}"/>
                    </a:ext>
                  </a:extLst>
                </p:cNvPr>
                <p:cNvPicPr/>
                <p:nvPr/>
              </p:nvPicPr>
              <p:blipFill>
                <a:blip r:embed="rId186"/>
                <a:stretch>
                  <a:fillRect/>
                </a:stretch>
              </p:blipFill>
              <p:spPr>
                <a:xfrm>
                  <a:off x="3248790" y="4442445"/>
                  <a:ext cx="200880" cy="5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7">
              <p14:nvContentPartPr>
                <p14:cNvPr id="183" name="Ink 182">
                  <a:extLst>
                    <a:ext uri="{FF2B5EF4-FFF2-40B4-BE49-F238E27FC236}">
                      <a16:creationId xmlns:a16="http://schemas.microsoft.com/office/drawing/2014/main" id="{4B34B5C5-95C9-549A-9203-5E0DC86891AC}"/>
                    </a:ext>
                  </a:extLst>
                </p14:cNvPr>
                <p14:cNvContentPartPr/>
                <p14:nvPr/>
              </p14:nvContentPartPr>
              <p14:xfrm>
                <a:off x="3636870" y="4421925"/>
                <a:ext cx="182160" cy="20160"/>
              </p14:xfrm>
            </p:contentPart>
          </mc:Choice>
          <mc:Fallback>
            <p:pic>
              <p:nvPicPr>
                <p:cNvPr id="183" name="Ink 182">
                  <a:extLst>
                    <a:ext uri="{FF2B5EF4-FFF2-40B4-BE49-F238E27FC236}">
                      <a16:creationId xmlns:a16="http://schemas.microsoft.com/office/drawing/2014/main" id="{4B34B5C5-95C9-549A-9203-5E0DC86891AC}"/>
                    </a:ext>
                  </a:extLst>
                </p:cNvPr>
                <p:cNvPicPr/>
                <p:nvPr/>
              </p:nvPicPr>
              <p:blipFill>
                <a:blip r:embed="rId188"/>
                <a:stretch>
                  <a:fillRect/>
                </a:stretch>
              </p:blipFill>
              <p:spPr>
                <a:xfrm>
                  <a:off x="3619230" y="4404285"/>
                  <a:ext cx="217800" cy="5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9">
              <p14:nvContentPartPr>
                <p14:cNvPr id="184" name="Ink 183">
                  <a:extLst>
                    <a:ext uri="{FF2B5EF4-FFF2-40B4-BE49-F238E27FC236}">
                      <a16:creationId xmlns:a16="http://schemas.microsoft.com/office/drawing/2014/main" id="{21F63F17-DB00-EA4E-8FA0-DDD03968BDE6}"/>
                    </a:ext>
                  </a:extLst>
                </p14:cNvPr>
                <p14:cNvContentPartPr/>
                <p14:nvPr/>
              </p14:nvContentPartPr>
              <p14:xfrm>
                <a:off x="3716430" y="4345245"/>
                <a:ext cx="18360" cy="188640"/>
              </p14:xfrm>
            </p:contentPart>
          </mc:Choice>
          <mc:Fallback>
            <p:pic>
              <p:nvPicPr>
                <p:cNvPr id="184" name="Ink 183">
                  <a:extLst>
                    <a:ext uri="{FF2B5EF4-FFF2-40B4-BE49-F238E27FC236}">
                      <a16:creationId xmlns:a16="http://schemas.microsoft.com/office/drawing/2014/main" id="{21F63F17-DB00-EA4E-8FA0-DDD03968BDE6}"/>
                    </a:ext>
                  </a:extLst>
                </p:cNvPr>
                <p:cNvPicPr/>
                <p:nvPr/>
              </p:nvPicPr>
              <p:blipFill>
                <a:blip r:embed="rId190"/>
                <a:stretch>
                  <a:fillRect/>
                </a:stretch>
              </p:blipFill>
              <p:spPr>
                <a:xfrm>
                  <a:off x="3698430" y="4327245"/>
                  <a:ext cx="54000" cy="22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1">
              <p14:nvContentPartPr>
                <p14:cNvPr id="185" name="Ink 184">
                  <a:extLst>
                    <a:ext uri="{FF2B5EF4-FFF2-40B4-BE49-F238E27FC236}">
                      <a16:creationId xmlns:a16="http://schemas.microsoft.com/office/drawing/2014/main" id="{6A80F83E-F98D-9952-91EE-0379241298DC}"/>
                    </a:ext>
                  </a:extLst>
                </p14:cNvPr>
                <p14:cNvContentPartPr/>
                <p14:nvPr/>
              </p14:nvContentPartPr>
              <p14:xfrm>
                <a:off x="3879870" y="4356045"/>
                <a:ext cx="5040" cy="1440"/>
              </p14:xfrm>
            </p:contentPart>
          </mc:Choice>
          <mc:Fallback>
            <p:pic>
              <p:nvPicPr>
                <p:cNvPr id="185" name="Ink 184">
                  <a:extLst>
                    <a:ext uri="{FF2B5EF4-FFF2-40B4-BE49-F238E27FC236}">
                      <a16:creationId xmlns:a16="http://schemas.microsoft.com/office/drawing/2014/main" id="{6A80F83E-F98D-9952-91EE-0379241298DC}"/>
                    </a:ext>
                  </a:extLst>
                </p:cNvPr>
                <p:cNvPicPr/>
                <p:nvPr/>
              </p:nvPicPr>
              <p:blipFill>
                <a:blip r:embed="rId192"/>
                <a:stretch>
                  <a:fillRect/>
                </a:stretch>
              </p:blipFill>
              <p:spPr>
                <a:xfrm>
                  <a:off x="3862230" y="4338405"/>
                  <a:ext cx="40680" cy="3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3">
              <p14:nvContentPartPr>
                <p14:cNvPr id="187" name="Ink 186">
                  <a:extLst>
                    <a:ext uri="{FF2B5EF4-FFF2-40B4-BE49-F238E27FC236}">
                      <a16:creationId xmlns:a16="http://schemas.microsoft.com/office/drawing/2014/main" id="{2EB481A2-5A63-F159-FA59-A7EDABF1232F}"/>
                    </a:ext>
                  </a:extLst>
                </p14:cNvPr>
                <p14:cNvContentPartPr/>
                <p14:nvPr/>
              </p14:nvContentPartPr>
              <p14:xfrm>
                <a:off x="3551550" y="4240125"/>
                <a:ext cx="360360" cy="371160"/>
              </p14:xfrm>
            </p:contentPart>
          </mc:Choice>
          <mc:Fallback>
            <p:pic>
              <p:nvPicPr>
                <p:cNvPr id="187" name="Ink 186">
                  <a:extLst>
                    <a:ext uri="{FF2B5EF4-FFF2-40B4-BE49-F238E27FC236}">
                      <a16:creationId xmlns:a16="http://schemas.microsoft.com/office/drawing/2014/main" id="{2EB481A2-5A63-F159-FA59-A7EDABF1232F}"/>
                    </a:ext>
                  </a:extLst>
                </p:cNvPr>
                <p:cNvPicPr/>
                <p:nvPr/>
              </p:nvPicPr>
              <p:blipFill>
                <a:blip r:embed="rId194"/>
                <a:stretch>
                  <a:fillRect/>
                </a:stretch>
              </p:blipFill>
              <p:spPr>
                <a:xfrm>
                  <a:off x="3533910" y="4222125"/>
                  <a:ext cx="396000" cy="40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5">
              <p14:nvContentPartPr>
                <p14:cNvPr id="188" name="Ink 187">
                  <a:extLst>
                    <a:ext uri="{FF2B5EF4-FFF2-40B4-BE49-F238E27FC236}">
                      <a16:creationId xmlns:a16="http://schemas.microsoft.com/office/drawing/2014/main" id="{B8BFC1AE-3A8B-73A5-87DC-BE403F862897}"/>
                    </a:ext>
                  </a:extLst>
                </p14:cNvPr>
                <p14:cNvContentPartPr/>
                <p14:nvPr/>
              </p14:nvContentPartPr>
              <p14:xfrm>
                <a:off x="4078590" y="4241565"/>
                <a:ext cx="150840" cy="317880"/>
              </p14:xfrm>
            </p:contentPart>
          </mc:Choice>
          <mc:Fallback>
            <p:pic>
              <p:nvPicPr>
                <p:cNvPr id="188" name="Ink 187">
                  <a:extLst>
                    <a:ext uri="{FF2B5EF4-FFF2-40B4-BE49-F238E27FC236}">
                      <a16:creationId xmlns:a16="http://schemas.microsoft.com/office/drawing/2014/main" id="{B8BFC1AE-3A8B-73A5-87DC-BE403F862897}"/>
                    </a:ext>
                  </a:extLst>
                </p:cNvPr>
                <p:cNvPicPr/>
                <p:nvPr/>
              </p:nvPicPr>
              <p:blipFill>
                <a:blip r:embed="rId196"/>
                <a:stretch>
                  <a:fillRect/>
                </a:stretch>
              </p:blipFill>
              <p:spPr>
                <a:xfrm>
                  <a:off x="4060590" y="4223565"/>
                  <a:ext cx="186480" cy="3535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97">
            <p14:nvContentPartPr>
              <p14:cNvPr id="189" name="Ink 188">
                <a:extLst>
                  <a:ext uri="{FF2B5EF4-FFF2-40B4-BE49-F238E27FC236}">
                    <a16:creationId xmlns:a16="http://schemas.microsoft.com/office/drawing/2014/main" id="{2171D1A8-49A5-2425-39FC-7FF814A9662B}"/>
                  </a:ext>
                </a:extLst>
              </p14:cNvPr>
              <p14:cNvContentPartPr/>
              <p14:nvPr/>
            </p14:nvContentPartPr>
            <p14:xfrm>
              <a:off x="3378390" y="4065885"/>
              <a:ext cx="841320" cy="54360"/>
            </p14:xfrm>
          </p:contentPart>
        </mc:Choice>
        <mc:Fallback>
          <p:pic>
            <p:nvPicPr>
              <p:cNvPr id="189" name="Ink 188">
                <a:extLst>
                  <a:ext uri="{FF2B5EF4-FFF2-40B4-BE49-F238E27FC236}">
                    <a16:creationId xmlns:a16="http://schemas.microsoft.com/office/drawing/2014/main" id="{2171D1A8-49A5-2425-39FC-7FF814A9662B}"/>
                  </a:ext>
                </a:extLst>
              </p:cNvPr>
              <p:cNvPicPr/>
              <p:nvPr/>
            </p:nvPicPr>
            <p:blipFill>
              <a:blip r:embed="rId198"/>
              <a:stretch>
                <a:fillRect/>
              </a:stretch>
            </p:blipFill>
            <p:spPr>
              <a:xfrm>
                <a:off x="3360390" y="4048245"/>
                <a:ext cx="876960" cy="90000"/>
              </a:xfrm>
              <a:prstGeom prst="rect">
                <a:avLst/>
              </a:prstGeom>
            </p:spPr>
          </p:pic>
        </mc:Fallback>
      </mc:AlternateContent>
      <p:grpSp>
        <p:nvGrpSpPr>
          <p:cNvPr id="250" name="Group 249">
            <a:extLst>
              <a:ext uri="{FF2B5EF4-FFF2-40B4-BE49-F238E27FC236}">
                <a16:creationId xmlns:a16="http://schemas.microsoft.com/office/drawing/2014/main" id="{FD254FB3-CA7E-0390-E337-745F2134D3CB}"/>
              </a:ext>
            </a:extLst>
          </p:cNvPr>
          <p:cNvGrpSpPr/>
          <p:nvPr/>
        </p:nvGrpSpPr>
        <p:grpSpPr>
          <a:xfrm>
            <a:off x="9006195" y="193717"/>
            <a:ext cx="1635480" cy="1508400"/>
            <a:chOff x="9006195" y="193717"/>
            <a:chExt cx="1635480" cy="1508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99">
              <p14:nvContentPartPr>
                <p14:cNvPr id="222" name="Ink 221">
                  <a:extLst>
                    <a:ext uri="{FF2B5EF4-FFF2-40B4-BE49-F238E27FC236}">
                      <a16:creationId xmlns:a16="http://schemas.microsoft.com/office/drawing/2014/main" id="{F683C100-2CA0-9BF4-7A17-AB33646EFA6E}"/>
                    </a:ext>
                  </a:extLst>
                </p14:cNvPr>
                <p14:cNvContentPartPr/>
                <p14:nvPr/>
              </p14:nvContentPartPr>
              <p14:xfrm>
                <a:off x="10641315" y="193717"/>
                <a:ext cx="360" cy="360"/>
              </p14:xfrm>
            </p:contentPart>
          </mc:Choice>
          <mc:Fallback>
            <p:pic>
              <p:nvPicPr>
                <p:cNvPr id="222" name="Ink 221">
                  <a:extLst>
                    <a:ext uri="{FF2B5EF4-FFF2-40B4-BE49-F238E27FC236}">
                      <a16:creationId xmlns:a16="http://schemas.microsoft.com/office/drawing/2014/main" id="{F683C100-2CA0-9BF4-7A17-AB33646EFA6E}"/>
                    </a:ext>
                  </a:extLst>
                </p:cNvPr>
                <p:cNvPicPr/>
                <p:nvPr/>
              </p:nvPicPr>
              <p:blipFill>
                <a:blip r:embed="rId200"/>
                <a:stretch>
                  <a:fillRect/>
                </a:stretch>
              </p:blipFill>
              <p:spPr>
                <a:xfrm>
                  <a:off x="10632315" y="185077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1">
              <p14:nvContentPartPr>
                <p14:cNvPr id="236" name="Ink 235">
                  <a:extLst>
                    <a:ext uri="{FF2B5EF4-FFF2-40B4-BE49-F238E27FC236}">
                      <a16:creationId xmlns:a16="http://schemas.microsoft.com/office/drawing/2014/main" id="{07AA7A9B-5DF6-2EA8-2C05-DD564474DE6D}"/>
                    </a:ext>
                  </a:extLst>
                </p14:cNvPr>
                <p14:cNvContentPartPr/>
                <p14:nvPr/>
              </p14:nvContentPartPr>
              <p14:xfrm>
                <a:off x="9006195" y="1701757"/>
                <a:ext cx="360" cy="360"/>
              </p14:xfrm>
            </p:contentPart>
          </mc:Choice>
          <mc:Fallback>
            <p:pic>
              <p:nvPicPr>
                <p:cNvPr id="236" name="Ink 235">
                  <a:extLst>
                    <a:ext uri="{FF2B5EF4-FFF2-40B4-BE49-F238E27FC236}">
                      <a16:creationId xmlns:a16="http://schemas.microsoft.com/office/drawing/2014/main" id="{07AA7A9B-5DF6-2EA8-2C05-DD564474DE6D}"/>
                    </a:ext>
                  </a:extLst>
                </p:cNvPr>
                <p:cNvPicPr/>
                <p:nvPr/>
              </p:nvPicPr>
              <p:blipFill>
                <a:blip r:embed="rId200"/>
                <a:stretch>
                  <a:fillRect/>
                </a:stretch>
              </p:blipFill>
              <p:spPr>
                <a:xfrm>
                  <a:off x="8997555" y="1692757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02">
            <p14:nvContentPartPr>
              <p14:cNvPr id="314" name="Ink 313">
                <a:extLst>
                  <a:ext uri="{FF2B5EF4-FFF2-40B4-BE49-F238E27FC236}">
                    <a16:creationId xmlns:a16="http://schemas.microsoft.com/office/drawing/2014/main" id="{8093C874-8E19-0BD9-4642-A9F2776ACEAB}"/>
                  </a:ext>
                </a:extLst>
              </p14:cNvPr>
              <p14:cNvContentPartPr/>
              <p14:nvPr/>
            </p14:nvContentPartPr>
            <p14:xfrm>
              <a:off x="8359995" y="3009277"/>
              <a:ext cx="446040" cy="42480"/>
            </p14:xfrm>
          </p:contentPart>
        </mc:Choice>
        <mc:Fallback>
          <p:pic>
            <p:nvPicPr>
              <p:cNvPr id="314" name="Ink 313">
                <a:extLst>
                  <a:ext uri="{FF2B5EF4-FFF2-40B4-BE49-F238E27FC236}">
                    <a16:creationId xmlns:a16="http://schemas.microsoft.com/office/drawing/2014/main" id="{8093C874-8E19-0BD9-4642-A9F2776ACEAB}"/>
                  </a:ext>
                </a:extLst>
              </p:cNvPr>
              <p:cNvPicPr/>
              <p:nvPr/>
            </p:nvPicPr>
            <p:blipFill>
              <a:blip r:embed="rId203"/>
              <a:stretch>
                <a:fillRect/>
              </a:stretch>
            </p:blipFill>
            <p:spPr>
              <a:xfrm>
                <a:off x="8350995" y="3000277"/>
                <a:ext cx="463680" cy="60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4">
            <p14:nvContentPartPr>
              <p14:cNvPr id="318" name="Ink 317">
                <a:extLst>
                  <a:ext uri="{FF2B5EF4-FFF2-40B4-BE49-F238E27FC236}">
                    <a16:creationId xmlns:a16="http://schemas.microsoft.com/office/drawing/2014/main" id="{B0E158C9-B27D-41E0-4774-2C9B3DD5CA6C}"/>
                  </a:ext>
                </a:extLst>
              </p14:cNvPr>
              <p14:cNvContentPartPr/>
              <p14:nvPr/>
            </p14:nvContentPartPr>
            <p14:xfrm>
              <a:off x="3642555" y="4749517"/>
              <a:ext cx="205920" cy="31320"/>
            </p14:xfrm>
          </p:contentPart>
        </mc:Choice>
        <mc:Fallback>
          <p:pic>
            <p:nvPicPr>
              <p:cNvPr id="318" name="Ink 317">
                <a:extLst>
                  <a:ext uri="{FF2B5EF4-FFF2-40B4-BE49-F238E27FC236}">
                    <a16:creationId xmlns:a16="http://schemas.microsoft.com/office/drawing/2014/main" id="{B0E158C9-B27D-41E0-4774-2C9B3DD5CA6C}"/>
                  </a:ext>
                </a:extLst>
              </p:cNvPr>
              <p:cNvPicPr/>
              <p:nvPr/>
            </p:nvPicPr>
            <p:blipFill>
              <a:blip r:embed="rId205"/>
              <a:stretch>
                <a:fillRect/>
              </a:stretch>
            </p:blipFill>
            <p:spPr>
              <a:xfrm>
                <a:off x="3633555" y="4740877"/>
                <a:ext cx="223560" cy="48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6">
            <p14:nvContentPartPr>
              <p14:cNvPr id="344" name="Ink 343">
                <a:extLst>
                  <a:ext uri="{FF2B5EF4-FFF2-40B4-BE49-F238E27FC236}">
                    <a16:creationId xmlns:a16="http://schemas.microsoft.com/office/drawing/2014/main" id="{23835AB6-CDF0-2123-7368-A8BC0D3C1E14}"/>
                  </a:ext>
                </a:extLst>
              </p14:cNvPr>
              <p14:cNvContentPartPr/>
              <p14:nvPr/>
            </p14:nvContentPartPr>
            <p14:xfrm>
              <a:off x="6336435" y="5434237"/>
              <a:ext cx="360" cy="360"/>
            </p14:xfrm>
          </p:contentPart>
        </mc:Choice>
        <mc:Fallback>
          <p:pic>
            <p:nvPicPr>
              <p:cNvPr id="344" name="Ink 343">
                <a:extLst>
                  <a:ext uri="{FF2B5EF4-FFF2-40B4-BE49-F238E27FC236}">
                    <a16:creationId xmlns:a16="http://schemas.microsoft.com/office/drawing/2014/main" id="{23835AB6-CDF0-2123-7368-A8BC0D3C1E14}"/>
                  </a:ext>
                </a:extLst>
              </p:cNvPr>
              <p:cNvPicPr/>
              <p:nvPr/>
            </p:nvPicPr>
            <p:blipFill>
              <a:blip r:embed="rId200"/>
              <a:stretch>
                <a:fillRect/>
              </a:stretch>
            </p:blipFill>
            <p:spPr>
              <a:xfrm>
                <a:off x="6327435" y="5425237"/>
                <a:ext cx="18000" cy="18000"/>
              </a:xfrm>
              <a:prstGeom prst="rect">
                <a:avLst/>
              </a:prstGeom>
            </p:spPr>
          </p:pic>
        </mc:Fallback>
      </mc:AlternateContent>
      <p:grpSp>
        <p:nvGrpSpPr>
          <p:cNvPr id="378" name="Group 377">
            <a:extLst>
              <a:ext uri="{FF2B5EF4-FFF2-40B4-BE49-F238E27FC236}">
                <a16:creationId xmlns:a16="http://schemas.microsoft.com/office/drawing/2014/main" id="{6E810E4E-4430-808A-A0A0-972DE3D85ABD}"/>
              </a:ext>
            </a:extLst>
          </p:cNvPr>
          <p:cNvGrpSpPr/>
          <p:nvPr/>
        </p:nvGrpSpPr>
        <p:grpSpPr>
          <a:xfrm>
            <a:off x="6709755" y="377677"/>
            <a:ext cx="5140800" cy="2955240"/>
            <a:chOff x="6709755" y="377677"/>
            <a:chExt cx="5140800" cy="2955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07">
              <p14:nvContentPartPr>
                <p14:cNvPr id="261" name="Ink 260">
                  <a:extLst>
                    <a:ext uri="{FF2B5EF4-FFF2-40B4-BE49-F238E27FC236}">
                      <a16:creationId xmlns:a16="http://schemas.microsoft.com/office/drawing/2014/main" id="{411CEA62-3CBA-4AB8-3C77-552E92796252}"/>
                    </a:ext>
                  </a:extLst>
                </p14:cNvPr>
                <p14:cNvContentPartPr/>
                <p14:nvPr/>
              </p14:nvContentPartPr>
              <p14:xfrm>
                <a:off x="7090995" y="682597"/>
                <a:ext cx="694800" cy="19800"/>
              </p14:xfrm>
            </p:contentPart>
          </mc:Choice>
          <mc:Fallback>
            <p:pic>
              <p:nvPicPr>
                <p:cNvPr id="261" name="Ink 260">
                  <a:extLst>
                    <a:ext uri="{FF2B5EF4-FFF2-40B4-BE49-F238E27FC236}">
                      <a16:creationId xmlns:a16="http://schemas.microsoft.com/office/drawing/2014/main" id="{411CEA62-3CBA-4AB8-3C77-552E92796252}"/>
                    </a:ext>
                  </a:extLst>
                </p:cNvPr>
                <p:cNvPicPr/>
                <p:nvPr/>
              </p:nvPicPr>
              <p:blipFill>
                <a:blip r:embed="rId208"/>
                <a:stretch>
                  <a:fillRect/>
                </a:stretch>
              </p:blipFill>
              <p:spPr>
                <a:xfrm>
                  <a:off x="7081995" y="673597"/>
                  <a:ext cx="712440" cy="3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9">
              <p14:nvContentPartPr>
                <p14:cNvPr id="262" name="Ink 261">
                  <a:extLst>
                    <a:ext uri="{FF2B5EF4-FFF2-40B4-BE49-F238E27FC236}">
                      <a16:creationId xmlns:a16="http://schemas.microsoft.com/office/drawing/2014/main" id="{99CEC297-EC35-E37A-FA79-50E0D7CA10DB}"/>
                    </a:ext>
                  </a:extLst>
                </p14:cNvPr>
                <p14:cNvContentPartPr/>
                <p14:nvPr/>
              </p14:nvContentPartPr>
              <p14:xfrm>
                <a:off x="7711995" y="699877"/>
                <a:ext cx="1402920" cy="53640"/>
              </p14:xfrm>
            </p:contentPart>
          </mc:Choice>
          <mc:Fallback>
            <p:pic>
              <p:nvPicPr>
                <p:cNvPr id="262" name="Ink 261">
                  <a:extLst>
                    <a:ext uri="{FF2B5EF4-FFF2-40B4-BE49-F238E27FC236}">
                      <a16:creationId xmlns:a16="http://schemas.microsoft.com/office/drawing/2014/main" id="{99CEC297-EC35-E37A-FA79-50E0D7CA10DB}"/>
                    </a:ext>
                  </a:extLst>
                </p:cNvPr>
                <p:cNvPicPr/>
                <p:nvPr/>
              </p:nvPicPr>
              <p:blipFill>
                <a:blip r:embed="rId210"/>
                <a:stretch>
                  <a:fillRect/>
                </a:stretch>
              </p:blipFill>
              <p:spPr>
                <a:xfrm>
                  <a:off x="7702995" y="691237"/>
                  <a:ext cx="1420560" cy="7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1">
              <p14:nvContentPartPr>
                <p14:cNvPr id="264" name="Ink 263">
                  <a:extLst>
                    <a:ext uri="{FF2B5EF4-FFF2-40B4-BE49-F238E27FC236}">
                      <a16:creationId xmlns:a16="http://schemas.microsoft.com/office/drawing/2014/main" id="{C3CD7ADB-2FD4-F9C2-6B9A-B8BC9A1DEE42}"/>
                    </a:ext>
                  </a:extLst>
                </p14:cNvPr>
                <p14:cNvContentPartPr/>
                <p14:nvPr/>
              </p14:nvContentPartPr>
              <p14:xfrm>
                <a:off x="7484835" y="726517"/>
                <a:ext cx="385920" cy="665280"/>
              </p14:xfrm>
            </p:contentPart>
          </mc:Choice>
          <mc:Fallback>
            <p:pic>
              <p:nvPicPr>
                <p:cNvPr id="264" name="Ink 263">
                  <a:extLst>
                    <a:ext uri="{FF2B5EF4-FFF2-40B4-BE49-F238E27FC236}">
                      <a16:creationId xmlns:a16="http://schemas.microsoft.com/office/drawing/2014/main" id="{C3CD7ADB-2FD4-F9C2-6B9A-B8BC9A1DEE42}"/>
                    </a:ext>
                  </a:extLst>
                </p:cNvPr>
                <p:cNvPicPr/>
                <p:nvPr/>
              </p:nvPicPr>
              <p:blipFill>
                <a:blip r:embed="rId212"/>
                <a:stretch>
                  <a:fillRect/>
                </a:stretch>
              </p:blipFill>
              <p:spPr>
                <a:xfrm>
                  <a:off x="7476195" y="717517"/>
                  <a:ext cx="403560" cy="68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3">
              <p14:nvContentPartPr>
                <p14:cNvPr id="266" name="Ink 265">
                  <a:extLst>
                    <a:ext uri="{FF2B5EF4-FFF2-40B4-BE49-F238E27FC236}">
                      <a16:creationId xmlns:a16="http://schemas.microsoft.com/office/drawing/2014/main" id="{272F61E3-2FE9-9662-6C8A-5BCBE2F9089C}"/>
                    </a:ext>
                  </a:extLst>
                </p14:cNvPr>
                <p14:cNvContentPartPr/>
                <p14:nvPr/>
              </p14:nvContentPartPr>
              <p14:xfrm>
                <a:off x="7846995" y="1153477"/>
                <a:ext cx="10800" cy="405360"/>
              </p14:xfrm>
            </p:contentPart>
          </mc:Choice>
          <mc:Fallback>
            <p:pic>
              <p:nvPicPr>
                <p:cNvPr id="266" name="Ink 265">
                  <a:extLst>
                    <a:ext uri="{FF2B5EF4-FFF2-40B4-BE49-F238E27FC236}">
                      <a16:creationId xmlns:a16="http://schemas.microsoft.com/office/drawing/2014/main" id="{272F61E3-2FE9-9662-6C8A-5BCBE2F9089C}"/>
                    </a:ext>
                  </a:extLst>
                </p:cNvPr>
                <p:cNvPicPr/>
                <p:nvPr/>
              </p:nvPicPr>
              <p:blipFill>
                <a:blip r:embed="rId214"/>
                <a:stretch>
                  <a:fillRect/>
                </a:stretch>
              </p:blipFill>
              <p:spPr>
                <a:xfrm>
                  <a:off x="7837995" y="1144837"/>
                  <a:ext cx="28440" cy="42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5">
              <p14:nvContentPartPr>
                <p14:cNvPr id="267" name="Ink 266">
                  <a:extLst>
                    <a:ext uri="{FF2B5EF4-FFF2-40B4-BE49-F238E27FC236}">
                      <a16:creationId xmlns:a16="http://schemas.microsoft.com/office/drawing/2014/main" id="{1DA2D765-8E5D-5488-3692-0EA5DBF1866D}"/>
                    </a:ext>
                  </a:extLst>
                </p14:cNvPr>
                <p14:cNvContentPartPr/>
                <p14:nvPr/>
              </p14:nvContentPartPr>
              <p14:xfrm>
                <a:off x="7869315" y="1198117"/>
                <a:ext cx="235440" cy="414720"/>
              </p14:xfrm>
            </p:contentPart>
          </mc:Choice>
          <mc:Fallback>
            <p:pic>
              <p:nvPicPr>
                <p:cNvPr id="267" name="Ink 266">
                  <a:extLst>
                    <a:ext uri="{FF2B5EF4-FFF2-40B4-BE49-F238E27FC236}">
                      <a16:creationId xmlns:a16="http://schemas.microsoft.com/office/drawing/2014/main" id="{1DA2D765-8E5D-5488-3692-0EA5DBF1866D}"/>
                    </a:ext>
                  </a:extLst>
                </p:cNvPr>
                <p:cNvPicPr/>
                <p:nvPr/>
              </p:nvPicPr>
              <p:blipFill>
                <a:blip r:embed="rId216"/>
                <a:stretch>
                  <a:fillRect/>
                </a:stretch>
              </p:blipFill>
              <p:spPr>
                <a:xfrm>
                  <a:off x="7860315" y="1189117"/>
                  <a:ext cx="253080" cy="43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7">
              <p14:nvContentPartPr>
                <p14:cNvPr id="268" name="Ink 267">
                  <a:extLst>
                    <a:ext uri="{FF2B5EF4-FFF2-40B4-BE49-F238E27FC236}">
                      <a16:creationId xmlns:a16="http://schemas.microsoft.com/office/drawing/2014/main" id="{DF7E1DF3-A645-CF0E-488E-23BF5C877B6D}"/>
                    </a:ext>
                  </a:extLst>
                </p14:cNvPr>
                <p14:cNvContentPartPr/>
                <p14:nvPr/>
              </p14:nvContentPartPr>
              <p14:xfrm>
                <a:off x="8103675" y="1296757"/>
                <a:ext cx="158040" cy="243720"/>
              </p14:xfrm>
            </p:contentPart>
          </mc:Choice>
          <mc:Fallback>
            <p:pic>
              <p:nvPicPr>
                <p:cNvPr id="268" name="Ink 267">
                  <a:extLst>
                    <a:ext uri="{FF2B5EF4-FFF2-40B4-BE49-F238E27FC236}">
                      <a16:creationId xmlns:a16="http://schemas.microsoft.com/office/drawing/2014/main" id="{DF7E1DF3-A645-CF0E-488E-23BF5C877B6D}"/>
                    </a:ext>
                  </a:extLst>
                </p:cNvPr>
                <p:cNvPicPr/>
                <p:nvPr/>
              </p:nvPicPr>
              <p:blipFill>
                <a:blip r:embed="rId218"/>
                <a:stretch>
                  <a:fillRect/>
                </a:stretch>
              </p:blipFill>
              <p:spPr>
                <a:xfrm>
                  <a:off x="8094675" y="1287757"/>
                  <a:ext cx="175680" cy="26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9">
              <p14:nvContentPartPr>
                <p14:cNvPr id="269" name="Ink 268">
                  <a:extLst>
                    <a:ext uri="{FF2B5EF4-FFF2-40B4-BE49-F238E27FC236}">
                      <a16:creationId xmlns:a16="http://schemas.microsoft.com/office/drawing/2014/main" id="{EC922294-A8DE-28B0-58B8-F6AC57D555A0}"/>
                    </a:ext>
                  </a:extLst>
                </p14:cNvPr>
                <p14:cNvContentPartPr/>
                <p14:nvPr/>
              </p14:nvContentPartPr>
              <p14:xfrm>
                <a:off x="8224995" y="1405837"/>
                <a:ext cx="844920" cy="49680"/>
              </p14:xfrm>
            </p:contentPart>
          </mc:Choice>
          <mc:Fallback>
            <p:pic>
              <p:nvPicPr>
                <p:cNvPr id="269" name="Ink 268">
                  <a:extLst>
                    <a:ext uri="{FF2B5EF4-FFF2-40B4-BE49-F238E27FC236}">
                      <a16:creationId xmlns:a16="http://schemas.microsoft.com/office/drawing/2014/main" id="{EC922294-A8DE-28B0-58B8-F6AC57D555A0}"/>
                    </a:ext>
                  </a:extLst>
                </p:cNvPr>
                <p:cNvPicPr/>
                <p:nvPr/>
              </p:nvPicPr>
              <p:blipFill>
                <a:blip r:embed="rId220"/>
                <a:stretch>
                  <a:fillRect/>
                </a:stretch>
              </p:blipFill>
              <p:spPr>
                <a:xfrm>
                  <a:off x="8215995" y="1397197"/>
                  <a:ext cx="862560" cy="6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1">
              <p14:nvContentPartPr>
                <p14:cNvPr id="271" name="Ink 270">
                  <a:extLst>
                    <a:ext uri="{FF2B5EF4-FFF2-40B4-BE49-F238E27FC236}">
                      <a16:creationId xmlns:a16="http://schemas.microsoft.com/office/drawing/2014/main" id="{5AE6F1AE-A870-46F9-3E1F-7F76E08DF69A}"/>
                    </a:ext>
                  </a:extLst>
                </p14:cNvPr>
                <p14:cNvContentPartPr/>
                <p14:nvPr/>
              </p14:nvContentPartPr>
              <p14:xfrm>
                <a:off x="7053555" y="2264077"/>
                <a:ext cx="2049120" cy="30240"/>
              </p14:xfrm>
            </p:contentPart>
          </mc:Choice>
          <mc:Fallback>
            <p:pic>
              <p:nvPicPr>
                <p:cNvPr id="271" name="Ink 270">
                  <a:extLst>
                    <a:ext uri="{FF2B5EF4-FFF2-40B4-BE49-F238E27FC236}">
                      <a16:creationId xmlns:a16="http://schemas.microsoft.com/office/drawing/2014/main" id="{5AE6F1AE-A870-46F9-3E1F-7F76E08DF69A}"/>
                    </a:ext>
                  </a:extLst>
                </p:cNvPr>
                <p:cNvPicPr/>
                <p:nvPr/>
              </p:nvPicPr>
              <p:blipFill>
                <a:blip r:embed="rId222"/>
                <a:stretch>
                  <a:fillRect/>
                </a:stretch>
              </p:blipFill>
              <p:spPr>
                <a:xfrm>
                  <a:off x="7044555" y="2255437"/>
                  <a:ext cx="2066760" cy="4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3">
              <p14:nvContentPartPr>
                <p14:cNvPr id="272" name="Ink 271">
                  <a:extLst>
                    <a:ext uri="{FF2B5EF4-FFF2-40B4-BE49-F238E27FC236}">
                      <a16:creationId xmlns:a16="http://schemas.microsoft.com/office/drawing/2014/main" id="{CA20BC84-54E3-8608-87C3-F21B96C49366}"/>
                    </a:ext>
                  </a:extLst>
                </p14:cNvPr>
                <p14:cNvContentPartPr/>
                <p14:nvPr/>
              </p14:nvContentPartPr>
              <p14:xfrm>
                <a:off x="7527315" y="2295397"/>
                <a:ext cx="498240" cy="677160"/>
              </p14:xfrm>
            </p:contentPart>
          </mc:Choice>
          <mc:Fallback>
            <p:pic>
              <p:nvPicPr>
                <p:cNvPr id="272" name="Ink 271">
                  <a:extLst>
                    <a:ext uri="{FF2B5EF4-FFF2-40B4-BE49-F238E27FC236}">
                      <a16:creationId xmlns:a16="http://schemas.microsoft.com/office/drawing/2014/main" id="{CA20BC84-54E3-8608-87C3-F21B96C49366}"/>
                    </a:ext>
                  </a:extLst>
                </p:cNvPr>
                <p:cNvPicPr/>
                <p:nvPr/>
              </p:nvPicPr>
              <p:blipFill>
                <a:blip r:embed="rId224"/>
                <a:stretch>
                  <a:fillRect/>
                </a:stretch>
              </p:blipFill>
              <p:spPr>
                <a:xfrm>
                  <a:off x="7518675" y="2286757"/>
                  <a:ext cx="515880" cy="69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5">
              <p14:nvContentPartPr>
                <p14:cNvPr id="273" name="Ink 272">
                  <a:extLst>
                    <a:ext uri="{FF2B5EF4-FFF2-40B4-BE49-F238E27FC236}">
                      <a16:creationId xmlns:a16="http://schemas.microsoft.com/office/drawing/2014/main" id="{B3D4A475-C75F-A116-8424-B2A3BEC96A80}"/>
                    </a:ext>
                  </a:extLst>
                </p14:cNvPr>
                <p14:cNvContentPartPr/>
                <p14:nvPr/>
              </p14:nvContentPartPr>
              <p14:xfrm>
                <a:off x="7977315" y="2811277"/>
                <a:ext cx="43920" cy="521640"/>
              </p14:xfrm>
            </p:contentPart>
          </mc:Choice>
          <mc:Fallback>
            <p:pic>
              <p:nvPicPr>
                <p:cNvPr id="273" name="Ink 272">
                  <a:extLst>
                    <a:ext uri="{FF2B5EF4-FFF2-40B4-BE49-F238E27FC236}">
                      <a16:creationId xmlns:a16="http://schemas.microsoft.com/office/drawing/2014/main" id="{B3D4A475-C75F-A116-8424-B2A3BEC96A80}"/>
                    </a:ext>
                  </a:extLst>
                </p:cNvPr>
                <p:cNvPicPr/>
                <p:nvPr/>
              </p:nvPicPr>
              <p:blipFill>
                <a:blip r:embed="rId226"/>
                <a:stretch>
                  <a:fillRect/>
                </a:stretch>
              </p:blipFill>
              <p:spPr>
                <a:xfrm>
                  <a:off x="7968675" y="2802277"/>
                  <a:ext cx="61560" cy="53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7">
              <p14:nvContentPartPr>
                <p14:cNvPr id="274" name="Ink 273">
                  <a:extLst>
                    <a:ext uri="{FF2B5EF4-FFF2-40B4-BE49-F238E27FC236}">
                      <a16:creationId xmlns:a16="http://schemas.microsoft.com/office/drawing/2014/main" id="{E660F167-A26E-3172-D465-1AFE9DE3CA59}"/>
                    </a:ext>
                  </a:extLst>
                </p14:cNvPr>
                <p14:cNvContentPartPr/>
                <p14:nvPr/>
              </p14:nvContentPartPr>
              <p14:xfrm>
                <a:off x="8007195" y="2856637"/>
                <a:ext cx="245160" cy="453600"/>
              </p14:xfrm>
            </p:contentPart>
          </mc:Choice>
          <mc:Fallback>
            <p:pic>
              <p:nvPicPr>
                <p:cNvPr id="274" name="Ink 273">
                  <a:extLst>
                    <a:ext uri="{FF2B5EF4-FFF2-40B4-BE49-F238E27FC236}">
                      <a16:creationId xmlns:a16="http://schemas.microsoft.com/office/drawing/2014/main" id="{E660F167-A26E-3172-D465-1AFE9DE3CA59}"/>
                    </a:ext>
                  </a:extLst>
                </p:cNvPr>
                <p:cNvPicPr/>
                <p:nvPr/>
              </p:nvPicPr>
              <p:blipFill>
                <a:blip r:embed="rId228"/>
                <a:stretch>
                  <a:fillRect/>
                </a:stretch>
              </p:blipFill>
              <p:spPr>
                <a:xfrm>
                  <a:off x="7998195" y="2847637"/>
                  <a:ext cx="262800" cy="47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9">
              <p14:nvContentPartPr>
                <p14:cNvPr id="275" name="Ink 274">
                  <a:extLst>
                    <a:ext uri="{FF2B5EF4-FFF2-40B4-BE49-F238E27FC236}">
                      <a16:creationId xmlns:a16="http://schemas.microsoft.com/office/drawing/2014/main" id="{B097AA4E-805B-72CE-2112-BE33E7E8DAC1}"/>
                    </a:ext>
                  </a:extLst>
                </p14:cNvPr>
                <p14:cNvContentPartPr/>
                <p14:nvPr/>
              </p14:nvContentPartPr>
              <p14:xfrm>
                <a:off x="8235075" y="2880037"/>
                <a:ext cx="140040" cy="248400"/>
              </p14:xfrm>
            </p:contentPart>
          </mc:Choice>
          <mc:Fallback>
            <p:pic>
              <p:nvPicPr>
                <p:cNvPr id="275" name="Ink 274">
                  <a:extLst>
                    <a:ext uri="{FF2B5EF4-FFF2-40B4-BE49-F238E27FC236}">
                      <a16:creationId xmlns:a16="http://schemas.microsoft.com/office/drawing/2014/main" id="{B097AA4E-805B-72CE-2112-BE33E7E8DAC1}"/>
                    </a:ext>
                  </a:extLst>
                </p:cNvPr>
                <p:cNvPicPr/>
                <p:nvPr/>
              </p:nvPicPr>
              <p:blipFill>
                <a:blip r:embed="rId230"/>
                <a:stretch>
                  <a:fillRect/>
                </a:stretch>
              </p:blipFill>
              <p:spPr>
                <a:xfrm>
                  <a:off x="8226435" y="2871037"/>
                  <a:ext cx="157680" cy="26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1">
              <p14:nvContentPartPr>
                <p14:cNvPr id="280" name="Ink 279">
                  <a:extLst>
                    <a:ext uri="{FF2B5EF4-FFF2-40B4-BE49-F238E27FC236}">
                      <a16:creationId xmlns:a16="http://schemas.microsoft.com/office/drawing/2014/main" id="{38BE7F88-C33B-F66F-30ED-F36610C48246}"/>
                    </a:ext>
                  </a:extLst>
                </p14:cNvPr>
                <p14:cNvContentPartPr/>
                <p14:nvPr/>
              </p14:nvContentPartPr>
              <p14:xfrm>
                <a:off x="6709755" y="377677"/>
                <a:ext cx="83160" cy="401040"/>
              </p14:xfrm>
            </p:contentPart>
          </mc:Choice>
          <mc:Fallback>
            <p:pic>
              <p:nvPicPr>
                <p:cNvPr id="280" name="Ink 279">
                  <a:extLst>
                    <a:ext uri="{FF2B5EF4-FFF2-40B4-BE49-F238E27FC236}">
                      <a16:creationId xmlns:a16="http://schemas.microsoft.com/office/drawing/2014/main" id="{38BE7F88-C33B-F66F-30ED-F36610C48246}"/>
                    </a:ext>
                  </a:extLst>
                </p:cNvPr>
                <p:cNvPicPr/>
                <p:nvPr/>
              </p:nvPicPr>
              <p:blipFill>
                <a:blip r:embed="rId232"/>
                <a:stretch>
                  <a:fillRect/>
                </a:stretch>
              </p:blipFill>
              <p:spPr>
                <a:xfrm>
                  <a:off x="6701115" y="368677"/>
                  <a:ext cx="100800" cy="41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3">
              <p14:nvContentPartPr>
                <p14:cNvPr id="281" name="Ink 280">
                  <a:extLst>
                    <a:ext uri="{FF2B5EF4-FFF2-40B4-BE49-F238E27FC236}">
                      <a16:creationId xmlns:a16="http://schemas.microsoft.com/office/drawing/2014/main" id="{C4FE797B-73AD-5A8E-8C4B-F4B0731C6ECD}"/>
                    </a:ext>
                  </a:extLst>
                </p14:cNvPr>
                <p14:cNvContentPartPr/>
                <p14:nvPr/>
              </p14:nvContentPartPr>
              <p14:xfrm>
                <a:off x="6802995" y="390277"/>
                <a:ext cx="127800" cy="361440"/>
              </p14:xfrm>
            </p:contentPart>
          </mc:Choice>
          <mc:Fallback>
            <p:pic>
              <p:nvPicPr>
                <p:cNvPr id="281" name="Ink 280">
                  <a:extLst>
                    <a:ext uri="{FF2B5EF4-FFF2-40B4-BE49-F238E27FC236}">
                      <a16:creationId xmlns:a16="http://schemas.microsoft.com/office/drawing/2014/main" id="{C4FE797B-73AD-5A8E-8C4B-F4B0731C6ECD}"/>
                    </a:ext>
                  </a:extLst>
                </p:cNvPr>
                <p:cNvPicPr/>
                <p:nvPr/>
              </p:nvPicPr>
              <p:blipFill>
                <a:blip r:embed="rId234"/>
                <a:stretch>
                  <a:fillRect/>
                </a:stretch>
              </p:blipFill>
              <p:spPr>
                <a:xfrm>
                  <a:off x="6793995" y="381637"/>
                  <a:ext cx="145440" cy="37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5">
              <p14:nvContentPartPr>
                <p14:cNvPr id="282" name="Ink 281">
                  <a:extLst>
                    <a:ext uri="{FF2B5EF4-FFF2-40B4-BE49-F238E27FC236}">
                      <a16:creationId xmlns:a16="http://schemas.microsoft.com/office/drawing/2014/main" id="{7A277E3B-4172-15B8-9D3F-9A9882B29F05}"/>
                    </a:ext>
                  </a:extLst>
                </p14:cNvPr>
                <p14:cNvContentPartPr/>
                <p14:nvPr/>
              </p14:nvContentPartPr>
              <p14:xfrm>
                <a:off x="6735315" y="571717"/>
                <a:ext cx="177480" cy="24480"/>
              </p14:xfrm>
            </p:contentPart>
          </mc:Choice>
          <mc:Fallback>
            <p:pic>
              <p:nvPicPr>
                <p:cNvPr id="282" name="Ink 281">
                  <a:extLst>
                    <a:ext uri="{FF2B5EF4-FFF2-40B4-BE49-F238E27FC236}">
                      <a16:creationId xmlns:a16="http://schemas.microsoft.com/office/drawing/2014/main" id="{7A277E3B-4172-15B8-9D3F-9A9882B29F05}"/>
                    </a:ext>
                  </a:extLst>
                </p:cNvPr>
                <p:cNvPicPr/>
                <p:nvPr/>
              </p:nvPicPr>
              <p:blipFill>
                <a:blip r:embed="rId236"/>
                <a:stretch>
                  <a:fillRect/>
                </a:stretch>
              </p:blipFill>
              <p:spPr>
                <a:xfrm>
                  <a:off x="6726675" y="563077"/>
                  <a:ext cx="195120" cy="4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7">
              <p14:nvContentPartPr>
                <p14:cNvPr id="284" name="Ink 283">
                  <a:extLst>
                    <a:ext uri="{FF2B5EF4-FFF2-40B4-BE49-F238E27FC236}">
                      <a16:creationId xmlns:a16="http://schemas.microsoft.com/office/drawing/2014/main" id="{3ED5222D-FCAC-BC44-D1BC-0670D6883146}"/>
                    </a:ext>
                  </a:extLst>
                </p14:cNvPr>
                <p14:cNvContentPartPr/>
                <p14:nvPr/>
              </p14:nvContentPartPr>
              <p14:xfrm>
                <a:off x="6713715" y="2103877"/>
                <a:ext cx="131040" cy="375120"/>
              </p14:xfrm>
            </p:contentPart>
          </mc:Choice>
          <mc:Fallback>
            <p:pic>
              <p:nvPicPr>
                <p:cNvPr id="284" name="Ink 283">
                  <a:extLst>
                    <a:ext uri="{FF2B5EF4-FFF2-40B4-BE49-F238E27FC236}">
                      <a16:creationId xmlns:a16="http://schemas.microsoft.com/office/drawing/2014/main" id="{3ED5222D-FCAC-BC44-D1BC-0670D6883146}"/>
                    </a:ext>
                  </a:extLst>
                </p:cNvPr>
                <p:cNvPicPr/>
                <p:nvPr/>
              </p:nvPicPr>
              <p:blipFill>
                <a:blip r:embed="rId238"/>
                <a:stretch>
                  <a:fillRect/>
                </a:stretch>
              </p:blipFill>
              <p:spPr>
                <a:xfrm>
                  <a:off x="6705075" y="2095237"/>
                  <a:ext cx="148680" cy="39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9">
              <p14:nvContentPartPr>
                <p14:cNvPr id="291" name="Ink 290">
                  <a:extLst>
                    <a:ext uri="{FF2B5EF4-FFF2-40B4-BE49-F238E27FC236}">
                      <a16:creationId xmlns:a16="http://schemas.microsoft.com/office/drawing/2014/main" id="{5841DD0F-CD72-B0A2-63F5-52501436BCA1}"/>
                    </a:ext>
                  </a:extLst>
                </p14:cNvPr>
                <p14:cNvContentPartPr/>
                <p14:nvPr/>
              </p14:nvContentPartPr>
              <p14:xfrm>
                <a:off x="8754195" y="971317"/>
                <a:ext cx="495360" cy="2122920"/>
              </p14:xfrm>
            </p:contentPart>
          </mc:Choice>
          <mc:Fallback>
            <p:pic>
              <p:nvPicPr>
                <p:cNvPr id="291" name="Ink 290">
                  <a:extLst>
                    <a:ext uri="{FF2B5EF4-FFF2-40B4-BE49-F238E27FC236}">
                      <a16:creationId xmlns:a16="http://schemas.microsoft.com/office/drawing/2014/main" id="{5841DD0F-CD72-B0A2-63F5-52501436BCA1}"/>
                    </a:ext>
                  </a:extLst>
                </p:cNvPr>
                <p:cNvPicPr/>
                <p:nvPr/>
              </p:nvPicPr>
              <p:blipFill>
                <a:blip r:embed="rId240"/>
                <a:stretch>
                  <a:fillRect/>
                </a:stretch>
              </p:blipFill>
              <p:spPr>
                <a:xfrm>
                  <a:off x="8745555" y="962677"/>
                  <a:ext cx="513000" cy="214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1">
              <p14:nvContentPartPr>
                <p14:cNvPr id="292" name="Ink 291">
                  <a:extLst>
                    <a:ext uri="{FF2B5EF4-FFF2-40B4-BE49-F238E27FC236}">
                      <a16:creationId xmlns:a16="http://schemas.microsoft.com/office/drawing/2014/main" id="{1BCC7820-FC3B-687C-366D-80742DD3941D}"/>
                    </a:ext>
                  </a:extLst>
                </p14:cNvPr>
                <p14:cNvContentPartPr/>
                <p14:nvPr/>
              </p14:nvContentPartPr>
              <p14:xfrm>
                <a:off x="9073875" y="713557"/>
                <a:ext cx="259920" cy="24840"/>
              </p14:xfrm>
            </p:contentPart>
          </mc:Choice>
          <mc:Fallback>
            <p:pic>
              <p:nvPicPr>
                <p:cNvPr id="292" name="Ink 291">
                  <a:extLst>
                    <a:ext uri="{FF2B5EF4-FFF2-40B4-BE49-F238E27FC236}">
                      <a16:creationId xmlns:a16="http://schemas.microsoft.com/office/drawing/2014/main" id="{1BCC7820-FC3B-687C-366D-80742DD3941D}"/>
                    </a:ext>
                  </a:extLst>
                </p:cNvPr>
                <p:cNvPicPr/>
                <p:nvPr/>
              </p:nvPicPr>
              <p:blipFill>
                <a:blip r:embed="rId242"/>
                <a:stretch>
                  <a:fillRect/>
                </a:stretch>
              </p:blipFill>
              <p:spPr>
                <a:xfrm>
                  <a:off x="9064875" y="704557"/>
                  <a:ext cx="277560" cy="4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3">
              <p14:nvContentPartPr>
                <p14:cNvPr id="293" name="Ink 292">
                  <a:extLst>
                    <a:ext uri="{FF2B5EF4-FFF2-40B4-BE49-F238E27FC236}">
                      <a16:creationId xmlns:a16="http://schemas.microsoft.com/office/drawing/2014/main" id="{ACCB406A-813A-D29E-6C70-FDFC935D36AB}"/>
                    </a:ext>
                  </a:extLst>
                </p14:cNvPr>
                <p14:cNvContentPartPr/>
                <p14:nvPr/>
              </p14:nvContentPartPr>
              <p14:xfrm>
                <a:off x="9280515" y="551557"/>
                <a:ext cx="535680" cy="664560"/>
              </p14:xfrm>
            </p:contentPart>
          </mc:Choice>
          <mc:Fallback>
            <p:pic>
              <p:nvPicPr>
                <p:cNvPr id="293" name="Ink 292">
                  <a:extLst>
                    <a:ext uri="{FF2B5EF4-FFF2-40B4-BE49-F238E27FC236}">
                      <a16:creationId xmlns:a16="http://schemas.microsoft.com/office/drawing/2014/main" id="{ACCB406A-813A-D29E-6C70-FDFC935D36AB}"/>
                    </a:ext>
                  </a:extLst>
                </p:cNvPr>
                <p:cNvPicPr/>
                <p:nvPr/>
              </p:nvPicPr>
              <p:blipFill>
                <a:blip r:embed="rId244"/>
                <a:stretch>
                  <a:fillRect/>
                </a:stretch>
              </p:blipFill>
              <p:spPr>
                <a:xfrm>
                  <a:off x="9271875" y="542557"/>
                  <a:ext cx="553320" cy="68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5">
              <p14:nvContentPartPr>
                <p14:cNvPr id="294" name="Ink 293">
                  <a:extLst>
                    <a:ext uri="{FF2B5EF4-FFF2-40B4-BE49-F238E27FC236}">
                      <a16:creationId xmlns:a16="http://schemas.microsoft.com/office/drawing/2014/main" id="{5107472E-C906-445D-6B70-48BA7DD31812}"/>
                    </a:ext>
                  </a:extLst>
                </p14:cNvPr>
                <p14:cNvContentPartPr/>
                <p14:nvPr/>
              </p14:nvContentPartPr>
              <p14:xfrm>
                <a:off x="9817635" y="801397"/>
                <a:ext cx="1281600" cy="29160"/>
              </p14:xfrm>
            </p:contentPart>
          </mc:Choice>
          <mc:Fallback>
            <p:pic>
              <p:nvPicPr>
                <p:cNvPr id="294" name="Ink 293">
                  <a:extLst>
                    <a:ext uri="{FF2B5EF4-FFF2-40B4-BE49-F238E27FC236}">
                      <a16:creationId xmlns:a16="http://schemas.microsoft.com/office/drawing/2014/main" id="{5107472E-C906-445D-6B70-48BA7DD31812}"/>
                    </a:ext>
                  </a:extLst>
                </p:cNvPr>
                <p:cNvPicPr/>
                <p:nvPr/>
              </p:nvPicPr>
              <p:blipFill>
                <a:blip r:embed="rId246"/>
                <a:stretch>
                  <a:fillRect/>
                </a:stretch>
              </p:blipFill>
              <p:spPr>
                <a:xfrm>
                  <a:off x="9808995" y="792397"/>
                  <a:ext cx="1299240" cy="4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7">
              <p14:nvContentPartPr>
                <p14:cNvPr id="296" name="Ink 295">
                  <a:extLst>
                    <a:ext uri="{FF2B5EF4-FFF2-40B4-BE49-F238E27FC236}">
                      <a16:creationId xmlns:a16="http://schemas.microsoft.com/office/drawing/2014/main" id="{A361059F-60F5-D178-3EF4-94A3F2C21AC4}"/>
                    </a:ext>
                  </a:extLst>
                </p14:cNvPr>
                <p14:cNvContentPartPr/>
                <p14:nvPr/>
              </p14:nvContentPartPr>
              <p14:xfrm>
                <a:off x="11375355" y="610957"/>
                <a:ext cx="120960" cy="329760"/>
              </p14:xfrm>
            </p:contentPart>
          </mc:Choice>
          <mc:Fallback>
            <p:pic>
              <p:nvPicPr>
                <p:cNvPr id="296" name="Ink 295">
                  <a:extLst>
                    <a:ext uri="{FF2B5EF4-FFF2-40B4-BE49-F238E27FC236}">
                      <a16:creationId xmlns:a16="http://schemas.microsoft.com/office/drawing/2014/main" id="{A361059F-60F5-D178-3EF4-94A3F2C21AC4}"/>
                    </a:ext>
                  </a:extLst>
                </p:cNvPr>
                <p:cNvPicPr/>
                <p:nvPr/>
              </p:nvPicPr>
              <p:blipFill>
                <a:blip r:embed="rId248"/>
                <a:stretch>
                  <a:fillRect/>
                </a:stretch>
              </p:blipFill>
              <p:spPr>
                <a:xfrm>
                  <a:off x="11366715" y="601957"/>
                  <a:ext cx="138600" cy="34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9">
              <p14:nvContentPartPr>
                <p14:cNvPr id="297" name="Ink 296">
                  <a:extLst>
                    <a:ext uri="{FF2B5EF4-FFF2-40B4-BE49-F238E27FC236}">
                      <a16:creationId xmlns:a16="http://schemas.microsoft.com/office/drawing/2014/main" id="{51AA1C88-0E8C-6E68-1A72-3822ECA32C15}"/>
                    </a:ext>
                  </a:extLst>
                </p14:cNvPr>
                <p14:cNvContentPartPr/>
                <p14:nvPr/>
              </p14:nvContentPartPr>
              <p14:xfrm>
                <a:off x="11500635" y="625357"/>
                <a:ext cx="106920" cy="238320"/>
              </p14:xfrm>
            </p:contentPart>
          </mc:Choice>
          <mc:Fallback>
            <p:pic>
              <p:nvPicPr>
                <p:cNvPr id="297" name="Ink 296">
                  <a:extLst>
                    <a:ext uri="{FF2B5EF4-FFF2-40B4-BE49-F238E27FC236}">
                      <a16:creationId xmlns:a16="http://schemas.microsoft.com/office/drawing/2014/main" id="{51AA1C88-0E8C-6E68-1A72-3822ECA32C15}"/>
                    </a:ext>
                  </a:extLst>
                </p:cNvPr>
                <p:cNvPicPr/>
                <p:nvPr/>
              </p:nvPicPr>
              <p:blipFill>
                <a:blip r:embed="rId250"/>
                <a:stretch>
                  <a:fillRect/>
                </a:stretch>
              </p:blipFill>
              <p:spPr>
                <a:xfrm>
                  <a:off x="11491995" y="616357"/>
                  <a:ext cx="124560" cy="25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1">
              <p14:nvContentPartPr>
                <p14:cNvPr id="298" name="Ink 297">
                  <a:extLst>
                    <a:ext uri="{FF2B5EF4-FFF2-40B4-BE49-F238E27FC236}">
                      <a16:creationId xmlns:a16="http://schemas.microsoft.com/office/drawing/2014/main" id="{811212B6-348E-F1E8-7819-9941DFE5E57F}"/>
                    </a:ext>
                  </a:extLst>
                </p14:cNvPr>
                <p14:cNvContentPartPr/>
                <p14:nvPr/>
              </p14:nvContentPartPr>
              <p14:xfrm>
                <a:off x="11391195" y="775477"/>
                <a:ext cx="234360" cy="360"/>
              </p14:xfrm>
            </p:contentPart>
          </mc:Choice>
          <mc:Fallback>
            <p:pic>
              <p:nvPicPr>
                <p:cNvPr id="298" name="Ink 297">
                  <a:extLst>
                    <a:ext uri="{FF2B5EF4-FFF2-40B4-BE49-F238E27FC236}">
                      <a16:creationId xmlns:a16="http://schemas.microsoft.com/office/drawing/2014/main" id="{811212B6-348E-F1E8-7819-9941DFE5E57F}"/>
                    </a:ext>
                  </a:extLst>
                </p:cNvPr>
                <p:cNvPicPr/>
                <p:nvPr/>
              </p:nvPicPr>
              <p:blipFill>
                <a:blip r:embed="rId252"/>
                <a:stretch>
                  <a:fillRect/>
                </a:stretch>
              </p:blipFill>
              <p:spPr>
                <a:xfrm>
                  <a:off x="11382555" y="766837"/>
                  <a:ext cx="252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3">
              <p14:nvContentPartPr>
                <p14:cNvPr id="300" name="Ink 299">
                  <a:extLst>
                    <a:ext uri="{FF2B5EF4-FFF2-40B4-BE49-F238E27FC236}">
                      <a16:creationId xmlns:a16="http://schemas.microsoft.com/office/drawing/2014/main" id="{00EDF9C4-412C-4184-348A-1AB1F939E4F1}"/>
                    </a:ext>
                  </a:extLst>
                </p14:cNvPr>
                <p14:cNvContentPartPr/>
                <p14:nvPr/>
              </p14:nvContentPartPr>
              <p14:xfrm>
                <a:off x="11730315" y="840277"/>
                <a:ext cx="66240" cy="231120"/>
              </p14:xfrm>
            </p:contentPart>
          </mc:Choice>
          <mc:Fallback>
            <p:pic>
              <p:nvPicPr>
                <p:cNvPr id="300" name="Ink 299">
                  <a:extLst>
                    <a:ext uri="{FF2B5EF4-FFF2-40B4-BE49-F238E27FC236}">
                      <a16:creationId xmlns:a16="http://schemas.microsoft.com/office/drawing/2014/main" id="{00EDF9C4-412C-4184-348A-1AB1F939E4F1}"/>
                    </a:ext>
                  </a:extLst>
                </p:cNvPr>
                <p:cNvPicPr/>
                <p:nvPr/>
              </p:nvPicPr>
              <p:blipFill>
                <a:blip r:embed="rId254"/>
                <a:stretch>
                  <a:fillRect/>
                </a:stretch>
              </p:blipFill>
              <p:spPr>
                <a:xfrm>
                  <a:off x="11721315" y="831637"/>
                  <a:ext cx="83880" cy="24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5">
              <p14:nvContentPartPr>
                <p14:cNvPr id="302" name="Ink 301">
                  <a:extLst>
                    <a:ext uri="{FF2B5EF4-FFF2-40B4-BE49-F238E27FC236}">
                      <a16:creationId xmlns:a16="http://schemas.microsoft.com/office/drawing/2014/main" id="{7DDF4008-504A-EF5A-51CF-C49A1FCE8615}"/>
                    </a:ext>
                  </a:extLst>
                </p14:cNvPr>
                <p14:cNvContentPartPr/>
                <p14:nvPr/>
              </p14:nvContentPartPr>
              <p14:xfrm>
                <a:off x="9036435" y="1419517"/>
                <a:ext cx="13680" cy="5760"/>
              </p14:xfrm>
            </p:contentPart>
          </mc:Choice>
          <mc:Fallback>
            <p:pic>
              <p:nvPicPr>
                <p:cNvPr id="302" name="Ink 301">
                  <a:extLst>
                    <a:ext uri="{FF2B5EF4-FFF2-40B4-BE49-F238E27FC236}">
                      <a16:creationId xmlns:a16="http://schemas.microsoft.com/office/drawing/2014/main" id="{7DDF4008-504A-EF5A-51CF-C49A1FCE8615}"/>
                    </a:ext>
                  </a:extLst>
                </p:cNvPr>
                <p:cNvPicPr/>
                <p:nvPr/>
              </p:nvPicPr>
              <p:blipFill>
                <a:blip r:embed="rId256"/>
                <a:stretch>
                  <a:fillRect/>
                </a:stretch>
              </p:blipFill>
              <p:spPr>
                <a:xfrm>
                  <a:off x="9027435" y="1410517"/>
                  <a:ext cx="3132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7">
              <p14:nvContentPartPr>
                <p14:cNvPr id="303" name="Ink 302">
                  <a:extLst>
                    <a:ext uri="{FF2B5EF4-FFF2-40B4-BE49-F238E27FC236}">
                      <a16:creationId xmlns:a16="http://schemas.microsoft.com/office/drawing/2014/main" id="{57D8D6B6-B454-6C8A-DBF5-8ED6B5543F10}"/>
                    </a:ext>
                  </a:extLst>
                </p14:cNvPr>
                <p14:cNvContentPartPr/>
                <p14:nvPr/>
              </p14:nvContentPartPr>
              <p14:xfrm>
                <a:off x="9043635" y="1438237"/>
                <a:ext cx="277920" cy="8280"/>
              </p14:xfrm>
            </p:contentPart>
          </mc:Choice>
          <mc:Fallback>
            <p:pic>
              <p:nvPicPr>
                <p:cNvPr id="303" name="Ink 302">
                  <a:extLst>
                    <a:ext uri="{FF2B5EF4-FFF2-40B4-BE49-F238E27FC236}">
                      <a16:creationId xmlns:a16="http://schemas.microsoft.com/office/drawing/2014/main" id="{57D8D6B6-B454-6C8A-DBF5-8ED6B5543F10}"/>
                    </a:ext>
                  </a:extLst>
                </p:cNvPr>
                <p:cNvPicPr/>
                <p:nvPr/>
              </p:nvPicPr>
              <p:blipFill>
                <a:blip r:embed="rId258"/>
                <a:stretch>
                  <a:fillRect/>
                </a:stretch>
              </p:blipFill>
              <p:spPr>
                <a:xfrm>
                  <a:off x="9034995" y="1429597"/>
                  <a:ext cx="295560" cy="2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9">
              <p14:nvContentPartPr>
                <p14:cNvPr id="304" name="Ink 303">
                  <a:extLst>
                    <a:ext uri="{FF2B5EF4-FFF2-40B4-BE49-F238E27FC236}">
                      <a16:creationId xmlns:a16="http://schemas.microsoft.com/office/drawing/2014/main" id="{DD872DD1-1843-8DCF-CF7B-A0868CDA4D3D}"/>
                    </a:ext>
                  </a:extLst>
                </p14:cNvPr>
                <p14:cNvContentPartPr/>
                <p14:nvPr/>
              </p14:nvContentPartPr>
              <p14:xfrm>
                <a:off x="9348195" y="1270477"/>
                <a:ext cx="523800" cy="591480"/>
              </p14:xfrm>
            </p:contentPart>
          </mc:Choice>
          <mc:Fallback>
            <p:pic>
              <p:nvPicPr>
                <p:cNvPr id="304" name="Ink 303">
                  <a:extLst>
                    <a:ext uri="{FF2B5EF4-FFF2-40B4-BE49-F238E27FC236}">
                      <a16:creationId xmlns:a16="http://schemas.microsoft.com/office/drawing/2014/main" id="{DD872DD1-1843-8DCF-CF7B-A0868CDA4D3D}"/>
                    </a:ext>
                  </a:extLst>
                </p:cNvPr>
                <p:cNvPicPr/>
                <p:nvPr/>
              </p:nvPicPr>
              <p:blipFill>
                <a:blip r:embed="rId260"/>
                <a:stretch>
                  <a:fillRect/>
                </a:stretch>
              </p:blipFill>
              <p:spPr>
                <a:xfrm>
                  <a:off x="9339555" y="1261477"/>
                  <a:ext cx="541440" cy="60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1">
              <p14:nvContentPartPr>
                <p14:cNvPr id="306" name="Ink 305">
                  <a:extLst>
                    <a:ext uri="{FF2B5EF4-FFF2-40B4-BE49-F238E27FC236}">
                      <a16:creationId xmlns:a16="http://schemas.microsoft.com/office/drawing/2014/main" id="{87ACA8BF-0951-B8BB-D1B4-641E2B266C23}"/>
                    </a:ext>
                  </a:extLst>
                </p14:cNvPr>
                <p14:cNvContentPartPr/>
                <p14:nvPr/>
              </p14:nvContentPartPr>
              <p14:xfrm>
                <a:off x="9076755" y="1761157"/>
                <a:ext cx="338040" cy="518760"/>
              </p14:xfrm>
            </p:contentPart>
          </mc:Choice>
          <mc:Fallback>
            <p:pic>
              <p:nvPicPr>
                <p:cNvPr id="306" name="Ink 305">
                  <a:extLst>
                    <a:ext uri="{FF2B5EF4-FFF2-40B4-BE49-F238E27FC236}">
                      <a16:creationId xmlns:a16="http://schemas.microsoft.com/office/drawing/2014/main" id="{87ACA8BF-0951-B8BB-D1B4-641E2B266C23}"/>
                    </a:ext>
                  </a:extLst>
                </p:cNvPr>
                <p:cNvPicPr/>
                <p:nvPr/>
              </p:nvPicPr>
              <p:blipFill>
                <a:blip r:embed="rId262"/>
                <a:stretch>
                  <a:fillRect/>
                </a:stretch>
              </p:blipFill>
              <p:spPr>
                <a:xfrm>
                  <a:off x="9068115" y="1752157"/>
                  <a:ext cx="355680" cy="53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3">
              <p14:nvContentPartPr>
                <p14:cNvPr id="307" name="Ink 306">
                  <a:extLst>
                    <a:ext uri="{FF2B5EF4-FFF2-40B4-BE49-F238E27FC236}">
                      <a16:creationId xmlns:a16="http://schemas.microsoft.com/office/drawing/2014/main" id="{A156979B-4128-AA63-59EB-4B0B0FC9F1E9}"/>
                    </a:ext>
                  </a:extLst>
                </p14:cNvPr>
                <p14:cNvContentPartPr/>
                <p14:nvPr/>
              </p14:nvContentPartPr>
              <p14:xfrm>
                <a:off x="9886755" y="1604557"/>
                <a:ext cx="1287360" cy="83880"/>
              </p14:xfrm>
            </p:contentPart>
          </mc:Choice>
          <mc:Fallback>
            <p:pic>
              <p:nvPicPr>
                <p:cNvPr id="307" name="Ink 306">
                  <a:extLst>
                    <a:ext uri="{FF2B5EF4-FFF2-40B4-BE49-F238E27FC236}">
                      <a16:creationId xmlns:a16="http://schemas.microsoft.com/office/drawing/2014/main" id="{A156979B-4128-AA63-59EB-4B0B0FC9F1E9}"/>
                    </a:ext>
                  </a:extLst>
                </p:cNvPr>
                <p:cNvPicPr/>
                <p:nvPr/>
              </p:nvPicPr>
              <p:blipFill>
                <a:blip r:embed="rId264"/>
                <a:stretch>
                  <a:fillRect/>
                </a:stretch>
              </p:blipFill>
              <p:spPr>
                <a:xfrm>
                  <a:off x="9878115" y="1595557"/>
                  <a:ext cx="1305000" cy="10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5">
              <p14:nvContentPartPr>
                <p14:cNvPr id="308" name="Ink 307">
                  <a:extLst>
                    <a:ext uri="{FF2B5EF4-FFF2-40B4-BE49-F238E27FC236}">
                      <a16:creationId xmlns:a16="http://schemas.microsoft.com/office/drawing/2014/main" id="{CB1E3417-DE6F-A70E-9C4C-238CA31D68BD}"/>
                    </a:ext>
                  </a:extLst>
                </p14:cNvPr>
                <p14:cNvContentPartPr/>
                <p14:nvPr/>
              </p14:nvContentPartPr>
              <p14:xfrm>
                <a:off x="11403075" y="1397917"/>
                <a:ext cx="156240" cy="352800"/>
              </p14:xfrm>
            </p:contentPart>
          </mc:Choice>
          <mc:Fallback>
            <p:pic>
              <p:nvPicPr>
                <p:cNvPr id="308" name="Ink 307">
                  <a:extLst>
                    <a:ext uri="{FF2B5EF4-FFF2-40B4-BE49-F238E27FC236}">
                      <a16:creationId xmlns:a16="http://schemas.microsoft.com/office/drawing/2014/main" id="{CB1E3417-DE6F-A70E-9C4C-238CA31D68BD}"/>
                    </a:ext>
                  </a:extLst>
                </p:cNvPr>
                <p:cNvPicPr/>
                <p:nvPr/>
              </p:nvPicPr>
              <p:blipFill>
                <a:blip r:embed="rId266"/>
                <a:stretch>
                  <a:fillRect/>
                </a:stretch>
              </p:blipFill>
              <p:spPr>
                <a:xfrm>
                  <a:off x="11394435" y="1388917"/>
                  <a:ext cx="173880" cy="37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7">
              <p14:nvContentPartPr>
                <p14:cNvPr id="309" name="Ink 308">
                  <a:extLst>
                    <a:ext uri="{FF2B5EF4-FFF2-40B4-BE49-F238E27FC236}">
                      <a16:creationId xmlns:a16="http://schemas.microsoft.com/office/drawing/2014/main" id="{BF1E085B-827F-C718-29B5-7CCBD22ADD1D}"/>
                    </a:ext>
                  </a:extLst>
                </p14:cNvPr>
                <p14:cNvContentPartPr/>
                <p14:nvPr/>
              </p14:nvContentPartPr>
              <p14:xfrm>
                <a:off x="11532315" y="1380637"/>
                <a:ext cx="123480" cy="327960"/>
              </p14:xfrm>
            </p:contentPart>
          </mc:Choice>
          <mc:Fallback>
            <p:pic>
              <p:nvPicPr>
                <p:cNvPr id="309" name="Ink 308">
                  <a:extLst>
                    <a:ext uri="{FF2B5EF4-FFF2-40B4-BE49-F238E27FC236}">
                      <a16:creationId xmlns:a16="http://schemas.microsoft.com/office/drawing/2014/main" id="{BF1E085B-827F-C718-29B5-7CCBD22ADD1D}"/>
                    </a:ext>
                  </a:extLst>
                </p:cNvPr>
                <p:cNvPicPr/>
                <p:nvPr/>
              </p:nvPicPr>
              <p:blipFill>
                <a:blip r:embed="rId268"/>
                <a:stretch>
                  <a:fillRect/>
                </a:stretch>
              </p:blipFill>
              <p:spPr>
                <a:xfrm>
                  <a:off x="11523315" y="1371997"/>
                  <a:ext cx="141120" cy="34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9">
              <p14:nvContentPartPr>
                <p14:cNvPr id="310" name="Ink 309">
                  <a:extLst>
                    <a:ext uri="{FF2B5EF4-FFF2-40B4-BE49-F238E27FC236}">
                      <a16:creationId xmlns:a16="http://schemas.microsoft.com/office/drawing/2014/main" id="{C9E5C9CD-CF6E-DF8A-A793-9B26C832438C}"/>
                    </a:ext>
                  </a:extLst>
                </p14:cNvPr>
                <p14:cNvContentPartPr/>
                <p14:nvPr/>
              </p14:nvContentPartPr>
              <p14:xfrm>
                <a:off x="11407755" y="1601677"/>
                <a:ext cx="208800" cy="2880"/>
              </p14:xfrm>
            </p:contentPart>
          </mc:Choice>
          <mc:Fallback>
            <p:pic>
              <p:nvPicPr>
                <p:cNvPr id="310" name="Ink 309">
                  <a:extLst>
                    <a:ext uri="{FF2B5EF4-FFF2-40B4-BE49-F238E27FC236}">
                      <a16:creationId xmlns:a16="http://schemas.microsoft.com/office/drawing/2014/main" id="{C9E5C9CD-CF6E-DF8A-A793-9B26C832438C}"/>
                    </a:ext>
                  </a:extLst>
                </p:cNvPr>
                <p:cNvPicPr/>
                <p:nvPr/>
              </p:nvPicPr>
              <p:blipFill>
                <a:blip r:embed="rId270"/>
                <a:stretch>
                  <a:fillRect/>
                </a:stretch>
              </p:blipFill>
              <p:spPr>
                <a:xfrm>
                  <a:off x="11398755" y="1593037"/>
                  <a:ext cx="226440" cy="2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1">
              <p14:nvContentPartPr>
                <p14:cNvPr id="311" name="Ink 310">
                  <a:extLst>
                    <a:ext uri="{FF2B5EF4-FFF2-40B4-BE49-F238E27FC236}">
                      <a16:creationId xmlns:a16="http://schemas.microsoft.com/office/drawing/2014/main" id="{69C6101F-0E9A-8A86-E58F-E05DAC80F5D3}"/>
                    </a:ext>
                  </a:extLst>
                </p14:cNvPr>
                <p14:cNvContentPartPr/>
                <p14:nvPr/>
              </p14:nvContentPartPr>
              <p14:xfrm>
                <a:off x="11767395" y="1712197"/>
                <a:ext cx="83160" cy="102600"/>
              </p14:xfrm>
            </p:contentPart>
          </mc:Choice>
          <mc:Fallback>
            <p:pic>
              <p:nvPicPr>
                <p:cNvPr id="311" name="Ink 310">
                  <a:extLst>
                    <a:ext uri="{FF2B5EF4-FFF2-40B4-BE49-F238E27FC236}">
                      <a16:creationId xmlns:a16="http://schemas.microsoft.com/office/drawing/2014/main" id="{69C6101F-0E9A-8A86-E58F-E05DAC80F5D3}"/>
                    </a:ext>
                  </a:extLst>
                </p:cNvPr>
                <p:cNvPicPr/>
                <p:nvPr/>
              </p:nvPicPr>
              <p:blipFill>
                <a:blip r:embed="rId272"/>
                <a:stretch>
                  <a:fillRect/>
                </a:stretch>
              </p:blipFill>
              <p:spPr>
                <a:xfrm>
                  <a:off x="11758755" y="1703557"/>
                  <a:ext cx="100800" cy="12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3">
              <p14:nvContentPartPr>
                <p14:cNvPr id="315" name="Ink 314">
                  <a:extLst>
                    <a:ext uri="{FF2B5EF4-FFF2-40B4-BE49-F238E27FC236}">
                      <a16:creationId xmlns:a16="http://schemas.microsoft.com/office/drawing/2014/main" id="{B02D0D0D-407B-350F-4AA8-93E14ADD05ED}"/>
                    </a:ext>
                  </a:extLst>
                </p14:cNvPr>
                <p14:cNvContentPartPr/>
                <p14:nvPr/>
              </p14:nvContentPartPr>
              <p14:xfrm>
                <a:off x="9213195" y="1023877"/>
                <a:ext cx="151920" cy="5760"/>
              </p14:xfrm>
            </p:contentPart>
          </mc:Choice>
          <mc:Fallback>
            <p:pic>
              <p:nvPicPr>
                <p:cNvPr id="315" name="Ink 314">
                  <a:extLst>
                    <a:ext uri="{FF2B5EF4-FFF2-40B4-BE49-F238E27FC236}">
                      <a16:creationId xmlns:a16="http://schemas.microsoft.com/office/drawing/2014/main" id="{B02D0D0D-407B-350F-4AA8-93E14ADD05ED}"/>
                    </a:ext>
                  </a:extLst>
                </p:cNvPr>
                <p:cNvPicPr/>
                <p:nvPr/>
              </p:nvPicPr>
              <p:blipFill>
                <a:blip r:embed="rId274"/>
                <a:stretch>
                  <a:fillRect/>
                </a:stretch>
              </p:blipFill>
              <p:spPr>
                <a:xfrm>
                  <a:off x="9204555" y="1015237"/>
                  <a:ext cx="16956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5">
              <p14:nvContentPartPr>
                <p14:cNvPr id="317" name="Ink 316">
                  <a:extLst>
                    <a:ext uri="{FF2B5EF4-FFF2-40B4-BE49-F238E27FC236}">
                      <a16:creationId xmlns:a16="http://schemas.microsoft.com/office/drawing/2014/main" id="{65642754-5B0D-4231-140F-5E722A749C7A}"/>
                    </a:ext>
                  </a:extLst>
                </p14:cNvPr>
                <p14:cNvContentPartPr/>
                <p14:nvPr/>
              </p14:nvContentPartPr>
              <p14:xfrm>
                <a:off x="8781195" y="2995597"/>
                <a:ext cx="33480" cy="62280"/>
              </p14:xfrm>
            </p:contentPart>
          </mc:Choice>
          <mc:Fallback>
            <p:pic>
              <p:nvPicPr>
                <p:cNvPr id="317" name="Ink 316">
                  <a:extLst>
                    <a:ext uri="{FF2B5EF4-FFF2-40B4-BE49-F238E27FC236}">
                      <a16:creationId xmlns:a16="http://schemas.microsoft.com/office/drawing/2014/main" id="{65642754-5B0D-4231-140F-5E722A749C7A}"/>
                    </a:ext>
                  </a:extLst>
                </p:cNvPr>
                <p:cNvPicPr/>
                <p:nvPr/>
              </p:nvPicPr>
              <p:blipFill>
                <a:blip r:embed="rId276"/>
                <a:stretch>
                  <a:fillRect/>
                </a:stretch>
              </p:blipFill>
              <p:spPr>
                <a:xfrm>
                  <a:off x="8772555" y="2986957"/>
                  <a:ext cx="51120" cy="7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7">
              <p14:nvContentPartPr>
                <p14:cNvPr id="380" name="Ink 379">
                  <a:extLst>
                    <a:ext uri="{FF2B5EF4-FFF2-40B4-BE49-F238E27FC236}">
                      <a16:creationId xmlns:a16="http://schemas.microsoft.com/office/drawing/2014/main" id="{A70FB777-45B8-6E3E-E1E8-BAA4AB6C148F}"/>
                    </a:ext>
                  </a:extLst>
                </p14:cNvPr>
                <p14:cNvContentPartPr/>
                <p14:nvPr/>
              </p14:nvContentPartPr>
              <p14:xfrm>
                <a:off x="10285995" y="790597"/>
                <a:ext cx="444240" cy="1501200"/>
              </p14:xfrm>
            </p:contentPart>
          </mc:Choice>
          <mc:Fallback>
            <p:pic>
              <p:nvPicPr>
                <p:cNvPr id="380" name="Ink 379">
                  <a:extLst>
                    <a:ext uri="{FF2B5EF4-FFF2-40B4-BE49-F238E27FC236}">
                      <a16:creationId xmlns:a16="http://schemas.microsoft.com/office/drawing/2014/main" id="{A70FB777-45B8-6E3E-E1E8-BAA4AB6C148F}"/>
                    </a:ext>
                  </a:extLst>
                </p:cNvPr>
                <p:cNvPicPr/>
                <p:nvPr/>
              </p:nvPicPr>
              <p:blipFill>
                <a:blip r:embed="rId278"/>
                <a:stretch>
                  <a:fillRect/>
                </a:stretch>
              </p:blipFill>
              <p:spPr>
                <a:xfrm>
                  <a:off x="10277355" y="781597"/>
                  <a:ext cx="461880" cy="151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9">
              <p14:nvContentPartPr>
                <p14:cNvPr id="347" name="Ink 346">
                  <a:extLst>
                    <a:ext uri="{FF2B5EF4-FFF2-40B4-BE49-F238E27FC236}">
                      <a16:creationId xmlns:a16="http://schemas.microsoft.com/office/drawing/2014/main" id="{995E0FB7-0BC5-7F27-89C6-7B68BB0FAE28}"/>
                    </a:ext>
                  </a:extLst>
                </p14:cNvPr>
                <p14:cNvContentPartPr/>
                <p14:nvPr/>
              </p14:nvContentPartPr>
              <p14:xfrm>
                <a:off x="10577235" y="2166517"/>
                <a:ext cx="587880" cy="693360"/>
              </p14:xfrm>
            </p:contentPart>
          </mc:Choice>
          <mc:Fallback>
            <p:pic>
              <p:nvPicPr>
                <p:cNvPr id="347" name="Ink 346">
                  <a:extLst>
                    <a:ext uri="{FF2B5EF4-FFF2-40B4-BE49-F238E27FC236}">
                      <a16:creationId xmlns:a16="http://schemas.microsoft.com/office/drawing/2014/main" id="{995E0FB7-0BC5-7F27-89C6-7B68BB0FAE28}"/>
                    </a:ext>
                  </a:extLst>
                </p:cNvPr>
                <p:cNvPicPr/>
                <p:nvPr/>
              </p:nvPicPr>
              <p:blipFill>
                <a:blip r:embed="rId280"/>
                <a:stretch>
                  <a:fillRect/>
                </a:stretch>
              </p:blipFill>
              <p:spPr>
                <a:xfrm>
                  <a:off x="10568235" y="2157877"/>
                  <a:ext cx="605520" cy="71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1">
              <p14:nvContentPartPr>
                <p14:cNvPr id="382" name="Ink 381">
                  <a:extLst>
                    <a:ext uri="{FF2B5EF4-FFF2-40B4-BE49-F238E27FC236}">
                      <a16:creationId xmlns:a16="http://schemas.microsoft.com/office/drawing/2014/main" id="{668FA700-6BF2-ABFD-B8C7-4008BB6A5C5F}"/>
                    </a:ext>
                  </a:extLst>
                </p14:cNvPr>
                <p14:cNvContentPartPr/>
                <p14:nvPr/>
              </p14:nvContentPartPr>
              <p14:xfrm>
                <a:off x="10053075" y="1590877"/>
                <a:ext cx="652680" cy="1041120"/>
              </p14:xfrm>
            </p:contentPart>
          </mc:Choice>
          <mc:Fallback>
            <p:pic>
              <p:nvPicPr>
                <p:cNvPr id="382" name="Ink 381">
                  <a:extLst>
                    <a:ext uri="{FF2B5EF4-FFF2-40B4-BE49-F238E27FC236}">
                      <a16:creationId xmlns:a16="http://schemas.microsoft.com/office/drawing/2014/main" id="{668FA700-6BF2-ABFD-B8C7-4008BB6A5C5F}"/>
                    </a:ext>
                  </a:extLst>
                </p:cNvPr>
                <p:cNvPicPr/>
                <p:nvPr/>
              </p:nvPicPr>
              <p:blipFill>
                <a:blip r:embed="rId282"/>
                <a:stretch>
                  <a:fillRect/>
                </a:stretch>
              </p:blipFill>
              <p:spPr>
                <a:xfrm>
                  <a:off x="10044435" y="1582237"/>
                  <a:ext cx="670320" cy="105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3">
              <p14:nvContentPartPr>
                <p14:cNvPr id="395" name="Ink 394">
                  <a:extLst>
                    <a:ext uri="{FF2B5EF4-FFF2-40B4-BE49-F238E27FC236}">
                      <a16:creationId xmlns:a16="http://schemas.microsoft.com/office/drawing/2014/main" id="{D535E55E-609D-9462-8D65-F47135DBB4DB}"/>
                    </a:ext>
                  </a:extLst>
                </p14:cNvPr>
                <p14:cNvContentPartPr/>
                <p14:nvPr/>
              </p14:nvContentPartPr>
              <p14:xfrm>
                <a:off x="11155755" y="2527597"/>
                <a:ext cx="203400" cy="9720"/>
              </p14:xfrm>
            </p:contentPart>
          </mc:Choice>
          <mc:Fallback>
            <p:pic>
              <p:nvPicPr>
                <p:cNvPr id="395" name="Ink 394">
                  <a:extLst>
                    <a:ext uri="{FF2B5EF4-FFF2-40B4-BE49-F238E27FC236}">
                      <a16:creationId xmlns:a16="http://schemas.microsoft.com/office/drawing/2014/main" id="{D535E55E-609D-9462-8D65-F47135DBB4DB}"/>
                    </a:ext>
                  </a:extLst>
                </p:cNvPr>
                <p:cNvPicPr/>
                <p:nvPr/>
              </p:nvPicPr>
              <p:blipFill>
                <a:blip r:embed="rId284"/>
                <a:stretch>
                  <a:fillRect/>
                </a:stretch>
              </p:blipFill>
              <p:spPr>
                <a:xfrm>
                  <a:off x="11146755" y="2518957"/>
                  <a:ext cx="221040" cy="2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5">
              <p14:nvContentPartPr>
                <p14:cNvPr id="379" name="Ink 378">
                  <a:extLst>
                    <a:ext uri="{FF2B5EF4-FFF2-40B4-BE49-F238E27FC236}">
                      <a16:creationId xmlns:a16="http://schemas.microsoft.com/office/drawing/2014/main" id="{D12E69DE-752E-9C01-5D92-7ABE42F03F71}"/>
                    </a:ext>
                  </a:extLst>
                </p14:cNvPr>
                <p14:cNvContentPartPr/>
                <p14:nvPr/>
              </p14:nvContentPartPr>
              <p14:xfrm>
                <a:off x="10393635" y="2139157"/>
                <a:ext cx="13320" cy="36720"/>
              </p14:xfrm>
            </p:contentPart>
          </mc:Choice>
          <mc:Fallback>
            <p:pic>
              <p:nvPicPr>
                <p:cNvPr id="379" name="Ink 378">
                  <a:extLst>
                    <a:ext uri="{FF2B5EF4-FFF2-40B4-BE49-F238E27FC236}">
                      <a16:creationId xmlns:a16="http://schemas.microsoft.com/office/drawing/2014/main" id="{D12E69DE-752E-9C01-5D92-7ABE42F03F71}"/>
                    </a:ext>
                  </a:extLst>
                </p:cNvPr>
                <p:cNvPicPr/>
                <p:nvPr/>
              </p:nvPicPr>
              <p:blipFill>
                <a:blip r:embed="rId286"/>
                <a:stretch>
                  <a:fillRect/>
                </a:stretch>
              </p:blipFill>
              <p:spPr>
                <a:xfrm>
                  <a:off x="10384995" y="2130157"/>
                  <a:ext cx="30960" cy="54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94" name="Group 393">
            <a:extLst>
              <a:ext uri="{FF2B5EF4-FFF2-40B4-BE49-F238E27FC236}">
                <a16:creationId xmlns:a16="http://schemas.microsoft.com/office/drawing/2014/main" id="{CCA95ED1-D166-3D89-41B7-B0604D40D200}"/>
              </a:ext>
            </a:extLst>
          </p:cNvPr>
          <p:cNvGrpSpPr/>
          <p:nvPr/>
        </p:nvGrpSpPr>
        <p:grpSpPr>
          <a:xfrm>
            <a:off x="10209315" y="2084797"/>
            <a:ext cx="1056960" cy="810720"/>
            <a:chOff x="10209315" y="2084797"/>
            <a:chExt cx="1056960" cy="810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87">
              <p14:nvContentPartPr>
                <p14:cNvPr id="383" name="Ink 382">
                  <a:extLst>
                    <a:ext uri="{FF2B5EF4-FFF2-40B4-BE49-F238E27FC236}">
                      <a16:creationId xmlns:a16="http://schemas.microsoft.com/office/drawing/2014/main" id="{339BF913-E637-EBF1-405D-3B20631374BC}"/>
                    </a:ext>
                  </a:extLst>
                </p14:cNvPr>
                <p14:cNvContentPartPr/>
                <p14:nvPr/>
              </p14:nvContentPartPr>
              <p14:xfrm>
                <a:off x="10372395" y="2084797"/>
                <a:ext cx="6480" cy="331200"/>
              </p14:xfrm>
            </p:contentPart>
          </mc:Choice>
          <mc:Fallback>
            <p:pic>
              <p:nvPicPr>
                <p:cNvPr id="383" name="Ink 382">
                  <a:extLst>
                    <a:ext uri="{FF2B5EF4-FFF2-40B4-BE49-F238E27FC236}">
                      <a16:creationId xmlns:a16="http://schemas.microsoft.com/office/drawing/2014/main" id="{339BF913-E637-EBF1-405D-3B20631374BC}"/>
                    </a:ext>
                  </a:extLst>
                </p:cNvPr>
                <p:cNvPicPr/>
                <p:nvPr/>
              </p:nvPicPr>
              <p:blipFill>
                <a:blip r:embed="rId288"/>
                <a:stretch>
                  <a:fillRect/>
                </a:stretch>
              </p:blipFill>
              <p:spPr>
                <a:xfrm>
                  <a:off x="10354755" y="2067157"/>
                  <a:ext cx="42120" cy="36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9">
              <p14:nvContentPartPr>
                <p14:cNvPr id="384" name="Ink 383">
                  <a:extLst>
                    <a:ext uri="{FF2B5EF4-FFF2-40B4-BE49-F238E27FC236}">
                      <a16:creationId xmlns:a16="http://schemas.microsoft.com/office/drawing/2014/main" id="{A6CAAAB8-50CA-ACDD-59DA-1F1F33E20AE6}"/>
                    </a:ext>
                  </a:extLst>
                </p14:cNvPr>
                <p14:cNvContentPartPr/>
                <p14:nvPr/>
              </p14:nvContentPartPr>
              <p14:xfrm>
                <a:off x="10342515" y="2121517"/>
                <a:ext cx="246600" cy="324000"/>
              </p14:xfrm>
            </p:contentPart>
          </mc:Choice>
          <mc:Fallback>
            <p:pic>
              <p:nvPicPr>
                <p:cNvPr id="384" name="Ink 383">
                  <a:extLst>
                    <a:ext uri="{FF2B5EF4-FFF2-40B4-BE49-F238E27FC236}">
                      <a16:creationId xmlns:a16="http://schemas.microsoft.com/office/drawing/2014/main" id="{A6CAAAB8-50CA-ACDD-59DA-1F1F33E20AE6}"/>
                    </a:ext>
                  </a:extLst>
                </p:cNvPr>
                <p:cNvPicPr/>
                <p:nvPr/>
              </p:nvPicPr>
              <p:blipFill>
                <a:blip r:embed="rId290"/>
                <a:stretch>
                  <a:fillRect/>
                </a:stretch>
              </p:blipFill>
              <p:spPr>
                <a:xfrm>
                  <a:off x="10324875" y="2103517"/>
                  <a:ext cx="282240" cy="35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1">
              <p14:nvContentPartPr>
                <p14:cNvPr id="385" name="Ink 384">
                  <a:extLst>
                    <a:ext uri="{FF2B5EF4-FFF2-40B4-BE49-F238E27FC236}">
                      <a16:creationId xmlns:a16="http://schemas.microsoft.com/office/drawing/2014/main" id="{DA3D21C2-1E8F-9EFE-FF1D-F4B227CD895F}"/>
                    </a:ext>
                  </a:extLst>
                </p14:cNvPr>
                <p14:cNvContentPartPr/>
                <p14:nvPr/>
              </p14:nvContentPartPr>
              <p14:xfrm>
                <a:off x="10561755" y="2240317"/>
                <a:ext cx="87480" cy="88200"/>
              </p14:xfrm>
            </p:contentPart>
          </mc:Choice>
          <mc:Fallback>
            <p:pic>
              <p:nvPicPr>
                <p:cNvPr id="385" name="Ink 384">
                  <a:extLst>
                    <a:ext uri="{FF2B5EF4-FFF2-40B4-BE49-F238E27FC236}">
                      <a16:creationId xmlns:a16="http://schemas.microsoft.com/office/drawing/2014/main" id="{DA3D21C2-1E8F-9EFE-FF1D-F4B227CD895F}"/>
                    </a:ext>
                  </a:extLst>
                </p:cNvPr>
                <p:cNvPicPr/>
                <p:nvPr/>
              </p:nvPicPr>
              <p:blipFill>
                <a:blip r:embed="rId292"/>
                <a:stretch>
                  <a:fillRect/>
                </a:stretch>
              </p:blipFill>
              <p:spPr>
                <a:xfrm>
                  <a:off x="10543755" y="2222317"/>
                  <a:ext cx="123120" cy="12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3">
              <p14:nvContentPartPr>
                <p14:cNvPr id="387" name="Ink 386">
                  <a:extLst>
                    <a:ext uri="{FF2B5EF4-FFF2-40B4-BE49-F238E27FC236}">
                      <a16:creationId xmlns:a16="http://schemas.microsoft.com/office/drawing/2014/main" id="{BBA04DFC-9CFA-E37E-C91F-43C7814A369B}"/>
                    </a:ext>
                  </a:extLst>
                </p14:cNvPr>
                <p14:cNvContentPartPr/>
                <p14:nvPr/>
              </p14:nvContentPartPr>
              <p14:xfrm>
                <a:off x="10209315" y="2605717"/>
                <a:ext cx="151920" cy="2160"/>
              </p14:xfrm>
            </p:contentPart>
          </mc:Choice>
          <mc:Fallback>
            <p:pic>
              <p:nvPicPr>
                <p:cNvPr id="387" name="Ink 386">
                  <a:extLst>
                    <a:ext uri="{FF2B5EF4-FFF2-40B4-BE49-F238E27FC236}">
                      <a16:creationId xmlns:a16="http://schemas.microsoft.com/office/drawing/2014/main" id="{BBA04DFC-9CFA-E37E-C91F-43C7814A369B}"/>
                    </a:ext>
                  </a:extLst>
                </p:cNvPr>
                <p:cNvPicPr/>
                <p:nvPr/>
              </p:nvPicPr>
              <p:blipFill>
                <a:blip r:embed="rId294"/>
                <a:stretch>
                  <a:fillRect/>
                </a:stretch>
              </p:blipFill>
              <p:spPr>
                <a:xfrm>
                  <a:off x="10191315" y="2587717"/>
                  <a:ext cx="187560" cy="3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5">
              <p14:nvContentPartPr>
                <p14:cNvPr id="388" name="Ink 387">
                  <a:extLst>
                    <a:ext uri="{FF2B5EF4-FFF2-40B4-BE49-F238E27FC236}">
                      <a16:creationId xmlns:a16="http://schemas.microsoft.com/office/drawing/2014/main" id="{3D8D98AB-BBF5-C02B-7BD9-B6282C04AF9B}"/>
                    </a:ext>
                  </a:extLst>
                </p14:cNvPr>
                <p14:cNvContentPartPr/>
                <p14:nvPr/>
              </p14:nvContentPartPr>
              <p14:xfrm>
                <a:off x="10350435" y="2473597"/>
                <a:ext cx="19080" cy="306720"/>
              </p14:xfrm>
            </p:contentPart>
          </mc:Choice>
          <mc:Fallback>
            <p:pic>
              <p:nvPicPr>
                <p:cNvPr id="388" name="Ink 387">
                  <a:extLst>
                    <a:ext uri="{FF2B5EF4-FFF2-40B4-BE49-F238E27FC236}">
                      <a16:creationId xmlns:a16="http://schemas.microsoft.com/office/drawing/2014/main" id="{3D8D98AB-BBF5-C02B-7BD9-B6282C04AF9B}"/>
                    </a:ext>
                  </a:extLst>
                </p:cNvPr>
                <p:cNvPicPr/>
                <p:nvPr/>
              </p:nvPicPr>
              <p:blipFill>
                <a:blip r:embed="rId296"/>
                <a:stretch>
                  <a:fillRect/>
                </a:stretch>
              </p:blipFill>
              <p:spPr>
                <a:xfrm>
                  <a:off x="10332435" y="2455957"/>
                  <a:ext cx="54720" cy="34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7">
              <p14:nvContentPartPr>
                <p14:cNvPr id="389" name="Ink 388">
                  <a:extLst>
                    <a:ext uri="{FF2B5EF4-FFF2-40B4-BE49-F238E27FC236}">
                      <a16:creationId xmlns:a16="http://schemas.microsoft.com/office/drawing/2014/main" id="{5199DF77-8F50-B61B-7AD0-951F419ADF29}"/>
                    </a:ext>
                  </a:extLst>
                </p14:cNvPr>
                <p14:cNvContentPartPr/>
                <p14:nvPr/>
              </p14:nvContentPartPr>
              <p14:xfrm>
                <a:off x="10350435" y="2489797"/>
                <a:ext cx="189720" cy="264960"/>
              </p14:xfrm>
            </p:contentPart>
          </mc:Choice>
          <mc:Fallback>
            <p:pic>
              <p:nvPicPr>
                <p:cNvPr id="389" name="Ink 388">
                  <a:extLst>
                    <a:ext uri="{FF2B5EF4-FFF2-40B4-BE49-F238E27FC236}">
                      <a16:creationId xmlns:a16="http://schemas.microsoft.com/office/drawing/2014/main" id="{5199DF77-8F50-B61B-7AD0-951F419ADF29}"/>
                    </a:ext>
                  </a:extLst>
                </p:cNvPr>
                <p:cNvPicPr/>
                <p:nvPr/>
              </p:nvPicPr>
              <p:blipFill>
                <a:blip r:embed="rId298"/>
                <a:stretch>
                  <a:fillRect/>
                </a:stretch>
              </p:blipFill>
              <p:spPr>
                <a:xfrm>
                  <a:off x="10332435" y="2472157"/>
                  <a:ext cx="225360" cy="30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9">
              <p14:nvContentPartPr>
                <p14:cNvPr id="390" name="Ink 389">
                  <a:extLst>
                    <a:ext uri="{FF2B5EF4-FFF2-40B4-BE49-F238E27FC236}">
                      <a16:creationId xmlns:a16="http://schemas.microsoft.com/office/drawing/2014/main" id="{17DD50E1-8F1D-7C3B-B092-2F24E4DDA79E}"/>
                    </a:ext>
                  </a:extLst>
                </p14:cNvPr>
                <p14:cNvContentPartPr/>
                <p14:nvPr/>
              </p14:nvContentPartPr>
              <p14:xfrm>
                <a:off x="10513155" y="2581597"/>
                <a:ext cx="95400" cy="83160"/>
              </p14:xfrm>
            </p:contentPart>
          </mc:Choice>
          <mc:Fallback>
            <p:pic>
              <p:nvPicPr>
                <p:cNvPr id="390" name="Ink 389">
                  <a:extLst>
                    <a:ext uri="{FF2B5EF4-FFF2-40B4-BE49-F238E27FC236}">
                      <a16:creationId xmlns:a16="http://schemas.microsoft.com/office/drawing/2014/main" id="{17DD50E1-8F1D-7C3B-B092-2F24E4DDA79E}"/>
                    </a:ext>
                  </a:extLst>
                </p:cNvPr>
                <p:cNvPicPr/>
                <p:nvPr/>
              </p:nvPicPr>
              <p:blipFill>
                <a:blip r:embed="rId300"/>
                <a:stretch>
                  <a:fillRect/>
                </a:stretch>
              </p:blipFill>
              <p:spPr>
                <a:xfrm>
                  <a:off x="10495155" y="2563957"/>
                  <a:ext cx="131040" cy="11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1">
              <p14:nvContentPartPr>
                <p14:cNvPr id="391" name="Ink 390">
                  <a:extLst>
                    <a:ext uri="{FF2B5EF4-FFF2-40B4-BE49-F238E27FC236}">
                      <a16:creationId xmlns:a16="http://schemas.microsoft.com/office/drawing/2014/main" id="{2A033F3F-2B36-A924-4E8C-3915DF321BE4}"/>
                    </a:ext>
                  </a:extLst>
                </p14:cNvPr>
                <p14:cNvContentPartPr/>
                <p14:nvPr/>
              </p14:nvContentPartPr>
              <p14:xfrm>
                <a:off x="10515315" y="2583037"/>
                <a:ext cx="48240" cy="16560"/>
              </p14:xfrm>
            </p:contentPart>
          </mc:Choice>
          <mc:Fallback>
            <p:pic>
              <p:nvPicPr>
                <p:cNvPr id="391" name="Ink 390">
                  <a:extLst>
                    <a:ext uri="{FF2B5EF4-FFF2-40B4-BE49-F238E27FC236}">
                      <a16:creationId xmlns:a16="http://schemas.microsoft.com/office/drawing/2014/main" id="{2A033F3F-2B36-A924-4E8C-3915DF321BE4}"/>
                    </a:ext>
                  </a:extLst>
                </p:cNvPr>
                <p:cNvPicPr/>
                <p:nvPr/>
              </p:nvPicPr>
              <p:blipFill>
                <a:blip r:embed="rId302"/>
                <a:stretch>
                  <a:fillRect/>
                </a:stretch>
              </p:blipFill>
              <p:spPr>
                <a:xfrm>
                  <a:off x="10497315" y="2565397"/>
                  <a:ext cx="83880" cy="5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3">
              <p14:nvContentPartPr>
                <p14:cNvPr id="393" name="Ink 392">
                  <a:extLst>
                    <a:ext uri="{FF2B5EF4-FFF2-40B4-BE49-F238E27FC236}">
                      <a16:creationId xmlns:a16="http://schemas.microsoft.com/office/drawing/2014/main" id="{A18D5003-D0BD-9C4A-95C8-ED3B36A18E71}"/>
                    </a:ext>
                  </a:extLst>
                </p14:cNvPr>
                <p14:cNvContentPartPr/>
                <p14:nvPr/>
              </p14:nvContentPartPr>
              <p14:xfrm>
                <a:off x="10605315" y="2149957"/>
                <a:ext cx="660960" cy="745560"/>
              </p14:xfrm>
            </p:contentPart>
          </mc:Choice>
          <mc:Fallback>
            <p:pic>
              <p:nvPicPr>
                <p:cNvPr id="393" name="Ink 392">
                  <a:extLst>
                    <a:ext uri="{FF2B5EF4-FFF2-40B4-BE49-F238E27FC236}">
                      <a16:creationId xmlns:a16="http://schemas.microsoft.com/office/drawing/2014/main" id="{A18D5003-D0BD-9C4A-95C8-ED3B36A18E71}"/>
                    </a:ext>
                  </a:extLst>
                </p:cNvPr>
                <p:cNvPicPr/>
                <p:nvPr/>
              </p:nvPicPr>
              <p:blipFill>
                <a:blip r:embed="rId304"/>
                <a:stretch>
                  <a:fillRect/>
                </a:stretch>
              </p:blipFill>
              <p:spPr>
                <a:xfrm>
                  <a:off x="10587315" y="2131957"/>
                  <a:ext cx="696600" cy="781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02" name="Group 401">
            <a:extLst>
              <a:ext uri="{FF2B5EF4-FFF2-40B4-BE49-F238E27FC236}">
                <a16:creationId xmlns:a16="http://schemas.microsoft.com/office/drawing/2014/main" id="{5AD200FA-A168-CF2D-1672-B89A7B850178}"/>
              </a:ext>
            </a:extLst>
          </p:cNvPr>
          <p:cNvGrpSpPr/>
          <p:nvPr/>
        </p:nvGrpSpPr>
        <p:grpSpPr>
          <a:xfrm>
            <a:off x="11290035" y="2370637"/>
            <a:ext cx="762840" cy="524520"/>
            <a:chOff x="11290035" y="2370637"/>
            <a:chExt cx="762840" cy="524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05">
              <p14:nvContentPartPr>
                <p14:cNvPr id="396" name="Ink 395">
                  <a:extLst>
                    <a:ext uri="{FF2B5EF4-FFF2-40B4-BE49-F238E27FC236}">
                      <a16:creationId xmlns:a16="http://schemas.microsoft.com/office/drawing/2014/main" id="{B3169EC3-E5C3-4426-010D-9D00F65A0152}"/>
                    </a:ext>
                  </a:extLst>
                </p14:cNvPr>
                <p14:cNvContentPartPr/>
                <p14:nvPr/>
              </p14:nvContentPartPr>
              <p14:xfrm>
                <a:off x="11290035" y="2538397"/>
                <a:ext cx="235800" cy="14400"/>
              </p14:xfrm>
            </p:contentPart>
          </mc:Choice>
          <mc:Fallback>
            <p:pic>
              <p:nvPicPr>
                <p:cNvPr id="396" name="Ink 395">
                  <a:extLst>
                    <a:ext uri="{FF2B5EF4-FFF2-40B4-BE49-F238E27FC236}">
                      <a16:creationId xmlns:a16="http://schemas.microsoft.com/office/drawing/2014/main" id="{B3169EC3-E5C3-4426-010D-9D00F65A0152}"/>
                    </a:ext>
                  </a:extLst>
                </p:cNvPr>
                <p:cNvPicPr/>
                <p:nvPr/>
              </p:nvPicPr>
              <p:blipFill>
                <a:blip r:embed="rId306"/>
                <a:stretch>
                  <a:fillRect/>
                </a:stretch>
              </p:blipFill>
              <p:spPr>
                <a:xfrm>
                  <a:off x="11272035" y="2520757"/>
                  <a:ext cx="271440" cy="5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7">
              <p14:nvContentPartPr>
                <p14:cNvPr id="397" name="Ink 396">
                  <a:extLst>
                    <a:ext uri="{FF2B5EF4-FFF2-40B4-BE49-F238E27FC236}">
                      <a16:creationId xmlns:a16="http://schemas.microsoft.com/office/drawing/2014/main" id="{CB3C7240-A4EA-F28F-F532-AEA8C490DF8B}"/>
                    </a:ext>
                  </a:extLst>
                </p14:cNvPr>
                <p14:cNvContentPartPr/>
                <p14:nvPr/>
              </p14:nvContentPartPr>
              <p14:xfrm>
                <a:off x="11566875" y="2377837"/>
                <a:ext cx="154800" cy="369000"/>
              </p14:xfrm>
            </p:contentPart>
          </mc:Choice>
          <mc:Fallback>
            <p:pic>
              <p:nvPicPr>
                <p:cNvPr id="397" name="Ink 396">
                  <a:extLst>
                    <a:ext uri="{FF2B5EF4-FFF2-40B4-BE49-F238E27FC236}">
                      <a16:creationId xmlns:a16="http://schemas.microsoft.com/office/drawing/2014/main" id="{CB3C7240-A4EA-F28F-F532-AEA8C490DF8B}"/>
                    </a:ext>
                  </a:extLst>
                </p:cNvPr>
                <p:cNvPicPr/>
                <p:nvPr/>
              </p:nvPicPr>
              <p:blipFill>
                <a:blip r:embed="rId308"/>
                <a:stretch>
                  <a:fillRect/>
                </a:stretch>
              </p:blipFill>
              <p:spPr>
                <a:xfrm>
                  <a:off x="11548875" y="2360197"/>
                  <a:ext cx="190440" cy="40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9">
              <p14:nvContentPartPr>
                <p14:cNvPr id="398" name="Ink 397">
                  <a:extLst>
                    <a:ext uri="{FF2B5EF4-FFF2-40B4-BE49-F238E27FC236}">
                      <a16:creationId xmlns:a16="http://schemas.microsoft.com/office/drawing/2014/main" id="{9DA4A56C-6C0F-3C29-973E-1EC4F2B7BA9F}"/>
                    </a:ext>
                  </a:extLst>
                </p14:cNvPr>
                <p14:cNvContentPartPr/>
                <p14:nvPr/>
              </p14:nvContentPartPr>
              <p14:xfrm>
                <a:off x="11700075" y="2370637"/>
                <a:ext cx="109080" cy="326520"/>
              </p14:xfrm>
            </p:contentPart>
          </mc:Choice>
          <mc:Fallback>
            <p:pic>
              <p:nvPicPr>
                <p:cNvPr id="398" name="Ink 397">
                  <a:extLst>
                    <a:ext uri="{FF2B5EF4-FFF2-40B4-BE49-F238E27FC236}">
                      <a16:creationId xmlns:a16="http://schemas.microsoft.com/office/drawing/2014/main" id="{9DA4A56C-6C0F-3C29-973E-1EC4F2B7BA9F}"/>
                    </a:ext>
                  </a:extLst>
                </p:cNvPr>
                <p:cNvPicPr/>
                <p:nvPr/>
              </p:nvPicPr>
              <p:blipFill>
                <a:blip r:embed="rId310"/>
                <a:stretch>
                  <a:fillRect/>
                </a:stretch>
              </p:blipFill>
              <p:spPr>
                <a:xfrm>
                  <a:off x="11682435" y="2352637"/>
                  <a:ext cx="144720" cy="36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1">
              <p14:nvContentPartPr>
                <p14:cNvPr id="399" name="Ink 398">
                  <a:extLst>
                    <a:ext uri="{FF2B5EF4-FFF2-40B4-BE49-F238E27FC236}">
                      <a16:creationId xmlns:a16="http://schemas.microsoft.com/office/drawing/2014/main" id="{848F8AB7-4998-6181-E823-198AACDFD284}"/>
                    </a:ext>
                  </a:extLst>
                </p14:cNvPr>
                <p14:cNvContentPartPr/>
                <p14:nvPr/>
              </p14:nvContentPartPr>
              <p14:xfrm>
                <a:off x="11574075" y="2559997"/>
                <a:ext cx="244800" cy="18000"/>
              </p14:xfrm>
            </p:contentPart>
          </mc:Choice>
          <mc:Fallback>
            <p:pic>
              <p:nvPicPr>
                <p:cNvPr id="399" name="Ink 398">
                  <a:extLst>
                    <a:ext uri="{FF2B5EF4-FFF2-40B4-BE49-F238E27FC236}">
                      <a16:creationId xmlns:a16="http://schemas.microsoft.com/office/drawing/2014/main" id="{848F8AB7-4998-6181-E823-198AACDFD284}"/>
                    </a:ext>
                  </a:extLst>
                </p:cNvPr>
                <p:cNvPicPr/>
                <p:nvPr/>
              </p:nvPicPr>
              <p:blipFill>
                <a:blip r:embed="rId312"/>
                <a:stretch>
                  <a:fillRect/>
                </a:stretch>
              </p:blipFill>
              <p:spPr>
                <a:xfrm>
                  <a:off x="11556435" y="2542357"/>
                  <a:ext cx="280440" cy="5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3">
              <p14:nvContentPartPr>
                <p14:cNvPr id="401" name="Ink 400">
                  <a:extLst>
                    <a:ext uri="{FF2B5EF4-FFF2-40B4-BE49-F238E27FC236}">
                      <a16:creationId xmlns:a16="http://schemas.microsoft.com/office/drawing/2014/main" id="{B069B060-3606-FB87-8CAC-4026EC8BF8B2}"/>
                    </a:ext>
                  </a:extLst>
                </p14:cNvPr>
                <p14:cNvContentPartPr/>
                <p14:nvPr/>
              </p14:nvContentPartPr>
              <p14:xfrm>
                <a:off x="11878995" y="2680237"/>
                <a:ext cx="173880" cy="214920"/>
              </p14:xfrm>
            </p:contentPart>
          </mc:Choice>
          <mc:Fallback>
            <p:pic>
              <p:nvPicPr>
                <p:cNvPr id="401" name="Ink 400">
                  <a:extLst>
                    <a:ext uri="{FF2B5EF4-FFF2-40B4-BE49-F238E27FC236}">
                      <a16:creationId xmlns:a16="http://schemas.microsoft.com/office/drawing/2014/main" id="{B069B060-3606-FB87-8CAC-4026EC8BF8B2}"/>
                    </a:ext>
                  </a:extLst>
                </p:cNvPr>
                <p:cNvPicPr/>
                <p:nvPr/>
              </p:nvPicPr>
              <p:blipFill>
                <a:blip r:embed="rId314"/>
                <a:stretch>
                  <a:fillRect/>
                </a:stretch>
              </p:blipFill>
              <p:spPr>
                <a:xfrm>
                  <a:off x="11861355" y="2662597"/>
                  <a:ext cx="209520" cy="250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17" name="Group 416">
            <a:extLst>
              <a:ext uri="{FF2B5EF4-FFF2-40B4-BE49-F238E27FC236}">
                <a16:creationId xmlns:a16="http://schemas.microsoft.com/office/drawing/2014/main" id="{D8D8421D-3278-8FF9-CE70-DA5BC2EBB284}"/>
              </a:ext>
            </a:extLst>
          </p:cNvPr>
          <p:cNvGrpSpPr/>
          <p:nvPr/>
        </p:nvGrpSpPr>
        <p:grpSpPr>
          <a:xfrm>
            <a:off x="3444555" y="5087557"/>
            <a:ext cx="1632240" cy="573840"/>
            <a:chOff x="3444555" y="5087557"/>
            <a:chExt cx="1632240" cy="573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15">
              <p14:nvContentPartPr>
                <p14:cNvPr id="403" name="Ink 402">
                  <a:extLst>
                    <a:ext uri="{FF2B5EF4-FFF2-40B4-BE49-F238E27FC236}">
                      <a16:creationId xmlns:a16="http://schemas.microsoft.com/office/drawing/2014/main" id="{926CC584-713F-BC98-61A1-BADE238CAF8C}"/>
                    </a:ext>
                  </a:extLst>
                </p14:cNvPr>
                <p14:cNvContentPartPr/>
                <p14:nvPr/>
              </p14:nvContentPartPr>
              <p14:xfrm>
                <a:off x="3531675" y="5087557"/>
                <a:ext cx="213840" cy="431280"/>
              </p14:xfrm>
            </p:contentPart>
          </mc:Choice>
          <mc:Fallback>
            <p:pic>
              <p:nvPicPr>
                <p:cNvPr id="403" name="Ink 402">
                  <a:extLst>
                    <a:ext uri="{FF2B5EF4-FFF2-40B4-BE49-F238E27FC236}">
                      <a16:creationId xmlns:a16="http://schemas.microsoft.com/office/drawing/2014/main" id="{926CC584-713F-BC98-61A1-BADE238CAF8C}"/>
                    </a:ext>
                  </a:extLst>
                </p:cNvPr>
                <p:cNvPicPr/>
                <p:nvPr/>
              </p:nvPicPr>
              <p:blipFill>
                <a:blip r:embed="rId316"/>
                <a:stretch>
                  <a:fillRect/>
                </a:stretch>
              </p:blipFill>
              <p:spPr>
                <a:xfrm>
                  <a:off x="3522675" y="5078557"/>
                  <a:ext cx="231480" cy="44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7">
              <p14:nvContentPartPr>
                <p14:cNvPr id="404" name="Ink 403">
                  <a:extLst>
                    <a:ext uri="{FF2B5EF4-FFF2-40B4-BE49-F238E27FC236}">
                      <a16:creationId xmlns:a16="http://schemas.microsoft.com/office/drawing/2014/main" id="{66D36D4E-1BD5-58CD-32FF-32426FB89F48}"/>
                    </a:ext>
                  </a:extLst>
                </p14:cNvPr>
                <p14:cNvContentPartPr/>
                <p14:nvPr/>
              </p14:nvContentPartPr>
              <p14:xfrm>
                <a:off x="3660555" y="5150557"/>
                <a:ext cx="147960" cy="432720"/>
              </p14:xfrm>
            </p:contentPart>
          </mc:Choice>
          <mc:Fallback>
            <p:pic>
              <p:nvPicPr>
                <p:cNvPr id="404" name="Ink 403">
                  <a:extLst>
                    <a:ext uri="{FF2B5EF4-FFF2-40B4-BE49-F238E27FC236}">
                      <a16:creationId xmlns:a16="http://schemas.microsoft.com/office/drawing/2014/main" id="{66D36D4E-1BD5-58CD-32FF-32426FB89F48}"/>
                    </a:ext>
                  </a:extLst>
                </p:cNvPr>
                <p:cNvPicPr/>
                <p:nvPr/>
              </p:nvPicPr>
              <p:blipFill>
                <a:blip r:embed="rId318"/>
                <a:stretch>
                  <a:fillRect/>
                </a:stretch>
              </p:blipFill>
              <p:spPr>
                <a:xfrm>
                  <a:off x="3651555" y="5141917"/>
                  <a:ext cx="165600" cy="45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9">
              <p14:nvContentPartPr>
                <p14:cNvPr id="405" name="Ink 404">
                  <a:extLst>
                    <a:ext uri="{FF2B5EF4-FFF2-40B4-BE49-F238E27FC236}">
                      <a16:creationId xmlns:a16="http://schemas.microsoft.com/office/drawing/2014/main" id="{B477B7F6-6204-F2FF-2BE7-4DE1E6B9E0FA}"/>
                    </a:ext>
                  </a:extLst>
                </p14:cNvPr>
                <p14:cNvContentPartPr/>
                <p14:nvPr/>
              </p14:nvContentPartPr>
              <p14:xfrm>
                <a:off x="3444555" y="5401837"/>
                <a:ext cx="229680" cy="27360"/>
              </p14:xfrm>
            </p:contentPart>
          </mc:Choice>
          <mc:Fallback>
            <p:pic>
              <p:nvPicPr>
                <p:cNvPr id="405" name="Ink 404">
                  <a:extLst>
                    <a:ext uri="{FF2B5EF4-FFF2-40B4-BE49-F238E27FC236}">
                      <a16:creationId xmlns:a16="http://schemas.microsoft.com/office/drawing/2014/main" id="{B477B7F6-6204-F2FF-2BE7-4DE1E6B9E0FA}"/>
                    </a:ext>
                  </a:extLst>
                </p:cNvPr>
                <p:cNvPicPr/>
                <p:nvPr/>
              </p:nvPicPr>
              <p:blipFill>
                <a:blip r:embed="rId320"/>
                <a:stretch>
                  <a:fillRect/>
                </a:stretch>
              </p:blipFill>
              <p:spPr>
                <a:xfrm>
                  <a:off x="3435555" y="5392837"/>
                  <a:ext cx="247320" cy="4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1">
              <p14:nvContentPartPr>
                <p14:cNvPr id="406" name="Ink 405">
                  <a:extLst>
                    <a:ext uri="{FF2B5EF4-FFF2-40B4-BE49-F238E27FC236}">
                      <a16:creationId xmlns:a16="http://schemas.microsoft.com/office/drawing/2014/main" id="{AA04283A-13CA-33F8-1A6B-90ACF9CC401A}"/>
                    </a:ext>
                  </a:extLst>
                </p14:cNvPr>
                <p14:cNvContentPartPr/>
                <p14:nvPr/>
              </p14:nvContentPartPr>
              <p14:xfrm>
                <a:off x="3884115" y="5427397"/>
                <a:ext cx="45360" cy="204120"/>
              </p14:xfrm>
            </p:contentPart>
          </mc:Choice>
          <mc:Fallback>
            <p:pic>
              <p:nvPicPr>
                <p:cNvPr id="406" name="Ink 405">
                  <a:extLst>
                    <a:ext uri="{FF2B5EF4-FFF2-40B4-BE49-F238E27FC236}">
                      <a16:creationId xmlns:a16="http://schemas.microsoft.com/office/drawing/2014/main" id="{AA04283A-13CA-33F8-1A6B-90ACF9CC401A}"/>
                    </a:ext>
                  </a:extLst>
                </p:cNvPr>
                <p:cNvPicPr/>
                <p:nvPr/>
              </p:nvPicPr>
              <p:blipFill>
                <a:blip r:embed="rId322"/>
                <a:stretch>
                  <a:fillRect/>
                </a:stretch>
              </p:blipFill>
              <p:spPr>
                <a:xfrm>
                  <a:off x="3875115" y="5418397"/>
                  <a:ext cx="63000" cy="22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3">
              <p14:nvContentPartPr>
                <p14:cNvPr id="407" name="Ink 406">
                  <a:extLst>
                    <a:ext uri="{FF2B5EF4-FFF2-40B4-BE49-F238E27FC236}">
                      <a16:creationId xmlns:a16="http://schemas.microsoft.com/office/drawing/2014/main" id="{DE4C2AAF-DFA0-29F4-E16E-1F3F9ADE41D9}"/>
                    </a:ext>
                  </a:extLst>
                </p14:cNvPr>
                <p14:cNvContentPartPr/>
                <p14:nvPr/>
              </p14:nvContentPartPr>
              <p14:xfrm>
                <a:off x="4105875" y="5313997"/>
                <a:ext cx="248400" cy="35280"/>
              </p14:xfrm>
            </p:contentPart>
          </mc:Choice>
          <mc:Fallback>
            <p:pic>
              <p:nvPicPr>
                <p:cNvPr id="407" name="Ink 406">
                  <a:extLst>
                    <a:ext uri="{FF2B5EF4-FFF2-40B4-BE49-F238E27FC236}">
                      <a16:creationId xmlns:a16="http://schemas.microsoft.com/office/drawing/2014/main" id="{DE4C2AAF-DFA0-29F4-E16E-1F3F9ADE41D9}"/>
                    </a:ext>
                  </a:extLst>
                </p:cNvPr>
                <p:cNvPicPr/>
                <p:nvPr/>
              </p:nvPicPr>
              <p:blipFill>
                <a:blip r:embed="rId324"/>
                <a:stretch>
                  <a:fillRect/>
                </a:stretch>
              </p:blipFill>
              <p:spPr>
                <a:xfrm>
                  <a:off x="4097235" y="5304997"/>
                  <a:ext cx="266040" cy="5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5">
              <p14:nvContentPartPr>
                <p14:cNvPr id="408" name="Ink 407">
                  <a:extLst>
                    <a:ext uri="{FF2B5EF4-FFF2-40B4-BE49-F238E27FC236}">
                      <a16:creationId xmlns:a16="http://schemas.microsoft.com/office/drawing/2014/main" id="{60BB3A3F-FACD-3F37-98EB-4B7652AE1841}"/>
                    </a:ext>
                  </a:extLst>
                </p14:cNvPr>
                <p14:cNvContentPartPr/>
                <p14:nvPr/>
              </p14:nvContentPartPr>
              <p14:xfrm>
                <a:off x="4213875" y="5223637"/>
                <a:ext cx="3240" cy="317520"/>
              </p14:xfrm>
            </p:contentPart>
          </mc:Choice>
          <mc:Fallback>
            <p:pic>
              <p:nvPicPr>
                <p:cNvPr id="408" name="Ink 407">
                  <a:extLst>
                    <a:ext uri="{FF2B5EF4-FFF2-40B4-BE49-F238E27FC236}">
                      <a16:creationId xmlns:a16="http://schemas.microsoft.com/office/drawing/2014/main" id="{60BB3A3F-FACD-3F37-98EB-4B7652AE1841}"/>
                    </a:ext>
                  </a:extLst>
                </p:cNvPr>
                <p:cNvPicPr/>
                <p:nvPr/>
              </p:nvPicPr>
              <p:blipFill>
                <a:blip r:embed="rId326"/>
                <a:stretch>
                  <a:fillRect/>
                </a:stretch>
              </p:blipFill>
              <p:spPr>
                <a:xfrm>
                  <a:off x="4205235" y="5214637"/>
                  <a:ext cx="20880" cy="33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7">
              <p14:nvContentPartPr>
                <p14:cNvPr id="409" name="Ink 408">
                  <a:extLst>
                    <a:ext uri="{FF2B5EF4-FFF2-40B4-BE49-F238E27FC236}">
                      <a16:creationId xmlns:a16="http://schemas.microsoft.com/office/drawing/2014/main" id="{14807D16-CA4B-9FB1-DAB2-161DE0164BD4}"/>
                    </a:ext>
                  </a:extLst>
                </p14:cNvPr>
                <p14:cNvContentPartPr/>
                <p14:nvPr/>
              </p14:nvContentPartPr>
              <p14:xfrm>
                <a:off x="4487115" y="5109157"/>
                <a:ext cx="181440" cy="381960"/>
              </p14:xfrm>
            </p:contentPart>
          </mc:Choice>
          <mc:Fallback>
            <p:pic>
              <p:nvPicPr>
                <p:cNvPr id="409" name="Ink 408">
                  <a:extLst>
                    <a:ext uri="{FF2B5EF4-FFF2-40B4-BE49-F238E27FC236}">
                      <a16:creationId xmlns:a16="http://schemas.microsoft.com/office/drawing/2014/main" id="{14807D16-CA4B-9FB1-DAB2-161DE0164BD4}"/>
                    </a:ext>
                  </a:extLst>
                </p:cNvPr>
                <p:cNvPicPr/>
                <p:nvPr/>
              </p:nvPicPr>
              <p:blipFill>
                <a:blip r:embed="rId328"/>
                <a:stretch>
                  <a:fillRect/>
                </a:stretch>
              </p:blipFill>
              <p:spPr>
                <a:xfrm>
                  <a:off x="4478115" y="5100157"/>
                  <a:ext cx="199080" cy="39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9">
              <p14:nvContentPartPr>
                <p14:cNvPr id="410" name="Ink 409">
                  <a:extLst>
                    <a:ext uri="{FF2B5EF4-FFF2-40B4-BE49-F238E27FC236}">
                      <a16:creationId xmlns:a16="http://schemas.microsoft.com/office/drawing/2014/main" id="{1179D93C-659A-0630-EB2B-AE8072282362}"/>
                    </a:ext>
                  </a:extLst>
                </p14:cNvPr>
                <p14:cNvContentPartPr/>
                <p14:nvPr/>
              </p14:nvContentPartPr>
              <p14:xfrm>
                <a:off x="4632555" y="5164957"/>
                <a:ext cx="131760" cy="415800"/>
              </p14:xfrm>
            </p:contentPart>
          </mc:Choice>
          <mc:Fallback>
            <p:pic>
              <p:nvPicPr>
                <p:cNvPr id="410" name="Ink 409">
                  <a:extLst>
                    <a:ext uri="{FF2B5EF4-FFF2-40B4-BE49-F238E27FC236}">
                      <a16:creationId xmlns:a16="http://schemas.microsoft.com/office/drawing/2014/main" id="{1179D93C-659A-0630-EB2B-AE8072282362}"/>
                    </a:ext>
                  </a:extLst>
                </p:cNvPr>
                <p:cNvPicPr/>
                <p:nvPr/>
              </p:nvPicPr>
              <p:blipFill>
                <a:blip r:embed="rId330"/>
                <a:stretch>
                  <a:fillRect/>
                </a:stretch>
              </p:blipFill>
              <p:spPr>
                <a:xfrm>
                  <a:off x="4623555" y="5156317"/>
                  <a:ext cx="149400" cy="43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1">
              <p14:nvContentPartPr>
                <p14:cNvPr id="411" name="Ink 410">
                  <a:extLst>
                    <a:ext uri="{FF2B5EF4-FFF2-40B4-BE49-F238E27FC236}">
                      <a16:creationId xmlns:a16="http://schemas.microsoft.com/office/drawing/2014/main" id="{D5520494-2D55-A41E-B69B-10381D424200}"/>
                    </a:ext>
                  </a:extLst>
                </p14:cNvPr>
                <p14:cNvContentPartPr/>
                <p14:nvPr/>
              </p14:nvContentPartPr>
              <p14:xfrm>
                <a:off x="4501875" y="5386717"/>
                <a:ext cx="181800" cy="5760"/>
              </p14:xfrm>
            </p:contentPart>
          </mc:Choice>
          <mc:Fallback>
            <p:pic>
              <p:nvPicPr>
                <p:cNvPr id="411" name="Ink 410">
                  <a:extLst>
                    <a:ext uri="{FF2B5EF4-FFF2-40B4-BE49-F238E27FC236}">
                      <a16:creationId xmlns:a16="http://schemas.microsoft.com/office/drawing/2014/main" id="{D5520494-2D55-A41E-B69B-10381D424200}"/>
                    </a:ext>
                  </a:extLst>
                </p:cNvPr>
                <p:cNvPicPr/>
                <p:nvPr/>
              </p:nvPicPr>
              <p:blipFill>
                <a:blip r:embed="rId332"/>
                <a:stretch>
                  <a:fillRect/>
                </a:stretch>
              </p:blipFill>
              <p:spPr>
                <a:xfrm>
                  <a:off x="4493235" y="5378077"/>
                  <a:ext cx="19944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3">
              <p14:nvContentPartPr>
                <p14:cNvPr id="413" name="Ink 412">
                  <a:extLst>
                    <a:ext uri="{FF2B5EF4-FFF2-40B4-BE49-F238E27FC236}">
                      <a16:creationId xmlns:a16="http://schemas.microsoft.com/office/drawing/2014/main" id="{7B244B73-1445-DCBA-AA27-BF9C5D5EFEC1}"/>
                    </a:ext>
                  </a:extLst>
                </p14:cNvPr>
                <p14:cNvContentPartPr/>
                <p14:nvPr/>
              </p14:nvContentPartPr>
              <p14:xfrm>
                <a:off x="4909035" y="5500117"/>
                <a:ext cx="167760" cy="161280"/>
              </p14:xfrm>
            </p:contentPart>
          </mc:Choice>
          <mc:Fallback>
            <p:pic>
              <p:nvPicPr>
                <p:cNvPr id="413" name="Ink 412">
                  <a:extLst>
                    <a:ext uri="{FF2B5EF4-FFF2-40B4-BE49-F238E27FC236}">
                      <a16:creationId xmlns:a16="http://schemas.microsoft.com/office/drawing/2014/main" id="{7B244B73-1445-DCBA-AA27-BF9C5D5EFEC1}"/>
                    </a:ext>
                  </a:extLst>
                </p:cNvPr>
                <p:cNvPicPr/>
                <p:nvPr/>
              </p:nvPicPr>
              <p:blipFill>
                <a:blip r:embed="rId334"/>
                <a:stretch>
                  <a:fillRect/>
                </a:stretch>
              </p:blipFill>
              <p:spPr>
                <a:xfrm>
                  <a:off x="4900035" y="5491477"/>
                  <a:ext cx="185400" cy="178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39" name="Group 438">
            <a:extLst>
              <a:ext uri="{FF2B5EF4-FFF2-40B4-BE49-F238E27FC236}">
                <a16:creationId xmlns:a16="http://schemas.microsoft.com/office/drawing/2014/main" id="{4F3F7E44-B14F-6D56-DBD4-DFE4520FFABD}"/>
              </a:ext>
            </a:extLst>
          </p:cNvPr>
          <p:cNvGrpSpPr/>
          <p:nvPr/>
        </p:nvGrpSpPr>
        <p:grpSpPr>
          <a:xfrm>
            <a:off x="5466315" y="5049397"/>
            <a:ext cx="2213280" cy="595800"/>
            <a:chOff x="5466315" y="5049397"/>
            <a:chExt cx="2213280" cy="595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35">
              <p14:nvContentPartPr>
                <p14:cNvPr id="414" name="Ink 413">
                  <a:extLst>
                    <a:ext uri="{FF2B5EF4-FFF2-40B4-BE49-F238E27FC236}">
                      <a16:creationId xmlns:a16="http://schemas.microsoft.com/office/drawing/2014/main" id="{C0AA58A6-A4F4-21E4-8F5B-D077DA7C5DDE}"/>
                    </a:ext>
                  </a:extLst>
                </p14:cNvPr>
                <p14:cNvContentPartPr/>
                <p14:nvPr/>
              </p14:nvContentPartPr>
              <p14:xfrm>
                <a:off x="5488995" y="5478517"/>
                <a:ext cx="145800" cy="9360"/>
              </p14:xfrm>
            </p:contentPart>
          </mc:Choice>
          <mc:Fallback>
            <p:pic>
              <p:nvPicPr>
                <p:cNvPr id="414" name="Ink 413">
                  <a:extLst>
                    <a:ext uri="{FF2B5EF4-FFF2-40B4-BE49-F238E27FC236}">
                      <a16:creationId xmlns:a16="http://schemas.microsoft.com/office/drawing/2014/main" id="{C0AA58A6-A4F4-21E4-8F5B-D077DA7C5DDE}"/>
                    </a:ext>
                  </a:extLst>
                </p:cNvPr>
                <p:cNvPicPr/>
                <p:nvPr/>
              </p:nvPicPr>
              <p:blipFill>
                <a:blip r:embed="rId336"/>
                <a:stretch>
                  <a:fillRect/>
                </a:stretch>
              </p:blipFill>
              <p:spPr>
                <a:xfrm>
                  <a:off x="5479995" y="5469877"/>
                  <a:ext cx="163440" cy="2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7">
              <p14:nvContentPartPr>
                <p14:cNvPr id="415" name="Ink 414">
                  <a:extLst>
                    <a:ext uri="{FF2B5EF4-FFF2-40B4-BE49-F238E27FC236}">
                      <a16:creationId xmlns:a16="http://schemas.microsoft.com/office/drawing/2014/main" id="{43B0134C-61CD-3533-A662-3CFD2463FC92}"/>
                    </a:ext>
                  </a:extLst>
                </p14:cNvPr>
                <p14:cNvContentPartPr/>
                <p14:nvPr/>
              </p14:nvContentPartPr>
              <p14:xfrm>
                <a:off x="5466315" y="5392117"/>
                <a:ext cx="184680" cy="7200"/>
              </p14:xfrm>
            </p:contentPart>
          </mc:Choice>
          <mc:Fallback>
            <p:pic>
              <p:nvPicPr>
                <p:cNvPr id="415" name="Ink 414">
                  <a:extLst>
                    <a:ext uri="{FF2B5EF4-FFF2-40B4-BE49-F238E27FC236}">
                      <a16:creationId xmlns:a16="http://schemas.microsoft.com/office/drawing/2014/main" id="{43B0134C-61CD-3533-A662-3CFD2463FC92}"/>
                    </a:ext>
                  </a:extLst>
                </p:cNvPr>
                <p:cNvPicPr/>
                <p:nvPr/>
              </p:nvPicPr>
              <p:blipFill>
                <a:blip r:embed="rId338"/>
                <a:stretch>
                  <a:fillRect/>
                </a:stretch>
              </p:blipFill>
              <p:spPr>
                <a:xfrm>
                  <a:off x="5457675" y="5383477"/>
                  <a:ext cx="202320" cy="2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9">
              <p14:nvContentPartPr>
                <p14:cNvPr id="418" name="Ink 417">
                  <a:extLst>
                    <a:ext uri="{FF2B5EF4-FFF2-40B4-BE49-F238E27FC236}">
                      <a16:creationId xmlns:a16="http://schemas.microsoft.com/office/drawing/2014/main" id="{ECECAB1A-ACE9-C23C-EC39-3DBED22DA52B}"/>
                    </a:ext>
                  </a:extLst>
                </p14:cNvPr>
                <p14:cNvContentPartPr/>
                <p14:nvPr/>
              </p14:nvContentPartPr>
              <p14:xfrm>
                <a:off x="5794995" y="5203477"/>
                <a:ext cx="175680" cy="411840"/>
              </p14:xfrm>
            </p:contentPart>
          </mc:Choice>
          <mc:Fallback>
            <p:pic>
              <p:nvPicPr>
                <p:cNvPr id="418" name="Ink 417">
                  <a:extLst>
                    <a:ext uri="{FF2B5EF4-FFF2-40B4-BE49-F238E27FC236}">
                      <a16:creationId xmlns:a16="http://schemas.microsoft.com/office/drawing/2014/main" id="{ECECAB1A-ACE9-C23C-EC39-3DBED22DA52B}"/>
                    </a:ext>
                  </a:extLst>
                </p:cNvPr>
                <p:cNvPicPr/>
                <p:nvPr/>
              </p:nvPicPr>
              <p:blipFill>
                <a:blip r:embed="rId340"/>
                <a:stretch>
                  <a:fillRect/>
                </a:stretch>
              </p:blipFill>
              <p:spPr>
                <a:xfrm>
                  <a:off x="5785995" y="5194837"/>
                  <a:ext cx="193320" cy="42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1">
              <p14:nvContentPartPr>
                <p14:cNvPr id="419" name="Ink 418">
                  <a:extLst>
                    <a:ext uri="{FF2B5EF4-FFF2-40B4-BE49-F238E27FC236}">
                      <a16:creationId xmlns:a16="http://schemas.microsoft.com/office/drawing/2014/main" id="{3839EB6F-22C8-AA2D-4E0E-0A9342E97622}"/>
                    </a:ext>
                  </a:extLst>
                </p14:cNvPr>
                <p14:cNvContentPartPr/>
                <p14:nvPr/>
              </p14:nvContentPartPr>
              <p14:xfrm>
                <a:off x="5941875" y="5182957"/>
                <a:ext cx="121680" cy="451080"/>
              </p14:xfrm>
            </p:contentPart>
          </mc:Choice>
          <mc:Fallback>
            <p:pic>
              <p:nvPicPr>
                <p:cNvPr id="419" name="Ink 418">
                  <a:extLst>
                    <a:ext uri="{FF2B5EF4-FFF2-40B4-BE49-F238E27FC236}">
                      <a16:creationId xmlns:a16="http://schemas.microsoft.com/office/drawing/2014/main" id="{3839EB6F-22C8-AA2D-4E0E-0A9342E97622}"/>
                    </a:ext>
                  </a:extLst>
                </p:cNvPr>
                <p:cNvPicPr/>
                <p:nvPr/>
              </p:nvPicPr>
              <p:blipFill>
                <a:blip r:embed="rId342"/>
                <a:stretch>
                  <a:fillRect/>
                </a:stretch>
              </p:blipFill>
              <p:spPr>
                <a:xfrm>
                  <a:off x="5933235" y="5174317"/>
                  <a:ext cx="139320" cy="46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3">
              <p14:nvContentPartPr>
                <p14:cNvPr id="420" name="Ink 419">
                  <a:extLst>
                    <a:ext uri="{FF2B5EF4-FFF2-40B4-BE49-F238E27FC236}">
                      <a16:creationId xmlns:a16="http://schemas.microsoft.com/office/drawing/2014/main" id="{5567C069-0E27-93F4-8E89-6F4824802BFC}"/>
                    </a:ext>
                  </a:extLst>
                </p14:cNvPr>
                <p14:cNvContentPartPr/>
                <p14:nvPr/>
              </p14:nvContentPartPr>
              <p14:xfrm>
                <a:off x="5769435" y="5366557"/>
                <a:ext cx="300240" cy="61200"/>
              </p14:xfrm>
            </p:contentPart>
          </mc:Choice>
          <mc:Fallback>
            <p:pic>
              <p:nvPicPr>
                <p:cNvPr id="420" name="Ink 419">
                  <a:extLst>
                    <a:ext uri="{FF2B5EF4-FFF2-40B4-BE49-F238E27FC236}">
                      <a16:creationId xmlns:a16="http://schemas.microsoft.com/office/drawing/2014/main" id="{5567C069-0E27-93F4-8E89-6F4824802BFC}"/>
                    </a:ext>
                  </a:extLst>
                </p:cNvPr>
                <p:cNvPicPr/>
                <p:nvPr/>
              </p:nvPicPr>
              <p:blipFill>
                <a:blip r:embed="rId344"/>
                <a:stretch>
                  <a:fillRect/>
                </a:stretch>
              </p:blipFill>
              <p:spPr>
                <a:xfrm>
                  <a:off x="5760435" y="5357917"/>
                  <a:ext cx="317880" cy="7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5">
              <p14:nvContentPartPr>
                <p14:cNvPr id="421" name="Ink 420">
                  <a:extLst>
                    <a:ext uri="{FF2B5EF4-FFF2-40B4-BE49-F238E27FC236}">
                      <a16:creationId xmlns:a16="http://schemas.microsoft.com/office/drawing/2014/main" id="{2492278E-FE58-BD57-941F-7D8635DA32FB}"/>
                    </a:ext>
                  </a:extLst>
                </p14:cNvPr>
                <p14:cNvContentPartPr/>
                <p14:nvPr/>
              </p14:nvContentPartPr>
              <p14:xfrm>
                <a:off x="6201075" y="5134357"/>
                <a:ext cx="203400" cy="510840"/>
              </p14:xfrm>
            </p:contentPart>
          </mc:Choice>
          <mc:Fallback>
            <p:pic>
              <p:nvPicPr>
                <p:cNvPr id="421" name="Ink 420">
                  <a:extLst>
                    <a:ext uri="{FF2B5EF4-FFF2-40B4-BE49-F238E27FC236}">
                      <a16:creationId xmlns:a16="http://schemas.microsoft.com/office/drawing/2014/main" id="{2492278E-FE58-BD57-941F-7D8635DA32FB}"/>
                    </a:ext>
                  </a:extLst>
                </p:cNvPr>
                <p:cNvPicPr/>
                <p:nvPr/>
              </p:nvPicPr>
              <p:blipFill>
                <a:blip r:embed="rId346"/>
                <a:stretch>
                  <a:fillRect/>
                </a:stretch>
              </p:blipFill>
              <p:spPr>
                <a:xfrm>
                  <a:off x="6192435" y="5125717"/>
                  <a:ext cx="221040" cy="52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7">
              <p14:nvContentPartPr>
                <p14:cNvPr id="422" name="Ink 421">
                  <a:extLst>
                    <a:ext uri="{FF2B5EF4-FFF2-40B4-BE49-F238E27FC236}">
                      <a16:creationId xmlns:a16="http://schemas.microsoft.com/office/drawing/2014/main" id="{FEE3D69C-4161-8505-1A49-E539F390C7A5}"/>
                    </a:ext>
                  </a:extLst>
                </p14:cNvPr>
                <p14:cNvContentPartPr/>
                <p14:nvPr/>
              </p14:nvContentPartPr>
              <p14:xfrm>
                <a:off x="6184875" y="5049397"/>
                <a:ext cx="258480" cy="360"/>
              </p14:xfrm>
            </p:contentPart>
          </mc:Choice>
          <mc:Fallback>
            <p:pic>
              <p:nvPicPr>
                <p:cNvPr id="422" name="Ink 421">
                  <a:extLst>
                    <a:ext uri="{FF2B5EF4-FFF2-40B4-BE49-F238E27FC236}">
                      <a16:creationId xmlns:a16="http://schemas.microsoft.com/office/drawing/2014/main" id="{FEE3D69C-4161-8505-1A49-E539F390C7A5}"/>
                    </a:ext>
                  </a:extLst>
                </p:cNvPr>
                <p:cNvPicPr/>
                <p:nvPr/>
              </p:nvPicPr>
              <p:blipFill>
                <a:blip r:embed="rId348"/>
                <a:stretch>
                  <a:fillRect/>
                </a:stretch>
              </p:blipFill>
              <p:spPr>
                <a:xfrm>
                  <a:off x="6176235" y="5040397"/>
                  <a:ext cx="27612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9">
              <p14:nvContentPartPr>
                <p14:cNvPr id="423" name="Ink 422">
                  <a:extLst>
                    <a:ext uri="{FF2B5EF4-FFF2-40B4-BE49-F238E27FC236}">
                      <a16:creationId xmlns:a16="http://schemas.microsoft.com/office/drawing/2014/main" id="{57F11BC9-ABA2-DB02-EDA5-756FA556BB4D}"/>
                    </a:ext>
                  </a:extLst>
                </p14:cNvPr>
                <p14:cNvContentPartPr/>
                <p14:nvPr/>
              </p14:nvContentPartPr>
              <p14:xfrm>
                <a:off x="6648555" y="5446117"/>
                <a:ext cx="217800" cy="19080"/>
              </p14:xfrm>
            </p:contentPart>
          </mc:Choice>
          <mc:Fallback>
            <p:pic>
              <p:nvPicPr>
                <p:cNvPr id="423" name="Ink 422">
                  <a:extLst>
                    <a:ext uri="{FF2B5EF4-FFF2-40B4-BE49-F238E27FC236}">
                      <a16:creationId xmlns:a16="http://schemas.microsoft.com/office/drawing/2014/main" id="{57F11BC9-ABA2-DB02-EDA5-756FA556BB4D}"/>
                    </a:ext>
                  </a:extLst>
                </p:cNvPr>
                <p:cNvPicPr/>
                <p:nvPr/>
              </p:nvPicPr>
              <p:blipFill>
                <a:blip r:embed="rId350"/>
                <a:stretch>
                  <a:fillRect/>
                </a:stretch>
              </p:blipFill>
              <p:spPr>
                <a:xfrm>
                  <a:off x="6639555" y="5437477"/>
                  <a:ext cx="235440" cy="3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1">
              <p14:nvContentPartPr>
                <p14:cNvPr id="424" name="Ink 423">
                  <a:extLst>
                    <a:ext uri="{FF2B5EF4-FFF2-40B4-BE49-F238E27FC236}">
                      <a16:creationId xmlns:a16="http://schemas.microsoft.com/office/drawing/2014/main" id="{D86926DC-E6D4-586A-8243-06F509779620}"/>
                    </a:ext>
                  </a:extLst>
                </p14:cNvPr>
                <p14:cNvContentPartPr/>
                <p14:nvPr/>
              </p14:nvContentPartPr>
              <p14:xfrm>
                <a:off x="6720555" y="5331637"/>
                <a:ext cx="34920" cy="294480"/>
              </p14:xfrm>
            </p:contentPart>
          </mc:Choice>
          <mc:Fallback>
            <p:pic>
              <p:nvPicPr>
                <p:cNvPr id="424" name="Ink 423">
                  <a:extLst>
                    <a:ext uri="{FF2B5EF4-FFF2-40B4-BE49-F238E27FC236}">
                      <a16:creationId xmlns:a16="http://schemas.microsoft.com/office/drawing/2014/main" id="{D86926DC-E6D4-586A-8243-06F509779620}"/>
                    </a:ext>
                  </a:extLst>
                </p:cNvPr>
                <p:cNvPicPr/>
                <p:nvPr/>
              </p:nvPicPr>
              <p:blipFill>
                <a:blip r:embed="rId352"/>
                <a:stretch>
                  <a:fillRect/>
                </a:stretch>
              </p:blipFill>
              <p:spPr>
                <a:xfrm>
                  <a:off x="6711555" y="5322637"/>
                  <a:ext cx="52560" cy="31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3">
              <p14:nvContentPartPr>
                <p14:cNvPr id="425" name="Ink 424">
                  <a:extLst>
                    <a:ext uri="{FF2B5EF4-FFF2-40B4-BE49-F238E27FC236}">
                      <a16:creationId xmlns:a16="http://schemas.microsoft.com/office/drawing/2014/main" id="{08B67AB1-0743-2CAA-B29B-D19E065949AA}"/>
                    </a:ext>
                  </a:extLst>
                </p14:cNvPr>
                <p14:cNvContentPartPr/>
                <p14:nvPr/>
              </p14:nvContentPartPr>
              <p14:xfrm>
                <a:off x="7024395" y="5185837"/>
                <a:ext cx="159120" cy="398880"/>
              </p14:xfrm>
            </p:contentPart>
          </mc:Choice>
          <mc:Fallback>
            <p:pic>
              <p:nvPicPr>
                <p:cNvPr id="425" name="Ink 424">
                  <a:extLst>
                    <a:ext uri="{FF2B5EF4-FFF2-40B4-BE49-F238E27FC236}">
                      <a16:creationId xmlns:a16="http://schemas.microsoft.com/office/drawing/2014/main" id="{08B67AB1-0743-2CAA-B29B-D19E065949AA}"/>
                    </a:ext>
                  </a:extLst>
                </p:cNvPr>
                <p:cNvPicPr/>
                <p:nvPr/>
              </p:nvPicPr>
              <p:blipFill>
                <a:blip r:embed="rId354"/>
                <a:stretch>
                  <a:fillRect/>
                </a:stretch>
              </p:blipFill>
              <p:spPr>
                <a:xfrm>
                  <a:off x="7015395" y="5176837"/>
                  <a:ext cx="176760" cy="41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5">
              <p14:nvContentPartPr>
                <p14:cNvPr id="426" name="Ink 425">
                  <a:extLst>
                    <a:ext uri="{FF2B5EF4-FFF2-40B4-BE49-F238E27FC236}">
                      <a16:creationId xmlns:a16="http://schemas.microsoft.com/office/drawing/2014/main" id="{48FB8A9D-5EAF-F33B-010A-27A7AD642CA2}"/>
                    </a:ext>
                  </a:extLst>
                </p14:cNvPr>
                <p14:cNvContentPartPr/>
                <p14:nvPr/>
              </p14:nvContentPartPr>
              <p14:xfrm>
                <a:off x="7050315" y="5191237"/>
                <a:ext cx="289800" cy="423360"/>
              </p14:xfrm>
            </p:contentPart>
          </mc:Choice>
          <mc:Fallback>
            <p:pic>
              <p:nvPicPr>
                <p:cNvPr id="426" name="Ink 425">
                  <a:extLst>
                    <a:ext uri="{FF2B5EF4-FFF2-40B4-BE49-F238E27FC236}">
                      <a16:creationId xmlns:a16="http://schemas.microsoft.com/office/drawing/2014/main" id="{48FB8A9D-5EAF-F33B-010A-27A7AD642CA2}"/>
                    </a:ext>
                  </a:extLst>
                </p:cNvPr>
                <p:cNvPicPr/>
                <p:nvPr/>
              </p:nvPicPr>
              <p:blipFill>
                <a:blip r:embed="rId356"/>
                <a:stretch>
                  <a:fillRect/>
                </a:stretch>
              </p:blipFill>
              <p:spPr>
                <a:xfrm>
                  <a:off x="7041675" y="5182237"/>
                  <a:ext cx="307440" cy="44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7">
              <p14:nvContentPartPr>
                <p14:cNvPr id="427" name="Ink 426">
                  <a:extLst>
                    <a:ext uri="{FF2B5EF4-FFF2-40B4-BE49-F238E27FC236}">
                      <a16:creationId xmlns:a16="http://schemas.microsoft.com/office/drawing/2014/main" id="{44DD6882-1030-BC68-327D-71D983AA0609}"/>
                    </a:ext>
                  </a:extLst>
                </p14:cNvPr>
                <p14:cNvContentPartPr/>
                <p14:nvPr/>
              </p14:nvContentPartPr>
              <p14:xfrm>
                <a:off x="7029435" y="5074957"/>
                <a:ext cx="244800" cy="32760"/>
              </p14:xfrm>
            </p:contentPart>
          </mc:Choice>
          <mc:Fallback>
            <p:pic>
              <p:nvPicPr>
                <p:cNvPr id="427" name="Ink 426">
                  <a:extLst>
                    <a:ext uri="{FF2B5EF4-FFF2-40B4-BE49-F238E27FC236}">
                      <a16:creationId xmlns:a16="http://schemas.microsoft.com/office/drawing/2014/main" id="{44DD6882-1030-BC68-327D-71D983AA0609}"/>
                    </a:ext>
                  </a:extLst>
                </p:cNvPr>
                <p:cNvPicPr/>
                <p:nvPr/>
              </p:nvPicPr>
              <p:blipFill>
                <a:blip r:embed="rId358"/>
                <a:stretch>
                  <a:fillRect/>
                </a:stretch>
              </p:blipFill>
              <p:spPr>
                <a:xfrm>
                  <a:off x="7020435" y="5066317"/>
                  <a:ext cx="262440" cy="5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9">
              <p14:nvContentPartPr>
                <p14:cNvPr id="428" name="Ink 427">
                  <a:extLst>
                    <a:ext uri="{FF2B5EF4-FFF2-40B4-BE49-F238E27FC236}">
                      <a16:creationId xmlns:a16="http://schemas.microsoft.com/office/drawing/2014/main" id="{8BA26B7A-2735-945C-80C0-16F8457C391B}"/>
                    </a:ext>
                  </a:extLst>
                </p14:cNvPr>
                <p14:cNvContentPartPr/>
                <p14:nvPr/>
              </p14:nvContentPartPr>
              <p14:xfrm>
                <a:off x="7497795" y="5192317"/>
                <a:ext cx="181800" cy="372960"/>
              </p14:xfrm>
            </p:contentPart>
          </mc:Choice>
          <mc:Fallback>
            <p:pic>
              <p:nvPicPr>
                <p:cNvPr id="428" name="Ink 427">
                  <a:extLst>
                    <a:ext uri="{FF2B5EF4-FFF2-40B4-BE49-F238E27FC236}">
                      <a16:creationId xmlns:a16="http://schemas.microsoft.com/office/drawing/2014/main" id="{8BA26B7A-2735-945C-80C0-16F8457C391B}"/>
                    </a:ext>
                  </a:extLst>
                </p:cNvPr>
                <p:cNvPicPr/>
                <p:nvPr/>
              </p:nvPicPr>
              <p:blipFill>
                <a:blip r:embed="rId360"/>
                <a:stretch>
                  <a:fillRect/>
                </a:stretch>
              </p:blipFill>
              <p:spPr>
                <a:xfrm>
                  <a:off x="7488795" y="5183677"/>
                  <a:ext cx="199440" cy="390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38" name="Group 437">
            <a:extLst>
              <a:ext uri="{FF2B5EF4-FFF2-40B4-BE49-F238E27FC236}">
                <a16:creationId xmlns:a16="http://schemas.microsoft.com/office/drawing/2014/main" id="{9C8D50FA-A9F2-EFAD-2BBE-EF85141DD2A0}"/>
              </a:ext>
            </a:extLst>
          </p:cNvPr>
          <p:cNvGrpSpPr/>
          <p:nvPr/>
        </p:nvGrpSpPr>
        <p:grpSpPr>
          <a:xfrm>
            <a:off x="7993875" y="5105557"/>
            <a:ext cx="1272240" cy="479880"/>
            <a:chOff x="7993875" y="5105557"/>
            <a:chExt cx="1272240" cy="479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61">
              <p14:nvContentPartPr>
                <p14:cNvPr id="429" name="Ink 428">
                  <a:extLst>
                    <a:ext uri="{FF2B5EF4-FFF2-40B4-BE49-F238E27FC236}">
                      <a16:creationId xmlns:a16="http://schemas.microsoft.com/office/drawing/2014/main" id="{FDC3F366-8860-236A-23CC-713176E79690}"/>
                    </a:ext>
                  </a:extLst>
                </p14:cNvPr>
                <p14:cNvContentPartPr/>
                <p14:nvPr/>
              </p14:nvContentPartPr>
              <p14:xfrm>
                <a:off x="8020875" y="5456917"/>
                <a:ext cx="233640" cy="16560"/>
              </p14:xfrm>
            </p:contentPart>
          </mc:Choice>
          <mc:Fallback>
            <p:pic>
              <p:nvPicPr>
                <p:cNvPr id="429" name="Ink 428">
                  <a:extLst>
                    <a:ext uri="{FF2B5EF4-FFF2-40B4-BE49-F238E27FC236}">
                      <a16:creationId xmlns:a16="http://schemas.microsoft.com/office/drawing/2014/main" id="{FDC3F366-8860-236A-23CC-713176E79690}"/>
                    </a:ext>
                  </a:extLst>
                </p:cNvPr>
                <p:cNvPicPr/>
                <p:nvPr/>
              </p:nvPicPr>
              <p:blipFill>
                <a:blip r:embed="rId362"/>
                <a:stretch>
                  <a:fillRect/>
                </a:stretch>
              </p:blipFill>
              <p:spPr>
                <a:xfrm>
                  <a:off x="8011875" y="5448277"/>
                  <a:ext cx="251280" cy="3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3">
              <p14:nvContentPartPr>
                <p14:cNvPr id="430" name="Ink 429">
                  <a:extLst>
                    <a:ext uri="{FF2B5EF4-FFF2-40B4-BE49-F238E27FC236}">
                      <a16:creationId xmlns:a16="http://schemas.microsoft.com/office/drawing/2014/main" id="{8E091FE5-47AE-7F60-0379-F2F7BB451DEA}"/>
                    </a:ext>
                  </a:extLst>
                </p14:cNvPr>
                <p14:cNvContentPartPr/>
                <p14:nvPr/>
              </p14:nvContentPartPr>
              <p14:xfrm>
                <a:off x="7993875" y="5332717"/>
                <a:ext cx="222480" cy="1800"/>
              </p14:xfrm>
            </p:contentPart>
          </mc:Choice>
          <mc:Fallback>
            <p:pic>
              <p:nvPicPr>
                <p:cNvPr id="430" name="Ink 429">
                  <a:extLst>
                    <a:ext uri="{FF2B5EF4-FFF2-40B4-BE49-F238E27FC236}">
                      <a16:creationId xmlns:a16="http://schemas.microsoft.com/office/drawing/2014/main" id="{8E091FE5-47AE-7F60-0379-F2F7BB451DEA}"/>
                    </a:ext>
                  </a:extLst>
                </p:cNvPr>
                <p:cNvPicPr/>
                <p:nvPr/>
              </p:nvPicPr>
              <p:blipFill>
                <a:blip r:embed="rId364"/>
                <a:stretch>
                  <a:fillRect/>
                </a:stretch>
              </p:blipFill>
              <p:spPr>
                <a:xfrm>
                  <a:off x="7984875" y="5324077"/>
                  <a:ext cx="240120" cy="1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5">
              <p14:nvContentPartPr>
                <p14:cNvPr id="431" name="Ink 430">
                  <a:extLst>
                    <a:ext uri="{FF2B5EF4-FFF2-40B4-BE49-F238E27FC236}">
                      <a16:creationId xmlns:a16="http://schemas.microsoft.com/office/drawing/2014/main" id="{44B9F3B1-D26C-ABCB-2E01-FD4602556915}"/>
                    </a:ext>
                  </a:extLst>
                </p14:cNvPr>
                <p14:cNvContentPartPr/>
                <p14:nvPr/>
              </p14:nvContentPartPr>
              <p14:xfrm>
                <a:off x="8554755" y="5105557"/>
                <a:ext cx="196920" cy="365040"/>
              </p14:xfrm>
            </p:contentPart>
          </mc:Choice>
          <mc:Fallback>
            <p:pic>
              <p:nvPicPr>
                <p:cNvPr id="431" name="Ink 430">
                  <a:extLst>
                    <a:ext uri="{FF2B5EF4-FFF2-40B4-BE49-F238E27FC236}">
                      <a16:creationId xmlns:a16="http://schemas.microsoft.com/office/drawing/2014/main" id="{44B9F3B1-D26C-ABCB-2E01-FD4602556915}"/>
                    </a:ext>
                  </a:extLst>
                </p:cNvPr>
                <p:cNvPicPr/>
                <p:nvPr/>
              </p:nvPicPr>
              <p:blipFill>
                <a:blip r:embed="rId366"/>
                <a:stretch>
                  <a:fillRect/>
                </a:stretch>
              </p:blipFill>
              <p:spPr>
                <a:xfrm>
                  <a:off x="8546115" y="5096557"/>
                  <a:ext cx="214560" cy="38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7">
              <p14:nvContentPartPr>
                <p14:cNvPr id="432" name="Ink 431">
                  <a:extLst>
                    <a:ext uri="{FF2B5EF4-FFF2-40B4-BE49-F238E27FC236}">
                      <a16:creationId xmlns:a16="http://schemas.microsoft.com/office/drawing/2014/main" id="{D726EA4B-5B91-B766-7BFC-2D891CDC0A8D}"/>
                    </a:ext>
                  </a:extLst>
                </p14:cNvPr>
                <p14:cNvContentPartPr/>
                <p14:nvPr/>
              </p14:nvContentPartPr>
              <p14:xfrm>
                <a:off x="8734755" y="5115277"/>
                <a:ext cx="141480" cy="464760"/>
              </p14:xfrm>
            </p:contentPart>
          </mc:Choice>
          <mc:Fallback>
            <p:pic>
              <p:nvPicPr>
                <p:cNvPr id="432" name="Ink 431">
                  <a:extLst>
                    <a:ext uri="{FF2B5EF4-FFF2-40B4-BE49-F238E27FC236}">
                      <a16:creationId xmlns:a16="http://schemas.microsoft.com/office/drawing/2014/main" id="{D726EA4B-5B91-B766-7BFC-2D891CDC0A8D}"/>
                    </a:ext>
                  </a:extLst>
                </p:cNvPr>
                <p:cNvPicPr/>
                <p:nvPr/>
              </p:nvPicPr>
              <p:blipFill>
                <a:blip r:embed="rId368"/>
                <a:stretch>
                  <a:fillRect/>
                </a:stretch>
              </p:blipFill>
              <p:spPr>
                <a:xfrm>
                  <a:off x="8726115" y="5106277"/>
                  <a:ext cx="159120" cy="48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9">
              <p14:nvContentPartPr>
                <p14:cNvPr id="433" name="Ink 432">
                  <a:extLst>
                    <a:ext uri="{FF2B5EF4-FFF2-40B4-BE49-F238E27FC236}">
                      <a16:creationId xmlns:a16="http://schemas.microsoft.com/office/drawing/2014/main" id="{F9156789-EC99-C642-77C0-980B3703C053}"/>
                    </a:ext>
                  </a:extLst>
                </p14:cNvPr>
                <p14:cNvContentPartPr/>
                <p14:nvPr/>
              </p14:nvContentPartPr>
              <p14:xfrm>
                <a:off x="8493195" y="5354317"/>
                <a:ext cx="355680" cy="16560"/>
              </p14:xfrm>
            </p:contentPart>
          </mc:Choice>
          <mc:Fallback>
            <p:pic>
              <p:nvPicPr>
                <p:cNvPr id="433" name="Ink 432">
                  <a:extLst>
                    <a:ext uri="{FF2B5EF4-FFF2-40B4-BE49-F238E27FC236}">
                      <a16:creationId xmlns:a16="http://schemas.microsoft.com/office/drawing/2014/main" id="{F9156789-EC99-C642-77C0-980B3703C053}"/>
                    </a:ext>
                  </a:extLst>
                </p:cNvPr>
                <p:cNvPicPr/>
                <p:nvPr/>
              </p:nvPicPr>
              <p:blipFill>
                <a:blip r:embed="rId370"/>
                <a:stretch>
                  <a:fillRect/>
                </a:stretch>
              </p:blipFill>
              <p:spPr>
                <a:xfrm>
                  <a:off x="8484555" y="5345677"/>
                  <a:ext cx="373320" cy="3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1">
              <p14:nvContentPartPr>
                <p14:cNvPr id="434" name="Ink 433">
                  <a:extLst>
                    <a:ext uri="{FF2B5EF4-FFF2-40B4-BE49-F238E27FC236}">
                      <a16:creationId xmlns:a16="http://schemas.microsoft.com/office/drawing/2014/main" id="{5F981D2A-23F2-4EF5-5FFE-08D011FF85ED}"/>
                    </a:ext>
                  </a:extLst>
                </p14:cNvPr>
                <p14:cNvContentPartPr/>
                <p14:nvPr/>
              </p14:nvContentPartPr>
              <p14:xfrm>
                <a:off x="9087195" y="5354317"/>
                <a:ext cx="156240" cy="360"/>
              </p14:xfrm>
            </p:contentPart>
          </mc:Choice>
          <mc:Fallback>
            <p:pic>
              <p:nvPicPr>
                <p:cNvPr id="434" name="Ink 433">
                  <a:extLst>
                    <a:ext uri="{FF2B5EF4-FFF2-40B4-BE49-F238E27FC236}">
                      <a16:creationId xmlns:a16="http://schemas.microsoft.com/office/drawing/2014/main" id="{5F981D2A-23F2-4EF5-5FFE-08D011FF85ED}"/>
                    </a:ext>
                  </a:extLst>
                </p:cNvPr>
                <p:cNvPicPr/>
                <p:nvPr/>
              </p:nvPicPr>
              <p:blipFill>
                <a:blip r:embed="rId372"/>
                <a:stretch>
                  <a:fillRect/>
                </a:stretch>
              </p:blipFill>
              <p:spPr>
                <a:xfrm>
                  <a:off x="9078195" y="5345677"/>
                  <a:ext cx="17388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3">
              <p14:nvContentPartPr>
                <p14:cNvPr id="435" name="Ink 434">
                  <a:extLst>
                    <a:ext uri="{FF2B5EF4-FFF2-40B4-BE49-F238E27FC236}">
                      <a16:creationId xmlns:a16="http://schemas.microsoft.com/office/drawing/2014/main" id="{9A95FBFF-4634-34BC-1A4E-2A8735EB011E}"/>
                    </a:ext>
                  </a:extLst>
                </p14:cNvPr>
                <p14:cNvContentPartPr/>
                <p14:nvPr/>
              </p14:nvContentPartPr>
              <p14:xfrm>
                <a:off x="9130755" y="5229037"/>
                <a:ext cx="1800" cy="306720"/>
              </p14:xfrm>
            </p:contentPart>
          </mc:Choice>
          <mc:Fallback>
            <p:pic>
              <p:nvPicPr>
                <p:cNvPr id="435" name="Ink 434">
                  <a:extLst>
                    <a:ext uri="{FF2B5EF4-FFF2-40B4-BE49-F238E27FC236}">
                      <a16:creationId xmlns:a16="http://schemas.microsoft.com/office/drawing/2014/main" id="{9A95FBFF-4634-34BC-1A4E-2A8735EB011E}"/>
                    </a:ext>
                  </a:extLst>
                </p:cNvPr>
                <p:cNvPicPr/>
                <p:nvPr/>
              </p:nvPicPr>
              <p:blipFill>
                <a:blip r:embed="rId374"/>
                <a:stretch>
                  <a:fillRect/>
                </a:stretch>
              </p:blipFill>
              <p:spPr>
                <a:xfrm>
                  <a:off x="9122115" y="5220037"/>
                  <a:ext cx="19440" cy="32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5">
              <p14:nvContentPartPr>
                <p14:cNvPr id="436" name="Ink 435">
                  <a:extLst>
                    <a:ext uri="{FF2B5EF4-FFF2-40B4-BE49-F238E27FC236}">
                      <a16:creationId xmlns:a16="http://schemas.microsoft.com/office/drawing/2014/main" id="{B29C52AB-74D5-E2AB-7BD9-5F7BBEB6360A}"/>
                    </a:ext>
                  </a:extLst>
                </p14:cNvPr>
                <p14:cNvContentPartPr/>
                <p14:nvPr/>
              </p14:nvContentPartPr>
              <p14:xfrm>
                <a:off x="8984235" y="5168197"/>
                <a:ext cx="281880" cy="417240"/>
              </p14:xfrm>
            </p:contentPart>
          </mc:Choice>
          <mc:Fallback>
            <p:pic>
              <p:nvPicPr>
                <p:cNvPr id="436" name="Ink 435">
                  <a:extLst>
                    <a:ext uri="{FF2B5EF4-FFF2-40B4-BE49-F238E27FC236}">
                      <a16:creationId xmlns:a16="http://schemas.microsoft.com/office/drawing/2014/main" id="{B29C52AB-74D5-E2AB-7BD9-5F7BBEB6360A}"/>
                    </a:ext>
                  </a:extLst>
                </p:cNvPr>
                <p:cNvPicPr/>
                <p:nvPr/>
              </p:nvPicPr>
              <p:blipFill>
                <a:blip r:embed="rId376"/>
                <a:stretch>
                  <a:fillRect/>
                </a:stretch>
              </p:blipFill>
              <p:spPr>
                <a:xfrm>
                  <a:off x="8975595" y="5159197"/>
                  <a:ext cx="299520" cy="4348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77">
            <p14:nvContentPartPr>
              <p14:cNvPr id="437" name="Ink 436">
                <a:extLst>
                  <a:ext uri="{FF2B5EF4-FFF2-40B4-BE49-F238E27FC236}">
                    <a16:creationId xmlns:a16="http://schemas.microsoft.com/office/drawing/2014/main" id="{DA39346D-F41E-6DFF-9274-8C9D22667998}"/>
                  </a:ext>
                </a:extLst>
              </p14:cNvPr>
              <p14:cNvContentPartPr/>
              <p14:nvPr/>
            </p14:nvContentPartPr>
            <p14:xfrm>
              <a:off x="9589755" y="5119237"/>
              <a:ext cx="235080" cy="453960"/>
            </p14:xfrm>
          </p:contentPart>
        </mc:Choice>
        <mc:Fallback>
          <p:pic>
            <p:nvPicPr>
              <p:cNvPr id="437" name="Ink 436">
                <a:extLst>
                  <a:ext uri="{FF2B5EF4-FFF2-40B4-BE49-F238E27FC236}">
                    <a16:creationId xmlns:a16="http://schemas.microsoft.com/office/drawing/2014/main" id="{DA39346D-F41E-6DFF-9274-8C9D22667998}"/>
                  </a:ext>
                </a:extLst>
              </p:cNvPr>
              <p:cNvPicPr/>
              <p:nvPr/>
            </p:nvPicPr>
            <p:blipFill>
              <a:blip r:embed="rId378"/>
              <a:stretch>
                <a:fillRect/>
              </a:stretch>
            </p:blipFill>
            <p:spPr>
              <a:xfrm>
                <a:off x="9580755" y="5110597"/>
                <a:ext cx="252720" cy="471600"/>
              </a:xfrm>
              <a:prstGeom prst="rect">
                <a:avLst/>
              </a:prstGeom>
            </p:spPr>
          </p:pic>
        </mc:Fallback>
      </mc:AlternateContent>
      <p:grpSp>
        <p:nvGrpSpPr>
          <p:cNvPr id="455" name="Group 454">
            <a:extLst>
              <a:ext uri="{FF2B5EF4-FFF2-40B4-BE49-F238E27FC236}">
                <a16:creationId xmlns:a16="http://schemas.microsoft.com/office/drawing/2014/main" id="{5CCAC654-D5D5-801B-561B-1AB35C26859F}"/>
              </a:ext>
            </a:extLst>
          </p:cNvPr>
          <p:cNvGrpSpPr/>
          <p:nvPr/>
        </p:nvGrpSpPr>
        <p:grpSpPr>
          <a:xfrm>
            <a:off x="4021635" y="5963077"/>
            <a:ext cx="740160" cy="620280"/>
            <a:chOff x="4021635" y="5963077"/>
            <a:chExt cx="740160" cy="620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79">
              <p14:nvContentPartPr>
                <p14:cNvPr id="440" name="Ink 439">
                  <a:extLst>
                    <a:ext uri="{FF2B5EF4-FFF2-40B4-BE49-F238E27FC236}">
                      <a16:creationId xmlns:a16="http://schemas.microsoft.com/office/drawing/2014/main" id="{438C5973-27EA-BE17-B9D1-53FE7AA7980D}"/>
                    </a:ext>
                  </a:extLst>
                </p14:cNvPr>
                <p14:cNvContentPartPr/>
                <p14:nvPr/>
              </p14:nvContentPartPr>
              <p14:xfrm>
                <a:off x="4021635" y="5963077"/>
                <a:ext cx="231480" cy="468000"/>
              </p14:xfrm>
            </p:contentPart>
          </mc:Choice>
          <mc:Fallback>
            <p:pic>
              <p:nvPicPr>
                <p:cNvPr id="440" name="Ink 439">
                  <a:extLst>
                    <a:ext uri="{FF2B5EF4-FFF2-40B4-BE49-F238E27FC236}">
                      <a16:creationId xmlns:a16="http://schemas.microsoft.com/office/drawing/2014/main" id="{438C5973-27EA-BE17-B9D1-53FE7AA7980D}"/>
                    </a:ext>
                  </a:extLst>
                </p:cNvPr>
                <p:cNvPicPr/>
                <p:nvPr/>
              </p:nvPicPr>
              <p:blipFill>
                <a:blip r:embed="rId380"/>
                <a:stretch>
                  <a:fillRect/>
                </a:stretch>
              </p:blipFill>
              <p:spPr>
                <a:xfrm>
                  <a:off x="4012995" y="5954437"/>
                  <a:ext cx="249120" cy="48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1">
              <p14:nvContentPartPr>
                <p14:cNvPr id="441" name="Ink 440">
                  <a:extLst>
                    <a:ext uri="{FF2B5EF4-FFF2-40B4-BE49-F238E27FC236}">
                      <a16:creationId xmlns:a16="http://schemas.microsoft.com/office/drawing/2014/main" id="{D53A5220-18DD-FB68-181F-6DAE80085F29}"/>
                    </a:ext>
                  </a:extLst>
                </p14:cNvPr>
                <p14:cNvContentPartPr/>
                <p14:nvPr/>
              </p14:nvContentPartPr>
              <p14:xfrm>
                <a:off x="4164555" y="5980717"/>
                <a:ext cx="174240" cy="496800"/>
              </p14:xfrm>
            </p:contentPart>
          </mc:Choice>
          <mc:Fallback>
            <p:pic>
              <p:nvPicPr>
                <p:cNvPr id="441" name="Ink 440">
                  <a:extLst>
                    <a:ext uri="{FF2B5EF4-FFF2-40B4-BE49-F238E27FC236}">
                      <a16:creationId xmlns:a16="http://schemas.microsoft.com/office/drawing/2014/main" id="{D53A5220-18DD-FB68-181F-6DAE80085F29}"/>
                    </a:ext>
                  </a:extLst>
                </p:cNvPr>
                <p:cNvPicPr/>
                <p:nvPr/>
              </p:nvPicPr>
              <p:blipFill>
                <a:blip r:embed="rId382"/>
                <a:stretch>
                  <a:fillRect/>
                </a:stretch>
              </p:blipFill>
              <p:spPr>
                <a:xfrm>
                  <a:off x="4155555" y="5972077"/>
                  <a:ext cx="191880" cy="51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3">
              <p14:nvContentPartPr>
                <p14:cNvPr id="442" name="Ink 441">
                  <a:extLst>
                    <a:ext uri="{FF2B5EF4-FFF2-40B4-BE49-F238E27FC236}">
                      <a16:creationId xmlns:a16="http://schemas.microsoft.com/office/drawing/2014/main" id="{6ED26C33-A3C9-8FB0-50B4-0977AF51C0ED}"/>
                    </a:ext>
                  </a:extLst>
                </p14:cNvPr>
                <p14:cNvContentPartPr/>
                <p14:nvPr/>
              </p14:nvContentPartPr>
              <p14:xfrm>
                <a:off x="4064115" y="6281677"/>
                <a:ext cx="274680" cy="29880"/>
              </p14:xfrm>
            </p:contentPart>
          </mc:Choice>
          <mc:Fallback>
            <p:pic>
              <p:nvPicPr>
                <p:cNvPr id="442" name="Ink 441">
                  <a:extLst>
                    <a:ext uri="{FF2B5EF4-FFF2-40B4-BE49-F238E27FC236}">
                      <a16:creationId xmlns:a16="http://schemas.microsoft.com/office/drawing/2014/main" id="{6ED26C33-A3C9-8FB0-50B4-0977AF51C0ED}"/>
                    </a:ext>
                  </a:extLst>
                </p:cNvPr>
                <p:cNvPicPr/>
                <p:nvPr/>
              </p:nvPicPr>
              <p:blipFill>
                <a:blip r:embed="rId384"/>
                <a:stretch>
                  <a:fillRect/>
                </a:stretch>
              </p:blipFill>
              <p:spPr>
                <a:xfrm>
                  <a:off x="4055115" y="6273037"/>
                  <a:ext cx="292320" cy="4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5">
              <p14:nvContentPartPr>
                <p14:cNvPr id="443" name="Ink 442">
                  <a:extLst>
                    <a:ext uri="{FF2B5EF4-FFF2-40B4-BE49-F238E27FC236}">
                      <a16:creationId xmlns:a16="http://schemas.microsoft.com/office/drawing/2014/main" id="{442057CC-FF34-CE34-0A5D-6EC7476D6051}"/>
                    </a:ext>
                  </a:extLst>
                </p14:cNvPr>
                <p14:cNvContentPartPr/>
                <p14:nvPr/>
              </p14:nvContentPartPr>
              <p14:xfrm>
                <a:off x="4432395" y="6392197"/>
                <a:ext cx="329400" cy="191160"/>
              </p14:xfrm>
            </p:contentPart>
          </mc:Choice>
          <mc:Fallback>
            <p:pic>
              <p:nvPicPr>
                <p:cNvPr id="443" name="Ink 442">
                  <a:extLst>
                    <a:ext uri="{FF2B5EF4-FFF2-40B4-BE49-F238E27FC236}">
                      <a16:creationId xmlns:a16="http://schemas.microsoft.com/office/drawing/2014/main" id="{442057CC-FF34-CE34-0A5D-6EC7476D6051}"/>
                    </a:ext>
                  </a:extLst>
                </p:cNvPr>
                <p:cNvPicPr/>
                <p:nvPr/>
              </p:nvPicPr>
              <p:blipFill>
                <a:blip r:embed="rId386"/>
                <a:stretch>
                  <a:fillRect/>
                </a:stretch>
              </p:blipFill>
              <p:spPr>
                <a:xfrm>
                  <a:off x="4423395" y="6383197"/>
                  <a:ext cx="347040" cy="208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54" name="Group 453">
            <a:extLst>
              <a:ext uri="{FF2B5EF4-FFF2-40B4-BE49-F238E27FC236}">
                <a16:creationId xmlns:a16="http://schemas.microsoft.com/office/drawing/2014/main" id="{4ACC8E22-418E-5895-B4F5-69B730F709A5}"/>
              </a:ext>
            </a:extLst>
          </p:cNvPr>
          <p:cNvGrpSpPr/>
          <p:nvPr/>
        </p:nvGrpSpPr>
        <p:grpSpPr>
          <a:xfrm>
            <a:off x="4995435" y="6284557"/>
            <a:ext cx="267480" cy="124560"/>
            <a:chOff x="4995435" y="6284557"/>
            <a:chExt cx="267480" cy="124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87">
              <p14:nvContentPartPr>
                <p14:cNvPr id="444" name="Ink 443">
                  <a:extLst>
                    <a:ext uri="{FF2B5EF4-FFF2-40B4-BE49-F238E27FC236}">
                      <a16:creationId xmlns:a16="http://schemas.microsoft.com/office/drawing/2014/main" id="{53DE782A-4085-50BB-CAD2-195286399525}"/>
                    </a:ext>
                  </a:extLst>
                </p14:cNvPr>
                <p14:cNvContentPartPr/>
                <p14:nvPr/>
              </p14:nvContentPartPr>
              <p14:xfrm>
                <a:off x="4995435" y="6401917"/>
                <a:ext cx="204480" cy="7200"/>
              </p14:xfrm>
            </p:contentPart>
          </mc:Choice>
          <mc:Fallback>
            <p:pic>
              <p:nvPicPr>
                <p:cNvPr id="444" name="Ink 443">
                  <a:extLst>
                    <a:ext uri="{FF2B5EF4-FFF2-40B4-BE49-F238E27FC236}">
                      <a16:creationId xmlns:a16="http://schemas.microsoft.com/office/drawing/2014/main" id="{53DE782A-4085-50BB-CAD2-195286399525}"/>
                    </a:ext>
                  </a:extLst>
                </p:cNvPr>
                <p:cNvPicPr/>
                <p:nvPr/>
              </p:nvPicPr>
              <p:blipFill>
                <a:blip r:embed="rId388"/>
                <a:stretch>
                  <a:fillRect/>
                </a:stretch>
              </p:blipFill>
              <p:spPr>
                <a:xfrm>
                  <a:off x="4986795" y="6393277"/>
                  <a:ext cx="222120" cy="2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9">
              <p14:nvContentPartPr>
                <p14:cNvPr id="445" name="Ink 444">
                  <a:extLst>
                    <a:ext uri="{FF2B5EF4-FFF2-40B4-BE49-F238E27FC236}">
                      <a16:creationId xmlns:a16="http://schemas.microsoft.com/office/drawing/2014/main" id="{E9CBBB3D-7D56-D9CA-EA4E-BAC578B028B6}"/>
                    </a:ext>
                  </a:extLst>
                </p14:cNvPr>
                <p14:cNvContentPartPr/>
                <p14:nvPr/>
              </p14:nvContentPartPr>
              <p14:xfrm>
                <a:off x="5002995" y="6284557"/>
                <a:ext cx="259920" cy="3240"/>
              </p14:xfrm>
            </p:contentPart>
          </mc:Choice>
          <mc:Fallback>
            <p:pic>
              <p:nvPicPr>
                <p:cNvPr id="445" name="Ink 444">
                  <a:extLst>
                    <a:ext uri="{FF2B5EF4-FFF2-40B4-BE49-F238E27FC236}">
                      <a16:creationId xmlns:a16="http://schemas.microsoft.com/office/drawing/2014/main" id="{E9CBBB3D-7D56-D9CA-EA4E-BAC578B028B6}"/>
                    </a:ext>
                  </a:extLst>
                </p:cNvPr>
                <p:cNvPicPr/>
                <p:nvPr/>
              </p:nvPicPr>
              <p:blipFill>
                <a:blip r:embed="rId390"/>
                <a:stretch>
                  <a:fillRect/>
                </a:stretch>
              </p:blipFill>
              <p:spPr>
                <a:xfrm>
                  <a:off x="4993995" y="6275557"/>
                  <a:ext cx="277560" cy="20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53" name="Group 452">
            <a:extLst>
              <a:ext uri="{FF2B5EF4-FFF2-40B4-BE49-F238E27FC236}">
                <a16:creationId xmlns:a16="http://schemas.microsoft.com/office/drawing/2014/main" id="{EB22E738-AC64-2F43-7897-C338FBF281FB}"/>
              </a:ext>
            </a:extLst>
          </p:cNvPr>
          <p:cNvGrpSpPr/>
          <p:nvPr/>
        </p:nvGrpSpPr>
        <p:grpSpPr>
          <a:xfrm>
            <a:off x="5577915" y="5905117"/>
            <a:ext cx="1048680" cy="637200"/>
            <a:chOff x="5577915" y="5905117"/>
            <a:chExt cx="1048680" cy="637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91">
              <p14:nvContentPartPr>
                <p14:cNvPr id="446" name="Ink 445">
                  <a:extLst>
                    <a:ext uri="{FF2B5EF4-FFF2-40B4-BE49-F238E27FC236}">
                      <a16:creationId xmlns:a16="http://schemas.microsoft.com/office/drawing/2014/main" id="{079F2380-AB69-9CD0-45A1-7CEA0BF65BA3}"/>
                    </a:ext>
                  </a:extLst>
                </p14:cNvPr>
                <p14:cNvContentPartPr/>
                <p14:nvPr/>
              </p14:nvContentPartPr>
              <p14:xfrm>
                <a:off x="5577915" y="6090157"/>
                <a:ext cx="190440" cy="386280"/>
              </p14:xfrm>
            </p:contentPart>
          </mc:Choice>
          <mc:Fallback>
            <p:pic>
              <p:nvPicPr>
                <p:cNvPr id="446" name="Ink 445">
                  <a:extLst>
                    <a:ext uri="{FF2B5EF4-FFF2-40B4-BE49-F238E27FC236}">
                      <a16:creationId xmlns:a16="http://schemas.microsoft.com/office/drawing/2014/main" id="{079F2380-AB69-9CD0-45A1-7CEA0BF65BA3}"/>
                    </a:ext>
                  </a:extLst>
                </p:cNvPr>
                <p:cNvPicPr/>
                <p:nvPr/>
              </p:nvPicPr>
              <p:blipFill>
                <a:blip r:embed="rId392"/>
                <a:stretch>
                  <a:fillRect/>
                </a:stretch>
              </p:blipFill>
              <p:spPr>
                <a:xfrm>
                  <a:off x="5568915" y="6081157"/>
                  <a:ext cx="208080" cy="40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3">
              <p14:nvContentPartPr>
                <p14:cNvPr id="447" name="Ink 446">
                  <a:extLst>
                    <a:ext uri="{FF2B5EF4-FFF2-40B4-BE49-F238E27FC236}">
                      <a16:creationId xmlns:a16="http://schemas.microsoft.com/office/drawing/2014/main" id="{4588222E-B560-A1E0-4229-669F005E40CC}"/>
                    </a:ext>
                  </a:extLst>
                </p14:cNvPr>
                <p14:cNvContentPartPr/>
                <p14:nvPr/>
              </p14:nvContentPartPr>
              <p14:xfrm>
                <a:off x="5720115" y="6063157"/>
                <a:ext cx="147960" cy="450000"/>
              </p14:xfrm>
            </p:contentPart>
          </mc:Choice>
          <mc:Fallback>
            <p:pic>
              <p:nvPicPr>
                <p:cNvPr id="447" name="Ink 446">
                  <a:extLst>
                    <a:ext uri="{FF2B5EF4-FFF2-40B4-BE49-F238E27FC236}">
                      <a16:creationId xmlns:a16="http://schemas.microsoft.com/office/drawing/2014/main" id="{4588222E-B560-A1E0-4229-669F005E40CC}"/>
                    </a:ext>
                  </a:extLst>
                </p:cNvPr>
                <p:cNvPicPr/>
                <p:nvPr/>
              </p:nvPicPr>
              <p:blipFill>
                <a:blip r:embed="rId394"/>
                <a:stretch>
                  <a:fillRect/>
                </a:stretch>
              </p:blipFill>
              <p:spPr>
                <a:xfrm>
                  <a:off x="5711115" y="6054157"/>
                  <a:ext cx="165600" cy="46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5">
              <p14:nvContentPartPr>
                <p14:cNvPr id="448" name="Ink 447">
                  <a:extLst>
                    <a:ext uri="{FF2B5EF4-FFF2-40B4-BE49-F238E27FC236}">
                      <a16:creationId xmlns:a16="http://schemas.microsoft.com/office/drawing/2014/main" id="{9FDB9AC0-6B5A-8CBC-6C17-52EF094DEFA1}"/>
                    </a:ext>
                  </a:extLst>
                </p14:cNvPr>
                <p14:cNvContentPartPr/>
                <p14:nvPr/>
              </p14:nvContentPartPr>
              <p14:xfrm>
                <a:off x="5612115" y="6296797"/>
                <a:ext cx="283680" cy="45000"/>
              </p14:xfrm>
            </p:contentPart>
          </mc:Choice>
          <mc:Fallback>
            <p:pic>
              <p:nvPicPr>
                <p:cNvPr id="448" name="Ink 447">
                  <a:extLst>
                    <a:ext uri="{FF2B5EF4-FFF2-40B4-BE49-F238E27FC236}">
                      <a16:creationId xmlns:a16="http://schemas.microsoft.com/office/drawing/2014/main" id="{9FDB9AC0-6B5A-8CBC-6C17-52EF094DEFA1}"/>
                    </a:ext>
                  </a:extLst>
                </p:cNvPr>
                <p:cNvPicPr/>
                <p:nvPr/>
              </p:nvPicPr>
              <p:blipFill>
                <a:blip r:embed="rId396"/>
                <a:stretch>
                  <a:fillRect/>
                </a:stretch>
              </p:blipFill>
              <p:spPr>
                <a:xfrm>
                  <a:off x="5603115" y="6287797"/>
                  <a:ext cx="301320" cy="6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7">
              <p14:nvContentPartPr>
                <p14:cNvPr id="449" name="Ink 448">
                  <a:extLst>
                    <a:ext uri="{FF2B5EF4-FFF2-40B4-BE49-F238E27FC236}">
                      <a16:creationId xmlns:a16="http://schemas.microsoft.com/office/drawing/2014/main" id="{17A940AC-B68B-F400-8D4E-6CC89762A74E}"/>
                    </a:ext>
                  </a:extLst>
                </p14:cNvPr>
                <p14:cNvContentPartPr/>
                <p14:nvPr/>
              </p14:nvContentPartPr>
              <p14:xfrm>
                <a:off x="6067875" y="6181957"/>
                <a:ext cx="219240" cy="244800"/>
              </p14:xfrm>
            </p:contentPart>
          </mc:Choice>
          <mc:Fallback>
            <p:pic>
              <p:nvPicPr>
                <p:cNvPr id="449" name="Ink 448">
                  <a:extLst>
                    <a:ext uri="{FF2B5EF4-FFF2-40B4-BE49-F238E27FC236}">
                      <a16:creationId xmlns:a16="http://schemas.microsoft.com/office/drawing/2014/main" id="{17A940AC-B68B-F400-8D4E-6CC89762A74E}"/>
                    </a:ext>
                  </a:extLst>
                </p:cNvPr>
                <p:cNvPicPr/>
                <p:nvPr/>
              </p:nvPicPr>
              <p:blipFill>
                <a:blip r:embed="rId398"/>
                <a:stretch>
                  <a:fillRect/>
                </a:stretch>
              </p:blipFill>
              <p:spPr>
                <a:xfrm>
                  <a:off x="6059235" y="6172957"/>
                  <a:ext cx="236880" cy="26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9">
              <p14:nvContentPartPr>
                <p14:cNvPr id="450" name="Ink 449">
                  <a:extLst>
                    <a:ext uri="{FF2B5EF4-FFF2-40B4-BE49-F238E27FC236}">
                      <a16:creationId xmlns:a16="http://schemas.microsoft.com/office/drawing/2014/main" id="{A39048FE-49F4-53F0-BD7C-0FDDE5AD7512}"/>
                    </a:ext>
                  </a:extLst>
                </p14:cNvPr>
                <p14:cNvContentPartPr/>
                <p14:nvPr/>
              </p14:nvContentPartPr>
              <p14:xfrm>
                <a:off x="5895435" y="6079357"/>
                <a:ext cx="400680" cy="462960"/>
              </p14:xfrm>
            </p:contentPart>
          </mc:Choice>
          <mc:Fallback>
            <p:pic>
              <p:nvPicPr>
                <p:cNvPr id="450" name="Ink 449">
                  <a:extLst>
                    <a:ext uri="{FF2B5EF4-FFF2-40B4-BE49-F238E27FC236}">
                      <a16:creationId xmlns:a16="http://schemas.microsoft.com/office/drawing/2014/main" id="{A39048FE-49F4-53F0-BD7C-0FDDE5AD7512}"/>
                    </a:ext>
                  </a:extLst>
                </p:cNvPr>
                <p:cNvPicPr/>
                <p:nvPr/>
              </p:nvPicPr>
              <p:blipFill>
                <a:blip r:embed="rId400"/>
                <a:stretch>
                  <a:fillRect/>
                </a:stretch>
              </p:blipFill>
              <p:spPr>
                <a:xfrm>
                  <a:off x="5886435" y="6070717"/>
                  <a:ext cx="418320" cy="48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1">
              <p14:nvContentPartPr>
                <p14:cNvPr id="451" name="Ink 450">
                  <a:extLst>
                    <a:ext uri="{FF2B5EF4-FFF2-40B4-BE49-F238E27FC236}">
                      <a16:creationId xmlns:a16="http://schemas.microsoft.com/office/drawing/2014/main" id="{39DDE642-EE41-517F-3A3E-437B5EDA9EAE}"/>
                    </a:ext>
                  </a:extLst>
                </p14:cNvPr>
                <p14:cNvContentPartPr/>
                <p14:nvPr/>
              </p14:nvContentPartPr>
              <p14:xfrm>
                <a:off x="6425355" y="6124357"/>
                <a:ext cx="201240" cy="361800"/>
              </p14:xfrm>
            </p:contentPart>
          </mc:Choice>
          <mc:Fallback>
            <p:pic>
              <p:nvPicPr>
                <p:cNvPr id="451" name="Ink 450">
                  <a:extLst>
                    <a:ext uri="{FF2B5EF4-FFF2-40B4-BE49-F238E27FC236}">
                      <a16:creationId xmlns:a16="http://schemas.microsoft.com/office/drawing/2014/main" id="{39DDE642-EE41-517F-3A3E-437B5EDA9EAE}"/>
                    </a:ext>
                  </a:extLst>
                </p:cNvPr>
                <p:cNvPicPr/>
                <p:nvPr/>
              </p:nvPicPr>
              <p:blipFill>
                <a:blip r:embed="rId402"/>
                <a:stretch>
                  <a:fillRect/>
                </a:stretch>
              </p:blipFill>
              <p:spPr>
                <a:xfrm>
                  <a:off x="6416355" y="6115357"/>
                  <a:ext cx="218880" cy="37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3">
              <p14:nvContentPartPr>
                <p14:cNvPr id="452" name="Ink 451">
                  <a:extLst>
                    <a:ext uri="{FF2B5EF4-FFF2-40B4-BE49-F238E27FC236}">
                      <a16:creationId xmlns:a16="http://schemas.microsoft.com/office/drawing/2014/main" id="{B6812358-A761-D59C-4DD4-BBE10ED7B550}"/>
                    </a:ext>
                  </a:extLst>
                </p14:cNvPr>
                <p14:cNvContentPartPr/>
                <p14:nvPr/>
              </p14:nvContentPartPr>
              <p14:xfrm>
                <a:off x="5679435" y="5905117"/>
                <a:ext cx="906480" cy="60120"/>
              </p14:xfrm>
            </p:contentPart>
          </mc:Choice>
          <mc:Fallback>
            <p:pic>
              <p:nvPicPr>
                <p:cNvPr id="452" name="Ink 451">
                  <a:extLst>
                    <a:ext uri="{FF2B5EF4-FFF2-40B4-BE49-F238E27FC236}">
                      <a16:creationId xmlns:a16="http://schemas.microsoft.com/office/drawing/2014/main" id="{B6812358-A761-D59C-4DD4-BBE10ED7B550}"/>
                    </a:ext>
                  </a:extLst>
                </p:cNvPr>
                <p:cNvPicPr/>
                <p:nvPr/>
              </p:nvPicPr>
              <p:blipFill>
                <a:blip r:embed="rId404"/>
                <a:stretch>
                  <a:fillRect/>
                </a:stretch>
              </p:blipFill>
              <p:spPr>
                <a:xfrm>
                  <a:off x="5670795" y="5896477"/>
                  <a:ext cx="924120" cy="77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75" name="Group 474">
            <a:extLst>
              <a:ext uri="{FF2B5EF4-FFF2-40B4-BE49-F238E27FC236}">
                <a16:creationId xmlns:a16="http://schemas.microsoft.com/office/drawing/2014/main" id="{D7A8D474-94D8-7E7F-4CB6-1CA119293BE2}"/>
              </a:ext>
            </a:extLst>
          </p:cNvPr>
          <p:cNvGrpSpPr/>
          <p:nvPr/>
        </p:nvGrpSpPr>
        <p:grpSpPr>
          <a:xfrm>
            <a:off x="7020435" y="6075037"/>
            <a:ext cx="1518120" cy="558000"/>
            <a:chOff x="7020435" y="6075037"/>
            <a:chExt cx="1518120" cy="558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05">
              <p14:nvContentPartPr>
                <p14:cNvPr id="456" name="Ink 455">
                  <a:extLst>
                    <a:ext uri="{FF2B5EF4-FFF2-40B4-BE49-F238E27FC236}">
                      <a16:creationId xmlns:a16="http://schemas.microsoft.com/office/drawing/2014/main" id="{718E2142-71F4-5491-975F-B6F2BD4FFFCC}"/>
                    </a:ext>
                  </a:extLst>
                </p14:cNvPr>
                <p14:cNvContentPartPr/>
                <p14:nvPr/>
              </p14:nvContentPartPr>
              <p14:xfrm>
                <a:off x="7020435" y="6206077"/>
                <a:ext cx="433800" cy="83880"/>
              </p14:xfrm>
            </p:contentPart>
          </mc:Choice>
          <mc:Fallback>
            <p:pic>
              <p:nvPicPr>
                <p:cNvPr id="456" name="Ink 455">
                  <a:extLst>
                    <a:ext uri="{FF2B5EF4-FFF2-40B4-BE49-F238E27FC236}">
                      <a16:creationId xmlns:a16="http://schemas.microsoft.com/office/drawing/2014/main" id="{718E2142-71F4-5491-975F-B6F2BD4FFFCC}"/>
                    </a:ext>
                  </a:extLst>
                </p:cNvPr>
                <p:cNvPicPr/>
                <p:nvPr/>
              </p:nvPicPr>
              <p:blipFill>
                <a:blip r:embed="rId406"/>
                <a:stretch>
                  <a:fillRect/>
                </a:stretch>
              </p:blipFill>
              <p:spPr>
                <a:xfrm>
                  <a:off x="7011435" y="6197437"/>
                  <a:ext cx="451440" cy="10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7">
              <p14:nvContentPartPr>
                <p14:cNvPr id="457" name="Ink 456">
                  <a:extLst>
                    <a:ext uri="{FF2B5EF4-FFF2-40B4-BE49-F238E27FC236}">
                      <a16:creationId xmlns:a16="http://schemas.microsoft.com/office/drawing/2014/main" id="{4DC5F35F-AB8C-1059-4950-A962B38C45C6}"/>
                    </a:ext>
                  </a:extLst>
                </p14:cNvPr>
                <p14:cNvContentPartPr/>
                <p14:nvPr/>
              </p14:nvContentPartPr>
              <p14:xfrm>
                <a:off x="7336875" y="6119677"/>
                <a:ext cx="156960" cy="301320"/>
              </p14:xfrm>
            </p:contentPart>
          </mc:Choice>
          <mc:Fallback>
            <p:pic>
              <p:nvPicPr>
                <p:cNvPr id="457" name="Ink 456">
                  <a:extLst>
                    <a:ext uri="{FF2B5EF4-FFF2-40B4-BE49-F238E27FC236}">
                      <a16:creationId xmlns:a16="http://schemas.microsoft.com/office/drawing/2014/main" id="{4DC5F35F-AB8C-1059-4950-A962B38C45C6}"/>
                    </a:ext>
                  </a:extLst>
                </p:cNvPr>
                <p:cNvPicPr/>
                <p:nvPr/>
              </p:nvPicPr>
              <p:blipFill>
                <a:blip r:embed="rId408"/>
                <a:stretch>
                  <a:fillRect/>
                </a:stretch>
              </p:blipFill>
              <p:spPr>
                <a:xfrm>
                  <a:off x="7327875" y="6111037"/>
                  <a:ext cx="174600" cy="31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9">
              <p14:nvContentPartPr>
                <p14:cNvPr id="459" name="Ink 458">
                  <a:extLst>
                    <a:ext uri="{FF2B5EF4-FFF2-40B4-BE49-F238E27FC236}">
                      <a16:creationId xmlns:a16="http://schemas.microsoft.com/office/drawing/2014/main" id="{1C956484-EC1A-33C0-F084-D3B537290A5B}"/>
                    </a:ext>
                  </a:extLst>
                </p14:cNvPr>
                <p14:cNvContentPartPr/>
                <p14:nvPr/>
              </p14:nvContentPartPr>
              <p14:xfrm>
                <a:off x="7672755" y="6100957"/>
                <a:ext cx="208800" cy="333720"/>
              </p14:xfrm>
            </p:contentPart>
          </mc:Choice>
          <mc:Fallback>
            <p:pic>
              <p:nvPicPr>
                <p:cNvPr id="459" name="Ink 458">
                  <a:extLst>
                    <a:ext uri="{FF2B5EF4-FFF2-40B4-BE49-F238E27FC236}">
                      <a16:creationId xmlns:a16="http://schemas.microsoft.com/office/drawing/2014/main" id="{1C956484-EC1A-33C0-F084-D3B537290A5B}"/>
                    </a:ext>
                  </a:extLst>
                </p:cNvPr>
                <p:cNvPicPr/>
                <p:nvPr/>
              </p:nvPicPr>
              <p:blipFill>
                <a:blip r:embed="rId410"/>
                <a:stretch>
                  <a:fillRect/>
                </a:stretch>
              </p:blipFill>
              <p:spPr>
                <a:xfrm>
                  <a:off x="7664115" y="6091957"/>
                  <a:ext cx="226440" cy="35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1">
              <p14:nvContentPartPr>
                <p14:cNvPr id="460" name="Ink 459">
                  <a:extLst>
                    <a:ext uri="{FF2B5EF4-FFF2-40B4-BE49-F238E27FC236}">
                      <a16:creationId xmlns:a16="http://schemas.microsoft.com/office/drawing/2014/main" id="{B213C7E4-9EFC-F652-E41D-A607A197F89B}"/>
                    </a:ext>
                  </a:extLst>
                </p14:cNvPr>
                <p14:cNvContentPartPr/>
                <p14:nvPr/>
              </p14:nvContentPartPr>
              <p14:xfrm>
                <a:off x="7827195" y="6075037"/>
                <a:ext cx="93600" cy="464760"/>
              </p14:xfrm>
            </p:contentPart>
          </mc:Choice>
          <mc:Fallback>
            <p:pic>
              <p:nvPicPr>
                <p:cNvPr id="460" name="Ink 459">
                  <a:extLst>
                    <a:ext uri="{FF2B5EF4-FFF2-40B4-BE49-F238E27FC236}">
                      <a16:creationId xmlns:a16="http://schemas.microsoft.com/office/drawing/2014/main" id="{B213C7E4-9EFC-F652-E41D-A607A197F89B}"/>
                    </a:ext>
                  </a:extLst>
                </p:cNvPr>
                <p:cNvPicPr/>
                <p:nvPr/>
              </p:nvPicPr>
              <p:blipFill>
                <a:blip r:embed="rId412"/>
                <a:stretch>
                  <a:fillRect/>
                </a:stretch>
              </p:blipFill>
              <p:spPr>
                <a:xfrm>
                  <a:off x="7818555" y="6066037"/>
                  <a:ext cx="111240" cy="48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3">
              <p14:nvContentPartPr>
                <p14:cNvPr id="461" name="Ink 460">
                  <a:extLst>
                    <a:ext uri="{FF2B5EF4-FFF2-40B4-BE49-F238E27FC236}">
                      <a16:creationId xmlns:a16="http://schemas.microsoft.com/office/drawing/2014/main" id="{4224B579-E42D-CDB1-CA20-5D7949B7DB30}"/>
                    </a:ext>
                  </a:extLst>
                </p14:cNvPr>
                <p14:cNvContentPartPr/>
                <p14:nvPr/>
              </p14:nvContentPartPr>
              <p14:xfrm>
                <a:off x="7693995" y="6296797"/>
                <a:ext cx="289800" cy="38160"/>
              </p14:xfrm>
            </p:contentPart>
          </mc:Choice>
          <mc:Fallback>
            <p:pic>
              <p:nvPicPr>
                <p:cNvPr id="461" name="Ink 460">
                  <a:extLst>
                    <a:ext uri="{FF2B5EF4-FFF2-40B4-BE49-F238E27FC236}">
                      <a16:creationId xmlns:a16="http://schemas.microsoft.com/office/drawing/2014/main" id="{4224B579-E42D-CDB1-CA20-5D7949B7DB30}"/>
                    </a:ext>
                  </a:extLst>
                </p:cNvPr>
                <p:cNvPicPr/>
                <p:nvPr/>
              </p:nvPicPr>
              <p:blipFill>
                <a:blip r:embed="rId414"/>
                <a:stretch>
                  <a:fillRect/>
                </a:stretch>
              </p:blipFill>
              <p:spPr>
                <a:xfrm>
                  <a:off x="7684995" y="6287797"/>
                  <a:ext cx="307440" cy="5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5">
              <p14:nvContentPartPr>
                <p14:cNvPr id="462" name="Ink 461">
                  <a:extLst>
                    <a:ext uri="{FF2B5EF4-FFF2-40B4-BE49-F238E27FC236}">
                      <a16:creationId xmlns:a16="http://schemas.microsoft.com/office/drawing/2014/main" id="{07CBFEAA-1902-1C98-FA58-604251778BD7}"/>
                    </a:ext>
                  </a:extLst>
                </p14:cNvPr>
                <p14:cNvContentPartPr/>
                <p14:nvPr/>
              </p14:nvContentPartPr>
              <p14:xfrm>
                <a:off x="8064435" y="6372397"/>
                <a:ext cx="427680" cy="260640"/>
              </p14:xfrm>
            </p:contentPart>
          </mc:Choice>
          <mc:Fallback>
            <p:pic>
              <p:nvPicPr>
                <p:cNvPr id="462" name="Ink 461">
                  <a:extLst>
                    <a:ext uri="{FF2B5EF4-FFF2-40B4-BE49-F238E27FC236}">
                      <a16:creationId xmlns:a16="http://schemas.microsoft.com/office/drawing/2014/main" id="{07CBFEAA-1902-1C98-FA58-604251778BD7}"/>
                    </a:ext>
                  </a:extLst>
                </p:cNvPr>
                <p:cNvPicPr/>
                <p:nvPr/>
              </p:nvPicPr>
              <p:blipFill>
                <a:blip r:embed="rId416"/>
                <a:stretch>
                  <a:fillRect/>
                </a:stretch>
              </p:blipFill>
              <p:spPr>
                <a:xfrm>
                  <a:off x="8055435" y="6363397"/>
                  <a:ext cx="445320" cy="27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7">
              <p14:nvContentPartPr>
                <p14:cNvPr id="463" name="Ink 462">
                  <a:extLst>
                    <a:ext uri="{FF2B5EF4-FFF2-40B4-BE49-F238E27FC236}">
                      <a16:creationId xmlns:a16="http://schemas.microsoft.com/office/drawing/2014/main" id="{BA75F4CD-9AE7-05CE-3984-FFC5C4F58500}"/>
                    </a:ext>
                  </a:extLst>
                </p14:cNvPr>
                <p14:cNvContentPartPr/>
                <p14:nvPr/>
              </p14:nvContentPartPr>
              <p14:xfrm>
                <a:off x="8317875" y="6235957"/>
                <a:ext cx="220680" cy="15120"/>
              </p14:xfrm>
            </p:contentPart>
          </mc:Choice>
          <mc:Fallback>
            <p:pic>
              <p:nvPicPr>
                <p:cNvPr id="463" name="Ink 462">
                  <a:extLst>
                    <a:ext uri="{FF2B5EF4-FFF2-40B4-BE49-F238E27FC236}">
                      <a16:creationId xmlns:a16="http://schemas.microsoft.com/office/drawing/2014/main" id="{BA75F4CD-9AE7-05CE-3984-FFC5C4F58500}"/>
                    </a:ext>
                  </a:extLst>
                </p:cNvPr>
                <p:cNvPicPr/>
                <p:nvPr/>
              </p:nvPicPr>
              <p:blipFill>
                <a:blip r:embed="rId418"/>
                <a:stretch>
                  <a:fillRect/>
                </a:stretch>
              </p:blipFill>
              <p:spPr>
                <a:xfrm>
                  <a:off x="8308875" y="6226957"/>
                  <a:ext cx="238320" cy="32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74" name="Group 473">
            <a:extLst>
              <a:ext uri="{FF2B5EF4-FFF2-40B4-BE49-F238E27FC236}">
                <a16:creationId xmlns:a16="http://schemas.microsoft.com/office/drawing/2014/main" id="{F3D125AC-D360-BBB4-F097-D45BC2D7BDAF}"/>
              </a:ext>
            </a:extLst>
          </p:cNvPr>
          <p:cNvGrpSpPr/>
          <p:nvPr/>
        </p:nvGrpSpPr>
        <p:grpSpPr>
          <a:xfrm>
            <a:off x="8934195" y="5935717"/>
            <a:ext cx="1274040" cy="642960"/>
            <a:chOff x="8934195" y="5935717"/>
            <a:chExt cx="1274040" cy="642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19">
              <p14:nvContentPartPr>
                <p14:cNvPr id="464" name="Ink 463">
                  <a:extLst>
                    <a:ext uri="{FF2B5EF4-FFF2-40B4-BE49-F238E27FC236}">
                      <a16:creationId xmlns:a16="http://schemas.microsoft.com/office/drawing/2014/main" id="{22151238-86C1-E30B-4184-7B96B1C6F897}"/>
                    </a:ext>
                  </a:extLst>
                </p14:cNvPr>
                <p14:cNvContentPartPr/>
                <p14:nvPr/>
              </p14:nvContentPartPr>
              <p14:xfrm>
                <a:off x="8934195" y="6101317"/>
                <a:ext cx="212040" cy="361440"/>
              </p14:xfrm>
            </p:contentPart>
          </mc:Choice>
          <mc:Fallback>
            <p:pic>
              <p:nvPicPr>
                <p:cNvPr id="464" name="Ink 463">
                  <a:extLst>
                    <a:ext uri="{FF2B5EF4-FFF2-40B4-BE49-F238E27FC236}">
                      <a16:creationId xmlns:a16="http://schemas.microsoft.com/office/drawing/2014/main" id="{22151238-86C1-E30B-4184-7B96B1C6F897}"/>
                    </a:ext>
                  </a:extLst>
                </p:cNvPr>
                <p:cNvPicPr/>
                <p:nvPr/>
              </p:nvPicPr>
              <p:blipFill>
                <a:blip r:embed="rId420"/>
                <a:stretch>
                  <a:fillRect/>
                </a:stretch>
              </p:blipFill>
              <p:spPr>
                <a:xfrm>
                  <a:off x="8925555" y="6092317"/>
                  <a:ext cx="229680" cy="37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1">
              <p14:nvContentPartPr>
                <p14:cNvPr id="465" name="Ink 464">
                  <a:extLst>
                    <a:ext uri="{FF2B5EF4-FFF2-40B4-BE49-F238E27FC236}">
                      <a16:creationId xmlns:a16="http://schemas.microsoft.com/office/drawing/2014/main" id="{2923C792-0EB4-1C09-DF8E-D216759C61B6}"/>
                    </a:ext>
                  </a:extLst>
                </p14:cNvPr>
                <p14:cNvContentPartPr/>
                <p14:nvPr/>
              </p14:nvContentPartPr>
              <p14:xfrm>
                <a:off x="8940315" y="6090157"/>
                <a:ext cx="277920" cy="401400"/>
              </p14:xfrm>
            </p:contentPart>
          </mc:Choice>
          <mc:Fallback>
            <p:pic>
              <p:nvPicPr>
                <p:cNvPr id="465" name="Ink 464">
                  <a:extLst>
                    <a:ext uri="{FF2B5EF4-FFF2-40B4-BE49-F238E27FC236}">
                      <a16:creationId xmlns:a16="http://schemas.microsoft.com/office/drawing/2014/main" id="{2923C792-0EB4-1C09-DF8E-D216759C61B6}"/>
                    </a:ext>
                  </a:extLst>
                </p:cNvPr>
                <p:cNvPicPr/>
                <p:nvPr/>
              </p:nvPicPr>
              <p:blipFill>
                <a:blip r:embed="rId422"/>
                <a:stretch>
                  <a:fillRect/>
                </a:stretch>
              </p:blipFill>
              <p:spPr>
                <a:xfrm>
                  <a:off x="8931315" y="6081157"/>
                  <a:ext cx="295560" cy="41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3">
              <p14:nvContentPartPr>
                <p14:cNvPr id="466" name="Ink 465">
                  <a:extLst>
                    <a:ext uri="{FF2B5EF4-FFF2-40B4-BE49-F238E27FC236}">
                      <a16:creationId xmlns:a16="http://schemas.microsoft.com/office/drawing/2014/main" id="{596EA5E0-1483-563E-A14F-E98018133231}"/>
                    </a:ext>
                  </a:extLst>
                </p14:cNvPr>
                <p14:cNvContentPartPr/>
                <p14:nvPr/>
              </p14:nvContentPartPr>
              <p14:xfrm>
                <a:off x="9309315" y="6343957"/>
                <a:ext cx="10800" cy="234720"/>
              </p14:xfrm>
            </p:contentPart>
          </mc:Choice>
          <mc:Fallback>
            <p:pic>
              <p:nvPicPr>
                <p:cNvPr id="466" name="Ink 465">
                  <a:extLst>
                    <a:ext uri="{FF2B5EF4-FFF2-40B4-BE49-F238E27FC236}">
                      <a16:creationId xmlns:a16="http://schemas.microsoft.com/office/drawing/2014/main" id="{596EA5E0-1483-563E-A14F-E98018133231}"/>
                    </a:ext>
                  </a:extLst>
                </p:cNvPr>
                <p:cNvPicPr/>
                <p:nvPr/>
              </p:nvPicPr>
              <p:blipFill>
                <a:blip r:embed="rId424"/>
                <a:stretch>
                  <a:fillRect/>
                </a:stretch>
              </p:blipFill>
              <p:spPr>
                <a:xfrm>
                  <a:off x="9300315" y="6334957"/>
                  <a:ext cx="28440" cy="25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5">
              <p14:nvContentPartPr>
                <p14:cNvPr id="467" name="Ink 466">
                  <a:extLst>
                    <a:ext uri="{FF2B5EF4-FFF2-40B4-BE49-F238E27FC236}">
                      <a16:creationId xmlns:a16="http://schemas.microsoft.com/office/drawing/2014/main" id="{896D8955-83F7-48EC-0F17-D59AAA8BA6C3}"/>
                    </a:ext>
                  </a:extLst>
                </p14:cNvPr>
                <p14:cNvContentPartPr/>
                <p14:nvPr/>
              </p14:nvContentPartPr>
              <p14:xfrm>
                <a:off x="9489315" y="6235957"/>
                <a:ext cx="195480" cy="19080"/>
              </p14:xfrm>
            </p:contentPart>
          </mc:Choice>
          <mc:Fallback>
            <p:pic>
              <p:nvPicPr>
                <p:cNvPr id="467" name="Ink 466">
                  <a:extLst>
                    <a:ext uri="{FF2B5EF4-FFF2-40B4-BE49-F238E27FC236}">
                      <a16:creationId xmlns:a16="http://schemas.microsoft.com/office/drawing/2014/main" id="{896D8955-83F7-48EC-0F17-D59AAA8BA6C3}"/>
                    </a:ext>
                  </a:extLst>
                </p:cNvPr>
                <p:cNvPicPr/>
                <p:nvPr/>
              </p:nvPicPr>
              <p:blipFill>
                <a:blip r:embed="rId426"/>
                <a:stretch>
                  <a:fillRect/>
                </a:stretch>
              </p:blipFill>
              <p:spPr>
                <a:xfrm>
                  <a:off x="9480315" y="6226957"/>
                  <a:ext cx="213120" cy="3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7">
              <p14:nvContentPartPr>
                <p14:cNvPr id="468" name="Ink 467">
                  <a:extLst>
                    <a:ext uri="{FF2B5EF4-FFF2-40B4-BE49-F238E27FC236}">
                      <a16:creationId xmlns:a16="http://schemas.microsoft.com/office/drawing/2014/main" id="{490F132C-5BF8-D86E-E86F-960FFBB4AA04}"/>
                    </a:ext>
                  </a:extLst>
                </p14:cNvPr>
                <p14:cNvContentPartPr/>
                <p14:nvPr/>
              </p14:nvContentPartPr>
              <p14:xfrm>
                <a:off x="9549435" y="6140197"/>
                <a:ext cx="13680" cy="299880"/>
              </p14:xfrm>
            </p:contentPart>
          </mc:Choice>
          <mc:Fallback>
            <p:pic>
              <p:nvPicPr>
                <p:cNvPr id="468" name="Ink 467">
                  <a:extLst>
                    <a:ext uri="{FF2B5EF4-FFF2-40B4-BE49-F238E27FC236}">
                      <a16:creationId xmlns:a16="http://schemas.microsoft.com/office/drawing/2014/main" id="{490F132C-5BF8-D86E-E86F-960FFBB4AA04}"/>
                    </a:ext>
                  </a:extLst>
                </p:cNvPr>
                <p:cNvPicPr/>
                <p:nvPr/>
              </p:nvPicPr>
              <p:blipFill>
                <a:blip r:embed="rId428"/>
                <a:stretch>
                  <a:fillRect/>
                </a:stretch>
              </p:blipFill>
              <p:spPr>
                <a:xfrm>
                  <a:off x="9540435" y="6131197"/>
                  <a:ext cx="31320" cy="31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9">
              <p14:nvContentPartPr>
                <p14:cNvPr id="469" name="Ink 468">
                  <a:extLst>
                    <a:ext uri="{FF2B5EF4-FFF2-40B4-BE49-F238E27FC236}">
                      <a16:creationId xmlns:a16="http://schemas.microsoft.com/office/drawing/2014/main" id="{C2D5AB89-2B53-7A56-C97A-42D72160E3F4}"/>
                    </a:ext>
                  </a:extLst>
                </p14:cNvPr>
                <p14:cNvContentPartPr/>
                <p14:nvPr/>
              </p14:nvContentPartPr>
              <p14:xfrm>
                <a:off x="9759315" y="6108517"/>
                <a:ext cx="171720" cy="365760"/>
              </p14:xfrm>
            </p:contentPart>
          </mc:Choice>
          <mc:Fallback>
            <p:pic>
              <p:nvPicPr>
                <p:cNvPr id="469" name="Ink 468">
                  <a:extLst>
                    <a:ext uri="{FF2B5EF4-FFF2-40B4-BE49-F238E27FC236}">
                      <a16:creationId xmlns:a16="http://schemas.microsoft.com/office/drawing/2014/main" id="{C2D5AB89-2B53-7A56-C97A-42D72160E3F4}"/>
                    </a:ext>
                  </a:extLst>
                </p:cNvPr>
                <p:cNvPicPr/>
                <p:nvPr/>
              </p:nvPicPr>
              <p:blipFill>
                <a:blip r:embed="rId430"/>
                <a:stretch>
                  <a:fillRect/>
                </a:stretch>
              </p:blipFill>
              <p:spPr>
                <a:xfrm>
                  <a:off x="9750315" y="6099877"/>
                  <a:ext cx="189360" cy="38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1">
              <p14:nvContentPartPr>
                <p14:cNvPr id="470" name="Ink 469">
                  <a:extLst>
                    <a:ext uri="{FF2B5EF4-FFF2-40B4-BE49-F238E27FC236}">
                      <a16:creationId xmlns:a16="http://schemas.microsoft.com/office/drawing/2014/main" id="{758A0E81-C18F-4D8B-2030-36F37348764D}"/>
                    </a:ext>
                  </a:extLst>
                </p14:cNvPr>
                <p14:cNvContentPartPr/>
                <p14:nvPr/>
              </p14:nvContentPartPr>
              <p14:xfrm>
                <a:off x="9891435" y="6094117"/>
                <a:ext cx="94680" cy="372960"/>
              </p14:xfrm>
            </p:contentPart>
          </mc:Choice>
          <mc:Fallback>
            <p:pic>
              <p:nvPicPr>
                <p:cNvPr id="470" name="Ink 469">
                  <a:extLst>
                    <a:ext uri="{FF2B5EF4-FFF2-40B4-BE49-F238E27FC236}">
                      <a16:creationId xmlns:a16="http://schemas.microsoft.com/office/drawing/2014/main" id="{758A0E81-C18F-4D8B-2030-36F37348764D}"/>
                    </a:ext>
                  </a:extLst>
                </p:cNvPr>
                <p:cNvPicPr/>
                <p:nvPr/>
              </p:nvPicPr>
              <p:blipFill>
                <a:blip r:embed="rId432"/>
                <a:stretch>
                  <a:fillRect/>
                </a:stretch>
              </p:blipFill>
              <p:spPr>
                <a:xfrm>
                  <a:off x="9882435" y="6085477"/>
                  <a:ext cx="112320" cy="39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3">
              <p14:nvContentPartPr>
                <p14:cNvPr id="471" name="Ink 470">
                  <a:extLst>
                    <a:ext uri="{FF2B5EF4-FFF2-40B4-BE49-F238E27FC236}">
                      <a16:creationId xmlns:a16="http://schemas.microsoft.com/office/drawing/2014/main" id="{F3D2AEDD-BF1B-0BA8-EA6C-F21DA30CF0AA}"/>
                    </a:ext>
                  </a:extLst>
                </p14:cNvPr>
                <p14:cNvContentPartPr/>
                <p14:nvPr/>
              </p14:nvContentPartPr>
              <p14:xfrm>
                <a:off x="9786315" y="6288517"/>
                <a:ext cx="238680" cy="16560"/>
              </p14:xfrm>
            </p:contentPart>
          </mc:Choice>
          <mc:Fallback>
            <p:pic>
              <p:nvPicPr>
                <p:cNvPr id="471" name="Ink 470">
                  <a:extLst>
                    <a:ext uri="{FF2B5EF4-FFF2-40B4-BE49-F238E27FC236}">
                      <a16:creationId xmlns:a16="http://schemas.microsoft.com/office/drawing/2014/main" id="{F3D2AEDD-BF1B-0BA8-EA6C-F21DA30CF0AA}"/>
                    </a:ext>
                  </a:extLst>
                </p:cNvPr>
                <p:cNvPicPr/>
                <p:nvPr/>
              </p:nvPicPr>
              <p:blipFill>
                <a:blip r:embed="rId434"/>
                <a:stretch>
                  <a:fillRect/>
                </a:stretch>
              </p:blipFill>
              <p:spPr>
                <a:xfrm>
                  <a:off x="9777315" y="6279877"/>
                  <a:ext cx="256320" cy="3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5">
              <p14:nvContentPartPr>
                <p14:cNvPr id="472" name="Ink 471">
                  <a:extLst>
                    <a:ext uri="{FF2B5EF4-FFF2-40B4-BE49-F238E27FC236}">
                      <a16:creationId xmlns:a16="http://schemas.microsoft.com/office/drawing/2014/main" id="{258E79F0-2C8E-50BC-4659-DB94FF88B39D}"/>
                    </a:ext>
                  </a:extLst>
                </p14:cNvPr>
                <p14:cNvContentPartPr/>
                <p14:nvPr/>
              </p14:nvContentPartPr>
              <p14:xfrm>
                <a:off x="10088715" y="6354757"/>
                <a:ext cx="119520" cy="160200"/>
              </p14:xfrm>
            </p:contentPart>
          </mc:Choice>
          <mc:Fallback>
            <p:pic>
              <p:nvPicPr>
                <p:cNvPr id="472" name="Ink 471">
                  <a:extLst>
                    <a:ext uri="{FF2B5EF4-FFF2-40B4-BE49-F238E27FC236}">
                      <a16:creationId xmlns:a16="http://schemas.microsoft.com/office/drawing/2014/main" id="{258E79F0-2C8E-50BC-4659-DB94FF88B39D}"/>
                    </a:ext>
                  </a:extLst>
                </p:cNvPr>
                <p:cNvPicPr/>
                <p:nvPr/>
              </p:nvPicPr>
              <p:blipFill>
                <a:blip r:embed="rId436"/>
                <a:stretch>
                  <a:fillRect/>
                </a:stretch>
              </p:blipFill>
              <p:spPr>
                <a:xfrm>
                  <a:off x="10079715" y="6345757"/>
                  <a:ext cx="137160" cy="17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7">
              <p14:nvContentPartPr>
                <p14:cNvPr id="473" name="Ink 472">
                  <a:extLst>
                    <a:ext uri="{FF2B5EF4-FFF2-40B4-BE49-F238E27FC236}">
                      <a16:creationId xmlns:a16="http://schemas.microsoft.com/office/drawing/2014/main" id="{7AED859F-AC9F-77DB-F65C-BC1B1D29D898}"/>
                    </a:ext>
                  </a:extLst>
                </p14:cNvPr>
                <p14:cNvContentPartPr/>
                <p14:nvPr/>
              </p14:nvContentPartPr>
              <p14:xfrm>
                <a:off x="8973435" y="5935717"/>
                <a:ext cx="1051920" cy="22680"/>
              </p14:xfrm>
            </p:contentPart>
          </mc:Choice>
          <mc:Fallback>
            <p:pic>
              <p:nvPicPr>
                <p:cNvPr id="473" name="Ink 472">
                  <a:extLst>
                    <a:ext uri="{FF2B5EF4-FFF2-40B4-BE49-F238E27FC236}">
                      <a16:creationId xmlns:a16="http://schemas.microsoft.com/office/drawing/2014/main" id="{7AED859F-AC9F-77DB-F65C-BC1B1D29D898}"/>
                    </a:ext>
                  </a:extLst>
                </p:cNvPr>
                <p:cNvPicPr/>
                <p:nvPr/>
              </p:nvPicPr>
              <p:blipFill>
                <a:blip r:embed="rId438"/>
                <a:stretch>
                  <a:fillRect/>
                </a:stretch>
              </p:blipFill>
              <p:spPr>
                <a:xfrm>
                  <a:off x="8964435" y="5927077"/>
                  <a:ext cx="1069560" cy="403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439">
            <p14:nvContentPartPr>
              <p14:cNvPr id="476" name="Ink 475">
                <a:extLst>
                  <a:ext uri="{FF2B5EF4-FFF2-40B4-BE49-F238E27FC236}">
                    <a16:creationId xmlns:a16="http://schemas.microsoft.com/office/drawing/2014/main" id="{25AD9C81-554A-96E8-3E90-38EDE0AB5C06}"/>
                  </a:ext>
                </a:extLst>
              </p14:cNvPr>
              <p14:cNvContentPartPr/>
              <p14:nvPr/>
            </p14:nvContentPartPr>
            <p14:xfrm>
              <a:off x="10750755" y="5647357"/>
              <a:ext cx="31680" cy="18000"/>
            </p14:xfrm>
          </p:contentPart>
        </mc:Choice>
        <mc:Fallback>
          <p:pic>
            <p:nvPicPr>
              <p:cNvPr id="476" name="Ink 475">
                <a:extLst>
                  <a:ext uri="{FF2B5EF4-FFF2-40B4-BE49-F238E27FC236}">
                    <a16:creationId xmlns:a16="http://schemas.microsoft.com/office/drawing/2014/main" id="{25AD9C81-554A-96E8-3E90-38EDE0AB5C06}"/>
                  </a:ext>
                </a:extLst>
              </p:cNvPr>
              <p:cNvPicPr/>
              <p:nvPr/>
            </p:nvPicPr>
            <p:blipFill>
              <a:blip r:embed="rId440"/>
              <a:stretch>
                <a:fillRect/>
              </a:stretch>
            </p:blipFill>
            <p:spPr>
              <a:xfrm>
                <a:off x="10741755" y="5638357"/>
                <a:ext cx="49320" cy="35640"/>
              </a:xfrm>
              <a:prstGeom prst="rect">
                <a:avLst/>
              </a:prstGeom>
            </p:spPr>
          </p:pic>
        </mc:Fallback>
      </mc:AlternateContent>
      <p:grpSp>
        <p:nvGrpSpPr>
          <p:cNvPr id="488" name="Group 487">
            <a:extLst>
              <a:ext uri="{FF2B5EF4-FFF2-40B4-BE49-F238E27FC236}">
                <a16:creationId xmlns:a16="http://schemas.microsoft.com/office/drawing/2014/main" id="{DF6DAA8E-D735-2FD6-0389-3AEC94E26932}"/>
              </a:ext>
            </a:extLst>
          </p:cNvPr>
          <p:cNvGrpSpPr/>
          <p:nvPr/>
        </p:nvGrpSpPr>
        <p:grpSpPr>
          <a:xfrm>
            <a:off x="10137315" y="5139757"/>
            <a:ext cx="925560" cy="532080"/>
            <a:chOff x="10137315" y="5139757"/>
            <a:chExt cx="925560" cy="532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41">
              <p14:nvContentPartPr>
                <p14:cNvPr id="477" name="Ink 476">
                  <a:extLst>
                    <a:ext uri="{FF2B5EF4-FFF2-40B4-BE49-F238E27FC236}">
                      <a16:creationId xmlns:a16="http://schemas.microsoft.com/office/drawing/2014/main" id="{834AAE33-2176-6383-4E7E-19D50A314095}"/>
                    </a:ext>
                  </a:extLst>
                </p14:cNvPr>
                <p14:cNvContentPartPr/>
                <p14:nvPr/>
              </p14:nvContentPartPr>
              <p14:xfrm>
                <a:off x="10462395" y="5409397"/>
                <a:ext cx="600480" cy="34560"/>
              </p14:xfrm>
            </p:contentPart>
          </mc:Choice>
          <mc:Fallback>
            <p:pic>
              <p:nvPicPr>
                <p:cNvPr id="477" name="Ink 476">
                  <a:extLst>
                    <a:ext uri="{FF2B5EF4-FFF2-40B4-BE49-F238E27FC236}">
                      <a16:creationId xmlns:a16="http://schemas.microsoft.com/office/drawing/2014/main" id="{834AAE33-2176-6383-4E7E-19D50A314095}"/>
                    </a:ext>
                  </a:extLst>
                </p:cNvPr>
                <p:cNvPicPr/>
                <p:nvPr/>
              </p:nvPicPr>
              <p:blipFill>
                <a:blip r:embed="rId442"/>
                <a:stretch>
                  <a:fillRect/>
                </a:stretch>
              </p:blipFill>
              <p:spPr>
                <a:xfrm>
                  <a:off x="10444755" y="5391397"/>
                  <a:ext cx="636120" cy="7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3">
              <p14:nvContentPartPr>
                <p14:cNvPr id="478" name="Ink 477">
                  <a:extLst>
                    <a:ext uri="{FF2B5EF4-FFF2-40B4-BE49-F238E27FC236}">
                      <a16:creationId xmlns:a16="http://schemas.microsoft.com/office/drawing/2014/main" id="{F2A16339-9ECC-6A41-C9BF-941012644122}"/>
                    </a:ext>
                  </a:extLst>
                </p14:cNvPr>
                <p14:cNvContentPartPr/>
                <p14:nvPr/>
              </p14:nvContentPartPr>
              <p14:xfrm>
                <a:off x="10137315" y="5139757"/>
                <a:ext cx="135360" cy="383400"/>
              </p14:xfrm>
            </p:contentPart>
          </mc:Choice>
          <mc:Fallback>
            <p:pic>
              <p:nvPicPr>
                <p:cNvPr id="478" name="Ink 477">
                  <a:extLst>
                    <a:ext uri="{FF2B5EF4-FFF2-40B4-BE49-F238E27FC236}">
                      <a16:creationId xmlns:a16="http://schemas.microsoft.com/office/drawing/2014/main" id="{F2A16339-9ECC-6A41-C9BF-941012644122}"/>
                    </a:ext>
                  </a:extLst>
                </p:cNvPr>
                <p:cNvPicPr/>
                <p:nvPr/>
              </p:nvPicPr>
              <p:blipFill>
                <a:blip r:embed="rId444"/>
                <a:stretch>
                  <a:fillRect/>
                </a:stretch>
              </p:blipFill>
              <p:spPr>
                <a:xfrm>
                  <a:off x="10119315" y="5122117"/>
                  <a:ext cx="171000" cy="41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5">
              <p14:nvContentPartPr>
                <p14:cNvPr id="479" name="Ink 478">
                  <a:extLst>
                    <a:ext uri="{FF2B5EF4-FFF2-40B4-BE49-F238E27FC236}">
                      <a16:creationId xmlns:a16="http://schemas.microsoft.com/office/drawing/2014/main" id="{7C1C32EE-5321-3AF1-B75C-943AD6CD57D8}"/>
                    </a:ext>
                  </a:extLst>
                </p14:cNvPr>
                <p14:cNvContentPartPr/>
                <p14:nvPr/>
              </p14:nvContentPartPr>
              <p14:xfrm>
                <a:off x="10228755" y="5145157"/>
                <a:ext cx="99360" cy="376560"/>
              </p14:xfrm>
            </p:contentPart>
          </mc:Choice>
          <mc:Fallback>
            <p:pic>
              <p:nvPicPr>
                <p:cNvPr id="479" name="Ink 478">
                  <a:extLst>
                    <a:ext uri="{FF2B5EF4-FFF2-40B4-BE49-F238E27FC236}">
                      <a16:creationId xmlns:a16="http://schemas.microsoft.com/office/drawing/2014/main" id="{7C1C32EE-5321-3AF1-B75C-943AD6CD57D8}"/>
                    </a:ext>
                  </a:extLst>
                </p:cNvPr>
                <p:cNvPicPr/>
                <p:nvPr/>
              </p:nvPicPr>
              <p:blipFill>
                <a:blip r:embed="rId446"/>
                <a:stretch>
                  <a:fillRect/>
                </a:stretch>
              </p:blipFill>
              <p:spPr>
                <a:xfrm>
                  <a:off x="10211115" y="5127517"/>
                  <a:ext cx="135000" cy="41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7">
              <p14:nvContentPartPr>
                <p14:cNvPr id="480" name="Ink 479">
                  <a:extLst>
                    <a:ext uri="{FF2B5EF4-FFF2-40B4-BE49-F238E27FC236}">
                      <a16:creationId xmlns:a16="http://schemas.microsoft.com/office/drawing/2014/main" id="{7F828FD2-102D-28F8-1DCA-65D9759C101D}"/>
                    </a:ext>
                  </a:extLst>
                </p14:cNvPr>
                <p14:cNvContentPartPr/>
                <p14:nvPr/>
              </p14:nvContentPartPr>
              <p14:xfrm>
                <a:off x="10143435" y="5456917"/>
                <a:ext cx="157680" cy="12600"/>
              </p14:xfrm>
            </p:contentPart>
          </mc:Choice>
          <mc:Fallback>
            <p:pic>
              <p:nvPicPr>
                <p:cNvPr id="480" name="Ink 479">
                  <a:extLst>
                    <a:ext uri="{FF2B5EF4-FFF2-40B4-BE49-F238E27FC236}">
                      <a16:creationId xmlns:a16="http://schemas.microsoft.com/office/drawing/2014/main" id="{7F828FD2-102D-28F8-1DCA-65D9759C101D}"/>
                    </a:ext>
                  </a:extLst>
                </p:cNvPr>
                <p:cNvPicPr/>
                <p:nvPr/>
              </p:nvPicPr>
              <p:blipFill>
                <a:blip r:embed="rId448"/>
                <a:stretch>
                  <a:fillRect/>
                </a:stretch>
              </p:blipFill>
              <p:spPr>
                <a:xfrm>
                  <a:off x="10125435" y="5439277"/>
                  <a:ext cx="193320" cy="4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9">
              <p14:nvContentPartPr>
                <p14:cNvPr id="481" name="Ink 480">
                  <a:extLst>
                    <a:ext uri="{FF2B5EF4-FFF2-40B4-BE49-F238E27FC236}">
                      <a16:creationId xmlns:a16="http://schemas.microsoft.com/office/drawing/2014/main" id="{8FA8331E-8900-21C3-973B-BB1FC1B15903}"/>
                    </a:ext>
                  </a:extLst>
                </p14:cNvPr>
                <p14:cNvContentPartPr/>
                <p14:nvPr/>
              </p14:nvContentPartPr>
              <p14:xfrm>
                <a:off x="10395435" y="5483917"/>
                <a:ext cx="28800" cy="187920"/>
              </p14:xfrm>
            </p:contentPart>
          </mc:Choice>
          <mc:Fallback>
            <p:pic>
              <p:nvPicPr>
                <p:cNvPr id="481" name="Ink 480">
                  <a:extLst>
                    <a:ext uri="{FF2B5EF4-FFF2-40B4-BE49-F238E27FC236}">
                      <a16:creationId xmlns:a16="http://schemas.microsoft.com/office/drawing/2014/main" id="{8FA8331E-8900-21C3-973B-BB1FC1B15903}"/>
                    </a:ext>
                  </a:extLst>
                </p:cNvPr>
                <p:cNvPicPr/>
                <p:nvPr/>
              </p:nvPicPr>
              <p:blipFill>
                <a:blip r:embed="rId450"/>
                <a:stretch>
                  <a:fillRect/>
                </a:stretch>
              </p:blipFill>
              <p:spPr>
                <a:xfrm>
                  <a:off x="10377435" y="5466277"/>
                  <a:ext cx="64440" cy="223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87" name="Group 486">
            <a:extLst>
              <a:ext uri="{FF2B5EF4-FFF2-40B4-BE49-F238E27FC236}">
                <a16:creationId xmlns:a16="http://schemas.microsoft.com/office/drawing/2014/main" id="{8F40DA61-85CB-1DFF-3909-71F2E0FB90FD}"/>
              </a:ext>
            </a:extLst>
          </p:cNvPr>
          <p:cNvGrpSpPr/>
          <p:nvPr/>
        </p:nvGrpSpPr>
        <p:grpSpPr>
          <a:xfrm>
            <a:off x="10195635" y="5836357"/>
            <a:ext cx="840240" cy="312480"/>
            <a:chOff x="10195635" y="5836357"/>
            <a:chExt cx="840240" cy="312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51">
              <p14:nvContentPartPr>
                <p14:cNvPr id="482" name="Ink 481">
                  <a:extLst>
                    <a:ext uri="{FF2B5EF4-FFF2-40B4-BE49-F238E27FC236}">
                      <a16:creationId xmlns:a16="http://schemas.microsoft.com/office/drawing/2014/main" id="{EAD0D342-0D54-AA89-39F1-88CBD40DCE63}"/>
                    </a:ext>
                  </a:extLst>
                </p14:cNvPr>
                <p14:cNvContentPartPr/>
                <p14:nvPr/>
              </p14:nvContentPartPr>
              <p14:xfrm>
                <a:off x="10519635" y="6015637"/>
                <a:ext cx="516240" cy="31680"/>
              </p14:xfrm>
            </p:contentPart>
          </mc:Choice>
          <mc:Fallback>
            <p:pic>
              <p:nvPicPr>
                <p:cNvPr id="482" name="Ink 481">
                  <a:extLst>
                    <a:ext uri="{FF2B5EF4-FFF2-40B4-BE49-F238E27FC236}">
                      <a16:creationId xmlns:a16="http://schemas.microsoft.com/office/drawing/2014/main" id="{EAD0D342-0D54-AA89-39F1-88CBD40DCE63}"/>
                    </a:ext>
                  </a:extLst>
                </p:cNvPr>
                <p:cNvPicPr/>
                <p:nvPr/>
              </p:nvPicPr>
              <p:blipFill>
                <a:blip r:embed="rId452"/>
                <a:stretch>
                  <a:fillRect/>
                </a:stretch>
              </p:blipFill>
              <p:spPr>
                <a:xfrm>
                  <a:off x="10501995" y="5997637"/>
                  <a:ext cx="551880" cy="6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3">
              <p14:nvContentPartPr>
                <p14:cNvPr id="483" name="Ink 482">
                  <a:extLst>
                    <a:ext uri="{FF2B5EF4-FFF2-40B4-BE49-F238E27FC236}">
                      <a16:creationId xmlns:a16="http://schemas.microsoft.com/office/drawing/2014/main" id="{F56CC865-A8D0-61EE-C404-3C28B36901D2}"/>
                    </a:ext>
                  </a:extLst>
                </p14:cNvPr>
                <p14:cNvContentPartPr/>
                <p14:nvPr/>
              </p14:nvContentPartPr>
              <p14:xfrm>
                <a:off x="10195635" y="5836357"/>
                <a:ext cx="84240" cy="254520"/>
              </p14:xfrm>
            </p:contentPart>
          </mc:Choice>
          <mc:Fallback>
            <p:pic>
              <p:nvPicPr>
                <p:cNvPr id="483" name="Ink 482">
                  <a:extLst>
                    <a:ext uri="{FF2B5EF4-FFF2-40B4-BE49-F238E27FC236}">
                      <a16:creationId xmlns:a16="http://schemas.microsoft.com/office/drawing/2014/main" id="{F56CC865-A8D0-61EE-C404-3C28B36901D2}"/>
                    </a:ext>
                  </a:extLst>
                </p:cNvPr>
                <p:cNvPicPr/>
                <p:nvPr/>
              </p:nvPicPr>
              <p:blipFill>
                <a:blip r:embed="rId454"/>
                <a:stretch>
                  <a:fillRect/>
                </a:stretch>
              </p:blipFill>
              <p:spPr>
                <a:xfrm>
                  <a:off x="10177995" y="5818357"/>
                  <a:ext cx="119880" cy="29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5">
              <p14:nvContentPartPr>
                <p14:cNvPr id="484" name="Ink 483">
                  <a:extLst>
                    <a:ext uri="{FF2B5EF4-FFF2-40B4-BE49-F238E27FC236}">
                      <a16:creationId xmlns:a16="http://schemas.microsoft.com/office/drawing/2014/main" id="{6EB4D92F-02CC-684E-2DD1-A557EA0DFA17}"/>
                    </a:ext>
                  </a:extLst>
                </p14:cNvPr>
                <p14:cNvContentPartPr/>
                <p14:nvPr/>
              </p14:nvContentPartPr>
              <p14:xfrm>
                <a:off x="10279875" y="5844277"/>
                <a:ext cx="40680" cy="281160"/>
              </p14:xfrm>
            </p:contentPart>
          </mc:Choice>
          <mc:Fallback>
            <p:pic>
              <p:nvPicPr>
                <p:cNvPr id="484" name="Ink 483">
                  <a:extLst>
                    <a:ext uri="{FF2B5EF4-FFF2-40B4-BE49-F238E27FC236}">
                      <a16:creationId xmlns:a16="http://schemas.microsoft.com/office/drawing/2014/main" id="{6EB4D92F-02CC-684E-2DD1-A557EA0DFA17}"/>
                    </a:ext>
                  </a:extLst>
                </p:cNvPr>
                <p:cNvPicPr/>
                <p:nvPr/>
              </p:nvPicPr>
              <p:blipFill>
                <a:blip r:embed="rId456"/>
                <a:stretch>
                  <a:fillRect/>
                </a:stretch>
              </p:blipFill>
              <p:spPr>
                <a:xfrm>
                  <a:off x="10261875" y="5826637"/>
                  <a:ext cx="76320" cy="31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7">
              <p14:nvContentPartPr>
                <p14:cNvPr id="485" name="Ink 484">
                  <a:extLst>
                    <a:ext uri="{FF2B5EF4-FFF2-40B4-BE49-F238E27FC236}">
                      <a16:creationId xmlns:a16="http://schemas.microsoft.com/office/drawing/2014/main" id="{2B496E10-B113-32E8-6D28-8F51FA0BD7D3}"/>
                    </a:ext>
                  </a:extLst>
                </p14:cNvPr>
                <p14:cNvContentPartPr/>
                <p14:nvPr/>
              </p14:nvContentPartPr>
              <p14:xfrm>
                <a:off x="10218315" y="6022477"/>
                <a:ext cx="133920" cy="8280"/>
              </p14:xfrm>
            </p:contentPart>
          </mc:Choice>
          <mc:Fallback>
            <p:pic>
              <p:nvPicPr>
                <p:cNvPr id="485" name="Ink 484">
                  <a:extLst>
                    <a:ext uri="{FF2B5EF4-FFF2-40B4-BE49-F238E27FC236}">
                      <a16:creationId xmlns:a16="http://schemas.microsoft.com/office/drawing/2014/main" id="{2B496E10-B113-32E8-6D28-8F51FA0BD7D3}"/>
                    </a:ext>
                  </a:extLst>
                </p:cNvPr>
                <p:cNvPicPr/>
                <p:nvPr/>
              </p:nvPicPr>
              <p:blipFill>
                <a:blip r:embed="rId458"/>
                <a:stretch>
                  <a:fillRect/>
                </a:stretch>
              </p:blipFill>
              <p:spPr>
                <a:xfrm>
                  <a:off x="10200315" y="6004837"/>
                  <a:ext cx="169560" cy="4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9">
              <p14:nvContentPartPr>
                <p14:cNvPr id="486" name="Ink 485">
                  <a:extLst>
                    <a:ext uri="{FF2B5EF4-FFF2-40B4-BE49-F238E27FC236}">
                      <a16:creationId xmlns:a16="http://schemas.microsoft.com/office/drawing/2014/main" id="{43E8FAF8-CACC-2D6F-6989-95D3081D3F6C}"/>
                    </a:ext>
                  </a:extLst>
                </p14:cNvPr>
                <p14:cNvContentPartPr/>
                <p14:nvPr/>
              </p14:nvContentPartPr>
              <p14:xfrm>
                <a:off x="10415595" y="6073957"/>
                <a:ext cx="65520" cy="74880"/>
              </p14:xfrm>
            </p:contentPart>
          </mc:Choice>
          <mc:Fallback>
            <p:pic>
              <p:nvPicPr>
                <p:cNvPr id="486" name="Ink 485">
                  <a:extLst>
                    <a:ext uri="{FF2B5EF4-FFF2-40B4-BE49-F238E27FC236}">
                      <a16:creationId xmlns:a16="http://schemas.microsoft.com/office/drawing/2014/main" id="{43E8FAF8-CACC-2D6F-6989-95D3081D3F6C}"/>
                    </a:ext>
                  </a:extLst>
                </p:cNvPr>
                <p:cNvPicPr/>
                <p:nvPr/>
              </p:nvPicPr>
              <p:blipFill>
                <a:blip r:embed="rId460"/>
                <a:stretch>
                  <a:fillRect/>
                </a:stretch>
              </p:blipFill>
              <p:spPr>
                <a:xfrm>
                  <a:off x="10397595" y="6055957"/>
                  <a:ext cx="101160" cy="110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97" name="Group 496">
            <a:extLst>
              <a:ext uri="{FF2B5EF4-FFF2-40B4-BE49-F238E27FC236}">
                <a16:creationId xmlns:a16="http://schemas.microsoft.com/office/drawing/2014/main" id="{AEC794A5-ACF1-5439-4D21-0122566A0A9A}"/>
              </a:ext>
            </a:extLst>
          </p:cNvPr>
          <p:cNvGrpSpPr/>
          <p:nvPr/>
        </p:nvGrpSpPr>
        <p:grpSpPr>
          <a:xfrm>
            <a:off x="10866315" y="5267917"/>
            <a:ext cx="1161000" cy="881640"/>
            <a:chOff x="10866315" y="5267917"/>
            <a:chExt cx="1161000" cy="881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61">
              <p14:nvContentPartPr>
                <p14:cNvPr id="489" name="Ink 488">
                  <a:extLst>
                    <a:ext uri="{FF2B5EF4-FFF2-40B4-BE49-F238E27FC236}">
                      <a16:creationId xmlns:a16="http://schemas.microsoft.com/office/drawing/2014/main" id="{C91CE2EB-73B1-C9D1-E690-F602D90B1F8B}"/>
                    </a:ext>
                  </a:extLst>
                </p14:cNvPr>
                <p14:cNvContentPartPr/>
                <p14:nvPr/>
              </p14:nvContentPartPr>
              <p14:xfrm>
                <a:off x="10866315" y="5330197"/>
                <a:ext cx="522720" cy="819360"/>
              </p14:xfrm>
            </p:contentPart>
          </mc:Choice>
          <mc:Fallback>
            <p:pic>
              <p:nvPicPr>
                <p:cNvPr id="489" name="Ink 488">
                  <a:extLst>
                    <a:ext uri="{FF2B5EF4-FFF2-40B4-BE49-F238E27FC236}">
                      <a16:creationId xmlns:a16="http://schemas.microsoft.com/office/drawing/2014/main" id="{C91CE2EB-73B1-C9D1-E690-F602D90B1F8B}"/>
                    </a:ext>
                  </a:extLst>
                </p:cNvPr>
                <p:cNvPicPr/>
                <p:nvPr/>
              </p:nvPicPr>
              <p:blipFill>
                <a:blip r:embed="rId462"/>
                <a:stretch>
                  <a:fillRect/>
                </a:stretch>
              </p:blipFill>
              <p:spPr>
                <a:xfrm>
                  <a:off x="10848675" y="5312197"/>
                  <a:ext cx="558360" cy="85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3">
              <p14:nvContentPartPr>
                <p14:cNvPr id="490" name="Ink 489">
                  <a:extLst>
                    <a:ext uri="{FF2B5EF4-FFF2-40B4-BE49-F238E27FC236}">
                      <a16:creationId xmlns:a16="http://schemas.microsoft.com/office/drawing/2014/main" id="{62675A72-7258-52BC-5AD4-47E3C9948601}"/>
                    </a:ext>
                  </a:extLst>
                </p14:cNvPr>
                <p14:cNvContentPartPr/>
                <p14:nvPr/>
              </p14:nvContentPartPr>
              <p14:xfrm>
                <a:off x="11414955" y="5685877"/>
                <a:ext cx="111960" cy="120240"/>
              </p14:xfrm>
            </p:contentPart>
          </mc:Choice>
          <mc:Fallback>
            <p:pic>
              <p:nvPicPr>
                <p:cNvPr id="490" name="Ink 489">
                  <a:extLst>
                    <a:ext uri="{FF2B5EF4-FFF2-40B4-BE49-F238E27FC236}">
                      <a16:creationId xmlns:a16="http://schemas.microsoft.com/office/drawing/2014/main" id="{62675A72-7258-52BC-5AD4-47E3C9948601}"/>
                    </a:ext>
                  </a:extLst>
                </p:cNvPr>
                <p:cNvPicPr/>
                <p:nvPr/>
              </p:nvPicPr>
              <p:blipFill>
                <a:blip r:embed="rId464"/>
                <a:stretch>
                  <a:fillRect/>
                </a:stretch>
              </p:blipFill>
              <p:spPr>
                <a:xfrm>
                  <a:off x="11397315" y="5667877"/>
                  <a:ext cx="147600" cy="15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5">
              <p14:nvContentPartPr>
                <p14:cNvPr id="491" name="Ink 490">
                  <a:extLst>
                    <a:ext uri="{FF2B5EF4-FFF2-40B4-BE49-F238E27FC236}">
                      <a16:creationId xmlns:a16="http://schemas.microsoft.com/office/drawing/2014/main" id="{6C4F9E5F-EE8C-6CEB-0F41-1D323A1570F4}"/>
                    </a:ext>
                  </a:extLst>
                </p14:cNvPr>
                <p14:cNvContentPartPr/>
                <p14:nvPr/>
              </p14:nvContentPartPr>
              <p14:xfrm>
                <a:off x="11569755" y="5751037"/>
                <a:ext cx="416160" cy="14040"/>
              </p14:xfrm>
            </p:contentPart>
          </mc:Choice>
          <mc:Fallback>
            <p:pic>
              <p:nvPicPr>
                <p:cNvPr id="491" name="Ink 490">
                  <a:extLst>
                    <a:ext uri="{FF2B5EF4-FFF2-40B4-BE49-F238E27FC236}">
                      <a16:creationId xmlns:a16="http://schemas.microsoft.com/office/drawing/2014/main" id="{6C4F9E5F-EE8C-6CEB-0F41-1D323A1570F4}"/>
                    </a:ext>
                  </a:extLst>
                </p:cNvPr>
                <p:cNvPicPr/>
                <p:nvPr/>
              </p:nvPicPr>
              <p:blipFill>
                <a:blip r:embed="rId466"/>
                <a:stretch>
                  <a:fillRect/>
                </a:stretch>
              </p:blipFill>
              <p:spPr>
                <a:xfrm>
                  <a:off x="11551755" y="5733037"/>
                  <a:ext cx="451800" cy="4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7">
              <p14:nvContentPartPr>
                <p14:cNvPr id="493" name="Ink 492">
                  <a:extLst>
                    <a:ext uri="{FF2B5EF4-FFF2-40B4-BE49-F238E27FC236}">
                      <a16:creationId xmlns:a16="http://schemas.microsoft.com/office/drawing/2014/main" id="{51E8C6BF-E2FD-550F-B3C5-907365E5DAF0}"/>
                    </a:ext>
                  </a:extLst>
                </p14:cNvPr>
                <p14:cNvContentPartPr/>
                <p14:nvPr/>
              </p14:nvContentPartPr>
              <p14:xfrm>
                <a:off x="11641035" y="5283037"/>
                <a:ext cx="114840" cy="310680"/>
              </p14:xfrm>
            </p:contentPart>
          </mc:Choice>
          <mc:Fallback>
            <p:pic>
              <p:nvPicPr>
                <p:cNvPr id="493" name="Ink 492">
                  <a:extLst>
                    <a:ext uri="{FF2B5EF4-FFF2-40B4-BE49-F238E27FC236}">
                      <a16:creationId xmlns:a16="http://schemas.microsoft.com/office/drawing/2014/main" id="{51E8C6BF-E2FD-550F-B3C5-907365E5DAF0}"/>
                    </a:ext>
                  </a:extLst>
                </p:cNvPr>
                <p:cNvPicPr/>
                <p:nvPr/>
              </p:nvPicPr>
              <p:blipFill>
                <a:blip r:embed="rId468"/>
                <a:stretch>
                  <a:fillRect/>
                </a:stretch>
              </p:blipFill>
              <p:spPr>
                <a:xfrm>
                  <a:off x="11623395" y="5265037"/>
                  <a:ext cx="150480" cy="34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9">
              <p14:nvContentPartPr>
                <p14:cNvPr id="494" name="Ink 493">
                  <a:extLst>
                    <a:ext uri="{FF2B5EF4-FFF2-40B4-BE49-F238E27FC236}">
                      <a16:creationId xmlns:a16="http://schemas.microsoft.com/office/drawing/2014/main" id="{9B851650-3767-2B47-3DBB-884C3F28CE4C}"/>
                    </a:ext>
                  </a:extLst>
                </p14:cNvPr>
                <p14:cNvContentPartPr/>
                <p14:nvPr/>
              </p14:nvContentPartPr>
              <p14:xfrm>
                <a:off x="11745075" y="5267917"/>
                <a:ext cx="52920" cy="335160"/>
              </p14:xfrm>
            </p:contentPart>
          </mc:Choice>
          <mc:Fallback>
            <p:pic>
              <p:nvPicPr>
                <p:cNvPr id="494" name="Ink 493">
                  <a:extLst>
                    <a:ext uri="{FF2B5EF4-FFF2-40B4-BE49-F238E27FC236}">
                      <a16:creationId xmlns:a16="http://schemas.microsoft.com/office/drawing/2014/main" id="{9B851650-3767-2B47-3DBB-884C3F28CE4C}"/>
                    </a:ext>
                  </a:extLst>
                </p:cNvPr>
                <p:cNvPicPr/>
                <p:nvPr/>
              </p:nvPicPr>
              <p:blipFill>
                <a:blip r:embed="rId470"/>
                <a:stretch>
                  <a:fillRect/>
                </a:stretch>
              </p:blipFill>
              <p:spPr>
                <a:xfrm>
                  <a:off x="11727435" y="5250277"/>
                  <a:ext cx="88560" cy="37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1">
              <p14:nvContentPartPr>
                <p14:cNvPr id="495" name="Ink 494">
                  <a:extLst>
                    <a:ext uri="{FF2B5EF4-FFF2-40B4-BE49-F238E27FC236}">
                      <a16:creationId xmlns:a16="http://schemas.microsoft.com/office/drawing/2014/main" id="{E5E7895A-4FA8-E5AA-425E-1104008F2E25}"/>
                    </a:ext>
                  </a:extLst>
                </p14:cNvPr>
                <p14:cNvContentPartPr/>
                <p14:nvPr/>
              </p14:nvContentPartPr>
              <p14:xfrm>
                <a:off x="11637075" y="5483917"/>
                <a:ext cx="178920" cy="360"/>
              </p14:xfrm>
            </p:contentPart>
          </mc:Choice>
          <mc:Fallback>
            <p:pic>
              <p:nvPicPr>
                <p:cNvPr id="495" name="Ink 494">
                  <a:extLst>
                    <a:ext uri="{FF2B5EF4-FFF2-40B4-BE49-F238E27FC236}">
                      <a16:creationId xmlns:a16="http://schemas.microsoft.com/office/drawing/2014/main" id="{E5E7895A-4FA8-E5AA-425E-1104008F2E25}"/>
                    </a:ext>
                  </a:extLst>
                </p:cNvPr>
                <p:cNvPicPr/>
                <p:nvPr/>
              </p:nvPicPr>
              <p:blipFill>
                <a:blip r:embed="rId472"/>
                <a:stretch>
                  <a:fillRect/>
                </a:stretch>
              </p:blipFill>
              <p:spPr>
                <a:xfrm>
                  <a:off x="11619435" y="5466277"/>
                  <a:ext cx="21456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3">
              <p14:nvContentPartPr>
                <p14:cNvPr id="496" name="Ink 495">
                  <a:extLst>
                    <a:ext uri="{FF2B5EF4-FFF2-40B4-BE49-F238E27FC236}">
                      <a16:creationId xmlns:a16="http://schemas.microsoft.com/office/drawing/2014/main" id="{7821A47B-B416-E6AF-A88D-3CE0A299B600}"/>
                    </a:ext>
                  </a:extLst>
                </p14:cNvPr>
                <p14:cNvContentPartPr/>
                <p14:nvPr/>
              </p14:nvContentPartPr>
              <p14:xfrm>
                <a:off x="11895915" y="5555557"/>
                <a:ext cx="131400" cy="134280"/>
              </p14:xfrm>
            </p:contentPart>
          </mc:Choice>
          <mc:Fallback>
            <p:pic>
              <p:nvPicPr>
                <p:cNvPr id="496" name="Ink 495">
                  <a:extLst>
                    <a:ext uri="{FF2B5EF4-FFF2-40B4-BE49-F238E27FC236}">
                      <a16:creationId xmlns:a16="http://schemas.microsoft.com/office/drawing/2014/main" id="{7821A47B-B416-E6AF-A88D-3CE0A299B600}"/>
                    </a:ext>
                  </a:extLst>
                </p:cNvPr>
                <p:cNvPicPr/>
                <p:nvPr/>
              </p:nvPicPr>
              <p:blipFill>
                <a:blip r:embed="rId474"/>
                <a:stretch>
                  <a:fillRect/>
                </a:stretch>
              </p:blipFill>
              <p:spPr>
                <a:xfrm>
                  <a:off x="11878275" y="5537557"/>
                  <a:ext cx="167040" cy="169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21" name="Group 520">
            <a:extLst>
              <a:ext uri="{FF2B5EF4-FFF2-40B4-BE49-F238E27FC236}">
                <a16:creationId xmlns:a16="http://schemas.microsoft.com/office/drawing/2014/main" id="{54080581-1475-56E8-B9A4-F9A3B65894C4}"/>
              </a:ext>
            </a:extLst>
          </p:cNvPr>
          <p:cNvGrpSpPr/>
          <p:nvPr/>
        </p:nvGrpSpPr>
        <p:grpSpPr>
          <a:xfrm>
            <a:off x="8590755" y="3916837"/>
            <a:ext cx="2939040" cy="722520"/>
            <a:chOff x="8590755" y="3916837"/>
            <a:chExt cx="2939040" cy="722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75">
              <p14:nvContentPartPr>
                <p14:cNvPr id="498" name="Ink 497">
                  <a:extLst>
                    <a:ext uri="{FF2B5EF4-FFF2-40B4-BE49-F238E27FC236}">
                      <a16:creationId xmlns:a16="http://schemas.microsoft.com/office/drawing/2014/main" id="{CC738A16-D769-9DFD-154A-F1C6332F7735}"/>
                    </a:ext>
                  </a:extLst>
                </p14:cNvPr>
                <p14:cNvContentPartPr/>
                <p14:nvPr/>
              </p14:nvContentPartPr>
              <p14:xfrm>
                <a:off x="8590755" y="4086757"/>
                <a:ext cx="184320" cy="412200"/>
              </p14:xfrm>
            </p:contentPart>
          </mc:Choice>
          <mc:Fallback>
            <p:pic>
              <p:nvPicPr>
                <p:cNvPr id="498" name="Ink 497">
                  <a:extLst>
                    <a:ext uri="{FF2B5EF4-FFF2-40B4-BE49-F238E27FC236}">
                      <a16:creationId xmlns:a16="http://schemas.microsoft.com/office/drawing/2014/main" id="{CC738A16-D769-9DFD-154A-F1C6332F7735}"/>
                    </a:ext>
                  </a:extLst>
                </p:cNvPr>
                <p:cNvPicPr/>
                <p:nvPr/>
              </p:nvPicPr>
              <p:blipFill>
                <a:blip r:embed="rId476"/>
                <a:stretch>
                  <a:fillRect/>
                </a:stretch>
              </p:blipFill>
              <p:spPr>
                <a:xfrm>
                  <a:off x="8582115" y="4078117"/>
                  <a:ext cx="201960" cy="42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7">
              <p14:nvContentPartPr>
                <p14:cNvPr id="499" name="Ink 498">
                  <a:extLst>
                    <a:ext uri="{FF2B5EF4-FFF2-40B4-BE49-F238E27FC236}">
                      <a16:creationId xmlns:a16="http://schemas.microsoft.com/office/drawing/2014/main" id="{8A2EEC58-86AB-8553-558B-879F525FB046}"/>
                    </a:ext>
                  </a:extLst>
                </p14:cNvPr>
                <p14:cNvContentPartPr/>
                <p14:nvPr/>
              </p14:nvContentPartPr>
              <p14:xfrm>
                <a:off x="8716755" y="4108357"/>
                <a:ext cx="193680" cy="531000"/>
              </p14:xfrm>
            </p:contentPart>
          </mc:Choice>
          <mc:Fallback>
            <p:pic>
              <p:nvPicPr>
                <p:cNvPr id="499" name="Ink 498">
                  <a:extLst>
                    <a:ext uri="{FF2B5EF4-FFF2-40B4-BE49-F238E27FC236}">
                      <a16:creationId xmlns:a16="http://schemas.microsoft.com/office/drawing/2014/main" id="{8A2EEC58-86AB-8553-558B-879F525FB046}"/>
                    </a:ext>
                  </a:extLst>
                </p:cNvPr>
                <p:cNvPicPr/>
                <p:nvPr/>
              </p:nvPicPr>
              <p:blipFill>
                <a:blip r:embed="rId478"/>
                <a:stretch>
                  <a:fillRect/>
                </a:stretch>
              </p:blipFill>
              <p:spPr>
                <a:xfrm>
                  <a:off x="8708115" y="4099717"/>
                  <a:ext cx="211320" cy="54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9">
              <p14:nvContentPartPr>
                <p14:cNvPr id="500" name="Ink 499">
                  <a:extLst>
                    <a:ext uri="{FF2B5EF4-FFF2-40B4-BE49-F238E27FC236}">
                      <a16:creationId xmlns:a16="http://schemas.microsoft.com/office/drawing/2014/main" id="{18E22FA0-975A-E190-F690-6184B6037996}"/>
                    </a:ext>
                  </a:extLst>
                </p14:cNvPr>
                <p14:cNvContentPartPr/>
                <p14:nvPr/>
              </p14:nvContentPartPr>
              <p14:xfrm>
                <a:off x="8596875" y="4433797"/>
                <a:ext cx="241920" cy="23400"/>
              </p14:xfrm>
            </p:contentPart>
          </mc:Choice>
          <mc:Fallback>
            <p:pic>
              <p:nvPicPr>
                <p:cNvPr id="500" name="Ink 499">
                  <a:extLst>
                    <a:ext uri="{FF2B5EF4-FFF2-40B4-BE49-F238E27FC236}">
                      <a16:creationId xmlns:a16="http://schemas.microsoft.com/office/drawing/2014/main" id="{18E22FA0-975A-E190-F690-6184B6037996}"/>
                    </a:ext>
                  </a:extLst>
                </p:cNvPr>
                <p:cNvPicPr/>
                <p:nvPr/>
              </p:nvPicPr>
              <p:blipFill>
                <a:blip r:embed="rId480"/>
                <a:stretch>
                  <a:fillRect/>
                </a:stretch>
              </p:blipFill>
              <p:spPr>
                <a:xfrm>
                  <a:off x="8587875" y="4425157"/>
                  <a:ext cx="259560" cy="4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1">
              <p14:nvContentPartPr>
                <p14:cNvPr id="501" name="Ink 500">
                  <a:extLst>
                    <a:ext uri="{FF2B5EF4-FFF2-40B4-BE49-F238E27FC236}">
                      <a16:creationId xmlns:a16="http://schemas.microsoft.com/office/drawing/2014/main" id="{59529686-CDA0-9FF6-3936-ADFC9805CB8D}"/>
                    </a:ext>
                  </a:extLst>
                </p14:cNvPr>
                <p14:cNvContentPartPr/>
                <p14:nvPr/>
              </p14:nvContentPartPr>
              <p14:xfrm>
                <a:off x="9001875" y="4426957"/>
                <a:ext cx="82800" cy="186840"/>
              </p14:xfrm>
            </p:contentPart>
          </mc:Choice>
          <mc:Fallback>
            <p:pic>
              <p:nvPicPr>
                <p:cNvPr id="501" name="Ink 500">
                  <a:extLst>
                    <a:ext uri="{FF2B5EF4-FFF2-40B4-BE49-F238E27FC236}">
                      <a16:creationId xmlns:a16="http://schemas.microsoft.com/office/drawing/2014/main" id="{59529686-CDA0-9FF6-3936-ADFC9805CB8D}"/>
                    </a:ext>
                  </a:extLst>
                </p:cNvPr>
                <p:cNvPicPr/>
                <p:nvPr/>
              </p:nvPicPr>
              <p:blipFill>
                <a:blip r:embed="rId482"/>
                <a:stretch>
                  <a:fillRect/>
                </a:stretch>
              </p:blipFill>
              <p:spPr>
                <a:xfrm>
                  <a:off x="8992875" y="4418317"/>
                  <a:ext cx="100440" cy="20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3">
              <p14:nvContentPartPr>
                <p14:cNvPr id="502" name="Ink 501">
                  <a:extLst>
                    <a:ext uri="{FF2B5EF4-FFF2-40B4-BE49-F238E27FC236}">
                      <a16:creationId xmlns:a16="http://schemas.microsoft.com/office/drawing/2014/main" id="{50D6128B-6A1F-D0D7-BDEF-E567286971A7}"/>
                    </a:ext>
                  </a:extLst>
                </p14:cNvPr>
                <p14:cNvContentPartPr/>
                <p14:nvPr/>
              </p14:nvContentPartPr>
              <p14:xfrm>
                <a:off x="9136875" y="4125997"/>
                <a:ext cx="186480" cy="310680"/>
              </p14:xfrm>
            </p:contentPart>
          </mc:Choice>
          <mc:Fallback>
            <p:pic>
              <p:nvPicPr>
                <p:cNvPr id="502" name="Ink 501">
                  <a:extLst>
                    <a:ext uri="{FF2B5EF4-FFF2-40B4-BE49-F238E27FC236}">
                      <a16:creationId xmlns:a16="http://schemas.microsoft.com/office/drawing/2014/main" id="{50D6128B-6A1F-D0D7-BDEF-E567286971A7}"/>
                    </a:ext>
                  </a:extLst>
                </p:cNvPr>
                <p:cNvPicPr/>
                <p:nvPr/>
              </p:nvPicPr>
              <p:blipFill>
                <a:blip r:embed="rId484"/>
                <a:stretch>
                  <a:fillRect/>
                </a:stretch>
              </p:blipFill>
              <p:spPr>
                <a:xfrm>
                  <a:off x="9127875" y="4117357"/>
                  <a:ext cx="204120" cy="32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5">
              <p14:nvContentPartPr>
                <p14:cNvPr id="503" name="Ink 502">
                  <a:extLst>
                    <a:ext uri="{FF2B5EF4-FFF2-40B4-BE49-F238E27FC236}">
                      <a16:creationId xmlns:a16="http://schemas.microsoft.com/office/drawing/2014/main" id="{3FD7BB34-451E-B2D6-3142-4A59F133EC4D}"/>
                    </a:ext>
                  </a:extLst>
                </p14:cNvPr>
                <p14:cNvContentPartPr/>
                <p14:nvPr/>
              </p14:nvContentPartPr>
              <p14:xfrm>
                <a:off x="9379875" y="4210957"/>
                <a:ext cx="108360" cy="326160"/>
              </p14:xfrm>
            </p:contentPart>
          </mc:Choice>
          <mc:Fallback>
            <p:pic>
              <p:nvPicPr>
                <p:cNvPr id="503" name="Ink 502">
                  <a:extLst>
                    <a:ext uri="{FF2B5EF4-FFF2-40B4-BE49-F238E27FC236}">
                      <a16:creationId xmlns:a16="http://schemas.microsoft.com/office/drawing/2014/main" id="{3FD7BB34-451E-B2D6-3142-4A59F133EC4D}"/>
                    </a:ext>
                  </a:extLst>
                </p:cNvPr>
                <p:cNvPicPr/>
                <p:nvPr/>
              </p:nvPicPr>
              <p:blipFill>
                <a:blip r:embed="rId486"/>
                <a:stretch>
                  <a:fillRect/>
                </a:stretch>
              </p:blipFill>
              <p:spPr>
                <a:xfrm>
                  <a:off x="9370875" y="4202317"/>
                  <a:ext cx="126000" cy="34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7">
              <p14:nvContentPartPr>
                <p14:cNvPr id="504" name="Ink 503">
                  <a:extLst>
                    <a:ext uri="{FF2B5EF4-FFF2-40B4-BE49-F238E27FC236}">
                      <a16:creationId xmlns:a16="http://schemas.microsoft.com/office/drawing/2014/main" id="{698A417E-9617-4685-8056-2FA3B8F5D721}"/>
                    </a:ext>
                  </a:extLst>
                </p14:cNvPr>
                <p14:cNvContentPartPr/>
                <p14:nvPr/>
              </p14:nvContentPartPr>
              <p14:xfrm>
                <a:off x="9466635" y="4209877"/>
                <a:ext cx="73440" cy="313200"/>
              </p14:xfrm>
            </p:contentPart>
          </mc:Choice>
          <mc:Fallback>
            <p:pic>
              <p:nvPicPr>
                <p:cNvPr id="504" name="Ink 503">
                  <a:extLst>
                    <a:ext uri="{FF2B5EF4-FFF2-40B4-BE49-F238E27FC236}">
                      <a16:creationId xmlns:a16="http://schemas.microsoft.com/office/drawing/2014/main" id="{698A417E-9617-4685-8056-2FA3B8F5D721}"/>
                    </a:ext>
                  </a:extLst>
                </p:cNvPr>
                <p:cNvPicPr/>
                <p:nvPr/>
              </p:nvPicPr>
              <p:blipFill>
                <a:blip r:embed="rId488"/>
                <a:stretch>
                  <a:fillRect/>
                </a:stretch>
              </p:blipFill>
              <p:spPr>
                <a:xfrm>
                  <a:off x="9457995" y="4200877"/>
                  <a:ext cx="91080" cy="33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9">
              <p14:nvContentPartPr>
                <p14:cNvPr id="505" name="Ink 504">
                  <a:extLst>
                    <a:ext uri="{FF2B5EF4-FFF2-40B4-BE49-F238E27FC236}">
                      <a16:creationId xmlns:a16="http://schemas.microsoft.com/office/drawing/2014/main" id="{0D579AAA-CA1B-E46B-6E31-6C228CD80135}"/>
                    </a:ext>
                  </a:extLst>
                </p14:cNvPr>
                <p14:cNvContentPartPr/>
                <p14:nvPr/>
              </p14:nvContentPartPr>
              <p14:xfrm>
                <a:off x="9399315" y="4361077"/>
                <a:ext cx="329040" cy="147600"/>
              </p14:xfrm>
            </p:contentPart>
          </mc:Choice>
          <mc:Fallback>
            <p:pic>
              <p:nvPicPr>
                <p:cNvPr id="505" name="Ink 504">
                  <a:extLst>
                    <a:ext uri="{FF2B5EF4-FFF2-40B4-BE49-F238E27FC236}">
                      <a16:creationId xmlns:a16="http://schemas.microsoft.com/office/drawing/2014/main" id="{0D579AAA-CA1B-E46B-6E31-6C228CD80135}"/>
                    </a:ext>
                  </a:extLst>
                </p:cNvPr>
                <p:cNvPicPr/>
                <p:nvPr/>
              </p:nvPicPr>
              <p:blipFill>
                <a:blip r:embed="rId490"/>
                <a:stretch>
                  <a:fillRect/>
                </a:stretch>
              </p:blipFill>
              <p:spPr>
                <a:xfrm>
                  <a:off x="9390315" y="4352077"/>
                  <a:ext cx="346680" cy="16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1">
              <p14:nvContentPartPr>
                <p14:cNvPr id="506" name="Ink 505">
                  <a:extLst>
                    <a:ext uri="{FF2B5EF4-FFF2-40B4-BE49-F238E27FC236}">
                      <a16:creationId xmlns:a16="http://schemas.microsoft.com/office/drawing/2014/main" id="{9A91E4AB-AE7C-C760-FBA7-F4F5F6781D98}"/>
                    </a:ext>
                  </a:extLst>
                </p14:cNvPr>
                <p14:cNvContentPartPr/>
                <p14:nvPr/>
              </p14:nvContentPartPr>
              <p14:xfrm>
                <a:off x="8700195" y="3962557"/>
                <a:ext cx="926280" cy="57240"/>
              </p14:xfrm>
            </p:contentPart>
          </mc:Choice>
          <mc:Fallback>
            <p:pic>
              <p:nvPicPr>
                <p:cNvPr id="506" name="Ink 505">
                  <a:extLst>
                    <a:ext uri="{FF2B5EF4-FFF2-40B4-BE49-F238E27FC236}">
                      <a16:creationId xmlns:a16="http://schemas.microsoft.com/office/drawing/2014/main" id="{9A91E4AB-AE7C-C760-FBA7-F4F5F6781D98}"/>
                    </a:ext>
                  </a:extLst>
                </p:cNvPr>
                <p:cNvPicPr/>
                <p:nvPr/>
              </p:nvPicPr>
              <p:blipFill>
                <a:blip r:embed="rId492"/>
                <a:stretch>
                  <a:fillRect/>
                </a:stretch>
              </p:blipFill>
              <p:spPr>
                <a:xfrm>
                  <a:off x="8691555" y="3953557"/>
                  <a:ext cx="943920" cy="7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3">
              <p14:nvContentPartPr>
                <p14:cNvPr id="507" name="Ink 506">
                  <a:extLst>
                    <a:ext uri="{FF2B5EF4-FFF2-40B4-BE49-F238E27FC236}">
                      <a16:creationId xmlns:a16="http://schemas.microsoft.com/office/drawing/2014/main" id="{1EF3F612-60AF-D1F7-CFB0-8816E40B490E}"/>
                    </a:ext>
                  </a:extLst>
                </p14:cNvPr>
                <p14:cNvContentPartPr/>
                <p14:nvPr/>
              </p14:nvContentPartPr>
              <p14:xfrm>
                <a:off x="9883875" y="4397437"/>
                <a:ext cx="127800" cy="16560"/>
              </p14:xfrm>
            </p:contentPart>
          </mc:Choice>
          <mc:Fallback>
            <p:pic>
              <p:nvPicPr>
                <p:cNvPr id="507" name="Ink 506">
                  <a:extLst>
                    <a:ext uri="{FF2B5EF4-FFF2-40B4-BE49-F238E27FC236}">
                      <a16:creationId xmlns:a16="http://schemas.microsoft.com/office/drawing/2014/main" id="{1EF3F612-60AF-D1F7-CFB0-8816E40B490E}"/>
                    </a:ext>
                  </a:extLst>
                </p:cNvPr>
                <p:cNvPicPr/>
                <p:nvPr/>
              </p:nvPicPr>
              <p:blipFill>
                <a:blip r:embed="rId494"/>
                <a:stretch>
                  <a:fillRect/>
                </a:stretch>
              </p:blipFill>
              <p:spPr>
                <a:xfrm>
                  <a:off x="9874875" y="4388437"/>
                  <a:ext cx="145440" cy="3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5">
              <p14:nvContentPartPr>
                <p14:cNvPr id="508" name="Ink 507">
                  <a:extLst>
                    <a:ext uri="{FF2B5EF4-FFF2-40B4-BE49-F238E27FC236}">
                      <a16:creationId xmlns:a16="http://schemas.microsoft.com/office/drawing/2014/main" id="{3BA4B975-8EA5-8FE6-E082-F76E975D2DBC}"/>
                    </a:ext>
                  </a:extLst>
                </p14:cNvPr>
                <p14:cNvContentPartPr/>
                <p14:nvPr/>
              </p14:nvContentPartPr>
              <p14:xfrm>
                <a:off x="9873435" y="4294837"/>
                <a:ext cx="153360" cy="19080"/>
              </p14:xfrm>
            </p:contentPart>
          </mc:Choice>
          <mc:Fallback>
            <p:pic>
              <p:nvPicPr>
                <p:cNvPr id="508" name="Ink 507">
                  <a:extLst>
                    <a:ext uri="{FF2B5EF4-FFF2-40B4-BE49-F238E27FC236}">
                      <a16:creationId xmlns:a16="http://schemas.microsoft.com/office/drawing/2014/main" id="{3BA4B975-8EA5-8FE6-E082-F76E975D2DBC}"/>
                    </a:ext>
                  </a:extLst>
                </p:cNvPr>
                <p:cNvPicPr/>
                <p:nvPr/>
              </p:nvPicPr>
              <p:blipFill>
                <a:blip r:embed="rId496"/>
                <a:stretch>
                  <a:fillRect/>
                </a:stretch>
              </p:blipFill>
              <p:spPr>
                <a:xfrm>
                  <a:off x="9864435" y="4285837"/>
                  <a:ext cx="171000" cy="3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7">
              <p14:nvContentPartPr>
                <p14:cNvPr id="509" name="Ink 508">
                  <a:extLst>
                    <a:ext uri="{FF2B5EF4-FFF2-40B4-BE49-F238E27FC236}">
                      <a16:creationId xmlns:a16="http://schemas.microsoft.com/office/drawing/2014/main" id="{3BB1864C-E50A-0124-AD4A-075B91D95404}"/>
                    </a:ext>
                  </a:extLst>
                </p14:cNvPr>
                <p14:cNvContentPartPr/>
                <p14:nvPr/>
              </p14:nvContentPartPr>
              <p14:xfrm>
                <a:off x="10180515" y="4070557"/>
                <a:ext cx="186120" cy="342000"/>
              </p14:xfrm>
            </p:contentPart>
          </mc:Choice>
          <mc:Fallback>
            <p:pic>
              <p:nvPicPr>
                <p:cNvPr id="509" name="Ink 508">
                  <a:extLst>
                    <a:ext uri="{FF2B5EF4-FFF2-40B4-BE49-F238E27FC236}">
                      <a16:creationId xmlns:a16="http://schemas.microsoft.com/office/drawing/2014/main" id="{3BB1864C-E50A-0124-AD4A-075B91D95404}"/>
                    </a:ext>
                  </a:extLst>
                </p:cNvPr>
                <p:cNvPicPr/>
                <p:nvPr/>
              </p:nvPicPr>
              <p:blipFill>
                <a:blip r:embed="rId498"/>
                <a:stretch>
                  <a:fillRect/>
                </a:stretch>
              </p:blipFill>
              <p:spPr>
                <a:xfrm>
                  <a:off x="10171515" y="4061917"/>
                  <a:ext cx="203760" cy="35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9">
              <p14:nvContentPartPr>
                <p14:cNvPr id="510" name="Ink 509">
                  <a:extLst>
                    <a:ext uri="{FF2B5EF4-FFF2-40B4-BE49-F238E27FC236}">
                      <a16:creationId xmlns:a16="http://schemas.microsoft.com/office/drawing/2014/main" id="{1A055817-B7E6-78AB-3198-A33A5586B810}"/>
                    </a:ext>
                  </a:extLst>
                </p14:cNvPr>
                <p14:cNvContentPartPr/>
                <p14:nvPr/>
              </p14:nvContentPartPr>
              <p14:xfrm>
                <a:off x="10323435" y="4092877"/>
                <a:ext cx="120240" cy="373680"/>
              </p14:xfrm>
            </p:contentPart>
          </mc:Choice>
          <mc:Fallback>
            <p:pic>
              <p:nvPicPr>
                <p:cNvPr id="510" name="Ink 509">
                  <a:extLst>
                    <a:ext uri="{FF2B5EF4-FFF2-40B4-BE49-F238E27FC236}">
                      <a16:creationId xmlns:a16="http://schemas.microsoft.com/office/drawing/2014/main" id="{1A055817-B7E6-78AB-3198-A33A5586B810}"/>
                    </a:ext>
                  </a:extLst>
                </p:cNvPr>
                <p:cNvPicPr/>
                <p:nvPr/>
              </p:nvPicPr>
              <p:blipFill>
                <a:blip r:embed="rId500"/>
                <a:stretch>
                  <a:fillRect/>
                </a:stretch>
              </p:blipFill>
              <p:spPr>
                <a:xfrm>
                  <a:off x="10314435" y="4083877"/>
                  <a:ext cx="137880" cy="39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1">
              <p14:nvContentPartPr>
                <p14:cNvPr id="511" name="Ink 510">
                  <a:extLst>
                    <a:ext uri="{FF2B5EF4-FFF2-40B4-BE49-F238E27FC236}">
                      <a16:creationId xmlns:a16="http://schemas.microsoft.com/office/drawing/2014/main" id="{BC3D376E-CD30-39F5-73CF-BB267739508F}"/>
                    </a:ext>
                  </a:extLst>
                </p14:cNvPr>
                <p14:cNvContentPartPr/>
                <p14:nvPr/>
              </p14:nvContentPartPr>
              <p14:xfrm>
                <a:off x="10159635" y="4280077"/>
                <a:ext cx="258480" cy="9720"/>
              </p14:xfrm>
            </p:contentPart>
          </mc:Choice>
          <mc:Fallback>
            <p:pic>
              <p:nvPicPr>
                <p:cNvPr id="511" name="Ink 510">
                  <a:extLst>
                    <a:ext uri="{FF2B5EF4-FFF2-40B4-BE49-F238E27FC236}">
                      <a16:creationId xmlns:a16="http://schemas.microsoft.com/office/drawing/2014/main" id="{BC3D376E-CD30-39F5-73CF-BB267739508F}"/>
                    </a:ext>
                  </a:extLst>
                </p:cNvPr>
                <p:cNvPicPr/>
                <p:nvPr/>
              </p:nvPicPr>
              <p:blipFill>
                <a:blip r:embed="rId502"/>
                <a:stretch>
                  <a:fillRect/>
                </a:stretch>
              </p:blipFill>
              <p:spPr>
                <a:xfrm>
                  <a:off x="10150995" y="4271077"/>
                  <a:ext cx="276120" cy="2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3">
              <p14:nvContentPartPr>
                <p14:cNvPr id="512" name="Ink 511">
                  <a:extLst>
                    <a:ext uri="{FF2B5EF4-FFF2-40B4-BE49-F238E27FC236}">
                      <a16:creationId xmlns:a16="http://schemas.microsoft.com/office/drawing/2014/main" id="{ADCB3104-29D9-FAE1-D4C8-5964CC9EEDC2}"/>
                    </a:ext>
                  </a:extLst>
                </p14:cNvPr>
                <p14:cNvContentPartPr/>
                <p14:nvPr/>
              </p14:nvContentPartPr>
              <p14:xfrm>
                <a:off x="10569315" y="4331197"/>
                <a:ext cx="24480" cy="208080"/>
              </p14:xfrm>
            </p:contentPart>
          </mc:Choice>
          <mc:Fallback>
            <p:pic>
              <p:nvPicPr>
                <p:cNvPr id="512" name="Ink 511">
                  <a:extLst>
                    <a:ext uri="{FF2B5EF4-FFF2-40B4-BE49-F238E27FC236}">
                      <a16:creationId xmlns:a16="http://schemas.microsoft.com/office/drawing/2014/main" id="{ADCB3104-29D9-FAE1-D4C8-5964CC9EEDC2}"/>
                    </a:ext>
                  </a:extLst>
                </p:cNvPr>
                <p:cNvPicPr/>
                <p:nvPr/>
              </p:nvPicPr>
              <p:blipFill>
                <a:blip r:embed="rId504"/>
                <a:stretch>
                  <a:fillRect/>
                </a:stretch>
              </p:blipFill>
              <p:spPr>
                <a:xfrm>
                  <a:off x="10560315" y="4322557"/>
                  <a:ext cx="42120" cy="22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5">
              <p14:nvContentPartPr>
                <p14:cNvPr id="513" name="Ink 512">
                  <a:extLst>
                    <a:ext uri="{FF2B5EF4-FFF2-40B4-BE49-F238E27FC236}">
                      <a16:creationId xmlns:a16="http://schemas.microsoft.com/office/drawing/2014/main" id="{9321C5EC-A324-7EC3-CFA4-9C86E4C89A82}"/>
                    </a:ext>
                  </a:extLst>
                </p14:cNvPr>
                <p14:cNvContentPartPr/>
                <p14:nvPr/>
              </p14:nvContentPartPr>
              <p14:xfrm>
                <a:off x="10249635" y="3940957"/>
                <a:ext cx="375480" cy="67680"/>
              </p14:xfrm>
            </p:contentPart>
          </mc:Choice>
          <mc:Fallback>
            <p:pic>
              <p:nvPicPr>
                <p:cNvPr id="513" name="Ink 512">
                  <a:extLst>
                    <a:ext uri="{FF2B5EF4-FFF2-40B4-BE49-F238E27FC236}">
                      <a16:creationId xmlns:a16="http://schemas.microsoft.com/office/drawing/2014/main" id="{9321C5EC-A324-7EC3-CFA4-9C86E4C89A82}"/>
                    </a:ext>
                  </a:extLst>
                </p:cNvPr>
                <p:cNvPicPr/>
                <p:nvPr/>
              </p:nvPicPr>
              <p:blipFill>
                <a:blip r:embed="rId506"/>
                <a:stretch>
                  <a:fillRect/>
                </a:stretch>
              </p:blipFill>
              <p:spPr>
                <a:xfrm>
                  <a:off x="10240995" y="3932317"/>
                  <a:ext cx="393120" cy="8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7">
              <p14:nvContentPartPr>
                <p14:cNvPr id="515" name="Ink 514">
                  <a:extLst>
                    <a:ext uri="{FF2B5EF4-FFF2-40B4-BE49-F238E27FC236}">
                      <a16:creationId xmlns:a16="http://schemas.microsoft.com/office/drawing/2014/main" id="{577456F3-BCC7-0229-E8C6-D004C14B7C8E}"/>
                    </a:ext>
                  </a:extLst>
                </p14:cNvPr>
                <p14:cNvContentPartPr/>
                <p14:nvPr/>
              </p14:nvContentPartPr>
              <p14:xfrm>
                <a:off x="10878195" y="4408237"/>
                <a:ext cx="36360" cy="18000"/>
              </p14:xfrm>
            </p:contentPart>
          </mc:Choice>
          <mc:Fallback>
            <p:pic>
              <p:nvPicPr>
                <p:cNvPr id="515" name="Ink 514">
                  <a:extLst>
                    <a:ext uri="{FF2B5EF4-FFF2-40B4-BE49-F238E27FC236}">
                      <a16:creationId xmlns:a16="http://schemas.microsoft.com/office/drawing/2014/main" id="{577456F3-BCC7-0229-E8C6-D004C14B7C8E}"/>
                    </a:ext>
                  </a:extLst>
                </p:cNvPr>
                <p:cNvPicPr/>
                <p:nvPr/>
              </p:nvPicPr>
              <p:blipFill>
                <a:blip r:embed="rId508"/>
                <a:stretch>
                  <a:fillRect/>
                </a:stretch>
              </p:blipFill>
              <p:spPr>
                <a:xfrm>
                  <a:off x="10869555" y="4399237"/>
                  <a:ext cx="54000" cy="3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9">
              <p14:nvContentPartPr>
                <p14:cNvPr id="516" name="Ink 515">
                  <a:extLst>
                    <a:ext uri="{FF2B5EF4-FFF2-40B4-BE49-F238E27FC236}">
                      <a16:creationId xmlns:a16="http://schemas.microsoft.com/office/drawing/2014/main" id="{F9C3A55C-588B-566D-BC26-616463252543}"/>
                    </a:ext>
                  </a:extLst>
                </p14:cNvPr>
                <p14:cNvContentPartPr/>
                <p14:nvPr/>
              </p14:nvContentPartPr>
              <p14:xfrm>
                <a:off x="11112195" y="4155877"/>
                <a:ext cx="102600" cy="246960"/>
              </p14:xfrm>
            </p:contentPart>
          </mc:Choice>
          <mc:Fallback>
            <p:pic>
              <p:nvPicPr>
                <p:cNvPr id="516" name="Ink 515">
                  <a:extLst>
                    <a:ext uri="{FF2B5EF4-FFF2-40B4-BE49-F238E27FC236}">
                      <a16:creationId xmlns:a16="http://schemas.microsoft.com/office/drawing/2014/main" id="{F9C3A55C-588B-566D-BC26-616463252543}"/>
                    </a:ext>
                  </a:extLst>
                </p:cNvPr>
                <p:cNvPicPr/>
                <p:nvPr/>
              </p:nvPicPr>
              <p:blipFill>
                <a:blip r:embed="rId510"/>
                <a:stretch>
                  <a:fillRect/>
                </a:stretch>
              </p:blipFill>
              <p:spPr>
                <a:xfrm>
                  <a:off x="11103555" y="4147237"/>
                  <a:ext cx="120240" cy="26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1">
              <p14:nvContentPartPr>
                <p14:cNvPr id="517" name="Ink 516">
                  <a:extLst>
                    <a:ext uri="{FF2B5EF4-FFF2-40B4-BE49-F238E27FC236}">
                      <a16:creationId xmlns:a16="http://schemas.microsoft.com/office/drawing/2014/main" id="{BE53FC8A-47B8-35C9-D62B-39495750D91D}"/>
                    </a:ext>
                  </a:extLst>
                </p14:cNvPr>
                <p14:cNvContentPartPr/>
                <p14:nvPr/>
              </p14:nvContentPartPr>
              <p14:xfrm>
                <a:off x="11202195" y="4070557"/>
                <a:ext cx="117360" cy="394560"/>
              </p14:xfrm>
            </p:contentPart>
          </mc:Choice>
          <mc:Fallback>
            <p:pic>
              <p:nvPicPr>
                <p:cNvPr id="517" name="Ink 516">
                  <a:extLst>
                    <a:ext uri="{FF2B5EF4-FFF2-40B4-BE49-F238E27FC236}">
                      <a16:creationId xmlns:a16="http://schemas.microsoft.com/office/drawing/2014/main" id="{BE53FC8A-47B8-35C9-D62B-39495750D91D}"/>
                    </a:ext>
                  </a:extLst>
                </p:cNvPr>
                <p:cNvPicPr/>
                <p:nvPr/>
              </p:nvPicPr>
              <p:blipFill>
                <a:blip r:embed="rId512"/>
                <a:stretch>
                  <a:fillRect/>
                </a:stretch>
              </p:blipFill>
              <p:spPr>
                <a:xfrm>
                  <a:off x="11193555" y="4061917"/>
                  <a:ext cx="135000" cy="41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3">
              <p14:nvContentPartPr>
                <p14:cNvPr id="518" name="Ink 517">
                  <a:extLst>
                    <a:ext uri="{FF2B5EF4-FFF2-40B4-BE49-F238E27FC236}">
                      <a16:creationId xmlns:a16="http://schemas.microsoft.com/office/drawing/2014/main" id="{43C5271B-65FE-2A31-E092-BF2DA45EB910}"/>
                    </a:ext>
                  </a:extLst>
                </p14:cNvPr>
                <p14:cNvContentPartPr/>
                <p14:nvPr/>
              </p14:nvContentPartPr>
              <p14:xfrm>
                <a:off x="11125875" y="4266397"/>
                <a:ext cx="184680" cy="1800"/>
              </p14:xfrm>
            </p:contentPart>
          </mc:Choice>
          <mc:Fallback>
            <p:pic>
              <p:nvPicPr>
                <p:cNvPr id="518" name="Ink 517">
                  <a:extLst>
                    <a:ext uri="{FF2B5EF4-FFF2-40B4-BE49-F238E27FC236}">
                      <a16:creationId xmlns:a16="http://schemas.microsoft.com/office/drawing/2014/main" id="{43C5271B-65FE-2A31-E092-BF2DA45EB910}"/>
                    </a:ext>
                  </a:extLst>
                </p:cNvPr>
                <p:cNvPicPr/>
                <p:nvPr/>
              </p:nvPicPr>
              <p:blipFill>
                <a:blip r:embed="rId514"/>
                <a:stretch>
                  <a:fillRect/>
                </a:stretch>
              </p:blipFill>
              <p:spPr>
                <a:xfrm>
                  <a:off x="11116875" y="4257757"/>
                  <a:ext cx="202320" cy="1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5">
              <p14:nvContentPartPr>
                <p14:cNvPr id="519" name="Ink 518">
                  <a:extLst>
                    <a:ext uri="{FF2B5EF4-FFF2-40B4-BE49-F238E27FC236}">
                      <a16:creationId xmlns:a16="http://schemas.microsoft.com/office/drawing/2014/main" id="{BAF17927-86F8-0520-27A2-055954A6B6DE}"/>
                    </a:ext>
                  </a:extLst>
                </p14:cNvPr>
                <p14:cNvContentPartPr/>
                <p14:nvPr/>
              </p14:nvContentPartPr>
              <p14:xfrm>
                <a:off x="11449875" y="4348837"/>
                <a:ext cx="79920" cy="162000"/>
              </p14:xfrm>
            </p:contentPart>
          </mc:Choice>
          <mc:Fallback>
            <p:pic>
              <p:nvPicPr>
                <p:cNvPr id="519" name="Ink 518">
                  <a:extLst>
                    <a:ext uri="{FF2B5EF4-FFF2-40B4-BE49-F238E27FC236}">
                      <a16:creationId xmlns:a16="http://schemas.microsoft.com/office/drawing/2014/main" id="{BAF17927-86F8-0520-27A2-055954A6B6DE}"/>
                    </a:ext>
                  </a:extLst>
                </p:cNvPr>
                <p:cNvPicPr/>
                <p:nvPr/>
              </p:nvPicPr>
              <p:blipFill>
                <a:blip r:embed="rId516"/>
                <a:stretch>
                  <a:fillRect/>
                </a:stretch>
              </p:blipFill>
              <p:spPr>
                <a:xfrm>
                  <a:off x="11440875" y="4339837"/>
                  <a:ext cx="97560" cy="17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7">
              <p14:nvContentPartPr>
                <p14:cNvPr id="520" name="Ink 519">
                  <a:extLst>
                    <a:ext uri="{FF2B5EF4-FFF2-40B4-BE49-F238E27FC236}">
                      <a16:creationId xmlns:a16="http://schemas.microsoft.com/office/drawing/2014/main" id="{507BDE48-67FD-C815-65DF-F28DD93C0DBB}"/>
                    </a:ext>
                  </a:extLst>
                </p14:cNvPr>
                <p14:cNvContentPartPr/>
                <p14:nvPr/>
              </p14:nvContentPartPr>
              <p14:xfrm>
                <a:off x="11115075" y="3916837"/>
                <a:ext cx="397800" cy="85320"/>
              </p14:xfrm>
            </p:contentPart>
          </mc:Choice>
          <mc:Fallback>
            <p:pic>
              <p:nvPicPr>
                <p:cNvPr id="520" name="Ink 519">
                  <a:extLst>
                    <a:ext uri="{FF2B5EF4-FFF2-40B4-BE49-F238E27FC236}">
                      <a16:creationId xmlns:a16="http://schemas.microsoft.com/office/drawing/2014/main" id="{507BDE48-67FD-C815-65DF-F28DD93C0DBB}"/>
                    </a:ext>
                  </a:extLst>
                </p:cNvPr>
                <p:cNvPicPr/>
                <p:nvPr/>
              </p:nvPicPr>
              <p:blipFill>
                <a:blip r:embed="rId518"/>
                <a:stretch>
                  <a:fillRect/>
                </a:stretch>
              </p:blipFill>
              <p:spPr>
                <a:xfrm>
                  <a:off x="11106435" y="3907837"/>
                  <a:ext cx="415440" cy="10296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1109088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CBB5D861-E256-D579-175A-B6E029798C7C}"/>
                  </a:ext>
                </a:extLst>
              </p14:cNvPr>
              <p14:cNvContentPartPr/>
              <p14:nvPr/>
            </p14:nvContentPartPr>
            <p14:xfrm>
              <a:off x="444060" y="315210"/>
              <a:ext cx="159120" cy="35640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CBB5D861-E256-D579-175A-B6E029798C7C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35060" y="306210"/>
                <a:ext cx="176760" cy="374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3A0D9F18-ABDB-0F9E-F4B0-C0EBFEAFA4F1}"/>
                  </a:ext>
                </a:extLst>
              </p14:cNvPr>
              <p14:cNvContentPartPr/>
              <p14:nvPr/>
            </p14:nvContentPartPr>
            <p14:xfrm>
              <a:off x="572580" y="282810"/>
              <a:ext cx="167400" cy="39852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3A0D9F18-ABDB-0F9E-F4B0-C0EBFEAFA4F1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63580" y="273810"/>
                <a:ext cx="185040" cy="416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EF3E622F-F304-ED84-40E4-9D97386AE997}"/>
                  </a:ext>
                </a:extLst>
              </p14:cNvPr>
              <p14:cNvContentPartPr/>
              <p14:nvPr/>
            </p14:nvContentPartPr>
            <p14:xfrm>
              <a:off x="435420" y="531930"/>
              <a:ext cx="214560" cy="1332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EF3E622F-F304-ED84-40E4-9D97386AE997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426420" y="522930"/>
                <a:ext cx="232200" cy="30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C7638024-ABBB-176B-CAC8-35B0B900A996}"/>
                  </a:ext>
                </a:extLst>
              </p14:cNvPr>
              <p14:cNvContentPartPr/>
              <p14:nvPr/>
            </p14:nvContentPartPr>
            <p14:xfrm>
              <a:off x="790740" y="665850"/>
              <a:ext cx="117360" cy="18720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C7638024-ABBB-176B-CAC8-35B0B900A996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781740" y="657210"/>
                <a:ext cx="135000" cy="204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835E762C-5254-84BA-7CB4-9D7CE59B8AE3}"/>
                  </a:ext>
                </a:extLst>
              </p14:cNvPr>
              <p14:cNvContentPartPr/>
              <p14:nvPr/>
            </p14:nvContentPartPr>
            <p14:xfrm>
              <a:off x="1099260" y="450570"/>
              <a:ext cx="168840" cy="18720"/>
            </p14:xfrm>
          </p:contentPart>
        </mc:Choice>
        <mc:Fallback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835E762C-5254-84BA-7CB4-9D7CE59B8AE3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1090620" y="441570"/>
                <a:ext cx="186480" cy="36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2E054960-2917-F99F-B622-EF74400B4438}"/>
                  </a:ext>
                </a:extLst>
              </p14:cNvPr>
              <p14:cNvContentPartPr/>
              <p14:nvPr/>
            </p14:nvContentPartPr>
            <p14:xfrm>
              <a:off x="1087020" y="585930"/>
              <a:ext cx="209880" cy="23040"/>
            </p14:xfrm>
          </p:contentPart>
        </mc:Choice>
        <mc:Fallback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2E054960-2917-F99F-B622-EF74400B4438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1078380" y="576930"/>
                <a:ext cx="227520" cy="40680"/>
              </a:xfrm>
              <a:prstGeom prst="rect">
                <a:avLst/>
              </a:prstGeom>
            </p:spPr>
          </p:pic>
        </mc:Fallback>
      </mc:AlternateContent>
      <p:grpSp>
        <p:nvGrpSpPr>
          <p:cNvPr id="15" name="Group 14">
            <a:extLst>
              <a:ext uri="{FF2B5EF4-FFF2-40B4-BE49-F238E27FC236}">
                <a16:creationId xmlns:a16="http://schemas.microsoft.com/office/drawing/2014/main" id="{4EDD12E6-01B0-0A5D-B097-EA490D8BD5B4}"/>
              </a:ext>
            </a:extLst>
          </p:cNvPr>
          <p:cNvGrpSpPr/>
          <p:nvPr/>
        </p:nvGrpSpPr>
        <p:grpSpPr>
          <a:xfrm>
            <a:off x="1730897" y="226700"/>
            <a:ext cx="282240" cy="456120"/>
            <a:chOff x="1730897" y="226700"/>
            <a:chExt cx="282240" cy="456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4C7E250F-F98C-89A5-CEEA-D52407CEB561}"/>
                    </a:ext>
                  </a:extLst>
                </p14:cNvPr>
                <p14:cNvContentPartPr/>
                <p14:nvPr/>
              </p14:nvContentPartPr>
              <p14:xfrm>
                <a:off x="1730897" y="337940"/>
                <a:ext cx="123840" cy="31464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4C7E250F-F98C-89A5-CEEA-D52407CEB561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1721897" y="328940"/>
                  <a:ext cx="141480" cy="33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5C62BEBE-5A16-FE6D-47CE-EA530913490A}"/>
                    </a:ext>
                  </a:extLst>
                </p14:cNvPr>
                <p14:cNvContentPartPr/>
                <p14:nvPr/>
              </p14:nvContentPartPr>
              <p14:xfrm>
                <a:off x="1815497" y="316340"/>
                <a:ext cx="173520" cy="36648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5C62BEBE-5A16-FE6D-47CE-EA530913490A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1806497" y="307340"/>
                  <a:ext cx="191160" cy="38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C8ED63A6-9788-0655-0A3A-004BEDEBC439}"/>
                    </a:ext>
                  </a:extLst>
                </p14:cNvPr>
                <p14:cNvContentPartPr/>
                <p14:nvPr/>
              </p14:nvContentPartPr>
              <p14:xfrm>
                <a:off x="1741337" y="556820"/>
                <a:ext cx="204480" cy="288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C8ED63A6-9788-0655-0A3A-004BEDEBC439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1732697" y="547820"/>
                  <a:ext cx="222120" cy="2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36E5810B-5B2F-AA85-3BE2-1E3EBA38E29D}"/>
                    </a:ext>
                  </a:extLst>
                </p14:cNvPr>
                <p14:cNvContentPartPr/>
                <p14:nvPr/>
              </p14:nvContentPartPr>
              <p14:xfrm>
                <a:off x="1769777" y="226700"/>
                <a:ext cx="243360" cy="2088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36E5810B-5B2F-AA85-3BE2-1E3EBA38E29D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1760777" y="218060"/>
                  <a:ext cx="261000" cy="385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2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4BDF210C-D859-D556-269A-D84B85414671}"/>
                  </a:ext>
                </a:extLst>
              </p14:cNvPr>
              <p14:cNvContentPartPr/>
              <p14:nvPr/>
            </p14:nvContentPartPr>
            <p14:xfrm>
              <a:off x="2258657" y="308060"/>
              <a:ext cx="228960" cy="387000"/>
            </p14:xfrm>
          </p:contentPart>
        </mc:Choice>
        <mc:Fallback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4BDF210C-D859-D556-269A-D84B85414671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2249657" y="299420"/>
                <a:ext cx="246600" cy="404640"/>
              </a:xfrm>
              <a:prstGeom prst="rect">
                <a:avLst/>
              </a:prstGeom>
            </p:spPr>
          </p:pic>
        </mc:Fallback>
      </mc:AlternateContent>
      <p:grpSp>
        <p:nvGrpSpPr>
          <p:cNvPr id="32" name="Group 31">
            <a:extLst>
              <a:ext uri="{FF2B5EF4-FFF2-40B4-BE49-F238E27FC236}">
                <a16:creationId xmlns:a16="http://schemas.microsoft.com/office/drawing/2014/main" id="{D53192FE-E9AE-0BF4-93BE-EE942ECFE175}"/>
              </a:ext>
            </a:extLst>
          </p:cNvPr>
          <p:cNvGrpSpPr/>
          <p:nvPr/>
        </p:nvGrpSpPr>
        <p:grpSpPr>
          <a:xfrm>
            <a:off x="515177" y="1305980"/>
            <a:ext cx="470520" cy="687600"/>
            <a:chOff x="515177" y="1305980"/>
            <a:chExt cx="470520" cy="687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D5761103-FD91-3728-87FD-EB8624D121AA}"/>
                    </a:ext>
                  </a:extLst>
                </p14:cNvPr>
                <p14:cNvContentPartPr/>
                <p14:nvPr/>
              </p14:nvContentPartPr>
              <p14:xfrm>
                <a:off x="540017" y="1309580"/>
                <a:ext cx="170640" cy="43776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D5761103-FD91-3728-87FD-EB8624D121AA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531017" y="1300940"/>
                  <a:ext cx="188280" cy="45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F0698EA8-B17A-ADF2-3321-9AA9F8A214D6}"/>
                    </a:ext>
                  </a:extLst>
                </p14:cNvPr>
                <p14:cNvContentPartPr/>
                <p14:nvPr/>
              </p14:nvContentPartPr>
              <p14:xfrm>
                <a:off x="683297" y="1305980"/>
                <a:ext cx="167760" cy="40860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F0698EA8-B17A-ADF2-3321-9AA9F8A214D6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674297" y="1297340"/>
                  <a:ext cx="185400" cy="42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3A51A037-17E0-6617-E436-1713D5DB95F2}"/>
                    </a:ext>
                  </a:extLst>
                </p14:cNvPr>
                <p14:cNvContentPartPr/>
                <p14:nvPr/>
              </p14:nvContentPartPr>
              <p14:xfrm>
                <a:off x="515177" y="1596140"/>
                <a:ext cx="254160" cy="1476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3A51A037-17E0-6617-E436-1713D5DB95F2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506537" y="1587500"/>
                  <a:ext cx="271800" cy="3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40ADEF1E-5B4C-B31F-7B56-3578C00A974C}"/>
                    </a:ext>
                  </a:extLst>
                </p14:cNvPr>
                <p14:cNvContentPartPr/>
                <p14:nvPr/>
              </p14:nvContentPartPr>
              <p14:xfrm>
                <a:off x="931697" y="1697300"/>
                <a:ext cx="54000" cy="29628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40ADEF1E-5B4C-B31F-7B56-3578C00A974C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922697" y="1688300"/>
                  <a:ext cx="71640" cy="313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D8E7160A-82CE-65CB-B9ED-A6278DD86ECB}"/>
              </a:ext>
            </a:extLst>
          </p:cNvPr>
          <p:cNvGrpSpPr/>
          <p:nvPr/>
        </p:nvGrpSpPr>
        <p:grpSpPr>
          <a:xfrm>
            <a:off x="1280897" y="1551500"/>
            <a:ext cx="177480" cy="100800"/>
            <a:chOff x="1280897" y="1551500"/>
            <a:chExt cx="177480" cy="100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D1FCFA75-6DBE-7307-3152-C31E48265A47}"/>
                    </a:ext>
                  </a:extLst>
                </p14:cNvPr>
                <p14:cNvContentPartPr/>
                <p14:nvPr/>
              </p14:nvContentPartPr>
              <p14:xfrm>
                <a:off x="1287737" y="1638620"/>
                <a:ext cx="164160" cy="1368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D1FCFA75-6DBE-7307-3152-C31E48265A47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1278737" y="1629620"/>
                  <a:ext cx="181800" cy="3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76AA5050-2E7A-7D27-A0AA-8D209EC1BBED}"/>
                    </a:ext>
                  </a:extLst>
                </p14:cNvPr>
                <p14:cNvContentPartPr/>
                <p14:nvPr/>
              </p14:nvContentPartPr>
              <p14:xfrm>
                <a:off x="1280897" y="1551500"/>
                <a:ext cx="177480" cy="900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76AA5050-2E7A-7D27-A0AA-8D209EC1BBED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1271897" y="1542500"/>
                  <a:ext cx="195120" cy="26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9AEE9EDE-0807-5038-7D0F-701F12A5F60D}"/>
              </a:ext>
            </a:extLst>
          </p:cNvPr>
          <p:cNvGrpSpPr/>
          <p:nvPr/>
        </p:nvGrpSpPr>
        <p:grpSpPr>
          <a:xfrm>
            <a:off x="2455577" y="1237220"/>
            <a:ext cx="176760" cy="494640"/>
            <a:chOff x="2455577" y="1237220"/>
            <a:chExt cx="176760" cy="494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52F51189-08D6-97EF-1076-7ACE8B9DC3F6}"/>
                    </a:ext>
                  </a:extLst>
                </p14:cNvPr>
                <p14:cNvContentPartPr/>
                <p14:nvPr/>
              </p14:nvContentPartPr>
              <p14:xfrm>
                <a:off x="2455577" y="1312100"/>
                <a:ext cx="176760" cy="41976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52F51189-08D6-97EF-1076-7ACE8B9DC3F6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2446937" y="1303460"/>
                  <a:ext cx="194400" cy="43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CAEA5374-7517-0619-8722-647231192ED0}"/>
                    </a:ext>
                  </a:extLst>
                </p14:cNvPr>
                <p14:cNvContentPartPr/>
                <p14:nvPr/>
              </p14:nvContentPartPr>
              <p14:xfrm>
                <a:off x="2463857" y="1237220"/>
                <a:ext cx="153360" cy="1116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CAEA5374-7517-0619-8722-647231192ED0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2455217" y="1228220"/>
                  <a:ext cx="171000" cy="28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00633D2A-1295-A474-6762-91BE4C31FA3F}"/>
              </a:ext>
            </a:extLst>
          </p:cNvPr>
          <p:cNvGrpSpPr/>
          <p:nvPr/>
        </p:nvGrpSpPr>
        <p:grpSpPr>
          <a:xfrm>
            <a:off x="1820537" y="1274660"/>
            <a:ext cx="360720" cy="418680"/>
            <a:chOff x="1820537" y="1274660"/>
            <a:chExt cx="360720" cy="418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4778B633-6361-B383-8B67-E7BAFA36F23B}"/>
                    </a:ext>
                  </a:extLst>
                </p14:cNvPr>
                <p14:cNvContentPartPr/>
                <p14:nvPr/>
              </p14:nvContentPartPr>
              <p14:xfrm>
                <a:off x="1847897" y="1304540"/>
                <a:ext cx="150840" cy="38196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4778B633-6361-B383-8B67-E7BAFA36F23B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1839257" y="1295540"/>
                  <a:ext cx="168480" cy="39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BC3F7947-87F7-D980-0BC8-B0D78F9A9E85}"/>
                    </a:ext>
                  </a:extLst>
                </p14:cNvPr>
                <p14:cNvContentPartPr/>
                <p14:nvPr/>
              </p14:nvContentPartPr>
              <p14:xfrm>
                <a:off x="2063897" y="1274660"/>
                <a:ext cx="117360" cy="41868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BC3F7947-87F7-D980-0BC8-B0D78F9A9E85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2054897" y="1266020"/>
                  <a:ext cx="135000" cy="43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AD933280-D47F-3748-9D04-178C71D441BA}"/>
                    </a:ext>
                  </a:extLst>
                </p14:cNvPr>
                <p14:cNvContentPartPr/>
                <p14:nvPr/>
              </p14:nvContentPartPr>
              <p14:xfrm>
                <a:off x="1820537" y="1510460"/>
                <a:ext cx="316080" cy="6912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AD933280-D47F-3748-9D04-178C71D441BA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1811897" y="1501460"/>
                  <a:ext cx="333720" cy="8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33797FF8-7F45-A23B-38AA-F729B71EE66D}"/>
                    </a:ext>
                  </a:extLst>
                </p14:cNvPr>
                <p14:cNvContentPartPr/>
                <p14:nvPr/>
              </p14:nvContentPartPr>
              <p14:xfrm>
                <a:off x="1974977" y="1302020"/>
                <a:ext cx="86400" cy="9396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33797FF8-7F45-A23B-38AA-F729B71EE66D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1966337" y="1293020"/>
                  <a:ext cx="104040" cy="111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DEAA2C4F-5F25-EDD9-3744-B66649B75BD8}"/>
              </a:ext>
            </a:extLst>
          </p:cNvPr>
          <p:cNvGrpSpPr/>
          <p:nvPr/>
        </p:nvGrpSpPr>
        <p:grpSpPr>
          <a:xfrm>
            <a:off x="567737" y="2466260"/>
            <a:ext cx="447480" cy="587880"/>
            <a:chOff x="567737" y="2466260"/>
            <a:chExt cx="447480" cy="587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FF43AA50-8363-17CD-3154-519E3C242A1D}"/>
                    </a:ext>
                  </a:extLst>
                </p14:cNvPr>
                <p14:cNvContentPartPr/>
                <p14:nvPr/>
              </p14:nvContentPartPr>
              <p14:xfrm>
                <a:off x="585017" y="2466260"/>
                <a:ext cx="109800" cy="40500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FF43AA50-8363-17CD-3154-519E3C242A1D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576377" y="2457620"/>
                  <a:ext cx="127440" cy="42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25541A3D-8A40-73ED-55FF-A0771938DFB1}"/>
                    </a:ext>
                  </a:extLst>
                </p14:cNvPr>
                <p14:cNvContentPartPr/>
                <p14:nvPr/>
              </p14:nvContentPartPr>
              <p14:xfrm>
                <a:off x="677897" y="2489300"/>
                <a:ext cx="115920" cy="40284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25541A3D-8A40-73ED-55FF-A0771938DFB1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668897" y="2480300"/>
                  <a:ext cx="133560" cy="42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C0AE88F4-7B60-CC94-CDC7-5C1028CB82FC}"/>
                    </a:ext>
                  </a:extLst>
                </p14:cNvPr>
                <p14:cNvContentPartPr/>
                <p14:nvPr/>
              </p14:nvContentPartPr>
              <p14:xfrm>
                <a:off x="567737" y="2710340"/>
                <a:ext cx="182880" cy="3780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C0AE88F4-7B60-CC94-CDC7-5C1028CB82FC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558737" y="2701700"/>
                  <a:ext cx="200520" cy="5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8A6E8DFE-5E24-36B8-3D08-D5AB02B310AD}"/>
                    </a:ext>
                  </a:extLst>
                </p14:cNvPr>
                <p14:cNvContentPartPr/>
                <p14:nvPr/>
              </p14:nvContentPartPr>
              <p14:xfrm>
                <a:off x="833417" y="2834900"/>
                <a:ext cx="181800" cy="21924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8A6E8DFE-5E24-36B8-3D08-D5AB02B310AD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824777" y="2826260"/>
                  <a:ext cx="199440" cy="236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D1284B4C-9C8F-18B8-EAEC-02BBFC148175}"/>
              </a:ext>
            </a:extLst>
          </p:cNvPr>
          <p:cNvGrpSpPr/>
          <p:nvPr/>
        </p:nvGrpSpPr>
        <p:grpSpPr>
          <a:xfrm>
            <a:off x="1297097" y="2681540"/>
            <a:ext cx="164160" cy="100800"/>
            <a:chOff x="1297097" y="2681540"/>
            <a:chExt cx="164160" cy="100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ADDA446E-BF31-F627-0084-362B9C7C9F1E}"/>
                    </a:ext>
                  </a:extLst>
                </p14:cNvPr>
                <p14:cNvContentPartPr/>
                <p14:nvPr/>
              </p14:nvContentPartPr>
              <p14:xfrm>
                <a:off x="1297097" y="2769740"/>
                <a:ext cx="141480" cy="1260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ADDA446E-BF31-F627-0084-362B9C7C9F1E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1288097" y="2761100"/>
                  <a:ext cx="159120" cy="3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9BDA933B-EB8E-55F9-8C9D-DE6E8456D2E3}"/>
                    </a:ext>
                  </a:extLst>
                </p14:cNvPr>
                <p14:cNvContentPartPr/>
                <p14:nvPr/>
              </p14:nvContentPartPr>
              <p14:xfrm>
                <a:off x="1346777" y="2681540"/>
                <a:ext cx="114480" cy="396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9BDA933B-EB8E-55F9-8C9D-DE6E8456D2E3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1337777" y="2672540"/>
                  <a:ext cx="132120" cy="21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2504307E-2492-68B7-4297-4387EB452B87}"/>
              </a:ext>
            </a:extLst>
          </p:cNvPr>
          <p:cNvGrpSpPr/>
          <p:nvPr/>
        </p:nvGrpSpPr>
        <p:grpSpPr>
          <a:xfrm>
            <a:off x="1855457" y="2277980"/>
            <a:ext cx="1009800" cy="559440"/>
            <a:chOff x="1855457" y="2277980"/>
            <a:chExt cx="1009800" cy="559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EC95CF6A-155C-7861-4478-F634B123B804}"/>
                    </a:ext>
                  </a:extLst>
                </p14:cNvPr>
                <p14:cNvContentPartPr/>
                <p14:nvPr/>
              </p14:nvContentPartPr>
              <p14:xfrm>
                <a:off x="1855457" y="2477780"/>
                <a:ext cx="93240" cy="34956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EC95CF6A-155C-7861-4478-F634B123B804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1846817" y="2469140"/>
                  <a:ext cx="110880" cy="36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1A3C6862-5A51-9500-92CA-4F3556583ED6}"/>
                    </a:ext>
                  </a:extLst>
                </p14:cNvPr>
                <p14:cNvContentPartPr/>
                <p14:nvPr/>
              </p14:nvContentPartPr>
              <p14:xfrm>
                <a:off x="1941497" y="2419100"/>
                <a:ext cx="154800" cy="39672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1A3C6862-5A51-9500-92CA-4F3556583ED6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1932857" y="2410460"/>
                  <a:ext cx="172440" cy="41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31241F97-7FF5-31B9-58E1-69C12C749821}"/>
                    </a:ext>
                  </a:extLst>
                </p14:cNvPr>
                <p14:cNvContentPartPr/>
                <p14:nvPr/>
              </p14:nvContentPartPr>
              <p14:xfrm>
                <a:off x="1862297" y="2621060"/>
                <a:ext cx="184320" cy="8136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31241F97-7FF5-31B9-58E1-69C12C749821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1853657" y="2612420"/>
                  <a:ext cx="201960" cy="9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9531CCA9-0D29-BEDF-3B1B-345EB9FCF5A0}"/>
                    </a:ext>
                  </a:extLst>
                </p14:cNvPr>
                <p14:cNvContentPartPr/>
                <p14:nvPr/>
              </p14:nvContentPartPr>
              <p14:xfrm>
                <a:off x="2270537" y="2634380"/>
                <a:ext cx="218160" cy="1116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9531CCA9-0D29-BEDF-3B1B-345EB9FCF5A0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2261537" y="2625380"/>
                  <a:ext cx="235800" cy="2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29B5B1C8-5B3A-09A3-3B6D-0DB0A888B83A}"/>
                    </a:ext>
                  </a:extLst>
                </p14:cNvPr>
                <p14:cNvContentPartPr/>
                <p14:nvPr/>
              </p14:nvContentPartPr>
              <p14:xfrm>
                <a:off x="2360537" y="2529620"/>
                <a:ext cx="23400" cy="22428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29B5B1C8-5B3A-09A3-3B6D-0DB0A888B83A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2351537" y="2520620"/>
                  <a:ext cx="41040" cy="24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996DE743-D520-E449-7513-AF9954775654}"/>
                    </a:ext>
                  </a:extLst>
                </p14:cNvPr>
                <p14:cNvContentPartPr/>
                <p14:nvPr/>
              </p14:nvContentPartPr>
              <p14:xfrm>
                <a:off x="2253977" y="2439260"/>
                <a:ext cx="287640" cy="39816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996DE743-D520-E449-7513-AF9954775654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2245337" y="2430260"/>
                  <a:ext cx="305280" cy="41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27FEFDA6-CF74-733B-B530-BA41AD00AB7B}"/>
                    </a:ext>
                  </a:extLst>
                </p14:cNvPr>
                <p14:cNvContentPartPr/>
                <p14:nvPr/>
              </p14:nvContentPartPr>
              <p14:xfrm>
                <a:off x="2681657" y="2390300"/>
                <a:ext cx="183600" cy="40284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27FEFDA6-CF74-733B-B530-BA41AD00AB7B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2672657" y="2381300"/>
                  <a:ext cx="201240" cy="42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F6AA21D7-5B0E-66CF-D740-95D6F9EE3D22}"/>
                    </a:ext>
                  </a:extLst>
                </p14:cNvPr>
                <p14:cNvContentPartPr/>
                <p14:nvPr/>
              </p14:nvContentPartPr>
              <p14:xfrm>
                <a:off x="1942937" y="2277980"/>
                <a:ext cx="849600" cy="2232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F6AA21D7-5B0E-66CF-D740-95D6F9EE3D22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1933937" y="2268980"/>
                  <a:ext cx="867240" cy="39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9" name="Group 58">
            <a:extLst>
              <a:ext uri="{FF2B5EF4-FFF2-40B4-BE49-F238E27FC236}">
                <a16:creationId xmlns:a16="http://schemas.microsoft.com/office/drawing/2014/main" id="{82018624-7499-2F94-11F3-9A83CFAB15EF}"/>
              </a:ext>
            </a:extLst>
          </p:cNvPr>
          <p:cNvGrpSpPr/>
          <p:nvPr/>
        </p:nvGrpSpPr>
        <p:grpSpPr>
          <a:xfrm>
            <a:off x="1247417" y="3550580"/>
            <a:ext cx="220320" cy="127080"/>
            <a:chOff x="1247417" y="3550580"/>
            <a:chExt cx="220320" cy="127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ED6E9C67-D302-46BC-C0B1-E9E1F612A1F9}"/>
                    </a:ext>
                  </a:extLst>
                </p14:cNvPr>
                <p14:cNvContentPartPr/>
                <p14:nvPr/>
              </p14:nvContentPartPr>
              <p14:xfrm>
                <a:off x="1303937" y="3670100"/>
                <a:ext cx="163800" cy="756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ED6E9C67-D302-46BC-C0B1-E9E1F612A1F9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1295297" y="3661460"/>
                  <a:ext cx="181440" cy="2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5B8DDAA9-5547-F235-BD6B-58F727E546DE}"/>
                    </a:ext>
                  </a:extLst>
                </p14:cNvPr>
                <p14:cNvContentPartPr/>
                <p14:nvPr/>
              </p14:nvContentPartPr>
              <p14:xfrm>
                <a:off x="1247417" y="3550580"/>
                <a:ext cx="205920" cy="3060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5B8DDAA9-5547-F235-BD6B-58F727E546DE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1238417" y="3541580"/>
                  <a:ext cx="223560" cy="482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80">
            <p14:nvContentPartPr>
              <p14:cNvPr id="68" name="Ink 67">
                <a:extLst>
                  <a:ext uri="{FF2B5EF4-FFF2-40B4-BE49-F238E27FC236}">
                    <a16:creationId xmlns:a16="http://schemas.microsoft.com/office/drawing/2014/main" id="{E245BEED-4975-7F6E-7D5E-3A460BB06E78}"/>
                  </a:ext>
                </a:extLst>
              </p14:cNvPr>
              <p14:cNvContentPartPr/>
              <p14:nvPr/>
            </p14:nvContentPartPr>
            <p14:xfrm>
              <a:off x="1960217" y="3207860"/>
              <a:ext cx="1445040" cy="54000"/>
            </p14:xfrm>
          </p:contentPart>
        </mc:Choice>
        <mc:Fallback>
          <p:pic>
            <p:nvPicPr>
              <p:cNvPr id="68" name="Ink 67">
                <a:extLst>
                  <a:ext uri="{FF2B5EF4-FFF2-40B4-BE49-F238E27FC236}">
                    <a16:creationId xmlns:a16="http://schemas.microsoft.com/office/drawing/2014/main" id="{E245BEED-4975-7F6E-7D5E-3A460BB06E78}"/>
                  </a:ext>
                </a:extLst>
              </p:cNvPr>
              <p:cNvPicPr/>
              <p:nvPr/>
            </p:nvPicPr>
            <p:blipFill>
              <a:blip r:embed="rId81"/>
              <a:stretch>
                <a:fillRect/>
              </a:stretch>
            </p:blipFill>
            <p:spPr>
              <a:xfrm>
                <a:off x="1951577" y="3199220"/>
                <a:ext cx="1462680" cy="71640"/>
              </a:xfrm>
              <a:prstGeom prst="rect">
                <a:avLst/>
              </a:prstGeom>
            </p:spPr>
          </p:pic>
        </mc:Fallback>
      </mc:AlternateContent>
      <p:grpSp>
        <p:nvGrpSpPr>
          <p:cNvPr id="81" name="Group 80">
            <a:extLst>
              <a:ext uri="{FF2B5EF4-FFF2-40B4-BE49-F238E27FC236}">
                <a16:creationId xmlns:a16="http://schemas.microsoft.com/office/drawing/2014/main" id="{9EAE3541-A0A9-581D-973C-FA6821BFDDF7}"/>
              </a:ext>
            </a:extLst>
          </p:cNvPr>
          <p:cNvGrpSpPr/>
          <p:nvPr/>
        </p:nvGrpSpPr>
        <p:grpSpPr>
          <a:xfrm>
            <a:off x="3400217" y="2520620"/>
            <a:ext cx="563040" cy="232560"/>
            <a:chOff x="3400217" y="2520620"/>
            <a:chExt cx="563040" cy="232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4F3DDE6C-7733-41F3-1787-008C78CA2E6F}"/>
                    </a:ext>
                  </a:extLst>
                </p14:cNvPr>
                <p14:cNvContentPartPr/>
                <p14:nvPr/>
              </p14:nvContentPartPr>
              <p14:xfrm>
                <a:off x="3400217" y="2574980"/>
                <a:ext cx="518760" cy="71640"/>
              </p14:xfrm>
            </p:contentPart>
          </mc:Choice>
          <mc:Fallback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4F3DDE6C-7733-41F3-1787-008C78CA2E6F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3391217" y="2566340"/>
                  <a:ext cx="536400" cy="8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0B66466D-5F13-3230-4DCC-1A67D42732E0}"/>
                    </a:ext>
                  </a:extLst>
                </p14:cNvPr>
                <p14:cNvContentPartPr/>
                <p14:nvPr/>
              </p14:nvContentPartPr>
              <p14:xfrm>
                <a:off x="3781457" y="2520620"/>
                <a:ext cx="181800" cy="232560"/>
              </p14:xfrm>
            </p:contentPart>
          </mc:Choice>
          <mc:Fallback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0B66466D-5F13-3230-4DCC-1A67D42732E0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3772457" y="2511980"/>
                  <a:ext cx="199440" cy="250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0" name="Group 79">
            <a:extLst>
              <a:ext uri="{FF2B5EF4-FFF2-40B4-BE49-F238E27FC236}">
                <a16:creationId xmlns:a16="http://schemas.microsoft.com/office/drawing/2014/main" id="{2FB57F6D-E666-96C7-17EE-445355DE2491}"/>
              </a:ext>
            </a:extLst>
          </p:cNvPr>
          <p:cNvGrpSpPr/>
          <p:nvPr/>
        </p:nvGrpSpPr>
        <p:grpSpPr>
          <a:xfrm>
            <a:off x="4222097" y="2397500"/>
            <a:ext cx="1399680" cy="364680"/>
            <a:chOff x="4222097" y="2397500"/>
            <a:chExt cx="1399680" cy="364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56C55FCD-188E-CDED-FB97-844C1D3D02BD}"/>
                    </a:ext>
                  </a:extLst>
                </p14:cNvPr>
                <p14:cNvContentPartPr/>
                <p14:nvPr/>
              </p14:nvContentPartPr>
              <p14:xfrm>
                <a:off x="4222097" y="2427740"/>
                <a:ext cx="141480" cy="313560"/>
              </p14:xfrm>
            </p:contentPart>
          </mc:Choice>
          <mc:Fallback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56C55FCD-188E-CDED-FB97-844C1D3D02BD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4213097" y="2418740"/>
                  <a:ext cx="159120" cy="33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96F0B873-76DE-F414-DEFD-8C5F1E8B5454}"/>
                    </a:ext>
                  </a:extLst>
                </p14:cNvPr>
                <p14:cNvContentPartPr/>
                <p14:nvPr/>
              </p14:nvContentPartPr>
              <p14:xfrm>
                <a:off x="4344137" y="2434940"/>
                <a:ext cx="154440" cy="327240"/>
              </p14:xfrm>
            </p:contentPart>
          </mc:Choice>
          <mc:Fallback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96F0B873-76DE-F414-DEFD-8C5F1E8B5454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4335497" y="2426300"/>
                  <a:ext cx="172080" cy="34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16EBBD36-695D-2570-1626-AA76CEFA92F7}"/>
                    </a:ext>
                  </a:extLst>
                </p14:cNvPr>
                <p14:cNvContentPartPr/>
                <p14:nvPr/>
              </p14:nvContentPartPr>
              <p14:xfrm>
                <a:off x="4259537" y="2606660"/>
                <a:ext cx="252720" cy="57240"/>
              </p14:xfrm>
            </p:contentPart>
          </mc:Choice>
          <mc:Fallback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16EBBD36-695D-2570-1626-AA76CEFA92F7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4250897" y="2597660"/>
                  <a:ext cx="270360" cy="7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A69AA6FD-4A49-589C-894D-1AE46E360E84}"/>
                    </a:ext>
                  </a:extLst>
                </p14:cNvPr>
                <p14:cNvContentPartPr/>
                <p14:nvPr/>
              </p14:nvContentPartPr>
              <p14:xfrm>
                <a:off x="4678577" y="2546180"/>
                <a:ext cx="160200" cy="7560"/>
              </p14:xfrm>
            </p:contentPart>
          </mc:Choice>
          <mc:Fallback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A69AA6FD-4A49-589C-894D-1AE46E360E84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4669577" y="2537180"/>
                  <a:ext cx="177840" cy="2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55C811EC-7A86-5DEC-7C10-23C577E05BFE}"/>
                    </a:ext>
                  </a:extLst>
                </p14:cNvPr>
                <p14:cNvContentPartPr/>
                <p14:nvPr/>
              </p14:nvContentPartPr>
              <p14:xfrm>
                <a:off x="4752377" y="2477420"/>
                <a:ext cx="360" cy="234000"/>
              </p14:xfrm>
            </p:contentPart>
          </mc:Choice>
          <mc:Fallback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55C811EC-7A86-5DEC-7C10-23C577E05BFE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4743737" y="2468420"/>
                  <a:ext cx="18000" cy="25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F07CB349-EE92-291D-53E4-E3164BC90E20}"/>
                    </a:ext>
                  </a:extLst>
                </p14:cNvPr>
                <p14:cNvContentPartPr/>
                <p14:nvPr/>
              </p14:nvContentPartPr>
              <p14:xfrm>
                <a:off x="4633217" y="2412620"/>
                <a:ext cx="291240" cy="342360"/>
              </p14:xfrm>
            </p:contentPart>
          </mc:Choice>
          <mc:Fallback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F07CB349-EE92-291D-53E4-E3164BC90E20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4624577" y="2403980"/>
                  <a:ext cx="308880" cy="36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B5B27992-BC26-9831-EB0C-CE961E850BE9}"/>
                    </a:ext>
                  </a:extLst>
                </p14:cNvPr>
                <p14:cNvContentPartPr/>
                <p14:nvPr/>
              </p14:nvContentPartPr>
              <p14:xfrm>
                <a:off x="5059817" y="2397500"/>
                <a:ext cx="160200" cy="324360"/>
              </p14:xfrm>
            </p:contentPart>
          </mc:Choice>
          <mc:Fallback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B5B27992-BC26-9831-EB0C-CE961E850BE9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5051177" y="2388500"/>
                  <a:ext cx="177840" cy="34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AC8F97ED-25CF-5024-0410-F2C31D7E8609}"/>
                    </a:ext>
                  </a:extLst>
                </p14:cNvPr>
                <p14:cNvContentPartPr/>
                <p14:nvPr/>
              </p14:nvContentPartPr>
              <p14:xfrm>
                <a:off x="5485697" y="2543660"/>
                <a:ext cx="133200" cy="11160"/>
              </p14:xfrm>
            </p:contentPart>
          </mc:Choice>
          <mc:Fallback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AC8F97ED-25CF-5024-0410-F2C31D7E8609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5476697" y="2535020"/>
                  <a:ext cx="150840" cy="2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35C1DCB4-561E-E074-0597-8FF1E825F302}"/>
                    </a:ext>
                  </a:extLst>
                </p14:cNvPr>
                <p14:cNvContentPartPr/>
                <p14:nvPr/>
              </p14:nvContentPartPr>
              <p14:xfrm>
                <a:off x="5441417" y="2648780"/>
                <a:ext cx="180360" cy="13680"/>
              </p14:xfrm>
            </p:contentPart>
          </mc:Choice>
          <mc:Fallback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35C1DCB4-561E-E074-0597-8FF1E825F302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5432417" y="2640140"/>
                  <a:ext cx="198000" cy="31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4" name="Group 93">
            <a:extLst>
              <a:ext uri="{FF2B5EF4-FFF2-40B4-BE49-F238E27FC236}">
                <a16:creationId xmlns:a16="http://schemas.microsoft.com/office/drawing/2014/main" id="{424BFF50-2EA0-779E-B6EE-DF2910526982}"/>
              </a:ext>
            </a:extLst>
          </p:cNvPr>
          <p:cNvGrpSpPr/>
          <p:nvPr/>
        </p:nvGrpSpPr>
        <p:grpSpPr>
          <a:xfrm>
            <a:off x="5830937" y="2283740"/>
            <a:ext cx="1708200" cy="508320"/>
            <a:chOff x="5830937" y="2283740"/>
            <a:chExt cx="1708200" cy="508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BDC49E3D-C082-D480-044A-8B802E8A6335}"/>
                    </a:ext>
                  </a:extLst>
                </p14:cNvPr>
                <p14:cNvContentPartPr/>
                <p14:nvPr/>
              </p14:nvContentPartPr>
              <p14:xfrm>
                <a:off x="5830937" y="2425580"/>
                <a:ext cx="130680" cy="308520"/>
              </p14:xfrm>
            </p:contentPart>
          </mc:Choice>
          <mc:Fallback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BDC49E3D-C082-D480-044A-8B802E8A6335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5821937" y="2416580"/>
                  <a:ext cx="148320" cy="32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2467A085-AD52-50ED-630F-05746C9215C2}"/>
                    </a:ext>
                  </a:extLst>
                </p14:cNvPr>
                <p14:cNvContentPartPr/>
                <p14:nvPr/>
              </p14:nvContentPartPr>
              <p14:xfrm>
                <a:off x="5952977" y="2434220"/>
                <a:ext cx="138600" cy="357840"/>
              </p14:xfrm>
            </p:contentPart>
          </mc:Choice>
          <mc:Fallback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2467A085-AD52-50ED-630F-05746C9215C2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5944337" y="2425220"/>
                  <a:ext cx="156240" cy="37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DFB0C420-67C6-496E-3E9F-1EA658F5F86C}"/>
                    </a:ext>
                  </a:extLst>
                </p14:cNvPr>
                <p14:cNvContentPartPr/>
                <p14:nvPr/>
              </p14:nvContentPartPr>
              <p14:xfrm>
                <a:off x="5846777" y="2610260"/>
                <a:ext cx="223200" cy="19800"/>
              </p14:xfrm>
            </p:contentPart>
          </mc:Choice>
          <mc:Fallback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DFB0C420-67C6-496E-3E9F-1EA658F5F86C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5838137" y="2601260"/>
                  <a:ext cx="240840" cy="3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888661C9-E793-DD90-F17A-06B29EC6880B}"/>
                    </a:ext>
                  </a:extLst>
                </p14:cNvPr>
                <p14:cNvContentPartPr/>
                <p14:nvPr/>
              </p14:nvContentPartPr>
              <p14:xfrm>
                <a:off x="5922017" y="2289860"/>
                <a:ext cx="182880" cy="14760"/>
              </p14:xfrm>
            </p:contentPart>
          </mc:Choice>
          <mc:Fallback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888661C9-E793-DD90-F17A-06B29EC6880B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5913377" y="2281220"/>
                  <a:ext cx="200520" cy="3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ABB5B522-EB67-9AAF-BEC6-3AD0C3F19D51}"/>
                    </a:ext>
                  </a:extLst>
                </p14:cNvPr>
                <p14:cNvContentPartPr/>
                <p14:nvPr/>
              </p14:nvContentPartPr>
              <p14:xfrm>
                <a:off x="6238817" y="2418020"/>
                <a:ext cx="158040" cy="344880"/>
              </p14:xfrm>
            </p:contentPart>
          </mc:Choice>
          <mc:Fallback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ABB5B522-EB67-9AAF-BEC6-3AD0C3F19D51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6229817" y="2409380"/>
                  <a:ext cx="175680" cy="36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4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4E5D256F-E048-3163-BF93-DCCE4B751A0A}"/>
                    </a:ext>
                  </a:extLst>
                </p14:cNvPr>
                <p14:cNvContentPartPr/>
                <p14:nvPr/>
              </p14:nvContentPartPr>
              <p14:xfrm>
                <a:off x="6559937" y="2586140"/>
                <a:ext cx="213120" cy="6480"/>
              </p14:xfrm>
            </p:contentPart>
          </mc:Choice>
          <mc:Fallback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4E5D256F-E048-3163-BF93-DCCE4B751A0A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6551297" y="2577140"/>
                  <a:ext cx="230760" cy="2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6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365EC42D-37E2-F370-6A60-609065C97508}"/>
                    </a:ext>
                  </a:extLst>
                </p14:cNvPr>
                <p14:cNvContentPartPr/>
                <p14:nvPr/>
              </p14:nvContentPartPr>
              <p14:xfrm>
                <a:off x="6670097" y="2492900"/>
                <a:ext cx="13680" cy="257760"/>
              </p14:xfrm>
            </p:contentPart>
          </mc:Choice>
          <mc:Fallback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365EC42D-37E2-F370-6A60-609065C97508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6661457" y="2484260"/>
                  <a:ext cx="31320" cy="27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8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43CA7E8C-0298-8694-1760-AAA4F1995155}"/>
                    </a:ext>
                  </a:extLst>
                </p14:cNvPr>
                <p14:cNvContentPartPr/>
                <p14:nvPr/>
              </p14:nvContentPartPr>
              <p14:xfrm>
                <a:off x="6961697" y="2390300"/>
                <a:ext cx="126720" cy="308880"/>
              </p14:xfrm>
            </p:contentPart>
          </mc:Choice>
          <mc:Fallback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43CA7E8C-0298-8694-1760-AAA4F1995155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6952697" y="2381300"/>
                  <a:ext cx="144360" cy="32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0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4727B4E8-6145-CBF8-7B03-B03C291AA62A}"/>
                    </a:ext>
                  </a:extLst>
                </p14:cNvPr>
                <p14:cNvContentPartPr/>
                <p14:nvPr/>
              </p14:nvContentPartPr>
              <p14:xfrm>
                <a:off x="7071857" y="2432060"/>
                <a:ext cx="114480" cy="308880"/>
              </p14:xfrm>
            </p:contentPart>
          </mc:Choice>
          <mc:Fallback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4727B4E8-6145-CBF8-7B03-B03C291AA62A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7062857" y="2423420"/>
                  <a:ext cx="132120" cy="32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2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478479A8-9A17-D01B-C12A-67F6DBC7F736}"/>
                    </a:ext>
                  </a:extLst>
                </p14:cNvPr>
                <p14:cNvContentPartPr/>
                <p14:nvPr/>
              </p14:nvContentPartPr>
              <p14:xfrm>
                <a:off x="6927857" y="2581100"/>
                <a:ext cx="203040" cy="29520"/>
              </p14:xfrm>
            </p:contentPart>
          </mc:Choice>
          <mc:Fallback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478479A8-9A17-D01B-C12A-67F6DBC7F736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6919217" y="2572460"/>
                  <a:ext cx="220680" cy="4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4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7B045457-EE66-B2E7-F624-984F544A8A41}"/>
                    </a:ext>
                  </a:extLst>
                </p14:cNvPr>
                <p14:cNvContentPartPr/>
                <p14:nvPr/>
              </p14:nvContentPartPr>
              <p14:xfrm>
                <a:off x="7293257" y="2400020"/>
                <a:ext cx="200520" cy="341280"/>
              </p14:xfrm>
            </p:contentPart>
          </mc:Choice>
          <mc:Fallback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7B045457-EE66-B2E7-F624-984F544A8A41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7284617" y="2391020"/>
                  <a:ext cx="218160" cy="35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6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8770316A-B768-9059-4E3F-2F913C52510A}"/>
                    </a:ext>
                  </a:extLst>
                </p14:cNvPr>
                <p14:cNvContentPartPr/>
                <p14:nvPr/>
              </p14:nvContentPartPr>
              <p14:xfrm>
                <a:off x="7291817" y="2283740"/>
                <a:ext cx="247320" cy="23400"/>
              </p14:xfrm>
            </p:contentPart>
          </mc:Choice>
          <mc:Fallback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8770316A-B768-9059-4E3F-2F913C52510A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7283177" y="2275100"/>
                  <a:ext cx="264960" cy="41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8" name="Group 117">
            <a:extLst>
              <a:ext uri="{FF2B5EF4-FFF2-40B4-BE49-F238E27FC236}">
                <a16:creationId xmlns:a16="http://schemas.microsoft.com/office/drawing/2014/main" id="{2091F230-5EE9-ED66-FE51-1BA5EE46B010}"/>
              </a:ext>
            </a:extLst>
          </p:cNvPr>
          <p:cNvGrpSpPr/>
          <p:nvPr/>
        </p:nvGrpSpPr>
        <p:grpSpPr>
          <a:xfrm>
            <a:off x="8386577" y="40580"/>
            <a:ext cx="3193920" cy="3419640"/>
            <a:chOff x="8386577" y="40580"/>
            <a:chExt cx="3193920" cy="3419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8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4B52E256-C001-800B-4FD4-46932CEFEFEA}"/>
                    </a:ext>
                  </a:extLst>
                </p14:cNvPr>
                <p14:cNvContentPartPr/>
                <p14:nvPr/>
              </p14:nvContentPartPr>
              <p14:xfrm>
                <a:off x="8579897" y="344060"/>
                <a:ext cx="184320" cy="407880"/>
              </p14:xfrm>
            </p:contentPart>
          </mc:Choice>
          <mc:Fallback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4B52E256-C001-800B-4FD4-46932CEFEFEA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8570897" y="335060"/>
                  <a:ext cx="201960" cy="42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0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BC3FA8DC-71AE-DA55-1EF5-3B76301B3BF5}"/>
                    </a:ext>
                  </a:extLst>
                </p14:cNvPr>
                <p14:cNvContentPartPr/>
                <p14:nvPr/>
              </p14:nvContentPartPr>
              <p14:xfrm>
                <a:off x="8656577" y="319940"/>
                <a:ext cx="223200" cy="447480"/>
              </p14:xfrm>
            </p:contentPart>
          </mc:Choice>
          <mc:Fallback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BC3FA8DC-71AE-DA55-1EF5-3B76301B3BF5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8647577" y="310940"/>
                  <a:ext cx="240840" cy="46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2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27C222A4-174F-FE80-861F-FA497F718FF4}"/>
                    </a:ext>
                  </a:extLst>
                </p14:cNvPr>
                <p14:cNvContentPartPr/>
                <p14:nvPr/>
              </p14:nvContentPartPr>
              <p14:xfrm>
                <a:off x="8567657" y="533780"/>
                <a:ext cx="236880" cy="80280"/>
              </p14:xfrm>
            </p:contentPart>
          </mc:Choice>
          <mc:Fallback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27C222A4-174F-FE80-861F-FA497F718FF4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8559017" y="525140"/>
                  <a:ext cx="254520" cy="9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4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BDD5F396-5635-5BFB-ECD5-4D519ABA227D}"/>
                    </a:ext>
                  </a:extLst>
                </p14:cNvPr>
                <p14:cNvContentPartPr/>
                <p14:nvPr/>
              </p14:nvContentPartPr>
              <p14:xfrm>
                <a:off x="9309617" y="341900"/>
                <a:ext cx="186120" cy="470520"/>
              </p14:xfrm>
            </p:contentPart>
          </mc:Choice>
          <mc:Fallback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BDD5F396-5635-5BFB-ECD5-4D519ABA227D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9300617" y="332900"/>
                  <a:ext cx="203760" cy="48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6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2B4C2EED-497B-C9CF-9C1A-5B2C6F814879}"/>
                    </a:ext>
                  </a:extLst>
                </p14:cNvPr>
                <p14:cNvContentPartPr/>
                <p14:nvPr/>
              </p14:nvContentPartPr>
              <p14:xfrm>
                <a:off x="8678897" y="1011500"/>
                <a:ext cx="280800" cy="419760"/>
              </p14:xfrm>
            </p:contentPart>
          </mc:Choice>
          <mc:Fallback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2B4C2EED-497B-C9CF-9C1A-5B2C6F814879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8670257" y="1002860"/>
                  <a:ext cx="298440" cy="43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8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E6E98802-89DC-0B3A-060B-3F4B6E15852E}"/>
                    </a:ext>
                  </a:extLst>
                </p14:cNvPr>
                <p14:cNvContentPartPr/>
                <p14:nvPr/>
              </p14:nvContentPartPr>
              <p14:xfrm>
                <a:off x="9237257" y="1083140"/>
                <a:ext cx="287640" cy="336600"/>
              </p14:xfrm>
            </p:contentPart>
          </mc:Choice>
          <mc:Fallback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E6E98802-89DC-0B3A-060B-3F4B6E15852E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9228257" y="1074140"/>
                  <a:ext cx="305280" cy="35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0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E44855E7-EFEA-5DDD-2827-D0A8817AE4BC}"/>
                    </a:ext>
                  </a:extLst>
                </p14:cNvPr>
                <p14:cNvContentPartPr/>
                <p14:nvPr/>
              </p14:nvContentPartPr>
              <p14:xfrm>
                <a:off x="8740097" y="1551140"/>
                <a:ext cx="321480" cy="352080"/>
              </p14:xfrm>
            </p:contentPart>
          </mc:Choice>
          <mc:Fallback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E44855E7-EFEA-5DDD-2827-D0A8817AE4BC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8731457" y="1542140"/>
                  <a:ext cx="339120" cy="36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2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8C360405-A22A-E871-DF50-91BEF442FC84}"/>
                    </a:ext>
                  </a:extLst>
                </p14:cNvPr>
                <p14:cNvContentPartPr/>
                <p14:nvPr/>
              </p14:nvContentPartPr>
              <p14:xfrm>
                <a:off x="9325097" y="1595060"/>
                <a:ext cx="21960" cy="373680"/>
              </p14:xfrm>
            </p:contentPart>
          </mc:Choice>
          <mc:Fallback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8C360405-A22A-E871-DF50-91BEF442FC84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9316457" y="1586060"/>
                  <a:ext cx="39600" cy="39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4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65253E0B-B6A6-A51A-8BAE-57BD1E0C0864}"/>
                    </a:ext>
                  </a:extLst>
                </p14:cNvPr>
                <p14:cNvContentPartPr/>
                <p14:nvPr/>
              </p14:nvContentPartPr>
              <p14:xfrm>
                <a:off x="8953217" y="2143700"/>
                <a:ext cx="25920" cy="376200"/>
              </p14:xfrm>
            </p:contentPart>
          </mc:Choice>
          <mc:Fallback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65253E0B-B6A6-A51A-8BAE-57BD1E0C0864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8944577" y="2135060"/>
                  <a:ext cx="43560" cy="39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6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7FC80490-70E0-6FBE-DB34-1CA236E38532}"/>
                    </a:ext>
                  </a:extLst>
                </p14:cNvPr>
                <p14:cNvContentPartPr/>
                <p14:nvPr/>
              </p14:nvContentPartPr>
              <p14:xfrm>
                <a:off x="9235457" y="2150540"/>
                <a:ext cx="259200" cy="363600"/>
              </p14:xfrm>
            </p:contentPart>
          </mc:Choice>
          <mc:Fallback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7FC80490-70E0-6FBE-DB34-1CA236E38532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9226817" y="2141900"/>
                  <a:ext cx="276840" cy="38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8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D0F34F3F-757A-EF94-A6F9-8B34D35E2A2B}"/>
                    </a:ext>
                  </a:extLst>
                </p14:cNvPr>
                <p14:cNvContentPartPr/>
                <p14:nvPr/>
              </p14:nvContentPartPr>
              <p14:xfrm>
                <a:off x="8931617" y="2849660"/>
                <a:ext cx="43560" cy="307440"/>
              </p14:xfrm>
            </p:contentPart>
          </mc:Choice>
          <mc:Fallback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D0F34F3F-757A-EF94-A6F9-8B34D35E2A2B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8922617" y="2840660"/>
                  <a:ext cx="61200" cy="32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0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D40ADEBB-2828-6B70-A51F-49415DB0DB4A}"/>
                    </a:ext>
                  </a:extLst>
                </p14:cNvPr>
                <p14:cNvContentPartPr/>
                <p14:nvPr/>
              </p14:nvContentPartPr>
              <p14:xfrm>
                <a:off x="9344177" y="2867660"/>
                <a:ext cx="27360" cy="308520"/>
              </p14:xfrm>
            </p:contentPart>
          </mc:Choice>
          <mc:Fallback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D40ADEBB-2828-6B70-A51F-49415DB0DB4A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9335177" y="2858660"/>
                  <a:ext cx="45000" cy="32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2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EA07EFA5-CA97-7989-162C-7526A3770DE5}"/>
                    </a:ext>
                  </a:extLst>
                </p14:cNvPr>
                <p14:cNvContentPartPr/>
                <p14:nvPr/>
              </p14:nvContentPartPr>
              <p14:xfrm>
                <a:off x="10131137" y="277460"/>
                <a:ext cx="156240" cy="443880"/>
              </p14:xfrm>
            </p:contentPart>
          </mc:Choice>
          <mc:Fallback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EA07EFA5-CA97-7989-162C-7526A3770DE5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10122137" y="268820"/>
                  <a:ext cx="173880" cy="46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4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F02D882E-0F15-98B8-B15C-82967026C091}"/>
                    </a:ext>
                  </a:extLst>
                </p14:cNvPr>
                <p14:cNvContentPartPr/>
                <p14:nvPr/>
              </p14:nvContentPartPr>
              <p14:xfrm>
                <a:off x="10277297" y="340460"/>
                <a:ext cx="99000" cy="361800"/>
              </p14:xfrm>
            </p:contentPart>
          </mc:Choice>
          <mc:Fallback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F02D882E-0F15-98B8-B15C-82967026C091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10268657" y="331460"/>
                  <a:ext cx="116640" cy="37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6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30F8561F-542E-F3AC-94E9-35C65B34CB82}"/>
                    </a:ext>
                  </a:extLst>
                </p14:cNvPr>
                <p14:cNvContentPartPr/>
                <p14:nvPr/>
              </p14:nvContentPartPr>
              <p14:xfrm>
                <a:off x="10216817" y="466100"/>
                <a:ext cx="481320" cy="66960"/>
              </p14:xfrm>
            </p:contentPart>
          </mc:Choice>
          <mc:Fallback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30F8561F-542E-F3AC-94E9-35C65B34CB82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10208177" y="457100"/>
                  <a:ext cx="498960" cy="8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8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ED8D17F2-018F-42D0-550D-566AA43F3BE6}"/>
                    </a:ext>
                  </a:extLst>
                </p14:cNvPr>
                <p14:cNvContentPartPr/>
                <p14:nvPr/>
              </p14:nvContentPartPr>
              <p14:xfrm>
                <a:off x="10605257" y="403100"/>
                <a:ext cx="20520" cy="236160"/>
              </p14:xfrm>
            </p:contentPart>
          </mc:Choice>
          <mc:Fallback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ED8D17F2-018F-42D0-550D-566AA43F3BE6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10596257" y="394460"/>
                  <a:ext cx="38160" cy="25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0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0E816C7E-F3F6-D6A3-9D01-B5F69585F2B3}"/>
                    </a:ext>
                  </a:extLst>
                </p14:cNvPr>
                <p14:cNvContentPartPr/>
                <p14:nvPr/>
              </p14:nvContentPartPr>
              <p14:xfrm>
                <a:off x="10543337" y="271340"/>
                <a:ext cx="283680" cy="426240"/>
              </p14:xfrm>
            </p:contentPart>
          </mc:Choice>
          <mc:Fallback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0E816C7E-F3F6-D6A3-9D01-B5F69585F2B3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10534337" y="262700"/>
                  <a:ext cx="301320" cy="44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2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AED68450-DBEC-4D2A-900C-9572FFC9A2A7}"/>
                    </a:ext>
                  </a:extLst>
                </p14:cNvPr>
                <p14:cNvContentPartPr/>
                <p14:nvPr/>
              </p14:nvContentPartPr>
              <p14:xfrm>
                <a:off x="10987937" y="271340"/>
                <a:ext cx="181440" cy="390600"/>
              </p14:xfrm>
            </p:contentPart>
          </mc:Choice>
          <mc:Fallback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AED68450-DBEC-4D2A-900C-9572FFC9A2A7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10978937" y="262700"/>
                  <a:ext cx="199080" cy="40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4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A6AB3920-625C-1468-E5AA-0EB1961DB2F3}"/>
                    </a:ext>
                  </a:extLst>
                </p14:cNvPr>
                <p14:cNvContentPartPr/>
                <p14:nvPr/>
              </p14:nvContentPartPr>
              <p14:xfrm>
                <a:off x="9747017" y="40580"/>
                <a:ext cx="133560" cy="3419640"/>
              </p14:xfrm>
            </p:contentPart>
          </mc:Choice>
          <mc:Fallback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A6AB3920-625C-1468-E5AA-0EB1961DB2F3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9738017" y="31940"/>
                  <a:ext cx="151200" cy="343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6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614CC595-9641-DD11-2E21-FD55AEAF34EE}"/>
                    </a:ext>
                  </a:extLst>
                </p14:cNvPr>
                <p14:cNvContentPartPr/>
                <p14:nvPr/>
              </p14:nvContentPartPr>
              <p14:xfrm>
                <a:off x="8386577" y="803420"/>
                <a:ext cx="3193920" cy="149400"/>
              </p14:xfrm>
            </p:contentPart>
          </mc:Choice>
          <mc:Fallback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614CC595-9641-DD11-2E21-FD55AEAF34EE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8377577" y="794420"/>
                  <a:ext cx="3211560" cy="1670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68">
            <p14:nvContentPartPr>
              <p14:cNvPr id="119" name="Ink 118">
                <a:extLst>
                  <a:ext uri="{FF2B5EF4-FFF2-40B4-BE49-F238E27FC236}">
                    <a16:creationId xmlns:a16="http://schemas.microsoft.com/office/drawing/2014/main" id="{5FD45182-D002-ABC0-826A-31ADDE2976E9}"/>
                  </a:ext>
                </a:extLst>
              </p14:cNvPr>
              <p14:cNvContentPartPr/>
              <p14:nvPr/>
            </p14:nvContentPartPr>
            <p14:xfrm>
              <a:off x="10623977" y="1054340"/>
              <a:ext cx="192240" cy="228240"/>
            </p14:xfrm>
          </p:contentPart>
        </mc:Choice>
        <mc:Fallback>
          <p:pic>
            <p:nvPicPr>
              <p:cNvPr id="119" name="Ink 118">
                <a:extLst>
                  <a:ext uri="{FF2B5EF4-FFF2-40B4-BE49-F238E27FC236}">
                    <a16:creationId xmlns:a16="http://schemas.microsoft.com/office/drawing/2014/main" id="{5FD45182-D002-ABC0-826A-31ADDE2976E9}"/>
                  </a:ext>
                </a:extLst>
              </p:cNvPr>
              <p:cNvPicPr/>
              <p:nvPr/>
            </p:nvPicPr>
            <p:blipFill>
              <a:blip r:embed="rId169"/>
              <a:stretch>
                <a:fillRect/>
              </a:stretch>
            </p:blipFill>
            <p:spPr>
              <a:xfrm>
                <a:off x="10614977" y="1045700"/>
                <a:ext cx="209880" cy="245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0">
            <p14:nvContentPartPr>
              <p14:cNvPr id="120" name="Ink 119">
                <a:extLst>
                  <a:ext uri="{FF2B5EF4-FFF2-40B4-BE49-F238E27FC236}">
                    <a16:creationId xmlns:a16="http://schemas.microsoft.com/office/drawing/2014/main" id="{BC890F46-91E4-3572-C68B-1A2AB49E4647}"/>
                  </a:ext>
                </a:extLst>
              </p14:cNvPr>
              <p14:cNvContentPartPr/>
              <p14:nvPr/>
            </p14:nvContentPartPr>
            <p14:xfrm>
              <a:off x="10665377" y="1517660"/>
              <a:ext cx="77760" cy="327240"/>
            </p14:xfrm>
          </p:contentPart>
        </mc:Choice>
        <mc:Fallback>
          <p:pic>
            <p:nvPicPr>
              <p:cNvPr id="120" name="Ink 119">
                <a:extLst>
                  <a:ext uri="{FF2B5EF4-FFF2-40B4-BE49-F238E27FC236}">
                    <a16:creationId xmlns:a16="http://schemas.microsoft.com/office/drawing/2014/main" id="{BC890F46-91E4-3572-C68B-1A2AB49E4647}"/>
                  </a:ext>
                </a:extLst>
              </p:cNvPr>
              <p:cNvPicPr/>
              <p:nvPr/>
            </p:nvPicPr>
            <p:blipFill>
              <a:blip r:embed="rId171"/>
              <a:stretch>
                <a:fillRect/>
              </a:stretch>
            </p:blipFill>
            <p:spPr>
              <a:xfrm>
                <a:off x="10656737" y="1509020"/>
                <a:ext cx="95400" cy="344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2">
            <p14:nvContentPartPr>
              <p14:cNvPr id="121" name="Ink 120">
                <a:extLst>
                  <a:ext uri="{FF2B5EF4-FFF2-40B4-BE49-F238E27FC236}">
                    <a16:creationId xmlns:a16="http://schemas.microsoft.com/office/drawing/2014/main" id="{ADDCED1A-5F63-AE45-A032-A5277A910C43}"/>
                  </a:ext>
                </a:extLst>
              </p14:cNvPr>
              <p14:cNvContentPartPr/>
              <p14:nvPr/>
            </p14:nvContentPartPr>
            <p14:xfrm>
              <a:off x="10699217" y="2078540"/>
              <a:ext cx="71640" cy="322560"/>
            </p14:xfrm>
          </p:contentPart>
        </mc:Choice>
        <mc:Fallback>
          <p:pic>
            <p:nvPicPr>
              <p:cNvPr id="121" name="Ink 120">
                <a:extLst>
                  <a:ext uri="{FF2B5EF4-FFF2-40B4-BE49-F238E27FC236}">
                    <a16:creationId xmlns:a16="http://schemas.microsoft.com/office/drawing/2014/main" id="{ADDCED1A-5F63-AE45-A032-A5277A910C43}"/>
                  </a:ext>
                </a:extLst>
              </p:cNvPr>
              <p:cNvPicPr/>
              <p:nvPr/>
            </p:nvPicPr>
            <p:blipFill>
              <a:blip r:embed="rId173"/>
              <a:stretch>
                <a:fillRect/>
              </a:stretch>
            </p:blipFill>
            <p:spPr>
              <a:xfrm>
                <a:off x="10690217" y="2069540"/>
                <a:ext cx="89280" cy="340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4">
            <p14:nvContentPartPr>
              <p14:cNvPr id="122" name="Ink 121">
                <a:extLst>
                  <a:ext uri="{FF2B5EF4-FFF2-40B4-BE49-F238E27FC236}">
                    <a16:creationId xmlns:a16="http://schemas.microsoft.com/office/drawing/2014/main" id="{949176C7-B857-FC04-4436-524782BD3EE7}"/>
                  </a:ext>
                </a:extLst>
              </p14:cNvPr>
              <p14:cNvContentPartPr/>
              <p14:nvPr/>
            </p14:nvContentPartPr>
            <p14:xfrm>
              <a:off x="10694897" y="2827700"/>
              <a:ext cx="250560" cy="326880"/>
            </p14:xfrm>
          </p:contentPart>
        </mc:Choice>
        <mc:Fallback>
          <p:pic>
            <p:nvPicPr>
              <p:cNvPr id="122" name="Ink 121">
                <a:extLst>
                  <a:ext uri="{FF2B5EF4-FFF2-40B4-BE49-F238E27FC236}">
                    <a16:creationId xmlns:a16="http://schemas.microsoft.com/office/drawing/2014/main" id="{949176C7-B857-FC04-4436-524782BD3EE7}"/>
                  </a:ext>
                </a:extLst>
              </p:cNvPr>
              <p:cNvPicPr/>
              <p:nvPr/>
            </p:nvPicPr>
            <p:blipFill>
              <a:blip r:embed="rId175"/>
              <a:stretch>
                <a:fillRect/>
              </a:stretch>
            </p:blipFill>
            <p:spPr>
              <a:xfrm>
                <a:off x="10686257" y="2819060"/>
                <a:ext cx="268200" cy="344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6">
            <p14:nvContentPartPr>
              <p14:cNvPr id="133" name="Ink 132">
                <a:extLst>
                  <a:ext uri="{FF2B5EF4-FFF2-40B4-BE49-F238E27FC236}">
                    <a16:creationId xmlns:a16="http://schemas.microsoft.com/office/drawing/2014/main" id="{A29425B0-5E52-3DEC-BC19-65D286E2C3B4}"/>
                  </a:ext>
                </a:extLst>
              </p14:cNvPr>
              <p14:cNvContentPartPr/>
              <p14:nvPr/>
            </p14:nvContentPartPr>
            <p14:xfrm>
              <a:off x="11319497" y="1593620"/>
              <a:ext cx="222120" cy="78840"/>
            </p14:xfrm>
          </p:contentPart>
        </mc:Choice>
        <mc:Fallback>
          <p:pic>
            <p:nvPicPr>
              <p:cNvPr id="133" name="Ink 132">
                <a:extLst>
                  <a:ext uri="{FF2B5EF4-FFF2-40B4-BE49-F238E27FC236}">
                    <a16:creationId xmlns:a16="http://schemas.microsoft.com/office/drawing/2014/main" id="{A29425B0-5E52-3DEC-BC19-65D286E2C3B4}"/>
                  </a:ext>
                </a:extLst>
              </p:cNvPr>
              <p:cNvPicPr/>
              <p:nvPr/>
            </p:nvPicPr>
            <p:blipFill>
              <a:blip r:embed="rId177"/>
              <a:stretch>
                <a:fillRect/>
              </a:stretch>
            </p:blipFill>
            <p:spPr>
              <a:xfrm>
                <a:off x="11310857" y="1584980"/>
                <a:ext cx="239760" cy="96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8">
            <p14:nvContentPartPr>
              <p14:cNvPr id="134" name="Ink 133">
                <a:extLst>
                  <a:ext uri="{FF2B5EF4-FFF2-40B4-BE49-F238E27FC236}">
                    <a16:creationId xmlns:a16="http://schemas.microsoft.com/office/drawing/2014/main" id="{9AF6902C-CFC8-7B94-669C-C8F3C26C76EF}"/>
                  </a:ext>
                </a:extLst>
              </p14:cNvPr>
              <p14:cNvContentPartPr/>
              <p14:nvPr/>
            </p14:nvContentPartPr>
            <p14:xfrm>
              <a:off x="11410937" y="2160260"/>
              <a:ext cx="200520" cy="99000"/>
            </p14:xfrm>
          </p:contentPart>
        </mc:Choice>
        <mc:Fallback>
          <p:pic>
            <p:nvPicPr>
              <p:cNvPr id="134" name="Ink 133">
                <a:extLst>
                  <a:ext uri="{FF2B5EF4-FFF2-40B4-BE49-F238E27FC236}">
                    <a16:creationId xmlns:a16="http://schemas.microsoft.com/office/drawing/2014/main" id="{9AF6902C-CFC8-7B94-669C-C8F3C26C76EF}"/>
                  </a:ext>
                </a:extLst>
              </p:cNvPr>
              <p:cNvPicPr/>
              <p:nvPr/>
            </p:nvPicPr>
            <p:blipFill>
              <a:blip r:embed="rId179"/>
              <a:stretch>
                <a:fillRect/>
              </a:stretch>
            </p:blipFill>
            <p:spPr>
              <a:xfrm>
                <a:off x="11401937" y="2151260"/>
                <a:ext cx="218160" cy="116640"/>
              </a:xfrm>
              <a:prstGeom prst="rect">
                <a:avLst/>
              </a:prstGeom>
            </p:spPr>
          </p:pic>
        </mc:Fallback>
      </mc:AlternateContent>
      <p:grpSp>
        <p:nvGrpSpPr>
          <p:cNvPr id="154" name="Group 153">
            <a:extLst>
              <a:ext uri="{FF2B5EF4-FFF2-40B4-BE49-F238E27FC236}">
                <a16:creationId xmlns:a16="http://schemas.microsoft.com/office/drawing/2014/main" id="{A0763409-827D-D653-D6C1-A60B1CE6B47F}"/>
              </a:ext>
            </a:extLst>
          </p:cNvPr>
          <p:cNvGrpSpPr/>
          <p:nvPr/>
        </p:nvGrpSpPr>
        <p:grpSpPr>
          <a:xfrm>
            <a:off x="705977" y="4645700"/>
            <a:ext cx="849240" cy="649440"/>
            <a:chOff x="705977" y="4645700"/>
            <a:chExt cx="849240" cy="649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80">
              <p14:nvContentPartPr>
                <p14:cNvPr id="149" name="Ink 148">
                  <a:extLst>
                    <a:ext uri="{FF2B5EF4-FFF2-40B4-BE49-F238E27FC236}">
                      <a16:creationId xmlns:a16="http://schemas.microsoft.com/office/drawing/2014/main" id="{870BD3E0-A7A9-A8EB-2797-A6E9483F2568}"/>
                    </a:ext>
                  </a:extLst>
                </p14:cNvPr>
                <p14:cNvContentPartPr/>
                <p14:nvPr/>
              </p14:nvContentPartPr>
              <p14:xfrm>
                <a:off x="730097" y="4675580"/>
                <a:ext cx="132120" cy="461520"/>
              </p14:xfrm>
            </p:contentPart>
          </mc:Choice>
          <mc:Fallback>
            <p:pic>
              <p:nvPicPr>
                <p:cNvPr id="149" name="Ink 148">
                  <a:extLst>
                    <a:ext uri="{FF2B5EF4-FFF2-40B4-BE49-F238E27FC236}">
                      <a16:creationId xmlns:a16="http://schemas.microsoft.com/office/drawing/2014/main" id="{870BD3E0-A7A9-A8EB-2797-A6E9483F2568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721457" y="4666940"/>
                  <a:ext cx="149760" cy="47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2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252B1A87-9868-0952-8F5B-55DFB3591FB4}"/>
                    </a:ext>
                  </a:extLst>
                </p14:cNvPr>
                <p14:cNvContentPartPr/>
                <p14:nvPr/>
              </p14:nvContentPartPr>
              <p14:xfrm>
                <a:off x="864377" y="4645700"/>
                <a:ext cx="127800" cy="527040"/>
              </p14:xfrm>
            </p:contentPart>
          </mc:Choice>
          <mc:Fallback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252B1A87-9868-0952-8F5B-55DFB3591FB4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855737" y="4636700"/>
                  <a:ext cx="145440" cy="54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4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5D62E97D-E65D-436C-EA89-E1B9A31FB432}"/>
                    </a:ext>
                  </a:extLst>
                </p14:cNvPr>
                <p14:cNvContentPartPr/>
                <p14:nvPr/>
              </p14:nvContentPartPr>
              <p14:xfrm>
                <a:off x="705977" y="4969340"/>
                <a:ext cx="282240" cy="40320"/>
              </p14:xfrm>
            </p:contentPart>
          </mc:Choice>
          <mc:Fallback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5D62E97D-E65D-436C-EA89-E1B9A31FB432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697337" y="4960700"/>
                  <a:ext cx="299880" cy="5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6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F1EE0BC0-7A96-D7B9-131B-D1ED553B7BE1}"/>
                    </a:ext>
                  </a:extLst>
                </p14:cNvPr>
                <p14:cNvContentPartPr/>
                <p14:nvPr/>
              </p14:nvContentPartPr>
              <p14:xfrm>
                <a:off x="1071377" y="5086700"/>
                <a:ext cx="180360" cy="208440"/>
              </p14:xfrm>
            </p:contentPart>
          </mc:Choice>
          <mc:Fallback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F1EE0BC0-7A96-D7B9-131B-D1ED553B7BE1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1062377" y="5077700"/>
                  <a:ext cx="198000" cy="22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8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63B9A19F-A2E8-D863-A2EB-1BD42631FF47}"/>
                    </a:ext>
                  </a:extLst>
                </p14:cNvPr>
                <p14:cNvContentPartPr/>
                <p14:nvPr/>
              </p14:nvContentPartPr>
              <p14:xfrm>
                <a:off x="1352177" y="4916420"/>
                <a:ext cx="203040" cy="139320"/>
              </p14:xfrm>
            </p:contentPart>
          </mc:Choice>
          <mc:Fallback>
            <p:pic>
              <p:nvPicPr>
                <p:cNvPr id="153" name="Ink 152">
                  <a:extLst>
                    <a:ext uri="{FF2B5EF4-FFF2-40B4-BE49-F238E27FC236}">
                      <a16:creationId xmlns:a16="http://schemas.microsoft.com/office/drawing/2014/main" id="{63B9A19F-A2E8-D863-A2EB-1BD42631FF47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1343177" y="4907420"/>
                  <a:ext cx="220680" cy="156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1" name="Group 160">
            <a:extLst>
              <a:ext uri="{FF2B5EF4-FFF2-40B4-BE49-F238E27FC236}">
                <a16:creationId xmlns:a16="http://schemas.microsoft.com/office/drawing/2014/main" id="{2C7624BE-19DC-F8A1-40FD-90248D7AC8B1}"/>
              </a:ext>
            </a:extLst>
          </p:cNvPr>
          <p:cNvGrpSpPr/>
          <p:nvPr/>
        </p:nvGrpSpPr>
        <p:grpSpPr>
          <a:xfrm>
            <a:off x="2066417" y="4731380"/>
            <a:ext cx="465120" cy="490680"/>
            <a:chOff x="2066417" y="4731380"/>
            <a:chExt cx="465120" cy="490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90">
              <p14:nvContentPartPr>
                <p14:cNvPr id="155" name="Ink 154">
                  <a:extLst>
                    <a:ext uri="{FF2B5EF4-FFF2-40B4-BE49-F238E27FC236}">
                      <a16:creationId xmlns:a16="http://schemas.microsoft.com/office/drawing/2014/main" id="{C4D20067-9D47-E6B5-C507-76A52C23D026}"/>
                    </a:ext>
                  </a:extLst>
                </p14:cNvPr>
                <p14:cNvContentPartPr/>
                <p14:nvPr/>
              </p14:nvContentPartPr>
              <p14:xfrm>
                <a:off x="2066417" y="4731380"/>
                <a:ext cx="95760" cy="367560"/>
              </p14:xfrm>
            </p:contentPart>
          </mc:Choice>
          <mc:Fallback>
            <p:pic>
              <p:nvPicPr>
                <p:cNvPr id="155" name="Ink 154">
                  <a:extLst>
                    <a:ext uri="{FF2B5EF4-FFF2-40B4-BE49-F238E27FC236}">
                      <a16:creationId xmlns:a16="http://schemas.microsoft.com/office/drawing/2014/main" id="{C4D20067-9D47-E6B5-C507-76A52C23D026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2057777" y="4722380"/>
                  <a:ext cx="113400" cy="38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2">
              <p14:nvContentPartPr>
                <p14:cNvPr id="156" name="Ink 155">
                  <a:extLst>
                    <a:ext uri="{FF2B5EF4-FFF2-40B4-BE49-F238E27FC236}">
                      <a16:creationId xmlns:a16="http://schemas.microsoft.com/office/drawing/2014/main" id="{4C36936A-7EDA-A420-9233-D8E484E9BE43}"/>
                    </a:ext>
                  </a:extLst>
                </p14:cNvPr>
                <p14:cNvContentPartPr/>
                <p14:nvPr/>
              </p14:nvContentPartPr>
              <p14:xfrm>
                <a:off x="2147057" y="4760900"/>
                <a:ext cx="134640" cy="370800"/>
              </p14:xfrm>
            </p:contentPart>
          </mc:Choice>
          <mc:Fallback>
            <p:pic>
              <p:nvPicPr>
                <p:cNvPr id="156" name="Ink 155">
                  <a:extLst>
                    <a:ext uri="{FF2B5EF4-FFF2-40B4-BE49-F238E27FC236}">
                      <a16:creationId xmlns:a16="http://schemas.microsoft.com/office/drawing/2014/main" id="{4C36936A-7EDA-A420-9233-D8E484E9BE43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2138057" y="4752260"/>
                  <a:ext cx="152280" cy="38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4">
              <p14:nvContentPartPr>
                <p14:cNvPr id="157" name="Ink 156">
                  <a:extLst>
                    <a:ext uri="{FF2B5EF4-FFF2-40B4-BE49-F238E27FC236}">
                      <a16:creationId xmlns:a16="http://schemas.microsoft.com/office/drawing/2014/main" id="{146A8286-4DA5-2640-7812-5E69674D6872}"/>
                    </a:ext>
                  </a:extLst>
                </p14:cNvPr>
                <p14:cNvContentPartPr/>
                <p14:nvPr/>
              </p14:nvContentPartPr>
              <p14:xfrm>
                <a:off x="2084057" y="4975460"/>
                <a:ext cx="184320" cy="24480"/>
              </p14:xfrm>
            </p:contentPart>
          </mc:Choice>
          <mc:Fallback>
            <p:pic>
              <p:nvPicPr>
                <p:cNvPr id="157" name="Ink 156">
                  <a:extLst>
                    <a:ext uri="{FF2B5EF4-FFF2-40B4-BE49-F238E27FC236}">
                      <a16:creationId xmlns:a16="http://schemas.microsoft.com/office/drawing/2014/main" id="{146A8286-4DA5-2640-7812-5E69674D6872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2075057" y="4966820"/>
                  <a:ext cx="201960" cy="4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6">
              <p14:nvContentPartPr>
                <p14:cNvPr id="158" name="Ink 157">
                  <a:extLst>
                    <a:ext uri="{FF2B5EF4-FFF2-40B4-BE49-F238E27FC236}">
                      <a16:creationId xmlns:a16="http://schemas.microsoft.com/office/drawing/2014/main" id="{CB00C2F5-87B5-E195-9FB4-3299F4BB2570}"/>
                    </a:ext>
                  </a:extLst>
                </p14:cNvPr>
                <p14:cNvContentPartPr/>
                <p14:nvPr/>
              </p14:nvContentPartPr>
              <p14:xfrm>
                <a:off x="2396537" y="4982660"/>
                <a:ext cx="135000" cy="239400"/>
              </p14:xfrm>
            </p:contentPart>
          </mc:Choice>
          <mc:Fallback>
            <p:pic>
              <p:nvPicPr>
                <p:cNvPr id="158" name="Ink 157">
                  <a:extLst>
                    <a:ext uri="{FF2B5EF4-FFF2-40B4-BE49-F238E27FC236}">
                      <a16:creationId xmlns:a16="http://schemas.microsoft.com/office/drawing/2014/main" id="{CB00C2F5-87B5-E195-9FB4-3299F4BB2570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2387537" y="4974020"/>
                  <a:ext cx="152640" cy="257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0" name="Group 159">
            <a:extLst>
              <a:ext uri="{FF2B5EF4-FFF2-40B4-BE49-F238E27FC236}">
                <a16:creationId xmlns:a16="http://schemas.microsoft.com/office/drawing/2014/main" id="{894C9E3A-D1D7-A18A-12B0-383BDEDFB75C}"/>
              </a:ext>
            </a:extLst>
          </p:cNvPr>
          <p:cNvGrpSpPr/>
          <p:nvPr/>
        </p:nvGrpSpPr>
        <p:grpSpPr>
          <a:xfrm>
            <a:off x="1909457" y="3358340"/>
            <a:ext cx="1549800" cy="503280"/>
            <a:chOff x="1909457" y="3358340"/>
            <a:chExt cx="1549800" cy="503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98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83A5A86D-6D9F-161A-632B-FAEBE86CB271}"/>
                    </a:ext>
                  </a:extLst>
                </p14:cNvPr>
                <p14:cNvContentPartPr/>
                <p14:nvPr/>
              </p14:nvContentPartPr>
              <p14:xfrm>
                <a:off x="1948697" y="3488300"/>
                <a:ext cx="87840" cy="29412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83A5A86D-6D9F-161A-632B-FAEBE86CB271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1939697" y="3479300"/>
                  <a:ext cx="105480" cy="31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0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929CE386-FC08-850F-25E8-65690A957D5B}"/>
                    </a:ext>
                  </a:extLst>
                </p14:cNvPr>
                <p14:cNvContentPartPr/>
                <p14:nvPr/>
              </p14:nvContentPartPr>
              <p14:xfrm>
                <a:off x="2036897" y="3419900"/>
                <a:ext cx="90000" cy="44172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929CE386-FC08-850F-25E8-65690A957D5B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2028257" y="3411260"/>
                  <a:ext cx="107640" cy="45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2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68A7F69B-E270-F0F1-2568-225E79162028}"/>
                    </a:ext>
                  </a:extLst>
                </p14:cNvPr>
                <p14:cNvContentPartPr/>
                <p14:nvPr/>
              </p14:nvContentPartPr>
              <p14:xfrm>
                <a:off x="1909457" y="3696740"/>
                <a:ext cx="231480" cy="3168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68A7F69B-E270-F0F1-2568-225E79162028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1900457" y="3688100"/>
                  <a:ext cx="249120" cy="4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4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E8933C73-015C-853E-46A8-5CDA1ED166F4}"/>
                    </a:ext>
                  </a:extLst>
                </p14:cNvPr>
                <p14:cNvContentPartPr/>
                <p14:nvPr/>
              </p14:nvContentPartPr>
              <p14:xfrm>
                <a:off x="1972457" y="3399380"/>
                <a:ext cx="187200" cy="1260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E8933C73-015C-853E-46A8-5CDA1ED166F4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1963817" y="3390740"/>
                  <a:ext cx="204840" cy="3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6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E9ACBE73-0944-A206-D6E6-3F82CC5A8488}"/>
                    </a:ext>
                  </a:extLst>
                </p14:cNvPr>
                <p14:cNvContentPartPr/>
                <p14:nvPr/>
              </p14:nvContentPartPr>
              <p14:xfrm>
                <a:off x="2286377" y="3463460"/>
                <a:ext cx="180000" cy="35748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E9ACBE73-0944-A206-D6E6-3F82CC5A8488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2277737" y="3454820"/>
                  <a:ext cx="197640" cy="37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8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EBF0BDA0-138A-E510-B699-8F7645764923}"/>
                    </a:ext>
                  </a:extLst>
                </p14:cNvPr>
                <p14:cNvContentPartPr/>
                <p14:nvPr/>
              </p14:nvContentPartPr>
              <p14:xfrm>
                <a:off x="2617217" y="3627980"/>
                <a:ext cx="168120" cy="648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EBF0BDA0-138A-E510-B699-8F7645764923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2608217" y="3618980"/>
                  <a:ext cx="185760" cy="2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0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3D47E568-AD32-BFE3-4089-0B75AFD17CAA}"/>
                    </a:ext>
                  </a:extLst>
                </p14:cNvPr>
                <p14:cNvContentPartPr/>
                <p14:nvPr/>
              </p14:nvContentPartPr>
              <p14:xfrm>
                <a:off x="2696417" y="3525020"/>
                <a:ext cx="16560" cy="22896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3D47E568-AD32-BFE3-4089-0B75AFD17CAA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2687417" y="3516380"/>
                  <a:ext cx="34200" cy="24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2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46CFC81E-E73D-F77D-C61C-514958083556}"/>
                    </a:ext>
                  </a:extLst>
                </p14:cNvPr>
                <p14:cNvContentPartPr/>
                <p14:nvPr/>
              </p14:nvContentPartPr>
              <p14:xfrm>
                <a:off x="2961017" y="3424940"/>
                <a:ext cx="109440" cy="28332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46CFC81E-E73D-F77D-C61C-514958083556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2952017" y="3415940"/>
                  <a:ext cx="127080" cy="30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4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109FFBBE-BB0E-039E-E406-1A4FE8BBD1A1}"/>
                    </a:ext>
                  </a:extLst>
                </p14:cNvPr>
                <p14:cNvContentPartPr/>
                <p14:nvPr/>
              </p14:nvContentPartPr>
              <p14:xfrm>
                <a:off x="3056417" y="3430700"/>
                <a:ext cx="118440" cy="37512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109FFBBE-BB0E-039E-E406-1A4FE8BBD1A1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3047417" y="3422060"/>
                  <a:ext cx="136080" cy="39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6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C12E3B55-61F7-6C53-268C-923A574E9011}"/>
                    </a:ext>
                  </a:extLst>
                </p14:cNvPr>
                <p14:cNvContentPartPr/>
                <p14:nvPr/>
              </p14:nvContentPartPr>
              <p14:xfrm>
                <a:off x="2978297" y="3579380"/>
                <a:ext cx="191160" cy="34200"/>
              </p14:xfrm>
            </p:contentPart>
          </mc:Choice>
          <mc:Fallback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C12E3B55-61F7-6C53-268C-923A574E9011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2969657" y="3570740"/>
                  <a:ext cx="208800" cy="5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8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B6945BCA-B4F3-E644-A7BB-8C9DC7C3F65A}"/>
                    </a:ext>
                  </a:extLst>
                </p14:cNvPr>
                <p14:cNvContentPartPr/>
                <p14:nvPr/>
              </p14:nvContentPartPr>
              <p14:xfrm>
                <a:off x="3294017" y="3436820"/>
                <a:ext cx="165240" cy="326160"/>
              </p14:xfrm>
            </p:contentPart>
          </mc:Choice>
          <mc:Fallback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B6945BCA-B4F3-E644-A7BB-8C9DC7C3F65A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3285017" y="3428180"/>
                  <a:ext cx="182880" cy="34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0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2C579E16-03A5-5DE2-09A9-D6E711378752}"/>
                    </a:ext>
                  </a:extLst>
                </p14:cNvPr>
                <p14:cNvContentPartPr/>
                <p14:nvPr/>
              </p14:nvContentPartPr>
              <p14:xfrm>
                <a:off x="3312737" y="3358340"/>
                <a:ext cx="130680" cy="25920"/>
              </p14:xfrm>
            </p:contentPart>
          </mc:Choice>
          <mc:Fallback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2C579E16-03A5-5DE2-09A9-D6E711378752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3304097" y="3349700"/>
                  <a:ext cx="148320" cy="4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2">
              <p14:nvContentPartPr>
                <p14:cNvPr id="159" name="Ink 158">
                  <a:extLst>
                    <a:ext uri="{FF2B5EF4-FFF2-40B4-BE49-F238E27FC236}">
                      <a16:creationId xmlns:a16="http://schemas.microsoft.com/office/drawing/2014/main" id="{6F1D7719-12E5-5648-6FB0-A51A1BD432EA}"/>
                    </a:ext>
                  </a:extLst>
                </p14:cNvPr>
                <p14:cNvContentPartPr/>
                <p14:nvPr/>
              </p14:nvContentPartPr>
              <p14:xfrm>
                <a:off x="2124377" y="3840740"/>
                <a:ext cx="360" cy="360"/>
              </p14:xfrm>
            </p:contentPart>
          </mc:Choice>
          <mc:Fallback>
            <p:pic>
              <p:nvPicPr>
                <p:cNvPr id="159" name="Ink 158">
                  <a:extLst>
                    <a:ext uri="{FF2B5EF4-FFF2-40B4-BE49-F238E27FC236}">
                      <a16:creationId xmlns:a16="http://schemas.microsoft.com/office/drawing/2014/main" id="{6F1D7719-12E5-5648-6FB0-A51A1BD432EA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2115377" y="3831740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4" name="Group 163">
            <a:extLst>
              <a:ext uri="{FF2B5EF4-FFF2-40B4-BE49-F238E27FC236}">
                <a16:creationId xmlns:a16="http://schemas.microsoft.com/office/drawing/2014/main" id="{DD1951C7-69A4-7A96-C98B-EEC3CD059F9F}"/>
              </a:ext>
            </a:extLst>
          </p:cNvPr>
          <p:cNvGrpSpPr/>
          <p:nvPr/>
        </p:nvGrpSpPr>
        <p:grpSpPr>
          <a:xfrm>
            <a:off x="2864177" y="4564700"/>
            <a:ext cx="219600" cy="359280"/>
            <a:chOff x="2864177" y="4564700"/>
            <a:chExt cx="219600" cy="359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24">
              <p14:nvContentPartPr>
                <p14:cNvPr id="162" name="Ink 161">
                  <a:extLst>
                    <a:ext uri="{FF2B5EF4-FFF2-40B4-BE49-F238E27FC236}">
                      <a16:creationId xmlns:a16="http://schemas.microsoft.com/office/drawing/2014/main" id="{3C66BBFE-F901-6351-2356-F6345C59F5EE}"/>
                    </a:ext>
                  </a:extLst>
                </p14:cNvPr>
                <p14:cNvContentPartPr/>
                <p14:nvPr/>
              </p14:nvContentPartPr>
              <p14:xfrm>
                <a:off x="2864177" y="4725260"/>
                <a:ext cx="219600" cy="21240"/>
              </p14:xfrm>
            </p:contentPart>
          </mc:Choice>
          <mc:Fallback>
            <p:pic>
              <p:nvPicPr>
                <p:cNvPr id="162" name="Ink 161">
                  <a:extLst>
                    <a:ext uri="{FF2B5EF4-FFF2-40B4-BE49-F238E27FC236}">
                      <a16:creationId xmlns:a16="http://schemas.microsoft.com/office/drawing/2014/main" id="{3C66BBFE-F901-6351-2356-F6345C59F5EE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2855537" y="4716620"/>
                  <a:ext cx="237240" cy="3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6">
              <p14:nvContentPartPr>
                <p14:cNvPr id="163" name="Ink 162">
                  <a:extLst>
                    <a:ext uri="{FF2B5EF4-FFF2-40B4-BE49-F238E27FC236}">
                      <a16:creationId xmlns:a16="http://schemas.microsoft.com/office/drawing/2014/main" id="{89B0F96A-3DB7-0A91-44CD-583313C8F23E}"/>
                    </a:ext>
                  </a:extLst>
                </p14:cNvPr>
                <p14:cNvContentPartPr/>
                <p14:nvPr/>
              </p14:nvContentPartPr>
              <p14:xfrm>
                <a:off x="2954177" y="4564700"/>
                <a:ext cx="60840" cy="359280"/>
              </p14:xfrm>
            </p:contentPart>
          </mc:Choice>
          <mc:Fallback>
            <p:pic>
              <p:nvPicPr>
                <p:cNvPr id="163" name="Ink 162">
                  <a:extLst>
                    <a:ext uri="{FF2B5EF4-FFF2-40B4-BE49-F238E27FC236}">
                      <a16:creationId xmlns:a16="http://schemas.microsoft.com/office/drawing/2014/main" id="{89B0F96A-3DB7-0A91-44CD-583313C8F23E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2945537" y="4555700"/>
                  <a:ext cx="78480" cy="376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0" name="Group 169">
            <a:extLst>
              <a:ext uri="{FF2B5EF4-FFF2-40B4-BE49-F238E27FC236}">
                <a16:creationId xmlns:a16="http://schemas.microsoft.com/office/drawing/2014/main" id="{C09CCA95-217C-0433-D9C5-3D35CA6D505B}"/>
              </a:ext>
            </a:extLst>
          </p:cNvPr>
          <p:cNvGrpSpPr/>
          <p:nvPr/>
        </p:nvGrpSpPr>
        <p:grpSpPr>
          <a:xfrm>
            <a:off x="3322097" y="4602140"/>
            <a:ext cx="515880" cy="640800"/>
            <a:chOff x="3322097" y="4602140"/>
            <a:chExt cx="515880" cy="640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28">
              <p14:nvContentPartPr>
                <p14:cNvPr id="165" name="Ink 164">
                  <a:extLst>
                    <a:ext uri="{FF2B5EF4-FFF2-40B4-BE49-F238E27FC236}">
                      <a16:creationId xmlns:a16="http://schemas.microsoft.com/office/drawing/2014/main" id="{25C2C767-6188-CF32-11FC-58F089444000}"/>
                    </a:ext>
                  </a:extLst>
                </p14:cNvPr>
                <p14:cNvContentPartPr/>
                <p14:nvPr/>
              </p14:nvContentPartPr>
              <p14:xfrm>
                <a:off x="3322097" y="4602140"/>
                <a:ext cx="142560" cy="399960"/>
              </p14:xfrm>
            </p:contentPart>
          </mc:Choice>
          <mc:Fallback>
            <p:pic>
              <p:nvPicPr>
                <p:cNvPr id="165" name="Ink 164">
                  <a:extLst>
                    <a:ext uri="{FF2B5EF4-FFF2-40B4-BE49-F238E27FC236}">
                      <a16:creationId xmlns:a16="http://schemas.microsoft.com/office/drawing/2014/main" id="{25C2C767-6188-CF32-11FC-58F089444000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3313457" y="4593140"/>
                  <a:ext cx="160200" cy="41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0">
              <p14:nvContentPartPr>
                <p14:cNvPr id="166" name="Ink 165">
                  <a:extLst>
                    <a:ext uri="{FF2B5EF4-FFF2-40B4-BE49-F238E27FC236}">
                      <a16:creationId xmlns:a16="http://schemas.microsoft.com/office/drawing/2014/main" id="{3BB97C28-9453-C358-A4B3-BD2242FEE271}"/>
                    </a:ext>
                  </a:extLst>
                </p14:cNvPr>
                <p14:cNvContentPartPr/>
                <p14:nvPr/>
              </p14:nvContentPartPr>
              <p14:xfrm>
                <a:off x="3454937" y="4612940"/>
                <a:ext cx="189000" cy="405360"/>
              </p14:xfrm>
            </p:contentPart>
          </mc:Choice>
          <mc:Fallback>
            <p:pic>
              <p:nvPicPr>
                <p:cNvPr id="166" name="Ink 165">
                  <a:extLst>
                    <a:ext uri="{FF2B5EF4-FFF2-40B4-BE49-F238E27FC236}">
                      <a16:creationId xmlns:a16="http://schemas.microsoft.com/office/drawing/2014/main" id="{3BB97C28-9453-C358-A4B3-BD2242FEE271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3446297" y="4603940"/>
                  <a:ext cx="206640" cy="42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2">
              <p14:nvContentPartPr>
                <p14:cNvPr id="167" name="Ink 166">
                  <a:extLst>
                    <a:ext uri="{FF2B5EF4-FFF2-40B4-BE49-F238E27FC236}">
                      <a16:creationId xmlns:a16="http://schemas.microsoft.com/office/drawing/2014/main" id="{5219CD4B-1934-FBB9-1DF5-788FEC839420}"/>
                    </a:ext>
                  </a:extLst>
                </p14:cNvPr>
                <p14:cNvContentPartPr/>
                <p14:nvPr/>
              </p14:nvContentPartPr>
              <p14:xfrm>
                <a:off x="3347657" y="4871420"/>
                <a:ext cx="263520" cy="1440"/>
              </p14:xfrm>
            </p:contentPart>
          </mc:Choice>
          <mc:Fallback>
            <p:pic>
              <p:nvPicPr>
                <p:cNvPr id="167" name="Ink 166">
                  <a:extLst>
                    <a:ext uri="{FF2B5EF4-FFF2-40B4-BE49-F238E27FC236}">
                      <a16:creationId xmlns:a16="http://schemas.microsoft.com/office/drawing/2014/main" id="{5219CD4B-1934-FBB9-1DF5-788FEC839420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3339017" y="4862780"/>
                  <a:ext cx="281160" cy="1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4">
              <p14:nvContentPartPr>
                <p14:cNvPr id="168" name="Ink 167">
                  <a:extLst>
                    <a:ext uri="{FF2B5EF4-FFF2-40B4-BE49-F238E27FC236}">
                      <a16:creationId xmlns:a16="http://schemas.microsoft.com/office/drawing/2014/main" id="{5C6268F3-16B8-FE59-0E0B-981076BE67F4}"/>
                    </a:ext>
                  </a:extLst>
                </p14:cNvPr>
                <p14:cNvContentPartPr/>
                <p14:nvPr/>
              </p14:nvContentPartPr>
              <p14:xfrm>
                <a:off x="3783977" y="4914980"/>
                <a:ext cx="54000" cy="327960"/>
              </p14:xfrm>
            </p:contentPart>
          </mc:Choice>
          <mc:Fallback>
            <p:pic>
              <p:nvPicPr>
                <p:cNvPr id="168" name="Ink 167">
                  <a:extLst>
                    <a:ext uri="{FF2B5EF4-FFF2-40B4-BE49-F238E27FC236}">
                      <a16:creationId xmlns:a16="http://schemas.microsoft.com/office/drawing/2014/main" id="{5C6268F3-16B8-FE59-0E0B-981076BE67F4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3775337" y="4906340"/>
                  <a:ext cx="71640" cy="3456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36">
            <p14:nvContentPartPr>
              <p14:cNvPr id="169" name="Ink 168">
                <a:extLst>
                  <a:ext uri="{FF2B5EF4-FFF2-40B4-BE49-F238E27FC236}">
                    <a16:creationId xmlns:a16="http://schemas.microsoft.com/office/drawing/2014/main" id="{7A5E6C9C-3830-BCF5-1B6E-5F2C1EA77E52}"/>
                  </a:ext>
                </a:extLst>
              </p14:cNvPr>
              <p14:cNvContentPartPr/>
              <p14:nvPr/>
            </p14:nvContentPartPr>
            <p14:xfrm>
              <a:off x="2144537" y="4429340"/>
              <a:ext cx="1488960" cy="43200"/>
            </p14:xfrm>
          </p:contentPart>
        </mc:Choice>
        <mc:Fallback>
          <p:pic>
            <p:nvPicPr>
              <p:cNvPr id="169" name="Ink 168">
                <a:extLst>
                  <a:ext uri="{FF2B5EF4-FFF2-40B4-BE49-F238E27FC236}">
                    <a16:creationId xmlns:a16="http://schemas.microsoft.com/office/drawing/2014/main" id="{7A5E6C9C-3830-BCF5-1B6E-5F2C1EA77E52}"/>
                  </a:ext>
                </a:extLst>
              </p:cNvPr>
              <p:cNvPicPr/>
              <p:nvPr/>
            </p:nvPicPr>
            <p:blipFill>
              <a:blip r:embed="rId237"/>
              <a:stretch>
                <a:fillRect/>
              </a:stretch>
            </p:blipFill>
            <p:spPr>
              <a:xfrm>
                <a:off x="2135537" y="4420340"/>
                <a:ext cx="1506600" cy="60840"/>
              </a:xfrm>
              <a:prstGeom prst="rect">
                <a:avLst/>
              </a:prstGeom>
            </p:spPr>
          </p:pic>
        </mc:Fallback>
      </mc:AlternateContent>
      <p:grpSp>
        <p:nvGrpSpPr>
          <p:cNvPr id="173" name="Group 172">
            <a:extLst>
              <a:ext uri="{FF2B5EF4-FFF2-40B4-BE49-F238E27FC236}">
                <a16:creationId xmlns:a16="http://schemas.microsoft.com/office/drawing/2014/main" id="{886A3C08-53AA-B79D-8CF2-CCDE6C20459B}"/>
              </a:ext>
            </a:extLst>
          </p:cNvPr>
          <p:cNvGrpSpPr/>
          <p:nvPr/>
        </p:nvGrpSpPr>
        <p:grpSpPr>
          <a:xfrm>
            <a:off x="1494377" y="6057260"/>
            <a:ext cx="195840" cy="106560"/>
            <a:chOff x="1494377" y="6057260"/>
            <a:chExt cx="195840" cy="106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38">
              <p14:nvContentPartPr>
                <p14:cNvPr id="171" name="Ink 170">
                  <a:extLst>
                    <a:ext uri="{FF2B5EF4-FFF2-40B4-BE49-F238E27FC236}">
                      <a16:creationId xmlns:a16="http://schemas.microsoft.com/office/drawing/2014/main" id="{7A5C7A3E-6027-E6DC-D8C1-B351C8CFD9C8}"/>
                    </a:ext>
                  </a:extLst>
                </p14:cNvPr>
                <p14:cNvContentPartPr/>
                <p14:nvPr/>
              </p14:nvContentPartPr>
              <p14:xfrm>
                <a:off x="1494377" y="6157340"/>
                <a:ext cx="195840" cy="6480"/>
              </p14:xfrm>
            </p:contentPart>
          </mc:Choice>
          <mc:Fallback>
            <p:pic>
              <p:nvPicPr>
                <p:cNvPr id="171" name="Ink 170">
                  <a:extLst>
                    <a:ext uri="{FF2B5EF4-FFF2-40B4-BE49-F238E27FC236}">
                      <a16:creationId xmlns:a16="http://schemas.microsoft.com/office/drawing/2014/main" id="{7A5C7A3E-6027-E6DC-D8C1-B351C8CFD9C8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1485377" y="6148700"/>
                  <a:ext cx="213480" cy="2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0">
              <p14:nvContentPartPr>
                <p14:cNvPr id="172" name="Ink 171">
                  <a:extLst>
                    <a:ext uri="{FF2B5EF4-FFF2-40B4-BE49-F238E27FC236}">
                      <a16:creationId xmlns:a16="http://schemas.microsoft.com/office/drawing/2014/main" id="{CC520D04-762F-1CA8-B784-068EB3B4107F}"/>
                    </a:ext>
                  </a:extLst>
                </p14:cNvPr>
                <p14:cNvContentPartPr/>
                <p14:nvPr/>
              </p14:nvContentPartPr>
              <p14:xfrm>
                <a:off x="1496897" y="6057260"/>
                <a:ext cx="184320" cy="6480"/>
              </p14:xfrm>
            </p:contentPart>
          </mc:Choice>
          <mc:Fallback>
            <p:pic>
              <p:nvPicPr>
                <p:cNvPr id="172" name="Ink 171">
                  <a:extLst>
                    <a:ext uri="{FF2B5EF4-FFF2-40B4-BE49-F238E27FC236}">
                      <a16:creationId xmlns:a16="http://schemas.microsoft.com/office/drawing/2014/main" id="{CC520D04-762F-1CA8-B784-068EB3B4107F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1488257" y="6048260"/>
                  <a:ext cx="201960" cy="24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4" name="Group 183">
            <a:extLst>
              <a:ext uri="{FF2B5EF4-FFF2-40B4-BE49-F238E27FC236}">
                <a16:creationId xmlns:a16="http://schemas.microsoft.com/office/drawing/2014/main" id="{34259CBE-CD14-AB4D-AF87-E7A274E69BCC}"/>
              </a:ext>
            </a:extLst>
          </p:cNvPr>
          <p:cNvGrpSpPr/>
          <p:nvPr/>
        </p:nvGrpSpPr>
        <p:grpSpPr>
          <a:xfrm>
            <a:off x="5160617" y="240020"/>
            <a:ext cx="717840" cy="627840"/>
            <a:chOff x="5160617" y="240020"/>
            <a:chExt cx="717840" cy="627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42">
              <p14:nvContentPartPr>
                <p14:cNvPr id="174" name="Ink 173">
                  <a:extLst>
                    <a:ext uri="{FF2B5EF4-FFF2-40B4-BE49-F238E27FC236}">
                      <a16:creationId xmlns:a16="http://schemas.microsoft.com/office/drawing/2014/main" id="{B737B60D-0343-EEEC-8A63-3796F1B7ADC0}"/>
                    </a:ext>
                  </a:extLst>
                </p14:cNvPr>
                <p14:cNvContentPartPr/>
                <p14:nvPr/>
              </p14:nvContentPartPr>
              <p14:xfrm>
                <a:off x="5221097" y="445580"/>
                <a:ext cx="127800" cy="402120"/>
              </p14:xfrm>
            </p:contentPart>
          </mc:Choice>
          <mc:Fallback>
            <p:pic>
              <p:nvPicPr>
                <p:cNvPr id="174" name="Ink 173">
                  <a:extLst>
                    <a:ext uri="{FF2B5EF4-FFF2-40B4-BE49-F238E27FC236}">
                      <a16:creationId xmlns:a16="http://schemas.microsoft.com/office/drawing/2014/main" id="{B737B60D-0343-EEEC-8A63-3796F1B7ADC0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5212097" y="436580"/>
                  <a:ext cx="145440" cy="41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4">
              <p14:nvContentPartPr>
                <p14:cNvPr id="175" name="Ink 174">
                  <a:extLst>
                    <a:ext uri="{FF2B5EF4-FFF2-40B4-BE49-F238E27FC236}">
                      <a16:creationId xmlns:a16="http://schemas.microsoft.com/office/drawing/2014/main" id="{50937C49-C561-3FEB-9CE7-D83067964697}"/>
                    </a:ext>
                  </a:extLst>
                </p14:cNvPr>
                <p14:cNvContentPartPr/>
                <p14:nvPr/>
              </p14:nvContentPartPr>
              <p14:xfrm>
                <a:off x="5288417" y="411740"/>
                <a:ext cx="87840" cy="456120"/>
              </p14:xfrm>
            </p:contentPart>
          </mc:Choice>
          <mc:Fallback>
            <p:pic>
              <p:nvPicPr>
                <p:cNvPr id="175" name="Ink 174">
                  <a:extLst>
                    <a:ext uri="{FF2B5EF4-FFF2-40B4-BE49-F238E27FC236}">
                      <a16:creationId xmlns:a16="http://schemas.microsoft.com/office/drawing/2014/main" id="{50937C49-C561-3FEB-9CE7-D83067964697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5279417" y="402740"/>
                  <a:ext cx="105480" cy="47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6">
              <p14:nvContentPartPr>
                <p14:cNvPr id="176" name="Ink 175">
                  <a:extLst>
                    <a:ext uri="{FF2B5EF4-FFF2-40B4-BE49-F238E27FC236}">
                      <a16:creationId xmlns:a16="http://schemas.microsoft.com/office/drawing/2014/main" id="{5B9FFDEB-E49A-638F-6296-CDBEABD0AAB0}"/>
                    </a:ext>
                  </a:extLst>
                </p14:cNvPr>
                <p14:cNvContentPartPr/>
                <p14:nvPr/>
              </p14:nvContentPartPr>
              <p14:xfrm>
                <a:off x="5160617" y="606140"/>
                <a:ext cx="232560" cy="106560"/>
              </p14:xfrm>
            </p:contentPart>
          </mc:Choice>
          <mc:Fallback>
            <p:pic>
              <p:nvPicPr>
                <p:cNvPr id="176" name="Ink 175">
                  <a:extLst>
                    <a:ext uri="{FF2B5EF4-FFF2-40B4-BE49-F238E27FC236}">
                      <a16:creationId xmlns:a16="http://schemas.microsoft.com/office/drawing/2014/main" id="{5B9FFDEB-E49A-638F-6296-CDBEABD0AAB0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5151977" y="597500"/>
                  <a:ext cx="250200" cy="12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8">
              <p14:nvContentPartPr>
                <p14:cNvPr id="177" name="Ink 176">
                  <a:extLst>
                    <a:ext uri="{FF2B5EF4-FFF2-40B4-BE49-F238E27FC236}">
                      <a16:creationId xmlns:a16="http://schemas.microsoft.com/office/drawing/2014/main" id="{E6365A60-F9EC-DCDF-F69E-2B9BC3B0FFDD}"/>
                    </a:ext>
                  </a:extLst>
                </p14:cNvPr>
                <p14:cNvContentPartPr/>
                <p14:nvPr/>
              </p14:nvContentPartPr>
              <p14:xfrm>
                <a:off x="5680457" y="380060"/>
                <a:ext cx="198000" cy="446040"/>
              </p14:xfrm>
            </p:contentPart>
          </mc:Choice>
          <mc:Fallback>
            <p:pic>
              <p:nvPicPr>
                <p:cNvPr id="177" name="Ink 176">
                  <a:extLst>
                    <a:ext uri="{FF2B5EF4-FFF2-40B4-BE49-F238E27FC236}">
                      <a16:creationId xmlns:a16="http://schemas.microsoft.com/office/drawing/2014/main" id="{E6365A60-F9EC-DCDF-F69E-2B9BC3B0FFDD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5671817" y="371420"/>
                  <a:ext cx="215640" cy="46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0">
              <p14:nvContentPartPr>
                <p14:cNvPr id="178" name="Ink 177">
                  <a:extLst>
                    <a:ext uri="{FF2B5EF4-FFF2-40B4-BE49-F238E27FC236}">
                      <a16:creationId xmlns:a16="http://schemas.microsoft.com/office/drawing/2014/main" id="{C9969048-3924-1E6C-39C8-4431415FA1B4}"/>
                    </a:ext>
                  </a:extLst>
                </p14:cNvPr>
                <p14:cNvContentPartPr/>
                <p14:nvPr/>
              </p14:nvContentPartPr>
              <p14:xfrm>
                <a:off x="5465537" y="669140"/>
                <a:ext cx="149400" cy="12600"/>
              </p14:xfrm>
            </p:contentPart>
          </mc:Choice>
          <mc:Fallback>
            <p:pic>
              <p:nvPicPr>
                <p:cNvPr id="178" name="Ink 177">
                  <a:extLst>
                    <a:ext uri="{FF2B5EF4-FFF2-40B4-BE49-F238E27FC236}">
                      <a16:creationId xmlns:a16="http://schemas.microsoft.com/office/drawing/2014/main" id="{C9969048-3924-1E6C-39C8-4431415FA1B4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5456537" y="660500"/>
                  <a:ext cx="167040" cy="3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2">
              <p14:nvContentPartPr>
                <p14:cNvPr id="179" name="Ink 178">
                  <a:extLst>
                    <a:ext uri="{FF2B5EF4-FFF2-40B4-BE49-F238E27FC236}">
                      <a16:creationId xmlns:a16="http://schemas.microsoft.com/office/drawing/2014/main" id="{4BCB3E33-00A3-7F80-3646-3F956C1BDED0}"/>
                    </a:ext>
                  </a:extLst>
                </p14:cNvPr>
                <p14:cNvContentPartPr/>
                <p14:nvPr/>
              </p14:nvContentPartPr>
              <p14:xfrm>
                <a:off x="5542217" y="598940"/>
                <a:ext cx="25920" cy="254160"/>
              </p14:xfrm>
            </p:contentPart>
          </mc:Choice>
          <mc:Fallback>
            <p:pic>
              <p:nvPicPr>
                <p:cNvPr id="179" name="Ink 178">
                  <a:extLst>
                    <a:ext uri="{FF2B5EF4-FFF2-40B4-BE49-F238E27FC236}">
                      <a16:creationId xmlns:a16="http://schemas.microsoft.com/office/drawing/2014/main" id="{4BCB3E33-00A3-7F80-3646-3F956C1BDED0}"/>
                    </a:ext>
                  </a:extLst>
                </p:cNvPr>
                <p:cNvPicPr/>
                <p:nvPr/>
              </p:nvPicPr>
              <p:blipFill>
                <a:blip r:embed="rId253"/>
                <a:stretch>
                  <a:fillRect/>
                </a:stretch>
              </p:blipFill>
              <p:spPr>
                <a:xfrm>
                  <a:off x="5533217" y="590300"/>
                  <a:ext cx="43560" cy="27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4">
              <p14:nvContentPartPr>
                <p14:cNvPr id="180" name="Ink 179">
                  <a:extLst>
                    <a:ext uri="{FF2B5EF4-FFF2-40B4-BE49-F238E27FC236}">
                      <a16:creationId xmlns:a16="http://schemas.microsoft.com/office/drawing/2014/main" id="{A601566F-1C42-7DB2-476A-1062DBBF7E40}"/>
                    </a:ext>
                  </a:extLst>
                </p14:cNvPr>
                <p14:cNvContentPartPr/>
                <p14:nvPr/>
              </p14:nvContentPartPr>
              <p14:xfrm>
                <a:off x="5252057" y="240020"/>
                <a:ext cx="615600" cy="27360"/>
              </p14:xfrm>
            </p:contentPart>
          </mc:Choice>
          <mc:Fallback>
            <p:pic>
              <p:nvPicPr>
                <p:cNvPr id="180" name="Ink 179">
                  <a:extLst>
                    <a:ext uri="{FF2B5EF4-FFF2-40B4-BE49-F238E27FC236}">
                      <a16:creationId xmlns:a16="http://schemas.microsoft.com/office/drawing/2014/main" id="{A601566F-1C42-7DB2-476A-1062DBBF7E40}"/>
                    </a:ext>
                  </a:extLst>
                </p:cNvPr>
                <p:cNvPicPr/>
                <p:nvPr/>
              </p:nvPicPr>
              <p:blipFill>
                <a:blip r:embed="rId255"/>
                <a:stretch>
                  <a:fillRect/>
                </a:stretch>
              </p:blipFill>
              <p:spPr>
                <a:xfrm>
                  <a:off x="5243057" y="231380"/>
                  <a:ext cx="633240" cy="45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3" name="Group 182">
            <a:extLst>
              <a:ext uri="{FF2B5EF4-FFF2-40B4-BE49-F238E27FC236}">
                <a16:creationId xmlns:a16="http://schemas.microsoft.com/office/drawing/2014/main" id="{E167D14C-2A77-82BA-17B4-DAC4EF9ECB5D}"/>
              </a:ext>
            </a:extLst>
          </p:cNvPr>
          <p:cNvGrpSpPr/>
          <p:nvPr/>
        </p:nvGrpSpPr>
        <p:grpSpPr>
          <a:xfrm>
            <a:off x="6163937" y="636380"/>
            <a:ext cx="141480" cy="113040"/>
            <a:chOff x="6163937" y="636380"/>
            <a:chExt cx="141480" cy="113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56">
              <p14:nvContentPartPr>
                <p14:cNvPr id="181" name="Ink 180">
                  <a:extLst>
                    <a:ext uri="{FF2B5EF4-FFF2-40B4-BE49-F238E27FC236}">
                      <a16:creationId xmlns:a16="http://schemas.microsoft.com/office/drawing/2014/main" id="{31EF15DE-0B39-EE20-862D-37610C6240D7}"/>
                    </a:ext>
                  </a:extLst>
                </p14:cNvPr>
                <p14:cNvContentPartPr/>
                <p14:nvPr/>
              </p14:nvContentPartPr>
              <p14:xfrm>
                <a:off x="6165377" y="636380"/>
                <a:ext cx="123480" cy="10080"/>
              </p14:xfrm>
            </p:contentPart>
          </mc:Choice>
          <mc:Fallback>
            <p:pic>
              <p:nvPicPr>
                <p:cNvPr id="181" name="Ink 180">
                  <a:extLst>
                    <a:ext uri="{FF2B5EF4-FFF2-40B4-BE49-F238E27FC236}">
                      <a16:creationId xmlns:a16="http://schemas.microsoft.com/office/drawing/2014/main" id="{31EF15DE-0B39-EE20-862D-37610C6240D7}"/>
                    </a:ext>
                  </a:extLst>
                </p:cNvPr>
                <p:cNvPicPr/>
                <p:nvPr/>
              </p:nvPicPr>
              <p:blipFill>
                <a:blip r:embed="rId257"/>
                <a:stretch>
                  <a:fillRect/>
                </a:stretch>
              </p:blipFill>
              <p:spPr>
                <a:xfrm>
                  <a:off x="6156377" y="627740"/>
                  <a:ext cx="141120" cy="2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8">
              <p14:nvContentPartPr>
                <p14:cNvPr id="182" name="Ink 181">
                  <a:extLst>
                    <a:ext uri="{FF2B5EF4-FFF2-40B4-BE49-F238E27FC236}">
                      <a16:creationId xmlns:a16="http://schemas.microsoft.com/office/drawing/2014/main" id="{3380DD15-D3EF-9FEE-0C27-A4F46C9247AE}"/>
                    </a:ext>
                  </a:extLst>
                </p14:cNvPr>
                <p14:cNvContentPartPr/>
                <p14:nvPr/>
              </p14:nvContentPartPr>
              <p14:xfrm>
                <a:off x="6163937" y="749060"/>
                <a:ext cx="141480" cy="360"/>
              </p14:xfrm>
            </p:contentPart>
          </mc:Choice>
          <mc:Fallback>
            <p:pic>
              <p:nvPicPr>
                <p:cNvPr id="182" name="Ink 181">
                  <a:extLst>
                    <a:ext uri="{FF2B5EF4-FFF2-40B4-BE49-F238E27FC236}">
                      <a16:creationId xmlns:a16="http://schemas.microsoft.com/office/drawing/2014/main" id="{3380DD15-D3EF-9FEE-0C27-A4F46C9247AE}"/>
                    </a:ext>
                  </a:extLst>
                </p:cNvPr>
                <p:cNvPicPr/>
                <p:nvPr/>
              </p:nvPicPr>
              <p:blipFill>
                <a:blip r:embed="rId259"/>
                <a:stretch>
                  <a:fillRect/>
                </a:stretch>
              </p:blipFill>
              <p:spPr>
                <a:xfrm>
                  <a:off x="6154937" y="740060"/>
                  <a:ext cx="159120" cy="18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2" name="Group 191">
            <a:extLst>
              <a:ext uri="{FF2B5EF4-FFF2-40B4-BE49-F238E27FC236}">
                <a16:creationId xmlns:a16="http://schemas.microsoft.com/office/drawing/2014/main" id="{95F5325A-EC09-785E-7F27-D06FBD0F5FEA}"/>
              </a:ext>
            </a:extLst>
          </p:cNvPr>
          <p:cNvGrpSpPr/>
          <p:nvPr/>
        </p:nvGrpSpPr>
        <p:grpSpPr>
          <a:xfrm>
            <a:off x="6527897" y="476900"/>
            <a:ext cx="297000" cy="397440"/>
            <a:chOff x="6527897" y="476900"/>
            <a:chExt cx="297000" cy="397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60">
              <p14:nvContentPartPr>
                <p14:cNvPr id="185" name="Ink 184">
                  <a:extLst>
                    <a:ext uri="{FF2B5EF4-FFF2-40B4-BE49-F238E27FC236}">
                      <a16:creationId xmlns:a16="http://schemas.microsoft.com/office/drawing/2014/main" id="{A94694A8-471A-1DC4-9905-4C26BE94AA49}"/>
                    </a:ext>
                  </a:extLst>
                </p14:cNvPr>
                <p14:cNvContentPartPr/>
                <p14:nvPr/>
              </p14:nvContentPartPr>
              <p14:xfrm>
                <a:off x="6541217" y="476900"/>
                <a:ext cx="126720" cy="325440"/>
              </p14:xfrm>
            </p:contentPart>
          </mc:Choice>
          <mc:Fallback>
            <p:pic>
              <p:nvPicPr>
                <p:cNvPr id="185" name="Ink 184">
                  <a:extLst>
                    <a:ext uri="{FF2B5EF4-FFF2-40B4-BE49-F238E27FC236}">
                      <a16:creationId xmlns:a16="http://schemas.microsoft.com/office/drawing/2014/main" id="{A94694A8-471A-1DC4-9905-4C26BE94AA49}"/>
                    </a:ext>
                  </a:extLst>
                </p:cNvPr>
                <p:cNvPicPr/>
                <p:nvPr/>
              </p:nvPicPr>
              <p:blipFill>
                <a:blip r:embed="rId261"/>
                <a:stretch>
                  <a:fillRect/>
                </a:stretch>
              </p:blipFill>
              <p:spPr>
                <a:xfrm>
                  <a:off x="6532577" y="468260"/>
                  <a:ext cx="144360" cy="34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2">
              <p14:nvContentPartPr>
                <p14:cNvPr id="186" name="Ink 185">
                  <a:extLst>
                    <a:ext uri="{FF2B5EF4-FFF2-40B4-BE49-F238E27FC236}">
                      <a16:creationId xmlns:a16="http://schemas.microsoft.com/office/drawing/2014/main" id="{69D68830-D9A0-3B3A-6083-F818E8B822B5}"/>
                    </a:ext>
                  </a:extLst>
                </p14:cNvPr>
                <p14:cNvContentPartPr/>
                <p14:nvPr/>
              </p14:nvContentPartPr>
              <p14:xfrm>
                <a:off x="6662177" y="493820"/>
                <a:ext cx="162720" cy="380520"/>
              </p14:xfrm>
            </p:contentPart>
          </mc:Choice>
          <mc:Fallback>
            <p:pic>
              <p:nvPicPr>
                <p:cNvPr id="186" name="Ink 185">
                  <a:extLst>
                    <a:ext uri="{FF2B5EF4-FFF2-40B4-BE49-F238E27FC236}">
                      <a16:creationId xmlns:a16="http://schemas.microsoft.com/office/drawing/2014/main" id="{69D68830-D9A0-3B3A-6083-F818E8B822B5}"/>
                    </a:ext>
                  </a:extLst>
                </p:cNvPr>
                <p:cNvPicPr/>
                <p:nvPr/>
              </p:nvPicPr>
              <p:blipFill>
                <a:blip r:embed="rId263"/>
                <a:stretch>
                  <a:fillRect/>
                </a:stretch>
              </p:blipFill>
              <p:spPr>
                <a:xfrm>
                  <a:off x="6653177" y="485180"/>
                  <a:ext cx="180360" cy="39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4">
              <p14:nvContentPartPr>
                <p14:cNvPr id="187" name="Ink 186">
                  <a:extLst>
                    <a:ext uri="{FF2B5EF4-FFF2-40B4-BE49-F238E27FC236}">
                      <a16:creationId xmlns:a16="http://schemas.microsoft.com/office/drawing/2014/main" id="{133326BC-AD0B-D438-2C67-5609FDD8CE5A}"/>
                    </a:ext>
                  </a:extLst>
                </p14:cNvPr>
                <p14:cNvContentPartPr/>
                <p14:nvPr/>
              </p14:nvContentPartPr>
              <p14:xfrm>
                <a:off x="6527897" y="672740"/>
                <a:ext cx="209880" cy="21960"/>
              </p14:xfrm>
            </p:contentPart>
          </mc:Choice>
          <mc:Fallback>
            <p:pic>
              <p:nvPicPr>
                <p:cNvPr id="187" name="Ink 186">
                  <a:extLst>
                    <a:ext uri="{FF2B5EF4-FFF2-40B4-BE49-F238E27FC236}">
                      <a16:creationId xmlns:a16="http://schemas.microsoft.com/office/drawing/2014/main" id="{133326BC-AD0B-D438-2C67-5609FDD8CE5A}"/>
                    </a:ext>
                  </a:extLst>
                </p:cNvPr>
                <p:cNvPicPr/>
                <p:nvPr/>
              </p:nvPicPr>
              <p:blipFill>
                <a:blip r:embed="rId265"/>
                <a:stretch>
                  <a:fillRect/>
                </a:stretch>
              </p:blipFill>
              <p:spPr>
                <a:xfrm>
                  <a:off x="6518897" y="664100"/>
                  <a:ext cx="227520" cy="396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66">
            <p14:nvContentPartPr>
              <p14:cNvPr id="188" name="Ink 187">
                <a:extLst>
                  <a:ext uri="{FF2B5EF4-FFF2-40B4-BE49-F238E27FC236}">
                    <a16:creationId xmlns:a16="http://schemas.microsoft.com/office/drawing/2014/main" id="{167CF4F6-00B5-B92F-4DE5-1DE56CD9C9E9}"/>
                  </a:ext>
                </a:extLst>
              </p14:cNvPr>
              <p14:cNvContentPartPr/>
              <p14:nvPr/>
            </p14:nvContentPartPr>
            <p14:xfrm>
              <a:off x="6576137" y="290780"/>
              <a:ext cx="267480" cy="16200"/>
            </p14:xfrm>
          </p:contentPart>
        </mc:Choice>
        <mc:Fallback>
          <p:pic>
            <p:nvPicPr>
              <p:cNvPr id="188" name="Ink 187">
                <a:extLst>
                  <a:ext uri="{FF2B5EF4-FFF2-40B4-BE49-F238E27FC236}">
                    <a16:creationId xmlns:a16="http://schemas.microsoft.com/office/drawing/2014/main" id="{167CF4F6-00B5-B92F-4DE5-1DE56CD9C9E9}"/>
                  </a:ext>
                </a:extLst>
              </p:cNvPr>
              <p:cNvPicPr/>
              <p:nvPr/>
            </p:nvPicPr>
            <p:blipFill>
              <a:blip r:embed="rId267"/>
              <a:stretch>
                <a:fillRect/>
              </a:stretch>
            </p:blipFill>
            <p:spPr>
              <a:xfrm>
                <a:off x="6567497" y="282140"/>
                <a:ext cx="285120" cy="33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8">
            <p14:nvContentPartPr>
              <p14:cNvPr id="189" name="Ink 188">
                <a:extLst>
                  <a:ext uri="{FF2B5EF4-FFF2-40B4-BE49-F238E27FC236}">
                    <a16:creationId xmlns:a16="http://schemas.microsoft.com/office/drawing/2014/main" id="{E4E98E82-EE4D-C67F-02F4-C6F18918481B}"/>
                  </a:ext>
                </a:extLst>
              </p14:cNvPr>
              <p14:cNvContentPartPr/>
              <p14:nvPr/>
            </p14:nvContentPartPr>
            <p14:xfrm>
              <a:off x="7044857" y="801980"/>
              <a:ext cx="11160" cy="11160"/>
            </p14:xfrm>
          </p:contentPart>
        </mc:Choice>
        <mc:Fallback>
          <p:pic>
            <p:nvPicPr>
              <p:cNvPr id="189" name="Ink 188">
                <a:extLst>
                  <a:ext uri="{FF2B5EF4-FFF2-40B4-BE49-F238E27FC236}">
                    <a16:creationId xmlns:a16="http://schemas.microsoft.com/office/drawing/2014/main" id="{E4E98E82-EE4D-C67F-02F4-C6F18918481B}"/>
                  </a:ext>
                </a:extLst>
              </p:cNvPr>
              <p:cNvPicPr/>
              <p:nvPr/>
            </p:nvPicPr>
            <p:blipFill>
              <a:blip r:embed="rId269"/>
              <a:stretch>
                <a:fillRect/>
              </a:stretch>
            </p:blipFill>
            <p:spPr>
              <a:xfrm>
                <a:off x="7036217" y="793340"/>
                <a:ext cx="28800" cy="28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70">
            <p14:nvContentPartPr>
              <p14:cNvPr id="190" name="Ink 189">
                <a:extLst>
                  <a:ext uri="{FF2B5EF4-FFF2-40B4-BE49-F238E27FC236}">
                    <a16:creationId xmlns:a16="http://schemas.microsoft.com/office/drawing/2014/main" id="{C531AFA9-4735-50AB-75C0-477AE130EF3F}"/>
                  </a:ext>
                </a:extLst>
              </p14:cNvPr>
              <p14:cNvContentPartPr/>
              <p14:nvPr/>
            </p14:nvContentPartPr>
            <p14:xfrm>
              <a:off x="7279937" y="466100"/>
              <a:ext cx="208440" cy="338760"/>
            </p14:xfrm>
          </p:contentPart>
        </mc:Choice>
        <mc:Fallback>
          <p:pic>
            <p:nvPicPr>
              <p:cNvPr id="190" name="Ink 189">
                <a:extLst>
                  <a:ext uri="{FF2B5EF4-FFF2-40B4-BE49-F238E27FC236}">
                    <a16:creationId xmlns:a16="http://schemas.microsoft.com/office/drawing/2014/main" id="{C531AFA9-4735-50AB-75C0-477AE130EF3F}"/>
                  </a:ext>
                </a:extLst>
              </p:cNvPr>
              <p:cNvPicPr/>
              <p:nvPr/>
            </p:nvPicPr>
            <p:blipFill>
              <a:blip r:embed="rId271"/>
              <a:stretch>
                <a:fillRect/>
              </a:stretch>
            </p:blipFill>
            <p:spPr>
              <a:xfrm>
                <a:off x="7270937" y="457100"/>
                <a:ext cx="226080" cy="356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72">
            <p14:nvContentPartPr>
              <p14:cNvPr id="191" name="Ink 190">
                <a:extLst>
                  <a:ext uri="{FF2B5EF4-FFF2-40B4-BE49-F238E27FC236}">
                    <a16:creationId xmlns:a16="http://schemas.microsoft.com/office/drawing/2014/main" id="{504616A5-4705-ABE6-414D-5FD9AD6C5EE5}"/>
                  </a:ext>
                </a:extLst>
              </p14:cNvPr>
              <p14:cNvContentPartPr/>
              <p14:nvPr/>
            </p14:nvContentPartPr>
            <p14:xfrm>
              <a:off x="7250417" y="273860"/>
              <a:ext cx="235440" cy="21960"/>
            </p14:xfrm>
          </p:contentPart>
        </mc:Choice>
        <mc:Fallback>
          <p:pic>
            <p:nvPicPr>
              <p:cNvPr id="191" name="Ink 190">
                <a:extLst>
                  <a:ext uri="{FF2B5EF4-FFF2-40B4-BE49-F238E27FC236}">
                    <a16:creationId xmlns:a16="http://schemas.microsoft.com/office/drawing/2014/main" id="{504616A5-4705-ABE6-414D-5FD9AD6C5EE5}"/>
                  </a:ext>
                </a:extLst>
              </p:cNvPr>
              <p:cNvPicPr/>
              <p:nvPr/>
            </p:nvPicPr>
            <p:blipFill>
              <a:blip r:embed="rId273"/>
              <a:stretch>
                <a:fillRect/>
              </a:stretch>
            </p:blipFill>
            <p:spPr>
              <a:xfrm>
                <a:off x="7241417" y="265220"/>
                <a:ext cx="253080" cy="39600"/>
              </a:xfrm>
              <a:prstGeom prst="rect">
                <a:avLst/>
              </a:prstGeom>
            </p:spPr>
          </p:pic>
        </mc:Fallback>
      </mc:AlternateContent>
      <p:grpSp>
        <p:nvGrpSpPr>
          <p:cNvPr id="205" name="Group 204">
            <a:extLst>
              <a:ext uri="{FF2B5EF4-FFF2-40B4-BE49-F238E27FC236}">
                <a16:creationId xmlns:a16="http://schemas.microsoft.com/office/drawing/2014/main" id="{B7FDD354-0DBE-11BE-EDDF-C6350C216470}"/>
              </a:ext>
            </a:extLst>
          </p:cNvPr>
          <p:cNvGrpSpPr/>
          <p:nvPr/>
        </p:nvGrpSpPr>
        <p:grpSpPr>
          <a:xfrm>
            <a:off x="2099897" y="5758820"/>
            <a:ext cx="638280" cy="556200"/>
            <a:chOff x="2099897" y="5758820"/>
            <a:chExt cx="638280" cy="556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74">
              <p14:nvContentPartPr>
                <p14:cNvPr id="193" name="Ink 192">
                  <a:extLst>
                    <a:ext uri="{FF2B5EF4-FFF2-40B4-BE49-F238E27FC236}">
                      <a16:creationId xmlns:a16="http://schemas.microsoft.com/office/drawing/2014/main" id="{1471A277-2D8C-DFB3-1B5E-233631E578FD}"/>
                    </a:ext>
                  </a:extLst>
                </p14:cNvPr>
                <p14:cNvContentPartPr/>
                <p14:nvPr/>
              </p14:nvContentPartPr>
              <p14:xfrm>
                <a:off x="2116097" y="5880860"/>
                <a:ext cx="123840" cy="384840"/>
              </p14:xfrm>
            </p:contentPart>
          </mc:Choice>
          <mc:Fallback>
            <p:pic>
              <p:nvPicPr>
                <p:cNvPr id="193" name="Ink 192">
                  <a:extLst>
                    <a:ext uri="{FF2B5EF4-FFF2-40B4-BE49-F238E27FC236}">
                      <a16:creationId xmlns:a16="http://schemas.microsoft.com/office/drawing/2014/main" id="{1471A277-2D8C-DFB3-1B5E-233631E578FD}"/>
                    </a:ext>
                  </a:extLst>
                </p:cNvPr>
                <p:cNvPicPr/>
                <p:nvPr/>
              </p:nvPicPr>
              <p:blipFill>
                <a:blip r:embed="rId275"/>
                <a:stretch>
                  <a:fillRect/>
                </a:stretch>
              </p:blipFill>
              <p:spPr>
                <a:xfrm>
                  <a:off x="2107457" y="5871860"/>
                  <a:ext cx="141480" cy="40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6">
              <p14:nvContentPartPr>
                <p14:cNvPr id="194" name="Ink 193">
                  <a:extLst>
                    <a:ext uri="{FF2B5EF4-FFF2-40B4-BE49-F238E27FC236}">
                      <a16:creationId xmlns:a16="http://schemas.microsoft.com/office/drawing/2014/main" id="{A6042698-DCCB-F975-2F66-B42AF48031D5}"/>
                    </a:ext>
                  </a:extLst>
                </p14:cNvPr>
                <p14:cNvContentPartPr/>
                <p14:nvPr/>
              </p14:nvContentPartPr>
              <p14:xfrm>
                <a:off x="2222297" y="5848460"/>
                <a:ext cx="189720" cy="451800"/>
              </p14:xfrm>
            </p:contentPart>
          </mc:Choice>
          <mc:Fallback>
            <p:pic>
              <p:nvPicPr>
                <p:cNvPr id="194" name="Ink 193">
                  <a:extLst>
                    <a:ext uri="{FF2B5EF4-FFF2-40B4-BE49-F238E27FC236}">
                      <a16:creationId xmlns:a16="http://schemas.microsoft.com/office/drawing/2014/main" id="{A6042698-DCCB-F975-2F66-B42AF48031D5}"/>
                    </a:ext>
                  </a:extLst>
                </p:cNvPr>
                <p:cNvPicPr/>
                <p:nvPr/>
              </p:nvPicPr>
              <p:blipFill>
                <a:blip r:embed="rId277"/>
                <a:stretch>
                  <a:fillRect/>
                </a:stretch>
              </p:blipFill>
              <p:spPr>
                <a:xfrm>
                  <a:off x="2213297" y="5839820"/>
                  <a:ext cx="207360" cy="46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8">
              <p14:nvContentPartPr>
                <p14:cNvPr id="195" name="Ink 194">
                  <a:extLst>
                    <a:ext uri="{FF2B5EF4-FFF2-40B4-BE49-F238E27FC236}">
                      <a16:creationId xmlns:a16="http://schemas.microsoft.com/office/drawing/2014/main" id="{FD53FCDD-AEDE-A31F-3D38-A81DA9468687}"/>
                    </a:ext>
                  </a:extLst>
                </p14:cNvPr>
                <p14:cNvContentPartPr/>
                <p14:nvPr/>
              </p14:nvContentPartPr>
              <p14:xfrm>
                <a:off x="2099897" y="6082460"/>
                <a:ext cx="293040" cy="55800"/>
              </p14:xfrm>
            </p:contentPart>
          </mc:Choice>
          <mc:Fallback>
            <p:pic>
              <p:nvPicPr>
                <p:cNvPr id="195" name="Ink 194">
                  <a:extLst>
                    <a:ext uri="{FF2B5EF4-FFF2-40B4-BE49-F238E27FC236}">
                      <a16:creationId xmlns:a16="http://schemas.microsoft.com/office/drawing/2014/main" id="{FD53FCDD-AEDE-A31F-3D38-A81DA9468687}"/>
                    </a:ext>
                  </a:extLst>
                </p:cNvPr>
                <p:cNvPicPr/>
                <p:nvPr/>
              </p:nvPicPr>
              <p:blipFill>
                <a:blip r:embed="rId279"/>
                <a:stretch>
                  <a:fillRect/>
                </a:stretch>
              </p:blipFill>
              <p:spPr>
                <a:xfrm>
                  <a:off x="2091257" y="6073820"/>
                  <a:ext cx="310680" cy="7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0">
              <p14:nvContentPartPr>
                <p14:cNvPr id="196" name="Ink 195">
                  <a:extLst>
                    <a:ext uri="{FF2B5EF4-FFF2-40B4-BE49-F238E27FC236}">
                      <a16:creationId xmlns:a16="http://schemas.microsoft.com/office/drawing/2014/main" id="{0188D39A-86FF-136E-B706-7E22816113F1}"/>
                    </a:ext>
                  </a:extLst>
                </p14:cNvPr>
                <p14:cNvContentPartPr/>
                <p14:nvPr/>
              </p14:nvContentPartPr>
              <p14:xfrm>
                <a:off x="2587697" y="6172100"/>
                <a:ext cx="150480" cy="142920"/>
              </p14:xfrm>
            </p:contentPart>
          </mc:Choice>
          <mc:Fallback>
            <p:pic>
              <p:nvPicPr>
                <p:cNvPr id="196" name="Ink 195">
                  <a:extLst>
                    <a:ext uri="{FF2B5EF4-FFF2-40B4-BE49-F238E27FC236}">
                      <a16:creationId xmlns:a16="http://schemas.microsoft.com/office/drawing/2014/main" id="{0188D39A-86FF-136E-B706-7E22816113F1}"/>
                    </a:ext>
                  </a:extLst>
                </p:cNvPr>
                <p:cNvPicPr/>
                <p:nvPr/>
              </p:nvPicPr>
              <p:blipFill>
                <a:blip r:embed="rId281"/>
                <a:stretch>
                  <a:fillRect/>
                </a:stretch>
              </p:blipFill>
              <p:spPr>
                <a:xfrm>
                  <a:off x="2578697" y="6163460"/>
                  <a:ext cx="168120" cy="16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2">
              <p14:nvContentPartPr>
                <p14:cNvPr id="197" name="Ink 196">
                  <a:extLst>
                    <a:ext uri="{FF2B5EF4-FFF2-40B4-BE49-F238E27FC236}">
                      <a16:creationId xmlns:a16="http://schemas.microsoft.com/office/drawing/2014/main" id="{07374E59-A114-D967-5096-F17060E9B011}"/>
                    </a:ext>
                  </a:extLst>
                </p14:cNvPr>
                <p14:cNvContentPartPr/>
                <p14:nvPr/>
              </p14:nvContentPartPr>
              <p14:xfrm>
                <a:off x="2099897" y="5758820"/>
                <a:ext cx="541440" cy="41400"/>
              </p14:xfrm>
            </p:contentPart>
          </mc:Choice>
          <mc:Fallback>
            <p:pic>
              <p:nvPicPr>
                <p:cNvPr id="197" name="Ink 196">
                  <a:extLst>
                    <a:ext uri="{FF2B5EF4-FFF2-40B4-BE49-F238E27FC236}">
                      <a16:creationId xmlns:a16="http://schemas.microsoft.com/office/drawing/2014/main" id="{07374E59-A114-D967-5096-F17060E9B011}"/>
                    </a:ext>
                  </a:extLst>
                </p:cNvPr>
                <p:cNvPicPr/>
                <p:nvPr/>
              </p:nvPicPr>
              <p:blipFill>
                <a:blip r:embed="rId283"/>
                <a:stretch>
                  <a:fillRect/>
                </a:stretch>
              </p:blipFill>
              <p:spPr>
                <a:xfrm>
                  <a:off x="2091257" y="5749820"/>
                  <a:ext cx="559080" cy="590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84">
            <p14:nvContentPartPr>
              <p14:cNvPr id="198" name="Ink 197">
                <a:extLst>
                  <a:ext uri="{FF2B5EF4-FFF2-40B4-BE49-F238E27FC236}">
                    <a16:creationId xmlns:a16="http://schemas.microsoft.com/office/drawing/2014/main" id="{CF4D42BA-B7A1-A2E8-D842-AFB84C7A45B4}"/>
                  </a:ext>
                </a:extLst>
              </p14:cNvPr>
              <p14:cNvContentPartPr/>
              <p14:nvPr/>
            </p14:nvContentPartPr>
            <p14:xfrm>
              <a:off x="3080537" y="6196220"/>
              <a:ext cx="90360" cy="88920"/>
            </p14:xfrm>
          </p:contentPart>
        </mc:Choice>
        <mc:Fallback>
          <p:pic>
            <p:nvPicPr>
              <p:cNvPr id="198" name="Ink 197">
                <a:extLst>
                  <a:ext uri="{FF2B5EF4-FFF2-40B4-BE49-F238E27FC236}">
                    <a16:creationId xmlns:a16="http://schemas.microsoft.com/office/drawing/2014/main" id="{CF4D42BA-B7A1-A2E8-D842-AFB84C7A45B4}"/>
                  </a:ext>
                </a:extLst>
              </p:cNvPr>
              <p:cNvPicPr/>
              <p:nvPr/>
            </p:nvPicPr>
            <p:blipFill>
              <a:blip r:embed="rId285"/>
              <a:stretch>
                <a:fillRect/>
              </a:stretch>
            </p:blipFill>
            <p:spPr>
              <a:xfrm>
                <a:off x="3071537" y="6187220"/>
                <a:ext cx="108000" cy="106560"/>
              </a:xfrm>
              <a:prstGeom prst="rect">
                <a:avLst/>
              </a:prstGeom>
            </p:spPr>
          </p:pic>
        </mc:Fallback>
      </mc:AlternateContent>
      <p:grpSp>
        <p:nvGrpSpPr>
          <p:cNvPr id="204" name="Group 203">
            <a:extLst>
              <a:ext uri="{FF2B5EF4-FFF2-40B4-BE49-F238E27FC236}">
                <a16:creationId xmlns:a16="http://schemas.microsoft.com/office/drawing/2014/main" id="{6E9DE930-D153-B4BF-780F-45CF9B2BE0BE}"/>
              </a:ext>
            </a:extLst>
          </p:cNvPr>
          <p:cNvGrpSpPr/>
          <p:nvPr/>
        </p:nvGrpSpPr>
        <p:grpSpPr>
          <a:xfrm>
            <a:off x="3529097" y="5693660"/>
            <a:ext cx="506520" cy="623520"/>
            <a:chOff x="3529097" y="5693660"/>
            <a:chExt cx="506520" cy="623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86">
              <p14:nvContentPartPr>
                <p14:cNvPr id="199" name="Ink 198">
                  <a:extLst>
                    <a:ext uri="{FF2B5EF4-FFF2-40B4-BE49-F238E27FC236}">
                      <a16:creationId xmlns:a16="http://schemas.microsoft.com/office/drawing/2014/main" id="{BC6638BE-9A41-4B63-1FC2-9DD13AD9FE3A}"/>
                    </a:ext>
                  </a:extLst>
                </p14:cNvPr>
                <p14:cNvContentPartPr/>
                <p14:nvPr/>
              </p14:nvContentPartPr>
              <p14:xfrm>
                <a:off x="3563657" y="5812100"/>
                <a:ext cx="150840" cy="370080"/>
              </p14:xfrm>
            </p:contentPart>
          </mc:Choice>
          <mc:Fallback>
            <p:pic>
              <p:nvPicPr>
                <p:cNvPr id="199" name="Ink 198">
                  <a:extLst>
                    <a:ext uri="{FF2B5EF4-FFF2-40B4-BE49-F238E27FC236}">
                      <a16:creationId xmlns:a16="http://schemas.microsoft.com/office/drawing/2014/main" id="{BC6638BE-9A41-4B63-1FC2-9DD13AD9FE3A}"/>
                    </a:ext>
                  </a:extLst>
                </p:cNvPr>
                <p:cNvPicPr/>
                <p:nvPr/>
              </p:nvPicPr>
              <p:blipFill>
                <a:blip r:embed="rId287"/>
                <a:stretch>
                  <a:fillRect/>
                </a:stretch>
              </p:blipFill>
              <p:spPr>
                <a:xfrm>
                  <a:off x="3555017" y="5803100"/>
                  <a:ext cx="168480" cy="38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8">
              <p14:nvContentPartPr>
                <p14:cNvPr id="200" name="Ink 199">
                  <a:extLst>
                    <a:ext uri="{FF2B5EF4-FFF2-40B4-BE49-F238E27FC236}">
                      <a16:creationId xmlns:a16="http://schemas.microsoft.com/office/drawing/2014/main" id="{BFECF448-0D94-316A-9AA5-C0F458296F3C}"/>
                    </a:ext>
                  </a:extLst>
                </p14:cNvPr>
                <p14:cNvContentPartPr/>
                <p14:nvPr/>
              </p14:nvContentPartPr>
              <p14:xfrm>
                <a:off x="3695417" y="5769980"/>
                <a:ext cx="157320" cy="339840"/>
              </p14:xfrm>
            </p:contentPart>
          </mc:Choice>
          <mc:Fallback>
            <p:pic>
              <p:nvPicPr>
                <p:cNvPr id="200" name="Ink 199">
                  <a:extLst>
                    <a:ext uri="{FF2B5EF4-FFF2-40B4-BE49-F238E27FC236}">
                      <a16:creationId xmlns:a16="http://schemas.microsoft.com/office/drawing/2014/main" id="{BFECF448-0D94-316A-9AA5-C0F458296F3C}"/>
                    </a:ext>
                  </a:extLst>
                </p:cNvPr>
                <p:cNvPicPr/>
                <p:nvPr/>
              </p:nvPicPr>
              <p:blipFill>
                <a:blip r:embed="rId289"/>
                <a:stretch>
                  <a:fillRect/>
                </a:stretch>
              </p:blipFill>
              <p:spPr>
                <a:xfrm>
                  <a:off x="3686777" y="5760980"/>
                  <a:ext cx="174960" cy="35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0">
              <p14:nvContentPartPr>
                <p14:cNvPr id="201" name="Ink 200">
                  <a:extLst>
                    <a:ext uri="{FF2B5EF4-FFF2-40B4-BE49-F238E27FC236}">
                      <a16:creationId xmlns:a16="http://schemas.microsoft.com/office/drawing/2014/main" id="{AF0CE8CA-9A4C-4078-51DB-0B9E7294EA8C}"/>
                    </a:ext>
                  </a:extLst>
                </p14:cNvPr>
                <p14:cNvContentPartPr/>
                <p14:nvPr/>
              </p14:nvContentPartPr>
              <p14:xfrm>
                <a:off x="3529097" y="5960420"/>
                <a:ext cx="257040" cy="54720"/>
              </p14:xfrm>
            </p:contentPart>
          </mc:Choice>
          <mc:Fallback>
            <p:pic>
              <p:nvPicPr>
                <p:cNvPr id="201" name="Ink 200">
                  <a:extLst>
                    <a:ext uri="{FF2B5EF4-FFF2-40B4-BE49-F238E27FC236}">
                      <a16:creationId xmlns:a16="http://schemas.microsoft.com/office/drawing/2014/main" id="{AF0CE8CA-9A4C-4078-51DB-0B9E7294EA8C}"/>
                    </a:ext>
                  </a:extLst>
                </p:cNvPr>
                <p:cNvPicPr/>
                <p:nvPr/>
              </p:nvPicPr>
              <p:blipFill>
                <a:blip r:embed="rId291"/>
                <a:stretch>
                  <a:fillRect/>
                </a:stretch>
              </p:blipFill>
              <p:spPr>
                <a:xfrm>
                  <a:off x="3520097" y="5951780"/>
                  <a:ext cx="274680" cy="7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2">
              <p14:nvContentPartPr>
                <p14:cNvPr id="202" name="Ink 201">
                  <a:extLst>
                    <a:ext uri="{FF2B5EF4-FFF2-40B4-BE49-F238E27FC236}">
                      <a16:creationId xmlns:a16="http://schemas.microsoft.com/office/drawing/2014/main" id="{FAF635B6-64F3-1EFF-593B-1C66A65CD061}"/>
                    </a:ext>
                  </a:extLst>
                </p14:cNvPr>
                <p14:cNvContentPartPr/>
                <p14:nvPr/>
              </p14:nvContentPartPr>
              <p14:xfrm>
                <a:off x="3973337" y="6053660"/>
                <a:ext cx="42120" cy="263520"/>
              </p14:xfrm>
            </p:contentPart>
          </mc:Choice>
          <mc:Fallback>
            <p:pic>
              <p:nvPicPr>
                <p:cNvPr id="202" name="Ink 201">
                  <a:extLst>
                    <a:ext uri="{FF2B5EF4-FFF2-40B4-BE49-F238E27FC236}">
                      <a16:creationId xmlns:a16="http://schemas.microsoft.com/office/drawing/2014/main" id="{FAF635B6-64F3-1EFF-593B-1C66A65CD061}"/>
                    </a:ext>
                  </a:extLst>
                </p:cNvPr>
                <p:cNvPicPr/>
                <p:nvPr/>
              </p:nvPicPr>
              <p:blipFill>
                <a:blip r:embed="rId293"/>
                <a:stretch>
                  <a:fillRect/>
                </a:stretch>
              </p:blipFill>
              <p:spPr>
                <a:xfrm>
                  <a:off x="3964697" y="6044660"/>
                  <a:ext cx="59760" cy="28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4">
              <p14:nvContentPartPr>
                <p14:cNvPr id="203" name="Ink 202">
                  <a:extLst>
                    <a:ext uri="{FF2B5EF4-FFF2-40B4-BE49-F238E27FC236}">
                      <a16:creationId xmlns:a16="http://schemas.microsoft.com/office/drawing/2014/main" id="{AEA9844F-1B28-24CF-4865-243489DC84DF}"/>
                    </a:ext>
                  </a:extLst>
                </p14:cNvPr>
                <p14:cNvContentPartPr/>
                <p14:nvPr/>
              </p14:nvContentPartPr>
              <p14:xfrm>
                <a:off x="3637817" y="5693660"/>
                <a:ext cx="397800" cy="47520"/>
              </p14:xfrm>
            </p:contentPart>
          </mc:Choice>
          <mc:Fallback>
            <p:pic>
              <p:nvPicPr>
                <p:cNvPr id="203" name="Ink 202">
                  <a:extLst>
                    <a:ext uri="{FF2B5EF4-FFF2-40B4-BE49-F238E27FC236}">
                      <a16:creationId xmlns:a16="http://schemas.microsoft.com/office/drawing/2014/main" id="{AEA9844F-1B28-24CF-4865-243489DC84DF}"/>
                    </a:ext>
                  </a:extLst>
                </p:cNvPr>
                <p:cNvPicPr/>
                <p:nvPr/>
              </p:nvPicPr>
              <p:blipFill>
                <a:blip r:embed="rId295"/>
                <a:stretch>
                  <a:fillRect/>
                </a:stretch>
              </p:blipFill>
              <p:spPr>
                <a:xfrm>
                  <a:off x="3628817" y="5684660"/>
                  <a:ext cx="415440" cy="651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96">
            <p14:nvContentPartPr>
              <p14:cNvPr id="206" name="Ink 205">
                <a:extLst>
                  <a:ext uri="{FF2B5EF4-FFF2-40B4-BE49-F238E27FC236}">
                    <a16:creationId xmlns:a16="http://schemas.microsoft.com/office/drawing/2014/main" id="{5B275041-2005-8534-7D57-131B80F9B49A}"/>
                  </a:ext>
                </a:extLst>
              </p14:cNvPr>
              <p14:cNvContentPartPr/>
              <p14:nvPr/>
            </p14:nvContentPartPr>
            <p14:xfrm>
              <a:off x="5241257" y="4457060"/>
              <a:ext cx="723600" cy="105480"/>
            </p14:xfrm>
          </p:contentPart>
        </mc:Choice>
        <mc:Fallback>
          <p:pic>
            <p:nvPicPr>
              <p:cNvPr id="206" name="Ink 205">
                <a:extLst>
                  <a:ext uri="{FF2B5EF4-FFF2-40B4-BE49-F238E27FC236}">
                    <a16:creationId xmlns:a16="http://schemas.microsoft.com/office/drawing/2014/main" id="{5B275041-2005-8534-7D57-131B80F9B49A}"/>
                  </a:ext>
                </a:extLst>
              </p:cNvPr>
              <p:cNvPicPr/>
              <p:nvPr/>
            </p:nvPicPr>
            <p:blipFill>
              <a:blip r:embed="rId297"/>
              <a:stretch>
                <a:fillRect/>
              </a:stretch>
            </p:blipFill>
            <p:spPr>
              <a:xfrm>
                <a:off x="5232617" y="4448060"/>
                <a:ext cx="741240" cy="123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98">
            <p14:nvContentPartPr>
              <p14:cNvPr id="207" name="Ink 206">
                <a:extLst>
                  <a:ext uri="{FF2B5EF4-FFF2-40B4-BE49-F238E27FC236}">
                    <a16:creationId xmlns:a16="http://schemas.microsoft.com/office/drawing/2014/main" id="{395A978D-FD0E-73D9-D326-B64075B3B7F1}"/>
                  </a:ext>
                </a:extLst>
              </p14:cNvPr>
              <p14:cNvContentPartPr/>
              <p14:nvPr/>
            </p14:nvContentPartPr>
            <p14:xfrm>
              <a:off x="5520617" y="4566500"/>
              <a:ext cx="368280" cy="385200"/>
            </p14:xfrm>
          </p:contentPart>
        </mc:Choice>
        <mc:Fallback>
          <p:pic>
            <p:nvPicPr>
              <p:cNvPr id="207" name="Ink 206">
                <a:extLst>
                  <a:ext uri="{FF2B5EF4-FFF2-40B4-BE49-F238E27FC236}">
                    <a16:creationId xmlns:a16="http://schemas.microsoft.com/office/drawing/2014/main" id="{395A978D-FD0E-73D9-D326-B64075B3B7F1}"/>
                  </a:ext>
                </a:extLst>
              </p:cNvPr>
              <p:cNvPicPr/>
              <p:nvPr/>
            </p:nvPicPr>
            <p:blipFill>
              <a:blip r:embed="rId299"/>
              <a:stretch>
                <a:fillRect/>
              </a:stretch>
            </p:blipFill>
            <p:spPr>
              <a:xfrm>
                <a:off x="5511617" y="4557860"/>
                <a:ext cx="385920" cy="402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00">
            <p14:nvContentPartPr>
              <p14:cNvPr id="208" name="Ink 207">
                <a:extLst>
                  <a:ext uri="{FF2B5EF4-FFF2-40B4-BE49-F238E27FC236}">
                    <a16:creationId xmlns:a16="http://schemas.microsoft.com/office/drawing/2014/main" id="{B7594C8C-AD4A-4CAC-B43A-5BE25207B0AE}"/>
                  </a:ext>
                </a:extLst>
              </p14:cNvPr>
              <p14:cNvContentPartPr/>
              <p14:nvPr/>
            </p14:nvContentPartPr>
            <p14:xfrm>
              <a:off x="5868377" y="4785740"/>
              <a:ext cx="14040" cy="277200"/>
            </p14:xfrm>
          </p:contentPart>
        </mc:Choice>
        <mc:Fallback>
          <p:pic>
            <p:nvPicPr>
              <p:cNvPr id="208" name="Ink 207">
                <a:extLst>
                  <a:ext uri="{FF2B5EF4-FFF2-40B4-BE49-F238E27FC236}">
                    <a16:creationId xmlns:a16="http://schemas.microsoft.com/office/drawing/2014/main" id="{B7594C8C-AD4A-4CAC-B43A-5BE25207B0AE}"/>
                  </a:ext>
                </a:extLst>
              </p:cNvPr>
              <p:cNvPicPr/>
              <p:nvPr/>
            </p:nvPicPr>
            <p:blipFill>
              <a:blip r:embed="rId301"/>
              <a:stretch>
                <a:fillRect/>
              </a:stretch>
            </p:blipFill>
            <p:spPr>
              <a:xfrm>
                <a:off x="5859377" y="4776740"/>
                <a:ext cx="31680" cy="294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02">
            <p14:nvContentPartPr>
              <p14:cNvPr id="209" name="Ink 208">
                <a:extLst>
                  <a:ext uri="{FF2B5EF4-FFF2-40B4-BE49-F238E27FC236}">
                    <a16:creationId xmlns:a16="http://schemas.microsoft.com/office/drawing/2014/main" id="{12B38914-C3E5-2B35-DB7C-ADCBC5F7E6DA}"/>
                  </a:ext>
                </a:extLst>
              </p14:cNvPr>
              <p14:cNvContentPartPr/>
              <p14:nvPr/>
            </p14:nvContentPartPr>
            <p14:xfrm>
              <a:off x="5819417" y="4817060"/>
              <a:ext cx="227880" cy="333360"/>
            </p14:xfrm>
          </p:contentPart>
        </mc:Choice>
        <mc:Fallback>
          <p:pic>
            <p:nvPicPr>
              <p:cNvPr id="209" name="Ink 208">
                <a:extLst>
                  <a:ext uri="{FF2B5EF4-FFF2-40B4-BE49-F238E27FC236}">
                    <a16:creationId xmlns:a16="http://schemas.microsoft.com/office/drawing/2014/main" id="{12B38914-C3E5-2B35-DB7C-ADCBC5F7E6DA}"/>
                  </a:ext>
                </a:extLst>
              </p:cNvPr>
              <p:cNvPicPr/>
              <p:nvPr/>
            </p:nvPicPr>
            <p:blipFill>
              <a:blip r:embed="rId303"/>
              <a:stretch>
                <a:fillRect/>
              </a:stretch>
            </p:blipFill>
            <p:spPr>
              <a:xfrm>
                <a:off x="5810417" y="4808420"/>
                <a:ext cx="245520" cy="351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04">
            <p14:nvContentPartPr>
              <p14:cNvPr id="210" name="Ink 209">
                <a:extLst>
                  <a:ext uri="{FF2B5EF4-FFF2-40B4-BE49-F238E27FC236}">
                    <a16:creationId xmlns:a16="http://schemas.microsoft.com/office/drawing/2014/main" id="{EE4DDAA4-4E68-F88A-CE11-850A33BF9363}"/>
                  </a:ext>
                </a:extLst>
              </p14:cNvPr>
              <p14:cNvContentPartPr/>
              <p14:nvPr/>
            </p14:nvContentPartPr>
            <p14:xfrm>
              <a:off x="6052337" y="4846940"/>
              <a:ext cx="130320" cy="187200"/>
            </p14:xfrm>
          </p:contentPart>
        </mc:Choice>
        <mc:Fallback>
          <p:pic>
            <p:nvPicPr>
              <p:cNvPr id="210" name="Ink 209">
                <a:extLst>
                  <a:ext uri="{FF2B5EF4-FFF2-40B4-BE49-F238E27FC236}">
                    <a16:creationId xmlns:a16="http://schemas.microsoft.com/office/drawing/2014/main" id="{EE4DDAA4-4E68-F88A-CE11-850A33BF9363}"/>
                  </a:ext>
                </a:extLst>
              </p:cNvPr>
              <p:cNvPicPr/>
              <p:nvPr/>
            </p:nvPicPr>
            <p:blipFill>
              <a:blip r:embed="rId305"/>
              <a:stretch>
                <a:fillRect/>
              </a:stretch>
            </p:blipFill>
            <p:spPr>
              <a:xfrm>
                <a:off x="6043697" y="4838300"/>
                <a:ext cx="147960" cy="204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06">
            <p14:nvContentPartPr>
              <p14:cNvPr id="211" name="Ink 210">
                <a:extLst>
                  <a:ext uri="{FF2B5EF4-FFF2-40B4-BE49-F238E27FC236}">
                    <a16:creationId xmlns:a16="http://schemas.microsoft.com/office/drawing/2014/main" id="{A0337429-A2B7-0559-41BF-028D5436E512}"/>
                  </a:ext>
                </a:extLst>
              </p14:cNvPr>
              <p14:cNvContentPartPr/>
              <p14:nvPr/>
            </p14:nvContentPartPr>
            <p14:xfrm>
              <a:off x="5861537" y="4564700"/>
              <a:ext cx="434160" cy="31680"/>
            </p14:xfrm>
          </p:contentPart>
        </mc:Choice>
        <mc:Fallback>
          <p:pic>
            <p:nvPicPr>
              <p:cNvPr id="211" name="Ink 210">
                <a:extLst>
                  <a:ext uri="{FF2B5EF4-FFF2-40B4-BE49-F238E27FC236}">
                    <a16:creationId xmlns:a16="http://schemas.microsoft.com/office/drawing/2014/main" id="{A0337429-A2B7-0559-41BF-028D5436E512}"/>
                  </a:ext>
                </a:extLst>
              </p:cNvPr>
              <p:cNvPicPr/>
              <p:nvPr/>
            </p:nvPicPr>
            <p:blipFill>
              <a:blip r:embed="rId307"/>
              <a:stretch>
                <a:fillRect/>
              </a:stretch>
            </p:blipFill>
            <p:spPr>
              <a:xfrm>
                <a:off x="5852897" y="4555700"/>
                <a:ext cx="451800" cy="49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08">
            <p14:nvContentPartPr>
              <p14:cNvPr id="212" name="Ink 211">
                <a:extLst>
                  <a:ext uri="{FF2B5EF4-FFF2-40B4-BE49-F238E27FC236}">
                    <a16:creationId xmlns:a16="http://schemas.microsoft.com/office/drawing/2014/main" id="{BB53AB7D-F8D2-6D44-74AC-501795B4DD62}"/>
                  </a:ext>
                </a:extLst>
              </p14:cNvPr>
              <p14:cNvContentPartPr/>
              <p14:nvPr/>
            </p14:nvContentPartPr>
            <p14:xfrm>
              <a:off x="5132537" y="5507900"/>
              <a:ext cx="1088640" cy="46800"/>
            </p14:xfrm>
          </p:contentPart>
        </mc:Choice>
        <mc:Fallback>
          <p:pic>
            <p:nvPicPr>
              <p:cNvPr id="212" name="Ink 211">
                <a:extLst>
                  <a:ext uri="{FF2B5EF4-FFF2-40B4-BE49-F238E27FC236}">
                    <a16:creationId xmlns:a16="http://schemas.microsoft.com/office/drawing/2014/main" id="{BB53AB7D-F8D2-6D44-74AC-501795B4DD62}"/>
                  </a:ext>
                </a:extLst>
              </p:cNvPr>
              <p:cNvPicPr/>
              <p:nvPr/>
            </p:nvPicPr>
            <p:blipFill>
              <a:blip r:embed="rId309"/>
              <a:stretch>
                <a:fillRect/>
              </a:stretch>
            </p:blipFill>
            <p:spPr>
              <a:xfrm>
                <a:off x="5123537" y="5499260"/>
                <a:ext cx="1106280" cy="64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10">
            <p14:nvContentPartPr>
              <p14:cNvPr id="213" name="Ink 212">
                <a:extLst>
                  <a:ext uri="{FF2B5EF4-FFF2-40B4-BE49-F238E27FC236}">
                    <a16:creationId xmlns:a16="http://schemas.microsoft.com/office/drawing/2014/main" id="{6AA9B509-0C7D-A34A-9AE7-B6DBD5950F2B}"/>
                  </a:ext>
                </a:extLst>
              </p14:cNvPr>
              <p14:cNvContentPartPr/>
              <p14:nvPr/>
            </p14:nvContentPartPr>
            <p14:xfrm>
              <a:off x="5512337" y="5562980"/>
              <a:ext cx="317880" cy="329040"/>
            </p14:xfrm>
          </p:contentPart>
        </mc:Choice>
        <mc:Fallback>
          <p:pic>
            <p:nvPicPr>
              <p:cNvPr id="213" name="Ink 212">
                <a:extLst>
                  <a:ext uri="{FF2B5EF4-FFF2-40B4-BE49-F238E27FC236}">
                    <a16:creationId xmlns:a16="http://schemas.microsoft.com/office/drawing/2014/main" id="{6AA9B509-0C7D-A34A-9AE7-B6DBD5950F2B}"/>
                  </a:ext>
                </a:extLst>
              </p:cNvPr>
              <p:cNvPicPr/>
              <p:nvPr/>
            </p:nvPicPr>
            <p:blipFill>
              <a:blip r:embed="rId311"/>
              <a:stretch>
                <a:fillRect/>
              </a:stretch>
            </p:blipFill>
            <p:spPr>
              <a:xfrm>
                <a:off x="5503697" y="5553980"/>
                <a:ext cx="335520" cy="346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12">
            <p14:nvContentPartPr>
              <p14:cNvPr id="214" name="Ink 213">
                <a:extLst>
                  <a:ext uri="{FF2B5EF4-FFF2-40B4-BE49-F238E27FC236}">
                    <a16:creationId xmlns:a16="http://schemas.microsoft.com/office/drawing/2014/main" id="{40412FC3-A34A-B4CA-A177-EC020E576280}"/>
                  </a:ext>
                </a:extLst>
              </p14:cNvPr>
              <p14:cNvContentPartPr/>
              <p14:nvPr/>
            </p14:nvContentPartPr>
            <p14:xfrm>
              <a:off x="5809337" y="5757380"/>
              <a:ext cx="7200" cy="269280"/>
            </p14:xfrm>
          </p:contentPart>
        </mc:Choice>
        <mc:Fallback>
          <p:pic>
            <p:nvPicPr>
              <p:cNvPr id="214" name="Ink 213">
                <a:extLst>
                  <a:ext uri="{FF2B5EF4-FFF2-40B4-BE49-F238E27FC236}">
                    <a16:creationId xmlns:a16="http://schemas.microsoft.com/office/drawing/2014/main" id="{40412FC3-A34A-B4CA-A177-EC020E576280}"/>
                  </a:ext>
                </a:extLst>
              </p:cNvPr>
              <p:cNvPicPr/>
              <p:nvPr/>
            </p:nvPicPr>
            <p:blipFill>
              <a:blip r:embed="rId313"/>
              <a:stretch>
                <a:fillRect/>
              </a:stretch>
            </p:blipFill>
            <p:spPr>
              <a:xfrm>
                <a:off x="5800697" y="5748740"/>
                <a:ext cx="24840" cy="286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14">
            <p14:nvContentPartPr>
              <p14:cNvPr id="215" name="Ink 214">
                <a:extLst>
                  <a:ext uri="{FF2B5EF4-FFF2-40B4-BE49-F238E27FC236}">
                    <a16:creationId xmlns:a16="http://schemas.microsoft.com/office/drawing/2014/main" id="{C7E49E9E-1D01-B147-F6D7-2F96FE21BCBA}"/>
                  </a:ext>
                </a:extLst>
              </p14:cNvPr>
              <p14:cNvContentPartPr/>
              <p14:nvPr/>
            </p14:nvContentPartPr>
            <p14:xfrm>
              <a:off x="5782337" y="5803460"/>
              <a:ext cx="205560" cy="259200"/>
            </p14:xfrm>
          </p:contentPart>
        </mc:Choice>
        <mc:Fallback>
          <p:pic>
            <p:nvPicPr>
              <p:cNvPr id="215" name="Ink 214">
                <a:extLst>
                  <a:ext uri="{FF2B5EF4-FFF2-40B4-BE49-F238E27FC236}">
                    <a16:creationId xmlns:a16="http://schemas.microsoft.com/office/drawing/2014/main" id="{C7E49E9E-1D01-B147-F6D7-2F96FE21BCBA}"/>
                  </a:ext>
                </a:extLst>
              </p:cNvPr>
              <p:cNvPicPr/>
              <p:nvPr/>
            </p:nvPicPr>
            <p:blipFill>
              <a:blip r:embed="rId315"/>
              <a:stretch>
                <a:fillRect/>
              </a:stretch>
            </p:blipFill>
            <p:spPr>
              <a:xfrm>
                <a:off x="5773697" y="5794460"/>
                <a:ext cx="223200" cy="276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16">
            <p14:nvContentPartPr>
              <p14:cNvPr id="216" name="Ink 215">
                <a:extLst>
                  <a:ext uri="{FF2B5EF4-FFF2-40B4-BE49-F238E27FC236}">
                    <a16:creationId xmlns:a16="http://schemas.microsoft.com/office/drawing/2014/main" id="{A0655883-73F8-3580-DA22-1752349EFD3C}"/>
                  </a:ext>
                </a:extLst>
              </p14:cNvPr>
              <p14:cNvContentPartPr/>
              <p14:nvPr/>
            </p14:nvContentPartPr>
            <p14:xfrm>
              <a:off x="5959817" y="5814620"/>
              <a:ext cx="124200" cy="177840"/>
            </p14:xfrm>
          </p:contentPart>
        </mc:Choice>
        <mc:Fallback>
          <p:pic>
            <p:nvPicPr>
              <p:cNvPr id="216" name="Ink 215">
                <a:extLst>
                  <a:ext uri="{FF2B5EF4-FFF2-40B4-BE49-F238E27FC236}">
                    <a16:creationId xmlns:a16="http://schemas.microsoft.com/office/drawing/2014/main" id="{A0655883-73F8-3580-DA22-1752349EFD3C}"/>
                  </a:ext>
                </a:extLst>
              </p:cNvPr>
              <p:cNvPicPr/>
              <p:nvPr/>
            </p:nvPicPr>
            <p:blipFill>
              <a:blip r:embed="rId317"/>
              <a:stretch>
                <a:fillRect/>
              </a:stretch>
            </p:blipFill>
            <p:spPr>
              <a:xfrm>
                <a:off x="5950817" y="5805980"/>
                <a:ext cx="141840" cy="195480"/>
              </a:xfrm>
              <a:prstGeom prst="rect">
                <a:avLst/>
              </a:prstGeom>
            </p:spPr>
          </p:pic>
        </mc:Fallback>
      </mc:AlternateContent>
      <p:grpSp>
        <p:nvGrpSpPr>
          <p:cNvPr id="229" name="Group 228">
            <a:extLst>
              <a:ext uri="{FF2B5EF4-FFF2-40B4-BE49-F238E27FC236}">
                <a16:creationId xmlns:a16="http://schemas.microsoft.com/office/drawing/2014/main" id="{74AB0FD8-40C3-7111-2F15-86FC5BD5A1B3}"/>
              </a:ext>
            </a:extLst>
          </p:cNvPr>
          <p:cNvGrpSpPr/>
          <p:nvPr/>
        </p:nvGrpSpPr>
        <p:grpSpPr>
          <a:xfrm>
            <a:off x="4796657" y="4186340"/>
            <a:ext cx="251640" cy="344520"/>
            <a:chOff x="4796657" y="4186340"/>
            <a:chExt cx="251640" cy="344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18">
              <p14:nvContentPartPr>
                <p14:cNvPr id="223" name="Ink 222">
                  <a:extLst>
                    <a:ext uri="{FF2B5EF4-FFF2-40B4-BE49-F238E27FC236}">
                      <a16:creationId xmlns:a16="http://schemas.microsoft.com/office/drawing/2014/main" id="{F66B16E7-F6D1-917B-36BB-0E4559BEC728}"/>
                    </a:ext>
                  </a:extLst>
                </p14:cNvPr>
                <p14:cNvContentPartPr/>
                <p14:nvPr/>
              </p14:nvContentPartPr>
              <p14:xfrm>
                <a:off x="4796657" y="4193540"/>
                <a:ext cx="83520" cy="309600"/>
              </p14:xfrm>
            </p:contentPart>
          </mc:Choice>
          <mc:Fallback>
            <p:pic>
              <p:nvPicPr>
                <p:cNvPr id="223" name="Ink 222">
                  <a:extLst>
                    <a:ext uri="{FF2B5EF4-FFF2-40B4-BE49-F238E27FC236}">
                      <a16:creationId xmlns:a16="http://schemas.microsoft.com/office/drawing/2014/main" id="{F66B16E7-F6D1-917B-36BB-0E4559BEC728}"/>
                    </a:ext>
                  </a:extLst>
                </p:cNvPr>
                <p:cNvPicPr/>
                <p:nvPr/>
              </p:nvPicPr>
              <p:blipFill>
                <a:blip r:embed="rId319"/>
                <a:stretch>
                  <a:fillRect/>
                </a:stretch>
              </p:blipFill>
              <p:spPr>
                <a:xfrm>
                  <a:off x="4779017" y="4175540"/>
                  <a:ext cx="119160" cy="34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0">
              <p14:nvContentPartPr>
                <p14:cNvPr id="224" name="Ink 223">
                  <a:extLst>
                    <a:ext uri="{FF2B5EF4-FFF2-40B4-BE49-F238E27FC236}">
                      <a16:creationId xmlns:a16="http://schemas.microsoft.com/office/drawing/2014/main" id="{D8848CF6-4845-C3DE-A3B9-1D7496B69063}"/>
                    </a:ext>
                  </a:extLst>
                </p14:cNvPr>
                <p14:cNvContentPartPr/>
                <p14:nvPr/>
              </p14:nvContentPartPr>
              <p14:xfrm>
                <a:off x="4896017" y="4186340"/>
                <a:ext cx="152280" cy="344520"/>
              </p14:xfrm>
            </p:contentPart>
          </mc:Choice>
          <mc:Fallback>
            <p:pic>
              <p:nvPicPr>
                <p:cNvPr id="224" name="Ink 223">
                  <a:extLst>
                    <a:ext uri="{FF2B5EF4-FFF2-40B4-BE49-F238E27FC236}">
                      <a16:creationId xmlns:a16="http://schemas.microsoft.com/office/drawing/2014/main" id="{D8848CF6-4845-C3DE-A3B9-1D7496B69063}"/>
                    </a:ext>
                  </a:extLst>
                </p:cNvPr>
                <p:cNvPicPr/>
                <p:nvPr/>
              </p:nvPicPr>
              <p:blipFill>
                <a:blip r:embed="rId321"/>
                <a:stretch>
                  <a:fillRect/>
                </a:stretch>
              </p:blipFill>
              <p:spPr>
                <a:xfrm>
                  <a:off x="4878377" y="4168340"/>
                  <a:ext cx="187920" cy="38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2">
              <p14:nvContentPartPr>
                <p14:cNvPr id="225" name="Ink 224">
                  <a:extLst>
                    <a:ext uri="{FF2B5EF4-FFF2-40B4-BE49-F238E27FC236}">
                      <a16:creationId xmlns:a16="http://schemas.microsoft.com/office/drawing/2014/main" id="{C0309739-3BDA-BEAA-8AC6-41D144349486}"/>
                    </a:ext>
                  </a:extLst>
                </p14:cNvPr>
                <p14:cNvContentPartPr/>
                <p14:nvPr/>
              </p14:nvContentPartPr>
              <p14:xfrm>
                <a:off x="4804937" y="4376060"/>
                <a:ext cx="204480" cy="17280"/>
              </p14:xfrm>
            </p:contentPart>
          </mc:Choice>
          <mc:Fallback>
            <p:pic>
              <p:nvPicPr>
                <p:cNvPr id="225" name="Ink 224">
                  <a:extLst>
                    <a:ext uri="{FF2B5EF4-FFF2-40B4-BE49-F238E27FC236}">
                      <a16:creationId xmlns:a16="http://schemas.microsoft.com/office/drawing/2014/main" id="{C0309739-3BDA-BEAA-8AC6-41D144349486}"/>
                    </a:ext>
                  </a:extLst>
                </p:cNvPr>
                <p:cNvPicPr/>
                <p:nvPr/>
              </p:nvPicPr>
              <p:blipFill>
                <a:blip r:embed="rId323"/>
                <a:stretch>
                  <a:fillRect/>
                </a:stretch>
              </p:blipFill>
              <p:spPr>
                <a:xfrm>
                  <a:off x="4786937" y="4358060"/>
                  <a:ext cx="240120" cy="52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28" name="Group 227">
            <a:extLst>
              <a:ext uri="{FF2B5EF4-FFF2-40B4-BE49-F238E27FC236}">
                <a16:creationId xmlns:a16="http://schemas.microsoft.com/office/drawing/2014/main" id="{4EAE090C-7955-DF6C-7CE9-78AF22D46149}"/>
              </a:ext>
            </a:extLst>
          </p:cNvPr>
          <p:cNvGrpSpPr/>
          <p:nvPr/>
        </p:nvGrpSpPr>
        <p:grpSpPr>
          <a:xfrm>
            <a:off x="4781897" y="5255540"/>
            <a:ext cx="181080" cy="351360"/>
            <a:chOff x="4781897" y="5255540"/>
            <a:chExt cx="181080" cy="351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24">
              <p14:nvContentPartPr>
                <p14:cNvPr id="226" name="Ink 225">
                  <a:extLst>
                    <a:ext uri="{FF2B5EF4-FFF2-40B4-BE49-F238E27FC236}">
                      <a16:creationId xmlns:a16="http://schemas.microsoft.com/office/drawing/2014/main" id="{0B6C70C5-20A9-CC97-B0F6-D68D6504BBF1}"/>
                    </a:ext>
                  </a:extLst>
                </p14:cNvPr>
                <p14:cNvContentPartPr/>
                <p14:nvPr/>
              </p14:nvContentPartPr>
              <p14:xfrm>
                <a:off x="4800617" y="5255540"/>
                <a:ext cx="13680" cy="324360"/>
              </p14:xfrm>
            </p:contentPart>
          </mc:Choice>
          <mc:Fallback>
            <p:pic>
              <p:nvPicPr>
                <p:cNvPr id="226" name="Ink 225">
                  <a:extLst>
                    <a:ext uri="{FF2B5EF4-FFF2-40B4-BE49-F238E27FC236}">
                      <a16:creationId xmlns:a16="http://schemas.microsoft.com/office/drawing/2014/main" id="{0B6C70C5-20A9-CC97-B0F6-D68D6504BBF1}"/>
                    </a:ext>
                  </a:extLst>
                </p:cNvPr>
                <p:cNvPicPr/>
                <p:nvPr/>
              </p:nvPicPr>
              <p:blipFill>
                <a:blip r:embed="rId325"/>
                <a:stretch>
                  <a:fillRect/>
                </a:stretch>
              </p:blipFill>
              <p:spPr>
                <a:xfrm>
                  <a:off x="4782977" y="5237900"/>
                  <a:ext cx="49320" cy="36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6">
              <p14:nvContentPartPr>
                <p14:cNvPr id="227" name="Ink 226">
                  <a:extLst>
                    <a:ext uri="{FF2B5EF4-FFF2-40B4-BE49-F238E27FC236}">
                      <a16:creationId xmlns:a16="http://schemas.microsoft.com/office/drawing/2014/main" id="{E0320345-3C71-194A-8603-17012CA0BA53}"/>
                    </a:ext>
                  </a:extLst>
                </p14:cNvPr>
                <p14:cNvContentPartPr/>
                <p14:nvPr/>
              </p14:nvContentPartPr>
              <p14:xfrm>
                <a:off x="4781897" y="5272460"/>
                <a:ext cx="181080" cy="334440"/>
              </p14:xfrm>
            </p:contentPart>
          </mc:Choice>
          <mc:Fallback>
            <p:pic>
              <p:nvPicPr>
                <p:cNvPr id="227" name="Ink 226">
                  <a:extLst>
                    <a:ext uri="{FF2B5EF4-FFF2-40B4-BE49-F238E27FC236}">
                      <a16:creationId xmlns:a16="http://schemas.microsoft.com/office/drawing/2014/main" id="{E0320345-3C71-194A-8603-17012CA0BA53}"/>
                    </a:ext>
                  </a:extLst>
                </p:cNvPr>
                <p:cNvPicPr/>
                <p:nvPr/>
              </p:nvPicPr>
              <p:blipFill>
                <a:blip r:embed="rId327"/>
                <a:stretch>
                  <a:fillRect/>
                </a:stretch>
              </p:blipFill>
              <p:spPr>
                <a:xfrm>
                  <a:off x="4764257" y="5254460"/>
                  <a:ext cx="216720" cy="370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39" name="Group 238">
            <a:extLst>
              <a:ext uri="{FF2B5EF4-FFF2-40B4-BE49-F238E27FC236}">
                <a16:creationId xmlns:a16="http://schemas.microsoft.com/office/drawing/2014/main" id="{F8193810-B972-8981-0260-66FC78FD494E}"/>
              </a:ext>
            </a:extLst>
          </p:cNvPr>
          <p:cNvGrpSpPr/>
          <p:nvPr/>
        </p:nvGrpSpPr>
        <p:grpSpPr>
          <a:xfrm>
            <a:off x="8931617" y="5062940"/>
            <a:ext cx="445680" cy="353880"/>
            <a:chOff x="8931617" y="5062940"/>
            <a:chExt cx="445680" cy="353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28">
              <p14:nvContentPartPr>
                <p14:cNvPr id="235" name="Ink 234">
                  <a:extLst>
                    <a:ext uri="{FF2B5EF4-FFF2-40B4-BE49-F238E27FC236}">
                      <a16:creationId xmlns:a16="http://schemas.microsoft.com/office/drawing/2014/main" id="{D1491385-360B-3ED6-8B04-E8014E6B6E18}"/>
                    </a:ext>
                  </a:extLst>
                </p14:cNvPr>
                <p14:cNvContentPartPr/>
                <p14:nvPr/>
              </p14:nvContentPartPr>
              <p14:xfrm>
                <a:off x="8931617" y="5062940"/>
                <a:ext cx="142560" cy="353880"/>
              </p14:xfrm>
            </p:contentPart>
          </mc:Choice>
          <mc:Fallback>
            <p:pic>
              <p:nvPicPr>
                <p:cNvPr id="235" name="Ink 234">
                  <a:extLst>
                    <a:ext uri="{FF2B5EF4-FFF2-40B4-BE49-F238E27FC236}">
                      <a16:creationId xmlns:a16="http://schemas.microsoft.com/office/drawing/2014/main" id="{D1491385-360B-3ED6-8B04-E8014E6B6E18}"/>
                    </a:ext>
                  </a:extLst>
                </p:cNvPr>
                <p:cNvPicPr/>
                <p:nvPr/>
              </p:nvPicPr>
              <p:blipFill>
                <a:blip r:embed="rId329"/>
                <a:stretch>
                  <a:fillRect/>
                </a:stretch>
              </p:blipFill>
              <p:spPr>
                <a:xfrm>
                  <a:off x="8913617" y="5044940"/>
                  <a:ext cx="178200" cy="38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0">
              <p14:nvContentPartPr>
                <p14:cNvPr id="236" name="Ink 235">
                  <a:extLst>
                    <a:ext uri="{FF2B5EF4-FFF2-40B4-BE49-F238E27FC236}">
                      <a16:creationId xmlns:a16="http://schemas.microsoft.com/office/drawing/2014/main" id="{78B51FC7-6B0B-C2F0-418C-51D5B67B8FD4}"/>
                    </a:ext>
                  </a:extLst>
                </p14:cNvPr>
                <p14:cNvContentPartPr/>
                <p14:nvPr/>
              </p14:nvContentPartPr>
              <p14:xfrm>
                <a:off x="9080657" y="5064020"/>
                <a:ext cx="72720" cy="322920"/>
              </p14:xfrm>
            </p:contentPart>
          </mc:Choice>
          <mc:Fallback>
            <p:pic>
              <p:nvPicPr>
                <p:cNvPr id="236" name="Ink 235">
                  <a:extLst>
                    <a:ext uri="{FF2B5EF4-FFF2-40B4-BE49-F238E27FC236}">
                      <a16:creationId xmlns:a16="http://schemas.microsoft.com/office/drawing/2014/main" id="{78B51FC7-6B0B-C2F0-418C-51D5B67B8FD4}"/>
                    </a:ext>
                  </a:extLst>
                </p:cNvPr>
                <p:cNvPicPr/>
                <p:nvPr/>
              </p:nvPicPr>
              <p:blipFill>
                <a:blip r:embed="rId331"/>
                <a:stretch>
                  <a:fillRect/>
                </a:stretch>
              </p:blipFill>
              <p:spPr>
                <a:xfrm>
                  <a:off x="9063017" y="5046020"/>
                  <a:ext cx="108360" cy="35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2">
              <p14:nvContentPartPr>
                <p14:cNvPr id="237" name="Ink 236">
                  <a:extLst>
                    <a:ext uri="{FF2B5EF4-FFF2-40B4-BE49-F238E27FC236}">
                      <a16:creationId xmlns:a16="http://schemas.microsoft.com/office/drawing/2014/main" id="{23AE7B1E-F56E-3B30-CC61-5C110EF52EA0}"/>
                    </a:ext>
                  </a:extLst>
                </p14:cNvPr>
                <p14:cNvContentPartPr/>
                <p14:nvPr/>
              </p14:nvContentPartPr>
              <p14:xfrm>
                <a:off x="9002897" y="5255900"/>
                <a:ext cx="180360" cy="9000"/>
              </p14:xfrm>
            </p:contentPart>
          </mc:Choice>
          <mc:Fallback>
            <p:pic>
              <p:nvPicPr>
                <p:cNvPr id="237" name="Ink 236">
                  <a:extLst>
                    <a:ext uri="{FF2B5EF4-FFF2-40B4-BE49-F238E27FC236}">
                      <a16:creationId xmlns:a16="http://schemas.microsoft.com/office/drawing/2014/main" id="{23AE7B1E-F56E-3B30-CC61-5C110EF52EA0}"/>
                    </a:ext>
                  </a:extLst>
                </p:cNvPr>
                <p:cNvPicPr/>
                <p:nvPr/>
              </p:nvPicPr>
              <p:blipFill>
                <a:blip r:embed="rId333"/>
                <a:stretch>
                  <a:fillRect/>
                </a:stretch>
              </p:blipFill>
              <p:spPr>
                <a:xfrm>
                  <a:off x="8985257" y="5237900"/>
                  <a:ext cx="216000" cy="4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4">
              <p14:nvContentPartPr>
                <p14:cNvPr id="238" name="Ink 237">
                  <a:extLst>
                    <a:ext uri="{FF2B5EF4-FFF2-40B4-BE49-F238E27FC236}">
                      <a16:creationId xmlns:a16="http://schemas.microsoft.com/office/drawing/2014/main" id="{37D3AC60-C1CC-6514-098E-61F82643F800}"/>
                    </a:ext>
                  </a:extLst>
                </p14:cNvPr>
                <p14:cNvContentPartPr/>
                <p14:nvPr/>
              </p14:nvContentPartPr>
              <p14:xfrm>
                <a:off x="9296297" y="5226740"/>
                <a:ext cx="81000" cy="107280"/>
              </p14:xfrm>
            </p:contentPart>
          </mc:Choice>
          <mc:Fallback>
            <p:pic>
              <p:nvPicPr>
                <p:cNvPr id="238" name="Ink 237">
                  <a:extLst>
                    <a:ext uri="{FF2B5EF4-FFF2-40B4-BE49-F238E27FC236}">
                      <a16:creationId xmlns:a16="http://schemas.microsoft.com/office/drawing/2014/main" id="{37D3AC60-C1CC-6514-098E-61F82643F800}"/>
                    </a:ext>
                  </a:extLst>
                </p:cNvPr>
                <p:cNvPicPr/>
                <p:nvPr/>
              </p:nvPicPr>
              <p:blipFill>
                <a:blip r:embed="rId335"/>
                <a:stretch>
                  <a:fillRect/>
                </a:stretch>
              </p:blipFill>
              <p:spPr>
                <a:xfrm>
                  <a:off x="9278297" y="5209100"/>
                  <a:ext cx="116640" cy="142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54" name="Group 253">
            <a:extLst>
              <a:ext uri="{FF2B5EF4-FFF2-40B4-BE49-F238E27FC236}">
                <a16:creationId xmlns:a16="http://schemas.microsoft.com/office/drawing/2014/main" id="{4B4F3A94-49C2-EDED-0277-6D3BB34ACD9E}"/>
              </a:ext>
            </a:extLst>
          </p:cNvPr>
          <p:cNvGrpSpPr/>
          <p:nvPr/>
        </p:nvGrpSpPr>
        <p:grpSpPr>
          <a:xfrm>
            <a:off x="8883377" y="5948540"/>
            <a:ext cx="476640" cy="517320"/>
            <a:chOff x="8883377" y="5948540"/>
            <a:chExt cx="476640" cy="517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36">
              <p14:nvContentPartPr>
                <p14:cNvPr id="250" name="Ink 249">
                  <a:extLst>
                    <a:ext uri="{FF2B5EF4-FFF2-40B4-BE49-F238E27FC236}">
                      <a16:creationId xmlns:a16="http://schemas.microsoft.com/office/drawing/2014/main" id="{D5F48A04-15F8-C98C-687A-D2C454DF905E}"/>
                    </a:ext>
                  </a:extLst>
                </p14:cNvPr>
                <p14:cNvContentPartPr/>
                <p14:nvPr/>
              </p14:nvContentPartPr>
              <p14:xfrm>
                <a:off x="8927657" y="5948540"/>
                <a:ext cx="130680" cy="417600"/>
              </p14:xfrm>
            </p:contentPart>
          </mc:Choice>
          <mc:Fallback>
            <p:pic>
              <p:nvPicPr>
                <p:cNvPr id="250" name="Ink 249">
                  <a:extLst>
                    <a:ext uri="{FF2B5EF4-FFF2-40B4-BE49-F238E27FC236}">
                      <a16:creationId xmlns:a16="http://schemas.microsoft.com/office/drawing/2014/main" id="{D5F48A04-15F8-C98C-687A-D2C454DF905E}"/>
                    </a:ext>
                  </a:extLst>
                </p:cNvPr>
                <p:cNvPicPr/>
                <p:nvPr/>
              </p:nvPicPr>
              <p:blipFill>
                <a:blip r:embed="rId337"/>
                <a:stretch>
                  <a:fillRect/>
                </a:stretch>
              </p:blipFill>
              <p:spPr>
                <a:xfrm>
                  <a:off x="8909657" y="5930540"/>
                  <a:ext cx="166320" cy="45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8">
              <p14:nvContentPartPr>
                <p14:cNvPr id="251" name="Ink 250">
                  <a:extLst>
                    <a:ext uri="{FF2B5EF4-FFF2-40B4-BE49-F238E27FC236}">
                      <a16:creationId xmlns:a16="http://schemas.microsoft.com/office/drawing/2014/main" id="{9546ECC5-58C4-CF15-0EF5-0FD71E169548}"/>
                    </a:ext>
                  </a:extLst>
                </p14:cNvPr>
                <p14:cNvContentPartPr/>
                <p14:nvPr/>
              </p14:nvContentPartPr>
              <p14:xfrm>
                <a:off x="9035297" y="5985260"/>
                <a:ext cx="127800" cy="420480"/>
              </p14:xfrm>
            </p:contentPart>
          </mc:Choice>
          <mc:Fallback>
            <p:pic>
              <p:nvPicPr>
                <p:cNvPr id="251" name="Ink 250">
                  <a:extLst>
                    <a:ext uri="{FF2B5EF4-FFF2-40B4-BE49-F238E27FC236}">
                      <a16:creationId xmlns:a16="http://schemas.microsoft.com/office/drawing/2014/main" id="{9546ECC5-58C4-CF15-0EF5-0FD71E169548}"/>
                    </a:ext>
                  </a:extLst>
                </p:cNvPr>
                <p:cNvPicPr/>
                <p:nvPr/>
              </p:nvPicPr>
              <p:blipFill>
                <a:blip r:embed="rId339"/>
                <a:stretch>
                  <a:fillRect/>
                </a:stretch>
              </p:blipFill>
              <p:spPr>
                <a:xfrm>
                  <a:off x="9017297" y="5967620"/>
                  <a:ext cx="163440" cy="45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0">
              <p14:nvContentPartPr>
                <p14:cNvPr id="252" name="Ink 251">
                  <a:extLst>
                    <a:ext uri="{FF2B5EF4-FFF2-40B4-BE49-F238E27FC236}">
                      <a16:creationId xmlns:a16="http://schemas.microsoft.com/office/drawing/2014/main" id="{916BAF9D-F974-645E-176B-1005E7551C32}"/>
                    </a:ext>
                  </a:extLst>
                </p14:cNvPr>
                <p14:cNvContentPartPr/>
                <p14:nvPr/>
              </p14:nvContentPartPr>
              <p14:xfrm>
                <a:off x="8883377" y="6225380"/>
                <a:ext cx="239400" cy="17280"/>
              </p14:xfrm>
            </p:contentPart>
          </mc:Choice>
          <mc:Fallback>
            <p:pic>
              <p:nvPicPr>
                <p:cNvPr id="252" name="Ink 251">
                  <a:extLst>
                    <a:ext uri="{FF2B5EF4-FFF2-40B4-BE49-F238E27FC236}">
                      <a16:creationId xmlns:a16="http://schemas.microsoft.com/office/drawing/2014/main" id="{916BAF9D-F974-645E-176B-1005E7551C32}"/>
                    </a:ext>
                  </a:extLst>
                </p:cNvPr>
                <p:cNvPicPr/>
                <p:nvPr/>
              </p:nvPicPr>
              <p:blipFill>
                <a:blip r:embed="rId341"/>
                <a:stretch>
                  <a:fillRect/>
                </a:stretch>
              </p:blipFill>
              <p:spPr>
                <a:xfrm>
                  <a:off x="8865737" y="6207380"/>
                  <a:ext cx="275040" cy="5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2">
              <p14:nvContentPartPr>
                <p14:cNvPr id="253" name="Ink 252">
                  <a:extLst>
                    <a:ext uri="{FF2B5EF4-FFF2-40B4-BE49-F238E27FC236}">
                      <a16:creationId xmlns:a16="http://schemas.microsoft.com/office/drawing/2014/main" id="{04F78AC1-1B7B-975E-614E-B6816802F231}"/>
                    </a:ext>
                  </a:extLst>
                </p14:cNvPr>
                <p14:cNvContentPartPr/>
                <p14:nvPr/>
              </p14:nvContentPartPr>
              <p14:xfrm>
                <a:off x="9302417" y="6214580"/>
                <a:ext cx="57600" cy="251280"/>
              </p14:xfrm>
            </p:contentPart>
          </mc:Choice>
          <mc:Fallback>
            <p:pic>
              <p:nvPicPr>
                <p:cNvPr id="253" name="Ink 252">
                  <a:extLst>
                    <a:ext uri="{FF2B5EF4-FFF2-40B4-BE49-F238E27FC236}">
                      <a16:creationId xmlns:a16="http://schemas.microsoft.com/office/drawing/2014/main" id="{04F78AC1-1B7B-975E-614E-B6816802F231}"/>
                    </a:ext>
                  </a:extLst>
                </p:cNvPr>
                <p:cNvPicPr/>
                <p:nvPr/>
              </p:nvPicPr>
              <p:blipFill>
                <a:blip r:embed="rId343"/>
                <a:stretch>
                  <a:fillRect/>
                </a:stretch>
              </p:blipFill>
              <p:spPr>
                <a:xfrm>
                  <a:off x="9284417" y="6196940"/>
                  <a:ext cx="93240" cy="2869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44">
            <p14:nvContentPartPr>
              <p14:cNvPr id="255" name="Ink 254">
                <a:extLst>
                  <a:ext uri="{FF2B5EF4-FFF2-40B4-BE49-F238E27FC236}">
                    <a16:creationId xmlns:a16="http://schemas.microsoft.com/office/drawing/2014/main" id="{DE476C3A-D483-809E-4B2F-21F47B5D4F4B}"/>
                  </a:ext>
                </a:extLst>
              </p14:cNvPr>
              <p14:cNvContentPartPr/>
              <p14:nvPr/>
            </p14:nvContentPartPr>
            <p14:xfrm>
              <a:off x="3096377" y="6253820"/>
              <a:ext cx="108000" cy="25200"/>
            </p14:xfrm>
          </p:contentPart>
        </mc:Choice>
        <mc:Fallback>
          <p:pic>
            <p:nvPicPr>
              <p:cNvPr id="255" name="Ink 254">
                <a:extLst>
                  <a:ext uri="{FF2B5EF4-FFF2-40B4-BE49-F238E27FC236}">
                    <a16:creationId xmlns:a16="http://schemas.microsoft.com/office/drawing/2014/main" id="{DE476C3A-D483-809E-4B2F-21F47B5D4F4B}"/>
                  </a:ext>
                </a:extLst>
              </p:cNvPr>
              <p:cNvPicPr/>
              <p:nvPr/>
            </p:nvPicPr>
            <p:blipFill>
              <a:blip r:embed="rId345"/>
              <a:stretch>
                <a:fillRect/>
              </a:stretch>
            </p:blipFill>
            <p:spPr>
              <a:xfrm>
                <a:off x="3078737" y="6235820"/>
                <a:ext cx="143640" cy="60840"/>
              </a:xfrm>
              <a:prstGeom prst="rect">
                <a:avLst/>
              </a:prstGeom>
            </p:spPr>
          </p:pic>
        </mc:Fallback>
      </mc:AlternateContent>
      <p:grpSp>
        <p:nvGrpSpPr>
          <p:cNvPr id="281" name="Group 280">
            <a:extLst>
              <a:ext uri="{FF2B5EF4-FFF2-40B4-BE49-F238E27FC236}">
                <a16:creationId xmlns:a16="http://schemas.microsoft.com/office/drawing/2014/main" id="{A2C65E91-351C-33D2-D9F0-DD7F7531AD62}"/>
              </a:ext>
            </a:extLst>
          </p:cNvPr>
          <p:cNvGrpSpPr/>
          <p:nvPr/>
        </p:nvGrpSpPr>
        <p:grpSpPr>
          <a:xfrm>
            <a:off x="10254617" y="4149260"/>
            <a:ext cx="620640" cy="586080"/>
            <a:chOff x="10254617" y="4149260"/>
            <a:chExt cx="620640" cy="586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46">
              <p14:nvContentPartPr>
                <p14:cNvPr id="272" name="Ink 271">
                  <a:extLst>
                    <a:ext uri="{FF2B5EF4-FFF2-40B4-BE49-F238E27FC236}">
                      <a16:creationId xmlns:a16="http://schemas.microsoft.com/office/drawing/2014/main" id="{27C6BAE0-762F-412A-2A26-07266077F6AE}"/>
                    </a:ext>
                  </a:extLst>
                </p14:cNvPr>
                <p14:cNvContentPartPr/>
                <p14:nvPr/>
              </p14:nvContentPartPr>
              <p14:xfrm>
                <a:off x="10254617" y="4199660"/>
                <a:ext cx="131040" cy="275760"/>
              </p14:xfrm>
            </p:contentPart>
          </mc:Choice>
          <mc:Fallback>
            <p:pic>
              <p:nvPicPr>
                <p:cNvPr id="272" name="Ink 271">
                  <a:extLst>
                    <a:ext uri="{FF2B5EF4-FFF2-40B4-BE49-F238E27FC236}">
                      <a16:creationId xmlns:a16="http://schemas.microsoft.com/office/drawing/2014/main" id="{27C6BAE0-762F-412A-2A26-07266077F6AE}"/>
                    </a:ext>
                  </a:extLst>
                </p:cNvPr>
                <p:cNvPicPr/>
                <p:nvPr/>
              </p:nvPicPr>
              <p:blipFill>
                <a:blip r:embed="rId347"/>
                <a:stretch>
                  <a:fillRect/>
                </a:stretch>
              </p:blipFill>
              <p:spPr>
                <a:xfrm>
                  <a:off x="10236617" y="4182020"/>
                  <a:ext cx="166680" cy="31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8">
              <p14:nvContentPartPr>
                <p14:cNvPr id="273" name="Ink 272">
                  <a:extLst>
                    <a:ext uri="{FF2B5EF4-FFF2-40B4-BE49-F238E27FC236}">
                      <a16:creationId xmlns:a16="http://schemas.microsoft.com/office/drawing/2014/main" id="{9AD9DF6E-45FB-4399-8843-A5F560FCC2D3}"/>
                    </a:ext>
                  </a:extLst>
                </p14:cNvPr>
                <p14:cNvContentPartPr/>
                <p14:nvPr/>
              </p14:nvContentPartPr>
              <p14:xfrm>
                <a:off x="10378097" y="4149260"/>
                <a:ext cx="101160" cy="339840"/>
              </p14:xfrm>
            </p:contentPart>
          </mc:Choice>
          <mc:Fallback>
            <p:pic>
              <p:nvPicPr>
                <p:cNvPr id="273" name="Ink 272">
                  <a:extLst>
                    <a:ext uri="{FF2B5EF4-FFF2-40B4-BE49-F238E27FC236}">
                      <a16:creationId xmlns:a16="http://schemas.microsoft.com/office/drawing/2014/main" id="{9AD9DF6E-45FB-4399-8843-A5F560FCC2D3}"/>
                    </a:ext>
                  </a:extLst>
                </p:cNvPr>
                <p:cNvPicPr/>
                <p:nvPr/>
              </p:nvPicPr>
              <p:blipFill>
                <a:blip r:embed="rId349"/>
                <a:stretch>
                  <a:fillRect/>
                </a:stretch>
              </p:blipFill>
              <p:spPr>
                <a:xfrm>
                  <a:off x="10360457" y="4131260"/>
                  <a:ext cx="136800" cy="37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0">
              <p14:nvContentPartPr>
                <p14:cNvPr id="274" name="Ink 273">
                  <a:extLst>
                    <a:ext uri="{FF2B5EF4-FFF2-40B4-BE49-F238E27FC236}">
                      <a16:creationId xmlns:a16="http://schemas.microsoft.com/office/drawing/2014/main" id="{C6A94167-987C-53A1-40EF-8E240E49FCDD}"/>
                    </a:ext>
                  </a:extLst>
                </p14:cNvPr>
                <p14:cNvContentPartPr/>
                <p14:nvPr/>
              </p14:nvContentPartPr>
              <p14:xfrm>
                <a:off x="10269377" y="4342220"/>
                <a:ext cx="184320" cy="25920"/>
              </p14:xfrm>
            </p:contentPart>
          </mc:Choice>
          <mc:Fallback>
            <p:pic>
              <p:nvPicPr>
                <p:cNvPr id="274" name="Ink 273">
                  <a:extLst>
                    <a:ext uri="{FF2B5EF4-FFF2-40B4-BE49-F238E27FC236}">
                      <a16:creationId xmlns:a16="http://schemas.microsoft.com/office/drawing/2014/main" id="{C6A94167-987C-53A1-40EF-8E240E49FCDD}"/>
                    </a:ext>
                  </a:extLst>
                </p:cNvPr>
                <p:cNvPicPr/>
                <p:nvPr/>
              </p:nvPicPr>
              <p:blipFill>
                <a:blip r:embed="rId351"/>
                <a:stretch>
                  <a:fillRect/>
                </a:stretch>
              </p:blipFill>
              <p:spPr>
                <a:xfrm>
                  <a:off x="10251377" y="4324220"/>
                  <a:ext cx="219960" cy="6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2">
              <p14:nvContentPartPr>
                <p14:cNvPr id="276" name="Ink 275">
                  <a:extLst>
                    <a:ext uri="{FF2B5EF4-FFF2-40B4-BE49-F238E27FC236}">
                      <a16:creationId xmlns:a16="http://schemas.microsoft.com/office/drawing/2014/main" id="{B6C30D03-22B4-E243-010C-4D116C17ED7D}"/>
                    </a:ext>
                  </a:extLst>
                </p14:cNvPr>
                <p14:cNvContentPartPr/>
                <p14:nvPr/>
              </p14:nvContentPartPr>
              <p14:xfrm>
                <a:off x="10874897" y="4734980"/>
                <a:ext cx="360" cy="360"/>
              </p14:xfrm>
            </p:contentPart>
          </mc:Choice>
          <mc:Fallback>
            <p:pic>
              <p:nvPicPr>
                <p:cNvPr id="276" name="Ink 275">
                  <a:extLst>
                    <a:ext uri="{FF2B5EF4-FFF2-40B4-BE49-F238E27FC236}">
                      <a16:creationId xmlns:a16="http://schemas.microsoft.com/office/drawing/2014/main" id="{B6C30D03-22B4-E243-010C-4D116C17ED7D}"/>
                    </a:ext>
                  </a:extLst>
                </p:cNvPr>
                <p:cNvPicPr/>
                <p:nvPr/>
              </p:nvPicPr>
              <p:blipFill>
                <a:blip r:embed="rId353"/>
                <a:stretch>
                  <a:fillRect/>
                </a:stretch>
              </p:blipFill>
              <p:spPr>
                <a:xfrm>
                  <a:off x="10857257" y="4716980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4">
              <p14:nvContentPartPr>
                <p14:cNvPr id="280" name="Ink 279">
                  <a:extLst>
                    <a:ext uri="{FF2B5EF4-FFF2-40B4-BE49-F238E27FC236}">
                      <a16:creationId xmlns:a16="http://schemas.microsoft.com/office/drawing/2014/main" id="{11A826E8-F624-A982-5C37-4456962F6545}"/>
                    </a:ext>
                  </a:extLst>
                </p14:cNvPr>
                <p14:cNvContentPartPr/>
                <p14:nvPr/>
              </p14:nvContentPartPr>
              <p14:xfrm>
                <a:off x="10562777" y="4494140"/>
                <a:ext cx="133200" cy="109800"/>
              </p14:xfrm>
            </p:contentPart>
          </mc:Choice>
          <mc:Fallback>
            <p:pic>
              <p:nvPicPr>
                <p:cNvPr id="280" name="Ink 279">
                  <a:extLst>
                    <a:ext uri="{FF2B5EF4-FFF2-40B4-BE49-F238E27FC236}">
                      <a16:creationId xmlns:a16="http://schemas.microsoft.com/office/drawing/2014/main" id="{11A826E8-F624-A982-5C37-4456962F6545}"/>
                    </a:ext>
                  </a:extLst>
                </p:cNvPr>
                <p:cNvPicPr/>
                <p:nvPr/>
              </p:nvPicPr>
              <p:blipFill>
                <a:blip r:embed="rId355"/>
                <a:stretch>
                  <a:fillRect/>
                </a:stretch>
              </p:blipFill>
              <p:spPr>
                <a:xfrm>
                  <a:off x="10545137" y="4476500"/>
                  <a:ext cx="168840" cy="145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95" name="Group 294">
            <a:extLst>
              <a:ext uri="{FF2B5EF4-FFF2-40B4-BE49-F238E27FC236}">
                <a16:creationId xmlns:a16="http://schemas.microsoft.com/office/drawing/2014/main" id="{49CFE81C-E725-F50F-B0F6-17501B9BC252}"/>
              </a:ext>
            </a:extLst>
          </p:cNvPr>
          <p:cNvGrpSpPr/>
          <p:nvPr/>
        </p:nvGrpSpPr>
        <p:grpSpPr>
          <a:xfrm>
            <a:off x="5147297" y="3898340"/>
            <a:ext cx="4930200" cy="2625840"/>
            <a:chOff x="5147297" y="3898340"/>
            <a:chExt cx="4930200" cy="2625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56">
              <p14:nvContentPartPr>
                <p14:cNvPr id="240" name="Ink 239">
                  <a:extLst>
                    <a:ext uri="{FF2B5EF4-FFF2-40B4-BE49-F238E27FC236}">
                      <a16:creationId xmlns:a16="http://schemas.microsoft.com/office/drawing/2014/main" id="{F0F43E0B-89C4-E5F2-3AC5-0F53CA8B0DC3}"/>
                    </a:ext>
                  </a:extLst>
                </p14:cNvPr>
                <p14:cNvContentPartPr/>
                <p14:nvPr/>
              </p14:nvContentPartPr>
              <p14:xfrm>
                <a:off x="6198857" y="4571900"/>
                <a:ext cx="929160" cy="1411920"/>
              </p14:xfrm>
            </p:contentPart>
          </mc:Choice>
          <mc:Fallback>
            <p:pic>
              <p:nvPicPr>
                <p:cNvPr id="240" name="Ink 239">
                  <a:extLst>
                    <a:ext uri="{FF2B5EF4-FFF2-40B4-BE49-F238E27FC236}">
                      <a16:creationId xmlns:a16="http://schemas.microsoft.com/office/drawing/2014/main" id="{F0F43E0B-89C4-E5F2-3AC5-0F53CA8B0DC3}"/>
                    </a:ext>
                  </a:extLst>
                </p:cNvPr>
                <p:cNvPicPr/>
                <p:nvPr/>
              </p:nvPicPr>
              <p:blipFill>
                <a:blip r:embed="rId357"/>
                <a:stretch>
                  <a:fillRect/>
                </a:stretch>
              </p:blipFill>
              <p:spPr>
                <a:xfrm>
                  <a:off x="6180857" y="4553900"/>
                  <a:ext cx="964800" cy="144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8">
              <p14:nvContentPartPr>
                <p14:cNvPr id="241" name="Ink 240">
                  <a:extLst>
                    <a:ext uri="{FF2B5EF4-FFF2-40B4-BE49-F238E27FC236}">
                      <a16:creationId xmlns:a16="http://schemas.microsoft.com/office/drawing/2014/main" id="{5AA44A6A-54B4-02AA-FB16-F49AB5A28729}"/>
                    </a:ext>
                  </a:extLst>
                </p14:cNvPr>
                <p14:cNvContentPartPr/>
                <p14:nvPr/>
              </p14:nvContentPartPr>
              <p14:xfrm>
                <a:off x="6045497" y="5908580"/>
                <a:ext cx="1103040" cy="507960"/>
              </p14:xfrm>
            </p:contentPart>
          </mc:Choice>
          <mc:Fallback>
            <p:pic>
              <p:nvPicPr>
                <p:cNvPr id="241" name="Ink 240">
                  <a:extLst>
                    <a:ext uri="{FF2B5EF4-FFF2-40B4-BE49-F238E27FC236}">
                      <a16:creationId xmlns:a16="http://schemas.microsoft.com/office/drawing/2014/main" id="{5AA44A6A-54B4-02AA-FB16-F49AB5A28729}"/>
                    </a:ext>
                  </a:extLst>
                </p:cNvPr>
                <p:cNvPicPr/>
                <p:nvPr/>
              </p:nvPicPr>
              <p:blipFill>
                <a:blip r:embed="rId359"/>
                <a:stretch>
                  <a:fillRect/>
                </a:stretch>
              </p:blipFill>
              <p:spPr>
                <a:xfrm>
                  <a:off x="6027857" y="5890580"/>
                  <a:ext cx="1138680" cy="54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0">
              <p14:nvContentPartPr>
                <p14:cNvPr id="242" name="Ink 241">
                  <a:extLst>
                    <a:ext uri="{FF2B5EF4-FFF2-40B4-BE49-F238E27FC236}">
                      <a16:creationId xmlns:a16="http://schemas.microsoft.com/office/drawing/2014/main" id="{4E2B3760-2DE8-49FE-BA40-570E388F7241}"/>
                    </a:ext>
                  </a:extLst>
                </p14:cNvPr>
                <p14:cNvContentPartPr/>
                <p14:nvPr/>
              </p14:nvContentPartPr>
              <p14:xfrm>
                <a:off x="7110737" y="5839820"/>
                <a:ext cx="478800" cy="684360"/>
              </p14:xfrm>
            </p:contentPart>
          </mc:Choice>
          <mc:Fallback>
            <p:pic>
              <p:nvPicPr>
                <p:cNvPr id="242" name="Ink 241">
                  <a:extLst>
                    <a:ext uri="{FF2B5EF4-FFF2-40B4-BE49-F238E27FC236}">
                      <a16:creationId xmlns:a16="http://schemas.microsoft.com/office/drawing/2014/main" id="{4E2B3760-2DE8-49FE-BA40-570E388F7241}"/>
                    </a:ext>
                  </a:extLst>
                </p:cNvPr>
                <p:cNvPicPr/>
                <p:nvPr/>
              </p:nvPicPr>
              <p:blipFill>
                <a:blip r:embed="rId361"/>
                <a:stretch>
                  <a:fillRect/>
                </a:stretch>
              </p:blipFill>
              <p:spPr>
                <a:xfrm>
                  <a:off x="7092737" y="5821820"/>
                  <a:ext cx="514440" cy="72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2">
              <p14:nvContentPartPr>
                <p14:cNvPr id="243" name="Ink 242">
                  <a:extLst>
                    <a:ext uri="{FF2B5EF4-FFF2-40B4-BE49-F238E27FC236}">
                      <a16:creationId xmlns:a16="http://schemas.microsoft.com/office/drawing/2014/main" id="{E79B050F-A972-413A-6DC3-F0688C8C05B2}"/>
                    </a:ext>
                  </a:extLst>
                </p14:cNvPr>
                <p14:cNvContentPartPr/>
                <p14:nvPr/>
              </p14:nvContentPartPr>
              <p14:xfrm>
                <a:off x="7616897" y="6162380"/>
                <a:ext cx="997560" cy="104760"/>
              </p14:xfrm>
            </p:contentPart>
          </mc:Choice>
          <mc:Fallback>
            <p:pic>
              <p:nvPicPr>
                <p:cNvPr id="243" name="Ink 242">
                  <a:extLst>
                    <a:ext uri="{FF2B5EF4-FFF2-40B4-BE49-F238E27FC236}">
                      <a16:creationId xmlns:a16="http://schemas.microsoft.com/office/drawing/2014/main" id="{E79B050F-A972-413A-6DC3-F0688C8C05B2}"/>
                    </a:ext>
                  </a:extLst>
                </p:cNvPr>
                <p:cNvPicPr/>
                <p:nvPr/>
              </p:nvPicPr>
              <p:blipFill>
                <a:blip r:embed="rId363"/>
                <a:stretch>
                  <a:fillRect/>
                </a:stretch>
              </p:blipFill>
              <p:spPr>
                <a:xfrm>
                  <a:off x="7599257" y="6144380"/>
                  <a:ext cx="1033200" cy="14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4">
              <p14:nvContentPartPr>
                <p14:cNvPr id="230" name="Ink 229">
                  <a:extLst>
                    <a:ext uri="{FF2B5EF4-FFF2-40B4-BE49-F238E27FC236}">
                      <a16:creationId xmlns:a16="http://schemas.microsoft.com/office/drawing/2014/main" id="{CB7E1B6B-BF84-F589-9927-D31E10D17D96}"/>
                    </a:ext>
                  </a:extLst>
                </p14:cNvPr>
                <p14:cNvContentPartPr/>
                <p14:nvPr/>
              </p14:nvContentPartPr>
              <p14:xfrm>
                <a:off x="6212177" y="4887260"/>
                <a:ext cx="808920" cy="45360"/>
              </p14:xfrm>
            </p:contentPart>
          </mc:Choice>
          <mc:Fallback>
            <p:pic>
              <p:nvPicPr>
                <p:cNvPr id="230" name="Ink 229">
                  <a:extLst>
                    <a:ext uri="{FF2B5EF4-FFF2-40B4-BE49-F238E27FC236}">
                      <a16:creationId xmlns:a16="http://schemas.microsoft.com/office/drawing/2014/main" id="{CB7E1B6B-BF84-F589-9927-D31E10D17D96}"/>
                    </a:ext>
                  </a:extLst>
                </p:cNvPr>
                <p:cNvPicPr/>
                <p:nvPr/>
              </p:nvPicPr>
              <p:blipFill>
                <a:blip r:embed="rId365"/>
                <a:stretch>
                  <a:fillRect/>
                </a:stretch>
              </p:blipFill>
              <p:spPr>
                <a:xfrm>
                  <a:off x="6194537" y="4869260"/>
                  <a:ext cx="844560" cy="8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6">
              <p14:nvContentPartPr>
                <p14:cNvPr id="231" name="Ink 230">
                  <a:extLst>
                    <a:ext uri="{FF2B5EF4-FFF2-40B4-BE49-F238E27FC236}">
                      <a16:creationId xmlns:a16="http://schemas.microsoft.com/office/drawing/2014/main" id="{48084494-0BC9-D65A-F8E7-B497B2AF26AA}"/>
                    </a:ext>
                  </a:extLst>
                </p14:cNvPr>
                <p14:cNvContentPartPr/>
                <p14:nvPr/>
              </p14:nvContentPartPr>
              <p14:xfrm>
                <a:off x="6216137" y="5475860"/>
                <a:ext cx="888120" cy="93600"/>
              </p14:xfrm>
            </p:contentPart>
          </mc:Choice>
          <mc:Fallback>
            <p:pic>
              <p:nvPicPr>
                <p:cNvPr id="231" name="Ink 230">
                  <a:extLst>
                    <a:ext uri="{FF2B5EF4-FFF2-40B4-BE49-F238E27FC236}">
                      <a16:creationId xmlns:a16="http://schemas.microsoft.com/office/drawing/2014/main" id="{48084494-0BC9-D65A-F8E7-B497B2AF26AA}"/>
                    </a:ext>
                  </a:extLst>
                </p:cNvPr>
                <p:cNvPicPr/>
                <p:nvPr/>
              </p:nvPicPr>
              <p:blipFill>
                <a:blip r:embed="rId367"/>
                <a:stretch>
                  <a:fillRect/>
                </a:stretch>
              </p:blipFill>
              <p:spPr>
                <a:xfrm>
                  <a:off x="6198497" y="5457860"/>
                  <a:ext cx="923760" cy="12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8">
              <p14:nvContentPartPr>
                <p14:cNvPr id="232" name="Ink 231">
                  <a:extLst>
                    <a:ext uri="{FF2B5EF4-FFF2-40B4-BE49-F238E27FC236}">
                      <a16:creationId xmlns:a16="http://schemas.microsoft.com/office/drawing/2014/main" id="{5DB591F6-9BE6-8BDF-300C-DF3BD8943CB8}"/>
                    </a:ext>
                  </a:extLst>
                </p14:cNvPr>
                <p14:cNvContentPartPr/>
                <p14:nvPr/>
              </p14:nvContentPartPr>
              <p14:xfrm>
                <a:off x="7036577" y="4750820"/>
                <a:ext cx="650520" cy="946800"/>
              </p14:xfrm>
            </p:contentPart>
          </mc:Choice>
          <mc:Fallback>
            <p:pic>
              <p:nvPicPr>
                <p:cNvPr id="232" name="Ink 231">
                  <a:extLst>
                    <a:ext uri="{FF2B5EF4-FFF2-40B4-BE49-F238E27FC236}">
                      <a16:creationId xmlns:a16="http://schemas.microsoft.com/office/drawing/2014/main" id="{5DB591F6-9BE6-8BDF-300C-DF3BD8943CB8}"/>
                    </a:ext>
                  </a:extLst>
                </p:cNvPr>
                <p:cNvPicPr/>
                <p:nvPr/>
              </p:nvPicPr>
              <p:blipFill>
                <a:blip r:embed="rId369"/>
                <a:stretch>
                  <a:fillRect/>
                </a:stretch>
              </p:blipFill>
              <p:spPr>
                <a:xfrm>
                  <a:off x="7018937" y="4732820"/>
                  <a:ext cx="686160" cy="98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0">
              <p14:nvContentPartPr>
                <p14:cNvPr id="233" name="Ink 232">
                  <a:extLst>
                    <a:ext uri="{FF2B5EF4-FFF2-40B4-BE49-F238E27FC236}">
                      <a16:creationId xmlns:a16="http://schemas.microsoft.com/office/drawing/2014/main" id="{40B8C1B0-B8F2-7512-E069-BC7049EBC2D6}"/>
                    </a:ext>
                  </a:extLst>
                </p14:cNvPr>
                <p14:cNvContentPartPr/>
                <p14:nvPr/>
              </p14:nvContentPartPr>
              <p14:xfrm>
                <a:off x="7675937" y="5212700"/>
                <a:ext cx="963360" cy="123840"/>
              </p14:xfrm>
            </p:contentPart>
          </mc:Choice>
          <mc:Fallback>
            <p:pic>
              <p:nvPicPr>
                <p:cNvPr id="233" name="Ink 232">
                  <a:extLst>
                    <a:ext uri="{FF2B5EF4-FFF2-40B4-BE49-F238E27FC236}">
                      <a16:creationId xmlns:a16="http://schemas.microsoft.com/office/drawing/2014/main" id="{40B8C1B0-B8F2-7512-E069-BC7049EBC2D6}"/>
                    </a:ext>
                  </a:extLst>
                </p:cNvPr>
                <p:cNvPicPr/>
                <p:nvPr/>
              </p:nvPicPr>
              <p:blipFill>
                <a:blip r:embed="rId371"/>
                <a:stretch>
                  <a:fillRect/>
                </a:stretch>
              </p:blipFill>
              <p:spPr>
                <a:xfrm>
                  <a:off x="7658297" y="5195060"/>
                  <a:ext cx="999000" cy="15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2">
              <p14:nvContentPartPr>
                <p14:cNvPr id="256" name="Ink 255">
                  <a:extLst>
                    <a:ext uri="{FF2B5EF4-FFF2-40B4-BE49-F238E27FC236}">
                      <a16:creationId xmlns:a16="http://schemas.microsoft.com/office/drawing/2014/main" id="{7CCE569E-FF93-6075-A018-5CE5DFF4C1E2}"/>
                    </a:ext>
                  </a:extLst>
                </p14:cNvPr>
                <p14:cNvContentPartPr/>
                <p14:nvPr/>
              </p14:nvContentPartPr>
              <p14:xfrm>
                <a:off x="7849097" y="3981860"/>
                <a:ext cx="349560" cy="1300680"/>
              </p14:xfrm>
            </p:contentPart>
          </mc:Choice>
          <mc:Fallback>
            <p:pic>
              <p:nvPicPr>
                <p:cNvPr id="256" name="Ink 255">
                  <a:extLst>
                    <a:ext uri="{FF2B5EF4-FFF2-40B4-BE49-F238E27FC236}">
                      <a16:creationId xmlns:a16="http://schemas.microsoft.com/office/drawing/2014/main" id="{7CCE569E-FF93-6075-A018-5CE5DFF4C1E2}"/>
                    </a:ext>
                  </a:extLst>
                </p:cNvPr>
                <p:cNvPicPr/>
                <p:nvPr/>
              </p:nvPicPr>
              <p:blipFill>
                <a:blip r:embed="rId373"/>
                <a:stretch>
                  <a:fillRect/>
                </a:stretch>
              </p:blipFill>
              <p:spPr>
                <a:xfrm>
                  <a:off x="7831097" y="3964220"/>
                  <a:ext cx="385200" cy="133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4">
              <p14:nvContentPartPr>
                <p14:cNvPr id="257" name="Ink 256">
                  <a:extLst>
                    <a:ext uri="{FF2B5EF4-FFF2-40B4-BE49-F238E27FC236}">
                      <a16:creationId xmlns:a16="http://schemas.microsoft.com/office/drawing/2014/main" id="{C47AB987-B507-1B3B-E52A-41E20DD1E389}"/>
                    </a:ext>
                  </a:extLst>
                </p14:cNvPr>
                <p14:cNvContentPartPr/>
                <p14:nvPr/>
              </p14:nvContentPartPr>
              <p14:xfrm>
                <a:off x="8134577" y="3898340"/>
                <a:ext cx="316800" cy="371880"/>
              </p14:xfrm>
            </p:contentPart>
          </mc:Choice>
          <mc:Fallback>
            <p:pic>
              <p:nvPicPr>
                <p:cNvPr id="257" name="Ink 256">
                  <a:extLst>
                    <a:ext uri="{FF2B5EF4-FFF2-40B4-BE49-F238E27FC236}">
                      <a16:creationId xmlns:a16="http://schemas.microsoft.com/office/drawing/2014/main" id="{C47AB987-B507-1B3B-E52A-41E20DD1E389}"/>
                    </a:ext>
                  </a:extLst>
                </p:cNvPr>
                <p:cNvPicPr/>
                <p:nvPr/>
              </p:nvPicPr>
              <p:blipFill>
                <a:blip r:embed="rId375"/>
                <a:stretch>
                  <a:fillRect/>
                </a:stretch>
              </p:blipFill>
              <p:spPr>
                <a:xfrm>
                  <a:off x="8116937" y="3880340"/>
                  <a:ext cx="352440" cy="40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6">
              <p14:nvContentPartPr>
                <p14:cNvPr id="258" name="Ink 257">
                  <a:extLst>
                    <a:ext uri="{FF2B5EF4-FFF2-40B4-BE49-F238E27FC236}">
                      <a16:creationId xmlns:a16="http://schemas.microsoft.com/office/drawing/2014/main" id="{88A8DC67-4A46-85C5-45EC-A1F47EBBD151}"/>
                    </a:ext>
                  </a:extLst>
                </p14:cNvPr>
                <p14:cNvContentPartPr/>
                <p14:nvPr/>
              </p14:nvContentPartPr>
              <p14:xfrm>
                <a:off x="8392697" y="4035140"/>
                <a:ext cx="106920" cy="89280"/>
              </p14:xfrm>
            </p:contentPart>
          </mc:Choice>
          <mc:Fallback>
            <p:pic>
              <p:nvPicPr>
                <p:cNvPr id="258" name="Ink 257">
                  <a:extLst>
                    <a:ext uri="{FF2B5EF4-FFF2-40B4-BE49-F238E27FC236}">
                      <a16:creationId xmlns:a16="http://schemas.microsoft.com/office/drawing/2014/main" id="{88A8DC67-4A46-85C5-45EC-A1F47EBBD151}"/>
                    </a:ext>
                  </a:extLst>
                </p:cNvPr>
                <p:cNvPicPr/>
                <p:nvPr/>
              </p:nvPicPr>
              <p:blipFill>
                <a:blip r:embed="rId377"/>
                <a:stretch>
                  <a:fillRect/>
                </a:stretch>
              </p:blipFill>
              <p:spPr>
                <a:xfrm>
                  <a:off x="8375057" y="4017500"/>
                  <a:ext cx="142560" cy="12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8">
              <p14:nvContentPartPr>
                <p14:cNvPr id="259" name="Ink 258">
                  <a:extLst>
                    <a:ext uri="{FF2B5EF4-FFF2-40B4-BE49-F238E27FC236}">
                      <a16:creationId xmlns:a16="http://schemas.microsoft.com/office/drawing/2014/main" id="{2C31AD75-0D3B-CA8D-8F25-39F072E53DCB}"/>
                    </a:ext>
                  </a:extLst>
                </p14:cNvPr>
                <p14:cNvContentPartPr/>
                <p14:nvPr/>
              </p14:nvContentPartPr>
              <p14:xfrm>
                <a:off x="8422937" y="4007420"/>
                <a:ext cx="43200" cy="57240"/>
              </p14:xfrm>
            </p:contentPart>
          </mc:Choice>
          <mc:Fallback>
            <p:pic>
              <p:nvPicPr>
                <p:cNvPr id="259" name="Ink 258">
                  <a:extLst>
                    <a:ext uri="{FF2B5EF4-FFF2-40B4-BE49-F238E27FC236}">
                      <a16:creationId xmlns:a16="http://schemas.microsoft.com/office/drawing/2014/main" id="{2C31AD75-0D3B-CA8D-8F25-39F072E53DCB}"/>
                    </a:ext>
                  </a:extLst>
                </p:cNvPr>
                <p:cNvPicPr/>
                <p:nvPr/>
              </p:nvPicPr>
              <p:blipFill>
                <a:blip r:embed="rId379"/>
                <a:stretch>
                  <a:fillRect/>
                </a:stretch>
              </p:blipFill>
              <p:spPr>
                <a:xfrm>
                  <a:off x="8404937" y="3989420"/>
                  <a:ext cx="78840" cy="9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0">
              <p14:nvContentPartPr>
                <p14:cNvPr id="260" name="Ink 259">
                  <a:extLst>
                    <a:ext uri="{FF2B5EF4-FFF2-40B4-BE49-F238E27FC236}">
                      <a16:creationId xmlns:a16="http://schemas.microsoft.com/office/drawing/2014/main" id="{013C77A8-EDBE-2F83-72B0-934982D65827}"/>
                    </a:ext>
                  </a:extLst>
                </p14:cNvPr>
                <p14:cNvContentPartPr/>
                <p14:nvPr/>
              </p14:nvContentPartPr>
              <p14:xfrm>
                <a:off x="8405297" y="4071140"/>
                <a:ext cx="505440" cy="57600"/>
              </p14:xfrm>
            </p:contentPart>
          </mc:Choice>
          <mc:Fallback>
            <p:pic>
              <p:nvPicPr>
                <p:cNvPr id="260" name="Ink 259">
                  <a:extLst>
                    <a:ext uri="{FF2B5EF4-FFF2-40B4-BE49-F238E27FC236}">
                      <a16:creationId xmlns:a16="http://schemas.microsoft.com/office/drawing/2014/main" id="{013C77A8-EDBE-2F83-72B0-934982D65827}"/>
                    </a:ext>
                  </a:extLst>
                </p:cNvPr>
                <p:cNvPicPr/>
                <p:nvPr/>
              </p:nvPicPr>
              <p:blipFill>
                <a:blip r:embed="rId381"/>
                <a:stretch>
                  <a:fillRect/>
                </a:stretch>
              </p:blipFill>
              <p:spPr>
                <a:xfrm>
                  <a:off x="8387657" y="4053140"/>
                  <a:ext cx="541080" cy="9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2">
              <p14:nvContentPartPr>
                <p14:cNvPr id="262" name="Ink 261">
                  <a:extLst>
                    <a:ext uri="{FF2B5EF4-FFF2-40B4-BE49-F238E27FC236}">
                      <a16:creationId xmlns:a16="http://schemas.microsoft.com/office/drawing/2014/main" id="{7FE3914C-FAB4-455E-85C6-F6050DF5CA68}"/>
                    </a:ext>
                  </a:extLst>
                </p14:cNvPr>
                <p14:cNvContentPartPr/>
                <p14:nvPr/>
              </p14:nvContentPartPr>
              <p14:xfrm>
                <a:off x="8099297" y="6191900"/>
                <a:ext cx="60480" cy="82440"/>
              </p14:xfrm>
            </p:contentPart>
          </mc:Choice>
          <mc:Fallback>
            <p:pic>
              <p:nvPicPr>
                <p:cNvPr id="262" name="Ink 261">
                  <a:extLst>
                    <a:ext uri="{FF2B5EF4-FFF2-40B4-BE49-F238E27FC236}">
                      <a16:creationId xmlns:a16="http://schemas.microsoft.com/office/drawing/2014/main" id="{7FE3914C-FAB4-455E-85C6-F6050DF5CA68}"/>
                    </a:ext>
                  </a:extLst>
                </p:cNvPr>
                <p:cNvPicPr/>
                <p:nvPr/>
              </p:nvPicPr>
              <p:blipFill>
                <a:blip r:embed="rId383"/>
                <a:stretch>
                  <a:fillRect/>
                </a:stretch>
              </p:blipFill>
              <p:spPr>
                <a:xfrm>
                  <a:off x="8081297" y="6174260"/>
                  <a:ext cx="96120" cy="11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4">
              <p14:nvContentPartPr>
                <p14:cNvPr id="263" name="Ink 262">
                  <a:extLst>
                    <a:ext uri="{FF2B5EF4-FFF2-40B4-BE49-F238E27FC236}">
                      <a16:creationId xmlns:a16="http://schemas.microsoft.com/office/drawing/2014/main" id="{96108BD3-16FD-C900-C39C-3A792CE3353B}"/>
                    </a:ext>
                  </a:extLst>
                </p14:cNvPr>
                <p14:cNvContentPartPr/>
                <p14:nvPr/>
              </p14:nvContentPartPr>
              <p14:xfrm>
                <a:off x="8115137" y="4386860"/>
                <a:ext cx="410760" cy="1844280"/>
              </p14:xfrm>
            </p:contentPart>
          </mc:Choice>
          <mc:Fallback>
            <p:pic>
              <p:nvPicPr>
                <p:cNvPr id="263" name="Ink 262">
                  <a:extLst>
                    <a:ext uri="{FF2B5EF4-FFF2-40B4-BE49-F238E27FC236}">
                      <a16:creationId xmlns:a16="http://schemas.microsoft.com/office/drawing/2014/main" id="{96108BD3-16FD-C900-C39C-3A792CE3353B}"/>
                    </a:ext>
                  </a:extLst>
                </p:cNvPr>
                <p:cNvPicPr/>
                <p:nvPr/>
              </p:nvPicPr>
              <p:blipFill>
                <a:blip r:embed="rId385"/>
                <a:stretch>
                  <a:fillRect/>
                </a:stretch>
              </p:blipFill>
              <p:spPr>
                <a:xfrm>
                  <a:off x="8097497" y="4369220"/>
                  <a:ext cx="446400" cy="187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6">
              <p14:nvContentPartPr>
                <p14:cNvPr id="264" name="Ink 263">
                  <a:extLst>
                    <a:ext uri="{FF2B5EF4-FFF2-40B4-BE49-F238E27FC236}">
                      <a16:creationId xmlns:a16="http://schemas.microsoft.com/office/drawing/2014/main" id="{8CC3E91F-6E2E-7A00-EC53-547987F1D943}"/>
                    </a:ext>
                  </a:extLst>
                </p14:cNvPr>
                <p14:cNvContentPartPr/>
                <p14:nvPr/>
              </p14:nvContentPartPr>
              <p14:xfrm>
                <a:off x="8506097" y="4400900"/>
                <a:ext cx="187200" cy="255960"/>
              </p14:xfrm>
            </p:contentPart>
          </mc:Choice>
          <mc:Fallback>
            <p:pic>
              <p:nvPicPr>
                <p:cNvPr id="264" name="Ink 263">
                  <a:extLst>
                    <a:ext uri="{FF2B5EF4-FFF2-40B4-BE49-F238E27FC236}">
                      <a16:creationId xmlns:a16="http://schemas.microsoft.com/office/drawing/2014/main" id="{8CC3E91F-6E2E-7A00-EC53-547987F1D943}"/>
                    </a:ext>
                  </a:extLst>
                </p:cNvPr>
                <p:cNvPicPr/>
                <p:nvPr/>
              </p:nvPicPr>
              <p:blipFill>
                <a:blip r:embed="rId387"/>
                <a:stretch>
                  <a:fillRect/>
                </a:stretch>
              </p:blipFill>
              <p:spPr>
                <a:xfrm>
                  <a:off x="8488097" y="4382900"/>
                  <a:ext cx="222840" cy="29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8">
              <p14:nvContentPartPr>
                <p14:cNvPr id="265" name="Ink 264">
                  <a:extLst>
                    <a:ext uri="{FF2B5EF4-FFF2-40B4-BE49-F238E27FC236}">
                      <a16:creationId xmlns:a16="http://schemas.microsoft.com/office/drawing/2014/main" id="{9E5DD86A-FEF8-0EBF-8357-09D03513EFF2}"/>
                    </a:ext>
                  </a:extLst>
                </p14:cNvPr>
                <p14:cNvContentPartPr/>
                <p14:nvPr/>
              </p14:nvContentPartPr>
              <p14:xfrm>
                <a:off x="8637857" y="4462820"/>
                <a:ext cx="108360" cy="118440"/>
              </p14:xfrm>
            </p:contentPart>
          </mc:Choice>
          <mc:Fallback>
            <p:pic>
              <p:nvPicPr>
                <p:cNvPr id="265" name="Ink 264">
                  <a:extLst>
                    <a:ext uri="{FF2B5EF4-FFF2-40B4-BE49-F238E27FC236}">
                      <a16:creationId xmlns:a16="http://schemas.microsoft.com/office/drawing/2014/main" id="{9E5DD86A-FEF8-0EBF-8357-09D03513EFF2}"/>
                    </a:ext>
                  </a:extLst>
                </p:cNvPr>
                <p:cNvPicPr/>
                <p:nvPr/>
              </p:nvPicPr>
              <p:blipFill>
                <a:blip r:embed="rId389"/>
                <a:stretch>
                  <a:fillRect/>
                </a:stretch>
              </p:blipFill>
              <p:spPr>
                <a:xfrm>
                  <a:off x="8619857" y="4444820"/>
                  <a:ext cx="144000" cy="15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0">
              <p14:nvContentPartPr>
                <p14:cNvPr id="266" name="Ink 265">
                  <a:extLst>
                    <a:ext uri="{FF2B5EF4-FFF2-40B4-BE49-F238E27FC236}">
                      <a16:creationId xmlns:a16="http://schemas.microsoft.com/office/drawing/2014/main" id="{B51CA9C4-FB10-4A27-0902-A05E6AED0970}"/>
                    </a:ext>
                  </a:extLst>
                </p14:cNvPr>
                <p14:cNvContentPartPr/>
                <p14:nvPr/>
              </p14:nvContentPartPr>
              <p14:xfrm>
                <a:off x="8701937" y="4463180"/>
                <a:ext cx="360" cy="360"/>
              </p14:xfrm>
            </p:contentPart>
          </mc:Choice>
          <mc:Fallback>
            <p:pic>
              <p:nvPicPr>
                <p:cNvPr id="266" name="Ink 265">
                  <a:extLst>
                    <a:ext uri="{FF2B5EF4-FFF2-40B4-BE49-F238E27FC236}">
                      <a16:creationId xmlns:a16="http://schemas.microsoft.com/office/drawing/2014/main" id="{B51CA9C4-FB10-4A27-0902-A05E6AED0970}"/>
                    </a:ext>
                  </a:extLst>
                </p:cNvPr>
                <p:cNvPicPr/>
                <p:nvPr/>
              </p:nvPicPr>
              <p:blipFill>
                <a:blip r:embed="rId391"/>
                <a:stretch>
                  <a:fillRect/>
                </a:stretch>
              </p:blipFill>
              <p:spPr>
                <a:xfrm>
                  <a:off x="8684297" y="4445180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2">
              <p14:nvContentPartPr>
                <p14:cNvPr id="267" name="Ink 266">
                  <a:extLst>
                    <a:ext uri="{FF2B5EF4-FFF2-40B4-BE49-F238E27FC236}">
                      <a16:creationId xmlns:a16="http://schemas.microsoft.com/office/drawing/2014/main" id="{90BDCB9F-A2A2-9F92-3A12-ADAFAACA9859}"/>
                    </a:ext>
                  </a:extLst>
                </p14:cNvPr>
                <p14:cNvContentPartPr/>
                <p14:nvPr/>
              </p14:nvContentPartPr>
              <p14:xfrm>
                <a:off x="8701937" y="4463180"/>
                <a:ext cx="314640" cy="76680"/>
              </p14:xfrm>
            </p:contentPart>
          </mc:Choice>
          <mc:Fallback>
            <p:pic>
              <p:nvPicPr>
                <p:cNvPr id="267" name="Ink 266">
                  <a:extLst>
                    <a:ext uri="{FF2B5EF4-FFF2-40B4-BE49-F238E27FC236}">
                      <a16:creationId xmlns:a16="http://schemas.microsoft.com/office/drawing/2014/main" id="{90BDCB9F-A2A2-9F92-3A12-ADAFAACA9859}"/>
                    </a:ext>
                  </a:extLst>
                </p:cNvPr>
                <p:cNvPicPr/>
                <p:nvPr/>
              </p:nvPicPr>
              <p:blipFill>
                <a:blip r:embed="rId393"/>
                <a:stretch>
                  <a:fillRect/>
                </a:stretch>
              </p:blipFill>
              <p:spPr>
                <a:xfrm>
                  <a:off x="8684297" y="4445180"/>
                  <a:ext cx="350280" cy="11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4">
              <p14:nvContentPartPr>
                <p14:cNvPr id="268" name="Ink 267">
                  <a:extLst>
                    <a:ext uri="{FF2B5EF4-FFF2-40B4-BE49-F238E27FC236}">
                      <a16:creationId xmlns:a16="http://schemas.microsoft.com/office/drawing/2014/main" id="{C249356C-A437-FE5F-916D-524C03709424}"/>
                    </a:ext>
                  </a:extLst>
                </p14:cNvPr>
                <p14:cNvContentPartPr/>
                <p14:nvPr/>
              </p14:nvContentPartPr>
              <p14:xfrm>
                <a:off x="8918297" y="4108940"/>
                <a:ext cx="140040" cy="31680"/>
              </p14:xfrm>
            </p:contentPart>
          </mc:Choice>
          <mc:Fallback>
            <p:pic>
              <p:nvPicPr>
                <p:cNvPr id="268" name="Ink 267">
                  <a:extLst>
                    <a:ext uri="{FF2B5EF4-FFF2-40B4-BE49-F238E27FC236}">
                      <a16:creationId xmlns:a16="http://schemas.microsoft.com/office/drawing/2014/main" id="{C249356C-A437-FE5F-916D-524C03709424}"/>
                    </a:ext>
                  </a:extLst>
                </p:cNvPr>
                <p:cNvPicPr/>
                <p:nvPr/>
              </p:nvPicPr>
              <p:blipFill>
                <a:blip r:embed="rId395"/>
                <a:stretch>
                  <a:fillRect/>
                </a:stretch>
              </p:blipFill>
              <p:spPr>
                <a:xfrm>
                  <a:off x="8900657" y="4091300"/>
                  <a:ext cx="175680" cy="6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6">
              <p14:nvContentPartPr>
                <p14:cNvPr id="269" name="Ink 268">
                  <a:extLst>
                    <a:ext uri="{FF2B5EF4-FFF2-40B4-BE49-F238E27FC236}">
                      <a16:creationId xmlns:a16="http://schemas.microsoft.com/office/drawing/2014/main" id="{15209FAF-C296-274C-D8A4-90D32CF42DBD}"/>
                    </a:ext>
                  </a:extLst>
                </p14:cNvPr>
                <p14:cNvContentPartPr/>
                <p14:nvPr/>
              </p14:nvContentPartPr>
              <p14:xfrm>
                <a:off x="9032417" y="3979700"/>
                <a:ext cx="454320" cy="656640"/>
              </p14:xfrm>
            </p:contentPart>
          </mc:Choice>
          <mc:Fallback>
            <p:pic>
              <p:nvPicPr>
                <p:cNvPr id="269" name="Ink 268">
                  <a:extLst>
                    <a:ext uri="{FF2B5EF4-FFF2-40B4-BE49-F238E27FC236}">
                      <a16:creationId xmlns:a16="http://schemas.microsoft.com/office/drawing/2014/main" id="{15209FAF-C296-274C-D8A4-90D32CF42DBD}"/>
                    </a:ext>
                  </a:extLst>
                </p:cNvPr>
                <p:cNvPicPr/>
                <p:nvPr/>
              </p:nvPicPr>
              <p:blipFill>
                <a:blip r:embed="rId397"/>
                <a:stretch>
                  <a:fillRect/>
                </a:stretch>
              </p:blipFill>
              <p:spPr>
                <a:xfrm>
                  <a:off x="9014777" y="3961700"/>
                  <a:ext cx="489960" cy="69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8">
              <p14:nvContentPartPr>
                <p14:cNvPr id="270" name="Ink 269">
                  <a:extLst>
                    <a:ext uri="{FF2B5EF4-FFF2-40B4-BE49-F238E27FC236}">
                      <a16:creationId xmlns:a16="http://schemas.microsoft.com/office/drawing/2014/main" id="{AF123728-7506-F5A2-38D4-D7AEF8BFBBBC}"/>
                    </a:ext>
                  </a:extLst>
                </p14:cNvPr>
                <p14:cNvContentPartPr/>
                <p14:nvPr/>
              </p14:nvContentPartPr>
              <p14:xfrm>
                <a:off x="9486377" y="4306940"/>
                <a:ext cx="591120" cy="69480"/>
              </p14:xfrm>
            </p:contentPart>
          </mc:Choice>
          <mc:Fallback>
            <p:pic>
              <p:nvPicPr>
                <p:cNvPr id="270" name="Ink 269">
                  <a:extLst>
                    <a:ext uri="{FF2B5EF4-FFF2-40B4-BE49-F238E27FC236}">
                      <a16:creationId xmlns:a16="http://schemas.microsoft.com/office/drawing/2014/main" id="{AF123728-7506-F5A2-38D4-D7AEF8BFBBBC}"/>
                    </a:ext>
                  </a:extLst>
                </p:cNvPr>
                <p:cNvPicPr/>
                <p:nvPr/>
              </p:nvPicPr>
              <p:blipFill>
                <a:blip r:embed="rId399"/>
                <a:stretch>
                  <a:fillRect/>
                </a:stretch>
              </p:blipFill>
              <p:spPr>
                <a:xfrm>
                  <a:off x="9468737" y="4289300"/>
                  <a:ext cx="626760" cy="10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0">
              <p14:nvContentPartPr>
                <p14:cNvPr id="285" name="Ink 284">
                  <a:extLst>
                    <a:ext uri="{FF2B5EF4-FFF2-40B4-BE49-F238E27FC236}">
                      <a16:creationId xmlns:a16="http://schemas.microsoft.com/office/drawing/2014/main" id="{D9CE2404-601D-7967-9032-8B3A54E6EE4F}"/>
                    </a:ext>
                  </a:extLst>
                </p14:cNvPr>
                <p14:cNvContentPartPr/>
                <p14:nvPr/>
              </p14:nvContentPartPr>
              <p14:xfrm>
                <a:off x="5263937" y="4533020"/>
                <a:ext cx="1411920" cy="77760"/>
              </p14:xfrm>
            </p:contentPart>
          </mc:Choice>
          <mc:Fallback>
            <p:pic>
              <p:nvPicPr>
                <p:cNvPr id="285" name="Ink 284">
                  <a:extLst>
                    <a:ext uri="{FF2B5EF4-FFF2-40B4-BE49-F238E27FC236}">
                      <a16:creationId xmlns:a16="http://schemas.microsoft.com/office/drawing/2014/main" id="{D9CE2404-601D-7967-9032-8B3A54E6EE4F}"/>
                    </a:ext>
                  </a:extLst>
                </p:cNvPr>
                <p:cNvPicPr/>
                <p:nvPr/>
              </p:nvPicPr>
              <p:blipFill>
                <a:blip r:embed="rId401"/>
                <a:stretch>
                  <a:fillRect/>
                </a:stretch>
              </p:blipFill>
              <p:spPr>
                <a:xfrm>
                  <a:off x="5246297" y="4515380"/>
                  <a:ext cx="1447560" cy="11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2">
              <p14:nvContentPartPr>
                <p14:cNvPr id="286" name="Ink 285">
                  <a:extLst>
                    <a:ext uri="{FF2B5EF4-FFF2-40B4-BE49-F238E27FC236}">
                      <a16:creationId xmlns:a16="http://schemas.microsoft.com/office/drawing/2014/main" id="{7E3218F8-9988-6DFD-2C5B-A81CE7D24747}"/>
                    </a:ext>
                  </a:extLst>
                </p14:cNvPr>
                <p14:cNvContentPartPr/>
                <p14:nvPr/>
              </p14:nvContentPartPr>
              <p14:xfrm>
                <a:off x="5533937" y="4565780"/>
                <a:ext cx="324000" cy="409320"/>
              </p14:xfrm>
            </p:contentPart>
          </mc:Choice>
          <mc:Fallback>
            <p:pic>
              <p:nvPicPr>
                <p:cNvPr id="286" name="Ink 285">
                  <a:extLst>
                    <a:ext uri="{FF2B5EF4-FFF2-40B4-BE49-F238E27FC236}">
                      <a16:creationId xmlns:a16="http://schemas.microsoft.com/office/drawing/2014/main" id="{7E3218F8-9988-6DFD-2C5B-A81CE7D24747}"/>
                    </a:ext>
                  </a:extLst>
                </p:cNvPr>
                <p:cNvPicPr/>
                <p:nvPr/>
              </p:nvPicPr>
              <p:blipFill>
                <a:blip r:embed="rId403"/>
                <a:stretch>
                  <a:fillRect/>
                </a:stretch>
              </p:blipFill>
              <p:spPr>
                <a:xfrm>
                  <a:off x="5516297" y="4547780"/>
                  <a:ext cx="359640" cy="44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4">
              <p14:nvContentPartPr>
                <p14:cNvPr id="287" name="Ink 286">
                  <a:extLst>
                    <a:ext uri="{FF2B5EF4-FFF2-40B4-BE49-F238E27FC236}">
                      <a16:creationId xmlns:a16="http://schemas.microsoft.com/office/drawing/2014/main" id="{56AA0818-4D22-2246-F7B3-2D97EF904DC2}"/>
                    </a:ext>
                  </a:extLst>
                </p14:cNvPr>
                <p14:cNvContentPartPr/>
                <p14:nvPr/>
              </p14:nvContentPartPr>
              <p14:xfrm>
                <a:off x="5861537" y="4805540"/>
                <a:ext cx="198000" cy="316440"/>
              </p14:xfrm>
            </p:contentPart>
          </mc:Choice>
          <mc:Fallback>
            <p:pic>
              <p:nvPicPr>
                <p:cNvPr id="287" name="Ink 286">
                  <a:extLst>
                    <a:ext uri="{FF2B5EF4-FFF2-40B4-BE49-F238E27FC236}">
                      <a16:creationId xmlns:a16="http://schemas.microsoft.com/office/drawing/2014/main" id="{56AA0818-4D22-2246-F7B3-2D97EF904DC2}"/>
                    </a:ext>
                  </a:extLst>
                </p:cNvPr>
                <p:cNvPicPr/>
                <p:nvPr/>
              </p:nvPicPr>
              <p:blipFill>
                <a:blip r:embed="rId405"/>
                <a:stretch>
                  <a:fillRect/>
                </a:stretch>
              </p:blipFill>
              <p:spPr>
                <a:xfrm>
                  <a:off x="5843897" y="4787900"/>
                  <a:ext cx="233640" cy="35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6">
              <p14:nvContentPartPr>
                <p14:cNvPr id="288" name="Ink 287">
                  <a:extLst>
                    <a:ext uri="{FF2B5EF4-FFF2-40B4-BE49-F238E27FC236}">
                      <a16:creationId xmlns:a16="http://schemas.microsoft.com/office/drawing/2014/main" id="{C516059E-EB66-ADB3-214B-ECD0EC23CA10}"/>
                    </a:ext>
                  </a:extLst>
                </p14:cNvPr>
                <p14:cNvContentPartPr/>
                <p14:nvPr/>
              </p14:nvContentPartPr>
              <p14:xfrm>
                <a:off x="6055217" y="4881860"/>
                <a:ext cx="122760" cy="171720"/>
              </p14:xfrm>
            </p:contentPart>
          </mc:Choice>
          <mc:Fallback>
            <p:pic>
              <p:nvPicPr>
                <p:cNvPr id="288" name="Ink 287">
                  <a:extLst>
                    <a:ext uri="{FF2B5EF4-FFF2-40B4-BE49-F238E27FC236}">
                      <a16:creationId xmlns:a16="http://schemas.microsoft.com/office/drawing/2014/main" id="{C516059E-EB66-ADB3-214B-ECD0EC23CA10}"/>
                    </a:ext>
                  </a:extLst>
                </p:cNvPr>
                <p:cNvPicPr/>
                <p:nvPr/>
              </p:nvPicPr>
              <p:blipFill>
                <a:blip r:embed="rId407"/>
                <a:stretch>
                  <a:fillRect/>
                </a:stretch>
              </p:blipFill>
              <p:spPr>
                <a:xfrm>
                  <a:off x="6037217" y="4863860"/>
                  <a:ext cx="158400" cy="20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8">
              <p14:nvContentPartPr>
                <p14:cNvPr id="289" name="Ink 288">
                  <a:extLst>
                    <a:ext uri="{FF2B5EF4-FFF2-40B4-BE49-F238E27FC236}">
                      <a16:creationId xmlns:a16="http://schemas.microsoft.com/office/drawing/2014/main" id="{F5713634-A768-263E-46B0-804154085A40}"/>
                    </a:ext>
                  </a:extLst>
                </p14:cNvPr>
                <p14:cNvContentPartPr/>
                <p14:nvPr/>
              </p14:nvContentPartPr>
              <p14:xfrm>
                <a:off x="6204257" y="4933340"/>
                <a:ext cx="373680" cy="7560"/>
              </p14:xfrm>
            </p:contentPart>
          </mc:Choice>
          <mc:Fallback>
            <p:pic>
              <p:nvPicPr>
                <p:cNvPr id="289" name="Ink 288">
                  <a:extLst>
                    <a:ext uri="{FF2B5EF4-FFF2-40B4-BE49-F238E27FC236}">
                      <a16:creationId xmlns:a16="http://schemas.microsoft.com/office/drawing/2014/main" id="{F5713634-A768-263E-46B0-804154085A40}"/>
                    </a:ext>
                  </a:extLst>
                </p:cNvPr>
                <p:cNvPicPr/>
                <p:nvPr/>
              </p:nvPicPr>
              <p:blipFill>
                <a:blip r:embed="rId409"/>
                <a:stretch>
                  <a:fillRect/>
                </a:stretch>
              </p:blipFill>
              <p:spPr>
                <a:xfrm>
                  <a:off x="6186257" y="4915340"/>
                  <a:ext cx="409320" cy="4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0">
              <p14:nvContentPartPr>
                <p14:cNvPr id="290" name="Ink 289">
                  <a:extLst>
                    <a:ext uri="{FF2B5EF4-FFF2-40B4-BE49-F238E27FC236}">
                      <a16:creationId xmlns:a16="http://schemas.microsoft.com/office/drawing/2014/main" id="{3B6BED4E-7923-9D70-288A-465A08F1330B}"/>
                    </a:ext>
                  </a:extLst>
                </p14:cNvPr>
                <p14:cNvContentPartPr/>
                <p14:nvPr/>
              </p14:nvContentPartPr>
              <p14:xfrm>
                <a:off x="5147297" y="5492060"/>
                <a:ext cx="1155240" cy="95040"/>
              </p14:xfrm>
            </p:contentPart>
          </mc:Choice>
          <mc:Fallback>
            <p:pic>
              <p:nvPicPr>
                <p:cNvPr id="290" name="Ink 289">
                  <a:extLst>
                    <a:ext uri="{FF2B5EF4-FFF2-40B4-BE49-F238E27FC236}">
                      <a16:creationId xmlns:a16="http://schemas.microsoft.com/office/drawing/2014/main" id="{3B6BED4E-7923-9D70-288A-465A08F1330B}"/>
                    </a:ext>
                  </a:extLst>
                </p:cNvPr>
                <p:cNvPicPr/>
                <p:nvPr/>
              </p:nvPicPr>
              <p:blipFill>
                <a:blip r:embed="rId411"/>
                <a:stretch>
                  <a:fillRect/>
                </a:stretch>
              </p:blipFill>
              <p:spPr>
                <a:xfrm>
                  <a:off x="5129297" y="5474420"/>
                  <a:ext cx="1190880" cy="13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2">
              <p14:nvContentPartPr>
                <p14:cNvPr id="291" name="Ink 290">
                  <a:extLst>
                    <a:ext uri="{FF2B5EF4-FFF2-40B4-BE49-F238E27FC236}">
                      <a16:creationId xmlns:a16="http://schemas.microsoft.com/office/drawing/2014/main" id="{640DC90C-4B92-D078-22CD-9C6EB3378E8D}"/>
                    </a:ext>
                  </a:extLst>
                </p14:cNvPr>
                <p14:cNvContentPartPr/>
                <p14:nvPr/>
              </p14:nvContentPartPr>
              <p14:xfrm>
                <a:off x="5523137" y="5564060"/>
                <a:ext cx="345600" cy="309240"/>
              </p14:xfrm>
            </p:contentPart>
          </mc:Choice>
          <mc:Fallback>
            <p:pic>
              <p:nvPicPr>
                <p:cNvPr id="291" name="Ink 290">
                  <a:extLst>
                    <a:ext uri="{FF2B5EF4-FFF2-40B4-BE49-F238E27FC236}">
                      <a16:creationId xmlns:a16="http://schemas.microsoft.com/office/drawing/2014/main" id="{640DC90C-4B92-D078-22CD-9C6EB3378E8D}"/>
                    </a:ext>
                  </a:extLst>
                </p:cNvPr>
                <p:cNvPicPr/>
                <p:nvPr/>
              </p:nvPicPr>
              <p:blipFill>
                <a:blip r:embed="rId413"/>
                <a:stretch>
                  <a:fillRect/>
                </a:stretch>
              </p:blipFill>
              <p:spPr>
                <a:xfrm>
                  <a:off x="5505497" y="5546420"/>
                  <a:ext cx="381240" cy="34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4">
              <p14:nvContentPartPr>
                <p14:cNvPr id="292" name="Ink 291">
                  <a:extLst>
                    <a:ext uri="{FF2B5EF4-FFF2-40B4-BE49-F238E27FC236}">
                      <a16:creationId xmlns:a16="http://schemas.microsoft.com/office/drawing/2014/main" id="{8F031E21-CB4D-3454-DD98-7BDDCB0343C1}"/>
                    </a:ext>
                  </a:extLst>
                </p14:cNvPr>
                <p14:cNvContentPartPr/>
                <p14:nvPr/>
              </p14:nvContentPartPr>
              <p14:xfrm>
                <a:off x="5826617" y="5753780"/>
                <a:ext cx="17640" cy="254160"/>
              </p14:xfrm>
            </p:contentPart>
          </mc:Choice>
          <mc:Fallback>
            <p:pic>
              <p:nvPicPr>
                <p:cNvPr id="292" name="Ink 291">
                  <a:extLst>
                    <a:ext uri="{FF2B5EF4-FFF2-40B4-BE49-F238E27FC236}">
                      <a16:creationId xmlns:a16="http://schemas.microsoft.com/office/drawing/2014/main" id="{8F031E21-CB4D-3454-DD98-7BDDCB0343C1}"/>
                    </a:ext>
                  </a:extLst>
                </p:cNvPr>
                <p:cNvPicPr/>
                <p:nvPr/>
              </p:nvPicPr>
              <p:blipFill>
                <a:blip r:embed="rId415"/>
                <a:stretch>
                  <a:fillRect/>
                </a:stretch>
              </p:blipFill>
              <p:spPr>
                <a:xfrm>
                  <a:off x="5808977" y="5736140"/>
                  <a:ext cx="53280" cy="28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6">
              <p14:nvContentPartPr>
                <p14:cNvPr id="293" name="Ink 292">
                  <a:extLst>
                    <a:ext uri="{FF2B5EF4-FFF2-40B4-BE49-F238E27FC236}">
                      <a16:creationId xmlns:a16="http://schemas.microsoft.com/office/drawing/2014/main" id="{64959FCA-18FD-8F62-301B-5563D4B4BAEF}"/>
                    </a:ext>
                  </a:extLst>
                </p14:cNvPr>
                <p14:cNvContentPartPr/>
                <p14:nvPr/>
              </p14:nvContentPartPr>
              <p14:xfrm>
                <a:off x="5841377" y="5779340"/>
                <a:ext cx="164520" cy="261360"/>
              </p14:xfrm>
            </p:contentPart>
          </mc:Choice>
          <mc:Fallback>
            <p:pic>
              <p:nvPicPr>
                <p:cNvPr id="293" name="Ink 292">
                  <a:extLst>
                    <a:ext uri="{FF2B5EF4-FFF2-40B4-BE49-F238E27FC236}">
                      <a16:creationId xmlns:a16="http://schemas.microsoft.com/office/drawing/2014/main" id="{64959FCA-18FD-8F62-301B-5563D4B4BAEF}"/>
                    </a:ext>
                  </a:extLst>
                </p:cNvPr>
                <p:cNvPicPr/>
                <p:nvPr/>
              </p:nvPicPr>
              <p:blipFill>
                <a:blip r:embed="rId417"/>
                <a:stretch>
                  <a:fillRect/>
                </a:stretch>
              </p:blipFill>
              <p:spPr>
                <a:xfrm>
                  <a:off x="5823737" y="5761340"/>
                  <a:ext cx="200160" cy="29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8">
              <p14:nvContentPartPr>
                <p14:cNvPr id="294" name="Ink 293">
                  <a:extLst>
                    <a:ext uri="{FF2B5EF4-FFF2-40B4-BE49-F238E27FC236}">
                      <a16:creationId xmlns:a16="http://schemas.microsoft.com/office/drawing/2014/main" id="{EB08DB99-7215-00B1-AE16-160C8095135E}"/>
                    </a:ext>
                  </a:extLst>
                </p14:cNvPr>
                <p14:cNvContentPartPr/>
                <p14:nvPr/>
              </p14:nvContentPartPr>
              <p14:xfrm>
                <a:off x="6014537" y="5828660"/>
                <a:ext cx="127080" cy="179280"/>
              </p14:xfrm>
            </p:contentPart>
          </mc:Choice>
          <mc:Fallback>
            <p:pic>
              <p:nvPicPr>
                <p:cNvPr id="294" name="Ink 293">
                  <a:extLst>
                    <a:ext uri="{FF2B5EF4-FFF2-40B4-BE49-F238E27FC236}">
                      <a16:creationId xmlns:a16="http://schemas.microsoft.com/office/drawing/2014/main" id="{EB08DB99-7215-00B1-AE16-160C8095135E}"/>
                    </a:ext>
                  </a:extLst>
                </p:cNvPr>
                <p:cNvPicPr/>
                <p:nvPr/>
              </p:nvPicPr>
              <p:blipFill>
                <a:blip r:embed="rId419"/>
                <a:stretch>
                  <a:fillRect/>
                </a:stretch>
              </p:blipFill>
              <p:spPr>
                <a:xfrm>
                  <a:off x="5996537" y="5811020"/>
                  <a:ext cx="162720" cy="214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02" name="Group 301">
            <a:extLst>
              <a:ext uri="{FF2B5EF4-FFF2-40B4-BE49-F238E27FC236}">
                <a16:creationId xmlns:a16="http://schemas.microsoft.com/office/drawing/2014/main" id="{675161B7-9371-885E-343F-226F74374A62}"/>
              </a:ext>
            </a:extLst>
          </p:cNvPr>
          <p:cNvGrpSpPr/>
          <p:nvPr/>
        </p:nvGrpSpPr>
        <p:grpSpPr>
          <a:xfrm>
            <a:off x="105857" y="333260"/>
            <a:ext cx="221760" cy="292680"/>
            <a:chOff x="105857" y="333260"/>
            <a:chExt cx="221760" cy="292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20">
              <p14:nvContentPartPr>
                <p14:cNvPr id="296" name="Ink 295">
                  <a:extLst>
                    <a:ext uri="{FF2B5EF4-FFF2-40B4-BE49-F238E27FC236}">
                      <a16:creationId xmlns:a16="http://schemas.microsoft.com/office/drawing/2014/main" id="{14071972-7ECD-CBC1-A0E6-B96D1310C3D1}"/>
                    </a:ext>
                  </a:extLst>
                </p14:cNvPr>
                <p14:cNvContentPartPr/>
                <p14:nvPr/>
              </p14:nvContentPartPr>
              <p14:xfrm>
                <a:off x="230777" y="436580"/>
                <a:ext cx="2880" cy="135000"/>
              </p14:xfrm>
            </p:contentPart>
          </mc:Choice>
          <mc:Fallback>
            <p:pic>
              <p:nvPicPr>
                <p:cNvPr id="296" name="Ink 295">
                  <a:extLst>
                    <a:ext uri="{FF2B5EF4-FFF2-40B4-BE49-F238E27FC236}">
                      <a16:creationId xmlns:a16="http://schemas.microsoft.com/office/drawing/2014/main" id="{14071972-7ECD-CBC1-A0E6-B96D1310C3D1}"/>
                    </a:ext>
                  </a:extLst>
                </p:cNvPr>
                <p:cNvPicPr/>
                <p:nvPr/>
              </p:nvPicPr>
              <p:blipFill>
                <a:blip r:embed="rId421"/>
                <a:stretch>
                  <a:fillRect/>
                </a:stretch>
              </p:blipFill>
              <p:spPr>
                <a:xfrm>
                  <a:off x="212777" y="418940"/>
                  <a:ext cx="38520" cy="17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2">
              <p14:nvContentPartPr>
                <p14:cNvPr id="297" name="Ink 296">
                  <a:extLst>
                    <a:ext uri="{FF2B5EF4-FFF2-40B4-BE49-F238E27FC236}">
                      <a16:creationId xmlns:a16="http://schemas.microsoft.com/office/drawing/2014/main" id="{BA1790A2-49B3-03AE-BECF-96D3D3C34538}"/>
                    </a:ext>
                  </a:extLst>
                </p14:cNvPr>
                <p14:cNvContentPartPr/>
                <p14:nvPr/>
              </p14:nvContentPartPr>
              <p14:xfrm>
                <a:off x="230777" y="436940"/>
                <a:ext cx="360" cy="360"/>
              </p14:xfrm>
            </p:contentPart>
          </mc:Choice>
          <mc:Fallback>
            <p:pic>
              <p:nvPicPr>
                <p:cNvPr id="297" name="Ink 296">
                  <a:extLst>
                    <a:ext uri="{FF2B5EF4-FFF2-40B4-BE49-F238E27FC236}">
                      <a16:creationId xmlns:a16="http://schemas.microsoft.com/office/drawing/2014/main" id="{BA1790A2-49B3-03AE-BECF-96D3D3C34538}"/>
                    </a:ext>
                  </a:extLst>
                </p:cNvPr>
                <p:cNvPicPr/>
                <p:nvPr/>
              </p:nvPicPr>
              <p:blipFill>
                <a:blip r:embed="rId423"/>
                <a:stretch>
                  <a:fillRect/>
                </a:stretch>
              </p:blipFill>
              <p:spPr>
                <a:xfrm>
                  <a:off x="212777" y="419300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4">
              <p14:nvContentPartPr>
                <p14:cNvPr id="298" name="Ink 297">
                  <a:extLst>
                    <a:ext uri="{FF2B5EF4-FFF2-40B4-BE49-F238E27FC236}">
                      <a16:creationId xmlns:a16="http://schemas.microsoft.com/office/drawing/2014/main" id="{FD465640-BFD5-4716-CAC0-0E1EF313AA48}"/>
                    </a:ext>
                  </a:extLst>
                </p14:cNvPr>
                <p14:cNvContentPartPr/>
                <p14:nvPr/>
              </p14:nvContentPartPr>
              <p14:xfrm>
                <a:off x="105857" y="333260"/>
                <a:ext cx="221760" cy="292680"/>
              </p14:xfrm>
            </p:contentPart>
          </mc:Choice>
          <mc:Fallback>
            <p:pic>
              <p:nvPicPr>
                <p:cNvPr id="298" name="Ink 297">
                  <a:extLst>
                    <a:ext uri="{FF2B5EF4-FFF2-40B4-BE49-F238E27FC236}">
                      <a16:creationId xmlns:a16="http://schemas.microsoft.com/office/drawing/2014/main" id="{FD465640-BFD5-4716-CAC0-0E1EF313AA48}"/>
                    </a:ext>
                  </a:extLst>
                </p:cNvPr>
                <p:cNvPicPr/>
                <p:nvPr/>
              </p:nvPicPr>
              <p:blipFill>
                <a:blip r:embed="rId425"/>
                <a:stretch>
                  <a:fillRect/>
                </a:stretch>
              </p:blipFill>
              <p:spPr>
                <a:xfrm>
                  <a:off x="87857" y="315620"/>
                  <a:ext cx="257400" cy="328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01" name="Group 300">
            <a:extLst>
              <a:ext uri="{FF2B5EF4-FFF2-40B4-BE49-F238E27FC236}">
                <a16:creationId xmlns:a16="http://schemas.microsoft.com/office/drawing/2014/main" id="{AD58F2E8-E23B-A802-1904-F7A7DBA44E8E}"/>
              </a:ext>
            </a:extLst>
          </p:cNvPr>
          <p:cNvGrpSpPr/>
          <p:nvPr/>
        </p:nvGrpSpPr>
        <p:grpSpPr>
          <a:xfrm>
            <a:off x="67337" y="1454300"/>
            <a:ext cx="308880" cy="315360"/>
            <a:chOff x="67337" y="1454300"/>
            <a:chExt cx="308880" cy="315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26">
              <p14:nvContentPartPr>
                <p14:cNvPr id="299" name="Ink 298">
                  <a:extLst>
                    <a:ext uri="{FF2B5EF4-FFF2-40B4-BE49-F238E27FC236}">
                      <a16:creationId xmlns:a16="http://schemas.microsoft.com/office/drawing/2014/main" id="{B840623D-C6DE-5391-9B80-5774BEFB6578}"/>
                    </a:ext>
                  </a:extLst>
                </p14:cNvPr>
                <p14:cNvContentPartPr/>
                <p14:nvPr/>
              </p14:nvContentPartPr>
              <p14:xfrm>
                <a:off x="190457" y="1529540"/>
                <a:ext cx="118440" cy="168480"/>
              </p14:xfrm>
            </p:contentPart>
          </mc:Choice>
          <mc:Fallback>
            <p:pic>
              <p:nvPicPr>
                <p:cNvPr id="299" name="Ink 298">
                  <a:extLst>
                    <a:ext uri="{FF2B5EF4-FFF2-40B4-BE49-F238E27FC236}">
                      <a16:creationId xmlns:a16="http://schemas.microsoft.com/office/drawing/2014/main" id="{B840623D-C6DE-5391-9B80-5774BEFB6578}"/>
                    </a:ext>
                  </a:extLst>
                </p:cNvPr>
                <p:cNvPicPr/>
                <p:nvPr/>
              </p:nvPicPr>
              <p:blipFill>
                <a:blip r:embed="rId427"/>
                <a:stretch>
                  <a:fillRect/>
                </a:stretch>
              </p:blipFill>
              <p:spPr>
                <a:xfrm>
                  <a:off x="172457" y="1511540"/>
                  <a:ext cx="154080" cy="20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8">
              <p14:nvContentPartPr>
                <p14:cNvPr id="300" name="Ink 299">
                  <a:extLst>
                    <a:ext uri="{FF2B5EF4-FFF2-40B4-BE49-F238E27FC236}">
                      <a16:creationId xmlns:a16="http://schemas.microsoft.com/office/drawing/2014/main" id="{219A21B9-9CFA-AD25-6E59-BA495EC9EA28}"/>
                    </a:ext>
                  </a:extLst>
                </p14:cNvPr>
                <p14:cNvContentPartPr/>
                <p14:nvPr/>
              </p14:nvContentPartPr>
              <p14:xfrm>
                <a:off x="67337" y="1454300"/>
                <a:ext cx="308880" cy="315360"/>
              </p14:xfrm>
            </p:contentPart>
          </mc:Choice>
          <mc:Fallback>
            <p:pic>
              <p:nvPicPr>
                <p:cNvPr id="300" name="Ink 299">
                  <a:extLst>
                    <a:ext uri="{FF2B5EF4-FFF2-40B4-BE49-F238E27FC236}">
                      <a16:creationId xmlns:a16="http://schemas.microsoft.com/office/drawing/2014/main" id="{219A21B9-9CFA-AD25-6E59-BA495EC9EA28}"/>
                    </a:ext>
                  </a:extLst>
                </p:cNvPr>
                <p:cNvPicPr/>
                <p:nvPr/>
              </p:nvPicPr>
              <p:blipFill>
                <a:blip r:embed="rId429"/>
                <a:stretch>
                  <a:fillRect/>
                </a:stretch>
              </p:blipFill>
              <p:spPr>
                <a:xfrm>
                  <a:off x="49337" y="1436660"/>
                  <a:ext cx="344520" cy="351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05" name="Group 304">
            <a:extLst>
              <a:ext uri="{FF2B5EF4-FFF2-40B4-BE49-F238E27FC236}">
                <a16:creationId xmlns:a16="http://schemas.microsoft.com/office/drawing/2014/main" id="{E5C93A27-8BC3-4000-6E25-AA30BB6C3170}"/>
              </a:ext>
            </a:extLst>
          </p:cNvPr>
          <p:cNvGrpSpPr/>
          <p:nvPr/>
        </p:nvGrpSpPr>
        <p:grpSpPr>
          <a:xfrm>
            <a:off x="211697" y="2551580"/>
            <a:ext cx="290880" cy="323640"/>
            <a:chOff x="211697" y="2551580"/>
            <a:chExt cx="290880" cy="323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30">
              <p14:nvContentPartPr>
                <p14:cNvPr id="303" name="Ink 302">
                  <a:extLst>
                    <a:ext uri="{FF2B5EF4-FFF2-40B4-BE49-F238E27FC236}">
                      <a16:creationId xmlns:a16="http://schemas.microsoft.com/office/drawing/2014/main" id="{C0CE69A2-2533-2319-CB50-B0AD8A6EDC99}"/>
                    </a:ext>
                  </a:extLst>
                </p14:cNvPr>
                <p14:cNvContentPartPr/>
                <p14:nvPr/>
              </p14:nvContentPartPr>
              <p14:xfrm>
                <a:off x="308537" y="2653820"/>
                <a:ext cx="90360" cy="156240"/>
              </p14:xfrm>
            </p:contentPart>
          </mc:Choice>
          <mc:Fallback>
            <p:pic>
              <p:nvPicPr>
                <p:cNvPr id="303" name="Ink 302">
                  <a:extLst>
                    <a:ext uri="{FF2B5EF4-FFF2-40B4-BE49-F238E27FC236}">
                      <a16:creationId xmlns:a16="http://schemas.microsoft.com/office/drawing/2014/main" id="{C0CE69A2-2533-2319-CB50-B0AD8A6EDC99}"/>
                    </a:ext>
                  </a:extLst>
                </p:cNvPr>
                <p:cNvPicPr/>
                <p:nvPr/>
              </p:nvPicPr>
              <p:blipFill>
                <a:blip r:embed="rId431"/>
                <a:stretch>
                  <a:fillRect/>
                </a:stretch>
              </p:blipFill>
              <p:spPr>
                <a:xfrm>
                  <a:off x="290537" y="2635820"/>
                  <a:ext cx="126000" cy="19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2">
              <p14:nvContentPartPr>
                <p14:cNvPr id="304" name="Ink 303">
                  <a:extLst>
                    <a:ext uri="{FF2B5EF4-FFF2-40B4-BE49-F238E27FC236}">
                      <a16:creationId xmlns:a16="http://schemas.microsoft.com/office/drawing/2014/main" id="{C9A06F7A-6424-F277-0EC9-3AF45B5C83B6}"/>
                    </a:ext>
                  </a:extLst>
                </p14:cNvPr>
                <p14:cNvContentPartPr/>
                <p14:nvPr/>
              </p14:nvContentPartPr>
              <p14:xfrm>
                <a:off x="211697" y="2551580"/>
                <a:ext cx="290880" cy="323640"/>
              </p14:xfrm>
            </p:contentPart>
          </mc:Choice>
          <mc:Fallback>
            <p:pic>
              <p:nvPicPr>
                <p:cNvPr id="304" name="Ink 303">
                  <a:extLst>
                    <a:ext uri="{FF2B5EF4-FFF2-40B4-BE49-F238E27FC236}">
                      <a16:creationId xmlns:a16="http://schemas.microsoft.com/office/drawing/2014/main" id="{C9A06F7A-6424-F277-0EC9-3AF45B5C83B6}"/>
                    </a:ext>
                  </a:extLst>
                </p:cNvPr>
                <p:cNvPicPr/>
                <p:nvPr/>
              </p:nvPicPr>
              <p:blipFill>
                <a:blip r:embed="rId433"/>
                <a:stretch>
                  <a:fillRect/>
                </a:stretch>
              </p:blipFill>
              <p:spPr>
                <a:xfrm>
                  <a:off x="194057" y="2533940"/>
                  <a:ext cx="326520" cy="359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08" name="Group 307">
            <a:extLst>
              <a:ext uri="{FF2B5EF4-FFF2-40B4-BE49-F238E27FC236}">
                <a16:creationId xmlns:a16="http://schemas.microsoft.com/office/drawing/2014/main" id="{707DFB66-F2BF-F269-1AEF-48C1BE0B59D4}"/>
              </a:ext>
            </a:extLst>
          </p:cNvPr>
          <p:cNvGrpSpPr/>
          <p:nvPr/>
        </p:nvGrpSpPr>
        <p:grpSpPr>
          <a:xfrm>
            <a:off x="3107177" y="2686220"/>
            <a:ext cx="419400" cy="373320"/>
            <a:chOff x="3107177" y="2686220"/>
            <a:chExt cx="419400" cy="373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34">
              <p14:nvContentPartPr>
                <p14:cNvPr id="306" name="Ink 305">
                  <a:extLst>
                    <a:ext uri="{FF2B5EF4-FFF2-40B4-BE49-F238E27FC236}">
                      <a16:creationId xmlns:a16="http://schemas.microsoft.com/office/drawing/2014/main" id="{00DF59EA-800A-8FFF-9BBB-13556EEDD3FE}"/>
                    </a:ext>
                  </a:extLst>
                </p14:cNvPr>
                <p14:cNvContentPartPr/>
                <p14:nvPr/>
              </p14:nvContentPartPr>
              <p14:xfrm>
                <a:off x="3107177" y="2686220"/>
                <a:ext cx="324000" cy="317160"/>
              </p14:xfrm>
            </p:contentPart>
          </mc:Choice>
          <mc:Fallback>
            <p:pic>
              <p:nvPicPr>
                <p:cNvPr id="306" name="Ink 305">
                  <a:extLst>
                    <a:ext uri="{FF2B5EF4-FFF2-40B4-BE49-F238E27FC236}">
                      <a16:creationId xmlns:a16="http://schemas.microsoft.com/office/drawing/2014/main" id="{00DF59EA-800A-8FFF-9BBB-13556EEDD3FE}"/>
                    </a:ext>
                  </a:extLst>
                </p:cNvPr>
                <p:cNvPicPr/>
                <p:nvPr/>
              </p:nvPicPr>
              <p:blipFill>
                <a:blip r:embed="rId435"/>
                <a:stretch>
                  <a:fillRect/>
                </a:stretch>
              </p:blipFill>
              <p:spPr>
                <a:xfrm>
                  <a:off x="3089537" y="2668580"/>
                  <a:ext cx="359640" cy="35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6">
              <p14:nvContentPartPr>
                <p14:cNvPr id="307" name="Ink 306">
                  <a:extLst>
                    <a:ext uri="{FF2B5EF4-FFF2-40B4-BE49-F238E27FC236}">
                      <a16:creationId xmlns:a16="http://schemas.microsoft.com/office/drawing/2014/main" id="{B510FB54-3C85-7906-8AF5-D7F7E1CC5F36}"/>
                    </a:ext>
                  </a:extLst>
                </p14:cNvPr>
                <p14:cNvContentPartPr/>
                <p14:nvPr/>
              </p14:nvContentPartPr>
              <p14:xfrm>
                <a:off x="3370337" y="2959460"/>
                <a:ext cx="156240" cy="100080"/>
              </p14:xfrm>
            </p:contentPart>
          </mc:Choice>
          <mc:Fallback>
            <p:pic>
              <p:nvPicPr>
                <p:cNvPr id="307" name="Ink 306">
                  <a:extLst>
                    <a:ext uri="{FF2B5EF4-FFF2-40B4-BE49-F238E27FC236}">
                      <a16:creationId xmlns:a16="http://schemas.microsoft.com/office/drawing/2014/main" id="{B510FB54-3C85-7906-8AF5-D7F7E1CC5F36}"/>
                    </a:ext>
                  </a:extLst>
                </p:cNvPr>
                <p:cNvPicPr/>
                <p:nvPr/>
              </p:nvPicPr>
              <p:blipFill>
                <a:blip r:embed="rId437"/>
                <a:stretch>
                  <a:fillRect/>
                </a:stretch>
              </p:blipFill>
              <p:spPr>
                <a:xfrm>
                  <a:off x="3352697" y="2941820"/>
                  <a:ext cx="191880" cy="13572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99591088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1FE353D9-3B37-6AA9-5CD9-E72A07AA902A}"/>
              </a:ext>
            </a:extLst>
          </p:cNvPr>
          <p:cNvGrpSpPr/>
          <p:nvPr/>
        </p:nvGrpSpPr>
        <p:grpSpPr>
          <a:xfrm>
            <a:off x="369510" y="120810"/>
            <a:ext cx="824400" cy="353880"/>
            <a:chOff x="369510" y="120810"/>
            <a:chExt cx="824400" cy="353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B5D846DE-AD2D-E7B8-F906-DAA36DAECACC}"/>
                    </a:ext>
                  </a:extLst>
                </p14:cNvPr>
                <p14:cNvContentPartPr/>
                <p14:nvPr/>
              </p14:nvContentPartPr>
              <p14:xfrm>
                <a:off x="379230" y="123690"/>
                <a:ext cx="13680" cy="227160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B5D846DE-AD2D-E7B8-F906-DAA36DAECACC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370230" y="115050"/>
                  <a:ext cx="31320" cy="24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3E3398C0-16BB-48B0-4CF1-C2297DF88373}"/>
                    </a:ext>
                  </a:extLst>
                </p14:cNvPr>
                <p14:cNvContentPartPr/>
                <p14:nvPr/>
              </p14:nvContentPartPr>
              <p14:xfrm>
                <a:off x="369510" y="120810"/>
                <a:ext cx="140040" cy="22932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3E3398C0-16BB-48B0-4CF1-C2297DF88373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360510" y="112170"/>
                  <a:ext cx="157680" cy="24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495C9896-5B36-0D72-0F24-731DCA41D750}"/>
                    </a:ext>
                  </a:extLst>
                </p14:cNvPr>
                <p14:cNvContentPartPr/>
                <p14:nvPr/>
              </p14:nvContentPartPr>
              <p14:xfrm>
                <a:off x="560670" y="224850"/>
                <a:ext cx="114480" cy="13464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495C9896-5B36-0D72-0F24-731DCA41D750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552030" y="215850"/>
                  <a:ext cx="132120" cy="15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BBD1A57F-F3B1-36A5-29F1-90D5D85D1946}"/>
                    </a:ext>
                  </a:extLst>
                </p14:cNvPr>
                <p14:cNvContentPartPr/>
                <p14:nvPr/>
              </p14:nvContentPartPr>
              <p14:xfrm>
                <a:off x="717990" y="231690"/>
                <a:ext cx="11520" cy="24300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BBD1A57F-F3B1-36A5-29F1-90D5D85D1946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709350" y="223050"/>
                  <a:ext cx="29160" cy="26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F3B16F26-589A-A270-7928-DA3834ACE9DF}"/>
                    </a:ext>
                  </a:extLst>
                </p14:cNvPr>
                <p14:cNvContentPartPr/>
                <p14:nvPr/>
              </p14:nvContentPartPr>
              <p14:xfrm>
                <a:off x="719430" y="225930"/>
                <a:ext cx="120600" cy="12672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F3B16F26-589A-A270-7928-DA3834ACE9DF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710790" y="216930"/>
                  <a:ext cx="138240" cy="14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4C4DF742-11B8-4D51-19D1-65C974D0EF9B}"/>
                    </a:ext>
                  </a:extLst>
                </p14:cNvPr>
                <p14:cNvContentPartPr/>
                <p14:nvPr/>
              </p14:nvContentPartPr>
              <p14:xfrm>
                <a:off x="885030" y="221970"/>
                <a:ext cx="122400" cy="13032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4C4DF742-11B8-4D51-19D1-65C974D0EF9B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876390" y="212970"/>
                  <a:ext cx="140040" cy="14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5B2698F3-A06D-246E-8352-5CB8BF0BF820}"/>
                    </a:ext>
                  </a:extLst>
                </p14:cNvPr>
                <p14:cNvContentPartPr/>
                <p14:nvPr/>
              </p14:nvContentPartPr>
              <p14:xfrm>
                <a:off x="1045590" y="220890"/>
                <a:ext cx="148320" cy="13788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5B2698F3-A06D-246E-8352-5CB8BF0BF820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1036590" y="211890"/>
                  <a:ext cx="165960" cy="155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3" name="Group 52">
            <a:extLst>
              <a:ext uri="{FF2B5EF4-FFF2-40B4-BE49-F238E27FC236}">
                <a16:creationId xmlns:a16="http://schemas.microsoft.com/office/drawing/2014/main" id="{62EA2CFC-3A65-2B5B-57C7-089D2FB5F518}"/>
              </a:ext>
            </a:extLst>
          </p:cNvPr>
          <p:cNvGrpSpPr/>
          <p:nvPr/>
        </p:nvGrpSpPr>
        <p:grpSpPr>
          <a:xfrm>
            <a:off x="1330350" y="56370"/>
            <a:ext cx="2498400" cy="624240"/>
            <a:chOff x="1330350" y="56370"/>
            <a:chExt cx="2498400" cy="624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BF6C9E7A-CF27-EA6C-A46E-7121FF8DA650}"/>
                    </a:ext>
                  </a:extLst>
                </p14:cNvPr>
                <p14:cNvContentPartPr/>
                <p14:nvPr/>
              </p14:nvContentPartPr>
              <p14:xfrm>
                <a:off x="1330350" y="209010"/>
                <a:ext cx="133200" cy="15444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BF6C9E7A-CF27-EA6C-A46E-7121FF8DA650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1321350" y="200370"/>
                  <a:ext cx="150840" cy="17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F7F2A748-D07D-FD81-58F3-D7C824C9B5F8}"/>
                    </a:ext>
                  </a:extLst>
                </p14:cNvPr>
                <p14:cNvContentPartPr/>
                <p14:nvPr/>
              </p14:nvContentPartPr>
              <p14:xfrm>
                <a:off x="1483350" y="227370"/>
                <a:ext cx="133920" cy="12240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F7F2A748-D07D-FD81-58F3-D7C824C9B5F8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1474710" y="218730"/>
                  <a:ext cx="151560" cy="14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DF29922F-319F-AE3B-D134-EDAF40F866DC}"/>
                    </a:ext>
                  </a:extLst>
                </p14:cNvPr>
                <p14:cNvContentPartPr/>
                <p14:nvPr/>
              </p14:nvContentPartPr>
              <p14:xfrm>
                <a:off x="1656510" y="205410"/>
                <a:ext cx="107280" cy="26640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DF29922F-319F-AE3B-D134-EDAF40F866DC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1647870" y="196410"/>
                  <a:ext cx="124920" cy="28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7CBB2054-E916-562F-5F8C-538DEBF857A1}"/>
                    </a:ext>
                  </a:extLst>
                </p14:cNvPr>
                <p14:cNvContentPartPr/>
                <p14:nvPr/>
              </p14:nvContentPartPr>
              <p14:xfrm>
                <a:off x="1850550" y="148890"/>
                <a:ext cx="24480" cy="24300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7CBB2054-E916-562F-5F8C-538DEBF857A1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1841550" y="139890"/>
                  <a:ext cx="42120" cy="26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A2B8CB5B-F282-06F0-E0D4-074901A967DD}"/>
                    </a:ext>
                  </a:extLst>
                </p14:cNvPr>
                <p14:cNvContentPartPr/>
                <p14:nvPr/>
              </p14:nvContentPartPr>
              <p14:xfrm>
                <a:off x="1843710" y="206850"/>
                <a:ext cx="133560" cy="13680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A2B8CB5B-F282-06F0-E0D4-074901A967DD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1834710" y="198210"/>
                  <a:ext cx="151200" cy="15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F877163D-3862-1B1D-8AEE-DA240B98781B}"/>
                    </a:ext>
                  </a:extLst>
                </p14:cNvPr>
                <p14:cNvContentPartPr/>
                <p14:nvPr/>
              </p14:nvContentPartPr>
              <p14:xfrm>
                <a:off x="2029470" y="214050"/>
                <a:ext cx="101520" cy="13248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F877163D-3862-1B1D-8AEE-DA240B98781B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2020830" y="205050"/>
                  <a:ext cx="119160" cy="15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20399976-D35A-DA30-30EB-64C24B18CF80}"/>
                    </a:ext>
                  </a:extLst>
                </p14:cNvPr>
                <p14:cNvContentPartPr/>
                <p14:nvPr/>
              </p14:nvContentPartPr>
              <p14:xfrm>
                <a:off x="2123430" y="215490"/>
                <a:ext cx="70200" cy="16380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20399976-D35A-DA30-30EB-64C24B18CF80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2114790" y="206850"/>
                  <a:ext cx="87840" cy="18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D135BB02-B94E-232E-DBA3-F520CA9CCCB7}"/>
                    </a:ext>
                  </a:extLst>
                </p14:cNvPr>
                <p14:cNvContentPartPr/>
                <p14:nvPr/>
              </p14:nvContentPartPr>
              <p14:xfrm>
                <a:off x="2408550" y="116130"/>
                <a:ext cx="45000" cy="23436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D135BB02-B94E-232E-DBA3-F520CA9CCCB7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2399910" y="107130"/>
                  <a:ext cx="62640" cy="25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A4148F2C-0D38-6DC7-3539-0C9E4121A15E}"/>
                    </a:ext>
                  </a:extLst>
                </p14:cNvPr>
                <p14:cNvContentPartPr/>
                <p14:nvPr/>
              </p14:nvContentPartPr>
              <p14:xfrm>
                <a:off x="2312070" y="73650"/>
                <a:ext cx="18720" cy="4932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A4148F2C-0D38-6DC7-3539-0C9E4121A15E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2303430" y="65010"/>
                  <a:ext cx="36360" cy="6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3BC368A2-0C44-1C6D-E5F5-A35478CFA825}"/>
                    </a:ext>
                  </a:extLst>
                </p14:cNvPr>
                <p14:cNvContentPartPr/>
                <p14:nvPr/>
              </p14:nvContentPartPr>
              <p14:xfrm>
                <a:off x="2330430" y="65010"/>
                <a:ext cx="30600" cy="4140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3BC368A2-0C44-1C6D-E5F5-A35478CFA825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2321790" y="56370"/>
                  <a:ext cx="48240" cy="5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668E5F94-3F5B-727F-5DF6-8FC54D2F77E9}"/>
                    </a:ext>
                  </a:extLst>
                </p14:cNvPr>
                <p14:cNvContentPartPr/>
                <p14:nvPr/>
              </p14:nvContentPartPr>
              <p14:xfrm>
                <a:off x="2538150" y="56370"/>
                <a:ext cx="32040" cy="4968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668E5F94-3F5B-727F-5DF6-8FC54D2F77E9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2529150" y="47730"/>
                  <a:ext cx="49680" cy="6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F9B6DE7B-05E2-F2DE-A95E-CED297023C7B}"/>
                    </a:ext>
                  </a:extLst>
                </p14:cNvPr>
                <p14:cNvContentPartPr/>
                <p14:nvPr/>
              </p14:nvContentPartPr>
              <p14:xfrm>
                <a:off x="2569830" y="56370"/>
                <a:ext cx="29160" cy="7956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F9B6DE7B-05E2-F2DE-A95E-CED297023C7B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2561190" y="47730"/>
                  <a:ext cx="46800" cy="9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B87F3446-76C2-7CFE-3494-2CAC100F8F5D}"/>
                    </a:ext>
                  </a:extLst>
                </p14:cNvPr>
                <p14:cNvContentPartPr/>
                <p14:nvPr/>
              </p14:nvContentPartPr>
              <p14:xfrm>
                <a:off x="2863590" y="99570"/>
                <a:ext cx="2880" cy="1548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B87F3446-76C2-7CFE-3494-2CAC100F8F5D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2854590" y="90930"/>
                  <a:ext cx="20520" cy="3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EA770060-ED80-C92F-DFED-AB4B7E278115}"/>
                    </a:ext>
                  </a:extLst>
                </p14:cNvPr>
                <p14:cNvContentPartPr/>
                <p14:nvPr/>
              </p14:nvContentPartPr>
              <p14:xfrm>
                <a:off x="2854950" y="95250"/>
                <a:ext cx="20880" cy="26712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EA770060-ED80-C92F-DFED-AB4B7E278115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2846310" y="86250"/>
                  <a:ext cx="38520" cy="28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721945BC-17BE-2AF7-C507-8E650AB19337}"/>
                    </a:ext>
                  </a:extLst>
                </p14:cNvPr>
                <p14:cNvContentPartPr/>
                <p14:nvPr/>
              </p14:nvContentPartPr>
              <p14:xfrm>
                <a:off x="2825070" y="230610"/>
                <a:ext cx="96480" cy="1224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721945BC-17BE-2AF7-C507-8E650AB19337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2816070" y="221970"/>
                  <a:ext cx="114120" cy="2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823539C8-DA34-5DE4-3BC2-54C1DBFD10F9}"/>
                    </a:ext>
                  </a:extLst>
                </p14:cNvPr>
                <p14:cNvContentPartPr/>
                <p14:nvPr/>
              </p14:nvContentPartPr>
              <p14:xfrm>
                <a:off x="2930910" y="191370"/>
                <a:ext cx="105120" cy="17244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823539C8-DA34-5DE4-3BC2-54C1DBFD10F9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2921910" y="182730"/>
                  <a:ext cx="122760" cy="19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67C36F9C-4516-22BC-ABD6-871D7212B724}"/>
                    </a:ext>
                  </a:extLst>
                </p14:cNvPr>
                <p14:cNvContentPartPr/>
                <p14:nvPr/>
              </p14:nvContentPartPr>
              <p14:xfrm>
                <a:off x="3048630" y="212250"/>
                <a:ext cx="70920" cy="15624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67C36F9C-4516-22BC-ABD6-871D7212B724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3039990" y="203610"/>
                  <a:ext cx="88560" cy="17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22F38C83-5340-7E95-73EF-EAC6F48A6C61}"/>
                    </a:ext>
                  </a:extLst>
                </p14:cNvPr>
                <p14:cNvContentPartPr/>
                <p14:nvPr/>
              </p14:nvContentPartPr>
              <p14:xfrm>
                <a:off x="3130350" y="210450"/>
                <a:ext cx="138960" cy="16164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22F38C83-5340-7E95-73EF-EAC6F48A6C61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3121710" y="201450"/>
                  <a:ext cx="156600" cy="17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EE092D9C-ACF6-EFB9-C9C1-5235126EBB5C}"/>
                    </a:ext>
                  </a:extLst>
                </p14:cNvPr>
                <p14:cNvContentPartPr/>
                <p14:nvPr/>
              </p14:nvContentPartPr>
              <p14:xfrm>
                <a:off x="3300990" y="143130"/>
                <a:ext cx="23400" cy="24624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EE092D9C-ACF6-EFB9-C9C1-5235126EBB5C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3292350" y="134130"/>
                  <a:ext cx="41040" cy="26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3843FE44-7C8D-8686-3DEF-5B193AC5B618}"/>
                    </a:ext>
                  </a:extLst>
                </p14:cNvPr>
                <p14:cNvContentPartPr/>
                <p14:nvPr/>
              </p14:nvContentPartPr>
              <p14:xfrm>
                <a:off x="3328350" y="214410"/>
                <a:ext cx="79200" cy="9792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3843FE44-7C8D-8686-3DEF-5B193AC5B618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3319710" y="205770"/>
                  <a:ext cx="96840" cy="11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3A172EE8-B552-4102-0F07-AF8EFF780647}"/>
                    </a:ext>
                  </a:extLst>
                </p14:cNvPr>
                <p14:cNvContentPartPr/>
                <p14:nvPr/>
              </p14:nvContentPartPr>
              <p14:xfrm>
                <a:off x="3461190" y="124770"/>
                <a:ext cx="117360" cy="23868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3A172EE8-B552-4102-0F07-AF8EFF780647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3452190" y="115770"/>
                  <a:ext cx="135000" cy="25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9052902E-986A-8AF9-278C-C9B3173964A7}"/>
                    </a:ext>
                  </a:extLst>
                </p14:cNvPr>
                <p14:cNvContentPartPr/>
                <p14:nvPr/>
              </p14:nvContentPartPr>
              <p14:xfrm>
                <a:off x="3623910" y="219810"/>
                <a:ext cx="20880" cy="12276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9052902E-986A-8AF9-278C-C9B3173964A7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3614910" y="211170"/>
                  <a:ext cx="38520" cy="14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B4EE475F-6F3F-7A9B-A5A9-C16A81D1E805}"/>
                    </a:ext>
                  </a:extLst>
                </p14:cNvPr>
                <p14:cNvContentPartPr/>
                <p14:nvPr/>
              </p14:nvContentPartPr>
              <p14:xfrm>
                <a:off x="3635790" y="139890"/>
                <a:ext cx="360" cy="36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B4EE475F-6F3F-7A9B-A5A9-C16A81D1E805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3627150" y="130890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5E90390B-B5DE-0D77-A4EB-7131F4B0EC4E}"/>
                    </a:ext>
                  </a:extLst>
                </p14:cNvPr>
                <p14:cNvContentPartPr/>
                <p14:nvPr/>
              </p14:nvContentPartPr>
              <p14:xfrm>
                <a:off x="3689070" y="204330"/>
                <a:ext cx="139680" cy="14832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5E90390B-B5DE-0D77-A4EB-7131F4B0EC4E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3680070" y="195330"/>
                  <a:ext cx="157320" cy="16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1141E7A7-7B3B-C494-5189-D4F5DA408274}"/>
                    </a:ext>
                  </a:extLst>
                </p14:cNvPr>
                <p14:cNvContentPartPr/>
                <p14:nvPr/>
              </p14:nvContentPartPr>
              <p14:xfrm>
                <a:off x="1923990" y="526890"/>
                <a:ext cx="104760" cy="14760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1141E7A7-7B3B-C494-5189-D4F5DA408274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1915350" y="518250"/>
                  <a:ext cx="122400" cy="16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00B418E6-B170-D54D-ED5D-E531D9CBED5A}"/>
                    </a:ext>
                  </a:extLst>
                </p14:cNvPr>
                <p14:cNvContentPartPr/>
                <p14:nvPr/>
              </p14:nvContentPartPr>
              <p14:xfrm>
                <a:off x="2034510" y="419250"/>
                <a:ext cx="11160" cy="26136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00B418E6-B170-D54D-ED5D-E531D9CBED5A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2025510" y="410250"/>
                  <a:ext cx="28800" cy="27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FD5B9F21-61F8-9A23-69BB-4663F5D2DD43}"/>
                    </a:ext>
                  </a:extLst>
                </p14:cNvPr>
                <p14:cNvContentPartPr/>
                <p14:nvPr/>
              </p14:nvContentPartPr>
              <p14:xfrm>
                <a:off x="2136750" y="544890"/>
                <a:ext cx="17280" cy="13464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FD5B9F21-61F8-9A23-69BB-4663F5D2DD43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2128110" y="535890"/>
                  <a:ext cx="34920" cy="15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2C8B48F6-766B-3E96-90E3-9672D79421B5}"/>
                    </a:ext>
                  </a:extLst>
                </p14:cNvPr>
                <p14:cNvContentPartPr/>
                <p14:nvPr/>
              </p14:nvContentPartPr>
              <p14:xfrm>
                <a:off x="2133150" y="481890"/>
                <a:ext cx="32760" cy="1116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2C8B48F6-766B-3E96-90E3-9672D79421B5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2124510" y="473250"/>
                  <a:ext cx="50400" cy="2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67F88806-E6CA-37B0-F4D8-04629AE0F0D7}"/>
                    </a:ext>
                  </a:extLst>
                </p14:cNvPr>
                <p14:cNvContentPartPr/>
                <p14:nvPr/>
              </p14:nvContentPartPr>
              <p14:xfrm>
                <a:off x="2314950" y="500250"/>
                <a:ext cx="34560" cy="15120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67F88806-E6CA-37B0-F4D8-04629AE0F0D7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2305950" y="491250"/>
                  <a:ext cx="52200" cy="16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D55A1402-04B2-07C4-F210-9478474F3C3C}"/>
                    </a:ext>
                  </a:extLst>
                </p14:cNvPr>
                <p14:cNvContentPartPr/>
                <p14:nvPr/>
              </p14:nvContentPartPr>
              <p14:xfrm>
                <a:off x="2278590" y="451650"/>
                <a:ext cx="34200" cy="1116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D55A1402-04B2-07C4-F210-9478474F3C3C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2269950" y="442650"/>
                  <a:ext cx="51840" cy="2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CD9C3A30-EC3B-08A9-F03A-D6D35A66EA1F}"/>
                    </a:ext>
                  </a:extLst>
                </p14:cNvPr>
                <p14:cNvContentPartPr/>
                <p14:nvPr/>
              </p14:nvContentPartPr>
              <p14:xfrm>
                <a:off x="2381550" y="505650"/>
                <a:ext cx="110520" cy="13752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CD9C3A30-EC3B-08A9-F03A-D6D35A66EA1F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2372550" y="497010"/>
                  <a:ext cx="128160" cy="15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C6A3F7DC-32DC-2988-5CEC-60998DC0CFC6}"/>
                    </a:ext>
                  </a:extLst>
                </p14:cNvPr>
                <p14:cNvContentPartPr/>
                <p14:nvPr/>
              </p14:nvContentPartPr>
              <p14:xfrm>
                <a:off x="2577030" y="497010"/>
                <a:ext cx="96840" cy="17856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C6A3F7DC-32DC-2988-5CEC-60998DC0CFC6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2568390" y="488370"/>
                  <a:ext cx="114480" cy="19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A3305A85-1995-826B-EECD-432E5308E139}"/>
                    </a:ext>
                  </a:extLst>
                </p14:cNvPr>
                <p14:cNvContentPartPr/>
                <p14:nvPr/>
              </p14:nvContentPartPr>
              <p14:xfrm>
                <a:off x="2737230" y="499170"/>
                <a:ext cx="102600" cy="16776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A3305A85-1995-826B-EECD-432E5308E139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2728230" y="490170"/>
                  <a:ext cx="120240" cy="18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85930A2C-18C2-E306-8DD4-8A1F17CDBA60}"/>
                    </a:ext>
                  </a:extLst>
                </p14:cNvPr>
                <p14:cNvContentPartPr/>
                <p14:nvPr/>
              </p14:nvContentPartPr>
              <p14:xfrm>
                <a:off x="2856030" y="518610"/>
                <a:ext cx="89280" cy="12816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85930A2C-18C2-E306-8DD4-8A1F17CDBA60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2847390" y="509970"/>
                  <a:ext cx="106920" cy="14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89A050A4-D803-D89A-2B22-E303A0C14FCA}"/>
                    </a:ext>
                  </a:extLst>
                </p14:cNvPr>
                <p14:cNvContentPartPr/>
                <p14:nvPr/>
              </p14:nvContentPartPr>
              <p14:xfrm>
                <a:off x="3020910" y="432210"/>
                <a:ext cx="85680" cy="22356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89A050A4-D803-D89A-2B22-E303A0C14FCA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3012270" y="423210"/>
                  <a:ext cx="103320" cy="24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0B462961-3FD3-8A95-F139-97D37B646F4C}"/>
                    </a:ext>
                  </a:extLst>
                </p14:cNvPr>
                <p14:cNvContentPartPr/>
                <p14:nvPr/>
              </p14:nvContentPartPr>
              <p14:xfrm>
                <a:off x="2976630" y="475410"/>
                <a:ext cx="105120" cy="1872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0B462961-3FD3-8A95-F139-97D37B646F4C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2967630" y="466770"/>
                  <a:ext cx="122760" cy="3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511A1550-15D3-61A2-0A89-94D1A83D204C}"/>
                    </a:ext>
                  </a:extLst>
                </p14:cNvPr>
                <p14:cNvContentPartPr/>
                <p14:nvPr/>
              </p14:nvContentPartPr>
              <p14:xfrm>
                <a:off x="3342390" y="607530"/>
                <a:ext cx="360" cy="36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511A1550-15D3-61A2-0A89-94D1A83D204C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3333390" y="598890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</p:grpSp>
      <p:pic>
        <p:nvPicPr>
          <p:cNvPr id="68" name="Picture 67">
            <a:extLst>
              <a:ext uri="{FF2B5EF4-FFF2-40B4-BE49-F238E27FC236}">
                <a16:creationId xmlns:a16="http://schemas.microsoft.com/office/drawing/2014/main" id="{8C01ABCC-68BB-9CDC-5D45-08AEBAF87E16}"/>
              </a:ext>
            </a:extLst>
          </p:cNvPr>
          <p:cNvPicPr>
            <a:picLocks noChangeAspect="1"/>
          </p:cNvPicPr>
          <p:nvPr/>
        </p:nvPicPr>
        <p:blipFill rotWithShape="1">
          <a:blip r:embed="rId89"/>
          <a:srcRect l="3028" t="4297" r="6563" b="50457"/>
          <a:stretch/>
        </p:blipFill>
        <p:spPr>
          <a:xfrm>
            <a:off x="272961" y="956370"/>
            <a:ext cx="4633897" cy="41248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635688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F9F7FE69-23BC-8ABE-BAFF-777DBDD618C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5610" b="21559"/>
          <a:stretch/>
        </p:blipFill>
        <p:spPr>
          <a:xfrm rot="16200000">
            <a:off x="2137446" y="-2137445"/>
            <a:ext cx="6543675" cy="10818565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7507EC85-5FDE-E3D9-C222-E9C44E79035F}"/>
                  </a:ext>
                </a:extLst>
              </p14:cNvPr>
              <p14:cNvContentPartPr/>
              <p14:nvPr/>
            </p14:nvContentPartPr>
            <p14:xfrm>
              <a:off x="7585050" y="5372490"/>
              <a:ext cx="16920" cy="13572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7507EC85-5FDE-E3D9-C222-E9C44E79035F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567050" y="5354490"/>
                <a:ext cx="52560" cy="171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5B7CDB45-F160-F843-260A-8B2BE17144E1}"/>
                  </a:ext>
                </a:extLst>
              </p14:cNvPr>
              <p14:cNvContentPartPr/>
              <p14:nvPr/>
            </p14:nvContentPartPr>
            <p14:xfrm>
              <a:off x="6380850" y="5820330"/>
              <a:ext cx="20880" cy="22212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5B7CDB45-F160-F843-260A-8B2BE17144E1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362850" y="5802330"/>
                <a:ext cx="56520" cy="257760"/>
              </a:xfrm>
              <a:prstGeom prst="rect">
                <a:avLst/>
              </a:prstGeom>
            </p:spPr>
          </p:pic>
        </mc:Fallback>
      </mc:AlternateContent>
      <p:grpSp>
        <p:nvGrpSpPr>
          <p:cNvPr id="12" name="Group 11">
            <a:extLst>
              <a:ext uri="{FF2B5EF4-FFF2-40B4-BE49-F238E27FC236}">
                <a16:creationId xmlns:a16="http://schemas.microsoft.com/office/drawing/2014/main" id="{8E0A97DD-2BD6-AD9C-3DC9-5219C2DC93CB}"/>
              </a:ext>
            </a:extLst>
          </p:cNvPr>
          <p:cNvGrpSpPr/>
          <p:nvPr/>
        </p:nvGrpSpPr>
        <p:grpSpPr>
          <a:xfrm>
            <a:off x="6230370" y="5409930"/>
            <a:ext cx="267120" cy="210600"/>
            <a:chOff x="6230370" y="5409930"/>
            <a:chExt cx="267120" cy="210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3D1CB119-B852-0D75-31B7-5E2B33A692F6}"/>
                    </a:ext>
                  </a:extLst>
                </p14:cNvPr>
                <p14:cNvContentPartPr/>
                <p14:nvPr/>
              </p14:nvContentPartPr>
              <p14:xfrm>
                <a:off x="6230370" y="5437650"/>
                <a:ext cx="12240" cy="468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3D1CB119-B852-0D75-31B7-5E2B33A692F6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6212370" y="5419650"/>
                  <a:ext cx="47880" cy="4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81975D00-3C22-D89C-1ADD-4266C27C3704}"/>
                    </a:ext>
                  </a:extLst>
                </p14:cNvPr>
                <p14:cNvContentPartPr/>
                <p14:nvPr/>
              </p14:nvContentPartPr>
              <p14:xfrm>
                <a:off x="6279690" y="5409930"/>
                <a:ext cx="217800" cy="21060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81975D00-3C22-D89C-1ADD-4266C27C3704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6261690" y="5391930"/>
                  <a:ext cx="253440" cy="246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860EE4A5-E391-978A-8600-9515F218577F}"/>
              </a:ext>
            </a:extLst>
          </p:cNvPr>
          <p:cNvGrpSpPr/>
          <p:nvPr/>
        </p:nvGrpSpPr>
        <p:grpSpPr>
          <a:xfrm>
            <a:off x="6709170" y="5288610"/>
            <a:ext cx="1058040" cy="677880"/>
            <a:chOff x="6709170" y="5288610"/>
            <a:chExt cx="1058040" cy="677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776E0E7F-0263-6C15-0944-F74F74A189F8}"/>
                    </a:ext>
                  </a:extLst>
                </p14:cNvPr>
                <p14:cNvContentPartPr/>
                <p14:nvPr/>
              </p14:nvContentPartPr>
              <p14:xfrm>
                <a:off x="6773970" y="5385450"/>
                <a:ext cx="66600" cy="194400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776E0E7F-0263-6C15-0944-F74F74A189F8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6756330" y="5367810"/>
                  <a:ext cx="102240" cy="23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E569491E-8369-FFE0-3DD2-62D6F6C28220}"/>
                    </a:ext>
                  </a:extLst>
                </p14:cNvPr>
                <p14:cNvContentPartPr/>
                <p14:nvPr/>
              </p14:nvContentPartPr>
              <p14:xfrm>
                <a:off x="7161330" y="5359530"/>
                <a:ext cx="70200" cy="19512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E569491E-8369-FFE0-3DD2-62D6F6C28220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7143690" y="5341890"/>
                  <a:ext cx="105840" cy="23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2D4E5D9F-8F3B-ED32-2AFA-9E2EF1895433}"/>
                    </a:ext>
                  </a:extLst>
                </p14:cNvPr>
                <p14:cNvContentPartPr/>
                <p14:nvPr/>
              </p14:nvContentPartPr>
              <p14:xfrm>
                <a:off x="6709170" y="5766690"/>
                <a:ext cx="156960" cy="19980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2D4E5D9F-8F3B-ED32-2AFA-9E2EF1895433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6691170" y="5749050"/>
                  <a:ext cx="192600" cy="23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AE283BB6-FA77-9A8A-AC3D-15ABC94AEA48}"/>
                    </a:ext>
                  </a:extLst>
                </p14:cNvPr>
                <p14:cNvContentPartPr/>
                <p14:nvPr/>
              </p14:nvContentPartPr>
              <p14:xfrm>
                <a:off x="7077810" y="5738610"/>
                <a:ext cx="216000" cy="20520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AE283BB6-FA77-9A8A-AC3D-15ABC94AEA48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7060170" y="5720610"/>
                  <a:ext cx="251640" cy="24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65611E06-3398-3845-9BCB-3EE0E469CDCC}"/>
                    </a:ext>
                  </a:extLst>
                </p14:cNvPr>
                <p14:cNvContentPartPr/>
                <p14:nvPr/>
              </p14:nvContentPartPr>
              <p14:xfrm>
                <a:off x="7493250" y="5752650"/>
                <a:ext cx="176040" cy="17748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65611E06-3398-3845-9BCB-3EE0E469CDCC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7475610" y="5734650"/>
                  <a:ext cx="211680" cy="21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5A3979FE-F611-F178-B786-C60BEE3EEAE8}"/>
                    </a:ext>
                  </a:extLst>
                </p14:cNvPr>
                <p14:cNvContentPartPr/>
                <p14:nvPr/>
              </p14:nvContentPartPr>
              <p14:xfrm>
                <a:off x="7058010" y="5288610"/>
                <a:ext cx="709200" cy="36252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5A3979FE-F611-F178-B786-C60BEE3EEAE8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7040370" y="5270970"/>
                  <a:ext cx="744840" cy="3981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3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BFE83B6B-3C4D-9D4E-8B51-64FC1DEAB0AF}"/>
                  </a:ext>
                </a:extLst>
              </p14:cNvPr>
              <p14:cNvContentPartPr/>
              <p14:nvPr/>
            </p14:nvContentPartPr>
            <p14:xfrm>
              <a:off x="8237010" y="4664370"/>
              <a:ext cx="255240" cy="121680"/>
            </p14:xfrm>
          </p:contentPart>
        </mc:Choice>
        <mc:Fallback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BFE83B6B-3C4D-9D4E-8B51-64FC1DEAB0AF}"/>
                  </a:ext>
                </a:extLst>
              </p:cNvPr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8219370" y="4646730"/>
                <a:ext cx="290880" cy="157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5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F5B4C1AF-9DD1-6DA4-3746-29879B9B9FA3}"/>
                  </a:ext>
                </a:extLst>
              </p14:cNvPr>
              <p14:cNvContentPartPr/>
              <p14:nvPr/>
            </p14:nvContentPartPr>
            <p14:xfrm>
              <a:off x="8406210" y="4738170"/>
              <a:ext cx="11520" cy="249120"/>
            </p14:xfrm>
          </p:contentPart>
        </mc:Choice>
        <mc:Fallback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F5B4C1AF-9DD1-6DA4-3746-29879B9B9FA3}"/>
                  </a:ext>
                </a:extLst>
              </p:cNvPr>
              <p:cNvPicPr/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8388570" y="4720170"/>
                <a:ext cx="47160" cy="284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7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D2DF5CFE-1B96-0C18-3F3C-F197252EB488}"/>
                  </a:ext>
                </a:extLst>
              </p14:cNvPr>
              <p14:cNvContentPartPr/>
              <p14:nvPr/>
            </p14:nvContentPartPr>
            <p14:xfrm>
              <a:off x="8508450" y="4906650"/>
              <a:ext cx="124560" cy="193680"/>
            </p14:xfrm>
          </p:contentPart>
        </mc:Choice>
        <mc:Fallback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D2DF5CFE-1B96-0C18-3F3C-F197252EB488}"/>
                  </a:ext>
                </a:extLst>
              </p:cNvPr>
              <p:cNvPicPr/>
              <p:nvPr/>
            </p:nvPicPr>
            <p:blipFill>
              <a:blip r:embed="rId28"/>
              <a:stretch>
                <a:fillRect/>
              </a:stretch>
            </p:blipFill>
            <p:spPr>
              <a:xfrm>
                <a:off x="8490810" y="4888650"/>
                <a:ext cx="160200" cy="229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9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231823BD-4C58-3CB6-AE7B-CD6E6F673961}"/>
                  </a:ext>
                </a:extLst>
              </p14:cNvPr>
              <p14:cNvContentPartPr/>
              <p14:nvPr/>
            </p14:nvContentPartPr>
            <p14:xfrm>
              <a:off x="8788170" y="4841130"/>
              <a:ext cx="87840" cy="360"/>
            </p14:xfrm>
          </p:contentPart>
        </mc:Choice>
        <mc:Fallback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231823BD-4C58-3CB6-AE7B-CD6E6F673961}"/>
                  </a:ext>
                </a:extLst>
              </p:cNvPr>
              <p:cNvPicPr/>
              <p:nvPr/>
            </p:nvPicPr>
            <p:blipFill>
              <a:blip r:embed="rId30"/>
              <a:stretch>
                <a:fillRect/>
              </a:stretch>
            </p:blipFill>
            <p:spPr>
              <a:xfrm>
                <a:off x="8770170" y="4823130"/>
                <a:ext cx="12348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1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2C0D8AC3-BE0B-C6A3-DA3E-F81F19C8AD13}"/>
                  </a:ext>
                </a:extLst>
              </p14:cNvPr>
              <p14:cNvContentPartPr/>
              <p14:nvPr/>
            </p14:nvContentPartPr>
            <p14:xfrm>
              <a:off x="8768730" y="4747890"/>
              <a:ext cx="113400" cy="10080"/>
            </p14:xfrm>
          </p:contentPart>
        </mc:Choice>
        <mc:Fallback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2C0D8AC3-BE0B-C6A3-DA3E-F81F19C8AD13}"/>
                  </a:ext>
                </a:extLst>
              </p:cNvPr>
              <p:cNvPicPr/>
              <p:nvPr/>
            </p:nvPicPr>
            <p:blipFill>
              <a:blip r:embed="rId32"/>
              <a:stretch>
                <a:fillRect/>
              </a:stretch>
            </p:blipFill>
            <p:spPr>
              <a:xfrm>
                <a:off x="8751090" y="4730250"/>
                <a:ext cx="149040" cy="45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3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7E2675D4-00D1-3235-3945-B9B2D3EA5080}"/>
                  </a:ext>
                </a:extLst>
              </p14:cNvPr>
              <p14:cNvContentPartPr/>
              <p14:nvPr/>
            </p14:nvContentPartPr>
            <p14:xfrm>
              <a:off x="9069690" y="4595970"/>
              <a:ext cx="142560" cy="273960"/>
            </p14:xfrm>
          </p:contentPart>
        </mc:Choice>
        <mc:Fallback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7E2675D4-00D1-3235-3945-B9B2D3EA5080}"/>
                  </a:ext>
                </a:extLst>
              </p:cNvPr>
              <p:cNvPicPr/>
              <p:nvPr/>
            </p:nvPicPr>
            <p:blipFill>
              <a:blip r:embed="rId34"/>
              <a:stretch>
                <a:fillRect/>
              </a:stretch>
            </p:blipFill>
            <p:spPr>
              <a:xfrm>
                <a:off x="9051690" y="4578330"/>
                <a:ext cx="178200" cy="309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5">
            <p14:nvContentPartPr>
              <p14:cNvPr id="33" name="Ink 32">
                <a:extLst>
                  <a:ext uri="{FF2B5EF4-FFF2-40B4-BE49-F238E27FC236}">
                    <a16:creationId xmlns:a16="http://schemas.microsoft.com/office/drawing/2014/main" id="{5C59280D-3009-E0AE-94B3-28FD465C2C76}"/>
                  </a:ext>
                </a:extLst>
              </p14:cNvPr>
              <p14:cNvContentPartPr/>
              <p14:nvPr/>
            </p14:nvContentPartPr>
            <p14:xfrm>
              <a:off x="10256250" y="4638090"/>
              <a:ext cx="14400" cy="20520"/>
            </p14:xfrm>
          </p:contentPart>
        </mc:Choice>
        <mc:Fallback>
          <p:pic>
            <p:nvPicPr>
              <p:cNvPr id="33" name="Ink 32">
                <a:extLst>
                  <a:ext uri="{FF2B5EF4-FFF2-40B4-BE49-F238E27FC236}">
                    <a16:creationId xmlns:a16="http://schemas.microsoft.com/office/drawing/2014/main" id="{5C59280D-3009-E0AE-94B3-28FD465C2C76}"/>
                  </a:ext>
                </a:extLst>
              </p:cNvPr>
              <p:cNvPicPr/>
              <p:nvPr/>
            </p:nvPicPr>
            <p:blipFill>
              <a:blip r:embed="rId36"/>
              <a:stretch>
                <a:fillRect/>
              </a:stretch>
            </p:blipFill>
            <p:spPr>
              <a:xfrm>
                <a:off x="10238250" y="4620090"/>
                <a:ext cx="50040" cy="56160"/>
              </a:xfrm>
              <a:prstGeom prst="rect">
                <a:avLst/>
              </a:prstGeom>
            </p:spPr>
          </p:pic>
        </mc:Fallback>
      </mc:AlternateContent>
      <p:grpSp>
        <p:nvGrpSpPr>
          <p:cNvPr id="45" name="Group 44">
            <a:extLst>
              <a:ext uri="{FF2B5EF4-FFF2-40B4-BE49-F238E27FC236}">
                <a16:creationId xmlns:a16="http://schemas.microsoft.com/office/drawing/2014/main" id="{DDE074E6-B221-29FF-5E33-425014E472ED}"/>
              </a:ext>
            </a:extLst>
          </p:cNvPr>
          <p:cNvGrpSpPr/>
          <p:nvPr/>
        </p:nvGrpSpPr>
        <p:grpSpPr>
          <a:xfrm>
            <a:off x="9383250" y="4479330"/>
            <a:ext cx="1432440" cy="385560"/>
            <a:chOff x="9383250" y="4479330"/>
            <a:chExt cx="1432440" cy="385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7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1EA1E8BC-3B97-9B21-8596-0214996488F7}"/>
                    </a:ext>
                  </a:extLst>
                </p14:cNvPr>
                <p14:cNvContentPartPr/>
                <p14:nvPr/>
              </p14:nvContentPartPr>
              <p14:xfrm>
                <a:off x="9383250" y="4733850"/>
                <a:ext cx="130680" cy="684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1EA1E8BC-3B97-9B21-8596-0214996488F7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9365250" y="4715850"/>
                  <a:ext cx="166320" cy="4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67934CFC-6284-373A-9203-ACEFC5F4CCD0}"/>
                    </a:ext>
                  </a:extLst>
                </p14:cNvPr>
                <p14:cNvContentPartPr/>
                <p14:nvPr/>
              </p14:nvContentPartPr>
              <p14:xfrm>
                <a:off x="9459210" y="4634130"/>
                <a:ext cx="23040" cy="18648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67934CFC-6284-373A-9203-ACEFC5F4CCD0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9441570" y="4616490"/>
                  <a:ext cx="58680" cy="22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7A365DB6-28AC-8DE0-2EF3-785CB4E4404C}"/>
                    </a:ext>
                  </a:extLst>
                </p14:cNvPr>
                <p14:cNvContentPartPr/>
                <p14:nvPr/>
              </p14:nvContentPartPr>
              <p14:xfrm>
                <a:off x="9619410" y="4585530"/>
                <a:ext cx="38880" cy="20700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7A365DB6-28AC-8DE0-2EF3-785CB4E4404C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9601410" y="4567530"/>
                  <a:ext cx="74520" cy="24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3CDEE2DC-F11C-24D8-F2F6-A70F6990E329}"/>
                    </a:ext>
                  </a:extLst>
                </p14:cNvPr>
                <p14:cNvContentPartPr/>
                <p14:nvPr/>
              </p14:nvContentPartPr>
              <p14:xfrm>
                <a:off x="9644610" y="4605330"/>
                <a:ext cx="78480" cy="25956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3CDEE2DC-F11C-24D8-F2F6-A70F6990E329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9626970" y="4587690"/>
                  <a:ext cx="114120" cy="29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2BCA3E83-A19C-BE8C-9CC3-F65980D59BBF}"/>
                    </a:ext>
                  </a:extLst>
                </p14:cNvPr>
                <p14:cNvContentPartPr/>
                <p14:nvPr/>
              </p14:nvContentPartPr>
              <p14:xfrm>
                <a:off x="9612210" y="4747890"/>
                <a:ext cx="108720" cy="2412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2BCA3E83-A19C-BE8C-9CC3-F65980D59BBF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9594210" y="4730250"/>
                  <a:ext cx="144360" cy="5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830804E0-9ADC-EF2D-77C4-6BD88614EBD7}"/>
                    </a:ext>
                  </a:extLst>
                </p14:cNvPr>
                <p14:cNvContentPartPr/>
                <p14:nvPr/>
              </p14:nvContentPartPr>
              <p14:xfrm>
                <a:off x="9799770" y="4595250"/>
                <a:ext cx="91800" cy="24372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830804E0-9ADC-EF2D-77C4-6BD88614EBD7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9782130" y="4577250"/>
                  <a:ext cx="127440" cy="27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C3EA08DF-B6E7-E826-AC56-EE853A00511D}"/>
                    </a:ext>
                  </a:extLst>
                </p14:cNvPr>
                <p14:cNvContentPartPr/>
                <p14:nvPr/>
              </p14:nvContentPartPr>
              <p14:xfrm>
                <a:off x="9754050" y="4479330"/>
                <a:ext cx="107280" cy="1224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C3EA08DF-B6E7-E826-AC56-EE853A00511D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9736410" y="4461690"/>
                  <a:ext cx="142920" cy="4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3541B586-4B94-1D94-1486-BAFACDA1F8F1}"/>
                    </a:ext>
                  </a:extLst>
                </p14:cNvPr>
                <p14:cNvContentPartPr/>
                <p14:nvPr/>
              </p14:nvContentPartPr>
              <p14:xfrm>
                <a:off x="9935850" y="4636290"/>
                <a:ext cx="183240" cy="20088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3541B586-4B94-1D94-1486-BAFACDA1F8F1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9917850" y="4618650"/>
                  <a:ext cx="218880" cy="23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FB7F0ADC-43DC-6223-61A5-4C0CEAF0E636}"/>
                    </a:ext>
                  </a:extLst>
                </p14:cNvPr>
                <p14:cNvContentPartPr/>
                <p14:nvPr/>
              </p14:nvContentPartPr>
              <p14:xfrm>
                <a:off x="9995970" y="4512810"/>
                <a:ext cx="156600" cy="1116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FB7F0ADC-43DC-6223-61A5-4C0CEAF0E636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9977970" y="4495170"/>
                  <a:ext cx="192240" cy="4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7F60EA07-C5AA-9DFB-1AA0-2E4B4E397D2E}"/>
                    </a:ext>
                  </a:extLst>
                </p14:cNvPr>
                <p14:cNvContentPartPr/>
                <p14:nvPr/>
              </p14:nvContentPartPr>
              <p14:xfrm>
                <a:off x="10207650" y="4697130"/>
                <a:ext cx="124200" cy="1368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7F60EA07-C5AA-9DFB-1AA0-2E4B4E397D2E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10190010" y="4679130"/>
                  <a:ext cx="159840" cy="4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08387A7D-ABB8-CBB5-5A87-56F78BCA6432}"/>
                    </a:ext>
                  </a:extLst>
                </p14:cNvPr>
                <p14:cNvContentPartPr/>
                <p14:nvPr/>
              </p14:nvContentPartPr>
              <p14:xfrm>
                <a:off x="10277850" y="4626210"/>
                <a:ext cx="32040" cy="20052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08387A7D-ABB8-CBB5-5A87-56F78BCA6432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10260210" y="4608210"/>
                  <a:ext cx="67680" cy="23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61B6243D-1C1F-C8B2-A663-248BFC233C82}"/>
                    </a:ext>
                  </a:extLst>
                </p14:cNvPr>
                <p14:cNvContentPartPr/>
                <p14:nvPr/>
              </p14:nvContentPartPr>
              <p14:xfrm>
                <a:off x="10394850" y="4616850"/>
                <a:ext cx="46800" cy="19728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61B6243D-1C1F-C8B2-A663-248BFC233C82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10376850" y="4598850"/>
                  <a:ext cx="82440" cy="23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1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6815430C-AD9E-734C-2537-E4760972DDC5}"/>
                    </a:ext>
                  </a:extLst>
                </p14:cNvPr>
                <p14:cNvContentPartPr/>
                <p14:nvPr/>
              </p14:nvContentPartPr>
              <p14:xfrm>
                <a:off x="10457850" y="4613610"/>
                <a:ext cx="41400" cy="22536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6815430C-AD9E-734C-2537-E4760972DDC5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10440210" y="4595970"/>
                  <a:ext cx="77040" cy="26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3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5EA70BD8-A702-DE17-CCE9-A9224E115154}"/>
                    </a:ext>
                  </a:extLst>
                </p14:cNvPr>
                <p14:cNvContentPartPr/>
                <p14:nvPr/>
              </p14:nvContentPartPr>
              <p14:xfrm>
                <a:off x="10400250" y="4727370"/>
                <a:ext cx="153000" cy="2628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5EA70BD8-A702-DE17-CCE9-A9224E115154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10382250" y="4709370"/>
                  <a:ext cx="188640" cy="6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5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F9F3CA81-3FC8-31FD-6E7E-DE4F3F749083}"/>
                    </a:ext>
                  </a:extLst>
                </p14:cNvPr>
                <p14:cNvContentPartPr/>
                <p14:nvPr/>
              </p14:nvContentPartPr>
              <p14:xfrm>
                <a:off x="10367850" y="4518210"/>
                <a:ext cx="112320" cy="1008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F9F3CA81-3FC8-31FD-6E7E-DE4F3F749083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10349850" y="4500570"/>
                  <a:ext cx="147960" cy="4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7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A623A5BD-BEDC-AADE-BC76-463A2537B734}"/>
                    </a:ext>
                  </a:extLst>
                </p14:cNvPr>
                <p14:cNvContentPartPr/>
                <p14:nvPr/>
              </p14:nvContentPartPr>
              <p14:xfrm>
                <a:off x="10587810" y="4590930"/>
                <a:ext cx="98640" cy="23184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A623A5BD-BEDC-AADE-BC76-463A2537B734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10570170" y="4572930"/>
                  <a:ext cx="134280" cy="26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9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979B8120-E782-5615-6186-D957C5E9D45A}"/>
                    </a:ext>
                  </a:extLst>
                </p14:cNvPr>
                <p14:cNvContentPartPr/>
                <p14:nvPr/>
              </p14:nvContentPartPr>
              <p14:xfrm>
                <a:off x="10600050" y="4511730"/>
                <a:ext cx="68760" cy="468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979B8120-E782-5615-6186-D957C5E9D45A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10582050" y="4494090"/>
                  <a:ext cx="104400" cy="4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1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5C42F649-D3CA-AD54-B5C3-5574166598ED}"/>
                    </a:ext>
                  </a:extLst>
                </p14:cNvPr>
                <p14:cNvContentPartPr/>
                <p14:nvPr/>
              </p14:nvContentPartPr>
              <p14:xfrm>
                <a:off x="10714170" y="4648530"/>
                <a:ext cx="101520" cy="15048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5C42F649-D3CA-AD54-B5C3-5574166598ED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10696170" y="4630890"/>
                  <a:ext cx="137160" cy="186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A51CBCED-F82C-49A5-CB51-652635A45765}"/>
              </a:ext>
            </a:extLst>
          </p:cNvPr>
          <p:cNvGrpSpPr/>
          <p:nvPr/>
        </p:nvGrpSpPr>
        <p:grpSpPr>
          <a:xfrm>
            <a:off x="8459490" y="6082770"/>
            <a:ext cx="143640" cy="70920"/>
            <a:chOff x="8459490" y="6082770"/>
            <a:chExt cx="143640" cy="70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3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AE586919-529C-C6E2-B773-227AA803556E}"/>
                    </a:ext>
                  </a:extLst>
                </p14:cNvPr>
                <p14:cNvContentPartPr/>
                <p14:nvPr/>
              </p14:nvContentPartPr>
              <p14:xfrm>
                <a:off x="8474970" y="6151170"/>
                <a:ext cx="114480" cy="252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AE586919-529C-C6E2-B773-227AA803556E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8457330" y="6133170"/>
                  <a:ext cx="150120" cy="3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5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5AF5FC00-F820-DBA0-52C1-37980B9AEB51}"/>
                    </a:ext>
                  </a:extLst>
                </p14:cNvPr>
                <p14:cNvContentPartPr/>
                <p14:nvPr/>
              </p14:nvContentPartPr>
              <p14:xfrm>
                <a:off x="8459490" y="6082770"/>
                <a:ext cx="143640" cy="1332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5AF5FC00-F820-DBA0-52C1-37980B9AEB51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8441850" y="6065130"/>
                  <a:ext cx="179280" cy="48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5" name="Group 64">
            <a:extLst>
              <a:ext uri="{FF2B5EF4-FFF2-40B4-BE49-F238E27FC236}">
                <a16:creationId xmlns:a16="http://schemas.microsoft.com/office/drawing/2014/main" id="{86C4D4D0-EFE8-2327-CD5D-C3F2E599D499}"/>
              </a:ext>
            </a:extLst>
          </p:cNvPr>
          <p:cNvGrpSpPr/>
          <p:nvPr/>
        </p:nvGrpSpPr>
        <p:grpSpPr>
          <a:xfrm>
            <a:off x="8807250" y="5849130"/>
            <a:ext cx="1721160" cy="487440"/>
            <a:chOff x="8807250" y="5849130"/>
            <a:chExt cx="1721160" cy="487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7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B22963BE-A781-A9EC-6E38-1CD3FFEE9A84}"/>
                    </a:ext>
                  </a:extLst>
                </p14:cNvPr>
                <p14:cNvContentPartPr/>
                <p14:nvPr/>
              </p14:nvContentPartPr>
              <p14:xfrm>
                <a:off x="8807250" y="5890170"/>
                <a:ext cx="114840" cy="31500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B22963BE-A781-A9EC-6E38-1CD3FFEE9A84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8789610" y="5872530"/>
                  <a:ext cx="150480" cy="35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9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09A69570-B1E9-7061-D113-FD218F10338C}"/>
                    </a:ext>
                  </a:extLst>
                </p14:cNvPr>
                <p14:cNvContentPartPr/>
                <p14:nvPr/>
              </p14:nvContentPartPr>
              <p14:xfrm>
                <a:off x="9048450" y="6076290"/>
                <a:ext cx="157320" cy="540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09A69570-B1E9-7061-D113-FD218F10338C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9030450" y="6058650"/>
                  <a:ext cx="192960" cy="4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1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6E7EE89F-35AA-9354-46C5-1A852A754A1C}"/>
                    </a:ext>
                  </a:extLst>
                </p14:cNvPr>
                <p14:cNvContentPartPr/>
                <p14:nvPr/>
              </p14:nvContentPartPr>
              <p14:xfrm>
                <a:off x="9120090" y="5978010"/>
                <a:ext cx="19440" cy="16380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6E7EE89F-35AA-9354-46C5-1A852A754A1C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9102450" y="5960010"/>
                  <a:ext cx="55080" cy="19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3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98D3D2B8-876C-3266-7B2F-6F3CADBCD3C9}"/>
                    </a:ext>
                  </a:extLst>
                </p14:cNvPr>
                <p14:cNvContentPartPr/>
                <p14:nvPr/>
              </p14:nvContentPartPr>
              <p14:xfrm>
                <a:off x="9322770" y="5951370"/>
                <a:ext cx="93960" cy="24804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98D3D2B8-876C-3266-7B2F-6F3CADBCD3C9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9305130" y="5933730"/>
                  <a:ext cx="129600" cy="28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5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5B3394D3-A272-9DC2-6556-134751357D8B}"/>
                    </a:ext>
                  </a:extLst>
                </p14:cNvPr>
                <p14:cNvContentPartPr/>
                <p14:nvPr/>
              </p14:nvContentPartPr>
              <p14:xfrm>
                <a:off x="9278850" y="5849130"/>
                <a:ext cx="142200" cy="792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5B3394D3-A272-9DC2-6556-134751357D8B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9261210" y="5831130"/>
                  <a:ext cx="177840" cy="4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7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C7C1EE79-7B32-23E6-3EC8-56BBE4BEFD3D}"/>
                    </a:ext>
                  </a:extLst>
                </p14:cNvPr>
                <p14:cNvContentPartPr/>
                <p14:nvPr/>
              </p14:nvContentPartPr>
              <p14:xfrm>
                <a:off x="9541290" y="5918610"/>
                <a:ext cx="96480" cy="23544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C7C1EE79-7B32-23E6-3EC8-56BBE4BEFD3D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9523290" y="5900970"/>
                  <a:ext cx="132120" cy="27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9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DEC564AC-DC77-A8F9-A961-7144B7977A86}"/>
                    </a:ext>
                  </a:extLst>
                </p14:cNvPr>
                <p14:cNvContentPartPr/>
                <p14:nvPr/>
              </p14:nvContentPartPr>
              <p14:xfrm>
                <a:off x="9727770" y="5946330"/>
                <a:ext cx="64080" cy="19728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DEC564AC-DC77-A8F9-A961-7144B7977A86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9709770" y="5928690"/>
                  <a:ext cx="99720" cy="23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1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03EE09EC-057B-20D1-C1D5-31A9B8573FAA}"/>
                    </a:ext>
                  </a:extLst>
                </p14:cNvPr>
                <p14:cNvContentPartPr/>
                <p14:nvPr/>
              </p14:nvContentPartPr>
              <p14:xfrm>
                <a:off x="9786450" y="5929050"/>
                <a:ext cx="61200" cy="23832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03EE09EC-057B-20D1-C1D5-31A9B8573FAA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9768810" y="5911410"/>
                  <a:ext cx="96840" cy="27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3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0937CC32-81DE-E6A5-56E6-BEB6A9BCC0E2}"/>
                    </a:ext>
                  </a:extLst>
                </p14:cNvPr>
                <p14:cNvContentPartPr/>
                <p14:nvPr/>
              </p14:nvContentPartPr>
              <p14:xfrm>
                <a:off x="9731370" y="6040650"/>
                <a:ext cx="142200" cy="3060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0937CC32-81DE-E6A5-56E6-BEB6A9BCC0E2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9713370" y="6023010"/>
                  <a:ext cx="177840" cy="6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5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F71BA447-789C-F617-5EF4-454DF969DBE0}"/>
                    </a:ext>
                  </a:extLst>
                </p14:cNvPr>
                <p14:cNvContentPartPr/>
                <p14:nvPr/>
              </p14:nvContentPartPr>
              <p14:xfrm>
                <a:off x="9984810" y="6039930"/>
                <a:ext cx="101880" cy="576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F71BA447-789C-F617-5EF4-454DF969DBE0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9966810" y="6021930"/>
                  <a:ext cx="137520" cy="4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7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ABB9ED67-D206-7409-B004-D3EA4500B136}"/>
                    </a:ext>
                  </a:extLst>
                </p14:cNvPr>
                <p14:cNvContentPartPr/>
                <p14:nvPr/>
              </p14:nvContentPartPr>
              <p14:xfrm>
                <a:off x="9997050" y="5978010"/>
                <a:ext cx="24480" cy="14760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ABB9ED67-D206-7409-B004-D3EA4500B136}"/>
                    </a:ext>
                  </a:extLst>
                </p:cNvPr>
                <p:cNvPicPr/>
                <p:nvPr/>
              </p:nvPicPr>
              <p:blipFill>
                <a:blip r:embed="rId98"/>
                <a:stretch>
                  <a:fillRect/>
                </a:stretch>
              </p:blipFill>
              <p:spPr>
                <a:xfrm>
                  <a:off x="9979410" y="5960010"/>
                  <a:ext cx="60120" cy="18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9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B9017C1F-C1CC-346C-5659-64E079291F18}"/>
                    </a:ext>
                  </a:extLst>
                </p14:cNvPr>
                <p14:cNvContentPartPr/>
                <p14:nvPr/>
              </p14:nvContentPartPr>
              <p14:xfrm>
                <a:off x="9947010" y="5920410"/>
                <a:ext cx="230040" cy="24336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B9017C1F-C1CC-346C-5659-64E079291F18}"/>
                    </a:ext>
                  </a:extLst>
                </p:cNvPr>
                <p:cNvPicPr/>
                <p:nvPr/>
              </p:nvPicPr>
              <p:blipFill>
                <a:blip r:embed="rId100"/>
                <a:stretch>
                  <a:fillRect/>
                </a:stretch>
              </p:blipFill>
              <p:spPr>
                <a:xfrm>
                  <a:off x="9929370" y="5902410"/>
                  <a:ext cx="265680" cy="27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1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84AE6E2F-1C86-5946-A12A-3B4D0CA72D1F}"/>
                    </a:ext>
                  </a:extLst>
                </p14:cNvPr>
                <p14:cNvContentPartPr/>
                <p14:nvPr/>
              </p14:nvContentPartPr>
              <p14:xfrm>
                <a:off x="10255530" y="5952450"/>
                <a:ext cx="141120" cy="19908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84AE6E2F-1C86-5946-A12A-3B4D0CA72D1F}"/>
                    </a:ext>
                  </a:extLst>
                </p:cNvPr>
                <p:cNvPicPr/>
                <p:nvPr/>
              </p:nvPicPr>
              <p:blipFill>
                <a:blip r:embed="rId102"/>
                <a:stretch>
                  <a:fillRect/>
                </a:stretch>
              </p:blipFill>
              <p:spPr>
                <a:xfrm>
                  <a:off x="10237890" y="5934810"/>
                  <a:ext cx="176760" cy="23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3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92F3F970-1E22-0A2E-E3CA-2EAA407AC86A}"/>
                    </a:ext>
                  </a:extLst>
                </p14:cNvPr>
                <p14:cNvContentPartPr/>
                <p14:nvPr/>
              </p14:nvContentPartPr>
              <p14:xfrm>
                <a:off x="10402410" y="5868570"/>
                <a:ext cx="126000" cy="468000"/>
              </p14:xfrm>
            </p:contentPart>
          </mc:Choice>
          <mc:Fallback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92F3F970-1E22-0A2E-E3CA-2EAA407AC86A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10384770" y="5850570"/>
                  <a:ext cx="161640" cy="5036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05">
            <p14:nvContentPartPr>
              <p14:cNvPr id="66" name="Ink 65">
                <a:extLst>
                  <a:ext uri="{FF2B5EF4-FFF2-40B4-BE49-F238E27FC236}">
                    <a16:creationId xmlns:a16="http://schemas.microsoft.com/office/drawing/2014/main" id="{4CA45E07-2427-0193-5E33-784214A83180}"/>
                  </a:ext>
                </a:extLst>
              </p14:cNvPr>
              <p14:cNvContentPartPr/>
              <p14:nvPr/>
            </p14:nvContentPartPr>
            <p14:xfrm>
              <a:off x="6682530" y="5295810"/>
              <a:ext cx="608040" cy="372240"/>
            </p14:xfrm>
          </p:contentPart>
        </mc:Choice>
        <mc:Fallback>
          <p:pic>
            <p:nvPicPr>
              <p:cNvPr id="66" name="Ink 65">
                <a:extLst>
                  <a:ext uri="{FF2B5EF4-FFF2-40B4-BE49-F238E27FC236}">
                    <a16:creationId xmlns:a16="http://schemas.microsoft.com/office/drawing/2014/main" id="{4CA45E07-2427-0193-5E33-784214A83180}"/>
                  </a:ext>
                </a:extLst>
              </p:cNvPr>
              <p:cNvPicPr/>
              <p:nvPr/>
            </p:nvPicPr>
            <p:blipFill>
              <a:blip r:embed="rId106"/>
              <a:stretch>
                <a:fillRect/>
              </a:stretch>
            </p:blipFill>
            <p:spPr>
              <a:xfrm>
                <a:off x="6673890" y="5286810"/>
                <a:ext cx="625680" cy="389880"/>
              </a:xfrm>
              <a:prstGeom prst="rect">
                <a:avLst/>
              </a:prstGeom>
            </p:spPr>
          </p:pic>
        </mc:Fallback>
      </mc:AlternateContent>
      <p:grpSp>
        <p:nvGrpSpPr>
          <p:cNvPr id="81" name="Group 80">
            <a:extLst>
              <a:ext uri="{FF2B5EF4-FFF2-40B4-BE49-F238E27FC236}">
                <a16:creationId xmlns:a16="http://schemas.microsoft.com/office/drawing/2014/main" id="{25BB66B7-1ED3-C93E-6414-B854FEB37F44}"/>
              </a:ext>
            </a:extLst>
          </p:cNvPr>
          <p:cNvGrpSpPr/>
          <p:nvPr/>
        </p:nvGrpSpPr>
        <p:grpSpPr>
          <a:xfrm>
            <a:off x="8729130" y="4091610"/>
            <a:ext cx="1130040" cy="389880"/>
            <a:chOff x="8729130" y="4091610"/>
            <a:chExt cx="1130040" cy="389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7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AFA468E0-BA7E-4A76-8F04-1AA5676B7B74}"/>
                    </a:ext>
                  </a:extLst>
                </p14:cNvPr>
                <p14:cNvContentPartPr/>
                <p14:nvPr/>
              </p14:nvContentPartPr>
              <p14:xfrm>
                <a:off x="8729130" y="4452330"/>
                <a:ext cx="89280" cy="15480"/>
              </p14:xfrm>
            </p:contentPart>
          </mc:Choice>
          <mc:Fallback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AFA468E0-BA7E-4A76-8F04-1AA5676B7B74}"/>
                    </a:ext>
                  </a:extLst>
                </p:cNvPr>
                <p:cNvPicPr/>
                <p:nvPr/>
              </p:nvPicPr>
              <p:blipFill>
                <a:blip r:embed="rId108"/>
                <a:stretch>
                  <a:fillRect/>
                </a:stretch>
              </p:blipFill>
              <p:spPr>
                <a:xfrm>
                  <a:off x="8720490" y="4443330"/>
                  <a:ext cx="106920" cy="3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9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54BB1E51-90C6-B1FA-E314-B3CD3D6D5283}"/>
                    </a:ext>
                  </a:extLst>
                </p14:cNvPr>
                <p14:cNvContentPartPr/>
                <p14:nvPr/>
              </p14:nvContentPartPr>
              <p14:xfrm>
                <a:off x="8741010" y="4397250"/>
                <a:ext cx="95400" cy="1440"/>
              </p14:xfrm>
            </p:contentPart>
          </mc:Choice>
          <mc:Fallback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54BB1E51-90C6-B1FA-E314-B3CD3D6D5283}"/>
                    </a:ext>
                  </a:extLst>
                </p:cNvPr>
                <p:cNvPicPr/>
                <p:nvPr/>
              </p:nvPicPr>
              <p:blipFill>
                <a:blip r:embed="rId110"/>
                <a:stretch>
                  <a:fillRect/>
                </a:stretch>
              </p:blipFill>
              <p:spPr>
                <a:xfrm>
                  <a:off x="8732370" y="4388250"/>
                  <a:ext cx="113040" cy="1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1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31A6A9E1-9D25-E2C3-BEB6-725899C2A14C}"/>
                    </a:ext>
                  </a:extLst>
                </p14:cNvPr>
                <p14:cNvContentPartPr/>
                <p14:nvPr/>
              </p14:nvContentPartPr>
              <p14:xfrm>
                <a:off x="8880690" y="4263690"/>
                <a:ext cx="108720" cy="217800"/>
              </p14:xfrm>
            </p:contentPart>
          </mc:Choice>
          <mc:Fallback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31A6A9E1-9D25-E2C3-BEB6-725899C2A14C}"/>
                    </a:ext>
                  </a:extLst>
                </p:cNvPr>
                <p:cNvPicPr/>
                <p:nvPr/>
              </p:nvPicPr>
              <p:blipFill>
                <a:blip r:embed="rId112"/>
                <a:stretch>
                  <a:fillRect/>
                </a:stretch>
              </p:blipFill>
              <p:spPr>
                <a:xfrm>
                  <a:off x="8872050" y="4255050"/>
                  <a:ext cx="126360" cy="23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3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35FA84A4-63E1-64DB-E726-77E518CB1C3E}"/>
                    </a:ext>
                  </a:extLst>
                </p14:cNvPr>
                <p14:cNvContentPartPr/>
                <p14:nvPr/>
              </p14:nvContentPartPr>
              <p14:xfrm>
                <a:off x="9035850" y="4351530"/>
                <a:ext cx="103680" cy="3600"/>
              </p14:xfrm>
            </p:contentPart>
          </mc:Choice>
          <mc:Fallback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35FA84A4-63E1-64DB-E726-77E518CB1C3E}"/>
                    </a:ext>
                  </a:extLst>
                </p:cNvPr>
                <p:cNvPicPr/>
                <p:nvPr/>
              </p:nvPicPr>
              <p:blipFill>
                <a:blip r:embed="rId114"/>
                <a:stretch>
                  <a:fillRect/>
                </a:stretch>
              </p:blipFill>
              <p:spPr>
                <a:xfrm>
                  <a:off x="9027210" y="4342890"/>
                  <a:ext cx="121320" cy="2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5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C654B8A4-25ED-05BE-6051-B8949BF339DB}"/>
                    </a:ext>
                  </a:extLst>
                </p14:cNvPr>
                <p14:cNvContentPartPr/>
                <p14:nvPr/>
              </p14:nvContentPartPr>
              <p14:xfrm>
                <a:off x="9087690" y="4286730"/>
                <a:ext cx="1440" cy="118440"/>
              </p14:xfrm>
            </p:contentPart>
          </mc:Choice>
          <mc:Fallback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C654B8A4-25ED-05BE-6051-B8949BF339DB}"/>
                    </a:ext>
                  </a:extLst>
                </p:cNvPr>
                <p:cNvPicPr/>
                <p:nvPr/>
              </p:nvPicPr>
              <p:blipFill>
                <a:blip r:embed="rId116"/>
                <a:stretch>
                  <a:fillRect/>
                </a:stretch>
              </p:blipFill>
              <p:spPr>
                <a:xfrm>
                  <a:off x="9078690" y="4277730"/>
                  <a:ext cx="19080" cy="13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7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8BE97747-17B6-5861-1BA5-A0CB761935D9}"/>
                    </a:ext>
                  </a:extLst>
                </p14:cNvPr>
                <p14:cNvContentPartPr/>
                <p14:nvPr/>
              </p14:nvContentPartPr>
              <p14:xfrm>
                <a:off x="9229530" y="4217250"/>
                <a:ext cx="41400" cy="180000"/>
              </p14:xfrm>
            </p:contentPart>
          </mc:Choice>
          <mc:Fallback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8BE97747-17B6-5861-1BA5-A0CB761935D9}"/>
                    </a:ext>
                  </a:extLst>
                </p:cNvPr>
                <p:cNvPicPr/>
                <p:nvPr/>
              </p:nvPicPr>
              <p:blipFill>
                <a:blip r:embed="rId118"/>
                <a:stretch>
                  <a:fillRect/>
                </a:stretch>
              </p:blipFill>
              <p:spPr>
                <a:xfrm>
                  <a:off x="9220890" y="4208610"/>
                  <a:ext cx="59040" cy="19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9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924F38E9-08AC-142E-C070-C0D7B526E74B}"/>
                    </a:ext>
                  </a:extLst>
                </p14:cNvPr>
                <p14:cNvContentPartPr/>
                <p14:nvPr/>
              </p14:nvContentPartPr>
              <p14:xfrm>
                <a:off x="9248970" y="4238850"/>
                <a:ext cx="59400" cy="164160"/>
              </p14:xfrm>
            </p:contentPart>
          </mc:Choice>
          <mc:Fallback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924F38E9-08AC-142E-C070-C0D7B526E74B}"/>
                    </a:ext>
                  </a:extLst>
                </p:cNvPr>
                <p:cNvPicPr/>
                <p:nvPr/>
              </p:nvPicPr>
              <p:blipFill>
                <a:blip r:embed="rId120"/>
                <a:stretch>
                  <a:fillRect/>
                </a:stretch>
              </p:blipFill>
              <p:spPr>
                <a:xfrm>
                  <a:off x="9239970" y="4230210"/>
                  <a:ext cx="77040" cy="18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1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91DE78B8-ABBD-0C87-EE60-F8CEED9FB624}"/>
                    </a:ext>
                  </a:extLst>
                </p14:cNvPr>
                <p14:cNvContentPartPr/>
                <p14:nvPr/>
              </p14:nvContentPartPr>
              <p14:xfrm>
                <a:off x="9217650" y="4309410"/>
                <a:ext cx="101520" cy="37080"/>
              </p14:xfrm>
            </p:contentPart>
          </mc:Choice>
          <mc:Fallback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91DE78B8-ABBD-0C87-EE60-F8CEED9FB624}"/>
                    </a:ext>
                  </a:extLst>
                </p:cNvPr>
                <p:cNvPicPr/>
                <p:nvPr/>
              </p:nvPicPr>
              <p:blipFill>
                <a:blip r:embed="rId122"/>
                <a:stretch>
                  <a:fillRect/>
                </a:stretch>
              </p:blipFill>
              <p:spPr>
                <a:xfrm>
                  <a:off x="9208650" y="4300410"/>
                  <a:ext cx="119160" cy="5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3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00E4F86A-8612-808B-383D-87EC0879293B}"/>
                    </a:ext>
                  </a:extLst>
                </p14:cNvPr>
                <p14:cNvContentPartPr/>
                <p14:nvPr/>
              </p14:nvContentPartPr>
              <p14:xfrm>
                <a:off x="9345810" y="4212570"/>
                <a:ext cx="84240" cy="168480"/>
              </p14:xfrm>
            </p:contentPart>
          </mc:Choice>
          <mc:Fallback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00E4F86A-8612-808B-383D-87EC0879293B}"/>
                    </a:ext>
                  </a:extLst>
                </p:cNvPr>
                <p:cNvPicPr/>
                <p:nvPr/>
              </p:nvPicPr>
              <p:blipFill>
                <a:blip r:embed="rId124"/>
                <a:stretch>
                  <a:fillRect/>
                </a:stretch>
              </p:blipFill>
              <p:spPr>
                <a:xfrm>
                  <a:off x="9337170" y="4203930"/>
                  <a:ext cx="101880" cy="18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5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F1E3810C-42FD-3C69-96F3-3A23AD1B696D}"/>
                    </a:ext>
                  </a:extLst>
                </p14:cNvPr>
                <p14:cNvContentPartPr/>
                <p14:nvPr/>
              </p14:nvContentPartPr>
              <p14:xfrm>
                <a:off x="9509610" y="4221570"/>
                <a:ext cx="107640" cy="123480"/>
              </p14:xfrm>
            </p:contentPart>
          </mc:Choice>
          <mc:Fallback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F1E3810C-42FD-3C69-96F3-3A23AD1B696D}"/>
                    </a:ext>
                  </a:extLst>
                </p:cNvPr>
                <p:cNvPicPr/>
                <p:nvPr/>
              </p:nvPicPr>
              <p:blipFill>
                <a:blip r:embed="rId126"/>
                <a:stretch>
                  <a:fillRect/>
                </a:stretch>
              </p:blipFill>
              <p:spPr>
                <a:xfrm>
                  <a:off x="9500970" y="4212930"/>
                  <a:ext cx="125280" cy="14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7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C0D3666A-8239-0AB2-B495-F09B3B3E5878}"/>
                    </a:ext>
                  </a:extLst>
                </p14:cNvPr>
                <p14:cNvContentPartPr/>
                <p14:nvPr/>
              </p14:nvContentPartPr>
              <p14:xfrm>
                <a:off x="9519690" y="4143810"/>
                <a:ext cx="61560" cy="17640"/>
              </p14:xfrm>
            </p:contentPart>
          </mc:Choice>
          <mc:Fallback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C0D3666A-8239-0AB2-B495-F09B3B3E5878}"/>
                    </a:ext>
                  </a:extLst>
                </p:cNvPr>
                <p:cNvPicPr/>
                <p:nvPr/>
              </p:nvPicPr>
              <p:blipFill>
                <a:blip r:embed="rId128"/>
                <a:stretch>
                  <a:fillRect/>
                </a:stretch>
              </p:blipFill>
              <p:spPr>
                <a:xfrm>
                  <a:off x="9510690" y="4134810"/>
                  <a:ext cx="79200" cy="3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9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0115EABF-9B51-2243-8C75-109A1C87A178}"/>
                    </a:ext>
                  </a:extLst>
                </p14:cNvPr>
                <p14:cNvContentPartPr/>
                <p14:nvPr/>
              </p14:nvContentPartPr>
              <p14:xfrm>
                <a:off x="9319890" y="4091610"/>
                <a:ext cx="114480" cy="27360"/>
              </p14:xfrm>
            </p:contentPart>
          </mc:Choice>
          <mc:Fallback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0115EABF-9B51-2243-8C75-109A1C87A178}"/>
                    </a:ext>
                  </a:extLst>
                </p:cNvPr>
                <p:cNvPicPr/>
                <p:nvPr/>
              </p:nvPicPr>
              <p:blipFill>
                <a:blip r:embed="rId130"/>
                <a:stretch>
                  <a:fillRect/>
                </a:stretch>
              </p:blipFill>
              <p:spPr>
                <a:xfrm>
                  <a:off x="9310890" y="4082970"/>
                  <a:ext cx="132120" cy="4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1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EEEBC4D7-BBAC-E4B7-013F-1064F6D2D7A3}"/>
                    </a:ext>
                  </a:extLst>
                </p14:cNvPr>
                <p14:cNvContentPartPr/>
                <p14:nvPr/>
              </p14:nvContentPartPr>
              <p14:xfrm>
                <a:off x="9742170" y="4262970"/>
                <a:ext cx="117000" cy="10080"/>
              </p14:xfrm>
            </p:contentPart>
          </mc:Choice>
          <mc:Fallback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EEEBC4D7-BBAC-E4B7-013F-1064F6D2D7A3}"/>
                    </a:ext>
                  </a:extLst>
                </p:cNvPr>
                <p:cNvPicPr/>
                <p:nvPr/>
              </p:nvPicPr>
              <p:blipFill>
                <a:blip r:embed="rId132"/>
                <a:stretch>
                  <a:fillRect/>
                </a:stretch>
              </p:blipFill>
              <p:spPr>
                <a:xfrm>
                  <a:off x="9733170" y="4253970"/>
                  <a:ext cx="134640" cy="2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3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6C271E51-BC2B-DA23-B321-A55F78A400DD}"/>
                    </a:ext>
                  </a:extLst>
                </p14:cNvPr>
                <p14:cNvContentPartPr/>
                <p14:nvPr/>
              </p14:nvContentPartPr>
              <p14:xfrm>
                <a:off x="9813090" y="4201050"/>
                <a:ext cx="360" cy="136800"/>
              </p14:xfrm>
            </p:contentPart>
          </mc:Choice>
          <mc:Fallback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6C271E51-BC2B-DA23-B321-A55F78A400DD}"/>
                    </a:ext>
                  </a:extLst>
                </p:cNvPr>
                <p:cNvPicPr/>
                <p:nvPr/>
              </p:nvPicPr>
              <p:blipFill>
                <a:blip r:embed="rId134"/>
                <a:stretch>
                  <a:fillRect/>
                </a:stretch>
              </p:blipFill>
              <p:spPr>
                <a:xfrm>
                  <a:off x="9804090" y="4192410"/>
                  <a:ext cx="18000" cy="154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7" name="Group 86">
            <a:extLst>
              <a:ext uri="{FF2B5EF4-FFF2-40B4-BE49-F238E27FC236}">
                <a16:creationId xmlns:a16="http://schemas.microsoft.com/office/drawing/2014/main" id="{65E30866-8826-3947-FA7F-4362D407DF65}"/>
              </a:ext>
            </a:extLst>
          </p:cNvPr>
          <p:cNvGrpSpPr/>
          <p:nvPr/>
        </p:nvGrpSpPr>
        <p:grpSpPr>
          <a:xfrm>
            <a:off x="9994890" y="4106010"/>
            <a:ext cx="349200" cy="255600"/>
            <a:chOff x="9994890" y="4106010"/>
            <a:chExt cx="349200" cy="255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35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10FEA2AB-E504-E5E1-6743-4F5970C88D5A}"/>
                    </a:ext>
                  </a:extLst>
                </p14:cNvPr>
                <p14:cNvContentPartPr/>
                <p14:nvPr/>
              </p14:nvContentPartPr>
              <p14:xfrm>
                <a:off x="10002090" y="4164330"/>
                <a:ext cx="42480" cy="167040"/>
              </p14:xfrm>
            </p:contentPart>
          </mc:Choice>
          <mc:Fallback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10FEA2AB-E504-E5E1-6743-4F5970C88D5A}"/>
                    </a:ext>
                  </a:extLst>
                </p:cNvPr>
                <p:cNvPicPr/>
                <p:nvPr/>
              </p:nvPicPr>
              <p:blipFill>
                <a:blip r:embed="rId136"/>
                <a:stretch>
                  <a:fillRect/>
                </a:stretch>
              </p:blipFill>
              <p:spPr>
                <a:xfrm>
                  <a:off x="9993090" y="4155330"/>
                  <a:ext cx="60120" cy="18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7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7607176E-CFD4-45FB-5D94-31D72F247D66}"/>
                    </a:ext>
                  </a:extLst>
                </p14:cNvPr>
                <p14:cNvContentPartPr/>
                <p14:nvPr/>
              </p14:nvContentPartPr>
              <p14:xfrm>
                <a:off x="10044210" y="4165410"/>
                <a:ext cx="79920" cy="196200"/>
              </p14:xfrm>
            </p:contentPart>
          </mc:Choice>
          <mc:Fallback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7607176E-CFD4-45FB-5D94-31D72F247D66}"/>
                    </a:ext>
                  </a:extLst>
                </p:cNvPr>
                <p:cNvPicPr/>
                <p:nvPr/>
              </p:nvPicPr>
              <p:blipFill>
                <a:blip r:embed="rId138"/>
                <a:stretch>
                  <a:fillRect/>
                </a:stretch>
              </p:blipFill>
              <p:spPr>
                <a:xfrm>
                  <a:off x="10035210" y="4156770"/>
                  <a:ext cx="97560" cy="21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9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89B076F2-B7E2-0EC1-756C-9025AB7B47A1}"/>
                    </a:ext>
                  </a:extLst>
                </p14:cNvPr>
                <p14:cNvContentPartPr/>
                <p14:nvPr/>
              </p14:nvContentPartPr>
              <p14:xfrm>
                <a:off x="10009290" y="4283490"/>
                <a:ext cx="91800" cy="7920"/>
              </p14:xfrm>
            </p:contentPart>
          </mc:Choice>
          <mc:Fallback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89B076F2-B7E2-0EC1-756C-9025AB7B47A1}"/>
                    </a:ext>
                  </a:extLst>
                </p:cNvPr>
                <p:cNvPicPr/>
                <p:nvPr/>
              </p:nvPicPr>
              <p:blipFill>
                <a:blip r:embed="rId140"/>
                <a:stretch>
                  <a:fillRect/>
                </a:stretch>
              </p:blipFill>
              <p:spPr>
                <a:xfrm>
                  <a:off x="10000290" y="4274490"/>
                  <a:ext cx="109440" cy="2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1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984BB646-27CE-2C6E-A060-D3ABE6A7E0C2}"/>
                    </a:ext>
                  </a:extLst>
                </p14:cNvPr>
                <p14:cNvContentPartPr/>
                <p14:nvPr/>
              </p14:nvContentPartPr>
              <p14:xfrm>
                <a:off x="9994890" y="4106010"/>
                <a:ext cx="115920" cy="5760"/>
              </p14:xfrm>
            </p:contentPart>
          </mc:Choice>
          <mc:Fallback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984BB646-27CE-2C6E-A060-D3ABE6A7E0C2}"/>
                    </a:ext>
                  </a:extLst>
                </p:cNvPr>
                <p:cNvPicPr/>
                <p:nvPr/>
              </p:nvPicPr>
              <p:blipFill>
                <a:blip r:embed="rId142"/>
                <a:stretch>
                  <a:fillRect/>
                </a:stretch>
              </p:blipFill>
              <p:spPr>
                <a:xfrm>
                  <a:off x="9985890" y="4097010"/>
                  <a:ext cx="13356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3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8A5D4541-371B-618A-32B6-175B1BF15C56}"/>
                    </a:ext>
                  </a:extLst>
                </p14:cNvPr>
                <p14:cNvContentPartPr/>
                <p14:nvPr/>
              </p14:nvContentPartPr>
              <p14:xfrm>
                <a:off x="10233930" y="4146330"/>
                <a:ext cx="110160" cy="140760"/>
              </p14:xfrm>
            </p:contentPart>
          </mc:Choice>
          <mc:Fallback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8A5D4541-371B-618A-32B6-175B1BF15C56}"/>
                    </a:ext>
                  </a:extLst>
                </p:cNvPr>
                <p:cNvPicPr/>
                <p:nvPr/>
              </p:nvPicPr>
              <p:blipFill>
                <a:blip r:embed="rId144"/>
                <a:stretch>
                  <a:fillRect/>
                </a:stretch>
              </p:blipFill>
              <p:spPr>
                <a:xfrm>
                  <a:off x="10224930" y="4137330"/>
                  <a:ext cx="127800" cy="158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0" name="Group 89">
            <a:extLst>
              <a:ext uri="{FF2B5EF4-FFF2-40B4-BE49-F238E27FC236}">
                <a16:creationId xmlns:a16="http://schemas.microsoft.com/office/drawing/2014/main" id="{23259CAC-FFAC-4DA1-D7B5-0E26514A4957}"/>
              </a:ext>
            </a:extLst>
          </p:cNvPr>
          <p:cNvGrpSpPr/>
          <p:nvPr/>
        </p:nvGrpSpPr>
        <p:grpSpPr>
          <a:xfrm>
            <a:off x="8712210" y="3013410"/>
            <a:ext cx="88200" cy="103320"/>
            <a:chOff x="8712210" y="3013410"/>
            <a:chExt cx="88200" cy="103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45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72BA3FD4-E392-AE81-6D14-09252274DC09}"/>
                    </a:ext>
                  </a:extLst>
                </p14:cNvPr>
                <p14:cNvContentPartPr/>
                <p14:nvPr/>
              </p14:nvContentPartPr>
              <p14:xfrm>
                <a:off x="8714370" y="3100170"/>
                <a:ext cx="86040" cy="16560"/>
              </p14:xfrm>
            </p:contentPart>
          </mc:Choice>
          <mc:Fallback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72BA3FD4-E392-AE81-6D14-09252274DC09}"/>
                    </a:ext>
                  </a:extLst>
                </p:cNvPr>
                <p:cNvPicPr/>
                <p:nvPr/>
              </p:nvPicPr>
              <p:blipFill>
                <a:blip r:embed="rId146"/>
                <a:stretch>
                  <a:fillRect/>
                </a:stretch>
              </p:blipFill>
              <p:spPr>
                <a:xfrm>
                  <a:off x="8705370" y="3091170"/>
                  <a:ext cx="103680" cy="3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7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8A678096-7698-D3FB-A252-C2EB9C63B639}"/>
                    </a:ext>
                  </a:extLst>
                </p14:cNvPr>
                <p14:cNvContentPartPr/>
                <p14:nvPr/>
              </p14:nvContentPartPr>
              <p14:xfrm>
                <a:off x="8712210" y="3013410"/>
                <a:ext cx="82800" cy="4680"/>
              </p14:xfrm>
            </p:contentPart>
          </mc:Choice>
          <mc:Fallback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8A678096-7698-D3FB-A252-C2EB9C63B639}"/>
                    </a:ext>
                  </a:extLst>
                </p:cNvPr>
                <p:cNvPicPr/>
                <p:nvPr/>
              </p:nvPicPr>
              <p:blipFill>
                <a:blip r:embed="rId148"/>
                <a:stretch>
                  <a:fillRect/>
                </a:stretch>
              </p:blipFill>
              <p:spPr>
                <a:xfrm>
                  <a:off x="8703570" y="3004410"/>
                  <a:ext cx="100440" cy="22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8" name="Group 97">
            <a:extLst>
              <a:ext uri="{FF2B5EF4-FFF2-40B4-BE49-F238E27FC236}">
                <a16:creationId xmlns:a16="http://schemas.microsoft.com/office/drawing/2014/main" id="{596B828E-409D-0784-B06A-8CBA8C3B1591}"/>
              </a:ext>
            </a:extLst>
          </p:cNvPr>
          <p:cNvGrpSpPr/>
          <p:nvPr/>
        </p:nvGrpSpPr>
        <p:grpSpPr>
          <a:xfrm>
            <a:off x="9095970" y="2775090"/>
            <a:ext cx="696960" cy="342720"/>
            <a:chOff x="9095970" y="2775090"/>
            <a:chExt cx="696960" cy="342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49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7D8764BB-3CBC-9676-21A6-DCC4F9486B11}"/>
                    </a:ext>
                  </a:extLst>
                </p14:cNvPr>
                <p14:cNvContentPartPr/>
                <p14:nvPr/>
              </p14:nvContentPartPr>
              <p14:xfrm>
                <a:off x="9095970" y="2856810"/>
                <a:ext cx="23400" cy="248400"/>
              </p14:xfrm>
            </p:contentPart>
          </mc:Choice>
          <mc:Fallback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7D8764BB-3CBC-9676-21A6-DCC4F9486B11}"/>
                    </a:ext>
                  </a:extLst>
                </p:cNvPr>
                <p:cNvPicPr/>
                <p:nvPr/>
              </p:nvPicPr>
              <p:blipFill>
                <a:blip r:embed="rId150"/>
                <a:stretch>
                  <a:fillRect/>
                </a:stretch>
              </p:blipFill>
              <p:spPr>
                <a:xfrm>
                  <a:off x="9087330" y="2847810"/>
                  <a:ext cx="41040" cy="26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1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0BBC7D6B-9261-1C3A-5156-31D64231FDD8}"/>
                    </a:ext>
                  </a:extLst>
                </p14:cNvPr>
                <p14:cNvContentPartPr/>
                <p14:nvPr/>
              </p14:nvContentPartPr>
              <p14:xfrm>
                <a:off x="9113970" y="2850690"/>
                <a:ext cx="123480" cy="267120"/>
              </p14:xfrm>
            </p:contentPart>
          </mc:Choice>
          <mc:Fallback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0BBC7D6B-9261-1C3A-5156-31D64231FDD8}"/>
                    </a:ext>
                  </a:extLst>
                </p:cNvPr>
                <p:cNvPicPr/>
                <p:nvPr/>
              </p:nvPicPr>
              <p:blipFill>
                <a:blip r:embed="rId152"/>
                <a:stretch>
                  <a:fillRect/>
                </a:stretch>
              </p:blipFill>
              <p:spPr>
                <a:xfrm>
                  <a:off x="9105330" y="2841690"/>
                  <a:ext cx="141120" cy="28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3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1321B0BE-5781-87F7-B87E-D10E67540ED0}"/>
                    </a:ext>
                  </a:extLst>
                </p14:cNvPr>
                <p14:cNvContentPartPr/>
                <p14:nvPr/>
              </p14:nvContentPartPr>
              <p14:xfrm>
                <a:off x="9378930" y="2884530"/>
                <a:ext cx="110160" cy="31680"/>
              </p14:xfrm>
            </p:contentPart>
          </mc:Choice>
          <mc:Fallback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1321B0BE-5781-87F7-B87E-D10E67540ED0}"/>
                    </a:ext>
                  </a:extLst>
                </p:cNvPr>
                <p:cNvPicPr/>
                <p:nvPr/>
              </p:nvPicPr>
              <p:blipFill>
                <a:blip r:embed="rId154"/>
                <a:stretch>
                  <a:fillRect/>
                </a:stretch>
              </p:blipFill>
              <p:spPr>
                <a:xfrm>
                  <a:off x="9369930" y="2875530"/>
                  <a:ext cx="127800" cy="4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5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711A1356-DF87-D10E-FE92-9E2DDC3F1209}"/>
                    </a:ext>
                  </a:extLst>
                </p14:cNvPr>
                <p14:cNvContentPartPr/>
                <p14:nvPr/>
              </p14:nvContentPartPr>
              <p14:xfrm>
                <a:off x="9424290" y="2821890"/>
                <a:ext cx="24840" cy="188640"/>
              </p14:xfrm>
            </p:contentPart>
          </mc:Choice>
          <mc:Fallback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711A1356-DF87-D10E-FE92-9E2DDC3F1209}"/>
                    </a:ext>
                  </a:extLst>
                </p:cNvPr>
                <p:cNvPicPr/>
                <p:nvPr/>
              </p:nvPicPr>
              <p:blipFill>
                <a:blip r:embed="rId156"/>
                <a:stretch>
                  <a:fillRect/>
                </a:stretch>
              </p:blipFill>
              <p:spPr>
                <a:xfrm>
                  <a:off x="9415290" y="2812890"/>
                  <a:ext cx="42480" cy="20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7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9DC68904-9703-A04F-2D12-7AE22C455E05}"/>
                    </a:ext>
                  </a:extLst>
                </p14:cNvPr>
                <p14:cNvContentPartPr/>
                <p14:nvPr/>
              </p14:nvContentPartPr>
              <p14:xfrm>
                <a:off x="9366690" y="2775090"/>
                <a:ext cx="182160" cy="263520"/>
              </p14:xfrm>
            </p:contentPart>
          </mc:Choice>
          <mc:Fallback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9DC68904-9703-A04F-2D12-7AE22C455E05}"/>
                    </a:ext>
                  </a:extLst>
                </p:cNvPr>
                <p:cNvPicPr/>
                <p:nvPr/>
              </p:nvPicPr>
              <p:blipFill>
                <a:blip r:embed="rId158"/>
                <a:stretch>
                  <a:fillRect/>
                </a:stretch>
              </p:blipFill>
              <p:spPr>
                <a:xfrm>
                  <a:off x="9358050" y="2766450"/>
                  <a:ext cx="199800" cy="28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9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8A23D64D-1A6B-1808-7248-10FFD58EA6B0}"/>
                    </a:ext>
                  </a:extLst>
                </p14:cNvPr>
                <p14:cNvContentPartPr/>
                <p14:nvPr/>
              </p14:nvContentPartPr>
              <p14:xfrm>
                <a:off x="9627690" y="2820450"/>
                <a:ext cx="165240" cy="217080"/>
              </p14:xfrm>
            </p:contentPart>
          </mc:Choice>
          <mc:Fallback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8A23D64D-1A6B-1808-7248-10FFD58EA6B0}"/>
                    </a:ext>
                  </a:extLst>
                </p:cNvPr>
                <p:cNvPicPr/>
                <p:nvPr/>
              </p:nvPicPr>
              <p:blipFill>
                <a:blip r:embed="rId160"/>
                <a:stretch>
                  <a:fillRect/>
                </a:stretch>
              </p:blipFill>
              <p:spPr>
                <a:xfrm>
                  <a:off x="9619050" y="2811450"/>
                  <a:ext cx="182880" cy="2347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61">
            <p14:nvContentPartPr>
              <p14:cNvPr id="99" name="Ink 98">
                <a:extLst>
                  <a:ext uri="{FF2B5EF4-FFF2-40B4-BE49-F238E27FC236}">
                    <a16:creationId xmlns:a16="http://schemas.microsoft.com/office/drawing/2014/main" id="{8281D92E-F256-2C2E-3ACA-2CB4D4D65D15}"/>
                  </a:ext>
                </a:extLst>
              </p14:cNvPr>
              <p14:cNvContentPartPr/>
              <p14:nvPr/>
            </p14:nvContentPartPr>
            <p14:xfrm>
              <a:off x="9494490" y="1503570"/>
              <a:ext cx="250200" cy="384120"/>
            </p14:xfrm>
          </p:contentPart>
        </mc:Choice>
        <mc:Fallback>
          <p:pic>
            <p:nvPicPr>
              <p:cNvPr id="99" name="Ink 98">
                <a:extLst>
                  <a:ext uri="{FF2B5EF4-FFF2-40B4-BE49-F238E27FC236}">
                    <a16:creationId xmlns:a16="http://schemas.microsoft.com/office/drawing/2014/main" id="{8281D92E-F256-2C2E-3ACA-2CB4D4D65D15}"/>
                  </a:ext>
                </a:extLst>
              </p:cNvPr>
              <p:cNvPicPr/>
              <p:nvPr/>
            </p:nvPicPr>
            <p:blipFill>
              <a:blip r:embed="rId162"/>
              <a:stretch>
                <a:fillRect/>
              </a:stretch>
            </p:blipFill>
            <p:spPr>
              <a:xfrm>
                <a:off x="9485850" y="1494570"/>
                <a:ext cx="267840" cy="401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3">
            <p14:nvContentPartPr>
              <p14:cNvPr id="100" name="Ink 99">
                <a:extLst>
                  <a:ext uri="{FF2B5EF4-FFF2-40B4-BE49-F238E27FC236}">
                    <a16:creationId xmlns:a16="http://schemas.microsoft.com/office/drawing/2014/main" id="{61B61086-5DFF-B421-0BE0-1CBFA691225A}"/>
                  </a:ext>
                </a:extLst>
              </p14:cNvPr>
              <p14:cNvContentPartPr/>
              <p14:nvPr/>
            </p14:nvContentPartPr>
            <p14:xfrm>
              <a:off x="10042770" y="1417530"/>
              <a:ext cx="309600" cy="195480"/>
            </p14:xfrm>
          </p:contentPart>
        </mc:Choice>
        <mc:Fallback>
          <p:pic>
            <p:nvPicPr>
              <p:cNvPr id="100" name="Ink 99">
                <a:extLst>
                  <a:ext uri="{FF2B5EF4-FFF2-40B4-BE49-F238E27FC236}">
                    <a16:creationId xmlns:a16="http://schemas.microsoft.com/office/drawing/2014/main" id="{61B61086-5DFF-B421-0BE0-1CBFA691225A}"/>
                  </a:ext>
                </a:extLst>
              </p:cNvPr>
              <p:cNvPicPr/>
              <p:nvPr/>
            </p:nvPicPr>
            <p:blipFill>
              <a:blip r:embed="rId164"/>
              <a:stretch>
                <a:fillRect/>
              </a:stretch>
            </p:blipFill>
            <p:spPr>
              <a:xfrm>
                <a:off x="10034130" y="1408530"/>
                <a:ext cx="327240" cy="213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5">
            <p14:nvContentPartPr>
              <p14:cNvPr id="101" name="Ink 100">
                <a:extLst>
                  <a:ext uri="{FF2B5EF4-FFF2-40B4-BE49-F238E27FC236}">
                    <a16:creationId xmlns:a16="http://schemas.microsoft.com/office/drawing/2014/main" id="{463C267F-580C-722D-EF22-790EABAF7BB4}"/>
                  </a:ext>
                </a:extLst>
              </p14:cNvPr>
              <p14:cNvContentPartPr/>
              <p14:nvPr/>
            </p14:nvContentPartPr>
            <p14:xfrm>
              <a:off x="10466490" y="2725410"/>
              <a:ext cx="267480" cy="125280"/>
            </p14:xfrm>
          </p:contentPart>
        </mc:Choice>
        <mc:Fallback>
          <p:pic>
            <p:nvPicPr>
              <p:cNvPr id="101" name="Ink 100">
                <a:extLst>
                  <a:ext uri="{FF2B5EF4-FFF2-40B4-BE49-F238E27FC236}">
                    <a16:creationId xmlns:a16="http://schemas.microsoft.com/office/drawing/2014/main" id="{463C267F-580C-722D-EF22-790EABAF7BB4}"/>
                  </a:ext>
                </a:extLst>
              </p:cNvPr>
              <p:cNvPicPr/>
              <p:nvPr/>
            </p:nvPicPr>
            <p:blipFill>
              <a:blip r:embed="rId166"/>
              <a:stretch>
                <a:fillRect/>
              </a:stretch>
            </p:blipFill>
            <p:spPr>
              <a:xfrm>
                <a:off x="10457490" y="2716410"/>
                <a:ext cx="285120" cy="1429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23260013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E0EB6739-2725-8A12-CED0-29593A2BE6D9}"/>
                  </a:ext>
                </a:extLst>
              </p14:cNvPr>
              <p14:cNvContentPartPr/>
              <p14:nvPr/>
            </p14:nvContentPartPr>
            <p14:xfrm>
              <a:off x="295275" y="3520117"/>
              <a:ext cx="265320" cy="371160"/>
            </p14:xfrm>
          </p:contentPart>
        </mc:Choice>
        <mc:Fallback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E0EB6739-2725-8A12-CED0-29593A2BE6D9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86275" y="3511477"/>
                <a:ext cx="282960" cy="388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1EF72AC0-047B-F424-0C94-2703C6E73488}"/>
                  </a:ext>
                </a:extLst>
              </p14:cNvPr>
              <p14:cNvContentPartPr/>
              <p14:nvPr/>
            </p14:nvContentPartPr>
            <p14:xfrm>
              <a:off x="691275" y="3653677"/>
              <a:ext cx="1603080" cy="30240"/>
            </p14:xfrm>
          </p:contentPart>
        </mc:Choice>
        <mc:Fallback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1EF72AC0-047B-F424-0C94-2703C6E73488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82635" y="3644677"/>
                <a:ext cx="1620720" cy="47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42" name="Ink 41">
                <a:extLst>
                  <a:ext uri="{FF2B5EF4-FFF2-40B4-BE49-F238E27FC236}">
                    <a16:creationId xmlns:a16="http://schemas.microsoft.com/office/drawing/2014/main" id="{7978103D-8614-E1AE-8876-160D133FF863}"/>
                  </a:ext>
                </a:extLst>
              </p14:cNvPr>
              <p14:cNvContentPartPr/>
              <p14:nvPr/>
            </p14:nvContentPartPr>
            <p14:xfrm>
              <a:off x="5076075" y="2495197"/>
              <a:ext cx="453600" cy="1226520"/>
            </p14:xfrm>
          </p:contentPart>
        </mc:Choice>
        <mc:Fallback>
          <p:pic>
            <p:nvPicPr>
              <p:cNvPr id="42" name="Ink 41">
                <a:extLst>
                  <a:ext uri="{FF2B5EF4-FFF2-40B4-BE49-F238E27FC236}">
                    <a16:creationId xmlns:a16="http://schemas.microsoft.com/office/drawing/2014/main" id="{7978103D-8614-E1AE-8876-160D133FF863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5067435" y="2486557"/>
                <a:ext cx="471240" cy="1244160"/>
              </a:xfrm>
              <a:prstGeom prst="rect">
                <a:avLst/>
              </a:prstGeom>
            </p:spPr>
          </p:pic>
        </mc:Fallback>
      </mc:AlternateContent>
      <p:grpSp>
        <p:nvGrpSpPr>
          <p:cNvPr id="49" name="Group 48">
            <a:extLst>
              <a:ext uri="{FF2B5EF4-FFF2-40B4-BE49-F238E27FC236}">
                <a16:creationId xmlns:a16="http://schemas.microsoft.com/office/drawing/2014/main" id="{F0E69AF4-3B5F-F239-700C-40EACC8D351B}"/>
              </a:ext>
            </a:extLst>
          </p:cNvPr>
          <p:cNvGrpSpPr/>
          <p:nvPr/>
        </p:nvGrpSpPr>
        <p:grpSpPr>
          <a:xfrm>
            <a:off x="2192115" y="3532357"/>
            <a:ext cx="5175000" cy="168120"/>
            <a:chOff x="2192115" y="3532357"/>
            <a:chExt cx="5175000" cy="168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25048727-80E2-B8D4-AC07-A0B743CF3EDF}"/>
                    </a:ext>
                  </a:extLst>
                </p14:cNvPr>
                <p14:cNvContentPartPr/>
                <p14:nvPr/>
              </p14:nvContentPartPr>
              <p14:xfrm>
                <a:off x="2192115" y="3583477"/>
                <a:ext cx="4816800" cy="11700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25048727-80E2-B8D4-AC07-A0B743CF3EDF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2183115" y="3574477"/>
                  <a:ext cx="4834440" cy="13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2035D8AF-5FCD-F5E8-B9BC-DC56D4880C2C}"/>
                    </a:ext>
                  </a:extLst>
                </p14:cNvPr>
                <p14:cNvContentPartPr/>
                <p14:nvPr/>
              </p14:nvContentPartPr>
              <p14:xfrm>
                <a:off x="7364955" y="3532357"/>
                <a:ext cx="2160" cy="1440"/>
              </p14:xfrm>
            </p:contentPart>
          </mc:Choice>
          <mc:Fallback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2035D8AF-5FCD-F5E8-B9BC-DC56D4880C2C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7356315" y="3523717"/>
                  <a:ext cx="19800" cy="1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2FA415B2-5AB2-23C2-3AB4-AF7C909B3F29}"/>
                    </a:ext>
                  </a:extLst>
                </p14:cNvPr>
                <p14:cNvContentPartPr/>
                <p14:nvPr/>
              </p14:nvContentPartPr>
              <p14:xfrm>
                <a:off x="6979755" y="3626677"/>
                <a:ext cx="19800" cy="5832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2FA415B2-5AB2-23C2-3AB4-AF7C909B3F29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6971115" y="3617677"/>
                  <a:ext cx="37440" cy="759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4">
            <p14:nvContentPartPr>
              <p14:cNvPr id="51" name="Ink 50">
                <a:extLst>
                  <a:ext uri="{FF2B5EF4-FFF2-40B4-BE49-F238E27FC236}">
                    <a16:creationId xmlns:a16="http://schemas.microsoft.com/office/drawing/2014/main" id="{55A7B52A-7C36-C112-40E5-A5CA4CD6B703}"/>
                  </a:ext>
                </a:extLst>
              </p14:cNvPr>
              <p14:cNvContentPartPr/>
              <p14:nvPr/>
            </p14:nvContentPartPr>
            <p14:xfrm>
              <a:off x="1573995" y="643357"/>
              <a:ext cx="6840" cy="93600"/>
            </p14:xfrm>
          </p:contentPart>
        </mc:Choice>
        <mc:Fallback>
          <p:pic>
            <p:nvPicPr>
              <p:cNvPr id="51" name="Ink 50">
                <a:extLst>
                  <a:ext uri="{FF2B5EF4-FFF2-40B4-BE49-F238E27FC236}">
                    <a16:creationId xmlns:a16="http://schemas.microsoft.com/office/drawing/2014/main" id="{55A7B52A-7C36-C112-40E5-A5CA4CD6B703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1565355" y="634357"/>
                <a:ext cx="24480" cy="111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">
            <p14:nvContentPartPr>
              <p14:cNvPr id="61" name="Ink 60">
                <a:extLst>
                  <a:ext uri="{FF2B5EF4-FFF2-40B4-BE49-F238E27FC236}">
                    <a16:creationId xmlns:a16="http://schemas.microsoft.com/office/drawing/2014/main" id="{19F33CF9-D2AF-EF2A-9296-1C762FDB4C40}"/>
                  </a:ext>
                </a:extLst>
              </p14:cNvPr>
              <p14:cNvContentPartPr/>
              <p14:nvPr/>
            </p14:nvContentPartPr>
            <p14:xfrm>
              <a:off x="1558875" y="660277"/>
              <a:ext cx="3782160" cy="37440"/>
            </p14:xfrm>
          </p:contentPart>
        </mc:Choice>
        <mc:Fallback>
          <p:pic>
            <p:nvPicPr>
              <p:cNvPr id="61" name="Ink 60">
                <a:extLst>
                  <a:ext uri="{FF2B5EF4-FFF2-40B4-BE49-F238E27FC236}">
                    <a16:creationId xmlns:a16="http://schemas.microsoft.com/office/drawing/2014/main" id="{19F33CF9-D2AF-EF2A-9296-1C762FDB4C40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1549875" y="651277"/>
                <a:ext cx="3799800" cy="55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">
            <p14:nvContentPartPr>
              <p14:cNvPr id="63" name="Ink 62">
                <a:extLst>
                  <a:ext uri="{FF2B5EF4-FFF2-40B4-BE49-F238E27FC236}">
                    <a16:creationId xmlns:a16="http://schemas.microsoft.com/office/drawing/2014/main" id="{4FCB2D88-0431-2E0B-60A0-A88FECA19917}"/>
                  </a:ext>
                </a:extLst>
              </p14:cNvPr>
              <p14:cNvContentPartPr/>
              <p14:nvPr/>
            </p14:nvContentPartPr>
            <p14:xfrm>
              <a:off x="5048715" y="1001917"/>
              <a:ext cx="287640" cy="1599120"/>
            </p14:xfrm>
          </p:contentPart>
        </mc:Choice>
        <mc:Fallback>
          <p:pic>
            <p:nvPicPr>
              <p:cNvPr id="63" name="Ink 62">
                <a:extLst>
                  <a:ext uri="{FF2B5EF4-FFF2-40B4-BE49-F238E27FC236}">
                    <a16:creationId xmlns:a16="http://schemas.microsoft.com/office/drawing/2014/main" id="{4FCB2D88-0431-2E0B-60A0-A88FECA19917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5040075" y="992917"/>
                <a:ext cx="305280" cy="1616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12471185-7DBE-C261-1D2F-F6E1EAE22CD0}"/>
                  </a:ext>
                </a:extLst>
              </p14:cNvPr>
              <p14:cNvContentPartPr/>
              <p14:nvPr/>
            </p14:nvContentPartPr>
            <p14:xfrm>
              <a:off x="273675" y="2060677"/>
              <a:ext cx="209520" cy="434520"/>
            </p14:xfrm>
          </p:contentPart>
        </mc:Choice>
        <mc:Fallback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12471185-7DBE-C261-1D2F-F6E1EAE22CD0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264675" y="2052037"/>
                <a:ext cx="227160" cy="452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68A7824E-268B-819E-3769-7D16F183AC82}"/>
                  </a:ext>
                </a:extLst>
              </p14:cNvPr>
              <p14:cNvContentPartPr/>
              <p14:nvPr/>
            </p14:nvContentPartPr>
            <p14:xfrm>
              <a:off x="587235" y="2289997"/>
              <a:ext cx="1338480" cy="28800"/>
            </p14:xfrm>
          </p:contentPart>
        </mc:Choice>
        <mc:Fallback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68A7824E-268B-819E-3769-7D16F183AC82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578235" y="2281357"/>
                <a:ext cx="1356120" cy="46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3F8D013F-95EA-1C22-7931-6E54AF33F68B}"/>
                  </a:ext>
                </a:extLst>
              </p14:cNvPr>
              <p14:cNvContentPartPr/>
              <p14:nvPr/>
            </p14:nvContentPartPr>
            <p14:xfrm>
              <a:off x="905115" y="2323837"/>
              <a:ext cx="285480" cy="513360"/>
            </p14:xfrm>
          </p:contentPart>
        </mc:Choice>
        <mc:Fallback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3F8D013F-95EA-1C22-7931-6E54AF33F68B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896475" y="2315197"/>
                <a:ext cx="303120" cy="531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55E1688C-C33A-ACCF-AD54-78E8F95B07AB}"/>
                  </a:ext>
                </a:extLst>
              </p14:cNvPr>
              <p14:cNvContentPartPr/>
              <p14:nvPr/>
            </p14:nvContentPartPr>
            <p14:xfrm>
              <a:off x="1175115" y="2704717"/>
              <a:ext cx="22680" cy="284760"/>
            </p14:xfrm>
          </p:contentPart>
        </mc:Choice>
        <mc:Fallback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55E1688C-C33A-ACCF-AD54-78E8F95B07AB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1166115" y="2695717"/>
                <a:ext cx="40320" cy="302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8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0758DBED-8922-341E-BF27-71000749677F}"/>
                  </a:ext>
                </a:extLst>
              </p14:cNvPr>
              <p14:cNvContentPartPr/>
              <p14:nvPr/>
            </p14:nvContentPartPr>
            <p14:xfrm>
              <a:off x="1170435" y="2710117"/>
              <a:ext cx="210240" cy="285120"/>
            </p14:xfrm>
          </p:contentPart>
        </mc:Choice>
        <mc:Fallback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0758DBED-8922-341E-BF27-71000749677F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1161795" y="2701117"/>
                <a:ext cx="227880" cy="302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0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EFFEEAD5-9873-5186-8D90-1D124A3DC545}"/>
                  </a:ext>
                </a:extLst>
              </p14:cNvPr>
              <p14:cNvContentPartPr/>
              <p14:nvPr/>
            </p14:nvContentPartPr>
            <p14:xfrm>
              <a:off x="1384275" y="2816677"/>
              <a:ext cx="106560" cy="150480"/>
            </p14:xfrm>
          </p:contentPart>
        </mc:Choice>
        <mc:Fallback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EFFEEAD5-9873-5186-8D90-1D124A3DC545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1375275" y="2807677"/>
                <a:ext cx="124200" cy="168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2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A2EB8D0F-A1D7-5212-4215-BB4785527BB3}"/>
                  </a:ext>
                </a:extLst>
              </p14:cNvPr>
              <p14:cNvContentPartPr/>
              <p14:nvPr/>
            </p14:nvContentPartPr>
            <p14:xfrm>
              <a:off x="1473555" y="2834677"/>
              <a:ext cx="943920" cy="20160"/>
            </p14:xfrm>
          </p:contentPart>
        </mc:Choice>
        <mc:Fallback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A2EB8D0F-A1D7-5212-4215-BB4785527BB3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1464915" y="2825677"/>
                <a:ext cx="961560" cy="37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4">
            <p14:nvContentPartPr>
              <p14:cNvPr id="34" name="Ink 33">
                <a:extLst>
                  <a:ext uri="{FF2B5EF4-FFF2-40B4-BE49-F238E27FC236}">
                    <a16:creationId xmlns:a16="http://schemas.microsoft.com/office/drawing/2014/main" id="{467FE783-8DBE-788C-297D-A635D9A6371F}"/>
                  </a:ext>
                </a:extLst>
              </p14:cNvPr>
              <p14:cNvContentPartPr/>
              <p14:nvPr/>
            </p14:nvContentPartPr>
            <p14:xfrm>
              <a:off x="1857675" y="2310517"/>
              <a:ext cx="9360" cy="9720"/>
            </p14:xfrm>
          </p:contentPart>
        </mc:Choice>
        <mc:Fallback>
          <p:pic>
            <p:nvPicPr>
              <p:cNvPr id="34" name="Ink 33">
                <a:extLst>
                  <a:ext uri="{FF2B5EF4-FFF2-40B4-BE49-F238E27FC236}">
                    <a16:creationId xmlns:a16="http://schemas.microsoft.com/office/drawing/2014/main" id="{467FE783-8DBE-788C-297D-A635D9A6371F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1848675" y="2301517"/>
                <a:ext cx="27000" cy="27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6">
            <p14:nvContentPartPr>
              <p14:cNvPr id="35" name="Ink 34">
                <a:extLst>
                  <a:ext uri="{FF2B5EF4-FFF2-40B4-BE49-F238E27FC236}">
                    <a16:creationId xmlns:a16="http://schemas.microsoft.com/office/drawing/2014/main" id="{D8729961-67B4-3D48-1DC8-D0053544500E}"/>
                  </a:ext>
                </a:extLst>
              </p14:cNvPr>
              <p14:cNvContentPartPr/>
              <p14:nvPr/>
            </p14:nvContentPartPr>
            <p14:xfrm>
              <a:off x="1890435" y="2244277"/>
              <a:ext cx="2667240" cy="73440"/>
            </p14:xfrm>
          </p:contentPart>
        </mc:Choice>
        <mc:Fallback>
          <p:pic>
            <p:nvPicPr>
              <p:cNvPr id="35" name="Ink 34">
                <a:extLst>
                  <a:ext uri="{FF2B5EF4-FFF2-40B4-BE49-F238E27FC236}">
                    <a16:creationId xmlns:a16="http://schemas.microsoft.com/office/drawing/2014/main" id="{D8729961-67B4-3D48-1DC8-D0053544500E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1881795" y="2235277"/>
                <a:ext cx="2684880" cy="91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8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F499B481-9D8A-2C49-8949-6F2A4AA0E426}"/>
                  </a:ext>
                </a:extLst>
              </p14:cNvPr>
              <p14:cNvContentPartPr/>
              <p14:nvPr/>
            </p14:nvContentPartPr>
            <p14:xfrm>
              <a:off x="437835" y="681157"/>
              <a:ext cx="1146960" cy="1908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F499B481-9D8A-2C49-8949-6F2A4AA0E426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429195" y="672157"/>
                <a:ext cx="1164600" cy="36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0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BE17AC13-8CAF-2391-5678-4F0D30BB4B68}"/>
                  </a:ext>
                </a:extLst>
              </p14:cNvPr>
              <p14:cNvContentPartPr/>
              <p14:nvPr/>
            </p14:nvContentPartPr>
            <p14:xfrm>
              <a:off x="218235" y="526717"/>
              <a:ext cx="37080" cy="22068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BE17AC13-8CAF-2391-5678-4F0D30BB4B68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209235" y="518077"/>
                <a:ext cx="54720" cy="238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41D71A73-2541-4321-F5FC-0AFBBFC441BF}"/>
                  </a:ext>
                </a:extLst>
              </p14:cNvPr>
              <p14:cNvContentPartPr/>
              <p14:nvPr/>
            </p14:nvContentPartPr>
            <p14:xfrm>
              <a:off x="300315" y="468757"/>
              <a:ext cx="38160" cy="32328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41D71A73-2541-4321-F5FC-0AFBBFC441BF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291675" y="460117"/>
                <a:ext cx="55800" cy="340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4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E87FE000-0943-084F-77FF-71554E8F7553}"/>
                  </a:ext>
                </a:extLst>
              </p14:cNvPr>
              <p14:cNvContentPartPr/>
              <p14:nvPr/>
            </p14:nvContentPartPr>
            <p14:xfrm>
              <a:off x="192675" y="691957"/>
              <a:ext cx="193680" cy="1512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E87FE000-0943-084F-77FF-71554E8F7553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183675" y="682957"/>
                <a:ext cx="211320" cy="32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6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26CAF87C-C056-4727-64DF-05053F912FDB}"/>
                  </a:ext>
                </a:extLst>
              </p14:cNvPr>
              <p14:cNvContentPartPr/>
              <p14:nvPr/>
            </p14:nvContentPartPr>
            <p14:xfrm>
              <a:off x="1245675" y="1346437"/>
              <a:ext cx="360" cy="360"/>
            </p14:xfrm>
          </p:contentPart>
        </mc:Choice>
        <mc:Fallback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26CAF87C-C056-4727-64DF-05053F912FDB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1236675" y="1337797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7">
            <p14:nvContentPartPr>
              <p14:cNvPr id="52" name="Ink 51">
                <a:extLst>
                  <a:ext uri="{FF2B5EF4-FFF2-40B4-BE49-F238E27FC236}">
                    <a16:creationId xmlns:a16="http://schemas.microsoft.com/office/drawing/2014/main" id="{C5E574CA-0601-9C63-E4FF-95B590993950}"/>
                  </a:ext>
                </a:extLst>
              </p14:cNvPr>
              <p14:cNvContentPartPr/>
              <p14:nvPr/>
            </p14:nvContentPartPr>
            <p14:xfrm>
              <a:off x="5088315" y="629317"/>
              <a:ext cx="75600" cy="21240"/>
            </p14:xfrm>
          </p:contentPart>
        </mc:Choice>
        <mc:Fallback>
          <p:pic>
            <p:nvPicPr>
              <p:cNvPr id="52" name="Ink 51">
                <a:extLst>
                  <a:ext uri="{FF2B5EF4-FFF2-40B4-BE49-F238E27FC236}">
                    <a16:creationId xmlns:a16="http://schemas.microsoft.com/office/drawing/2014/main" id="{C5E574CA-0601-9C63-E4FF-95B590993950}"/>
                  </a:ext>
                </a:extLst>
              </p:cNvPr>
              <p:cNvPicPr/>
              <p:nvPr/>
            </p:nvPicPr>
            <p:blipFill>
              <a:blip r:embed="rId48"/>
              <a:stretch>
                <a:fillRect/>
              </a:stretch>
            </p:blipFill>
            <p:spPr>
              <a:xfrm>
                <a:off x="5079675" y="620317"/>
                <a:ext cx="93240" cy="38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9">
            <p14:nvContentPartPr>
              <p14:cNvPr id="53" name="Ink 52">
                <a:extLst>
                  <a:ext uri="{FF2B5EF4-FFF2-40B4-BE49-F238E27FC236}">
                    <a16:creationId xmlns:a16="http://schemas.microsoft.com/office/drawing/2014/main" id="{B0F66152-5A74-4AD0-56B1-B8E137FCB5F5}"/>
                  </a:ext>
                </a:extLst>
              </p14:cNvPr>
              <p14:cNvContentPartPr/>
              <p14:nvPr/>
            </p14:nvContentPartPr>
            <p14:xfrm>
              <a:off x="5270115" y="666397"/>
              <a:ext cx="13680" cy="360"/>
            </p14:xfrm>
          </p:contentPart>
        </mc:Choice>
        <mc:Fallback>
          <p:pic>
            <p:nvPicPr>
              <p:cNvPr id="53" name="Ink 52">
                <a:extLst>
                  <a:ext uri="{FF2B5EF4-FFF2-40B4-BE49-F238E27FC236}">
                    <a16:creationId xmlns:a16="http://schemas.microsoft.com/office/drawing/2014/main" id="{B0F66152-5A74-4AD0-56B1-B8E137FCB5F5}"/>
                  </a:ext>
                </a:extLst>
              </p:cNvPr>
              <p:cNvPicPr/>
              <p:nvPr/>
            </p:nvPicPr>
            <p:blipFill>
              <a:blip r:embed="rId50"/>
              <a:stretch>
                <a:fillRect/>
              </a:stretch>
            </p:blipFill>
            <p:spPr>
              <a:xfrm>
                <a:off x="5261115" y="657397"/>
                <a:ext cx="3132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1">
            <p14:nvContentPartPr>
              <p14:cNvPr id="54" name="Ink 53">
                <a:extLst>
                  <a:ext uri="{FF2B5EF4-FFF2-40B4-BE49-F238E27FC236}">
                    <a16:creationId xmlns:a16="http://schemas.microsoft.com/office/drawing/2014/main" id="{9D1F662C-B949-65A5-4FFB-B2A5951D4132}"/>
                  </a:ext>
                </a:extLst>
              </p14:cNvPr>
              <p14:cNvContentPartPr/>
              <p14:nvPr/>
            </p14:nvContentPartPr>
            <p14:xfrm>
              <a:off x="5283435" y="666397"/>
              <a:ext cx="360" cy="360"/>
            </p14:xfrm>
          </p:contentPart>
        </mc:Choice>
        <mc:Fallback>
          <p:pic>
            <p:nvPicPr>
              <p:cNvPr id="54" name="Ink 53">
                <a:extLst>
                  <a:ext uri="{FF2B5EF4-FFF2-40B4-BE49-F238E27FC236}">
                    <a16:creationId xmlns:a16="http://schemas.microsoft.com/office/drawing/2014/main" id="{9D1F662C-B949-65A5-4FFB-B2A5951D4132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5274795" y="657397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2">
            <p14:nvContentPartPr>
              <p14:cNvPr id="55" name="Ink 54">
                <a:extLst>
                  <a:ext uri="{FF2B5EF4-FFF2-40B4-BE49-F238E27FC236}">
                    <a16:creationId xmlns:a16="http://schemas.microsoft.com/office/drawing/2014/main" id="{9420FF56-D098-2078-05A5-A11383EDAC01}"/>
                  </a:ext>
                </a:extLst>
              </p14:cNvPr>
              <p14:cNvContentPartPr/>
              <p14:nvPr/>
            </p14:nvContentPartPr>
            <p14:xfrm>
              <a:off x="5225115" y="596197"/>
              <a:ext cx="124200" cy="525960"/>
            </p14:xfrm>
          </p:contentPart>
        </mc:Choice>
        <mc:Fallback>
          <p:pic>
            <p:nvPicPr>
              <p:cNvPr id="55" name="Ink 54">
                <a:extLst>
                  <a:ext uri="{FF2B5EF4-FFF2-40B4-BE49-F238E27FC236}">
                    <a16:creationId xmlns:a16="http://schemas.microsoft.com/office/drawing/2014/main" id="{9420FF56-D098-2078-05A5-A11383EDAC01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5216115" y="587197"/>
                <a:ext cx="141840" cy="543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4">
            <p14:nvContentPartPr>
              <p14:cNvPr id="56" name="Ink 55">
                <a:extLst>
                  <a:ext uri="{FF2B5EF4-FFF2-40B4-BE49-F238E27FC236}">
                    <a16:creationId xmlns:a16="http://schemas.microsoft.com/office/drawing/2014/main" id="{9910AA59-CD82-B0F7-5255-2822EDEBAE58}"/>
                  </a:ext>
                </a:extLst>
              </p14:cNvPr>
              <p14:cNvContentPartPr/>
              <p14:nvPr/>
            </p14:nvContentPartPr>
            <p14:xfrm>
              <a:off x="5340315" y="591877"/>
              <a:ext cx="129600" cy="527400"/>
            </p14:xfrm>
          </p:contentPart>
        </mc:Choice>
        <mc:Fallback>
          <p:pic>
            <p:nvPicPr>
              <p:cNvPr id="56" name="Ink 55">
                <a:extLst>
                  <a:ext uri="{FF2B5EF4-FFF2-40B4-BE49-F238E27FC236}">
                    <a16:creationId xmlns:a16="http://schemas.microsoft.com/office/drawing/2014/main" id="{9910AA59-CD82-B0F7-5255-2822EDEBAE58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5331675" y="583237"/>
                <a:ext cx="147240" cy="545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6">
            <p14:nvContentPartPr>
              <p14:cNvPr id="57" name="Ink 56">
                <a:extLst>
                  <a:ext uri="{FF2B5EF4-FFF2-40B4-BE49-F238E27FC236}">
                    <a16:creationId xmlns:a16="http://schemas.microsoft.com/office/drawing/2014/main" id="{51296E5A-DC4B-B32D-706C-081608711C2C}"/>
                  </a:ext>
                </a:extLst>
              </p14:cNvPr>
              <p14:cNvContentPartPr/>
              <p14:nvPr/>
            </p14:nvContentPartPr>
            <p14:xfrm>
              <a:off x="5337435" y="599797"/>
              <a:ext cx="337320" cy="542160"/>
            </p14:xfrm>
          </p:contentPart>
        </mc:Choice>
        <mc:Fallback>
          <p:pic>
            <p:nvPicPr>
              <p:cNvPr id="57" name="Ink 56">
                <a:extLst>
                  <a:ext uri="{FF2B5EF4-FFF2-40B4-BE49-F238E27FC236}">
                    <a16:creationId xmlns:a16="http://schemas.microsoft.com/office/drawing/2014/main" id="{51296E5A-DC4B-B32D-706C-081608711C2C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5328795" y="590797"/>
                <a:ext cx="354960" cy="559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8">
            <p14:nvContentPartPr>
              <p14:cNvPr id="65" name="Ink 64">
                <a:extLst>
                  <a:ext uri="{FF2B5EF4-FFF2-40B4-BE49-F238E27FC236}">
                    <a16:creationId xmlns:a16="http://schemas.microsoft.com/office/drawing/2014/main" id="{653BE97D-F34A-594E-0E4A-2F81AE94A3DC}"/>
                  </a:ext>
                </a:extLst>
              </p14:cNvPr>
              <p14:cNvContentPartPr/>
              <p14:nvPr/>
            </p14:nvContentPartPr>
            <p14:xfrm>
              <a:off x="2377875" y="1287037"/>
              <a:ext cx="2058120" cy="1558080"/>
            </p14:xfrm>
          </p:contentPart>
        </mc:Choice>
        <mc:Fallback>
          <p:pic>
            <p:nvPicPr>
              <p:cNvPr id="65" name="Ink 64">
                <a:extLst>
                  <a:ext uri="{FF2B5EF4-FFF2-40B4-BE49-F238E27FC236}">
                    <a16:creationId xmlns:a16="http://schemas.microsoft.com/office/drawing/2014/main" id="{653BE97D-F34A-594E-0E4A-2F81AE94A3DC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2368875" y="1278397"/>
                <a:ext cx="2075760" cy="1575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0">
            <p14:nvContentPartPr>
              <p14:cNvPr id="66" name="Ink 65">
                <a:extLst>
                  <a:ext uri="{FF2B5EF4-FFF2-40B4-BE49-F238E27FC236}">
                    <a16:creationId xmlns:a16="http://schemas.microsoft.com/office/drawing/2014/main" id="{2615C350-C643-C968-D0EA-90C8B3008F8D}"/>
                  </a:ext>
                </a:extLst>
              </p14:cNvPr>
              <p14:cNvContentPartPr/>
              <p14:nvPr/>
            </p14:nvContentPartPr>
            <p14:xfrm>
              <a:off x="4416915" y="1362997"/>
              <a:ext cx="19440" cy="13680"/>
            </p14:xfrm>
          </p:contentPart>
        </mc:Choice>
        <mc:Fallback>
          <p:pic>
            <p:nvPicPr>
              <p:cNvPr id="66" name="Ink 65">
                <a:extLst>
                  <a:ext uri="{FF2B5EF4-FFF2-40B4-BE49-F238E27FC236}">
                    <a16:creationId xmlns:a16="http://schemas.microsoft.com/office/drawing/2014/main" id="{2615C350-C643-C968-D0EA-90C8B3008F8D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4407915" y="1354357"/>
                <a:ext cx="37080" cy="31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2">
            <p14:nvContentPartPr>
              <p14:cNvPr id="67" name="Ink 66">
                <a:extLst>
                  <a:ext uri="{FF2B5EF4-FFF2-40B4-BE49-F238E27FC236}">
                    <a16:creationId xmlns:a16="http://schemas.microsoft.com/office/drawing/2014/main" id="{15594DD0-58A5-A281-B326-620939E426E4}"/>
                  </a:ext>
                </a:extLst>
              </p14:cNvPr>
              <p14:cNvContentPartPr/>
              <p14:nvPr/>
            </p14:nvContentPartPr>
            <p14:xfrm>
              <a:off x="4404315" y="1212877"/>
              <a:ext cx="1513800" cy="86760"/>
            </p14:xfrm>
          </p:contentPart>
        </mc:Choice>
        <mc:Fallback>
          <p:pic>
            <p:nvPicPr>
              <p:cNvPr id="67" name="Ink 66">
                <a:extLst>
                  <a:ext uri="{FF2B5EF4-FFF2-40B4-BE49-F238E27FC236}">
                    <a16:creationId xmlns:a16="http://schemas.microsoft.com/office/drawing/2014/main" id="{15594DD0-58A5-A281-B326-620939E426E4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4395675" y="1204237"/>
                <a:ext cx="1531440" cy="104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4">
            <p14:nvContentPartPr>
              <p14:cNvPr id="68" name="Ink 67">
                <a:extLst>
                  <a:ext uri="{FF2B5EF4-FFF2-40B4-BE49-F238E27FC236}">
                    <a16:creationId xmlns:a16="http://schemas.microsoft.com/office/drawing/2014/main" id="{4546BB96-35DA-F7BB-6FE9-0BF14DB68AE5}"/>
                  </a:ext>
                </a:extLst>
              </p14:cNvPr>
              <p14:cNvContentPartPr/>
              <p14:nvPr/>
            </p14:nvContentPartPr>
            <p14:xfrm>
              <a:off x="5693475" y="844597"/>
              <a:ext cx="245160" cy="360"/>
            </p14:xfrm>
          </p:contentPart>
        </mc:Choice>
        <mc:Fallback>
          <p:pic>
            <p:nvPicPr>
              <p:cNvPr id="68" name="Ink 67">
                <a:extLst>
                  <a:ext uri="{FF2B5EF4-FFF2-40B4-BE49-F238E27FC236}">
                    <a16:creationId xmlns:a16="http://schemas.microsoft.com/office/drawing/2014/main" id="{4546BB96-35DA-F7BB-6FE9-0BF14DB68AE5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5684475" y="835597"/>
                <a:ext cx="2628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6">
            <p14:nvContentPartPr>
              <p14:cNvPr id="70" name="Ink 69">
                <a:extLst>
                  <a:ext uri="{FF2B5EF4-FFF2-40B4-BE49-F238E27FC236}">
                    <a16:creationId xmlns:a16="http://schemas.microsoft.com/office/drawing/2014/main" id="{146C6786-6BBA-435B-104D-30E1FAEF1D26}"/>
                  </a:ext>
                </a:extLst>
              </p14:cNvPr>
              <p14:cNvContentPartPr/>
              <p14:nvPr/>
            </p14:nvContentPartPr>
            <p14:xfrm>
              <a:off x="5886435" y="764677"/>
              <a:ext cx="474480" cy="641520"/>
            </p14:xfrm>
          </p:contentPart>
        </mc:Choice>
        <mc:Fallback>
          <p:pic>
            <p:nvPicPr>
              <p:cNvPr id="70" name="Ink 69">
                <a:extLst>
                  <a:ext uri="{FF2B5EF4-FFF2-40B4-BE49-F238E27FC236}">
                    <a16:creationId xmlns:a16="http://schemas.microsoft.com/office/drawing/2014/main" id="{146C6786-6BBA-435B-104D-30E1FAEF1D26}"/>
                  </a:ext>
                </a:extLst>
              </p:cNvPr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5877435" y="756037"/>
                <a:ext cx="492120" cy="659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8">
            <p14:nvContentPartPr>
              <p14:cNvPr id="72" name="Ink 71">
                <a:extLst>
                  <a:ext uri="{FF2B5EF4-FFF2-40B4-BE49-F238E27FC236}">
                    <a16:creationId xmlns:a16="http://schemas.microsoft.com/office/drawing/2014/main" id="{D73EB642-43D6-50B7-0B24-1EE771C9041F}"/>
                  </a:ext>
                </a:extLst>
              </p14:cNvPr>
              <p14:cNvContentPartPr/>
              <p14:nvPr/>
            </p14:nvContentPartPr>
            <p14:xfrm>
              <a:off x="3975555" y="2235997"/>
              <a:ext cx="1800" cy="1800"/>
            </p14:xfrm>
          </p:contentPart>
        </mc:Choice>
        <mc:Fallback>
          <p:pic>
            <p:nvPicPr>
              <p:cNvPr id="72" name="Ink 71">
                <a:extLst>
                  <a:ext uri="{FF2B5EF4-FFF2-40B4-BE49-F238E27FC236}">
                    <a16:creationId xmlns:a16="http://schemas.microsoft.com/office/drawing/2014/main" id="{D73EB642-43D6-50B7-0B24-1EE771C9041F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3966555" y="2227357"/>
                <a:ext cx="19440" cy="19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9">
            <p14:nvContentPartPr>
              <p14:cNvPr id="73" name="Ink 72">
                <a:extLst>
                  <a:ext uri="{FF2B5EF4-FFF2-40B4-BE49-F238E27FC236}">
                    <a16:creationId xmlns:a16="http://schemas.microsoft.com/office/drawing/2014/main" id="{E22DE916-C4F5-7D9F-7CF5-F27AE7128854}"/>
                  </a:ext>
                </a:extLst>
              </p14:cNvPr>
              <p14:cNvContentPartPr/>
              <p14:nvPr/>
            </p14:nvContentPartPr>
            <p14:xfrm>
              <a:off x="3891675" y="2210437"/>
              <a:ext cx="58680" cy="72000"/>
            </p14:xfrm>
          </p:contentPart>
        </mc:Choice>
        <mc:Fallback>
          <p:pic>
            <p:nvPicPr>
              <p:cNvPr id="73" name="Ink 72">
                <a:extLst>
                  <a:ext uri="{FF2B5EF4-FFF2-40B4-BE49-F238E27FC236}">
                    <a16:creationId xmlns:a16="http://schemas.microsoft.com/office/drawing/2014/main" id="{E22DE916-C4F5-7D9F-7CF5-F27AE7128854}"/>
                  </a:ext>
                </a:extLst>
              </p:cNvPr>
              <p:cNvPicPr/>
              <p:nvPr/>
            </p:nvPicPr>
            <p:blipFill>
              <a:blip r:embed="rId70"/>
              <a:stretch>
                <a:fillRect/>
              </a:stretch>
            </p:blipFill>
            <p:spPr>
              <a:xfrm>
                <a:off x="3882675" y="2201797"/>
                <a:ext cx="76320" cy="89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1">
            <p14:nvContentPartPr>
              <p14:cNvPr id="76" name="Ink 75">
                <a:extLst>
                  <a:ext uri="{FF2B5EF4-FFF2-40B4-BE49-F238E27FC236}">
                    <a16:creationId xmlns:a16="http://schemas.microsoft.com/office/drawing/2014/main" id="{BD63AC96-6599-FCED-266A-25F4BC1F4771}"/>
                  </a:ext>
                </a:extLst>
              </p14:cNvPr>
              <p14:cNvContentPartPr/>
              <p14:nvPr/>
            </p14:nvContentPartPr>
            <p14:xfrm>
              <a:off x="3933075" y="389197"/>
              <a:ext cx="69480" cy="1863360"/>
            </p14:xfrm>
          </p:contentPart>
        </mc:Choice>
        <mc:Fallback>
          <p:pic>
            <p:nvPicPr>
              <p:cNvPr id="76" name="Ink 75">
                <a:extLst>
                  <a:ext uri="{FF2B5EF4-FFF2-40B4-BE49-F238E27FC236}">
                    <a16:creationId xmlns:a16="http://schemas.microsoft.com/office/drawing/2014/main" id="{BD63AC96-6599-FCED-266A-25F4BC1F4771}"/>
                  </a:ext>
                </a:extLst>
              </p:cNvPr>
              <p:cNvPicPr/>
              <p:nvPr/>
            </p:nvPicPr>
            <p:blipFill>
              <a:blip r:embed="rId72"/>
              <a:stretch>
                <a:fillRect/>
              </a:stretch>
            </p:blipFill>
            <p:spPr>
              <a:xfrm>
                <a:off x="3924435" y="380557"/>
                <a:ext cx="87120" cy="1881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3">
            <p14:nvContentPartPr>
              <p14:cNvPr id="78" name="Ink 77">
                <a:extLst>
                  <a:ext uri="{FF2B5EF4-FFF2-40B4-BE49-F238E27FC236}">
                    <a16:creationId xmlns:a16="http://schemas.microsoft.com/office/drawing/2014/main" id="{C053E0CA-EFD6-05EF-A4CC-9B1593C66C74}"/>
                  </a:ext>
                </a:extLst>
              </p14:cNvPr>
              <p14:cNvContentPartPr/>
              <p14:nvPr/>
            </p14:nvContentPartPr>
            <p14:xfrm>
              <a:off x="4011915" y="355357"/>
              <a:ext cx="2562120" cy="70920"/>
            </p14:xfrm>
          </p:contentPart>
        </mc:Choice>
        <mc:Fallback>
          <p:pic>
            <p:nvPicPr>
              <p:cNvPr id="78" name="Ink 77">
                <a:extLst>
                  <a:ext uri="{FF2B5EF4-FFF2-40B4-BE49-F238E27FC236}">
                    <a16:creationId xmlns:a16="http://schemas.microsoft.com/office/drawing/2014/main" id="{C053E0CA-EFD6-05EF-A4CC-9B1593C66C74}"/>
                  </a:ext>
                </a:extLst>
              </p:cNvPr>
              <p:cNvPicPr/>
              <p:nvPr/>
            </p:nvPicPr>
            <p:blipFill>
              <a:blip r:embed="rId74"/>
              <a:stretch>
                <a:fillRect/>
              </a:stretch>
            </p:blipFill>
            <p:spPr>
              <a:xfrm>
                <a:off x="4002915" y="346357"/>
                <a:ext cx="2579760" cy="88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5">
            <p14:nvContentPartPr>
              <p14:cNvPr id="79" name="Ink 78">
                <a:extLst>
                  <a:ext uri="{FF2B5EF4-FFF2-40B4-BE49-F238E27FC236}">
                    <a16:creationId xmlns:a16="http://schemas.microsoft.com/office/drawing/2014/main" id="{936B84FB-0F5C-AC2E-6F30-91008E7F61E4}"/>
                  </a:ext>
                </a:extLst>
              </p14:cNvPr>
              <p14:cNvContentPartPr/>
              <p14:nvPr/>
            </p14:nvContentPartPr>
            <p14:xfrm>
              <a:off x="6343995" y="1049437"/>
              <a:ext cx="419040" cy="18000"/>
            </p14:xfrm>
          </p:contentPart>
        </mc:Choice>
        <mc:Fallback>
          <p:pic>
            <p:nvPicPr>
              <p:cNvPr id="79" name="Ink 78">
                <a:extLst>
                  <a:ext uri="{FF2B5EF4-FFF2-40B4-BE49-F238E27FC236}">
                    <a16:creationId xmlns:a16="http://schemas.microsoft.com/office/drawing/2014/main" id="{936B84FB-0F5C-AC2E-6F30-91008E7F61E4}"/>
                  </a:ext>
                </a:extLst>
              </p:cNvPr>
              <p:cNvPicPr/>
              <p:nvPr/>
            </p:nvPicPr>
            <p:blipFill>
              <a:blip r:embed="rId76"/>
              <a:stretch>
                <a:fillRect/>
              </a:stretch>
            </p:blipFill>
            <p:spPr>
              <a:xfrm>
                <a:off x="6334995" y="1040797"/>
                <a:ext cx="436680" cy="35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7">
            <p14:nvContentPartPr>
              <p14:cNvPr id="81" name="Ink 80">
                <a:extLst>
                  <a:ext uri="{FF2B5EF4-FFF2-40B4-BE49-F238E27FC236}">
                    <a16:creationId xmlns:a16="http://schemas.microsoft.com/office/drawing/2014/main" id="{EC447AB2-3E6A-E08B-3A19-551908656395}"/>
                  </a:ext>
                </a:extLst>
              </p14:cNvPr>
              <p14:cNvContentPartPr/>
              <p14:nvPr/>
            </p14:nvContentPartPr>
            <p14:xfrm>
              <a:off x="6582315" y="425917"/>
              <a:ext cx="63360" cy="4320"/>
            </p14:xfrm>
          </p:contentPart>
        </mc:Choice>
        <mc:Fallback>
          <p:pic>
            <p:nvPicPr>
              <p:cNvPr id="81" name="Ink 80">
                <a:extLst>
                  <a:ext uri="{FF2B5EF4-FFF2-40B4-BE49-F238E27FC236}">
                    <a16:creationId xmlns:a16="http://schemas.microsoft.com/office/drawing/2014/main" id="{EC447AB2-3E6A-E08B-3A19-551908656395}"/>
                  </a:ext>
                </a:extLst>
              </p:cNvPr>
              <p:cNvPicPr/>
              <p:nvPr/>
            </p:nvPicPr>
            <p:blipFill>
              <a:blip r:embed="rId78"/>
              <a:stretch>
                <a:fillRect/>
              </a:stretch>
            </p:blipFill>
            <p:spPr>
              <a:xfrm>
                <a:off x="6573675" y="417277"/>
                <a:ext cx="81000" cy="21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9">
            <p14:nvContentPartPr>
              <p14:cNvPr id="82" name="Ink 81">
                <a:extLst>
                  <a:ext uri="{FF2B5EF4-FFF2-40B4-BE49-F238E27FC236}">
                    <a16:creationId xmlns:a16="http://schemas.microsoft.com/office/drawing/2014/main" id="{2003E8B7-58D5-3ECB-9008-76C2B646553D}"/>
                  </a:ext>
                </a:extLst>
              </p14:cNvPr>
              <p14:cNvContentPartPr/>
              <p14:nvPr/>
            </p14:nvContentPartPr>
            <p14:xfrm>
              <a:off x="6571875" y="346357"/>
              <a:ext cx="152280" cy="944280"/>
            </p14:xfrm>
          </p:contentPart>
        </mc:Choice>
        <mc:Fallback>
          <p:pic>
            <p:nvPicPr>
              <p:cNvPr id="82" name="Ink 81">
                <a:extLst>
                  <a:ext uri="{FF2B5EF4-FFF2-40B4-BE49-F238E27FC236}">
                    <a16:creationId xmlns:a16="http://schemas.microsoft.com/office/drawing/2014/main" id="{2003E8B7-58D5-3ECB-9008-76C2B646553D}"/>
                  </a:ext>
                </a:extLst>
              </p:cNvPr>
              <p:cNvPicPr/>
              <p:nvPr/>
            </p:nvPicPr>
            <p:blipFill>
              <a:blip r:embed="rId80"/>
              <a:stretch>
                <a:fillRect/>
              </a:stretch>
            </p:blipFill>
            <p:spPr>
              <a:xfrm>
                <a:off x="6563235" y="337357"/>
                <a:ext cx="169920" cy="961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1">
            <p14:nvContentPartPr>
              <p14:cNvPr id="83" name="Ink 82">
                <a:extLst>
                  <a:ext uri="{FF2B5EF4-FFF2-40B4-BE49-F238E27FC236}">
                    <a16:creationId xmlns:a16="http://schemas.microsoft.com/office/drawing/2014/main" id="{390A2826-6340-074F-7BCA-8CD35946A141}"/>
                  </a:ext>
                </a:extLst>
              </p14:cNvPr>
              <p14:cNvContentPartPr/>
              <p14:nvPr/>
            </p14:nvContentPartPr>
            <p14:xfrm>
              <a:off x="6580875" y="374437"/>
              <a:ext cx="524520" cy="932400"/>
            </p14:xfrm>
          </p:contentPart>
        </mc:Choice>
        <mc:Fallback>
          <p:pic>
            <p:nvPicPr>
              <p:cNvPr id="83" name="Ink 82">
                <a:extLst>
                  <a:ext uri="{FF2B5EF4-FFF2-40B4-BE49-F238E27FC236}">
                    <a16:creationId xmlns:a16="http://schemas.microsoft.com/office/drawing/2014/main" id="{390A2826-6340-074F-7BCA-8CD35946A141}"/>
                  </a:ext>
                </a:extLst>
              </p:cNvPr>
              <p:cNvPicPr/>
              <p:nvPr/>
            </p:nvPicPr>
            <p:blipFill>
              <a:blip r:embed="rId82"/>
              <a:stretch>
                <a:fillRect/>
              </a:stretch>
            </p:blipFill>
            <p:spPr>
              <a:xfrm>
                <a:off x="6572235" y="365437"/>
                <a:ext cx="542160" cy="950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3">
            <p14:nvContentPartPr>
              <p14:cNvPr id="84" name="Ink 83">
                <a:extLst>
                  <a:ext uri="{FF2B5EF4-FFF2-40B4-BE49-F238E27FC236}">
                    <a16:creationId xmlns:a16="http://schemas.microsoft.com/office/drawing/2014/main" id="{BB6E0215-4E90-6986-41B0-5703CDFEC8E0}"/>
                  </a:ext>
                </a:extLst>
              </p14:cNvPr>
              <p14:cNvContentPartPr/>
              <p14:nvPr/>
            </p14:nvContentPartPr>
            <p14:xfrm>
              <a:off x="7096395" y="779437"/>
              <a:ext cx="611640" cy="80640"/>
            </p14:xfrm>
          </p:contentPart>
        </mc:Choice>
        <mc:Fallback>
          <p:pic>
            <p:nvPicPr>
              <p:cNvPr id="84" name="Ink 83">
                <a:extLst>
                  <a:ext uri="{FF2B5EF4-FFF2-40B4-BE49-F238E27FC236}">
                    <a16:creationId xmlns:a16="http://schemas.microsoft.com/office/drawing/2014/main" id="{BB6E0215-4E90-6986-41B0-5703CDFEC8E0}"/>
                  </a:ext>
                </a:extLst>
              </p:cNvPr>
              <p:cNvPicPr/>
              <p:nvPr/>
            </p:nvPicPr>
            <p:blipFill>
              <a:blip r:embed="rId84"/>
              <a:stretch>
                <a:fillRect/>
              </a:stretch>
            </p:blipFill>
            <p:spPr>
              <a:xfrm>
                <a:off x="7087395" y="770797"/>
                <a:ext cx="629280" cy="98280"/>
              </a:xfrm>
              <a:prstGeom prst="rect">
                <a:avLst/>
              </a:prstGeom>
            </p:spPr>
          </p:pic>
        </mc:Fallback>
      </mc:AlternateContent>
      <p:grpSp>
        <p:nvGrpSpPr>
          <p:cNvPr id="94" name="Group 93">
            <a:extLst>
              <a:ext uri="{FF2B5EF4-FFF2-40B4-BE49-F238E27FC236}">
                <a16:creationId xmlns:a16="http://schemas.microsoft.com/office/drawing/2014/main" id="{397F4308-E7A8-A88E-4CC4-457913311191}"/>
              </a:ext>
            </a:extLst>
          </p:cNvPr>
          <p:cNvGrpSpPr/>
          <p:nvPr/>
        </p:nvGrpSpPr>
        <p:grpSpPr>
          <a:xfrm>
            <a:off x="7942755" y="539677"/>
            <a:ext cx="624240" cy="550440"/>
            <a:chOff x="7942755" y="539677"/>
            <a:chExt cx="624240" cy="550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5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66851EC1-BD4F-FD5A-2BC5-26CADA18D71C}"/>
                    </a:ext>
                  </a:extLst>
                </p14:cNvPr>
                <p14:cNvContentPartPr/>
                <p14:nvPr/>
              </p14:nvContentPartPr>
              <p14:xfrm>
                <a:off x="7942755" y="539677"/>
                <a:ext cx="348480" cy="144720"/>
              </p14:xfrm>
            </p:contentPart>
          </mc:Choice>
          <mc:Fallback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66851EC1-BD4F-FD5A-2BC5-26CADA18D71C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7934115" y="530677"/>
                  <a:ext cx="366120" cy="16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7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E659A526-447D-B631-E4C8-6EC27BEBE3A2}"/>
                    </a:ext>
                  </a:extLst>
                </p14:cNvPr>
                <p14:cNvContentPartPr/>
                <p14:nvPr/>
              </p14:nvContentPartPr>
              <p14:xfrm>
                <a:off x="8131755" y="655597"/>
                <a:ext cx="37440" cy="333720"/>
              </p14:xfrm>
            </p:contentPart>
          </mc:Choice>
          <mc:Fallback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E659A526-447D-B631-E4C8-6EC27BEBE3A2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8123115" y="646597"/>
                  <a:ext cx="55080" cy="35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9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742830FB-38CE-24E5-F0C5-29BA05132194}"/>
                    </a:ext>
                  </a:extLst>
                </p14:cNvPr>
                <p14:cNvContentPartPr/>
                <p14:nvPr/>
              </p14:nvContentPartPr>
              <p14:xfrm>
                <a:off x="8372955" y="897157"/>
                <a:ext cx="194040" cy="192960"/>
              </p14:xfrm>
            </p:contentPart>
          </mc:Choice>
          <mc:Fallback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742830FB-38CE-24E5-F0C5-29BA05132194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8364315" y="888157"/>
                  <a:ext cx="211680" cy="2106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91">
            <p14:nvContentPartPr>
              <p14:cNvPr id="97" name="Ink 96">
                <a:extLst>
                  <a:ext uri="{FF2B5EF4-FFF2-40B4-BE49-F238E27FC236}">
                    <a16:creationId xmlns:a16="http://schemas.microsoft.com/office/drawing/2014/main" id="{C9048EA1-78D1-ECFD-4202-EC3E02332087}"/>
                  </a:ext>
                </a:extLst>
              </p14:cNvPr>
              <p14:cNvContentPartPr/>
              <p14:nvPr/>
            </p14:nvContentPartPr>
            <p14:xfrm>
              <a:off x="6037995" y="2348317"/>
              <a:ext cx="22680" cy="29880"/>
            </p14:xfrm>
          </p:contentPart>
        </mc:Choice>
        <mc:Fallback>
          <p:pic>
            <p:nvPicPr>
              <p:cNvPr id="97" name="Ink 96">
                <a:extLst>
                  <a:ext uri="{FF2B5EF4-FFF2-40B4-BE49-F238E27FC236}">
                    <a16:creationId xmlns:a16="http://schemas.microsoft.com/office/drawing/2014/main" id="{C9048EA1-78D1-ECFD-4202-EC3E02332087}"/>
                  </a:ext>
                </a:extLst>
              </p:cNvPr>
              <p:cNvPicPr/>
              <p:nvPr/>
            </p:nvPicPr>
            <p:blipFill>
              <a:blip r:embed="rId92"/>
              <a:stretch>
                <a:fillRect/>
              </a:stretch>
            </p:blipFill>
            <p:spPr>
              <a:xfrm>
                <a:off x="6019995" y="2330317"/>
                <a:ext cx="58320" cy="65520"/>
              </a:xfrm>
              <a:prstGeom prst="rect">
                <a:avLst/>
              </a:prstGeom>
            </p:spPr>
          </p:pic>
        </mc:Fallback>
      </mc:AlternateContent>
      <p:grpSp>
        <p:nvGrpSpPr>
          <p:cNvPr id="101" name="Group 100">
            <a:extLst>
              <a:ext uri="{FF2B5EF4-FFF2-40B4-BE49-F238E27FC236}">
                <a16:creationId xmlns:a16="http://schemas.microsoft.com/office/drawing/2014/main" id="{19F6D991-B94C-9F11-F86A-0671E97C07DE}"/>
              </a:ext>
            </a:extLst>
          </p:cNvPr>
          <p:cNvGrpSpPr/>
          <p:nvPr/>
        </p:nvGrpSpPr>
        <p:grpSpPr>
          <a:xfrm>
            <a:off x="4520235" y="2083717"/>
            <a:ext cx="4018680" cy="687240"/>
            <a:chOff x="4520235" y="2083717"/>
            <a:chExt cx="4018680" cy="687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3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24035B58-D667-658A-03F4-5CE486CFC18B}"/>
                    </a:ext>
                  </a:extLst>
                </p14:cNvPr>
                <p14:cNvContentPartPr/>
                <p14:nvPr/>
              </p14:nvContentPartPr>
              <p14:xfrm>
                <a:off x="4520235" y="2241397"/>
                <a:ext cx="942120" cy="3204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24035B58-D667-658A-03F4-5CE486CFC18B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4511235" y="2232757"/>
                  <a:ext cx="959760" cy="4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5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22C6B89C-56E5-9AB4-B57D-2226B5393C18}"/>
                    </a:ext>
                  </a:extLst>
                </p14:cNvPr>
                <p14:cNvContentPartPr/>
                <p14:nvPr/>
              </p14:nvContentPartPr>
              <p14:xfrm>
                <a:off x="5392515" y="2091637"/>
                <a:ext cx="113760" cy="53496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22C6B89C-56E5-9AB4-B57D-2226B5393C18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5383515" y="2082997"/>
                  <a:ext cx="131400" cy="55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7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C83E2375-9B98-4B5E-C37D-CB1D6C91A0D2}"/>
                    </a:ext>
                  </a:extLst>
                </p14:cNvPr>
                <p14:cNvContentPartPr/>
                <p14:nvPr/>
              </p14:nvContentPartPr>
              <p14:xfrm>
                <a:off x="5496555" y="2083717"/>
                <a:ext cx="96480" cy="56052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C83E2375-9B98-4B5E-C37D-CB1D6C91A0D2}"/>
                    </a:ext>
                  </a:extLst>
                </p:cNvPr>
                <p:cNvPicPr/>
                <p:nvPr/>
              </p:nvPicPr>
              <p:blipFill>
                <a:blip r:embed="rId98"/>
                <a:stretch>
                  <a:fillRect/>
                </a:stretch>
              </p:blipFill>
              <p:spPr>
                <a:xfrm>
                  <a:off x="5487555" y="2074717"/>
                  <a:ext cx="114120" cy="57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9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81C10077-EDFB-7764-A2E3-2ABFAA7A1CEA}"/>
                    </a:ext>
                  </a:extLst>
                </p14:cNvPr>
                <p14:cNvContentPartPr/>
                <p14:nvPr/>
              </p14:nvContentPartPr>
              <p14:xfrm>
                <a:off x="5514555" y="2100997"/>
                <a:ext cx="439920" cy="54720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81C10077-EDFB-7764-A2E3-2ABFAA7A1CEA}"/>
                    </a:ext>
                  </a:extLst>
                </p:cNvPr>
                <p:cNvPicPr/>
                <p:nvPr/>
              </p:nvPicPr>
              <p:blipFill>
                <a:blip r:embed="rId100"/>
                <a:stretch>
                  <a:fillRect/>
                </a:stretch>
              </p:blipFill>
              <p:spPr>
                <a:xfrm>
                  <a:off x="5505555" y="2092357"/>
                  <a:ext cx="457560" cy="56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1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138A11D1-08EB-D38F-9703-D50D56801626}"/>
                    </a:ext>
                  </a:extLst>
                </p14:cNvPr>
                <p14:cNvContentPartPr/>
                <p14:nvPr/>
              </p14:nvContentPartPr>
              <p14:xfrm>
                <a:off x="8113755" y="2188837"/>
                <a:ext cx="268920" cy="136440"/>
              </p14:xfrm>
            </p:contentPart>
          </mc:Choice>
          <mc:Fallback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138A11D1-08EB-D38F-9703-D50D56801626}"/>
                    </a:ext>
                  </a:extLst>
                </p:cNvPr>
                <p:cNvPicPr/>
                <p:nvPr/>
              </p:nvPicPr>
              <p:blipFill>
                <a:blip r:embed="rId102"/>
                <a:stretch>
                  <a:fillRect/>
                </a:stretch>
              </p:blipFill>
              <p:spPr>
                <a:xfrm>
                  <a:off x="8105115" y="2180197"/>
                  <a:ext cx="286560" cy="15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3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45064CB3-B447-D68E-68D7-F4AF64E58E90}"/>
                    </a:ext>
                  </a:extLst>
                </p14:cNvPr>
                <p14:cNvContentPartPr/>
                <p14:nvPr/>
              </p14:nvContentPartPr>
              <p14:xfrm>
                <a:off x="8217435" y="2305117"/>
                <a:ext cx="16920" cy="309600"/>
              </p14:xfrm>
            </p:contentPart>
          </mc:Choice>
          <mc:Fallback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45064CB3-B447-D68E-68D7-F4AF64E58E90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8208435" y="2296117"/>
                  <a:ext cx="34560" cy="32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5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E7703BBA-892C-F703-DE02-054D62C722FC}"/>
                    </a:ext>
                  </a:extLst>
                </p14:cNvPr>
                <p14:cNvContentPartPr/>
                <p14:nvPr/>
              </p14:nvContentPartPr>
              <p14:xfrm>
                <a:off x="8524875" y="2446597"/>
                <a:ext cx="14040" cy="324360"/>
              </p14:xfrm>
            </p:contentPart>
          </mc:Choice>
          <mc:Fallback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E7703BBA-892C-F703-DE02-054D62C722FC}"/>
                    </a:ext>
                  </a:extLst>
                </p:cNvPr>
                <p:cNvPicPr/>
                <p:nvPr/>
              </p:nvPicPr>
              <p:blipFill>
                <a:blip r:embed="rId106"/>
                <a:stretch>
                  <a:fillRect/>
                </a:stretch>
              </p:blipFill>
              <p:spPr>
                <a:xfrm>
                  <a:off x="8515875" y="2437957"/>
                  <a:ext cx="31680" cy="34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7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F6E2102C-AE9D-B955-3C79-333CC1E2F57F}"/>
                    </a:ext>
                  </a:extLst>
                </p14:cNvPr>
                <p14:cNvContentPartPr/>
                <p14:nvPr/>
              </p14:nvContentPartPr>
              <p14:xfrm>
                <a:off x="5928555" y="2349397"/>
                <a:ext cx="1896480" cy="65160"/>
              </p14:xfrm>
            </p:contentPart>
          </mc:Choice>
          <mc:Fallback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F6E2102C-AE9D-B955-3C79-333CC1E2F57F}"/>
                    </a:ext>
                  </a:extLst>
                </p:cNvPr>
                <p:cNvPicPr/>
                <p:nvPr/>
              </p:nvPicPr>
              <p:blipFill>
                <a:blip r:embed="rId108"/>
                <a:stretch>
                  <a:fillRect/>
                </a:stretch>
              </p:blipFill>
              <p:spPr>
                <a:xfrm>
                  <a:off x="5919555" y="2340757"/>
                  <a:ext cx="1914120" cy="828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09">
            <p14:nvContentPartPr>
              <p14:cNvPr id="102" name="Ink 101">
                <a:extLst>
                  <a:ext uri="{FF2B5EF4-FFF2-40B4-BE49-F238E27FC236}">
                    <a16:creationId xmlns:a16="http://schemas.microsoft.com/office/drawing/2014/main" id="{AA72115D-5896-C850-C6DC-262422C705A6}"/>
                  </a:ext>
                </a:extLst>
              </p14:cNvPr>
              <p14:cNvContentPartPr/>
              <p14:nvPr/>
            </p14:nvContentPartPr>
            <p14:xfrm>
              <a:off x="579675" y="254557"/>
              <a:ext cx="316800" cy="3994200"/>
            </p14:xfrm>
          </p:contentPart>
        </mc:Choice>
        <mc:Fallback>
          <p:pic>
            <p:nvPicPr>
              <p:cNvPr id="102" name="Ink 101">
                <a:extLst>
                  <a:ext uri="{FF2B5EF4-FFF2-40B4-BE49-F238E27FC236}">
                    <a16:creationId xmlns:a16="http://schemas.microsoft.com/office/drawing/2014/main" id="{AA72115D-5896-C850-C6DC-262422C705A6}"/>
                  </a:ext>
                </a:extLst>
              </p:cNvPr>
              <p:cNvPicPr/>
              <p:nvPr/>
            </p:nvPicPr>
            <p:blipFill>
              <a:blip r:embed="rId110"/>
              <a:stretch>
                <a:fillRect/>
              </a:stretch>
            </p:blipFill>
            <p:spPr>
              <a:xfrm>
                <a:off x="561675" y="236557"/>
                <a:ext cx="352440" cy="4029840"/>
              </a:xfrm>
              <a:prstGeom prst="rect">
                <a:avLst/>
              </a:prstGeom>
            </p:spPr>
          </p:pic>
        </mc:Fallback>
      </mc:AlternateContent>
      <p:grpSp>
        <p:nvGrpSpPr>
          <p:cNvPr id="106" name="Group 105">
            <a:extLst>
              <a:ext uri="{FF2B5EF4-FFF2-40B4-BE49-F238E27FC236}">
                <a16:creationId xmlns:a16="http://schemas.microsoft.com/office/drawing/2014/main" id="{94D3D987-DFFC-EC89-F7E6-B741CE5B9203}"/>
              </a:ext>
            </a:extLst>
          </p:cNvPr>
          <p:cNvGrpSpPr/>
          <p:nvPr/>
        </p:nvGrpSpPr>
        <p:grpSpPr>
          <a:xfrm>
            <a:off x="605235" y="88237"/>
            <a:ext cx="6638400" cy="4503960"/>
            <a:chOff x="605235" y="88237"/>
            <a:chExt cx="6638400" cy="4503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1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097F0A04-28A4-9F2F-B326-4DCA61DB6907}"/>
                    </a:ext>
                  </a:extLst>
                </p14:cNvPr>
                <p14:cNvContentPartPr/>
                <p14:nvPr/>
              </p14:nvContentPartPr>
              <p14:xfrm>
                <a:off x="605235" y="88237"/>
                <a:ext cx="6595560" cy="196560"/>
              </p14:xfrm>
            </p:contentPart>
          </mc:Choice>
          <mc:Fallback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097F0A04-28A4-9F2F-B326-4DCA61DB6907}"/>
                    </a:ext>
                  </a:extLst>
                </p:cNvPr>
                <p:cNvPicPr/>
                <p:nvPr/>
              </p:nvPicPr>
              <p:blipFill>
                <a:blip r:embed="rId112"/>
                <a:stretch>
                  <a:fillRect/>
                </a:stretch>
              </p:blipFill>
              <p:spPr>
                <a:xfrm>
                  <a:off x="587235" y="70237"/>
                  <a:ext cx="6631200" cy="23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3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A55D45DD-738C-6839-AD43-572CEFF2CF51}"/>
                    </a:ext>
                  </a:extLst>
                </p14:cNvPr>
                <p14:cNvContentPartPr/>
                <p14:nvPr/>
              </p14:nvContentPartPr>
              <p14:xfrm>
                <a:off x="6998475" y="162757"/>
                <a:ext cx="245160" cy="4429440"/>
              </p14:xfrm>
            </p:contentPart>
          </mc:Choice>
          <mc:Fallback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A55D45DD-738C-6839-AD43-572CEFF2CF51}"/>
                    </a:ext>
                  </a:extLst>
                </p:cNvPr>
                <p:cNvPicPr/>
                <p:nvPr/>
              </p:nvPicPr>
              <p:blipFill>
                <a:blip r:embed="rId114"/>
                <a:stretch>
                  <a:fillRect/>
                </a:stretch>
              </p:blipFill>
              <p:spPr>
                <a:xfrm>
                  <a:off x="6980475" y="144757"/>
                  <a:ext cx="280800" cy="44650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15">
            <p14:nvContentPartPr>
              <p14:cNvPr id="107" name="Ink 106">
                <a:extLst>
                  <a:ext uri="{FF2B5EF4-FFF2-40B4-BE49-F238E27FC236}">
                    <a16:creationId xmlns:a16="http://schemas.microsoft.com/office/drawing/2014/main" id="{6AAAE088-51B6-7BDA-4DE3-790578029EDB}"/>
                  </a:ext>
                </a:extLst>
              </p14:cNvPr>
              <p14:cNvContentPartPr/>
              <p14:nvPr/>
            </p14:nvContentPartPr>
            <p14:xfrm>
              <a:off x="898995" y="4095757"/>
              <a:ext cx="6185160" cy="158400"/>
            </p14:xfrm>
          </p:contentPart>
        </mc:Choice>
        <mc:Fallback>
          <p:pic>
            <p:nvPicPr>
              <p:cNvPr id="107" name="Ink 106">
                <a:extLst>
                  <a:ext uri="{FF2B5EF4-FFF2-40B4-BE49-F238E27FC236}">
                    <a16:creationId xmlns:a16="http://schemas.microsoft.com/office/drawing/2014/main" id="{6AAAE088-51B6-7BDA-4DE3-790578029EDB}"/>
                  </a:ext>
                </a:extLst>
              </p:cNvPr>
              <p:cNvPicPr/>
              <p:nvPr/>
            </p:nvPicPr>
            <p:blipFill>
              <a:blip r:embed="rId116"/>
              <a:stretch>
                <a:fillRect/>
              </a:stretch>
            </p:blipFill>
            <p:spPr>
              <a:xfrm>
                <a:off x="881355" y="4078117"/>
                <a:ext cx="6220800" cy="194040"/>
              </a:xfrm>
              <a:prstGeom prst="rect">
                <a:avLst/>
              </a:prstGeom>
            </p:spPr>
          </p:pic>
        </mc:Fallback>
      </mc:AlternateContent>
      <p:grpSp>
        <p:nvGrpSpPr>
          <p:cNvPr id="115" name="Group 114">
            <a:extLst>
              <a:ext uri="{FF2B5EF4-FFF2-40B4-BE49-F238E27FC236}">
                <a16:creationId xmlns:a16="http://schemas.microsoft.com/office/drawing/2014/main" id="{BABE9108-DE89-56CD-1997-29872789065D}"/>
              </a:ext>
            </a:extLst>
          </p:cNvPr>
          <p:cNvGrpSpPr/>
          <p:nvPr/>
        </p:nvGrpSpPr>
        <p:grpSpPr>
          <a:xfrm>
            <a:off x="6971835" y="3368557"/>
            <a:ext cx="1625040" cy="444600"/>
            <a:chOff x="6971835" y="3368557"/>
            <a:chExt cx="1625040" cy="444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7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29E6085F-00C4-E99B-A14D-9107ACBF4087}"/>
                    </a:ext>
                  </a:extLst>
                </p14:cNvPr>
                <p14:cNvContentPartPr/>
                <p14:nvPr/>
              </p14:nvContentPartPr>
              <p14:xfrm>
                <a:off x="8124195" y="3368557"/>
                <a:ext cx="330480" cy="99360"/>
              </p14:xfrm>
            </p:contentPart>
          </mc:Choice>
          <mc:Fallback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29E6085F-00C4-E99B-A14D-9107ACBF4087}"/>
                    </a:ext>
                  </a:extLst>
                </p:cNvPr>
                <p:cNvPicPr/>
                <p:nvPr/>
              </p:nvPicPr>
              <p:blipFill>
                <a:blip r:embed="rId118"/>
                <a:stretch>
                  <a:fillRect/>
                </a:stretch>
              </p:blipFill>
              <p:spPr>
                <a:xfrm>
                  <a:off x="8115555" y="3359557"/>
                  <a:ext cx="348120" cy="11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9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871E5E4A-B37E-A66C-0E7C-3493694302A2}"/>
                    </a:ext>
                  </a:extLst>
                </p14:cNvPr>
                <p14:cNvContentPartPr/>
                <p14:nvPr/>
              </p14:nvContentPartPr>
              <p14:xfrm>
                <a:off x="8296995" y="3461797"/>
                <a:ext cx="54360" cy="351360"/>
              </p14:xfrm>
            </p:contentPart>
          </mc:Choice>
          <mc:Fallback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871E5E4A-B37E-A66C-0E7C-3493694302A2}"/>
                    </a:ext>
                  </a:extLst>
                </p:cNvPr>
                <p:cNvPicPr/>
                <p:nvPr/>
              </p:nvPicPr>
              <p:blipFill>
                <a:blip r:embed="rId120"/>
                <a:stretch>
                  <a:fillRect/>
                </a:stretch>
              </p:blipFill>
              <p:spPr>
                <a:xfrm>
                  <a:off x="8287995" y="3453157"/>
                  <a:ext cx="72000" cy="36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1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8A747932-15A0-77B3-A1DE-BC66D1BF2928}"/>
                    </a:ext>
                  </a:extLst>
                </p14:cNvPr>
                <p14:cNvContentPartPr/>
                <p14:nvPr/>
              </p14:nvContentPartPr>
              <p14:xfrm>
                <a:off x="8515875" y="3664477"/>
                <a:ext cx="81000" cy="138240"/>
              </p14:xfrm>
            </p:contentPart>
          </mc:Choice>
          <mc:Fallback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8A747932-15A0-77B3-A1DE-BC66D1BF2928}"/>
                    </a:ext>
                  </a:extLst>
                </p:cNvPr>
                <p:cNvPicPr/>
                <p:nvPr/>
              </p:nvPicPr>
              <p:blipFill>
                <a:blip r:embed="rId122"/>
                <a:stretch>
                  <a:fillRect/>
                </a:stretch>
              </p:blipFill>
              <p:spPr>
                <a:xfrm>
                  <a:off x="8506875" y="3655477"/>
                  <a:ext cx="98640" cy="15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3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E155CF8D-B888-3834-B565-91B37BDF38EF}"/>
                    </a:ext>
                  </a:extLst>
                </p14:cNvPr>
                <p14:cNvContentPartPr/>
                <p14:nvPr/>
              </p14:nvContentPartPr>
              <p14:xfrm>
                <a:off x="6971835" y="3639997"/>
                <a:ext cx="956880" cy="80280"/>
              </p14:xfrm>
            </p:contentPart>
          </mc:Choice>
          <mc:Fallback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E155CF8D-B888-3834-B565-91B37BDF38EF}"/>
                    </a:ext>
                  </a:extLst>
                </p:cNvPr>
                <p:cNvPicPr/>
                <p:nvPr/>
              </p:nvPicPr>
              <p:blipFill>
                <a:blip r:embed="rId124"/>
                <a:stretch>
                  <a:fillRect/>
                </a:stretch>
              </p:blipFill>
              <p:spPr>
                <a:xfrm>
                  <a:off x="6962835" y="3631357"/>
                  <a:ext cx="974520" cy="9792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77964951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5CD234BB-9663-CD8E-3EA7-82D2C54B1A3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39929" r="18163"/>
          <a:stretch/>
        </p:blipFill>
        <p:spPr>
          <a:xfrm>
            <a:off x="0" y="0"/>
            <a:ext cx="11950860" cy="6162675"/>
          </a:xfrm>
          <a:prstGeom prst="rect">
            <a:avLst/>
          </a:prstGeom>
        </p:spPr>
      </p:pic>
      <p:grpSp>
        <p:nvGrpSpPr>
          <p:cNvPr id="19" name="Group 18">
            <a:extLst>
              <a:ext uri="{FF2B5EF4-FFF2-40B4-BE49-F238E27FC236}">
                <a16:creationId xmlns:a16="http://schemas.microsoft.com/office/drawing/2014/main" id="{B3462CD8-AD70-156A-2496-8F4BBBB4B1B5}"/>
              </a:ext>
            </a:extLst>
          </p:cNvPr>
          <p:cNvGrpSpPr/>
          <p:nvPr/>
        </p:nvGrpSpPr>
        <p:grpSpPr>
          <a:xfrm>
            <a:off x="5227950" y="3535050"/>
            <a:ext cx="186840" cy="184680"/>
            <a:chOff x="5227950" y="3535050"/>
            <a:chExt cx="186840" cy="184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400D70CF-8BDF-E9EE-0B1D-0010A1E2AC8F}"/>
                    </a:ext>
                  </a:extLst>
                </p14:cNvPr>
                <p14:cNvContentPartPr/>
                <p14:nvPr/>
              </p14:nvContentPartPr>
              <p14:xfrm>
                <a:off x="5249550" y="3535050"/>
                <a:ext cx="90720" cy="18468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400D70CF-8BDF-E9EE-0B1D-0010A1E2AC8F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5231910" y="3517050"/>
                  <a:ext cx="126360" cy="22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5A8F43D1-69F6-2813-E521-828B825F47A4}"/>
                    </a:ext>
                  </a:extLst>
                </p14:cNvPr>
                <p14:cNvContentPartPr/>
                <p14:nvPr/>
              </p14:nvContentPartPr>
              <p14:xfrm>
                <a:off x="5313630" y="3537570"/>
                <a:ext cx="99720" cy="17928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5A8F43D1-69F6-2813-E521-828B825F47A4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5295630" y="3519570"/>
                  <a:ext cx="135360" cy="21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F5A7AE52-EC20-8044-F1FF-8E1A97ACDD8E}"/>
                    </a:ext>
                  </a:extLst>
                </p14:cNvPr>
                <p14:cNvContentPartPr/>
                <p14:nvPr/>
              </p14:nvContentPartPr>
              <p14:xfrm>
                <a:off x="5227950" y="3657450"/>
                <a:ext cx="186840" cy="2304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F5A7AE52-EC20-8044-F1FF-8E1A97ACDD8E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5210310" y="3639810"/>
                  <a:ext cx="222480" cy="586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56846145-663B-666B-8E04-981B8A27B563}"/>
                  </a:ext>
                </a:extLst>
              </p14:cNvPr>
              <p14:cNvContentPartPr/>
              <p14:nvPr/>
            </p14:nvContentPartPr>
            <p14:xfrm>
              <a:off x="5294910" y="4183770"/>
              <a:ext cx="106200" cy="216000"/>
            </p14:xfrm>
          </p:contentPart>
        </mc:Choice>
        <mc:Fallback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56846145-663B-666B-8E04-981B8A27B563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5276910" y="4166130"/>
                <a:ext cx="141840" cy="251640"/>
              </a:xfrm>
              <a:prstGeom prst="rect">
                <a:avLst/>
              </a:prstGeom>
            </p:spPr>
          </p:pic>
        </mc:Fallback>
      </mc:AlternateContent>
      <p:grpSp>
        <p:nvGrpSpPr>
          <p:cNvPr id="18" name="Group 17">
            <a:extLst>
              <a:ext uri="{FF2B5EF4-FFF2-40B4-BE49-F238E27FC236}">
                <a16:creationId xmlns:a16="http://schemas.microsoft.com/office/drawing/2014/main" id="{36979E47-8022-C1CE-573E-44356C1B4F7E}"/>
              </a:ext>
            </a:extLst>
          </p:cNvPr>
          <p:cNvGrpSpPr/>
          <p:nvPr/>
        </p:nvGrpSpPr>
        <p:grpSpPr>
          <a:xfrm>
            <a:off x="6452670" y="4079370"/>
            <a:ext cx="540360" cy="236520"/>
            <a:chOff x="6452670" y="4079370"/>
            <a:chExt cx="540360" cy="236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ED365DCF-0BA0-0C8E-576C-C07BBB8481FD}"/>
                    </a:ext>
                  </a:extLst>
                </p14:cNvPr>
                <p14:cNvContentPartPr/>
                <p14:nvPr/>
              </p14:nvContentPartPr>
              <p14:xfrm>
                <a:off x="6468510" y="4081890"/>
                <a:ext cx="91440" cy="20520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ED365DCF-0BA0-0C8E-576C-C07BBB8481FD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6450870" y="4064250"/>
                  <a:ext cx="127080" cy="24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33276BD6-AC88-C26A-2856-442BAEFB2DD1}"/>
                    </a:ext>
                  </a:extLst>
                </p14:cNvPr>
                <p14:cNvContentPartPr/>
                <p14:nvPr/>
              </p14:nvContentPartPr>
              <p14:xfrm>
                <a:off x="6546630" y="4079370"/>
                <a:ext cx="85680" cy="20844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33276BD6-AC88-C26A-2856-442BAEFB2DD1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6528990" y="4061730"/>
                  <a:ext cx="121320" cy="24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9A9CC0C9-DF20-CAC4-5071-09ACC1F36449}"/>
                    </a:ext>
                  </a:extLst>
                </p14:cNvPr>
                <p14:cNvContentPartPr/>
                <p14:nvPr/>
              </p14:nvContentPartPr>
              <p14:xfrm>
                <a:off x="6452670" y="4209690"/>
                <a:ext cx="131400" cy="2304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9A9CC0C9-DF20-CAC4-5071-09ACC1F36449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6435030" y="4192050"/>
                  <a:ext cx="167040" cy="5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64656FBB-97A7-470A-AB19-CFAF37435EEB}"/>
                    </a:ext>
                  </a:extLst>
                </p14:cNvPr>
                <p14:cNvContentPartPr/>
                <p14:nvPr/>
              </p14:nvContentPartPr>
              <p14:xfrm>
                <a:off x="6697110" y="4196730"/>
                <a:ext cx="136080" cy="144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64656FBB-97A7-470A-AB19-CFAF37435EEB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6679110" y="4179090"/>
                  <a:ext cx="171720" cy="3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C69843CA-947D-2023-5B29-34AACBDCAB18}"/>
                    </a:ext>
                  </a:extLst>
                </p14:cNvPr>
                <p14:cNvContentPartPr/>
                <p14:nvPr/>
              </p14:nvContentPartPr>
              <p14:xfrm>
                <a:off x="6768030" y="4123290"/>
                <a:ext cx="6480" cy="15948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C69843CA-947D-2023-5B29-34AACBDCAB18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6750030" y="4105290"/>
                  <a:ext cx="42120" cy="19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A00784F0-7E0F-83F3-49C1-676777BDA6B2}"/>
                    </a:ext>
                  </a:extLst>
                </p14:cNvPr>
                <p14:cNvContentPartPr/>
                <p14:nvPr/>
              </p14:nvContentPartPr>
              <p14:xfrm>
                <a:off x="6891870" y="4098090"/>
                <a:ext cx="101160" cy="21780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A00784F0-7E0F-83F3-49C1-676777BDA6B2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6874230" y="4080450"/>
                  <a:ext cx="136800" cy="253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451E8D00-AE6C-2F16-5533-0030D8EEC91F}"/>
              </a:ext>
            </a:extLst>
          </p:cNvPr>
          <p:cNvGrpSpPr/>
          <p:nvPr/>
        </p:nvGrpSpPr>
        <p:grpSpPr>
          <a:xfrm>
            <a:off x="8300550" y="3510210"/>
            <a:ext cx="1417680" cy="461160"/>
            <a:chOff x="8300550" y="3510210"/>
            <a:chExt cx="1417680" cy="461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3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5EA6FC24-40AC-5ADA-810A-77885F17E0FF}"/>
                    </a:ext>
                  </a:extLst>
                </p14:cNvPr>
                <p14:cNvContentPartPr/>
                <p14:nvPr/>
              </p14:nvContentPartPr>
              <p14:xfrm>
                <a:off x="8300550" y="3612090"/>
                <a:ext cx="152280" cy="272160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5EA6FC24-40AC-5ADA-810A-77885F17E0FF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8282910" y="3594450"/>
                  <a:ext cx="187920" cy="30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32261B4A-F7DF-C1BB-1CCC-D908F017F449}"/>
                    </a:ext>
                  </a:extLst>
                </p14:cNvPr>
                <p14:cNvContentPartPr/>
                <p14:nvPr/>
              </p14:nvContentPartPr>
              <p14:xfrm>
                <a:off x="8514390" y="3863370"/>
                <a:ext cx="103320" cy="10800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32261B4A-F7DF-C1BB-1CCC-D908F017F449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8496390" y="3845370"/>
                  <a:ext cx="138960" cy="14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89405C02-49E6-4186-EF73-EC2D17C24918}"/>
                    </a:ext>
                  </a:extLst>
                </p14:cNvPr>
                <p14:cNvContentPartPr/>
                <p14:nvPr/>
              </p14:nvContentPartPr>
              <p14:xfrm>
                <a:off x="8730390" y="3666810"/>
                <a:ext cx="146880" cy="216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89405C02-49E6-4186-EF73-EC2D17C24918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8712390" y="3648810"/>
                  <a:ext cx="182520" cy="3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6B3221D7-0005-1F37-3321-7C95B39554F2}"/>
                    </a:ext>
                  </a:extLst>
                </p14:cNvPr>
                <p14:cNvContentPartPr/>
                <p14:nvPr/>
              </p14:nvContentPartPr>
              <p14:xfrm>
                <a:off x="8763870" y="3759330"/>
                <a:ext cx="130320" cy="1080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6B3221D7-0005-1F37-3321-7C95B39554F2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8745870" y="3741690"/>
                  <a:ext cx="165960" cy="4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06D823DA-0F5A-3A7A-3C2A-51241B99E2A9}"/>
                    </a:ext>
                  </a:extLst>
                </p14:cNvPr>
                <p14:cNvContentPartPr/>
                <p14:nvPr/>
              </p14:nvContentPartPr>
              <p14:xfrm>
                <a:off x="9294510" y="3658530"/>
                <a:ext cx="148320" cy="792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06D823DA-0F5A-3A7A-3C2A-51241B99E2A9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9276510" y="3640890"/>
                  <a:ext cx="183960" cy="4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D40EFBC9-B84C-5E18-0240-00FC77B33E91}"/>
                    </a:ext>
                  </a:extLst>
                </p14:cNvPr>
                <p14:cNvContentPartPr/>
                <p14:nvPr/>
              </p14:nvContentPartPr>
              <p14:xfrm>
                <a:off x="9366510" y="3587250"/>
                <a:ext cx="37800" cy="18540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D40EFBC9-B84C-5E18-0240-00FC77B33E91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9348870" y="3569250"/>
                  <a:ext cx="73440" cy="22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8AB334A9-566C-6D53-1F5F-969ACEDDA3FF}"/>
                    </a:ext>
                  </a:extLst>
                </p14:cNvPr>
                <p14:cNvContentPartPr/>
                <p14:nvPr/>
              </p14:nvContentPartPr>
              <p14:xfrm>
                <a:off x="9548310" y="3532890"/>
                <a:ext cx="10080" cy="20196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8AB334A9-566C-6D53-1F5F-969ACEDDA3FF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9530670" y="3515250"/>
                  <a:ext cx="45720" cy="23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199431DA-5D86-83C0-62DA-58F6AAF858ED}"/>
                    </a:ext>
                  </a:extLst>
                </p14:cNvPr>
                <p14:cNvContentPartPr/>
                <p14:nvPr/>
              </p14:nvContentPartPr>
              <p14:xfrm>
                <a:off x="9576030" y="3510210"/>
                <a:ext cx="142200" cy="28008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199431DA-5D86-83C0-62DA-58F6AAF858ED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9558030" y="3492570"/>
                  <a:ext cx="177840" cy="3157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9">
            <p14:nvContentPartPr>
              <p14:cNvPr id="30" name="Ink 29">
                <a:extLst>
                  <a:ext uri="{FF2B5EF4-FFF2-40B4-BE49-F238E27FC236}">
                    <a16:creationId xmlns:a16="http://schemas.microsoft.com/office/drawing/2014/main" id="{337B8C49-D499-80D9-6E08-80DD90D4CB0E}"/>
                  </a:ext>
                </a:extLst>
              </p14:cNvPr>
              <p14:cNvContentPartPr/>
              <p14:nvPr/>
            </p14:nvContentPartPr>
            <p14:xfrm>
              <a:off x="8389830" y="4054170"/>
              <a:ext cx="159120" cy="244440"/>
            </p14:xfrm>
          </p:contentPart>
        </mc:Choice>
        <mc:Fallback>
          <p:pic>
            <p:nvPicPr>
              <p:cNvPr id="30" name="Ink 29">
                <a:extLst>
                  <a:ext uri="{FF2B5EF4-FFF2-40B4-BE49-F238E27FC236}">
                    <a16:creationId xmlns:a16="http://schemas.microsoft.com/office/drawing/2014/main" id="{337B8C49-D499-80D9-6E08-80DD90D4CB0E}"/>
                  </a:ext>
                </a:extLst>
              </p:cNvPr>
              <p:cNvPicPr/>
              <p:nvPr/>
            </p:nvPicPr>
            <p:blipFill>
              <a:blip r:embed="rId40"/>
              <a:stretch>
                <a:fillRect/>
              </a:stretch>
            </p:blipFill>
            <p:spPr>
              <a:xfrm>
                <a:off x="8371830" y="4036530"/>
                <a:ext cx="194760" cy="280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1">
            <p14:nvContentPartPr>
              <p14:cNvPr id="31" name="Ink 30">
                <a:extLst>
                  <a:ext uri="{FF2B5EF4-FFF2-40B4-BE49-F238E27FC236}">
                    <a16:creationId xmlns:a16="http://schemas.microsoft.com/office/drawing/2014/main" id="{FED44098-137B-4311-FAEB-BC28A8F77911}"/>
                  </a:ext>
                </a:extLst>
              </p14:cNvPr>
              <p14:cNvContentPartPr/>
              <p14:nvPr/>
            </p14:nvContentPartPr>
            <p14:xfrm>
              <a:off x="8667750" y="4216890"/>
              <a:ext cx="10440" cy="157680"/>
            </p14:xfrm>
          </p:contentPart>
        </mc:Choice>
        <mc:Fallback>
          <p:pic>
            <p:nvPicPr>
              <p:cNvPr id="31" name="Ink 30">
                <a:extLst>
                  <a:ext uri="{FF2B5EF4-FFF2-40B4-BE49-F238E27FC236}">
                    <a16:creationId xmlns:a16="http://schemas.microsoft.com/office/drawing/2014/main" id="{FED44098-137B-4311-FAEB-BC28A8F77911}"/>
                  </a:ext>
                </a:extLst>
              </p:cNvPr>
              <p:cNvPicPr/>
              <p:nvPr/>
            </p:nvPicPr>
            <p:blipFill>
              <a:blip r:embed="rId42"/>
              <a:stretch>
                <a:fillRect/>
              </a:stretch>
            </p:blipFill>
            <p:spPr>
              <a:xfrm>
                <a:off x="8649750" y="4198890"/>
                <a:ext cx="46080" cy="193320"/>
              </a:xfrm>
              <a:prstGeom prst="rect">
                <a:avLst/>
              </a:prstGeom>
            </p:spPr>
          </p:pic>
        </mc:Fallback>
      </mc:AlternateContent>
      <p:grpSp>
        <p:nvGrpSpPr>
          <p:cNvPr id="40" name="Group 39">
            <a:extLst>
              <a:ext uri="{FF2B5EF4-FFF2-40B4-BE49-F238E27FC236}">
                <a16:creationId xmlns:a16="http://schemas.microsoft.com/office/drawing/2014/main" id="{E839A1A9-B0FB-F5E7-578D-21CE592E6230}"/>
              </a:ext>
            </a:extLst>
          </p:cNvPr>
          <p:cNvGrpSpPr/>
          <p:nvPr/>
        </p:nvGrpSpPr>
        <p:grpSpPr>
          <a:xfrm>
            <a:off x="8866110" y="4106010"/>
            <a:ext cx="107280" cy="115920"/>
            <a:chOff x="8866110" y="4106010"/>
            <a:chExt cx="107280" cy="115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3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4127CA74-DC4E-879C-D9B0-F28A4E8E1E38}"/>
                    </a:ext>
                  </a:extLst>
                </p14:cNvPr>
                <p14:cNvContentPartPr/>
                <p14:nvPr/>
              </p14:nvContentPartPr>
              <p14:xfrm>
                <a:off x="8866110" y="4215090"/>
                <a:ext cx="97920" cy="684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4127CA74-DC4E-879C-D9B0-F28A4E8E1E38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8848110" y="4197450"/>
                  <a:ext cx="133560" cy="4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953FA6BB-429E-FA35-F13E-FEDC5D11971C}"/>
                    </a:ext>
                  </a:extLst>
                </p14:cNvPr>
                <p14:cNvContentPartPr/>
                <p14:nvPr/>
              </p14:nvContentPartPr>
              <p14:xfrm>
                <a:off x="8874750" y="4215090"/>
                <a:ext cx="360" cy="36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953FA6BB-429E-FA35-F13E-FEDC5D11971C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8856750" y="4197450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30542C01-5E4F-6F75-E29F-69C9C06EE8CD}"/>
                    </a:ext>
                  </a:extLst>
                </p14:cNvPr>
                <p14:cNvContentPartPr/>
                <p14:nvPr/>
              </p14:nvContentPartPr>
              <p14:xfrm>
                <a:off x="8870790" y="4106010"/>
                <a:ext cx="102600" cy="2736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30542C01-5E4F-6F75-E29F-69C9C06EE8CD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8853150" y="4088010"/>
                  <a:ext cx="138240" cy="63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49">
            <p14:nvContentPartPr>
              <p14:cNvPr id="39" name="Ink 38">
                <a:extLst>
                  <a:ext uri="{FF2B5EF4-FFF2-40B4-BE49-F238E27FC236}">
                    <a16:creationId xmlns:a16="http://schemas.microsoft.com/office/drawing/2014/main" id="{2AE28085-EA73-697F-87CB-7629D0C141D3}"/>
                  </a:ext>
                </a:extLst>
              </p14:cNvPr>
              <p14:cNvContentPartPr/>
              <p14:nvPr/>
            </p14:nvContentPartPr>
            <p14:xfrm>
              <a:off x="9240150" y="4035450"/>
              <a:ext cx="185760" cy="262080"/>
            </p14:xfrm>
          </p:contentPart>
        </mc:Choice>
        <mc:Fallback>
          <p:pic>
            <p:nvPicPr>
              <p:cNvPr id="39" name="Ink 38">
                <a:extLst>
                  <a:ext uri="{FF2B5EF4-FFF2-40B4-BE49-F238E27FC236}">
                    <a16:creationId xmlns:a16="http://schemas.microsoft.com/office/drawing/2014/main" id="{2AE28085-EA73-697F-87CB-7629D0C141D3}"/>
                  </a:ext>
                </a:extLst>
              </p:cNvPr>
              <p:cNvPicPr/>
              <p:nvPr/>
            </p:nvPicPr>
            <p:blipFill>
              <a:blip r:embed="rId50"/>
              <a:stretch>
                <a:fillRect/>
              </a:stretch>
            </p:blipFill>
            <p:spPr>
              <a:xfrm>
                <a:off x="9222510" y="4017810"/>
                <a:ext cx="221400" cy="297720"/>
              </a:xfrm>
              <a:prstGeom prst="rect">
                <a:avLst/>
              </a:prstGeom>
            </p:spPr>
          </p:pic>
        </mc:Fallback>
      </mc:AlternateContent>
      <p:grpSp>
        <p:nvGrpSpPr>
          <p:cNvPr id="44" name="Group 43">
            <a:extLst>
              <a:ext uri="{FF2B5EF4-FFF2-40B4-BE49-F238E27FC236}">
                <a16:creationId xmlns:a16="http://schemas.microsoft.com/office/drawing/2014/main" id="{9D403708-A510-A1B3-E3C0-2F1D8691C5C7}"/>
              </a:ext>
            </a:extLst>
          </p:cNvPr>
          <p:cNvGrpSpPr/>
          <p:nvPr/>
        </p:nvGrpSpPr>
        <p:grpSpPr>
          <a:xfrm>
            <a:off x="9023790" y="3528930"/>
            <a:ext cx="178560" cy="312480"/>
            <a:chOff x="9023790" y="3528930"/>
            <a:chExt cx="178560" cy="312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1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D0E73BC7-3972-2A54-97C7-B8996C330F53}"/>
                    </a:ext>
                  </a:extLst>
                </p14:cNvPr>
                <p14:cNvContentPartPr/>
                <p14:nvPr/>
              </p14:nvContentPartPr>
              <p14:xfrm>
                <a:off x="9023790" y="3542970"/>
                <a:ext cx="64080" cy="25668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D0E73BC7-3972-2A54-97C7-B8996C330F53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9005790" y="3524970"/>
                  <a:ext cx="99720" cy="29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2C050D7C-A42F-E157-B59C-1C942FCD7E7B}"/>
                    </a:ext>
                  </a:extLst>
                </p14:cNvPr>
                <p14:cNvContentPartPr/>
                <p14:nvPr/>
              </p14:nvContentPartPr>
              <p14:xfrm>
                <a:off x="9110550" y="3528930"/>
                <a:ext cx="59400" cy="31248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2C050D7C-A42F-E157-B59C-1C942FCD7E7B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9092550" y="3511290"/>
                  <a:ext cx="95040" cy="34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45E24460-1B2E-E531-0368-B816356B8777}"/>
                    </a:ext>
                  </a:extLst>
                </p14:cNvPr>
                <p14:cNvContentPartPr/>
                <p14:nvPr/>
              </p14:nvContentPartPr>
              <p14:xfrm>
                <a:off x="9034590" y="3734490"/>
                <a:ext cx="167760" cy="468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45E24460-1B2E-E531-0368-B816356B8777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9016950" y="3716490"/>
                  <a:ext cx="203400" cy="40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4" name="Group 53">
            <a:extLst>
              <a:ext uri="{FF2B5EF4-FFF2-40B4-BE49-F238E27FC236}">
                <a16:creationId xmlns:a16="http://schemas.microsoft.com/office/drawing/2014/main" id="{B6ED4FA3-C06A-A9D3-6DAD-EBBED5195C9F}"/>
              </a:ext>
            </a:extLst>
          </p:cNvPr>
          <p:cNvGrpSpPr/>
          <p:nvPr/>
        </p:nvGrpSpPr>
        <p:grpSpPr>
          <a:xfrm>
            <a:off x="8608035" y="1080757"/>
            <a:ext cx="123120" cy="92160"/>
            <a:chOff x="8608035" y="1080757"/>
            <a:chExt cx="123120" cy="92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7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EB38580E-DF80-3687-E05E-0CB5AD0A3C96}"/>
                    </a:ext>
                  </a:extLst>
                </p14:cNvPr>
                <p14:cNvContentPartPr/>
                <p14:nvPr/>
              </p14:nvContentPartPr>
              <p14:xfrm>
                <a:off x="8608035" y="1080757"/>
                <a:ext cx="110520" cy="2448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EB38580E-DF80-3687-E05E-0CB5AD0A3C96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8599395" y="1071757"/>
                  <a:ext cx="128160" cy="4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B66413F3-8A21-FEB8-4646-F5DF84FB91C8}"/>
                    </a:ext>
                  </a:extLst>
                </p14:cNvPr>
                <p14:cNvContentPartPr/>
                <p14:nvPr/>
              </p14:nvContentPartPr>
              <p14:xfrm>
                <a:off x="8634315" y="1154917"/>
                <a:ext cx="96840" cy="1800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B66413F3-8A21-FEB8-4646-F5DF84FB91C8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8625675" y="1145917"/>
                  <a:ext cx="114480" cy="35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7" name="Group 56">
            <a:extLst>
              <a:ext uri="{FF2B5EF4-FFF2-40B4-BE49-F238E27FC236}">
                <a16:creationId xmlns:a16="http://schemas.microsoft.com/office/drawing/2014/main" id="{C1089FBD-28E0-4ED6-A411-71E43FFBE4AE}"/>
              </a:ext>
            </a:extLst>
          </p:cNvPr>
          <p:cNvGrpSpPr/>
          <p:nvPr/>
        </p:nvGrpSpPr>
        <p:grpSpPr>
          <a:xfrm>
            <a:off x="8919075" y="794557"/>
            <a:ext cx="804600" cy="420120"/>
            <a:chOff x="8919075" y="794557"/>
            <a:chExt cx="804600" cy="420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1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3701CB6D-5A9A-213F-F6CD-203E212B813A}"/>
                    </a:ext>
                  </a:extLst>
                </p14:cNvPr>
                <p14:cNvContentPartPr/>
                <p14:nvPr/>
              </p14:nvContentPartPr>
              <p14:xfrm>
                <a:off x="8919075" y="879877"/>
                <a:ext cx="153000" cy="26712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3701CB6D-5A9A-213F-F6CD-203E212B813A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8910435" y="871237"/>
                  <a:ext cx="170640" cy="28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3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7836DAFE-081C-DA87-BD77-54C191155EB6}"/>
                    </a:ext>
                  </a:extLst>
                </p14:cNvPr>
                <p14:cNvContentPartPr/>
                <p14:nvPr/>
              </p14:nvContentPartPr>
              <p14:xfrm>
                <a:off x="9072795" y="1096237"/>
                <a:ext cx="51120" cy="10512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7836DAFE-081C-DA87-BD77-54C191155EB6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9063795" y="1087597"/>
                  <a:ext cx="68760" cy="12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5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AD12A434-2C81-4CDB-0C1C-1B03500AB4CA}"/>
                    </a:ext>
                  </a:extLst>
                </p14:cNvPr>
                <p14:cNvContentPartPr/>
                <p14:nvPr/>
              </p14:nvContentPartPr>
              <p14:xfrm>
                <a:off x="9138315" y="899317"/>
                <a:ext cx="140400" cy="24552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AD12A434-2C81-4CDB-0C1C-1B03500AB4CA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9129315" y="890317"/>
                  <a:ext cx="158040" cy="26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7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F9173943-8781-8E97-F980-F8B3FEA813D9}"/>
                    </a:ext>
                  </a:extLst>
                </p14:cNvPr>
                <p14:cNvContentPartPr/>
                <p14:nvPr/>
              </p14:nvContentPartPr>
              <p14:xfrm>
                <a:off x="8944635" y="817597"/>
                <a:ext cx="141480" cy="828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F9173943-8781-8E97-F980-F8B3FEA813D9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8935995" y="808597"/>
                  <a:ext cx="159120" cy="2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9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F7A24447-FD72-A6D7-7C30-F88926D1CCEC}"/>
                    </a:ext>
                  </a:extLst>
                </p14:cNvPr>
                <p14:cNvContentPartPr/>
                <p14:nvPr/>
              </p14:nvContentPartPr>
              <p14:xfrm>
                <a:off x="9228315" y="794557"/>
                <a:ext cx="91800" cy="1800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F7A24447-FD72-A6D7-7C30-F88926D1CCEC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9219315" y="785557"/>
                  <a:ext cx="109440" cy="3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1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360957EB-2884-ADC5-A130-F6A0D3F4CC68}"/>
                    </a:ext>
                  </a:extLst>
                </p14:cNvPr>
                <p14:cNvContentPartPr/>
                <p14:nvPr/>
              </p14:nvContentPartPr>
              <p14:xfrm>
                <a:off x="9337755" y="1111357"/>
                <a:ext cx="63360" cy="10332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360957EB-2884-ADC5-A130-F6A0D3F4CC68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9329115" y="1102717"/>
                  <a:ext cx="81000" cy="12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3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D8F402E1-D8F4-AD33-EFBF-69C458B89EB0}"/>
                    </a:ext>
                  </a:extLst>
                </p14:cNvPr>
                <p14:cNvContentPartPr/>
                <p14:nvPr/>
              </p14:nvContentPartPr>
              <p14:xfrm>
                <a:off x="9572835" y="896077"/>
                <a:ext cx="144720" cy="26316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D8F402E1-D8F4-AD33-EFBF-69C458B89EB0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9564195" y="887437"/>
                  <a:ext cx="162360" cy="28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5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BFF60FDE-50DB-19BE-5B4A-B7A1F58B588C}"/>
                    </a:ext>
                  </a:extLst>
                </p14:cNvPr>
                <p14:cNvContentPartPr/>
                <p14:nvPr/>
              </p14:nvContentPartPr>
              <p14:xfrm>
                <a:off x="9519195" y="915877"/>
                <a:ext cx="204480" cy="28368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BFF60FDE-50DB-19BE-5B4A-B7A1F58B588C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9510555" y="907237"/>
                  <a:ext cx="222120" cy="301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4" name="Group 63">
            <a:extLst>
              <a:ext uri="{FF2B5EF4-FFF2-40B4-BE49-F238E27FC236}">
                <a16:creationId xmlns:a16="http://schemas.microsoft.com/office/drawing/2014/main" id="{2170FFC9-70BE-9FCD-7778-4DABE0C2E488}"/>
              </a:ext>
            </a:extLst>
          </p:cNvPr>
          <p:cNvGrpSpPr/>
          <p:nvPr/>
        </p:nvGrpSpPr>
        <p:grpSpPr>
          <a:xfrm>
            <a:off x="8616315" y="1474957"/>
            <a:ext cx="97920" cy="59400"/>
            <a:chOff x="8616315" y="1474957"/>
            <a:chExt cx="97920" cy="59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7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291630EC-DB45-9B27-4FD1-8E547D0BBEB6}"/>
                    </a:ext>
                  </a:extLst>
                </p14:cNvPr>
                <p14:cNvContentPartPr/>
                <p14:nvPr/>
              </p14:nvContentPartPr>
              <p14:xfrm>
                <a:off x="8616315" y="1524637"/>
                <a:ext cx="87480" cy="972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291630EC-DB45-9B27-4FD1-8E547D0BBEB6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8607675" y="1515997"/>
                  <a:ext cx="105120" cy="2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9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F2542590-4396-2095-5EA0-257316D9E864}"/>
                    </a:ext>
                  </a:extLst>
                </p14:cNvPr>
                <p14:cNvContentPartPr/>
                <p14:nvPr/>
              </p14:nvContentPartPr>
              <p14:xfrm>
                <a:off x="8630355" y="1474957"/>
                <a:ext cx="83880" cy="936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F2542590-4396-2095-5EA0-257316D9E864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8621355" y="1465957"/>
                  <a:ext cx="101520" cy="27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0" name="Group 69">
            <a:extLst>
              <a:ext uri="{FF2B5EF4-FFF2-40B4-BE49-F238E27FC236}">
                <a16:creationId xmlns:a16="http://schemas.microsoft.com/office/drawing/2014/main" id="{21685351-0294-2C72-21F4-349E53CEF78C}"/>
              </a:ext>
            </a:extLst>
          </p:cNvPr>
          <p:cNvGrpSpPr/>
          <p:nvPr/>
        </p:nvGrpSpPr>
        <p:grpSpPr>
          <a:xfrm>
            <a:off x="8882715" y="1374877"/>
            <a:ext cx="441720" cy="296280"/>
            <a:chOff x="8882715" y="1374877"/>
            <a:chExt cx="441720" cy="296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1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9F56865B-B3C6-C27D-9736-1F33912F2159}"/>
                    </a:ext>
                  </a:extLst>
                </p14:cNvPr>
                <p14:cNvContentPartPr/>
                <p14:nvPr/>
              </p14:nvContentPartPr>
              <p14:xfrm>
                <a:off x="8882715" y="1405837"/>
                <a:ext cx="72360" cy="13968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9F56865B-B3C6-C27D-9736-1F33912F2159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8873715" y="1396837"/>
                  <a:ext cx="90000" cy="15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3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D3DC300D-A959-C948-D6BD-1D68EF2E2FFA}"/>
                    </a:ext>
                  </a:extLst>
                </p14:cNvPr>
                <p14:cNvContentPartPr/>
                <p14:nvPr/>
              </p14:nvContentPartPr>
              <p14:xfrm>
                <a:off x="8977755" y="1516717"/>
                <a:ext cx="66600" cy="5580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D3DC300D-A959-C948-D6BD-1D68EF2E2FFA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8968755" y="1507717"/>
                  <a:ext cx="84240" cy="7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5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F15335CD-64C1-143B-F2C6-0FA7F973A9AD}"/>
                    </a:ext>
                  </a:extLst>
                </p14:cNvPr>
                <p14:cNvContentPartPr/>
                <p14:nvPr/>
              </p14:nvContentPartPr>
              <p14:xfrm>
                <a:off x="9111315" y="1428877"/>
                <a:ext cx="93240" cy="15516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F15335CD-64C1-143B-F2C6-0FA7F973A9AD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9102315" y="1420237"/>
                  <a:ext cx="110880" cy="17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7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649250CC-4BBF-BCBA-2F29-AB550E5A63FF}"/>
                    </a:ext>
                  </a:extLst>
                </p14:cNvPr>
                <p14:cNvContentPartPr/>
                <p14:nvPr/>
              </p14:nvContentPartPr>
              <p14:xfrm>
                <a:off x="9295635" y="1551637"/>
                <a:ext cx="28800" cy="119520"/>
              </p14:xfrm>
            </p:contentPart>
          </mc:Choice>
          <mc:Fallback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649250CC-4BBF-BCBA-2F29-AB550E5A63FF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9286995" y="1542637"/>
                  <a:ext cx="46440" cy="13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9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F7B73CD3-EE33-B168-151A-FC7230F2B44E}"/>
                    </a:ext>
                  </a:extLst>
                </p14:cNvPr>
                <p14:cNvContentPartPr/>
                <p14:nvPr/>
              </p14:nvContentPartPr>
              <p14:xfrm>
                <a:off x="9139755" y="1374877"/>
                <a:ext cx="153360" cy="8280"/>
              </p14:xfrm>
            </p:contentPart>
          </mc:Choice>
          <mc:Fallback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F7B73CD3-EE33-B168-151A-FC7230F2B44E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9131115" y="1366237"/>
                  <a:ext cx="171000" cy="25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9" name="Group 68">
            <a:extLst>
              <a:ext uri="{FF2B5EF4-FFF2-40B4-BE49-F238E27FC236}">
                <a16:creationId xmlns:a16="http://schemas.microsoft.com/office/drawing/2014/main" id="{A0752FAC-3B14-3931-4442-55A38BBE9EE1}"/>
              </a:ext>
            </a:extLst>
          </p:cNvPr>
          <p:cNvGrpSpPr/>
          <p:nvPr/>
        </p:nvGrpSpPr>
        <p:grpSpPr>
          <a:xfrm>
            <a:off x="9478875" y="1392517"/>
            <a:ext cx="141480" cy="175680"/>
            <a:chOff x="9478875" y="1392517"/>
            <a:chExt cx="141480" cy="175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1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5E29135E-18CC-D7E9-7F6C-0129CF462759}"/>
                    </a:ext>
                  </a:extLst>
                </p14:cNvPr>
                <p14:cNvContentPartPr/>
                <p14:nvPr/>
              </p14:nvContentPartPr>
              <p14:xfrm>
                <a:off x="9478875" y="1424917"/>
                <a:ext cx="141480" cy="104040"/>
              </p14:xfrm>
            </p:contentPart>
          </mc:Choice>
          <mc:Fallback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5E29135E-18CC-D7E9-7F6C-0129CF462759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9469875" y="1415917"/>
                  <a:ext cx="159120" cy="12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3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CD6E52FF-0BFC-C8E2-3776-D5EE19BE88F2}"/>
                    </a:ext>
                  </a:extLst>
                </p14:cNvPr>
                <p14:cNvContentPartPr/>
                <p14:nvPr/>
              </p14:nvContentPartPr>
              <p14:xfrm>
                <a:off x="9528195" y="1392517"/>
                <a:ext cx="56160" cy="175680"/>
              </p14:xfrm>
            </p:contentPart>
          </mc:Choice>
          <mc:Fallback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CD6E52FF-0BFC-C8E2-3776-D5EE19BE88F2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9519555" y="1383517"/>
                  <a:ext cx="73800" cy="193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1" name="Group 80">
            <a:extLst>
              <a:ext uri="{FF2B5EF4-FFF2-40B4-BE49-F238E27FC236}">
                <a16:creationId xmlns:a16="http://schemas.microsoft.com/office/drawing/2014/main" id="{60920C29-C385-8664-1DA2-7CE934221ACB}"/>
              </a:ext>
            </a:extLst>
          </p:cNvPr>
          <p:cNvGrpSpPr/>
          <p:nvPr/>
        </p:nvGrpSpPr>
        <p:grpSpPr>
          <a:xfrm>
            <a:off x="8596875" y="1740637"/>
            <a:ext cx="789120" cy="234360"/>
            <a:chOff x="8596875" y="1740637"/>
            <a:chExt cx="789120" cy="234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5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73CD74A1-5A6C-4816-76A8-A598CE2F068A}"/>
                    </a:ext>
                  </a:extLst>
                </p14:cNvPr>
                <p14:cNvContentPartPr/>
                <p14:nvPr/>
              </p14:nvContentPartPr>
              <p14:xfrm>
                <a:off x="8596875" y="1951237"/>
                <a:ext cx="127800" cy="360"/>
              </p14:xfrm>
            </p:contentPart>
          </mc:Choice>
          <mc:Fallback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73CD74A1-5A6C-4816-76A8-A598CE2F068A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8587875" y="1942597"/>
                  <a:ext cx="14544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7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02EA3CD4-D6C8-3035-C83E-DE329644D1E1}"/>
                    </a:ext>
                  </a:extLst>
                </p14:cNvPr>
                <p14:cNvContentPartPr/>
                <p14:nvPr/>
              </p14:nvContentPartPr>
              <p14:xfrm>
                <a:off x="8658435" y="1891837"/>
                <a:ext cx="93240" cy="2880"/>
              </p14:xfrm>
            </p:contentPart>
          </mc:Choice>
          <mc:Fallback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02EA3CD4-D6C8-3035-C83E-DE329644D1E1}"/>
                    </a:ext>
                  </a:extLst>
                </p:cNvPr>
                <p:cNvPicPr/>
                <p:nvPr/>
              </p:nvPicPr>
              <p:blipFill>
                <a:blip r:embed="rId98"/>
                <a:stretch>
                  <a:fillRect/>
                </a:stretch>
              </p:blipFill>
              <p:spPr>
                <a:xfrm>
                  <a:off x="8649435" y="1883197"/>
                  <a:ext cx="110880" cy="2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9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A48025CA-D266-0A05-CEE6-58832E091E28}"/>
                    </a:ext>
                  </a:extLst>
                </p14:cNvPr>
                <p14:cNvContentPartPr/>
                <p14:nvPr/>
              </p14:nvContentPartPr>
              <p14:xfrm>
                <a:off x="8869755" y="1793557"/>
                <a:ext cx="115920" cy="162360"/>
              </p14:xfrm>
            </p:contentPart>
          </mc:Choice>
          <mc:Fallback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A48025CA-D266-0A05-CEE6-58832E091E28}"/>
                    </a:ext>
                  </a:extLst>
                </p:cNvPr>
                <p:cNvPicPr/>
                <p:nvPr/>
              </p:nvPicPr>
              <p:blipFill>
                <a:blip r:embed="rId100"/>
                <a:stretch>
                  <a:fillRect/>
                </a:stretch>
              </p:blipFill>
              <p:spPr>
                <a:xfrm>
                  <a:off x="8861115" y="1784557"/>
                  <a:ext cx="133560" cy="18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1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5340905C-C5C4-6662-0BDA-580E2CDBA39D}"/>
                    </a:ext>
                  </a:extLst>
                </p14:cNvPr>
                <p14:cNvContentPartPr/>
                <p14:nvPr/>
              </p14:nvContentPartPr>
              <p14:xfrm>
                <a:off x="8994675" y="1902637"/>
                <a:ext cx="76680" cy="72360"/>
              </p14:xfrm>
            </p:contentPart>
          </mc:Choice>
          <mc:Fallback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5340905C-C5C4-6662-0BDA-580E2CDBA39D}"/>
                    </a:ext>
                  </a:extLst>
                </p:cNvPr>
                <p:cNvPicPr/>
                <p:nvPr/>
              </p:nvPicPr>
              <p:blipFill>
                <a:blip r:embed="rId102"/>
                <a:stretch>
                  <a:fillRect/>
                </a:stretch>
              </p:blipFill>
              <p:spPr>
                <a:xfrm>
                  <a:off x="8985675" y="1893637"/>
                  <a:ext cx="94320" cy="9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3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04E3D3B5-E0E0-5309-AC87-2D3EAB28087E}"/>
                    </a:ext>
                  </a:extLst>
                </p14:cNvPr>
                <p14:cNvContentPartPr/>
                <p14:nvPr/>
              </p14:nvContentPartPr>
              <p14:xfrm>
                <a:off x="8934195" y="1740637"/>
                <a:ext cx="180360" cy="360"/>
              </p14:xfrm>
            </p:contentPart>
          </mc:Choice>
          <mc:Fallback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04E3D3B5-E0E0-5309-AC87-2D3EAB28087E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8925555" y="1731997"/>
                  <a:ext cx="19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5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576FACE5-C417-99F4-88BD-2617C71AA397}"/>
                    </a:ext>
                  </a:extLst>
                </p14:cNvPr>
                <p14:cNvContentPartPr/>
                <p14:nvPr/>
              </p14:nvContentPartPr>
              <p14:xfrm>
                <a:off x="9190875" y="1787797"/>
                <a:ext cx="88920" cy="137520"/>
              </p14:xfrm>
            </p:contentPart>
          </mc:Choice>
          <mc:Fallback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576FACE5-C417-99F4-88BD-2617C71AA397}"/>
                    </a:ext>
                  </a:extLst>
                </p:cNvPr>
                <p:cNvPicPr/>
                <p:nvPr/>
              </p:nvPicPr>
              <p:blipFill>
                <a:blip r:embed="rId106"/>
                <a:stretch>
                  <a:fillRect/>
                </a:stretch>
              </p:blipFill>
              <p:spPr>
                <a:xfrm>
                  <a:off x="9181875" y="1779157"/>
                  <a:ext cx="106560" cy="15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7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8DC2D47B-3623-4047-E3C4-76EB79CCFEDB}"/>
                    </a:ext>
                  </a:extLst>
                </p14:cNvPr>
                <p14:cNvContentPartPr/>
                <p14:nvPr/>
              </p14:nvContentPartPr>
              <p14:xfrm>
                <a:off x="9354315" y="1875637"/>
                <a:ext cx="31680" cy="86760"/>
              </p14:xfrm>
            </p:contentPart>
          </mc:Choice>
          <mc:Fallback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8DC2D47B-3623-4047-E3C4-76EB79CCFEDB}"/>
                    </a:ext>
                  </a:extLst>
                </p:cNvPr>
                <p:cNvPicPr/>
                <p:nvPr/>
              </p:nvPicPr>
              <p:blipFill>
                <a:blip r:embed="rId108"/>
                <a:stretch>
                  <a:fillRect/>
                </a:stretch>
              </p:blipFill>
              <p:spPr>
                <a:xfrm>
                  <a:off x="9345315" y="1866997"/>
                  <a:ext cx="49320" cy="104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0" name="Group 79">
            <a:extLst>
              <a:ext uri="{FF2B5EF4-FFF2-40B4-BE49-F238E27FC236}">
                <a16:creationId xmlns:a16="http://schemas.microsoft.com/office/drawing/2014/main" id="{59091EAF-CA40-C752-7A2B-90CC3504B16C}"/>
              </a:ext>
            </a:extLst>
          </p:cNvPr>
          <p:cNvGrpSpPr/>
          <p:nvPr/>
        </p:nvGrpSpPr>
        <p:grpSpPr>
          <a:xfrm>
            <a:off x="9552315" y="1763677"/>
            <a:ext cx="169200" cy="256680"/>
            <a:chOff x="9552315" y="1763677"/>
            <a:chExt cx="169200" cy="256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9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B63B17CC-031B-00C8-98C7-8C891EA9C9B4}"/>
                    </a:ext>
                  </a:extLst>
                </p14:cNvPr>
                <p14:cNvContentPartPr/>
                <p14:nvPr/>
              </p14:nvContentPartPr>
              <p14:xfrm>
                <a:off x="9567435" y="1789237"/>
                <a:ext cx="154080" cy="96120"/>
              </p14:xfrm>
            </p:contentPart>
          </mc:Choice>
          <mc:Fallback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B63B17CC-031B-00C8-98C7-8C891EA9C9B4}"/>
                    </a:ext>
                  </a:extLst>
                </p:cNvPr>
                <p:cNvPicPr/>
                <p:nvPr/>
              </p:nvPicPr>
              <p:blipFill>
                <a:blip r:embed="rId110"/>
                <a:stretch>
                  <a:fillRect/>
                </a:stretch>
              </p:blipFill>
              <p:spPr>
                <a:xfrm>
                  <a:off x="9558435" y="1780597"/>
                  <a:ext cx="171720" cy="11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1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325D8874-B6B0-E9F3-A041-FD87E1A5735D}"/>
                    </a:ext>
                  </a:extLst>
                </p14:cNvPr>
                <p14:cNvContentPartPr/>
                <p14:nvPr/>
              </p14:nvContentPartPr>
              <p14:xfrm>
                <a:off x="9552315" y="1763677"/>
                <a:ext cx="144360" cy="256680"/>
              </p14:xfrm>
            </p:contentPart>
          </mc:Choice>
          <mc:Fallback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325D8874-B6B0-E9F3-A041-FD87E1A5735D}"/>
                    </a:ext>
                  </a:extLst>
                </p:cNvPr>
                <p:cNvPicPr/>
                <p:nvPr/>
              </p:nvPicPr>
              <p:blipFill>
                <a:blip r:embed="rId112"/>
                <a:stretch>
                  <a:fillRect/>
                </a:stretch>
              </p:blipFill>
              <p:spPr>
                <a:xfrm>
                  <a:off x="9543315" y="1755037"/>
                  <a:ext cx="162000" cy="274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1" name="Group 90">
            <a:extLst>
              <a:ext uri="{FF2B5EF4-FFF2-40B4-BE49-F238E27FC236}">
                <a16:creationId xmlns:a16="http://schemas.microsoft.com/office/drawing/2014/main" id="{045FDE71-7D28-D8ED-2399-A96642ACCC21}"/>
              </a:ext>
            </a:extLst>
          </p:cNvPr>
          <p:cNvGrpSpPr/>
          <p:nvPr/>
        </p:nvGrpSpPr>
        <p:grpSpPr>
          <a:xfrm>
            <a:off x="8626755" y="2180917"/>
            <a:ext cx="102600" cy="96120"/>
            <a:chOff x="8626755" y="2180917"/>
            <a:chExt cx="102600" cy="96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3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4D5AEB26-D3D8-A05E-983A-DA8BC9957D9B}"/>
                    </a:ext>
                  </a:extLst>
                </p14:cNvPr>
                <p14:cNvContentPartPr/>
                <p14:nvPr/>
              </p14:nvContentPartPr>
              <p14:xfrm>
                <a:off x="8626755" y="2268397"/>
                <a:ext cx="99000" cy="8280"/>
              </p14:xfrm>
            </p:contentPart>
          </mc:Choice>
          <mc:Fallback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4D5AEB26-D3D8-A05E-983A-DA8BC9957D9B}"/>
                    </a:ext>
                  </a:extLst>
                </p:cNvPr>
                <p:cNvPicPr/>
                <p:nvPr/>
              </p:nvPicPr>
              <p:blipFill>
                <a:blip r:embed="rId114"/>
                <a:stretch>
                  <a:fillRect/>
                </a:stretch>
              </p:blipFill>
              <p:spPr>
                <a:xfrm>
                  <a:off x="8618115" y="2259757"/>
                  <a:ext cx="116640" cy="2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5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1DCC2496-DC7D-284A-EA97-53B44B219B6A}"/>
                    </a:ext>
                  </a:extLst>
                </p14:cNvPr>
                <p14:cNvContentPartPr/>
                <p14:nvPr/>
              </p14:nvContentPartPr>
              <p14:xfrm>
                <a:off x="8632875" y="2180917"/>
                <a:ext cx="96480" cy="96120"/>
              </p14:xfrm>
            </p:contentPart>
          </mc:Choice>
          <mc:Fallback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1DCC2496-DC7D-284A-EA97-53B44B219B6A}"/>
                    </a:ext>
                  </a:extLst>
                </p:cNvPr>
                <p:cNvPicPr/>
                <p:nvPr/>
              </p:nvPicPr>
              <p:blipFill>
                <a:blip r:embed="rId116"/>
                <a:stretch>
                  <a:fillRect/>
                </a:stretch>
              </p:blipFill>
              <p:spPr>
                <a:xfrm>
                  <a:off x="8623875" y="2171917"/>
                  <a:ext cx="114120" cy="113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0" name="Group 89">
            <a:extLst>
              <a:ext uri="{FF2B5EF4-FFF2-40B4-BE49-F238E27FC236}">
                <a16:creationId xmlns:a16="http://schemas.microsoft.com/office/drawing/2014/main" id="{D60714F0-AC79-3D20-FAF5-562B91AEFC39}"/>
              </a:ext>
            </a:extLst>
          </p:cNvPr>
          <p:cNvGrpSpPr/>
          <p:nvPr/>
        </p:nvGrpSpPr>
        <p:grpSpPr>
          <a:xfrm>
            <a:off x="8995755" y="2112517"/>
            <a:ext cx="667800" cy="272520"/>
            <a:chOff x="8995755" y="2112517"/>
            <a:chExt cx="667800" cy="272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7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E126DF1F-8D95-E321-FD38-01C2A8541670}"/>
                    </a:ext>
                  </a:extLst>
                </p14:cNvPr>
                <p14:cNvContentPartPr/>
                <p14:nvPr/>
              </p14:nvContentPartPr>
              <p14:xfrm>
                <a:off x="8995755" y="2112517"/>
                <a:ext cx="76680" cy="174240"/>
              </p14:xfrm>
            </p:contentPart>
          </mc:Choice>
          <mc:Fallback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E126DF1F-8D95-E321-FD38-01C2A8541670}"/>
                    </a:ext>
                  </a:extLst>
                </p:cNvPr>
                <p:cNvPicPr/>
                <p:nvPr/>
              </p:nvPicPr>
              <p:blipFill>
                <a:blip r:embed="rId118"/>
                <a:stretch>
                  <a:fillRect/>
                </a:stretch>
              </p:blipFill>
              <p:spPr>
                <a:xfrm>
                  <a:off x="8987115" y="2103517"/>
                  <a:ext cx="94320" cy="19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9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4EF98C7A-C6D0-D525-1F79-96CABBB02C6D}"/>
                    </a:ext>
                  </a:extLst>
                </p14:cNvPr>
                <p14:cNvContentPartPr/>
                <p14:nvPr/>
              </p14:nvContentPartPr>
              <p14:xfrm>
                <a:off x="9106275" y="2234917"/>
                <a:ext cx="61920" cy="80280"/>
              </p14:xfrm>
            </p:contentPart>
          </mc:Choice>
          <mc:Fallback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4EF98C7A-C6D0-D525-1F79-96CABBB02C6D}"/>
                    </a:ext>
                  </a:extLst>
                </p:cNvPr>
                <p:cNvPicPr/>
                <p:nvPr/>
              </p:nvPicPr>
              <p:blipFill>
                <a:blip r:embed="rId120"/>
                <a:stretch>
                  <a:fillRect/>
                </a:stretch>
              </p:blipFill>
              <p:spPr>
                <a:xfrm>
                  <a:off x="9097275" y="2225917"/>
                  <a:ext cx="79560" cy="9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1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DF87DC1D-22D8-49F1-0AC0-0C049F3069A9}"/>
                    </a:ext>
                  </a:extLst>
                </p14:cNvPr>
                <p14:cNvContentPartPr/>
                <p14:nvPr/>
              </p14:nvContentPartPr>
              <p14:xfrm>
                <a:off x="9265755" y="2135197"/>
                <a:ext cx="76680" cy="157680"/>
              </p14:xfrm>
            </p:contentPart>
          </mc:Choice>
          <mc:Fallback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DF87DC1D-22D8-49F1-0AC0-0C049F3069A9}"/>
                    </a:ext>
                  </a:extLst>
                </p:cNvPr>
                <p:cNvPicPr/>
                <p:nvPr/>
              </p:nvPicPr>
              <p:blipFill>
                <a:blip r:embed="rId122"/>
                <a:stretch>
                  <a:fillRect/>
                </a:stretch>
              </p:blipFill>
              <p:spPr>
                <a:xfrm>
                  <a:off x="9257115" y="2126557"/>
                  <a:ext cx="94320" cy="17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3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684E94A8-487C-C12F-7CD3-4652CE35E9C8}"/>
                    </a:ext>
                  </a:extLst>
                </p14:cNvPr>
                <p14:cNvContentPartPr/>
                <p14:nvPr/>
              </p14:nvContentPartPr>
              <p14:xfrm>
                <a:off x="9397875" y="2226637"/>
                <a:ext cx="10800" cy="101520"/>
              </p14:xfrm>
            </p:contentPart>
          </mc:Choice>
          <mc:Fallback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684E94A8-487C-C12F-7CD3-4652CE35E9C8}"/>
                    </a:ext>
                  </a:extLst>
                </p:cNvPr>
                <p:cNvPicPr/>
                <p:nvPr/>
              </p:nvPicPr>
              <p:blipFill>
                <a:blip r:embed="rId124"/>
                <a:stretch>
                  <a:fillRect/>
                </a:stretch>
              </p:blipFill>
              <p:spPr>
                <a:xfrm>
                  <a:off x="9388875" y="2217997"/>
                  <a:ext cx="28440" cy="11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5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4E02EF30-85F1-7C50-2E1E-C318145FDA50}"/>
                    </a:ext>
                  </a:extLst>
                </p14:cNvPr>
                <p14:cNvContentPartPr/>
                <p14:nvPr/>
              </p14:nvContentPartPr>
              <p14:xfrm>
                <a:off x="9519195" y="2143117"/>
                <a:ext cx="143280" cy="154080"/>
              </p14:xfrm>
            </p:contentPart>
          </mc:Choice>
          <mc:Fallback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4E02EF30-85F1-7C50-2E1E-C318145FDA50}"/>
                    </a:ext>
                  </a:extLst>
                </p:cNvPr>
                <p:cNvPicPr/>
                <p:nvPr/>
              </p:nvPicPr>
              <p:blipFill>
                <a:blip r:embed="rId126"/>
                <a:stretch>
                  <a:fillRect/>
                </a:stretch>
              </p:blipFill>
              <p:spPr>
                <a:xfrm>
                  <a:off x="9510555" y="2134117"/>
                  <a:ext cx="160920" cy="17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7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2A95214B-9E9B-7E37-EC62-F0CE24AA1A39}"/>
                    </a:ext>
                  </a:extLst>
                </p14:cNvPr>
                <p14:cNvContentPartPr/>
                <p14:nvPr/>
              </p14:nvContentPartPr>
              <p14:xfrm>
                <a:off x="9502635" y="2121517"/>
                <a:ext cx="160920" cy="263520"/>
              </p14:xfrm>
            </p:contentPart>
          </mc:Choice>
          <mc:Fallback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2A95214B-9E9B-7E37-EC62-F0CE24AA1A39}"/>
                    </a:ext>
                  </a:extLst>
                </p:cNvPr>
                <p:cNvPicPr/>
                <p:nvPr/>
              </p:nvPicPr>
              <p:blipFill>
                <a:blip r:embed="rId128"/>
                <a:stretch>
                  <a:fillRect/>
                </a:stretch>
              </p:blipFill>
              <p:spPr>
                <a:xfrm>
                  <a:off x="9493995" y="2112517"/>
                  <a:ext cx="178560" cy="28116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07740076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E98A8073-65E8-7616-AE07-D0C6ECFE8E91}"/>
              </a:ext>
            </a:extLst>
          </p:cNvPr>
          <p:cNvGrpSpPr/>
          <p:nvPr/>
        </p:nvGrpSpPr>
        <p:grpSpPr>
          <a:xfrm>
            <a:off x="329115" y="459757"/>
            <a:ext cx="489240" cy="329760"/>
            <a:chOff x="329115" y="459757"/>
            <a:chExt cx="489240" cy="329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90DAE0DF-F07F-09B2-40BA-FE266BF66D0F}"/>
                    </a:ext>
                  </a:extLst>
                </p14:cNvPr>
                <p14:cNvContentPartPr/>
                <p14:nvPr/>
              </p14:nvContentPartPr>
              <p14:xfrm>
                <a:off x="331995" y="459757"/>
                <a:ext cx="25920" cy="329760"/>
              </p14:xfrm>
            </p:contentPart>
          </mc:Choice>
          <mc:Fallback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90DAE0DF-F07F-09B2-40BA-FE266BF66D0F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323355" y="450757"/>
                  <a:ext cx="43560" cy="34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CD84E624-83B6-09BC-3A30-B76718D55B58}"/>
                    </a:ext>
                  </a:extLst>
                </p14:cNvPr>
                <p14:cNvContentPartPr/>
                <p14:nvPr/>
              </p14:nvContentPartPr>
              <p14:xfrm>
                <a:off x="339555" y="489277"/>
                <a:ext cx="201240" cy="4680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CD84E624-83B6-09BC-3A30-B76718D55B58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330915" y="480637"/>
                  <a:ext cx="218880" cy="2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A495217E-9497-307C-81B0-FE5949BD0FD9}"/>
                    </a:ext>
                  </a:extLst>
                </p14:cNvPr>
                <p14:cNvContentPartPr/>
                <p14:nvPr/>
              </p14:nvContentPartPr>
              <p14:xfrm>
                <a:off x="329115" y="628597"/>
                <a:ext cx="150480" cy="1512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A495217E-9497-307C-81B0-FE5949BD0FD9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320475" y="619597"/>
                  <a:ext cx="168120" cy="3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3DF6CE91-546F-3118-89E2-D0A18830C681}"/>
                    </a:ext>
                  </a:extLst>
                </p14:cNvPr>
                <p14:cNvContentPartPr/>
                <p14:nvPr/>
              </p14:nvContentPartPr>
              <p14:xfrm>
                <a:off x="660675" y="658117"/>
                <a:ext cx="141480" cy="36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3DF6CE91-546F-3118-89E2-D0A18830C681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651675" y="649477"/>
                  <a:ext cx="15912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7998D1A6-C090-5E14-4441-7616FEC3F6D9}"/>
                    </a:ext>
                  </a:extLst>
                </p14:cNvPr>
                <p14:cNvContentPartPr/>
                <p14:nvPr/>
              </p14:nvContentPartPr>
              <p14:xfrm>
                <a:off x="662115" y="747397"/>
                <a:ext cx="156240" cy="1368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7998D1A6-C090-5E14-4441-7616FEC3F6D9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653475" y="738397"/>
                  <a:ext cx="173880" cy="31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8C6A3238-AF1D-CB1C-77D3-E3BF9ACC877B}"/>
              </a:ext>
            </a:extLst>
          </p:cNvPr>
          <p:cNvGrpSpPr/>
          <p:nvPr/>
        </p:nvGrpSpPr>
        <p:grpSpPr>
          <a:xfrm>
            <a:off x="1039755" y="464077"/>
            <a:ext cx="845640" cy="445320"/>
            <a:chOff x="1039755" y="464077"/>
            <a:chExt cx="845640" cy="445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3F28B1B8-0619-DEA2-4AA1-65AAEF835B85}"/>
                    </a:ext>
                  </a:extLst>
                </p14:cNvPr>
                <p14:cNvContentPartPr/>
                <p14:nvPr/>
              </p14:nvContentPartPr>
              <p14:xfrm>
                <a:off x="1039755" y="474157"/>
                <a:ext cx="257040" cy="12528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3F28B1B8-0619-DEA2-4AA1-65AAEF835B85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1031115" y="465517"/>
                  <a:ext cx="274680" cy="14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CE19E611-9F47-0E96-7EFB-0668CB2C3B9E}"/>
                    </a:ext>
                  </a:extLst>
                </p14:cNvPr>
                <p14:cNvContentPartPr/>
                <p14:nvPr/>
              </p14:nvContentPartPr>
              <p14:xfrm>
                <a:off x="1121115" y="617797"/>
                <a:ext cx="19800" cy="24048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CE19E611-9F47-0E96-7EFB-0668CB2C3B9E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1112115" y="608797"/>
                  <a:ext cx="37440" cy="25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544CE76A-5B3D-09C8-6324-E034EEDD0E84}"/>
                    </a:ext>
                  </a:extLst>
                </p14:cNvPr>
                <p14:cNvContentPartPr/>
                <p14:nvPr/>
              </p14:nvContentPartPr>
              <p14:xfrm>
                <a:off x="1338555" y="706357"/>
                <a:ext cx="48240" cy="20304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544CE76A-5B3D-09C8-6324-E034EEDD0E84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1329915" y="697357"/>
                  <a:ext cx="65880" cy="22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CD85B6DD-E10E-9FEE-A5D7-C9490639EF4A}"/>
                    </a:ext>
                  </a:extLst>
                </p14:cNvPr>
                <p14:cNvContentPartPr/>
                <p14:nvPr/>
              </p14:nvContentPartPr>
              <p14:xfrm>
                <a:off x="1632675" y="605557"/>
                <a:ext cx="166680" cy="4104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CD85B6DD-E10E-9FEE-A5D7-C9490639EF4A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1623675" y="596557"/>
                  <a:ext cx="184320" cy="5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28E1A94D-E6AF-7597-5CFB-72D505A71EF4}"/>
                    </a:ext>
                  </a:extLst>
                </p14:cNvPr>
                <p14:cNvContentPartPr/>
                <p14:nvPr/>
              </p14:nvContentPartPr>
              <p14:xfrm>
                <a:off x="1705035" y="546157"/>
                <a:ext cx="6120" cy="17028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28E1A94D-E6AF-7597-5CFB-72D505A71EF4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1696035" y="537157"/>
                  <a:ext cx="23760" cy="18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7330D442-47F0-3BA7-B7E3-55C7F3703195}"/>
                    </a:ext>
                  </a:extLst>
                </p14:cNvPr>
                <p14:cNvContentPartPr/>
                <p14:nvPr/>
              </p14:nvContentPartPr>
              <p14:xfrm>
                <a:off x="1539435" y="464077"/>
                <a:ext cx="345960" cy="38304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7330D442-47F0-3BA7-B7E3-55C7F3703195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1530795" y="455437"/>
                  <a:ext cx="363600" cy="400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DD5E0485-BF40-3319-8511-0AD22FD2DDBD}"/>
              </a:ext>
            </a:extLst>
          </p:cNvPr>
          <p:cNvGrpSpPr/>
          <p:nvPr/>
        </p:nvGrpSpPr>
        <p:grpSpPr>
          <a:xfrm>
            <a:off x="2136675" y="451477"/>
            <a:ext cx="458640" cy="414720"/>
            <a:chOff x="2136675" y="451477"/>
            <a:chExt cx="458640" cy="414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CAA1A0D0-F342-D32E-E1EF-E4E4F90EB2D0}"/>
                    </a:ext>
                  </a:extLst>
                </p14:cNvPr>
                <p14:cNvContentPartPr/>
                <p14:nvPr/>
              </p14:nvContentPartPr>
              <p14:xfrm>
                <a:off x="2136675" y="451477"/>
                <a:ext cx="230760" cy="12528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CAA1A0D0-F342-D32E-E1EF-E4E4F90EB2D0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2127675" y="442837"/>
                  <a:ext cx="248400" cy="14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B17ED87F-3228-BDD7-D624-09B765E94BA6}"/>
                    </a:ext>
                  </a:extLst>
                </p14:cNvPr>
                <p14:cNvContentPartPr/>
                <p14:nvPr/>
              </p14:nvContentPartPr>
              <p14:xfrm>
                <a:off x="2243595" y="559477"/>
                <a:ext cx="23760" cy="22320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B17ED87F-3228-BDD7-D624-09B765E94BA6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2234955" y="550837"/>
                  <a:ext cx="41400" cy="24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63109C73-07D6-219F-A928-43A94874901F}"/>
                    </a:ext>
                  </a:extLst>
                </p14:cNvPr>
                <p14:cNvContentPartPr/>
                <p14:nvPr/>
              </p14:nvContentPartPr>
              <p14:xfrm>
                <a:off x="2408115" y="716077"/>
                <a:ext cx="187200" cy="15012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63109C73-07D6-219F-A928-43A94874901F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2399115" y="707437"/>
                  <a:ext cx="204840" cy="167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312FA911-1BCD-5585-588D-256705E8D001}"/>
              </a:ext>
            </a:extLst>
          </p:cNvPr>
          <p:cNvGrpSpPr/>
          <p:nvPr/>
        </p:nvGrpSpPr>
        <p:grpSpPr>
          <a:xfrm>
            <a:off x="3084555" y="492157"/>
            <a:ext cx="454320" cy="237960"/>
            <a:chOff x="3084555" y="492157"/>
            <a:chExt cx="454320" cy="237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252A445D-D4D4-B1EB-6A82-A7F2007174FC}"/>
                    </a:ext>
                  </a:extLst>
                </p14:cNvPr>
                <p14:cNvContentPartPr/>
                <p14:nvPr/>
              </p14:nvContentPartPr>
              <p14:xfrm>
                <a:off x="3084555" y="602677"/>
                <a:ext cx="411480" cy="3528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252A445D-D4D4-B1EB-6A82-A7F2007174FC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3075555" y="594037"/>
                  <a:ext cx="429120" cy="5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2FFE0D97-0EA5-1DE1-D2F0-727153CB97B0}"/>
                    </a:ext>
                  </a:extLst>
                </p14:cNvPr>
                <p14:cNvContentPartPr/>
                <p14:nvPr/>
              </p14:nvContentPartPr>
              <p14:xfrm>
                <a:off x="3412155" y="492157"/>
                <a:ext cx="126720" cy="23796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2FFE0D97-0EA5-1DE1-D2F0-727153CB97B0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3403155" y="483157"/>
                  <a:ext cx="144360" cy="255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698F5EE0-C8B4-8BB3-454B-950BA6350AE1}"/>
              </a:ext>
            </a:extLst>
          </p:cNvPr>
          <p:cNvGrpSpPr/>
          <p:nvPr/>
        </p:nvGrpSpPr>
        <p:grpSpPr>
          <a:xfrm>
            <a:off x="4066995" y="273277"/>
            <a:ext cx="382680" cy="592920"/>
            <a:chOff x="4066995" y="273277"/>
            <a:chExt cx="382680" cy="592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78B6F16C-E32A-8FDF-D4E2-5303A5FD37BE}"/>
                    </a:ext>
                  </a:extLst>
                </p14:cNvPr>
                <p14:cNvContentPartPr/>
                <p14:nvPr/>
              </p14:nvContentPartPr>
              <p14:xfrm>
                <a:off x="4066995" y="273277"/>
                <a:ext cx="316800" cy="14220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78B6F16C-E32A-8FDF-D4E2-5303A5FD37BE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4058355" y="264637"/>
                  <a:ext cx="334440" cy="15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3499159E-5652-FD5C-0752-A351BFAAA05A}"/>
                    </a:ext>
                  </a:extLst>
                </p14:cNvPr>
                <p14:cNvContentPartPr/>
                <p14:nvPr/>
              </p14:nvContentPartPr>
              <p14:xfrm>
                <a:off x="4199115" y="419077"/>
                <a:ext cx="14040" cy="29340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3499159E-5652-FD5C-0752-A351BFAAA05A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4190115" y="410437"/>
                  <a:ext cx="31680" cy="31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1CA5AACE-E40B-CCE2-FC6E-198194F842B5}"/>
                    </a:ext>
                  </a:extLst>
                </p14:cNvPr>
                <p14:cNvContentPartPr/>
                <p14:nvPr/>
              </p14:nvContentPartPr>
              <p14:xfrm>
                <a:off x="4430235" y="678997"/>
                <a:ext cx="19440" cy="18720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1CA5AACE-E40B-CCE2-FC6E-198194F842B5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4421595" y="670357"/>
                  <a:ext cx="37080" cy="204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A5DB3EBB-B0F5-F296-AFF1-214EB67480D0}"/>
              </a:ext>
            </a:extLst>
          </p:cNvPr>
          <p:cNvGrpSpPr/>
          <p:nvPr/>
        </p:nvGrpSpPr>
        <p:grpSpPr>
          <a:xfrm>
            <a:off x="4696995" y="571717"/>
            <a:ext cx="172800" cy="80640"/>
            <a:chOff x="4696995" y="571717"/>
            <a:chExt cx="172800" cy="80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8B42A222-3929-3669-E5F7-7748F974A7CF}"/>
                    </a:ext>
                  </a:extLst>
                </p14:cNvPr>
                <p14:cNvContentPartPr/>
                <p14:nvPr/>
              </p14:nvContentPartPr>
              <p14:xfrm>
                <a:off x="4703115" y="632557"/>
                <a:ext cx="135720" cy="1980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8B42A222-3929-3669-E5F7-7748F974A7CF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4694115" y="623557"/>
                  <a:ext cx="153360" cy="3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CA8B7782-53A4-F960-4151-FF0805A82E32}"/>
                    </a:ext>
                  </a:extLst>
                </p14:cNvPr>
                <p14:cNvContentPartPr/>
                <p14:nvPr/>
              </p14:nvContentPartPr>
              <p14:xfrm>
                <a:off x="4696995" y="571717"/>
                <a:ext cx="172800" cy="2052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CA8B7782-53A4-F960-4151-FF0805A82E32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4687995" y="563077"/>
                  <a:ext cx="190440" cy="38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267E10B3-F235-F248-CD86-5A3222710239}"/>
              </a:ext>
            </a:extLst>
          </p:cNvPr>
          <p:cNvGrpSpPr/>
          <p:nvPr/>
        </p:nvGrpSpPr>
        <p:grpSpPr>
          <a:xfrm>
            <a:off x="5126115" y="278677"/>
            <a:ext cx="885240" cy="694440"/>
            <a:chOff x="5126115" y="278677"/>
            <a:chExt cx="885240" cy="694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F918A104-189A-CA48-0639-CC3FEAFB3A07}"/>
                    </a:ext>
                  </a:extLst>
                </p14:cNvPr>
                <p14:cNvContentPartPr/>
                <p14:nvPr/>
              </p14:nvContentPartPr>
              <p14:xfrm>
                <a:off x="5128995" y="383437"/>
                <a:ext cx="167040" cy="44136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F918A104-189A-CA48-0639-CC3FEAFB3A07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5119995" y="374437"/>
                  <a:ext cx="184680" cy="45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92CD3A3A-1FC3-8D67-9814-BC7BE7E90A1C}"/>
                    </a:ext>
                  </a:extLst>
                </p14:cNvPr>
                <p14:cNvContentPartPr/>
                <p14:nvPr/>
              </p14:nvContentPartPr>
              <p14:xfrm>
                <a:off x="5389995" y="744517"/>
                <a:ext cx="40680" cy="22860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92CD3A3A-1FC3-8D67-9814-BC7BE7E90A1C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5380995" y="735877"/>
                  <a:ext cx="58320" cy="24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D1F4EFD3-49EA-397A-AABF-ED4C2CA8585D}"/>
                    </a:ext>
                  </a:extLst>
                </p14:cNvPr>
                <p14:cNvContentPartPr/>
                <p14:nvPr/>
              </p14:nvContentPartPr>
              <p14:xfrm>
                <a:off x="5126115" y="278677"/>
                <a:ext cx="286920" cy="4068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D1F4EFD3-49EA-397A-AABF-ED4C2CA8585D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5117115" y="270037"/>
                  <a:ext cx="304560" cy="5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BFE1379E-C29A-52FB-0F56-A9FBCEEA9965}"/>
                    </a:ext>
                  </a:extLst>
                </p14:cNvPr>
                <p14:cNvContentPartPr/>
                <p14:nvPr/>
              </p14:nvContentPartPr>
              <p14:xfrm>
                <a:off x="5607435" y="363277"/>
                <a:ext cx="177480" cy="48312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BFE1379E-C29A-52FB-0F56-A9FBCEEA9965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5598435" y="354277"/>
                  <a:ext cx="195120" cy="50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74642751-B97A-5098-EE63-6A9B22792506}"/>
                    </a:ext>
                  </a:extLst>
                </p14:cNvPr>
                <p14:cNvContentPartPr/>
                <p14:nvPr/>
              </p14:nvContentPartPr>
              <p14:xfrm>
                <a:off x="5907675" y="764677"/>
                <a:ext cx="103680" cy="15948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74642751-B97A-5098-EE63-6A9B22792506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5899035" y="755677"/>
                  <a:ext cx="121320" cy="177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D38C2852-A8D2-451A-F76F-3CAD5F8E717A}"/>
              </a:ext>
            </a:extLst>
          </p:cNvPr>
          <p:cNvGrpSpPr/>
          <p:nvPr/>
        </p:nvGrpSpPr>
        <p:grpSpPr>
          <a:xfrm>
            <a:off x="6217995" y="356077"/>
            <a:ext cx="337680" cy="390240"/>
            <a:chOff x="6217995" y="356077"/>
            <a:chExt cx="337680" cy="390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DFEDEB2A-CC2C-BBF7-5EB6-FF2F82BF197C}"/>
                    </a:ext>
                  </a:extLst>
                </p14:cNvPr>
                <p14:cNvContentPartPr/>
                <p14:nvPr/>
              </p14:nvContentPartPr>
              <p14:xfrm>
                <a:off x="6217995" y="380197"/>
                <a:ext cx="130680" cy="36612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DFEDEB2A-CC2C-BBF7-5EB6-FF2F82BF197C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6208995" y="371197"/>
                  <a:ext cx="148320" cy="38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5395854C-3543-F1A0-CBFF-DC6F535CB929}"/>
                    </a:ext>
                  </a:extLst>
                </p14:cNvPr>
                <p14:cNvContentPartPr/>
                <p14:nvPr/>
              </p14:nvContentPartPr>
              <p14:xfrm>
                <a:off x="6379995" y="356077"/>
                <a:ext cx="175680" cy="38052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5395854C-3543-F1A0-CBFF-DC6F535CB929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6370995" y="347437"/>
                  <a:ext cx="193320" cy="39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82BB502C-3FC4-C46A-3AE3-316423ADBC86}"/>
                    </a:ext>
                  </a:extLst>
                </p14:cNvPr>
                <p14:cNvContentPartPr/>
                <p14:nvPr/>
              </p14:nvContentPartPr>
              <p14:xfrm>
                <a:off x="6277755" y="604117"/>
                <a:ext cx="270360" cy="4608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82BB502C-3FC4-C46A-3AE3-316423ADBC86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6269115" y="595477"/>
                  <a:ext cx="288000" cy="63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54F3F331-0E0A-B635-4D76-FA1CDCCFDCC2}"/>
              </a:ext>
            </a:extLst>
          </p:cNvPr>
          <p:cNvGrpSpPr/>
          <p:nvPr/>
        </p:nvGrpSpPr>
        <p:grpSpPr>
          <a:xfrm>
            <a:off x="4078875" y="1213237"/>
            <a:ext cx="671040" cy="533520"/>
            <a:chOff x="4078875" y="1213237"/>
            <a:chExt cx="671040" cy="533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D15D142A-6BAE-B99C-1CBB-1EB8C5256972}"/>
                    </a:ext>
                  </a:extLst>
                </p14:cNvPr>
                <p14:cNvContentPartPr/>
                <p14:nvPr/>
              </p14:nvContentPartPr>
              <p14:xfrm>
                <a:off x="4078875" y="1213237"/>
                <a:ext cx="266040" cy="16668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D15D142A-6BAE-B99C-1CBB-1EB8C5256972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4069875" y="1204237"/>
                  <a:ext cx="283680" cy="18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3FAC0B94-8A96-3835-2A5D-E226C8778C49}"/>
                    </a:ext>
                  </a:extLst>
                </p14:cNvPr>
                <p14:cNvContentPartPr/>
                <p14:nvPr/>
              </p14:nvContentPartPr>
              <p14:xfrm>
                <a:off x="4251315" y="1380277"/>
                <a:ext cx="19800" cy="28980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3FAC0B94-8A96-3835-2A5D-E226C8778C49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4242675" y="1371637"/>
                  <a:ext cx="37440" cy="30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725AA527-6702-1BB4-86A9-416B022986B8}"/>
                    </a:ext>
                  </a:extLst>
                </p14:cNvPr>
                <p14:cNvContentPartPr/>
                <p14:nvPr/>
              </p14:nvContentPartPr>
              <p14:xfrm>
                <a:off x="4524555" y="1553077"/>
                <a:ext cx="225360" cy="19368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725AA527-6702-1BB4-86A9-416B022986B8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4515555" y="1544077"/>
                  <a:ext cx="243000" cy="211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96895501-A859-6B20-18AC-2FBF51DE72A9}"/>
              </a:ext>
            </a:extLst>
          </p:cNvPr>
          <p:cNvGrpSpPr/>
          <p:nvPr/>
        </p:nvGrpSpPr>
        <p:grpSpPr>
          <a:xfrm>
            <a:off x="4974555" y="1450477"/>
            <a:ext cx="214920" cy="114840"/>
            <a:chOff x="4974555" y="1450477"/>
            <a:chExt cx="214920" cy="114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D266B477-CF2A-352B-178B-2902EA431F00}"/>
                    </a:ext>
                  </a:extLst>
                </p14:cNvPr>
                <p14:cNvContentPartPr/>
                <p14:nvPr/>
              </p14:nvContentPartPr>
              <p14:xfrm>
                <a:off x="5036115" y="1546237"/>
                <a:ext cx="121680" cy="1908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D266B477-CF2A-352B-178B-2902EA431F00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5027115" y="1537597"/>
                  <a:ext cx="139320" cy="3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E1D9EA1D-EED9-7393-7A34-B504689FFEC9}"/>
                    </a:ext>
                  </a:extLst>
                </p14:cNvPr>
                <p14:cNvContentPartPr/>
                <p14:nvPr/>
              </p14:nvContentPartPr>
              <p14:xfrm>
                <a:off x="4974555" y="1450477"/>
                <a:ext cx="214920" cy="432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E1D9EA1D-EED9-7393-7A34-B504689FFEC9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4965555" y="1441837"/>
                  <a:ext cx="232560" cy="21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7" name="Group 56">
            <a:extLst>
              <a:ext uri="{FF2B5EF4-FFF2-40B4-BE49-F238E27FC236}">
                <a16:creationId xmlns:a16="http://schemas.microsoft.com/office/drawing/2014/main" id="{6E23253E-94B0-2C68-22F0-AFB8CD175CE5}"/>
              </a:ext>
            </a:extLst>
          </p:cNvPr>
          <p:cNvGrpSpPr/>
          <p:nvPr/>
        </p:nvGrpSpPr>
        <p:grpSpPr>
          <a:xfrm>
            <a:off x="5389995" y="1249237"/>
            <a:ext cx="1256760" cy="539280"/>
            <a:chOff x="5389995" y="1249237"/>
            <a:chExt cx="1256760" cy="539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963F00B4-E6BD-9C92-E60D-66280F0FA144}"/>
                    </a:ext>
                  </a:extLst>
                </p14:cNvPr>
                <p14:cNvContentPartPr/>
                <p14:nvPr/>
              </p14:nvContentPartPr>
              <p14:xfrm>
                <a:off x="5389995" y="1312237"/>
                <a:ext cx="139680" cy="33156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963F00B4-E6BD-9C92-E60D-66280F0FA144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5380995" y="1303237"/>
                  <a:ext cx="157320" cy="34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690C592D-02CD-D775-6F7C-49D4020340BA}"/>
                    </a:ext>
                  </a:extLst>
                </p14:cNvPr>
                <p14:cNvContentPartPr/>
                <p14:nvPr/>
              </p14:nvContentPartPr>
              <p14:xfrm>
                <a:off x="5631555" y="1597717"/>
                <a:ext cx="27360" cy="19080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690C592D-02CD-D775-6F7C-49D4020340BA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5622555" y="1588717"/>
                  <a:ext cx="45000" cy="20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129D7949-6780-447E-3450-8FD90CCC613C}"/>
                    </a:ext>
                  </a:extLst>
                </p14:cNvPr>
                <p14:cNvContentPartPr/>
                <p14:nvPr/>
              </p14:nvContentPartPr>
              <p14:xfrm>
                <a:off x="5841075" y="1347517"/>
                <a:ext cx="161280" cy="36000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129D7949-6780-447E-3450-8FD90CCC613C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5832435" y="1338517"/>
                  <a:ext cx="178920" cy="37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6EBA1B1A-D20D-2F2A-B69F-BEECD3A75C7F}"/>
                    </a:ext>
                  </a:extLst>
                </p14:cNvPr>
                <p14:cNvContentPartPr/>
                <p14:nvPr/>
              </p14:nvContentPartPr>
              <p14:xfrm>
                <a:off x="6103515" y="1569277"/>
                <a:ext cx="95760" cy="18864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6EBA1B1A-D20D-2F2A-B69F-BEECD3A75C7F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6094875" y="1560637"/>
                  <a:ext cx="113400" cy="20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72829F34-F64E-883A-D9BA-C77F589F192C}"/>
                    </a:ext>
                  </a:extLst>
                </p14:cNvPr>
                <p14:cNvContentPartPr/>
                <p14:nvPr/>
              </p14:nvContentPartPr>
              <p14:xfrm>
                <a:off x="5815875" y="1249237"/>
                <a:ext cx="303480" cy="3528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72829F34-F64E-883A-D9BA-C77F589F192C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5807235" y="1240597"/>
                  <a:ext cx="321120" cy="5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C785630B-07FC-4782-4A2C-AF60CFC6E7B7}"/>
                    </a:ext>
                  </a:extLst>
                </p14:cNvPr>
                <p14:cNvContentPartPr/>
                <p14:nvPr/>
              </p14:nvContentPartPr>
              <p14:xfrm>
                <a:off x="6396195" y="1310077"/>
                <a:ext cx="104040" cy="32724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C785630B-07FC-4782-4A2C-AF60CFC6E7B7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6387555" y="1301437"/>
                  <a:ext cx="121680" cy="34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67BBEB2B-D454-F5F3-1F61-B28E7C9C4B1B}"/>
                    </a:ext>
                  </a:extLst>
                </p14:cNvPr>
                <p14:cNvContentPartPr/>
                <p14:nvPr/>
              </p14:nvContentPartPr>
              <p14:xfrm>
                <a:off x="6498435" y="1273717"/>
                <a:ext cx="148320" cy="35460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67BBEB2B-D454-F5F3-1F61-B28E7C9C4B1B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6489435" y="1264717"/>
                  <a:ext cx="165960" cy="37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5DB8A1F7-4927-6765-79F3-4BD35E2B8635}"/>
                    </a:ext>
                  </a:extLst>
                </p14:cNvPr>
                <p14:cNvContentPartPr/>
                <p14:nvPr/>
              </p14:nvContentPartPr>
              <p14:xfrm>
                <a:off x="6372435" y="1468117"/>
                <a:ext cx="225360" cy="4608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5DB8A1F7-4927-6765-79F3-4BD35E2B8635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6363435" y="1459117"/>
                  <a:ext cx="243000" cy="63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0" name="Group 59">
            <a:extLst>
              <a:ext uri="{FF2B5EF4-FFF2-40B4-BE49-F238E27FC236}">
                <a16:creationId xmlns:a16="http://schemas.microsoft.com/office/drawing/2014/main" id="{EA1B4734-7A8D-F416-D4E3-71543E06D91A}"/>
              </a:ext>
            </a:extLst>
          </p:cNvPr>
          <p:cNvGrpSpPr/>
          <p:nvPr/>
        </p:nvGrpSpPr>
        <p:grpSpPr>
          <a:xfrm>
            <a:off x="6891555" y="574597"/>
            <a:ext cx="196920" cy="52920"/>
            <a:chOff x="6891555" y="574597"/>
            <a:chExt cx="196920" cy="52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793B198D-DFEB-FAA5-35AD-AAC429793885}"/>
                    </a:ext>
                  </a:extLst>
                </p14:cNvPr>
                <p14:cNvContentPartPr/>
                <p14:nvPr/>
              </p14:nvContentPartPr>
              <p14:xfrm>
                <a:off x="6934755" y="617797"/>
                <a:ext cx="360" cy="36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793B198D-DFEB-FAA5-35AD-AAC429793885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6926115" y="608797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C6738A1C-63DC-6A76-E060-62B4733F46CE}"/>
                    </a:ext>
                  </a:extLst>
                </p14:cNvPr>
                <p14:cNvContentPartPr/>
                <p14:nvPr/>
              </p14:nvContentPartPr>
              <p14:xfrm>
                <a:off x="6934755" y="616717"/>
                <a:ext cx="5040" cy="936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C6738A1C-63DC-6A76-E060-62B4733F46CE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6926115" y="608077"/>
                  <a:ext cx="22680" cy="2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86E88967-D786-3CB2-FA94-515E12748E09}"/>
                    </a:ext>
                  </a:extLst>
                </p14:cNvPr>
                <p14:cNvContentPartPr/>
                <p14:nvPr/>
              </p14:nvContentPartPr>
              <p14:xfrm>
                <a:off x="6948075" y="604117"/>
                <a:ext cx="132480" cy="2340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86E88967-D786-3CB2-FA94-515E12748E09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6939435" y="595477"/>
                  <a:ext cx="150120" cy="4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7EF4298E-2C1E-A08F-42F3-8AE3443FF357}"/>
                    </a:ext>
                  </a:extLst>
                </p14:cNvPr>
                <p14:cNvContentPartPr/>
                <p14:nvPr/>
              </p14:nvContentPartPr>
              <p14:xfrm>
                <a:off x="6891555" y="574597"/>
                <a:ext cx="196920" cy="2988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7EF4298E-2C1E-A08F-42F3-8AE3443FF357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6882555" y="565597"/>
                  <a:ext cx="214560" cy="47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9" name="Group 78">
            <a:extLst>
              <a:ext uri="{FF2B5EF4-FFF2-40B4-BE49-F238E27FC236}">
                <a16:creationId xmlns:a16="http://schemas.microsoft.com/office/drawing/2014/main" id="{57F4748B-7D1D-3755-709E-60FA92D92A27}"/>
              </a:ext>
            </a:extLst>
          </p:cNvPr>
          <p:cNvGrpSpPr/>
          <p:nvPr/>
        </p:nvGrpSpPr>
        <p:grpSpPr>
          <a:xfrm>
            <a:off x="7405995" y="239797"/>
            <a:ext cx="1567080" cy="531720"/>
            <a:chOff x="7405995" y="239797"/>
            <a:chExt cx="1567080" cy="531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240" name="Ink 239">
                  <a:extLst>
                    <a:ext uri="{FF2B5EF4-FFF2-40B4-BE49-F238E27FC236}">
                      <a16:creationId xmlns:a16="http://schemas.microsoft.com/office/drawing/2014/main" id="{598A7458-1110-34B2-1E98-D765D0A07609}"/>
                    </a:ext>
                  </a:extLst>
                </p14:cNvPr>
                <p14:cNvContentPartPr/>
                <p14:nvPr/>
              </p14:nvContentPartPr>
              <p14:xfrm>
                <a:off x="7405995" y="480637"/>
                <a:ext cx="237240" cy="290880"/>
              </p14:xfrm>
            </p:contentPart>
          </mc:Choice>
          <mc:Fallback>
            <p:pic>
              <p:nvPicPr>
                <p:cNvPr id="240" name="Ink 239">
                  <a:extLst>
                    <a:ext uri="{FF2B5EF4-FFF2-40B4-BE49-F238E27FC236}">
                      <a16:creationId xmlns:a16="http://schemas.microsoft.com/office/drawing/2014/main" id="{598A7458-1110-34B2-1E98-D765D0A07609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7396995" y="471637"/>
                  <a:ext cx="254880" cy="30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42337389-0D7C-A15A-E27C-922C72F9472A}"/>
                    </a:ext>
                  </a:extLst>
                </p14:cNvPr>
                <p14:cNvContentPartPr/>
                <p14:nvPr/>
              </p14:nvContentPartPr>
              <p14:xfrm>
                <a:off x="7797675" y="310717"/>
                <a:ext cx="159120" cy="43920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42337389-0D7C-A15A-E27C-922C72F9472A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7789035" y="301717"/>
                  <a:ext cx="176760" cy="45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B3633F74-7D58-F41D-E6DC-AEDFA4045E50}"/>
                    </a:ext>
                  </a:extLst>
                </p14:cNvPr>
                <p14:cNvContentPartPr/>
                <p14:nvPr/>
              </p14:nvContentPartPr>
              <p14:xfrm>
                <a:off x="8016195" y="303157"/>
                <a:ext cx="126360" cy="361800"/>
              </p14:xfrm>
            </p:contentPart>
          </mc:Choice>
          <mc:Fallback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B3633F74-7D58-F41D-E6DC-AEDFA4045E50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8007555" y="294157"/>
                  <a:ext cx="144000" cy="37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0F5D446D-0739-434D-1876-87D76B8698C6}"/>
                    </a:ext>
                  </a:extLst>
                </p14:cNvPr>
                <p14:cNvContentPartPr/>
                <p14:nvPr/>
              </p14:nvContentPartPr>
              <p14:xfrm>
                <a:off x="8143995" y="289477"/>
                <a:ext cx="137520" cy="408600"/>
              </p14:xfrm>
            </p:contentPart>
          </mc:Choice>
          <mc:Fallback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0F5D446D-0739-434D-1876-87D76B8698C6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8134995" y="280837"/>
                  <a:ext cx="155160" cy="42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62CFA9B7-E69F-D305-9111-4C3FA9E56D21}"/>
                    </a:ext>
                  </a:extLst>
                </p14:cNvPr>
                <p14:cNvContentPartPr/>
                <p14:nvPr/>
              </p14:nvContentPartPr>
              <p14:xfrm>
                <a:off x="8028435" y="513757"/>
                <a:ext cx="180360" cy="31320"/>
              </p14:xfrm>
            </p:contentPart>
          </mc:Choice>
          <mc:Fallback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62CFA9B7-E69F-D305-9111-4C3FA9E56D21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8019435" y="504757"/>
                  <a:ext cx="198000" cy="4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35423208-FE19-DF05-3A6F-5FB7D5BFDA91}"/>
                    </a:ext>
                  </a:extLst>
                </p14:cNvPr>
                <p14:cNvContentPartPr/>
                <p14:nvPr/>
              </p14:nvContentPartPr>
              <p14:xfrm>
                <a:off x="8322915" y="498997"/>
                <a:ext cx="208440" cy="15480"/>
              </p14:xfrm>
            </p:contentPart>
          </mc:Choice>
          <mc:Fallback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35423208-FE19-DF05-3A6F-5FB7D5BFDA91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8313915" y="489997"/>
                  <a:ext cx="226080" cy="3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0E008C03-2234-6ABC-B0E6-1B82AB2C66A0}"/>
                    </a:ext>
                  </a:extLst>
                </p14:cNvPr>
                <p14:cNvContentPartPr/>
                <p14:nvPr/>
              </p14:nvContentPartPr>
              <p14:xfrm>
                <a:off x="8406435" y="381277"/>
                <a:ext cx="45360" cy="279720"/>
              </p14:xfrm>
            </p:contentPart>
          </mc:Choice>
          <mc:Fallback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0E008C03-2234-6ABC-B0E6-1B82AB2C66A0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8397435" y="372637"/>
                  <a:ext cx="63000" cy="29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6AD83EB9-A5B3-EAAE-3517-9AF543D24A63}"/>
                    </a:ext>
                  </a:extLst>
                </p14:cNvPr>
                <p14:cNvContentPartPr/>
                <p14:nvPr/>
              </p14:nvContentPartPr>
              <p14:xfrm>
                <a:off x="8653755" y="358597"/>
                <a:ext cx="150120" cy="322200"/>
              </p14:xfrm>
            </p:contentPart>
          </mc:Choice>
          <mc:Fallback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6AD83EB9-A5B3-EAAE-3517-9AF543D24A63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8644755" y="349597"/>
                  <a:ext cx="167760" cy="33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BAB2BB4D-E795-C380-1ED9-51A37FCC3D18}"/>
                    </a:ext>
                  </a:extLst>
                </p14:cNvPr>
                <p14:cNvContentPartPr/>
                <p14:nvPr/>
              </p14:nvContentPartPr>
              <p14:xfrm>
                <a:off x="8854995" y="239797"/>
                <a:ext cx="118080" cy="520200"/>
              </p14:xfrm>
            </p:contentPart>
          </mc:Choice>
          <mc:Fallback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BAB2BB4D-E795-C380-1ED9-51A37FCC3D18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8845995" y="230797"/>
                  <a:ext cx="135720" cy="537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7" name="Group 96">
            <a:extLst>
              <a:ext uri="{FF2B5EF4-FFF2-40B4-BE49-F238E27FC236}">
                <a16:creationId xmlns:a16="http://schemas.microsoft.com/office/drawing/2014/main" id="{620B2749-91FB-A7A3-2786-597311BDB3C6}"/>
              </a:ext>
            </a:extLst>
          </p:cNvPr>
          <p:cNvGrpSpPr/>
          <p:nvPr/>
        </p:nvGrpSpPr>
        <p:grpSpPr>
          <a:xfrm>
            <a:off x="9147315" y="245197"/>
            <a:ext cx="2553120" cy="644400"/>
            <a:chOff x="9147315" y="245197"/>
            <a:chExt cx="2553120" cy="644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348E0FB7-7EB6-B55A-EE2A-8D96A2EA398D}"/>
                    </a:ext>
                  </a:extLst>
                </p14:cNvPr>
                <p14:cNvContentPartPr/>
                <p14:nvPr/>
              </p14:nvContentPartPr>
              <p14:xfrm>
                <a:off x="9147315" y="596197"/>
                <a:ext cx="12240" cy="23400"/>
              </p14:xfrm>
            </p:contentPart>
          </mc:Choice>
          <mc:Fallback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348E0FB7-7EB6-B55A-EE2A-8D96A2EA398D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9138315" y="587197"/>
                  <a:ext cx="29880" cy="4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4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4862665D-C9A4-0EB8-2B90-527D71E2E567}"/>
                    </a:ext>
                  </a:extLst>
                </p14:cNvPr>
                <p14:cNvContentPartPr/>
                <p14:nvPr/>
              </p14:nvContentPartPr>
              <p14:xfrm>
                <a:off x="9301755" y="285517"/>
                <a:ext cx="148680" cy="390600"/>
              </p14:xfrm>
            </p:contentPart>
          </mc:Choice>
          <mc:Fallback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4862665D-C9A4-0EB8-2B90-527D71E2E567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9293115" y="276877"/>
                  <a:ext cx="166320" cy="40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6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9D44497B-E5FE-2DD4-0871-0E77E1F26E74}"/>
                    </a:ext>
                  </a:extLst>
                </p14:cNvPr>
                <p14:cNvContentPartPr/>
                <p14:nvPr/>
              </p14:nvContentPartPr>
              <p14:xfrm>
                <a:off x="9405435" y="321877"/>
                <a:ext cx="130680" cy="394560"/>
              </p14:xfrm>
            </p:contentPart>
          </mc:Choice>
          <mc:Fallback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9D44497B-E5FE-2DD4-0871-0E77E1F26E74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9396435" y="312877"/>
                  <a:ext cx="148320" cy="41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8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16572750-F08E-069A-F78A-323BD8FFBAFC}"/>
                    </a:ext>
                  </a:extLst>
                </p14:cNvPr>
                <p14:cNvContentPartPr/>
                <p14:nvPr/>
              </p14:nvContentPartPr>
              <p14:xfrm>
                <a:off x="9277635" y="559477"/>
                <a:ext cx="162360" cy="29880"/>
              </p14:xfrm>
            </p:contentPart>
          </mc:Choice>
          <mc:Fallback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16572750-F08E-069A-F78A-323BD8FFBAFC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9268995" y="550837"/>
                  <a:ext cx="180000" cy="4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0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B2ADAB3A-6B40-DE7F-1691-DF02086EEA2F}"/>
                    </a:ext>
                  </a:extLst>
                </p14:cNvPr>
                <p14:cNvContentPartPr/>
                <p14:nvPr/>
              </p14:nvContentPartPr>
              <p14:xfrm>
                <a:off x="9655635" y="577117"/>
                <a:ext cx="143280" cy="10800"/>
              </p14:xfrm>
            </p:contentPart>
          </mc:Choice>
          <mc:Fallback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B2ADAB3A-6B40-DE7F-1691-DF02086EEA2F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9646635" y="568477"/>
                  <a:ext cx="160920" cy="2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2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76B9BE1D-3223-93A1-185B-BB886C644468}"/>
                    </a:ext>
                  </a:extLst>
                </p14:cNvPr>
                <p14:cNvContentPartPr/>
                <p14:nvPr/>
              </p14:nvContentPartPr>
              <p14:xfrm>
                <a:off x="9634755" y="515197"/>
                <a:ext cx="165240" cy="66600"/>
              </p14:xfrm>
            </p:contentPart>
          </mc:Choice>
          <mc:Fallback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76B9BE1D-3223-93A1-185B-BB886C644468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9626115" y="506197"/>
                  <a:ext cx="182880" cy="8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4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FC094566-8470-8E02-2313-6CECB579B0E3}"/>
                    </a:ext>
                  </a:extLst>
                </p14:cNvPr>
                <p14:cNvContentPartPr/>
                <p14:nvPr/>
              </p14:nvContentPartPr>
              <p14:xfrm>
                <a:off x="9942195" y="380917"/>
                <a:ext cx="230040" cy="333720"/>
              </p14:xfrm>
            </p:contentPart>
          </mc:Choice>
          <mc:Fallback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FC094566-8470-8E02-2313-6CECB579B0E3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9933195" y="371917"/>
                  <a:ext cx="247680" cy="35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6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771A12A2-7248-939F-84F8-93D101C4F945}"/>
                    </a:ext>
                  </a:extLst>
                </p14:cNvPr>
                <p14:cNvContentPartPr/>
                <p14:nvPr/>
              </p14:nvContentPartPr>
              <p14:xfrm>
                <a:off x="9955875" y="280117"/>
                <a:ext cx="154800" cy="5760"/>
              </p14:xfrm>
            </p:contentPart>
          </mc:Choice>
          <mc:Fallback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771A12A2-7248-939F-84F8-93D101C4F945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9946875" y="271477"/>
                  <a:ext cx="17244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8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66D33F29-1CC4-D7CD-B1C4-E12B44BCCC3D}"/>
                    </a:ext>
                  </a:extLst>
                </p14:cNvPr>
                <p14:cNvContentPartPr/>
                <p14:nvPr/>
              </p14:nvContentPartPr>
              <p14:xfrm>
                <a:off x="10260075" y="325837"/>
                <a:ext cx="113040" cy="398520"/>
              </p14:xfrm>
            </p:contentPart>
          </mc:Choice>
          <mc:Fallback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66D33F29-1CC4-D7CD-B1C4-E12B44BCCC3D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10251435" y="316837"/>
                  <a:ext cx="130680" cy="41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0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67AC41BA-2B8C-C047-03D7-07A3D4E86511}"/>
                    </a:ext>
                  </a:extLst>
                </p14:cNvPr>
                <p14:cNvContentPartPr/>
                <p14:nvPr/>
              </p14:nvContentPartPr>
              <p14:xfrm>
                <a:off x="10419195" y="375877"/>
                <a:ext cx="84240" cy="281160"/>
              </p14:xfrm>
            </p:contentPart>
          </mc:Choice>
          <mc:Fallback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67AC41BA-2B8C-C047-03D7-07A3D4E86511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10410555" y="367237"/>
                  <a:ext cx="101880" cy="29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2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17C9C964-5268-38AC-2F3E-A1CBB1D5C194}"/>
                    </a:ext>
                  </a:extLst>
                </p14:cNvPr>
                <p14:cNvContentPartPr/>
                <p14:nvPr/>
              </p14:nvContentPartPr>
              <p14:xfrm>
                <a:off x="10494075" y="361117"/>
                <a:ext cx="107280" cy="359280"/>
              </p14:xfrm>
            </p:contentPart>
          </mc:Choice>
          <mc:Fallback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17C9C964-5268-38AC-2F3E-A1CBB1D5C194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10485435" y="352477"/>
                  <a:ext cx="124920" cy="37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4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B0E1D83D-5D0A-7C83-07B0-5533E3A183F7}"/>
                    </a:ext>
                  </a:extLst>
                </p14:cNvPr>
                <p14:cNvContentPartPr/>
                <p14:nvPr/>
              </p14:nvContentPartPr>
              <p14:xfrm>
                <a:off x="10408755" y="552997"/>
                <a:ext cx="187920" cy="11160"/>
              </p14:xfrm>
            </p:contentPart>
          </mc:Choice>
          <mc:Fallback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B0E1D83D-5D0A-7C83-07B0-5533E3A183F7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10399755" y="543997"/>
                  <a:ext cx="205560" cy="2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6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EAA0EC9A-439F-3115-5F2E-476202BE59EA}"/>
                    </a:ext>
                  </a:extLst>
                </p14:cNvPr>
                <p14:cNvContentPartPr/>
                <p14:nvPr/>
              </p14:nvContentPartPr>
              <p14:xfrm>
                <a:off x="10720155" y="508357"/>
                <a:ext cx="129240" cy="19440"/>
              </p14:xfrm>
            </p:contentPart>
          </mc:Choice>
          <mc:Fallback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EAA0EC9A-439F-3115-5F2E-476202BE59EA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10711155" y="499357"/>
                  <a:ext cx="146880" cy="3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8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97BAD3ED-BD26-795C-C854-EB794E4E8AE9}"/>
                    </a:ext>
                  </a:extLst>
                </p14:cNvPr>
                <p14:cNvContentPartPr/>
                <p14:nvPr/>
              </p14:nvContentPartPr>
              <p14:xfrm>
                <a:off x="10783875" y="444997"/>
                <a:ext cx="13680" cy="209880"/>
              </p14:xfrm>
            </p:contentPart>
          </mc:Choice>
          <mc:Fallback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97BAD3ED-BD26-795C-C854-EB794E4E8AE9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10774875" y="435997"/>
                  <a:ext cx="31320" cy="22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0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FB3D7E93-70B0-276B-09B8-A07A3D80CA94}"/>
                    </a:ext>
                  </a:extLst>
                </p14:cNvPr>
                <p14:cNvContentPartPr/>
                <p14:nvPr/>
              </p14:nvContentPartPr>
              <p14:xfrm>
                <a:off x="10944435" y="368677"/>
                <a:ext cx="93240" cy="235440"/>
              </p14:xfrm>
            </p:contentPart>
          </mc:Choice>
          <mc:Fallback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FB3D7E93-70B0-276B-09B8-A07A3D80CA94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10935795" y="359677"/>
                  <a:ext cx="110880" cy="25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2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51638BF4-9FAA-CBBE-E705-25D1EBEB2AB8}"/>
                    </a:ext>
                  </a:extLst>
                </p14:cNvPr>
                <p14:cNvContentPartPr/>
                <p14:nvPr/>
              </p14:nvContentPartPr>
              <p14:xfrm>
                <a:off x="11032635" y="360037"/>
                <a:ext cx="79920" cy="309240"/>
              </p14:xfrm>
            </p:contentPart>
          </mc:Choice>
          <mc:Fallback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51638BF4-9FAA-CBBE-E705-25D1EBEB2AB8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11023995" y="351397"/>
                  <a:ext cx="97560" cy="32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4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81EB8516-C4DD-69F4-1FEE-87DBC7507D9F}"/>
                    </a:ext>
                  </a:extLst>
                </p14:cNvPr>
                <p14:cNvContentPartPr/>
                <p14:nvPr/>
              </p14:nvContentPartPr>
              <p14:xfrm>
                <a:off x="10923195" y="478477"/>
                <a:ext cx="154800" cy="50400"/>
              </p14:xfrm>
            </p:contentPart>
          </mc:Choice>
          <mc:Fallback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81EB8516-C4DD-69F4-1FEE-87DBC7507D9F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10914555" y="469837"/>
                  <a:ext cx="172440" cy="6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6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EC3A99C8-DF46-CB30-629E-C677C39505EE}"/>
                    </a:ext>
                  </a:extLst>
                </p14:cNvPr>
                <p14:cNvContentPartPr/>
                <p14:nvPr/>
              </p14:nvContentPartPr>
              <p14:xfrm>
                <a:off x="11183475" y="365077"/>
                <a:ext cx="120240" cy="299160"/>
              </p14:xfrm>
            </p:contentPart>
          </mc:Choice>
          <mc:Fallback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EC3A99C8-DF46-CB30-629E-C677C39505EE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11174475" y="356437"/>
                  <a:ext cx="137880" cy="31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8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B54F3AC3-E54E-AC56-993E-C9D569CBAAD0}"/>
                    </a:ext>
                  </a:extLst>
                </p14:cNvPr>
                <p14:cNvContentPartPr/>
                <p14:nvPr/>
              </p14:nvContentPartPr>
              <p14:xfrm>
                <a:off x="11236755" y="245197"/>
                <a:ext cx="175680" cy="644400"/>
              </p14:xfrm>
            </p:contentPart>
          </mc:Choice>
          <mc:Fallback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B54F3AC3-E54E-AC56-993E-C9D569CBAAD0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11227755" y="236197"/>
                  <a:ext cx="193320" cy="66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0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5DE2183D-9B5E-E184-114E-9F602F334AD7}"/>
                    </a:ext>
                  </a:extLst>
                </p14:cNvPr>
                <p14:cNvContentPartPr/>
                <p14:nvPr/>
              </p14:nvContentPartPr>
              <p14:xfrm>
                <a:off x="11526915" y="686557"/>
                <a:ext cx="128520" cy="31320"/>
              </p14:xfrm>
            </p:contentPart>
          </mc:Choice>
          <mc:Fallback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5DE2183D-9B5E-E184-114E-9F602F334AD7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11517915" y="677557"/>
                  <a:ext cx="146160" cy="4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2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1E9E9D55-2512-648A-A37F-257061BF2A94}"/>
                    </a:ext>
                  </a:extLst>
                </p14:cNvPr>
                <p14:cNvContentPartPr/>
                <p14:nvPr/>
              </p14:nvContentPartPr>
              <p14:xfrm>
                <a:off x="11563635" y="632557"/>
                <a:ext cx="136800" cy="16560"/>
              </p14:xfrm>
            </p:contentPart>
          </mc:Choice>
          <mc:Fallback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1E9E9D55-2512-648A-A37F-257061BF2A94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11554995" y="623557"/>
                  <a:ext cx="154440" cy="34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4" name="Group 103">
            <a:extLst>
              <a:ext uri="{FF2B5EF4-FFF2-40B4-BE49-F238E27FC236}">
                <a16:creationId xmlns:a16="http://schemas.microsoft.com/office/drawing/2014/main" id="{21C60C69-7ED7-D681-C112-AC15DCBFE29A}"/>
              </a:ext>
            </a:extLst>
          </p:cNvPr>
          <p:cNvGrpSpPr/>
          <p:nvPr/>
        </p:nvGrpSpPr>
        <p:grpSpPr>
          <a:xfrm>
            <a:off x="11800875" y="375877"/>
            <a:ext cx="358920" cy="375840"/>
            <a:chOff x="11800875" y="375877"/>
            <a:chExt cx="358920" cy="375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54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E96EDB37-C803-7AFF-1C0C-402B55E2C8B6}"/>
                    </a:ext>
                  </a:extLst>
                </p14:cNvPr>
                <p14:cNvContentPartPr/>
                <p14:nvPr/>
              </p14:nvContentPartPr>
              <p14:xfrm>
                <a:off x="11800875" y="446797"/>
                <a:ext cx="126360" cy="298800"/>
              </p14:xfrm>
            </p:contentPart>
          </mc:Choice>
          <mc:Fallback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E96EDB37-C803-7AFF-1C0C-402B55E2C8B6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11791875" y="437797"/>
                  <a:ext cx="144000" cy="31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6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0611FFCE-D0F9-1632-E328-EDB029FE17E2}"/>
                    </a:ext>
                  </a:extLst>
                </p14:cNvPr>
                <p14:cNvContentPartPr/>
                <p14:nvPr/>
              </p14:nvContentPartPr>
              <p14:xfrm>
                <a:off x="11814195" y="375877"/>
                <a:ext cx="120240" cy="2880"/>
              </p14:xfrm>
            </p:contentPart>
          </mc:Choice>
          <mc:Fallback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0611FFCE-D0F9-1632-E328-EDB029FE17E2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11805555" y="367237"/>
                  <a:ext cx="137880" cy="2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8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63ADE386-4A52-FC0F-7DCC-25194EBD4AF1}"/>
                    </a:ext>
                  </a:extLst>
                </p14:cNvPr>
                <p14:cNvContentPartPr/>
                <p14:nvPr/>
              </p14:nvContentPartPr>
              <p14:xfrm>
                <a:off x="11989875" y="660997"/>
                <a:ext cx="5040" cy="36720"/>
              </p14:xfrm>
            </p:contentPart>
          </mc:Choice>
          <mc:Fallback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63ADE386-4A52-FC0F-7DCC-25194EBD4AF1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11980875" y="651997"/>
                  <a:ext cx="22680" cy="5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0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396FC9B8-AA73-97B3-2CAE-D38B9A4DC0F9}"/>
                    </a:ext>
                  </a:extLst>
                </p14:cNvPr>
                <p14:cNvContentPartPr/>
                <p14:nvPr/>
              </p14:nvContentPartPr>
              <p14:xfrm>
                <a:off x="12003195" y="458317"/>
                <a:ext cx="78480" cy="262080"/>
              </p14:xfrm>
            </p:contentPart>
          </mc:Choice>
          <mc:Fallback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396FC9B8-AA73-97B3-2CAE-D38B9A4DC0F9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11994195" y="449677"/>
                  <a:ext cx="96120" cy="27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2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74626943-1C20-16D1-300B-0161F3EFB70C}"/>
                    </a:ext>
                  </a:extLst>
                </p14:cNvPr>
                <p14:cNvContentPartPr/>
                <p14:nvPr/>
              </p14:nvContentPartPr>
              <p14:xfrm>
                <a:off x="12107955" y="436717"/>
                <a:ext cx="51840" cy="315000"/>
              </p14:xfrm>
            </p:contentPart>
          </mc:Choice>
          <mc:Fallback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74626943-1C20-16D1-300B-0161F3EFB70C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12098955" y="428077"/>
                  <a:ext cx="69480" cy="33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4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1D93E5AE-7512-DCE9-B974-5213FC8E8B7F}"/>
                    </a:ext>
                  </a:extLst>
                </p14:cNvPr>
                <p14:cNvContentPartPr/>
                <p14:nvPr/>
              </p14:nvContentPartPr>
              <p14:xfrm>
                <a:off x="12006075" y="656677"/>
                <a:ext cx="153360" cy="360"/>
              </p14:xfrm>
            </p:contentPart>
          </mc:Choice>
          <mc:Fallback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1D93E5AE-7512-DCE9-B974-5213FC8E8B7F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11997435" y="648037"/>
                  <a:ext cx="171000" cy="18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7" name="Group 106">
            <a:extLst>
              <a:ext uri="{FF2B5EF4-FFF2-40B4-BE49-F238E27FC236}">
                <a16:creationId xmlns:a16="http://schemas.microsoft.com/office/drawing/2014/main" id="{DF05C5D3-22B5-1B60-305F-55A2C0B34D4A}"/>
              </a:ext>
            </a:extLst>
          </p:cNvPr>
          <p:cNvGrpSpPr/>
          <p:nvPr/>
        </p:nvGrpSpPr>
        <p:grpSpPr>
          <a:xfrm>
            <a:off x="6925755" y="1482877"/>
            <a:ext cx="167040" cy="101880"/>
            <a:chOff x="6925755" y="1482877"/>
            <a:chExt cx="167040" cy="101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66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63603B45-0980-856E-B0ED-A9E0047E348E}"/>
                    </a:ext>
                  </a:extLst>
                </p14:cNvPr>
                <p14:cNvContentPartPr/>
                <p14:nvPr/>
              </p14:nvContentPartPr>
              <p14:xfrm>
                <a:off x="6945555" y="1574317"/>
                <a:ext cx="147240" cy="10440"/>
              </p14:xfrm>
            </p:contentPart>
          </mc:Choice>
          <mc:Fallback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63603B45-0980-856E-B0ED-A9E0047E348E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6936555" y="1565317"/>
                  <a:ext cx="164880" cy="2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8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00F6259F-12AF-3F08-ABAA-0A9BB02D8E42}"/>
                    </a:ext>
                  </a:extLst>
                </p14:cNvPr>
                <p14:cNvContentPartPr/>
                <p14:nvPr/>
              </p14:nvContentPartPr>
              <p14:xfrm>
                <a:off x="6925755" y="1482877"/>
                <a:ext cx="157680" cy="360"/>
              </p14:xfrm>
            </p:contentPart>
          </mc:Choice>
          <mc:Fallback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00F6259F-12AF-3F08-ABAA-0A9BB02D8E42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6917115" y="1474237"/>
                  <a:ext cx="175320" cy="18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70">
            <p14:nvContentPartPr>
              <p14:cNvPr id="108" name="Ink 107">
                <a:extLst>
                  <a:ext uri="{FF2B5EF4-FFF2-40B4-BE49-F238E27FC236}">
                    <a16:creationId xmlns:a16="http://schemas.microsoft.com/office/drawing/2014/main" id="{FBBF1A0A-14E0-8909-A75A-6A3C93A83FF7}"/>
                  </a:ext>
                </a:extLst>
              </p14:cNvPr>
              <p14:cNvContentPartPr/>
              <p14:nvPr/>
            </p14:nvContentPartPr>
            <p14:xfrm>
              <a:off x="7364235" y="1247797"/>
              <a:ext cx="195120" cy="411120"/>
            </p14:xfrm>
          </p:contentPart>
        </mc:Choice>
        <mc:Fallback>
          <p:pic>
            <p:nvPicPr>
              <p:cNvPr id="108" name="Ink 107">
                <a:extLst>
                  <a:ext uri="{FF2B5EF4-FFF2-40B4-BE49-F238E27FC236}">
                    <a16:creationId xmlns:a16="http://schemas.microsoft.com/office/drawing/2014/main" id="{FBBF1A0A-14E0-8909-A75A-6A3C93A83FF7}"/>
                  </a:ext>
                </a:extLst>
              </p:cNvPr>
              <p:cNvPicPr/>
              <p:nvPr/>
            </p:nvPicPr>
            <p:blipFill>
              <a:blip r:embed="rId171"/>
              <a:stretch>
                <a:fillRect/>
              </a:stretch>
            </p:blipFill>
            <p:spPr>
              <a:xfrm>
                <a:off x="7355595" y="1238797"/>
                <a:ext cx="212760" cy="428760"/>
              </a:xfrm>
              <a:prstGeom prst="rect">
                <a:avLst/>
              </a:prstGeom>
            </p:spPr>
          </p:pic>
        </mc:Fallback>
      </mc:AlternateContent>
      <p:grpSp>
        <p:nvGrpSpPr>
          <p:cNvPr id="124" name="Group 123">
            <a:extLst>
              <a:ext uri="{FF2B5EF4-FFF2-40B4-BE49-F238E27FC236}">
                <a16:creationId xmlns:a16="http://schemas.microsoft.com/office/drawing/2014/main" id="{BA514AD5-0A7E-CEB0-2F5D-4C9FBE0954C6}"/>
              </a:ext>
            </a:extLst>
          </p:cNvPr>
          <p:cNvGrpSpPr/>
          <p:nvPr/>
        </p:nvGrpSpPr>
        <p:grpSpPr>
          <a:xfrm>
            <a:off x="7912155" y="1092997"/>
            <a:ext cx="1068480" cy="519480"/>
            <a:chOff x="7912155" y="1092997"/>
            <a:chExt cx="1068480" cy="519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72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AF80AE66-8235-943E-D9ED-532C0C13DF02}"/>
                    </a:ext>
                  </a:extLst>
                </p14:cNvPr>
                <p14:cNvContentPartPr/>
                <p14:nvPr/>
              </p14:nvContentPartPr>
              <p14:xfrm>
                <a:off x="7912155" y="1092997"/>
                <a:ext cx="132840" cy="519480"/>
              </p14:xfrm>
            </p:contentPart>
          </mc:Choice>
          <mc:Fallback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AF80AE66-8235-943E-D9ED-532C0C13DF02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7903515" y="1083997"/>
                  <a:ext cx="150480" cy="53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4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BF7C8A6C-4B39-FB61-6E4F-955E5B192BAF}"/>
                    </a:ext>
                  </a:extLst>
                </p14:cNvPr>
                <p14:cNvContentPartPr/>
                <p14:nvPr/>
              </p14:nvContentPartPr>
              <p14:xfrm>
                <a:off x="8079195" y="1215757"/>
                <a:ext cx="99360" cy="315360"/>
              </p14:xfrm>
            </p:contentPart>
          </mc:Choice>
          <mc:Fallback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BF7C8A6C-4B39-FB61-6E4F-955E5B192BAF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8070555" y="1206757"/>
                  <a:ext cx="117000" cy="33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6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285D2CE7-AD92-3516-9B07-A05674DBEDF3}"/>
                    </a:ext>
                  </a:extLst>
                </p14:cNvPr>
                <p14:cNvContentPartPr/>
                <p14:nvPr/>
              </p14:nvContentPartPr>
              <p14:xfrm>
                <a:off x="8199435" y="1215397"/>
                <a:ext cx="88560" cy="362520"/>
              </p14:xfrm>
            </p:contentPart>
          </mc:Choice>
          <mc:Fallback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285D2CE7-AD92-3516-9B07-A05674DBEDF3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8190435" y="1206397"/>
                  <a:ext cx="106200" cy="38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8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F522DC1B-F6CE-DA10-94A7-F266C53D0B06}"/>
                    </a:ext>
                  </a:extLst>
                </p14:cNvPr>
                <p14:cNvContentPartPr/>
                <p14:nvPr/>
              </p14:nvContentPartPr>
              <p14:xfrm>
                <a:off x="8052195" y="1420957"/>
                <a:ext cx="205920" cy="7200"/>
              </p14:xfrm>
            </p:contentPart>
          </mc:Choice>
          <mc:Fallback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F522DC1B-F6CE-DA10-94A7-F266C53D0B06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8043555" y="1411957"/>
                  <a:ext cx="223560" cy="2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0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BDF52D2C-62ED-219A-2047-287FC9C15725}"/>
                    </a:ext>
                  </a:extLst>
                </p14:cNvPr>
                <p14:cNvContentPartPr/>
                <p14:nvPr/>
              </p14:nvContentPartPr>
              <p14:xfrm>
                <a:off x="8368995" y="1296757"/>
                <a:ext cx="139680" cy="278280"/>
              </p14:xfrm>
            </p:contentPart>
          </mc:Choice>
          <mc:Fallback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BDF52D2C-62ED-219A-2047-287FC9C15725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8359995" y="1287757"/>
                  <a:ext cx="157320" cy="29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2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6805B4AA-FECC-22A3-9CF8-1042C0D08195}"/>
                    </a:ext>
                  </a:extLst>
                </p14:cNvPr>
                <p14:cNvContentPartPr/>
                <p14:nvPr/>
              </p14:nvContentPartPr>
              <p14:xfrm>
                <a:off x="8616315" y="1216837"/>
                <a:ext cx="131040" cy="356400"/>
              </p14:xfrm>
            </p:contentPart>
          </mc:Choice>
          <mc:Fallback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6805B4AA-FECC-22A3-9CF8-1042C0D08195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8607315" y="1208197"/>
                  <a:ext cx="148680" cy="37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4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18DD4E70-73C5-AC50-D05B-3B029590783D}"/>
                    </a:ext>
                  </a:extLst>
                </p14:cNvPr>
                <p14:cNvContentPartPr/>
                <p14:nvPr/>
              </p14:nvContentPartPr>
              <p14:xfrm>
                <a:off x="8127435" y="1115677"/>
                <a:ext cx="576360" cy="19080"/>
              </p14:xfrm>
            </p:contentPart>
          </mc:Choice>
          <mc:Fallback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18DD4E70-73C5-AC50-D05B-3B029590783D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8118435" y="1107037"/>
                  <a:ext cx="594000" cy="3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6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5883DB9D-ED53-93B4-EBFB-E6BC4653103D}"/>
                    </a:ext>
                  </a:extLst>
                </p14:cNvPr>
                <p14:cNvContentPartPr/>
                <p14:nvPr/>
              </p14:nvContentPartPr>
              <p14:xfrm>
                <a:off x="8881635" y="1111717"/>
                <a:ext cx="99000" cy="474120"/>
              </p14:xfrm>
            </p:contentPart>
          </mc:Choice>
          <mc:Fallback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5883DB9D-ED53-93B4-EBFB-E6BC4653103D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8872995" y="1102717"/>
                  <a:ext cx="116640" cy="4917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88">
            <p14:nvContentPartPr>
              <p14:cNvPr id="117" name="Ink 116">
                <a:extLst>
                  <a:ext uri="{FF2B5EF4-FFF2-40B4-BE49-F238E27FC236}">
                    <a16:creationId xmlns:a16="http://schemas.microsoft.com/office/drawing/2014/main" id="{3FDC12F6-42FE-2240-D919-DD19BB8E12B4}"/>
                  </a:ext>
                </a:extLst>
              </p14:cNvPr>
              <p14:cNvContentPartPr/>
              <p14:nvPr/>
            </p14:nvContentPartPr>
            <p14:xfrm>
              <a:off x="9177195" y="1484317"/>
              <a:ext cx="19800" cy="20520"/>
            </p14:xfrm>
          </p:contentPart>
        </mc:Choice>
        <mc:Fallback>
          <p:pic>
            <p:nvPicPr>
              <p:cNvPr id="117" name="Ink 116">
                <a:extLst>
                  <a:ext uri="{FF2B5EF4-FFF2-40B4-BE49-F238E27FC236}">
                    <a16:creationId xmlns:a16="http://schemas.microsoft.com/office/drawing/2014/main" id="{3FDC12F6-42FE-2240-D919-DD19BB8E12B4}"/>
                  </a:ext>
                </a:extLst>
              </p:cNvPr>
              <p:cNvPicPr/>
              <p:nvPr/>
            </p:nvPicPr>
            <p:blipFill>
              <a:blip r:embed="rId189"/>
              <a:stretch>
                <a:fillRect/>
              </a:stretch>
            </p:blipFill>
            <p:spPr>
              <a:xfrm>
                <a:off x="9168555" y="1475317"/>
                <a:ext cx="37440" cy="38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90">
            <p14:nvContentPartPr>
              <p14:cNvPr id="118" name="Ink 117">
                <a:extLst>
                  <a:ext uri="{FF2B5EF4-FFF2-40B4-BE49-F238E27FC236}">
                    <a16:creationId xmlns:a16="http://schemas.microsoft.com/office/drawing/2014/main" id="{57CD87E5-4FC8-4486-0C20-7447E4F50513}"/>
                  </a:ext>
                </a:extLst>
              </p14:cNvPr>
              <p14:cNvContentPartPr/>
              <p14:nvPr/>
            </p14:nvContentPartPr>
            <p14:xfrm>
              <a:off x="9325515" y="1168237"/>
              <a:ext cx="167040" cy="320760"/>
            </p14:xfrm>
          </p:contentPart>
        </mc:Choice>
        <mc:Fallback>
          <p:pic>
            <p:nvPicPr>
              <p:cNvPr id="118" name="Ink 117">
                <a:extLst>
                  <a:ext uri="{FF2B5EF4-FFF2-40B4-BE49-F238E27FC236}">
                    <a16:creationId xmlns:a16="http://schemas.microsoft.com/office/drawing/2014/main" id="{57CD87E5-4FC8-4486-0C20-7447E4F50513}"/>
                  </a:ext>
                </a:extLst>
              </p:cNvPr>
              <p:cNvPicPr/>
              <p:nvPr/>
            </p:nvPicPr>
            <p:blipFill>
              <a:blip r:embed="rId191"/>
              <a:stretch>
                <a:fillRect/>
              </a:stretch>
            </p:blipFill>
            <p:spPr>
              <a:xfrm>
                <a:off x="9316515" y="1159597"/>
                <a:ext cx="184680" cy="338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92">
            <p14:nvContentPartPr>
              <p14:cNvPr id="119" name="Ink 118">
                <a:extLst>
                  <a:ext uri="{FF2B5EF4-FFF2-40B4-BE49-F238E27FC236}">
                    <a16:creationId xmlns:a16="http://schemas.microsoft.com/office/drawing/2014/main" id="{9CCC65FB-AD02-050A-DF58-CE9AFB51F244}"/>
                  </a:ext>
                </a:extLst>
              </p14:cNvPr>
              <p14:cNvContentPartPr/>
              <p14:nvPr/>
            </p14:nvContentPartPr>
            <p14:xfrm>
              <a:off x="9439635" y="1179397"/>
              <a:ext cx="140040" cy="386280"/>
            </p14:xfrm>
          </p:contentPart>
        </mc:Choice>
        <mc:Fallback>
          <p:pic>
            <p:nvPicPr>
              <p:cNvPr id="119" name="Ink 118">
                <a:extLst>
                  <a:ext uri="{FF2B5EF4-FFF2-40B4-BE49-F238E27FC236}">
                    <a16:creationId xmlns:a16="http://schemas.microsoft.com/office/drawing/2014/main" id="{9CCC65FB-AD02-050A-DF58-CE9AFB51F244}"/>
                  </a:ext>
                </a:extLst>
              </p:cNvPr>
              <p:cNvPicPr/>
              <p:nvPr/>
            </p:nvPicPr>
            <p:blipFill>
              <a:blip r:embed="rId193"/>
              <a:stretch>
                <a:fillRect/>
              </a:stretch>
            </p:blipFill>
            <p:spPr>
              <a:xfrm>
                <a:off x="9430995" y="1170757"/>
                <a:ext cx="157680" cy="403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94">
            <p14:nvContentPartPr>
              <p14:cNvPr id="120" name="Ink 119">
                <a:extLst>
                  <a:ext uri="{FF2B5EF4-FFF2-40B4-BE49-F238E27FC236}">
                    <a16:creationId xmlns:a16="http://schemas.microsoft.com/office/drawing/2014/main" id="{61ED9B30-1C8D-3FE6-5E2C-589B1978BA77}"/>
                  </a:ext>
                </a:extLst>
              </p14:cNvPr>
              <p14:cNvContentPartPr/>
              <p14:nvPr/>
            </p14:nvContentPartPr>
            <p14:xfrm>
              <a:off x="9321195" y="1365517"/>
              <a:ext cx="219240" cy="27360"/>
            </p14:xfrm>
          </p:contentPart>
        </mc:Choice>
        <mc:Fallback>
          <p:pic>
            <p:nvPicPr>
              <p:cNvPr id="120" name="Ink 119">
                <a:extLst>
                  <a:ext uri="{FF2B5EF4-FFF2-40B4-BE49-F238E27FC236}">
                    <a16:creationId xmlns:a16="http://schemas.microsoft.com/office/drawing/2014/main" id="{61ED9B30-1C8D-3FE6-5E2C-589B1978BA77}"/>
                  </a:ext>
                </a:extLst>
              </p:cNvPr>
              <p:cNvPicPr/>
              <p:nvPr/>
            </p:nvPicPr>
            <p:blipFill>
              <a:blip r:embed="rId195"/>
              <a:stretch>
                <a:fillRect/>
              </a:stretch>
            </p:blipFill>
            <p:spPr>
              <a:xfrm>
                <a:off x="9312555" y="1356517"/>
                <a:ext cx="236880" cy="45000"/>
              </a:xfrm>
              <a:prstGeom prst="rect">
                <a:avLst/>
              </a:prstGeom>
            </p:spPr>
          </p:pic>
        </mc:Fallback>
      </mc:AlternateContent>
      <p:grpSp>
        <p:nvGrpSpPr>
          <p:cNvPr id="144" name="Group 143">
            <a:extLst>
              <a:ext uri="{FF2B5EF4-FFF2-40B4-BE49-F238E27FC236}">
                <a16:creationId xmlns:a16="http://schemas.microsoft.com/office/drawing/2014/main" id="{A4028FA0-DC30-637D-CC11-9CB9B4792FCC}"/>
              </a:ext>
            </a:extLst>
          </p:cNvPr>
          <p:cNvGrpSpPr/>
          <p:nvPr/>
        </p:nvGrpSpPr>
        <p:grpSpPr>
          <a:xfrm>
            <a:off x="9730875" y="1176517"/>
            <a:ext cx="1164240" cy="411480"/>
            <a:chOff x="9730875" y="1176517"/>
            <a:chExt cx="1164240" cy="411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96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16A18CB9-C656-4B04-8386-3407A71EBA54}"/>
                    </a:ext>
                  </a:extLst>
                </p14:cNvPr>
                <p14:cNvContentPartPr/>
                <p14:nvPr/>
              </p14:nvContentPartPr>
              <p14:xfrm>
                <a:off x="9735195" y="1481437"/>
                <a:ext cx="90360" cy="15480"/>
              </p14:xfrm>
            </p:contentPart>
          </mc:Choice>
          <mc:Fallback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16A18CB9-C656-4B04-8386-3407A71EBA54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9726555" y="1472797"/>
                  <a:ext cx="108000" cy="3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8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5D30DC15-8839-1F05-CBD0-BE22C1A239EF}"/>
                    </a:ext>
                  </a:extLst>
                </p14:cNvPr>
                <p14:cNvContentPartPr/>
                <p14:nvPr/>
              </p14:nvContentPartPr>
              <p14:xfrm>
                <a:off x="9730875" y="1400437"/>
                <a:ext cx="133920" cy="81360"/>
              </p14:xfrm>
            </p:contentPart>
          </mc:Choice>
          <mc:Fallback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5D30DC15-8839-1F05-CBD0-BE22C1A239EF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9721875" y="1391797"/>
                  <a:ext cx="151560" cy="9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0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23C99448-C58E-DBF9-DF27-976924675E1C}"/>
                    </a:ext>
                  </a:extLst>
                </p14:cNvPr>
                <p14:cNvContentPartPr/>
                <p14:nvPr/>
              </p14:nvContentPartPr>
              <p14:xfrm>
                <a:off x="9953355" y="1207477"/>
                <a:ext cx="151200" cy="342720"/>
              </p14:xfrm>
            </p:contentPart>
          </mc:Choice>
          <mc:Fallback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23C99448-C58E-DBF9-DF27-976924675E1C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9944355" y="1198837"/>
                  <a:ext cx="168840" cy="36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2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92DBDBCA-4CC6-B053-4052-BDBE5DDDD68A}"/>
                    </a:ext>
                  </a:extLst>
                </p14:cNvPr>
                <p14:cNvContentPartPr/>
                <p14:nvPr/>
              </p14:nvContentPartPr>
              <p14:xfrm>
                <a:off x="10329195" y="1222237"/>
                <a:ext cx="5040" cy="5760"/>
              </p14:xfrm>
            </p:contentPart>
          </mc:Choice>
          <mc:Fallback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92DBDBCA-4CC6-B053-4052-BDBE5DDDD68A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10320555" y="1213597"/>
                  <a:ext cx="2268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3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73D8460C-8DF6-A167-5665-68BECCA5EB0A}"/>
                    </a:ext>
                  </a:extLst>
                </p14:cNvPr>
                <p14:cNvContentPartPr/>
                <p14:nvPr/>
              </p14:nvContentPartPr>
              <p14:xfrm>
                <a:off x="10235235" y="1186597"/>
                <a:ext cx="101880" cy="398160"/>
              </p14:xfrm>
            </p:contentPart>
          </mc:Choice>
          <mc:Fallback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73D8460C-8DF6-A167-5665-68BECCA5EB0A}"/>
                    </a:ext>
                  </a:extLst>
                </p:cNvPr>
                <p:cNvPicPr/>
                <p:nvPr/>
              </p:nvPicPr>
              <p:blipFill>
                <a:blip r:embed="rId204"/>
                <a:stretch>
                  <a:fillRect/>
                </a:stretch>
              </p:blipFill>
              <p:spPr>
                <a:xfrm>
                  <a:off x="10226595" y="1177597"/>
                  <a:ext cx="119520" cy="41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5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F9732DF2-BBC4-3D23-213C-5F149A68D7AD}"/>
                    </a:ext>
                  </a:extLst>
                </p14:cNvPr>
                <p14:cNvContentPartPr/>
                <p14:nvPr/>
              </p14:nvContentPartPr>
              <p14:xfrm>
                <a:off x="10401195" y="1239877"/>
                <a:ext cx="122040" cy="325800"/>
              </p14:xfrm>
            </p:contentPart>
          </mc:Choice>
          <mc:Fallback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F9732DF2-BBC4-3D23-213C-5F149A68D7AD}"/>
                    </a:ext>
                  </a:extLst>
                </p:cNvPr>
                <p:cNvPicPr/>
                <p:nvPr/>
              </p:nvPicPr>
              <p:blipFill>
                <a:blip r:embed="rId206"/>
                <a:stretch>
                  <a:fillRect/>
                </a:stretch>
              </p:blipFill>
              <p:spPr>
                <a:xfrm>
                  <a:off x="10392195" y="1231237"/>
                  <a:ext cx="139680" cy="34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7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7D27FABD-B65C-9279-788E-7C48F70EDC16}"/>
                    </a:ext>
                  </a:extLst>
                </p14:cNvPr>
                <p14:cNvContentPartPr/>
                <p14:nvPr/>
              </p14:nvContentPartPr>
              <p14:xfrm>
                <a:off x="10483635" y="1242757"/>
                <a:ext cx="66600" cy="345240"/>
              </p14:xfrm>
            </p:contentPart>
          </mc:Choice>
          <mc:Fallback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7D27FABD-B65C-9279-788E-7C48F70EDC16}"/>
                    </a:ext>
                  </a:extLst>
                </p:cNvPr>
                <p:cNvPicPr/>
                <p:nvPr/>
              </p:nvPicPr>
              <p:blipFill>
                <a:blip r:embed="rId208"/>
                <a:stretch>
                  <a:fillRect/>
                </a:stretch>
              </p:blipFill>
              <p:spPr>
                <a:xfrm>
                  <a:off x="10474995" y="1233757"/>
                  <a:ext cx="84240" cy="36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9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7E85A063-DADC-11B0-7892-890B3684EB8A}"/>
                    </a:ext>
                  </a:extLst>
                </p14:cNvPr>
                <p14:cNvContentPartPr/>
                <p14:nvPr/>
              </p14:nvContentPartPr>
              <p14:xfrm>
                <a:off x="10368435" y="1441117"/>
                <a:ext cx="184680" cy="54360"/>
              </p14:xfrm>
            </p:contentPart>
          </mc:Choice>
          <mc:Fallback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7E85A063-DADC-11B0-7892-890B3684EB8A}"/>
                    </a:ext>
                  </a:extLst>
                </p:cNvPr>
                <p:cNvPicPr/>
                <p:nvPr/>
              </p:nvPicPr>
              <p:blipFill>
                <a:blip r:embed="rId210"/>
                <a:stretch>
                  <a:fillRect/>
                </a:stretch>
              </p:blipFill>
              <p:spPr>
                <a:xfrm>
                  <a:off x="10359435" y="1432117"/>
                  <a:ext cx="202320" cy="7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1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C7FB7C74-7A1E-0E9F-F934-EAB8D2471C64}"/>
                    </a:ext>
                  </a:extLst>
                </p14:cNvPr>
                <p14:cNvContentPartPr/>
                <p14:nvPr/>
              </p14:nvContentPartPr>
              <p14:xfrm>
                <a:off x="10689195" y="1511317"/>
                <a:ext cx="360" cy="21960"/>
              </p14:xfrm>
            </p:contentPart>
          </mc:Choice>
          <mc:Fallback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C7FB7C74-7A1E-0E9F-F934-EAB8D2471C64}"/>
                    </a:ext>
                  </a:extLst>
                </p:cNvPr>
                <p:cNvPicPr/>
                <p:nvPr/>
              </p:nvPicPr>
              <p:blipFill>
                <a:blip r:embed="rId212"/>
                <a:stretch>
                  <a:fillRect/>
                </a:stretch>
              </p:blipFill>
              <p:spPr>
                <a:xfrm>
                  <a:off x="10680555" y="1502317"/>
                  <a:ext cx="18000" cy="3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3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BAF46F8D-8AC4-A8E6-563D-F2C23027D4B4}"/>
                    </a:ext>
                  </a:extLst>
                </p14:cNvPr>
                <p14:cNvContentPartPr/>
                <p14:nvPr/>
              </p14:nvContentPartPr>
              <p14:xfrm>
                <a:off x="10737075" y="1277677"/>
                <a:ext cx="158040" cy="309600"/>
              </p14:xfrm>
            </p:contentPart>
          </mc:Choice>
          <mc:Fallback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BAF46F8D-8AC4-A8E6-563D-F2C23027D4B4}"/>
                    </a:ext>
                  </a:extLst>
                </p:cNvPr>
                <p:cNvPicPr/>
                <p:nvPr/>
              </p:nvPicPr>
              <p:blipFill>
                <a:blip r:embed="rId214"/>
                <a:stretch>
                  <a:fillRect/>
                </a:stretch>
              </p:blipFill>
              <p:spPr>
                <a:xfrm>
                  <a:off x="10728435" y="1269037"/>
                  <a:ext cx="175680" cy="32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5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2CE17832-1E7E-7EA4-D72A-85CF5B6F52DC}"/>
                    </a:ext>
                  </a:extLst>
                </p14:cNvPr>
                <p14:cNvContentPartPr/>
                <p14:nvPr/>
              </p14:nvContentPartPr>
              <p14:xfrm>
                <a:off x="10428195" y="1202077"/>
                <a:ext cx="142920" cy="5760"/>
              </p14:xfrm>
            </p:contentPart>
          </mc:Choice>
          <mc:Fallback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2CE17832-1E7E-7EA4-D72A-85CF5B6F52DC}"/>
                    </a:ext>
                  </a:extLst>
                </p:cNvPr>
                <p:cNvPicPr/>
                <p:nvPr/>
              </p:nvPicPr>
              <p:blipFill>
                <a:blip r:embed="rId216"/>
                <a:stretch>
                  <a:fillRect/>
                </a:stretch>
              </p:blipFill>
              <p:spPr>
                <a:xfrm>
                  <a:off x="10419555" y="1193437"/>
                  <a:ext cx="16056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7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5987AC28-C815-1DCA-009E-CE508F8D077D}"/>
                    </a:ext>
                  </a:extLst>
                </p14:cNvPr>
                <p14:cNvContentPartPr/>
                <p14:nvPr/>
              </p14:nvContentPartPr>
              <p14:xfrm>
                <a:off x="10770195" y="1176517"/>
                <a:ext cx="114480" cy="19080"/>
              </p14:xfrm>
            </p:contentPart>
          </mc:Choice>
          <mc:Fallback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5987AC28-C815-1DCA-009E-CE508F8D077D}"/>
                    </a:ext>
                  </a:extLst>
                </p:cNvPr>
                <p:cNvPicPr/>
                <p:nvPr/>
              </p:nvPicPr>
              <p:blipFill>
                <a:blip r:embed="rId218"/>
                <a:stretch>
                  <a:fillRect/>
                </a:stretch>
              </p:blipFill>
              <p:spPr>
                <a:xfrm>
                  <a:off x="10761555" y="1167517"/>
                  <a:ext cx="132120" cy="367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19">
            <p14:nvContentPartPr>
              <p14:cNvPr id="135" name="Ink 134">
                <a:extLst>
                  <a:ext uri="{FF2B5EF4-FFF2-40B4-BE49-F238E27FC236}">
                    <a16:creationId xmlns:a16="http://schemas.microsoft.com/office/drawing/2014/main" id="{9DD3A320-EA37-2187-1606-55134A29B85A}"/>
                  </a:ext>
                </a:extLst>
              </p14:cNvPr>
              <p14:cNvContentPartPr/>
              <p14:nvPr/>
            </p14:nvContentPartPr>
            <p14:xfrm>
              <a:off x="11070075" y="1212877"/>
              <a:ext cx="78480" cy="445680"/>
            </p14:xfrm>
          </p:contentPart>
        </mc:Choice>
        <mc:Fallback>
          <p:pic>
            <p:nvPicPr>
              <p:cNvPr id="135" name="Ink 134">
                <a:extLst>
                  <a:ext uri="{FF2B5EF4-FFF2-40B4-BE49-F238E27FC236}">
                    <a16:creationId xmlns:a16="http://schemas.microsoft.com/office/drawing/2014/main" id="{9DD3A320-EA37-2187-1606-55134A29B85A}"/>
                  </a:ext>
                </a:extLst>
              </p:cNvPr>
              <p:cNvPicPr/>
              <p:nvPr/>
            </p:nvPicPr>
            <p:blipFill>
              <a:blip r:embed="rId220"/>
              <a:stretch>
                <a:fillRect/>
              </a:stretch>
            </p:blipFill>
            <p:spPr>
              <a:xfrm>
                <a:off x="11061435" y="1204237"/>
                <a:ext cx="96120" cy="463320"/>
              </a:xfrm>
              <a:prstGeom prst="rect">
                <a:avLst/>
              </a:prstGeom>
            </p:spPr>
          </p:pic>
        </mc:Fallback>
      </mc:AlternateContent>
      <p:grpSp>
        <p:nvGrpSpPr>
          <p:cNvPr id="143" name="Group 142">
            <a:extLst>
              <a:ext uri="{FF2B5EF4-FFF2-40B4-BE49-F238E27FC236}">
                <a16:creationId xmlns:a16="http://schemas.microsoft.com/office/drawing/2014/main" id="{24E99E7F-F8EE-A754-2DEA-F15105089B01}"/>
              </a:ext>
            </a:extLst>
          </p:cNvPr>
          <p:cNvGrpSpPr/>
          <p:nvPr/>
        </p:nvGrpSpPr>
        <p:grpSpPr>
          <a:xfrm>
            <a:off x="11305875" y="1264357"/>
            <a:ext cx="174240" cy="357480"/>
            <a:chOff x="11305875" y="1264357"/>
            <a:chExt cx="174240" cy="357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21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22F8A658-1F75-7FBD-45B0-0C0291811002}"/>
                    </a:ext>
                  </a:extLst>
                </p14:cNvPr>
                <p14:cNvContentPartPr/>
                <p14:nvPr/>
              </p14:nvContentPartPr>
              <p14:xfrm>
                <a:off x="11308755" y="1501957"/>
                <a:ext cx="360" cy="13680"/>
              </p14:xfrm>
            </p:contentPart>
          </mc:Choice>
          <mc:Fallback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22F8A658-1F75-7FBD-45B0-0C0291811002}"/>
                    </a:ext>
                  </a:extLst>
                </p:cNvPr>
                <p:cNvPicPr/>
                <p:nvPr/>
              </p:nvPicPr>
              <p:blipFill>
                <a:blip r:embed="rId222"/>
                <a:stretch>
                  <a:fillRect/>
                </a:stretch>
              </p:blipFill>
              <p:spPr>
                <a:xfrm>
                  <a:off x="11299755" y="1492957"/>
                  <a:ext cx="18000" cy="3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3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A9F3200A-8C51-2154-4213-C5FA92DA2814}"/>
                    </a:ext>
                  </a:extLst>
                </p14:cNvPr>
                <p14:cNvContentPartPr/>
                <p14:nvPr/>
              </p14:nvContentPartPr>
              <p14:xfrm>
                <a:off x="11316315" y="1264357"/>
                <a:ext cx="61920" cy="321480"/>
              </p14:xfrm>
            </p:contentPart>
          </mc:Choice>
          <mc:Fallback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A9F3200A-8C51-2154-4213-C5FA92DA2814}"/>
                    </a:ext>
                  </a:extLst>
                </p:cNvPr>
                <p:cNvPicPr/>
                <p:nvPr/>
              </p:nvPicPr>
              <p:blipFill>
                <a:blip r:embed="rId224"/>
                <a:stretch>
                  <a:fillRect/>
                </a:stretch>
              </p:blipFill>
              <p:spPr>
                <a:xfrm>
                  <a:off x="11307315" y="1255357"/>
                  <a:ext cx="79560" cy="33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5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8C823D00-F969-6B74-DD8C-7768AFEDB8C7}"/>
                    </a:ext>
                  </a:extLst>
                </p14:cNvPr>
                <p14:cNvContentPartPr/>
                <p14:nvPr/>
              </p14:nvContentPartPr>
              <p14:xfrm>
                <a:off x="11398755" y="1264717"/>
                <a:ext cx="81360" cy="357120"/>
              </p14:xfrm>
            </p:contentPart>
          </mc:Choice>
          <mc:Fallback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8C823D00-F969-6B74-DD8C-7768AFEDB8C7}"/>
                    </a:ext>
                  </a:extLst>
                </p:cNvPr>
                <p:cNvPicPr/>
                <p:nvPr/>
              </p:nvPicPr>
              <p:blipFill>
                <a:blip r:embed="rId226"/>
                <a:stretch>
                  <a:fillRect/>
                </a:stretch>
              </p:blipFill>
              <p:spPr>
                <a:xfrm>
                  <a:off x="11389755" y="1256077"/>
                  <a:ext cx="99000" cy="37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7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5B0BA5A6-A727-6686-9CD2-6CE7A62FC6C9}"/>
                    </a:ext>
                  </a:extLst>
                </p14:cNvPr>
                <p14:cNvContentPartPr/>
                <p14:nvPr/>
              </p14:nvContentPartPr>
              <p14:xfrm>
                <a:off x="11305875" y="1438237"/>
                <a:ext cx="169920" cy="38160"/>
              </p14:xfrm>
            </p:contentPart>
          </mc:Choice>
          <mc:Fallback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5B0BA5A6-A727-6686-9CD2-6CE7A62FC6C9}"/>
                    </a:ext>
                  </a:extLst>
                </p:cNvPr>
                <p:cNvPicPr/>
                <p:nvPr/>
              </p:nvPicPr>
              <p:blipFill>
                <a:blip r:embed="rId228"/>
                <a:stretch>
                  <a:fillRect/>
                </a:stretch>
              </p:blipFill>
              <p:spPr>
                <a:xfrm>
                  <a:off x="11296875" y="1429597"/>
                  <a:ext cx="187560" cy="55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2" name="Group 141">
            <a:extLst>
              <a:ext uri="{FF2B5EF4-FFF2-40B4-BE49-F238E27FC236}">
                <a16:creationId xmlns:a16="http://schemas.microsoft.com/office/drawing/2014/main" id="{D8A1EFC0-C66A-9B69-3652-7CD068718AD3}"/>
              </a:ext>
            </a:extLst>
          </p:cNvPr>
          <p:cNvGrpSpPr/>
          <p:nvPr/>
        </p:nvGrpSpPr>
        <p:grpSpPr>
          <a:xfrm>
            <a:off x="11668755" y="1416637"/>
            <a:ext cx="129240" cy="105840"/>
            <a:chOff x="11668755" y="1416637"/>
            <a:chExt cx="129240" cy="105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29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5B286177-78C0-6289-CEA5-1FB91FB26A02}"/>
                    </a:ext>
                  </a:extLst>
                </p14:cNvPr>
                <p14:cNvContentPartPr/>
                <p14:nvPr/>
              </p14:nvContentPartPr>
              <p14:xfrm>
                <a:off x="11668755" y="1488277"/>
                <a:ext cx="63360" cy="34200"/>
              </p14:xfrm>
            </p:contentPart>
          </mc:Choice>
          <mc:Fallback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5B286177-78C0-6289-CEA5-1FB91FB26A02}"/>
                    </a:ext>
                  </a:extLst>
                </p:cNvPr>
                <p:cNvPicPr/>
                <p:nvPr/>
              </p:nvPicPr>
              <p:blipFill>
                <a:blip r:embed="rId230"/>
                <a:stretch>
                  <a:fillRect/>
                </a:stretch>
              </p:blipFill>
              <p:spPr>
                <a:xfrm>
                  <a:off x="11659755" y="1479637"/>
                  <a:ext cx="81000" cy="5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1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8096E456-9904-A081-E7A6-A777F821E0E6}"/>
                    </a:ext>
                  </a:extLst>
                </p14:cNvPr>
                <p14:cNvContentPartPr/>
                <p14:nvPr/>
              </p14:nvContentPartPr>
              <p14:xfrm>
                <a:off x="11668755" y="1416637"/>
                <a:ext cx="129240" cy="72000"/>
              </p14:xfrm>
            </p:contentPart>
          </mc:Choice>
          <mc:Fallback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8096E456-9904-A081-E7A6-A777F821E0E6}"/>
                    </a:ext>
                  </a:extLst>
                </p:cNvPr>
                <p:cNvPicPr/>
                <p:nvPr/>
              </p:nvPicPr>
              <p:blipFill>
                <a:blip r:embed="rId232"/>
                <a:stretch>
                  <a:fillRect/>
                </a:stretch>
              </p:blipFill>
              <p:spPr>
                <a:xfrm>
                  <a:off x="11659755" y="1407997"/>
                  <a:ext cx="146880" cy="89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2" name="Group 161">
            <a:extLst>
              <a:ext uri="{FF2B5EF4-FFF2-40B4-BE49-F238E27FC236}">
                <a16:creationId xmlns:a16="http://schemas.microsoft.com/office/drawing/2014/main" id="{710F47B4-80C1-5A84-FB9E-0418597E75EA}"/>
              </a:ext>
            </a:extLst>
          </p:cNvPr>
          <p:cNvGrpSpPr/>
          <p:nvPr/>
        </p:nvGrpSpPr>
        <p:grpSpPr>
          <a:xfrm>
            <a:off x="9601275" y="1812277"/>
            <a:ext cx="1889280" cy="421200"/>
            <a:chOff x="9601275" y="1812277"/>
            <a:chExt cx="1889280" cy="421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33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40F85AA1-569E-1705-5C17-C51ADFAF2067}"/>
                    </a:ext>
                  </a:extLst>
                </p14:cNvPr>
                <p14:cNvContentPartPr/>
                <p14:nvPr/>
              </p14:nvContentPartPr>
              <p14:xfrm>
                <a:off x="9601275" y="2070037"/>
                <a:ext cx="126360" cy="31680"/>
              </p14:xfrm>
            </p:contentPart>
          </mc:Choice>
          <mc:Fallback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40F85AA1-569E-1705-5C17-C51ADFAF2067}"/>
                    </a:ext>
                  </a:extLst>
                </p:cNvPr>
                <p:cNvPicPr/>
                <p:nvPr/>
              </p:nvPicPr>
              <p:blipFill>
                <a:blip r:embed="rId234"/>
                <a:stretch>
                  <a:fillRect/>
                </a:stretch>
              </p:blipFill>
              <p:spPr>
                <a:xfrm>
                  <a:off x="9592635" y="2061397"/>
                  <a:ext cx="144000" cy="4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5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F81171DE-E06A-4B52-F614-2A9E610A04FD}"/>
                    </a:ext>
                  </a:extLst>
                </p14:cNvPr>
                <p14:cNvContentPartPr/>
                <p14:nvPr/>
              </p14:nvContentPartPr>
              <p14:xfrm>
                <a:off x="9618195" y="2006677"/>
                <a:ext cx="136800" cy="63720"/>
              </p14:xfrm>
            </p:contentPart>
          </mc:Choice>
          <mc:Fallback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F81171DE-E06A-4B52-F614-2A9E610A04FD}"/>
                    </a:ext>
                  </a:extLst>
                </p:cNvPr>
                <p:cNvPicPr/>
                <p:nvPr/>
              </p:nvPicPr>
              <p:blipFill>
                <a:blip r:embed="rId236"/>
                <a:stretch>
                  <a:fillRect/>
                </a:stretch>
              </p:blipFill>
              <p:spPr>
                <a:xfrm>
                  <a:off x="9609555" y="1998037"/>
                  <a:ext cx="154440" cy="8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7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216AC8C1-62C1-BD06-7E46-2E7ECF4E451E}"/>
                    </a:ext>
                  </a:extLst>
                </p14:cNvPr>
                <p14:cNvContentPartPr/>
                <p14:nvPr/>
              </p14:nvContentPartPr>
              <p14:xfrm>
                <a:off x="9849315" y="1893277"/>
                <a:ext cx="173160" cy="320400"/>
              </p14:xfrm>
            </p:contentPart>
          </mc:Choice>
          <mc:Fallback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216AC8C1-62C1-BD06-7E46-2E7ECF4E451E}"/>
                    </a:ext>
                  </a:extLst>
                </p:cNvPr>
                <p:cNvPicPr/>
                <p:nvPr/>
              </p:nvPicPr>
              <p:blipFill>
                <a:blip r:embed="rId238"/>
                <a:stretch>
                  <a:fillRect/>
                </a:stretch>
              </p:blipFill>
              <p:spPr>
                <a:xfrm>
                  <a:off x="9840315" y="1884277"/>
                  <a:ext cx="190800" cy="33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9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E2E81517-7A63-8EEF-0C5B-69B30C0C6CE2}"/>
                    </a:ext>
                  </a:extLst>
                </p14:cNvPr>
                <p14:cNvContentPartPr/>
                <p14:nvPr/>
              </p14:nvContentPartPr>
              <p14:xfrm>
                <a:off x="10146315" y="2130877"/>
                <a:ext cx="7920" cy="31320"/>
              </p14:xfrm>
            </p:contentPart>
          </mc:Choice>
          <mc:Fallback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E2E81517-7A63-8EEF-0C5B-69B30C0C6CE2}"/>
                    </a:ext>
                  </a:extLst>
                </p:cNvPr>
                <p:cNvPicPr/>
                <p:nvPr/>
              </p:nvPicPr>
              <p:blipFill>
                <a:blip r:embed="rId240"/>
                <a:stretch>
                  <a:fillRect/>
                </a:stretch>
              </p:blipFill>
              <p:spPr>
                <a:xfrm>
                  <a:off x="10137315" y="2122237"/>
                  <a:ext cx="25560" cy="4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1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3E5DCFAD-C0D5-38F7-29FA-7535205B262E}"/>
                    </a:ext>
                  </a:extLst>
                </p14:cNvPr>
                <p14:cNvContentPartPr/>
                <p14:nvPr/>
              </p14:nvContentPartPr>
              <p14:xfrm>
                <a:off x="10248195" y="1887517"/>
                <a:ext cx="102240" cy="303120"/>
              </p14:xfrm>
            </p:contentPart>
          </mc:Choice>
          <mc:Fallback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3E5DCFAD-C0D5-38F7-29FA-7535205B262E}"/>
                    </a:ext>
                  </a:extLst>
                </p:cNvPr>
                <p:cNvPicPr/>
                <p:nvPr/>
              </p:nvPicPr>
              <p:blipFill>
                <a:blip r:embed="rId242"/>
                <a:stretch>
                  <a:fillRect/>
                </a:stretch>
              </p:blipFill>
              <p:spPr>
                <a:xfrm>
                  <a:off x="10239555" y="1878877"/>
                  <a:ext cx="119880" cy="32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3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9929B3E2-D23E-B674-6D3A-18A1F910BA47}"/>
                    </a:ext>
                  </a:extLst>
                </p14:cNvPr>
                <p14:cNvContentPartPr/>
                <p14:nvPr/>
              </p14:nvContentPartPr>
              <p14:xfrm>
                <a:off x="10354755" y="1902637"/>
                <a:ext cx="90360" cy="330840"/>
              </p14:xfrm>
            </p:contentPart>
          </mc:Choice>
          <mc:Fallback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9929B3E2-D23E-B674-6D3A-18A1F910BA47}"/>
                    </a:ext>
                  </a:extLst>
                </p:cNvPr>
                <p:cNvPicPr/>
                <p:nvPr/>
              </p:nvPicPr>
              <p:blipFill>
                <a:blip r:embed="rId244"/>
                <a:stretch>
                  <a:fillRect/>
                </a:stretch>
              </p:blipFill>
              <p:spPr>
                <a:xfrm>
                  <a:off x="10346115" y="1893997"/>
                  <a:ext cx="108000" cy="34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5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7707C903-1F1F-5F60-DBE7-AC98AA115778}"/>
                    </a:ext>
                  </a:extLst>
                </p14:cNvPr>
                <p14:cNvContentPartPr/>
                <p14:nvPr/>
              </p14:nvContentPartPr>
              <p14:xfrm>
                <a:off x="10252875" y="2120077"/>
                <a:ext cx="181800" cy="20520"/>
              </p14:xfrm>
            </p:contentPart>
          </mc:Choice>
          <mc:Fallback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7707C903-1F1F-5F60-DBE7-AC98AA115778}"/>
                    </a:ext>
                  </a:extLst>
                </p:cNvPr>
                <p:cNvPicPr/>
                <p:nvPr/>
              </p:nvPicPr>
              <p:blipFill>
                <a:blip r:embed="rId246"/>
                <a:stretch>
                  <a:fillRect/>
                </a:stretch>
              </p:blipFill>
              <p:spPr>
                <a:xfrm>
                  <a:off x="10243875" y="2111437"/>
                  <a:ext cx="199440" cy="3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7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1236710E-419E-D0E9-D413-7EF5BFC38BA0}"/>
                    </a:ext>
                  </a:extLst>
                </p14:cNvPr>
                <p14:cNvContentPartPr/>
                <p14:nvPr/>
              </p14:nvContentPartPr>
              <p14:xfrm>
                <a:off x="10300755" y="1836757"/>
                <a:ext cx="201240" cy="5760"/>
              </p14:xfrm>
            </p:contentPart>
          </mc:Choice>
          <mc:Fallback>
            <p:pic>
              <p:nvPicPr>
                <p:cNvPr id="153" name="Ink 152">
                  <a:extLst>
                    <a:ext uri="{FF2B5EF4-FFF2-40B4-BE49-F238E27FC236}">
                      <a16:creationId xmlns:a16="http://schemas.microsoft.com/office/drawing/2014/main" id="{1236710E-419E-D0E9-D413-7EF5BFC38BA0}"/>
                    </a:ext>
                  </a:extLst>
                </p:cNvPr>
                <p:cNvPicPr/>
                <p:nvPr/>
              </p:nvPicPr>
              <p:blipFill>
                <a:blip r:embed="rId248"/>
                <a:stretch>
                  <a:fillRect/>
                </a:stretch>
              </p:blipFill>
              <p:spPr>
                <a:xfrm>
                  <a:off x="10292115" y="1827757"/>
                  <a:ext cx="21888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9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207AA805-E5D6-6488-5AFF-74914F880E3D}"/>
                    </a:ext>
                  </a:extLst>
                </p14:cNvPr>
                <p14:cNvContentPartPr/>
                <p14:nvPr/>
              </p14:nvContentPartPr>
              <p14:xfrm>
                <a:off x="10608195" y="2159317"/>
                <a:ext cx="1800" cy="21960"/>
              </p14:xfrm>
            </p:contentPart>
          </mc:Choice>
          <mc:Fallback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207AA805-E5D6-6488-5AFF-74914F880E3D}"/>
                    </a:ext>
                  </a:extLst>
                </p:cNvPr>
                <p:cNvPicPr/>
                <p:nvPr/>
              </p:nvPicPr>
              <p:blipFill>
                <a:blip r:embed="rId212"/>
                <a:stretch>
                  <a:fillRect/>
                </a:stretch>
              </p:blipFill>
              <p:spPr>
                <a:xfrm>
                  <a:off x="10599555" y="2150317"/>
                  <a:ext cx="19440" cy="3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0">
              <p14:nvContentPartPr>
                <p14:cNvPr id="155" name="Ink 154">
                  <a:extLst>
                    <a:ext uri="{FF2B5EF4-FFF2-40B4-BE49-F238E27FC236}">
                      <a16:creationId xmlns:a16="http://schemas.microsoft.com/office/drawing/2014/main" id="{44FB62C6-AD25-4B24-6524-B655BA242371}"/>
                    </a:ext>
                  </a:extLst>
                </p14:cNvPr>
                <p14:cNvContentPartPr/>
                <p14:nvPr/>
              </p14:nvContentPartPr>
              <p14:xfrm>
                <a:off x="10665075" y="1920277"/>
                <a:ext cx="76680" cy="245880"/>
              </p14:xfrm>
            </p:contentPart>
          </mc:Choice>
          <mc:Fallback>
            <p:pic>
              <p:nvPicPr>
                <p:cNvPr id="155" name="Ink 154">
                  <a:extLst>
                    <a:ext uri="{FF2B5EF4-FFF2-40B4-BE49-F238E27FC236}">
                      <a16:creationId xmlns:a16="http://schemas.microsoft.com/office/drawing/2014/main" id="{44FB62C6-AD25-4B24-6524-B655BA242371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10656435" y="1911637"/>
                  <a:ext cx="94320" cy="26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2">
              <p14:nvContentPartPr>
                <p14:cNvPr id="156" name="Ink 155">
                  <a:extLst>
                    <a:ext uri="{FF2B5EF4-FFF2-40B4-BE49-F238E27FC236}">
                      <a16:creationId xmlns:a16="http://schemas.microsoft.com/office/drawing/2014/main" id="{251D3D57-76D8-2F0B-2F24-93DC59393E6E}"/>
                    </a:ext>
                  </a:extLst>
                </p14:cNvPr>
                <p14:cNvContentPartPr/>
                <p14:nvPr/>
              </p14:nvContentPartPr>
              <p14:xfrm>
                <a:off x="10746075" y="1905517"/>
                <a:ext cx="102240" cy="302400"/>
              </p14:xfrm>
            </p:contentPart>
          </mc:Choice>
          <mc:Fallback>
            <p:pic>
              <p:nvPicPr>
                <p:cNvPr id="156" name="Ink 155">
                  <a:extLst>
                    <a:ext uri="{FF2B5EF4-FFF2-40B4-BE49-F238E27FC236}">
                      <a16:creationId xmlns:a16="http://schemas.microsoft.com/office/drawing/2014/main" id="{251D3D57-76D8-2F0B-2F24-93DC59393E6E}"/>
                    </a:ext>
                  </a:extLst>
                </p:cNvPr>
                <p:cNvPicPr/>
                <p:nvPr/>
              </p:nvPicPr>
              <p:blipFill>
                <a:blip r:embed="rId253"/>
                <a:stretch>
                  <a:fillRect/>
                </a:stretch>
              </p:blipFill>
              <p:spPr>
                <a:xfrm>
                  <a:off x="10737435" y="1896517"/>
                  <a:ext cx="119880" cy="32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4">
              <p14:nvContentPartPr>
                <p14:cNvPr id="157" name="Ink 156">
                  <a:extLst>
                    <a:ext uri="{FF2B5EF4-FFF2-40B4-BE49-F238E27FC236}">
                      <a16:creationId xmlns:a16="http://schemas.microsoft.com/office/drawing/2014/main" id="{1FC9FC7B-9D0F-48D6-02D8-1B73B313B69F}"/>
                    </a:ext>
                  </a:extLst>
                </p14:cNvPr>
                <p14:cNvContentPartPr/>
                <p14:nvPr/>
              </p14:nvContentPartPr>
              <p14:xfrm>
                <a:off x="10651755" y="2109277"/>
                <a:ext cx="360360" cy="92160"/>
              </p14:xfrm>
            </p:contentPart>
          </mc:Choice>
          <mc:Fallback>
            <p:pic>
              <p:nvPicPr>
                <p:cNvPr id="157" name="Ink 156">
                  <a:extLst>
                    <a:ext uri="{FF2B5EF4-FFF2-40B4-BE49-F238E27FC236}">
                      <a16:creationId xmlns:a16="http://schemas.microsoft.com/office/drawing/2014/main" id="{1FC9FC7B-9D0F-48D6-02D8-1B73B313B69F}"/>
                    </a:ext>
                  </a:extLst>
                </p:cNvPr>
                <p:cNvPicPr/>
                <p:nvPr/>
              </p:nvPicPr>
              <p:blipFill>
                <a:blip r:embed="rId255"/>
                <a:stretch>
                  <a:fillRect/>
                </a:stretch>
              </p:blipFill>
              <p:spPr>
                <a:xfrm>
                  <a:off x="10642755" y="2100637"/>
                  <a:ext cx="378000" cy="10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6">
              <p14:nvContentPartPr>
                <p14:cNvPr id="158" name="Ink 157">
                  <a:extLst>
                    <a:ext uri="{FF2B5EF4-FFF2-40B4-BE49-F238E27FC236}">
                      <a16:creationId xmlns:a16="http://schemas.microsoft.com/office/drawing/2014/main" id="{F4FA0522-26D2-B9A4-1636-7F95E7330175}"/>
                    </a:ext>
                  </a:extLst>
                </p14:cNvPr>
                <p14:cNvContentPartPr/>
                <p14:nvPr/>
              </p14:nvContentPartPr>
              <p14:xfrm>
                <a:off x="11061075" y="1894717"/>
                <a:ext cx="152640" cy="320400"/>
              </p14:xfrm>
            </p:contentPart>
          </mc:Choice>
          <mc:Fallback>
            <p:pic>
              <p:nvPicPr>
                <p:cNvPr id="158" name="Ink 157">
                  <a:extLst>
                    <a:ext uri="{FF2B5EF4-FFF2-40B4-BE49-F238E27FC236}">
                      <a16:creationId xmlns:a16="http://schemas.microsoft.com/office/drawing/2014/main" id="{F4FA0522-26D2-B9A4-1636-7F95E7330175}"/>
                    </a:ext>
                  </a:extLst>
                </p:cNvPr>
                <p:cNvPicPr/>
                <p:nvPr/>
              </p:nvPicPr>
              <p:blipFill>
                <a:blip r:embed="rId257"/>
                <a:stretch>
                  <a:fillRect/>
                </a:stretch>
              </p:blipFill>
              <p:spPr>
                <a:xfrm>
                  <a:off x="11052435" y="1885717"/>
                  <a:ext cx="170280" cy="33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8">
              <p14:nvContentPartPr>
                <p14:cNvPr id="159" name="Ink 158">
                  <a:extLst>
                    <a:ext uri="{FF2B5EF4-FFF2-40B4-BE49-F238E27FC236}">
                      <a16:creationId xmlns:a16="http://schemas.microsoft.com/office/drawing/2014/main" id="{5A484EEB-F85F-A130-AE98-CA1A88FE08B7}"/>
                    </a:ext>
                  </a:extLst>
                </p14:cNvPr>
                <p14:cNvContentPartPr/>
                <p14:nvPr/>
              </p14:nvContentPartPr>
              <p14:xfrm>
                <a:off x="11023635" y="1812277"/>
                <a:ext cx="159480" cy="28800"/>
              </p14:xfrm>
            </p:contentPart>
          </mc:Choice>
          <mc:Fallback>
            <p:pic>
              <p:nvPicPr>
                <p:cNvPr id="159" name="Ink 158">
                  <a:extLst>
                    <a:ext uri="{FF2B5EF4-FFF2-40B4-BE49-F238E27FC236}">
                      <a16:creationId xmlns:a16="http://schemas.microsoft.com/office/drawing/2014/main" id="{5A484EEB-F85F-A130-AE98-CA1A88FE08B7}"/>
                    </a:ext>
                  </a:extLst>
                </p:cNvPr>
                <p:cNvPicPr/>
                <p:nvPr/>
              </p:nvPicPr>
              <p:blipFill>
                <a:blip r:embed="rId259"/>
                <a:stretch>
                  <a:fillRect/>
                </a:stretch>
              </p:blipFill>
              <p:spPr>
                <a:xfrm>
                  <a:off x="11014995" y="1803637"/>
                  <a:ext cx="177120" cy="4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0">
              <p14:nvContentPartPr>
                <p14:cNvPr id="160" name="Ink 159">
                  <a:extLst>
                    <a:ext uri="{FF2B5EF4-FFF2-40B4-BE49-F238E27FC236}">
                      <a16:creationId xmlns:a16="http://schemas.microsoft.com/office/drawing/2014/main" id="{67C01B16-1E70-3386-3AAE-779232C98458}"/>
                    </a:ext>
                  </a:extLst>
                </p14:cNvPr>
                <p14:cNvContentPartPr/>
                <p14:nvPr/>
              </p14:nvContentPartPr>
              <p14:xfrm>
                <a:off x="11355195" y="2021437"/>
                <a:ext cx="117360" cy="11160"/>
              </p14:xfrm>
            </p:contentPart>
          </mc:Choice>
          <mc:Fallback>
            <p:pic>
              <p:nvPicPr>
                <p:cNvPr id="160" name="Ink 159">
                  <a:extLst>
                    <a:ext uri="{FF2B5EF4-FFF2-40B4-BE49-F238E27FC236}">
                      <a16:creationId xmlns:a16="http://schemas.microsoft.com/office/drawing/2014/main" id="{67C01B16-1E70-3386-3AAE-779232C98458}"/>
                    </a:ext>
                  </a:extLst>
                </p:cNvPr>
                <p:cNvPicPr/>
                <p:nvPr/>
              </p:nvPicPr>
              <p:blipFill>
                <a:blip r:embed="rId261"/>
                <a:stretch>
                  <a:fillRect/>
                </a:stretch>
              </p:blipFill>
              <p:spPr>
                <a:xfrm>
                  <a:off x="11346555" y="2012797"/>
                  <a:ext cx="135000" cy="2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2">
              <p14:nvContentPartPr>
                <p14:cNvPr id="161" name="Ink 160">
                  <a:extLst>
                    <a:ext uri="{FF2B5EF4-FFF2-40B4-BE49-F238E27FC236}">
                      <a16:creationId xmlns:a16="http://schemas.microsoft.com/office/drawing/2014/main" id="{742FEAB7-90F2-982E-3B5C-581B9D3CA8DF}"/>
                    </a:ext>
                  </a:extLst>
                </p14:cNvPr>
                <p14:cNvContentPartPr/>
                <p14:nvPr/>
              </p14:nvContentPartPr>
              <p14:xfrm>
                <a:off x="11383635" y="1921717"/>
                <a:ext cx="106920" cy="20520"/>
              </p14:xfrm>
            </p:contentPart>
          </mc:Choice>
          <mc:Fallback>
            <p:pic>
              <p:nvPicPr>
                <p:cNvPr id="161" name="Ink 160">
                  <a:extLst>
                    <a:ext uri="{FF2B5EF4-FFF2-40B4-BE49-F238E27FC236}">
                      <a16:creationId xmlns:a16="http://schemas.microsoft.com/office/drawing/2014/main" id="{742FEAB7-90F2-982E-3B5C-581B9D3CA8DF}"/>
                    </a:ext>
                  </a:extLst>
                </p:cNvPr>
                <p:cNvPicPr/>
                <p:nvPr/>
              </p:nvPicPr>
              <p:blipFill>
                <a:blip r:embed="rId263"/>
                <a:stretch>
                  <a:fillRect/>
                </a:stretch>
              </p:blipFill>
              <p:spPr>
                <a:xfrm>
                  <a:off x="11374995" y="1912717"/>
                  <a:ext cx="124560" cy="381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64">
            <p14:nvContentPartPr>
              <p14:cNvPr id="163" name="Ink 162">
                <a:extLst>
                  <a:ext uri="{FF2B5EF4-FFF2-40B4-BE49-F238E27FC236}">
                    <a16:creationId xmlns:a16="http://schemas.microsoft.com/office/drawing/2014/main" id="{08703582-048A-452D-CDF0-D38300498A79}"/>
                  </a:ext>
                </a:extLst>
              </p14:cNvPr>
              <p14:cNvContentPartPr/>
              <p14:nvPr/>
            </p14:nvContentPartPr>
            <p14:xfrm>
              <a:off x="11719515" y="1844677"/>
              <a:ext cx="241560" cy="314280"/>
            </p14:xfrm>
          </p:contentPart>
        </mc:Choice>
        <mc:Fallback>
          <p:pic>
            <p:nvPicPr>
              <p:cNvPr id="163" name="Ink 162">
                <a:extLst>
                  <a:ext uri="{FF2B5EF4-FFF2-40B4-BE49-F238E27FC236}">
                    <a16:creationId xmlns:a16="http://schemas.microsoft.com/office/drawing/2014/main" id="{08703582-048A-452D-CDF0-D38300498A79}"/>
                  </a:ext>
                </a:extLst>
              </p:cNvPr>
              <p:cNvPicPr/>
              <p:nvPr/>
            </p:nvPicPr>
            <p:blipFill>
              <a:blip r:embed="rId265"/>
              <a:stretch>
                <a:fillRect/>
              </a:stretch>
            </p:blipFill>
            <p:spPr>
              <a:xfrm>
                <a:off x="11710515" y="1836037"/>
                <a:ext cx="259200" cy="331920"/>
              </a:xfrm>
              <a:prstGeom prst="rect">
                <a:avLst/>
              </a:prstGeom>
            </p:spPr>
          </p:pic>
        </mc:Fallback>
      </mc:AlternateContent>
      <p:grpSp>
        <p:nvGrpSpPr>
          <p:cNvPr id="170" name="Group 169">
            <a:extLst>
              <a:ext uri="{FF2B5EF4-FFF2-40B4-BE49-F238E27FC236}">
                <a16:creationId xmlns:a16="http://schemas.microsoft.com/office/drawing/2014/main" id="{86AC6A4B-2A37-45EC-ADCC-9648449F9061}"/>
              </a:ext>
            </a:extLst>
          </p:cNvPr>
          <p:cNvGrpSpPr/>
          <p:nvPr/>
        </p:nvGrpSpPr>
        <p:grpSpPr>
          <a:xfrm>
            <a:off x="339555" y="3394117"/>
            <a:ext cx="352800" cy="523080"/>
            <a:chOff x="339555" y="3394117"/>
            <a:chExt cx="352800" cy="523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66">
              <p14:nvContentPartPr>
                <p14:cNvPr id="164" name="Ink 163">
                  <a:extLst>
                    <a:ext uri="{FF2B5EF4-FFF2-40B4-BE49-F238E27FC236}">
                      <a16:creationId xmlns:a16="http://schemas.microsoft.com/office/drawing/2014/main" id="{4A9BD25B-DBD2-5C26-65CA-3CC9ACFFE9E0}"/>
                    </a:ext>
                  </a:extLst>
                </p14:cNvPr>
                <p14:cNvContentPartPr/>
                <p14:nvPr/>
              </p14:nvContentPartPr>
              <p14:xfrm>
                <a:off x="384555" y="3410677"/>
                <a:ext cx="52200" cy="506520"/>
              </p14:xfrm>
            </p:contentPart>
          </mc:Choice>
          <mc:Fallback>
            <p:pic>
              <p:nvPicPr>
                <p:cNvPr id="164" name="Ink 163">
                  <a:extLst>
                    <a:ext uri="{FF2B5EF4-FFF2-40B4-BE49-F238E27FC236}">
                      <a16:creationId xmlns:a16="http://schemas.microsoft.com/office/drawing/2014/main" id="{4A9BD25B-DBD2-5C26-65CA-3CC9ACFFE9E0}"/>
                    </a:ext>
                  </a:extLst>
                </p:cNvPr>
                <p:cNvPicPr/>
                <p:nvPr/>
              </p:nvPicPr>
              <p:blipFill>
                <a:blip r:embed="rId267"/>
                <a:stretch>
                  <a:fillRect/>
                </a:stretch>
              </p:blipFill>
              <p:spPr>
                <a:xfrm>
                  <a:off x="375555" y="3402037"/>
                  <a:ext cx="69840" cy="52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8">
              <p14:nvContentPartPr>
                <p14:cNvPr id="165" name="Ink 164">
                  <a:extLst>
                    <a:ext uri="{FF2B5EF4-FFF2-40B4-BE49-F238E27FC236}">
                      <a16:creationId xmlns:a16="http://schemas.microsoft.com/office/drawing/2014/main" id="{7E1326ED-ADF2-7191-6E60-39EBA3688C59}"/>
                    </a:ext>
                  </a:extLst>
                </p14:cNvPr>
                <p14:cNvContentPartPr/>
                <p14:nvPr/>
              </p14:nvContentPartPr>
              <p14:xfrm>
                <a:off x="395715" y="3394117"/>
                <a:ext cx="296640" cy="31680"/>
              </p14:xfrm>
            </p:contentPart>
          </mc:Choice>
          <mc:Fallback>
            <p:pic>
              <p:nvPicPr>
                <p:cNvPr id="165" name="Ink 164">
                  <a:extLst>
                    <a:ext uri="{FF2B5EF4-FFF2-40B4-BE49-F238E27FC236}">
                      <a16:creationId xmlns:a16="http://schemas.microsoft.com/office/drawing/2014/main" id="{7E1326ED-ADF2-7191-6E60-39EBA3688C59}"/>
                    </a:ext>
                  </a:extLst>
                </p:cNvPr>
                <p:cNvPicPr/>
                <p:nvPr/>
              </p:nvPicPr>
              <p:blipFill>
                <a:blip r:embed="rId269"/>
                <a:stretch>
                  <a:fillRect/>
                </a:stretch>
              </p:blipFill>
              <p:spPr>
                <a:xfrm>
                  <a:off x="386715" y="3385117"/>
                  <a:ext cx="314280" cy="4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0">
              <p14:nvContentPartPr>
                <p14:cNvPr id="166" name="Ink 165">
                  <a:extLst>
                    <a:ext uri="{FF2B5EF4-FFF2-40B4-BE49-F238E27FC236}">
                      <a16:creationId xmlns:a16="http://schemas.microsoft.com/office/drawing/2014/main" id="{A60AC23C-7089-BA02-C1E4-48ECDB4B167F}"/>
                    </a:ext>
                  </a:extLst>
                </p14:cNvPr>
                <p14:cNvContentPartPr/>
                <p14:nvPr/>
              </p14:nvContentPartPr>
              <p14:xfrm>
                <a:off x="339555" y="3602197"/>
                <a:ext cx="331920" cy="61200"/>
              </p14:xfrm>
            </p:contentPart>
          </mc:Choice>
          <mc:Fallback>
            <p:pic>
              <p:nvPicPr>
                <p:cNvPr id="166" name="Ink 165">
                  <a:extLst>
                    <a:ext uri="{FF2B5EF4-FFF2-40B4-BE49-F238E27FC236}">
                      <a16:creationId xmlns:a16="http://schemas.microsoft.com/office/drawing/2014/main" id="{A60AC23C-7089-BA02-C1E4-48ECDB4B167F}"/>
                    </a:ext>
                  </a:extLst>
                </p:cNvPr>
                <p:cNvPicPr/>
                <p:nvPr/>
              </p:nvPicPr>
              <p:blipFill>
                <a:blip r:embed="rId271"/>
                <a:stretch>
                  <a:fillRect/>
                </a:stretch>
              </p:blipFill>
              <p:spPr>
                <a:xfrm>
                  <a:off x="330915" y="3593557"/>
                  <a:ext cx="349560" cy="78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9" name="Group 168">
            <a:extLst>
              <a:ext uri="{FF2B5EF4-FFF2-40B4-BE49-F238E27FC236}">
                <a16:creationId xmlns:a16="http://schemas.microsoft.com/office/drawing/2014/main" id="{9030E274-AE4F-6F14-A30E-29FAED9B0352}"/>
              </a:ext>
            </a:extLst>
          </p:cNvPr>
          <p:cNvGrpSpPr/>
          <p:nvPr/>
        </p:nvGrpSpPr>
        <p:grpSpPr>
          <a:xfrm>
            <a:off x="1028235" y="3552157"/>
            <a:ext cx="244440" cy="173160"/>
            <a:chOff x="1028235" y="3552157"/>
            <a:chExt cx="244440" cy="173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72">
              <p14:nvContentPartPr>
                <p14:cNvPr id="167" name="Ink 166">
                  <a:extLst>
                    <a:ext uri="{FF2B5EF4-FFF2-40B4-BE49-F238E27FC236}">
                      <a16:creationId xmlns:a16="http://schemas.microsoft.com/office/drawing/2014/main" id="{69BB9BFF-5285-3E81-A406-326E4FF74284}"/>
                    </a:ext>
                  </a:extLst>
                </p14:cNvPr>
                <p14:cNvContentPartPr/>
                <p14:nvPr/>
              </p14:nvContentPartPr>
              <p14:xfrm>
                <a:off x="1028235" y="3677797"/>
                <a:ext cx="186480" cy="47520"/>
              </p14:xfrm>
            </p:contentPart>
          </mc:Choice>
          <mc:Fallback>
            <p:pic>
              <p:nvPicPr>
                <p:cNvPr id="167" name="Ink 166">
                  <a:extLst>
                    <a:ext uri="{FF2B5EF4-FFF2-40B4-BE49-F238E27FC236}">
                      <a16:creationId xmlns:a16="http://schemas.microsoft.com/office/drawing/2014/main" id="{69BB9BFF-5285-3E81-A406-326E4FF74284}"/>
                    </a:ext>
                  </a:extLst>
                </p:cNvPr>
                <p:cNvPicPr/>
                <p:nvPr/>
              </p:nvPicPr>
              <p:blipFill>
                <a:blip r:embed="rId273"/>
                <a:stretch>
                  <a:fillRect/>
                </a:stretch>
              </p:blipFill>
              <p:spPr>
                <a:xfrm>
                  <a:off x="1019235" y="3669157"/>
                  <a:ext cx="204120" cy="6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4">
              <p14:nvContentPartPr>
                <p14:cNvPr id="168" name="Ink 167">
                  <a:extLst>
                    <a:ext uri="{FF2B5EF4-FFF2-40B4-BE49-F238E27FC236}">
                      <a16:creationId xmlns:a16="http://schemas.microsoft.com/office/drawing/2014/main" id="{4BC3403D-4413-CD5A-107F-7738F2E82DC8}"/>
                    </a:ext>
                  </a:extLst>
                </p14:cNvPr>
                <p14:cNvContentPartPr/>
                <p14:nvPr/>
              </p14:nvContentPartPr>
              <p14:xfrm>
                <a:off x="1044435" y="3552157"/>
                <a:ext cx="228240" cy="43560"/>
              </p14:xfrm>
            </p:contentPart>
          </mc:Choice>
          <mc:Fallback>
            <p:pic>
              <p:nvPicPr>
                <p:cNvPr id="168" name="Ink 167">
                  <a:extLst>
                    <a:ext uri="{FF2B5EF4-FFF2-40B4-BE49-F238E27FC236}">
                      <a16:creationId xmlns:a16="http://schemas.microsoft.com/office/drawing/2014/main" id="{4BC3403D-4413-CD5A-107F-7738F2E82DC8}"/>
                    </a:ext>
                  </a:extLst>
                </p:cNvPr>
                <p:cNvPicPr/>
                <p:nvPr/>
              </p:nvPicPr>
              <p:blipFill>
                <a:blip r:embed="rId275"/>
                <a:stretch>
                  <a:fillRect/>
                </a:stretch>
              </p:blipFill>
              <p:spPr>
                <a:xfrm>
                  <a:off x="1035795" y="3543517"/>
                  <a:ext cx="245880" cy="61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1" name="Group 180">
            <a:extLst>
              <a:ext uri="{FF2B5EF4-FFF2-40B4-BE49-F238E27FC236}">
                <a16:creationId xmlns:a16="http://schemas.microsoft.com/office/drawing/2014/main" id="{16FC540C-670A-6D3E-E990-65C6D8F65B83}"/>
              </a:ext>
            </a:extLst>
          </p:cNvPr>
          <p:cNvGrpSpPr/>
          <p:nvPr/>
        </p:nvGrpSpPr>
        <p:grpSpPr>
          <a:xfrm>
            <a:off x="1487235" y="3386557"/>
            <a:ext cx="639000" cy="411840"/>
            <a:chOff x="1487235" y="3386557"/>
            <a:chExt cx="639000" cy="411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76">
              <p14:nvContentPartPr>
                <p14:cNvPr id="171" name="Ink 170">
                  <a:extLst>
                    <a:ext uri="{FF2B5EF4-FFF2-40B4-BE49-F238E27FC236}">
                      <a16:creationId xmlns:a16="http://schemas.microsoft.com/office/drawing/2014/main" id="{440B0BFA-C35C-5E95-DFC1-143E29AD669E}"/>
                    </a:ext>
                  </a:extLst>
                </p14:cNvPr>
                <p14:cNvContentPartPr/>
                <p14:nvPr/>
              </p14:nvContentPartPr>
              <p14:xfrm>
                <a:off x="1496235" y="3386557"/>
                <a:ext cx="97920" cy="342720"/>
              </p14:xfrm>
            </p:contentPart>
          </mc:Choice>
          <mc:Fallback>
            <p:pic>
              <p:nvPicPr>
                <p:cNvPr id="171" name="Ink 170">
                  <a:extLst>
                    <a:ext uri="{FF2B5EF4-FFF2-40B4-BE49-F238E27FC236}">
                      <a16:creationId xmlns:a16="http://schemas.microsoft.com/office/drawing/2014/main" id="{440B0BFA-C35C-5E95-DFC1-143E29AD669E}"/>
                    </a:ext>
                  </a:extLst>
                </p:cNvPr>
                <p:cNvPicPr/>
                <p:nvPr/>
              </p:nvPicPr>
              <p:blipFill>
                <a:blip r:embed="rId277"/>
                <a:stretch>
                  <a:fillRect/>
                </a:stretch>
              </p:blipFill>
              <p:spPr>
                <a:xfrm>
                  <a:off x="1487235" y="3377917"/>
                  <a:ext cx="115560" cy="36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8">
              <p14:nvContentPartPr>
                <p14:cNvPr id="172" name="Ink 171">
                  <a:extLst>
                    <a:ext uri="{FF2B5EF4-FFF2-40B4-BE49-F238E27FC236}">
                      <a16:creationId xmlns:a16="http://schemas.microsoft.com/office/drawing/2014/main" id="{6EED00DA-8EB7-E5DC-918E-E778B8C0BA94}"/>
                    </a:ext>
                  </a:extLst>
                </p14:cNvPr>
                <p14:cNvContentPartPr/>
                <p14:nvPr/>
              </p14:nvContentPartPr>
              <p14:xfrm>
                <a:off x="1562115" y="3414637"/>
                <a:ext cx="129240" cy="383760"/>
              </p14:xfrm>
            </p:contentPart>
          </mc:Choice>
          <mc:Fallback>
            <p:pic>
              <p:nvPicPr>
                <p:cNvPr id="172" name="Ink 171">
                  <a:extLst>
                    <a:ext uri="{FF2B5EF4-FFF2-40B4-BE49-F238E27FC236}">
                      <a16:creationId xmlns:a16="http://schemas.microsoft.com/office/drawing/2014/main" id="{6EED00DA-8EB7-E5DC-918E-E778B8C0BA94}"/>
                    </a:ext>
                  </a:extLst>
                </p:cNvPr>
                <p:cNvPicPr/>
                <p:nvPr/>
              </p:nvPicPr>
              <p:blipFill>
                <a:blip r:embed="rId279"/>
                <a:stretch>
                  <a:fillRect/>
                </a:stretch>
              </p:blipFill>
              <p:spPr>
                <a:xfrm>
                  <a:off x="1553115" y="3405637"/>
                  <a:ext cx="146880" cy="40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0">
              <p14:nvContentPartPr>
                <p14:cNvPr id="173" name="Ink 172">
                  <a:extLst>
                    <a:ext uri="{FF2B5EF4-FFF2-40B4-BE49-F238E27FC236}">
                      <a16:creationId xmlns:a16="http://schemas.microsoft.com/office/drawing/2014/main" id="{71CE2A92-FD05-0C33-F904-C13DD2F883EE}"/>
                    </a:ext>
                  </a:extLst>
                </p14:cNvPr>
                <p14:cNvContentPartPr/>
                <p14:nvPr/>
              </p14:nvContentPartPr>
              <p14:xfrm>
                <a:off x="1487235" y="3582037"/>
                <a:ext cx="181800" cy="73080"/>
              </p14:xfrm>
            </p:contentPart>
          </mc:Choice>
          <mc:Fallback>
            <p:pic>
              <p:nvPicPr>
                <p:cNvPr id="173" name="Ink 172">
                  <a:extLst>
                    <a:ext uri="{FF2B5EF4-FFF2-40B4-BE49-F238E27FC236}">
                      <a16:creationId xmlns:a16="http://schemas.microsoft.com/office/drawing/2014/main" id="{71CE2A92-FD05-0C33-F904-C13DD2F883EE}"/>
                    </a:ext>
                  </a:extLst>
                </p:cNvPr>
                <p:cNvPicPr/>
                <p:nvPr/>
              </p:nvPicPr>
              <p:blipFill>
                <a:blip r:embed="rId281"/>
                <a:stretch>
                  <a:fillRect/>
                </a:stretch>
              </p:blipFill>
              <p:spPr>
                <a:xfrm>
                  <a:off x="1478235" y="3573037"/>
                  <a:ext cx="199440" cy="9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2">
              <p14:nvContentPartPr>
                <p14:cNvPr id="174" name="Ink 173">
                  <a:extLst>
                    <a:ext uri="{FF2B5EF4-FFF2-40B4-BE49-F238E27FC236}">
                      <a16:creationId xmlns:a16="http://schemas.microsoft.com/office/drawing/2014/main" id="{D32D7E9A-5149-EF28-6FEB-0E5E1C8116A6}"/>
                    </a:ext>
                  </a:extLst>
                </p14:cNvPr>
                <p14:cNvContentPartPr/>
                <p14:nvPr/>
              </p14:nvContentPartPr>
              <p14:xfrm>
                <a:off x="1888995" y="3431917"/>
                <a:ext cx="237240" cy="320400"/>
              </p14:xfrm>
            </p:contentPart>
          </mc:Choice>
          <mc:Fallback>
            <p:pic>
              <p:nvPicPr>
                <p:cNvPr id="174" name="Ink 173">
                  <a:extLst>
                    <a:ext uri="{FF2B5EF4-FFF2-40B4-BE49-F238E27FC236}">
                      <a16:creationId xmlns:a16="http://schemas.microsoft.com/office/drawing/2014/main" id="{D32D7E9A-5149-EF28-6FEB-0E5E1C8116A6}"/>
                    </a:ext>
                  </a:extLst>
                </p:cNvPr>
                <p:cNvPicPr/>
                <p:nvPr/>
              </p:nvPicPr>
              <p:blipFill>
                <a:blip r:embed="rId283"/>
                <a:stretch>
                  <a:fillRect/>
                </a:stretch>
              </p:blipFill>
              <p:spPr>
                <a:xfrm>
                  <a:off x="1880355" y="3423277"/>
                  <a:ext cx="254880" cy="3380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84">
            <p14:nvContentPartPr>
              <p14:cNvPr id="175" name="Ink 174">
                <a:extLst>
                  <a:ext uri="{FF2B5EF4-FFF2-40B4-BE49-F238E27FC236}">
                    <a16:creationId xmlns:a16="http://schemas.microsoft.com/office/drawing/2014/main" id="{25356479-CFCD-0F29-FD5A-B0ED03270C8B}"/>
                  </a:ext>
                </a:extLst>
              </p14:cNvPr>
              <p14:cNvContentPartPr/>
              <p14:nvPr/>
            </p14:nvContentPartPr>
            <p14:xfrm>
              <a:off x="1848675" y="3228517"/>
              <a:ext cx="219240" cy="8280"/>
            </p14:xfrm>
          </p:contentPart>
        </mc:Choice>
        <mc:Fallback>
          <p:pic>
            <p:nvPicPr>
              <p:cNvPr id="175" name="Ink 174">
                <a:extLst>
                  <a:ext uri="{FF2B5EF4-FFF2-40B4-BE49-F238E27FC236}">
                    <a16:creationId xmlns:a16="http://schemas.microsoft.com/office/drawing/2014/main" id="{25356479-CFCD-0F29-FD5A-B0ED03270C8B}"/>
                  </a:ext>
                </a:extLst>
              </p:cNvPr>
              <p:cNvPicPr/>
              <p:nvPr/>
            </p:nvPicPr>
            <p:blipFill>
              <a:blip r:embed="rId285"/>
              <a:stretch>
                <a:fillRect/>
              </a:stretch>
            </p:blipFill>
            <p:spPr>
              <a:xfrm>
                <a:off x="1839675" y="3219517"/>
                <a:ext cx="236880" cy="25920"/>
              </a:xfrm>
              <a:prstGeom prst="rect">
                <a:avLst/>
              </a:prstGeom>
            </p:spPr>
          </p:pic>
        </mc:Fallback>
      </mc:AlternateContent>
      <p:grpSp>
        <p:nvGrpSpPr>
          <p:cNvPr id="180" name="Group 179">
            <a:extLst>
              <a:ext uri="{FF2B5EF4-FFF2-40B4-BE49-F238E27FC236}">
                <a16:creationId xmlns:a16="http://schemas.microsoft.com/office/drawing/2014/main" id="{64EC424D-A95F-DA3A-C0B9-7662EA4F4E9C}"/>
              </a:ext>
            </a:extLst>
          </p:cNvPr>
          <p:cNvGrpSpPr/>
          <p:nvPr/>
        </p:nvGrpSpPr>
        <p:grpSpPr>
          <a:xfrm>
            <a:off x="2354115" y="3319597"/>
            <a:ext cx="368280" cy="406800"/>
            <a:chOff x="2354115" y="3319597"/>
            <a:chExt cx="368280" cy="406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86">
              <p14:nvContentPartPr>
                <p14:cNvPr id="176" name="Ink 175">
                  <a:extLst>
                    <a:ext uri="{FF2B5EF4-FFF2-40B4-BE49-F238E27FC236}">
                      <a16:creationId xmlns:a16="http://schemas.microsoft.com/office/drawing/2014/main" id="{5278FA50-7455-E221-F545-41A721C2F931}"/>
                    </a:ext>
                  </a:extLst>
                </p14:cNvPr>
                <p14:cNvContentPartPr/>
                <p14:nvPr/>
              </p14:nvContentPartPr>
              <p14:xfrm>
                <a:off x="2378235" y="3504997"/>
                <a:ext cx="258480" cy="20520"/>
              </p14:xfrm>
            </p:contentPart>
          </mc:Choice>
          <mc:Fallback>
            <p:pic>
              <p:nvPicPr>
                <p:cNvPr id="176" name="Ink 175">
                  <a:extLst>
                    <a:ext uri="{FF2B5EF4-FFF2-40B4-BE49-F238E27FC236}">
                      <a16:creationId xmlns:a16="http://schemas.microsoft.com/office/drawing/2014/main" id="{5278FA50-7455-E221-F545-41A721C2F931}"/>
                    </a:ext>
                  </a:extLst>
                </p:cNvPr>
                <p:cNvPicPr/>
                <p:nvPr/>
              </p:nvPicPr>
              <p:blipFill>
                <a:blip r:embed="rId287"/>
                <a:stretch>
                  <a:fillRect/>
                </a:stretch>
              </p:blipFill>
              <p:spPr>
                <a:xfrm>
                  <a:off x="2369235" y="3496357"/>
                  <a:ext cx="276120" cy="3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8">
              <p14:nvContentPartPr>
                <p14:cNvPr id="177" name="Ink 176">
                  <a:extLst>
                    <a:ext uri="{FF2B5EF4-FFF2-40B4-BE49-F238E27FC236}">
                      <a16:creationId xmlns:a16="http://schemas.microsoft.com/office/drawing/2014/main" id="{EDDEBD95-D29E-38EF-ACA7-537A077F6E61}"/>
                    </a:ext>
                  </a:extLst>
                </p14:cNvPr>
                <p14:cNvContentPartPr/>
                <p14:nvPr/>
              </p14:nvContentPartPr>
              <p14:xfrm>
                <a:off x="2475435" y="3403837"/>
                <a:ext cx="42480" cy="258480"/>
              </p14:xfrm>
            </p:contentPart>
          </mc:Choice>
          <mc:Fallback>
            <p:pic>
              <p:nvPicPr>
                <p:cNvPr id="177" name="Ink 176">
                  <a:extLst>
                    <a:ext uri="{FF2B5EF4-FFF2-40B4-BE49-F238E27FC236}">
                      <a16:creationId xmlns:a16="http://schemas.microsoft.com/office/drawing/2014/main" id="{EDDEBD95-D29E-38EF-ACA7-537A077F6E61}"/>
                    </a:ext>
                  </a:extLst>
                </p:cNvPr>
                <p:cNvPicPr/>
                <p:nvPr/>
              </p:nvPicPr>
              <p:blipFill>
                <a:blip r:embed="rId289"/>
                <a:stretch>
                  <a:fillRect/>
                </a:stretch>
              </p:blipFill>
              <p:spPr>
                <a:xfrm>
                  <a:off x="2466795" y="3394837"/>
                  <a:ext cx="60120" cy="27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0">
              <p14:nvContentPartPr>
                <p14:cNvPr id="178" name="Ink 177">
                  <a:extLst>
                    <a:ext uri="{FF2B5EF4-FFF2-40B4-BE49-F238E27FC236}">
                      <a16:creationId xmlns:a16="http://schemas.microsoft.com/office/drawing/2014/main" id="{EB10E826-D501-D420-15D4-D2309EC0388D}"/>
                    </a:ext>
                  </a:extLst>
                </p14:cNvPr>
                <p14:cNvContentPartPr/>
                <p14:nvPr/>
              </p14:nvContentPartPr>
              <p14:xfrm>
                <a:off x="2354115" y="3319597"/>
                <a:ext cx="368280" cy="406800"/>
              </p14:xfrm>
            </p:contentPart>
          </mc:Choice>
          <mc:Fallback>
            <p:pic>
              <p:nvPicPr>
                <p:cNvPr id="178" name="Ink 177">
                  <a:extLst>
                    <a:ext uri="{FF2B5EF4-FFF2-40B4-BE49-F238E27FC236}">
                      <a16:creationId xmlns:a16="http://schemas.microsoft.com/office/drawing/2014/main" id="{EB10E826-D501-D420-15D4-D2309EC0388D}"/>
                    </a:ext>
                  </a:extLst>
                </p:cNvPr>
                <p:cNvPicPr/>
                <p:nvPr/>
              </p:nvPicPr>
              <p:blipFill>
                <a:blip r:embed="rId291"/>
                <a:stretch>
                  <a:fillRect/>
                </a:stretch>
              </p:blipFill>
              <p:spPr>
                <a:xfrm>
                  <a:off x="2345475" y="3310597"/>
                  <a:ext cx="385920" cy="4244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92">
            <p14:nvContentPartPr>
              <p14:cNvPr id="179" name="Ink 178">
                <a:extLst>
                  <a:ext uri="{FF2B5EF4-FFF2-40B4-BE49-F238E27FC236}">
                    <a16:creationId xmlns:a16="http://schemas.microsoft.com/office/drawing/2014/main" id="{FEDB4F59-9D55-BBA2-3EC3-00EEB9F7D145}"/>
                  </a:ext>
                </a:extLst>
              </p14:cNvPr>
              <p14:cNvContentPartPr/>
              <p14:nvPr/>
            </p14:nvContentPartPr>
            <p14:xfrm>
              <a:off x="3037395" y="3325717"/>
              <a:ext cx="264960" cy="353880"/>
            </p14:xfrm>
          </p:contentPart>
        </mc:Choice>
        <mc:Fallback>
          <p:pic>
            <p:nvPicPr>
              <p:cNvPr id="179" name="Ink 178">
                <a:extLst>
                  <a:ext uri="{FF2B5EF4-FFF2-40B4-BE49-F238E27FC236}">
                    <a16:creationId xmlns:a16="http://schemas.microsoft.com/office/drawing/2014/main" id="{FEDB4F59-9D55-BBA2-3EC3-00EEB9F7D145}"/>
                  </a:ext>
                </a:extLst>
              </p:cNvPr>
              <p:cNvPicPr/>
              <p:nvPr/>
            </p:nvPicPr>
            <p:blipFill>
              <a:blip r:embed="rId293"/>
              <a:stretch>
                <a:fillRect/>
              </a:stretch>
            </p:blipFill>
            <p:spPr>
              <a:xfrm>
                <a:off x="3028755" y="3316717"/>
                <a:ext cx="282600" cy="371520"/>
              </a:xfrm>
              <a:prstGeom prst="rect">
                <a:avLst/>
              </a:prstGeom>
            </p:spPr>
          </p:pic>
        </mc:Fallback>
      </mc:AlternateContent>
      <p:grpSp>
        <p:nvGrpSpPr>
          <p:cNvPr id="184" name="Group 183">
            <a:extLst>
              <a:ext uri="{FF2B5EF4-FFF2-40B4-BE49-F238E27FC236}">
                <a16:creationId xmlns:a16="http://schemas.microsoft.com/office/drawing/2014/main" id="{84B869CC-4B67-52ED-E976-1913E98DCF60}"/>
              </a:ext>
            </a:extLst>
          </p:cNvPr>
          <p:cNvGrpSpPr/>
          <p:nvPr/>
        </p:nvGrpSpPr>
        <p:grpSpPr>
          <a:xfrm>
            <a:off x="4230435" y="3465757"/>
            <a:ext cx="232920" cy="142560"/>
            <a:chOff x="4230435" y="3465757"/>
            <a:chExt cx="232920" cy="142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94">
              <p14:nvContentPartPr>
                <p14:cNvPr id="182" name="Ink 181">
                  <a:extLst>
                    <a:ext uri="{FF2B5EF4-FFF2-40B4-BE49-F238E27FC236}">
                      <a16:creationId xmlns:a16="http://schemas.microsoft.com/office/drawing/2014/main" id="{6C166DE7-684A-4120-DC0F-6AD29A0AD7EB}"/>
                    </a:ext>
                  </a:extLst>
                </p14:cNvPr>
                <p14:cNvContentPartPr/>
                <p14:nvPr/>
              </p14:nvContentPartPr>
              <p14:xfrm>
                <a:off x="4230435" y="3592837"/>
                <a:ext cx="210240" cy="15480"/>
              </p14:xfrm>
            </p:contentPart>
          </mc:Choice>
          <mc:Fallback>
            <p:pic>
              <p:nvPicPr>
                <p:cNvPr id="182" name="Ink 181">
                  <a:extLst>
                    <a:ext uri="{FF2B5EF4-FFF2-40B4-BE49-F238E27FC236}">
                      <a16:creationId xmlns:a16="http://schemas.microsoft.com/office/drawing/2014/main" id="{6C166DE7-684A-4120-DC0F-6AD29A0AD7EB}"/>
                    </a:ext>
                  </a:extLst>
                </p:cNvPr>
                <p:cNvPicPr/>
                <p:nvPr/>
              </p:nvPicPr>
              <p:blipFill>
                <a:blip r:embed="rId295"/>
                <a:stretch>
                  <a:fillRect/>
                </a:stretch>
              </p:blipFill>
              <p:spPr>
                <a:xfrm>
                  <a:off x="4221795" y="3583837"/>
                  <a:ext cx="227880" cy="3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6">
              <p14:nvContentPartPr>
                <p14:cNvPr id="183" name="Ink 182">
                  <a:extLst>
                    <a:ext uri="{FF2B5EF4-FFF2-40B4-BE49-F238E27FC236}">
                      <a16:creationId xmlns:a16="http://schemas.microsoft.com/office/drawing/2014/main" id="{9360258B-FE4C-E6B4-5D60-B792545F7348}"/>
                    </a:ext>
                  </a:extLst>
                </p14:cNvPr>
                <p14:cNvContentPartPr/>
                <p14:nvPr/>
              </p14:nvContentPartPr>
              <p14:xfrm>
                <a:off x="4240875" y="3465757"/>
                <a:ext cx="222480" cy="21960"/>
              </p14:xfrm>
            </p:contentPart>
          </mc:Choice>
          <mc:Fallback>
            <p:pic>
              <p:nvPicPr>
                <p:cNvPr id="183" name="Ink 182">
                  <a:extLst>
                    <a:ext uri="{FF2B5EF4-FFF2-40B4-BE49-F238E27FC236}">
                      <a16:creationId xmlns:a16="http://schemas.microsoft.com/office/drawing/2014/main" id="{9360258B-FE4C-E6B4-5D60-B792545F7348}"/>
                    </a:ext>
                  </a:extLst>
                </p:cNvPr>
                <p:cNvPicPr/>
                <p:nvPr/>
              </p:nvPicPr>
              <p:blipFill>
                <a:blip r:embed="rId297"/>
                <a:stretch>
                  <a:fillRect/>
                </a:stretch>
              </p:blipFill>
              <p:spPr>
                <a:xfrm>
                  <a:off x="4232235" y="3457117"/>
                  <a:ext cx="240120" cy="39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1" name="Group 190">
            <a:extLst>
              <a:ext uri="{FF2B5EF4-FFF2-40B4-BE49-F238E27FC236}">
                <a16:creationId xmlns:a16="http://schemas.microsoft.com/office/drawing/2014/main" id="{BCF21ABE-627F-3A4E-B705-14A7EA8F226E}"/>
              </a:ext>
            </a:extLst>
          </p:cNvPr>
          <p:cNvGrpSpPr/>
          <p:nvPr/>
        </p:nvGrpSpPr>
        <p:grpSpPr>
          <a:xfrm>
            <a:off x="4833435" y="3160837"/>
            <a:ext cx="715680" cy="553680"/>
            <a:chOff x="4833435" y="3160837"/>
            <a:chExt cx="715680" cy="553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98">
              <p14:nvContentPartPr>
                <p14:cNvPr id="185" name="Ink 184">
                  <a:extLst>
                    <a:ext uri="{FF2B5EF4-FFF2-40B4-BE49-F238E27FC236}">
                      <a16:creationId xmlns:a16="http://schemas.microsoft.com/office/drawing/2014/main" id="{E6BEA94A-C1AD-F813-0B53-66CE0BF3181E}"/>
                    </a:ext>
                  </a:extLst>
                </p14:cNvPr>
                <p14:cNvContentPartPr/>
                <p14:nvPr/>
              </p14:nvContentPartPr>
              <p14:xfrm>
                <a:off x="4838115" y="3286477"/>
                <a:ext cx="243360" cy="428040"/>
              </p14:xfrm>
            </p:contentPart>
          </mc:Choice>
          <mc:Fallback>
            <p:pic>
              <p:nvPicPr>
                <p:cNvPr id="185" name="Ink 184">
                  <a:extLst>
                    <a:ext uri="{FF2B5EF4-FFF2-40B4-BE49-F238E27FC236}">
                      <a16:creationId xmlns:a16="http://schemas.microsoft.com/office/drawing/2014/main" id="{E6BEA94A-C1AD-F813-0B53-66CE0BF3181E}"/>
                    </a:ext>
                  </a:extLst>
                </p:cNvPr>
                <p:cNvPicPr/>
                <p:nvPr/>
              </p:nvPicPr>
              <p:blipFill>
                <a:blip r:embed="rId299"/>
                <a:stretch>
                  <a:fillRect/>
                </a:stretch>
              </p:blipFill>
              <p:spPr>
                <a:xfrm>
                  <a:off x="4829115" y="3277837"/>
                  <a:ext cx="261000" cy="44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0">
              <p14:nvContentPartPr>
                <p14:cNvPr id="186" name="Ink 185">
                  <a:extLst>
                    <a:ext uri="{FF2B5EF4-FFF2-40B4-BE49-F238E27FC236}">
                      <a16:creationId xmlns:a16="http://schemas.microsoft.com/office/drawing/2014/main" id="{3B439877-7C38-97DA-E96E-16E3F1F53288}"/>
                    </a:ext>
                  </a:extLst>
                </p14:cNvPr>
                <p14:cNvContentPartPr/>
                <p14:nvPr/>
              </p14:nvContentPartPr>
              <p14:xfrm>
                <a:off x="5036115" y="3254077"/>
                <a:ext cx="139680" cy="424080"/>
              </p14:xfrm>
            </p:contentPart>
          </mc:Choice>
          <mc:Fallback>
            <p:pic>
              <p:nvPicPr>
                <p:cNvPr id="186" name="Ink 185">
                  <a:extLst>
                    <a:ext uri="{FF2B5EF4-FFF2-40B4-BE49-F238E27FC236}">
                      <a16:creationId xmlns:a16="http://schemas.microsoft.com/office/drawing/2014/main" id="{3B439877-7C38-97DA-E96E-16E3F1F53288}"/>
                    </a:ext>
                  </a:extLst>
                </p:cNvPr>
                <p:cNvPicPr/>
                <p:nvPr/>
              </p:nvPicPr>
              <p:blipFill>
                <a:blip r:embed="rId301"/>
                <a:stretch>
                  <a:fillRect/>
                </a:stretch>
              </p:blipFill>
              <p:spPr>
                <a:xfrm>
                  <a:off x="5027115" y="3245077"/>
                  <a:ext cx="157320" cy="44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2">
              <p14:nvContentPartPr>
                <p14:cNvPr id="187" name="Ink 186">
                  <a:extLst>
                    <a:ext uri="{FF2B5EF4-FFF2-40B4-BE49-F238E27FC236}">
                      <a16:creationId xmlns:a16="http://schemas.microsoft.com/office/drawing/2014/main" id="{2320933E-95D7-BF26-8588-B2BF7CF87688}"/>
                    </a:ext>
                  </a:extLst>
                </p14:cNvPr>
                <p14:cNvContentPartPr/>
                <p14:nvPr/>
              </p14:nvContentPartPr>
              <p14:xfrm>
                <a:off x="4833435" y="3481957"/>
                <a:ext cx="297360" cy="93600"/>
              </p14:xfrm>
            </p:contentPart>
          </mc:Choice>
          <mc:Fallback>
            <p:pic>
              <p:nvPicPr>
                <p:cNvPr id="187" name="Ink 186">
                  <a:extLst>
                    <a:ext uri="{FF2B5EF4-FFF2-40B4-BE49-F238E27FC236}">
                      <a16:creationId xmlns:a16="http://schemas.microsoft.com/office/drawing/2014/main" id="{2320933E-95D7-BF26-8588-B2BF7CF87688}"/>
                    </a:ext>
                  </a:extLst>
                </p:cNvPr>
                <p:cNvPicPr/>
                <p:nvPr/>
              </p:nvPicPr>
              <p:blipFill>
                <a:blip r:embed="rId303"/>
                <a:stretch>
                  <a:fillRect/>
                </a:stretch>
              </p:blipFill>
              <p:spPr>
                <a:xfrm>
                  <a:off x="4824795" y="3473317"/>
                  <a:ext cx="315000" cy="11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4">
              <p14:nvContentPartPr>
                <p14:cNvPr id="188" name="Ink 187">
                  <a:extLst>
                    <a:ext uri="{FF2B5EF4-FFF2-40B4-BE49-F238E27FC236}">
                      <a16:creationId xmlns:a16="http://schemas.microsoft.com/office/drawing/2014/main" id="{DC349696-153D-9571-8F0D-CCFD375D1C19}"/>
                    </a:ext>
                  </a:extLst>
                </p14:cNvPr>
                <p14:cNvContentPartPr/>
                <p14:nvPr/>
              </p14:nvContentPartPr>
              <p14:xfrm>
                <a:off x="5242035" y="3351637"/>
                <a:ext cx="307080" cy="312480"/>
              </p14:xfrm>
            </p:contentPart>
          </mc:Choice>
          <mc:Fallback>
            <p:pic>
              <p:nvPicPr>
                <p:cNvPr id="188" name="Ink 187">
                  <a:extLst>
                    <a:ext uri="{FF2B5EF4-FFF2-40B4-BE49-F238E27FC236}">
                      <a16:creationId xmlns:a16="http://schemas.microsoft.com/office/drawing/2014/main" id="{DC349696-153D-9571-8F0D-CCFD375D1C19}"/>
                    </a:ext>
                  </a:extLst>
                </p:cNvPr>
                <p:cNvPicPr/>
                <p:nvPr/>
              </p:nvPicPr>
              <p:blipFill>
                <a:blip r:embed="rId305"/>
                <a:stretch>
                  <a:fillRect/>
                </a:stretch>
              </p:blipFill>
              <p:spPr>
                <a:xfrm>
                  <a:off x="5233395" y="3342637"/>
                  <a:ext cx="324720" cy="33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6">
              <p14:nvContentPartPr>
                <p14:cNvPr id="190" name="Ink 189">
                  <a:extLst>
                    <a:ext uri="{FF2B5EF4-FFF2-40B4-BE49-F238E27FC236}">
                      <a16:creationId xmlns:a16="http://schemas.microsoft.com/office/drawing/2014/main" id="{7E6E36A2-E093-E0A3-1B1C-BF1BE4EE8BD4}"/>
                    </a:ext>
                  </a:extLst>
                </p14:cNvPr>
                <p14:cNvContentPartPr/>
                <p14:nvPr/>
              </p14:nvContentPartPr>
              <p14:xfrm>
                <a:off x="5310075" y="3160837"/>
                <a:ext cx="195840" cy="10800"/>
              </p14:xfrm>
            </p:contentPart>
          </mc:Choice>
          <mc:Fallback>
            <p:pic>
              <p:nvPicPr>
                <p:cNvPr id="190" name="Ink 189">
                  <a:extLst>
                    <a:ext uri="{FF2B5EF4-FFF2-40B4-BE49-F238E27FC236}">
                      <a16:creationId xmlns:a16="http://schemas.microsoft.com/office/drawing/2014/main" id="{7E6E36A2-E093-E0A3-1B1C-BF1BE4EE8BD4}"/>
                    </a:ext>
                  </a:extLst>
                </p:cNvPr>
                <p:cNvPicPr/>
                <p:nvPr/>
              </p:nvPicPr>
              <p:blipFill>
                <a:blip r:embed="rId307"/>
                <a:stretch>
                  <a:fillRect/>
                </a:stretch>
              </p:blipFill>
              <p:spPr>
                <a:xfrm>
                  <a:off x="5301075" y="3152197"/>
                  <a:ext cx="213480" cy="284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08">
            <p14:nvContentPartPr>
              <p14:cNvPr id="192" name="Ink 191">
                <a:extLst>
                  <a:ext uri="{FF2B5EF4-FFF2-40B4-BE49-F238E27FC236}">
                    <a16:creationId xmlns:a16="http://schemas.microsoft.com/office/drawing/2014/main" id="{C5E4503C-68F8-E782-DE29-E121155C2B16}"/>
                  </a:ext>
                </a:extLst>
              </p14:cNvPr>
              <p14:cNvContentPartPr/>
              <p14:nvPr/>
            </p14:nvContentPartPr>
            <p14:xfrm>
              <a:off x="5754315" y="3641437"/>
              <a:ext cx="5040" cy="21960"/>
            </p14:xfrm>
          </p:contentPart>
        </mc:Choice>
        <mc:Fallback>
          <p:pic>
            <p:nvPicPr>
              <p:cNvPr id="192" name="Ink 191">
                <a:extLst>
                  <a:ext uri="{FF2B5EF4-FFF2-40B4-BE49-F238E27FC236}">
                    <a16:creationId xmlns:a16="http://schemas.microsoft.com/office/drawing/2014/main" id="{C5E4503C-68F8-E782-DE29-E121155C2B16}"/>
                  </a:ext>
                </a:extLst>
              </p:cNvPr>
              <p:cNvPicPr/>
              <p:nvPr/>
            </p:nvPicPr>
            <p:blipFill>
              <a:blip r:embed="rId212"/>
              <a:stretch>
                <a:fillRect/>
              </a:stretch>
            </p:blipFill>
            <p:spPr>
              <a:xfrm>
                <a:off x="5745675" y="3632437"/>
                <a:ext cx="22680" cy="39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09">
            <p14:nvContentPartPr>
              <p14:cNvPr id="193" name="Ink 192">
                <a:extLst>
                  <a:ext uri="{FF2B5EF4-FFF2-40B4-BE49-F238E27FC236}">
                    <a16:creationId xmlns:a16="http://schemas.microsoft.com/office/drawing/2014/main" id="{3A17FF18-14B3-D5D3-4480-C9C481AE96F5}"/>
                  </a:ext>
                </a:extLst>
              </p14:cNvPr>
              <p14:cNvContentPartPr/>
              <p14:nvPr/>
            </p14:nvContentPartPr>
            <p14:xfrm>
              <a:off x="6076875" y="3302317"/>
              <a:ext cx="241920" cy="291600"/>
            </p14:xfrm>
          </p:contentPart>
        </mc:Choice>
        <mc:Fallback>
          <p:pic>
            <p:nvPicPr>
              <p:cNvPr id="193" name="Ink 192">
                <a:extLst>
                  <a:ext uri="{FF2B5EF4-FFF2-40B4-BE49-F238E27FC236}">
                    <a16:creationId xmlns:a16="http://schemas.microsoft.com/office/drawing/2014/main" id="{3A17FF18-14B3-D5D3-4480-C9C481AE96F5}"/>
                  </a:ext>
                </a:extLst>
              </p:cNvPr>
              <p:cNvPicPr/>
              <p:nvPr/>
            </p:nvPicPr>
            <p:blipFill>
              <a:blip r:embed="rId310"/>
              <a:stretch>
                <a:fillRect/>
              </a:stretch>
            </p:blipFill>
            <p:spPr>
              <a:xfrm>
                <a:off x="6067875" y="3293317"/>
                <a:ext cx="259560" cy="309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11">
            <p14:nvContentPartPr>
              <p14:cNvPr id="194" name="Ink 193">
                <a:extLst>
                  <a:ext uri="{FF2B5EF4-FFF2-40B4-BE49-F238E27FC236}">
                    <a16:creationId xmlns:a16="http://schemas.microsoft.com/office/drawing/2014/main" id="{FAE676B8-C032-67E3-A140-131612E271EE}"/>
                  </a:ext>
                </a:extLst>
              </p14:cNvPr>
              <p14:cNvContentPartPr/>
              <p14:nvPr/>
            </p14:nvContentPartPr>
            <p14:xfrm>
              <a:off x="6009555" y="3097477"/>
              <a:ext cx="255240" cy="5760"/>
            </p14:xfrm>
          </p:contentPart>
        </mc:Choice>
        <mc:Fallback>
          <p:pic>
            <p:nvPicPr>
              <p:cNvPr id="194" name="Ink 193">
                <a:extLst>
                  <a:ext uri="{FF2B5EF4-FFF2-40B4-BE49-F238E27FC236}">
                    <a16:creationId xmlns:a16="http://schemas.microsoft.com/office/drawing/2014/main" id="{FAE676B8-C032-67E3-A140-131612E271EE}"/>
                  </a:ext>
                </a:extLst>
              </p:cNvPr>
              <p:cNvPicPr/>
              <p:nvPr/>
            </p:nvPicPr>
            <p:blipFill>
              <a:blip r:embed="rId312"/>
              <a:stretch>
                <a:fillRect/>
              </a:stretch>
            </p:blipFill>
            <p:spPr>
              <a:xfrm>
                <a:off x="6000555" y="3088477"/>
                <a:ext cx="272880" cy="23400"/>
              </a:xfrm>
              <a:prstGeom prst="rect">
                <a:avLst/>
              </a:prstGeom>
            </p:spPr>
          </p:pic>
        </mc:Fallback>
      </mc:AlternateContent>
      <p:grpSp>
        <p:nvGrpSpPr>
          <p:cNvPr id="203" name="Group 202">
            <a:extLst>
              <a:ext uri="{FF2B5EF4-FFF2-40B4-BE49-F238E27FC236}">
                <a16:creationId xmlns:a16="http://schemas.microsoft.com/office/drawing/2014/main" id="{E138C7D1-6831-0E78-0752-0434D3C3B6ED}"/>
              </a:ext>
            </a:extLst>
          </p:cNvPr>
          <p:cNvGrpSpPr/>
          <p:nvPr/>
        </p:nvGrpSpPr>
        <p:grpSpPr>
          <a:xfrm>
            <a:off x="6699315" y="3312037"/>
            <a:ext cx="264600" cy="354600"/>
            <a:chOff x="6699315" y="3312037"/>
            <a:chExt cx="264600" cy="354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13">
              <p14:nvContentPartPr>
                <p14:cNvPr id="195" name="Ink 194">
                  <a:extLst>
                    <a:ext uri="{FF2B5EF4-FFF2-40B4-BE49-F238E27FC236}">
                      <a16:creationId xmlns:a16="http://schemas.microsoft.com/office/drawing/2014/main" id="{E0EC1186-9805-1732-4F6F-67070BE6D8D1}"/>
                    </a:ext>
                  </a:extLst>
                </p14:cNvPr>
                <p14:cNvContentPartPr/>
                <p14:nvPr/>
              </p14:nvContentPartPr>
              <p14:xfrm>
                <a:off x="6699315" y="3448477"/>
                <a:ext cx="264600" cy="38160"/>
              </p14:xfrm>
            </p:contentPart>
          </mc:Choice>
          <mc:Fallback>
            <p:pic>
              <p:nvPicPr>
                <p:cNvPr id="195" name="Ink 194">
                  <a:extLst>
                    <a:ext uri="{FF2B5EF4-FFF2-40B4-BE49-F238E27FC236}">
                      <a16:creationId xmlns:a16="http://schemas.microsoft.com/office/drawing/2014/main" id="{E0EC1186-9805-1732-4F6F-67070BE6D8D1}"/>
                    </a:ext>
                  </a:extLst>
                </p:cNvPr>
                <p:cNvPicPr/>
                <p:nvPr/>
              </p:nvPicPr>
              <p:blipFill>
                <a:blip r:embed="rId314"/>
                <a:stretch>
                  <a:fillRect/>
                </a:stretch>
              </p:blipFill>
              <p:spPr>
                <a:xfrm>
                  <a:off x="6690315" y="3439477"/>
                  <a:ext cx="282240" cy="5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5">
              <p14:nvContentPartPr>
                <p14:cNvPr id="196" name="Ink 195">
                  <a:extLst>
                    <a:ext uri="{FF2B5EF4-FFF2-40B4-BE49-F238E27FC236}">
                      <a16:creationId xmlns:a16="http://schemas.microsoft.com/office/drawing/2014/main" id="{602C8A58-C29A-E305-740F-72955C75F09F}"/>
                    </a:ext>
                  </a:extLst>
                </p14:cNvPr>
                <p14:cNvContentPartPr/>
                <p14:nvPr/>
              </p14:nvContentPartPr>
              <p14:xfrm>
                <a:off x="6823875" y="3312037"/>
                <a:ext cx="34920" cy="354600"/>
              </p14:xfrm>
            </p:contentPart>
          </mc:Choice>
          <mc:Fallback>
            <p:pic>
              <p:nvPicPr>
                <p:cNvPr id="196" name="Ink 195">
                  <a:extLst>
                    <a:ext uri="{FF2B5EF4-FFF2-40B4-BE49-F238E27FC236}">
                      <a16:creationId xmlns:a16="http://schemas.microsoft.com/office/drawing/2014/main" id="{602C8A58-C29A-E305-740F-72955C75F09F}"/>
                    </a:ext>
                  </a:extLst>
                </p:cNvPr>
                <p:cNvPicPr/>
                <p:nvPr/>
              </p:nvPicPr>
              <p:blipFill>
                <a:blip r:embed="rId316"/>
                <a:stretch>
                  <a:fillRect/>
                </a:stretch>
              </p:blipFill>
              <p:spPr>
                <a:xfrm>
                  <a:off x="6814875" y="3303397"/>
                  <a:ext cx="52560" cy="372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2" name="Group 201">
            <a:extLst>
              <a:ext uri="{FF2B5EF4-FFF2-40B4-BE49-F238E27FC236}">
                <a16:creationId xmlns:a16="http://schemas.microsoft.com/office/drawing/2014/main" id="{B2B9C6C6-81FA-41B0-1D88-7171A1039F4D}"/>
              </a:ext>
            </a:extLst>
          </p:cNvPr>
          <p:cNvGrpSpPr/>
          <p:nvPr/>
        </p:nvGrpSpPr>
        <p:grpSpPr>
          <a:xfrm>
            <a:off x="7387995" y="3116197"/>
            <a:ext cx="511560" cy="486360"/>
            <a:chOff x="7387995" y="3116197"/>
            <a:chExt cx="511560" cy="486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17">
              <p14:nvContentPartPr>
                <p14:cNvPr id="197" name="Ink 196">
                  <a:extLst>
                    <a:ext uri="{FF2B5EF4-FFF2-40B4-BE49-F238E27FC236}">
                      <a16:creationId xmlns:a16="http://schemas.microsoft.com/office/drawing/2014/main" id="{C4472F42-A74C-C5F2-ED9E-CD5AF460D27E}"/>
                    </a:ext>
                  </a:extLst>
                </p14:cNvPr>
                <p14:cNvContentPartPr/>
                <p14:nvPr/>
              </p14:nvContentPartPr>
              <p14:xfrm>
                <a:off x="7398435" y="3205117"/>
                <a:ext cx="109800" cy="397440"/>
              </p14:xfrm>
            </p:contentPart>
          </mc:Choice>
          <mc:Fallback>
            <p:pic>
              <p:nvPicPr>
                <p:cNvPr id="197" name="Ink 196">
                  <a:extLst>
                    <a:ext uri="{FF2B5EF4-FFF2-40B4-BE49-F238E27FC236}">
                      <a16:creationId xmlns:a16="http://schemas.microsoft.com/office/drawing/2014/main" id="{C4472F42-A74C-C5F2-ED9E-CD5AF460D27E}"/>
                    </a:ext>
                  </a:extLst>
                </p:cNvPr>
                <p:cNvPicPr/>
                <p:nvPr/>
              </p:nvPicPr>
              <p:blipFill>
                <a:blip r:embed="rId318"/>
                <a:stretch>
                  <a:fillRect/>
                </a:stretch>
              </p:blipFill>
              <p:spPr>
                <a:xfrm>
                  <a:off x="7389435" y="3196117"/>
                  <a:ext cx="127440" cy="41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9">
              <p14:nvContentPartPr>
                <p14:cNvPr id="198" name="Ink 197">
                  <a:extLst>
                    <a:ext uri="{FF2B5EF4-FFF2-40B4-BE49-F238E27FC236}">
                      <a16:creationId xmlns:a16="http://schemas.microsoft.com/office/drawing/2014/main" id="{F3465E7C-4E74-75E1-C0D1-54C65F02D8B5}"/>
                    </a:ext>
                  </a:extLst>
                </p14:cNvPr>
                <p14:cNvContentPartPr/>
                <p14:nvPr/>
              </p14:nvContentPartPr>
              <p14:xfrm>
                <a:off x="7483755" y="3214837"/>
                <a:ext cx="151920" cy="372960"/>
              </p14:xfrm>
            </p:contentPart>
          </mc:Choice>
          <mc:Fallback>
            <p:pic>
              <p:nvPicPr>
                <p:cNvPr id="198" name="Ink 197">
                  <a:extLst>
                    <a:ext uri="{FF2B5EF4-FFF2-40B4-BE49-F238E27FC236}">
                      <a16:creationId xmlns:a16="http://schemas.microsoft.com/office/drawing/2014/main" id="{F3465E7C-4E74-75E1-C0D1-54C65F02D8B5}"/>
                    </a:ext>
                  </a:extLst>
                </p:cNvPr>
                <p:cNvPicPr/>
                <p:nvPr/>
              </p:nvPicPr>
              <p:blipFill>
                <a:blip r:embed="rId320"/>
                <a:stretch>
                  <a:fillRect/>
                </a:stretch>
              </p:blipFill>
              <p:spPr>
                <a:xfrm>
                  <a:off x="7475115" y="3206197"/>
                  <a:ext cx="169560" cy="39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1">
              <p14:nvContentPartPr>
                <p14:cNvPr id="199" name="Ink 198">
                  <a:extLst>
                    <a:ext uri="{FF2B5EF4-FFF2-40B4-BE49-F238E27FC236}">
                      <a16:creationId xmlns:a16="http://schemas.microsoft.com/office/drawing/2014/main" id="{659DE2F5-7EB6-D062-D238-41DE6B16C66D}"/>
                    </a:ext>
                  </a:extLst>
                </p14:cNvPr>
                <p14:cNvContentPartPr/>
                <p14:nvPr/>
              </p14:nvContentPartPr>
              <p14:xfrm>
                <a:off x="7387995" y="3389077"/>
                <a:ext cx="201240" cy="73080"/>
              </p14:xfrm>
            </p:contentPart>
          </mc:Choice>
          <mc:Fallback>
            <p:pic>
              <p:nvPicPr>
                <p:cNvPr id="199" name="Ink 198">
                  <a:extLst>
                    <a:ext uri="{FF2B5EF4-FFF2-40B4-BE49-F238E27FC236}">
                      <a16:creationId xmlns:a16="http://schemas.microsoft.com/office/drawing/2014/main" id="{659DE2F5-7EB6-D062-D238-41DE6B16C66D}"/>
                    </a:ext>
                  </a:extLst>
                </p:cNvPr>
                <p:cNvPicPr/>
                <p:nvPr/>
              </p:nvPicPr>
              <p:blipFill>
                <a:blip r:embed="rId322"/>
                <a:stretch>
                  <a:fillRect/>
                </a:stretch>
              </p:blipFill>
              <p:spPr>
                <a:xfrm>
                  <a:off x="7378995" y="3380077"/>
                  <a:ext cx="218880" cy="9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3">
              <p14:nvContentPartPr>
                <p14:cNvPr id="200" name="Ink 199">
                  <a:extLst>
                    <a:ext uri="{FF2B5EF4-FFF2-40B4-BE49-F238E27FC236}">
                      <a16:creationId xmlns:a16="http://schemas.microsoft.com/office/drawing/2014/main" id="{0B74D01A-663B-CB27-ED9C-743CB33C534E}"/>
                    </a:ext>
                  </a:extLst>
                </p14:cNvPr>
                <p14:cNvContentPartPr/>
                <p14:nvPr/>
              </p14:nvContentPartPr>
              <p14:xfrm>
                <a:off x="7656195" y="3268837"/>
                <a:ext cx="243360" cy="313560"/>
              </p14:xfrm>
            </p:contentPart>
          </mc:Choice>
          <mc:Fallback>
            <p:pic>
              <p:nvPicPr>
                <p:cNvPr id="200" name="Ink 199">
                  <a:extLst>
                    <a:ext uri="{FF2B5EF4-FFF2-40B4-BE49-F238E27FC236}">
                      <a16:creationId xmlns:a16="http://schemas.microsoft.com/office/drawing/2014/main" id="{0B74D01A-663B-CB27-ED9C-743CB33C534E}"/>
                    </a:ext>
                  </a:extLst>
                </p:cNvPr>
                <p:cNvPicPr/>
                <p:nvPr/>
              </p:nvPicPr>
              <p:blipFill>
                <a:blip r:embed="rId324"/>
                <a:stretch>
                  <a:fillRect/>
                </a:stretch>
              </p:blipFill>
              <p:spPr>
                <a:xfrm>
                  <a:off x="7647555" y="3260197"/>
                  <a:ext cx="261000" cy="33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5">
              <p14:nvContentPartPr>
                <p14:cNvPr id="201" name="Ink 200">
                  <a:extLst>
                    <a:ext uri="{FF2B5EF4-FFF2-40B4-BE49-F238E27FC236}">
                      <a16:creationId xmlns:a16="http://schemas.microsoft.com/office/drawing/2014/main" id="{C8019FDE-0CC6-D095-5874-2E7418EAFFE3}"/>
                    </a:ext>
                  </a:extLst>
                </p14:cNvPr>
                <p14:cNvContentPartPr/>
                <p14:nvPr/>
              </p14:nvContentPartPr>
              <p14:xfrm>
                <a:off x="7678875" y="3116197"/>
                <a:ext cx="178920" cy="8280"/>
              </p14:xfrm>
            </p:contentPart>
          </mc:Choice>
          <mc:Fallback>
            <p:pic>
              <p:nvPicPr>
                <p:cNvPr id="201" name="Ink 200">
                  <a:extLst>
                    <a:ext uri="{FF2B5EF4-FFF2-40B4-BE49-F238E27FC236}">
                      <a16:creationId xmlns:a16="http://schemas.microsoft.com/office/drawing/2014/main" id="{C8019FDE-0CC6-D095-5874-2E7418EAFFE3}"/>
                    </a:ext>
                  </a:extLst>
                </p:cNvPr>
                <p:cNvPicPr/>
                <p:nvPr/>
              </p:nvPicPr>
              <p:blipFill>
                <a:blip r:embed="rId326"/>
                <a:stretch>
                  <a:fillRect/>
                </a:stretch>
              </p:blipFill>
              <p:spPr>
                <a:xfrm>
                  <a:off x="7669875" y="3107557"/>
                  <a:ext cx="196560" cy="259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27">
            <p14:nvContentPartPr>
              <p14:cNvPr id="204" name="Ink 203">
                <a:extLst>
                  <a:ext uri="{FF2B5EF4-FFF2-40B4-BE49-F238E27FC236}">
                    <a16:creationId xmlns:a16="http://schemas.microsoft.com/office/drawing/2014/main" id="{2600A787-6F78-8C76-3DFE-B655C1CF9CAD}"/>
                  </a:ext>
                </a:extLst>
              </p14:cNvPr>
              <p14:cNvContentPartPr/>
              <p14:nvPr/>
            </p14:nvContentPartPr>
            <p14:xfrm>
              <a:off x="8112315" y="3525157"/>
              <a:ext cx="30240" cy="42120"/>
            </p14:xfrm>
          </p:contentPart>
        </mc:Choice>
        <mc:Fallback>
          <p:pic>
            <p:nvPicPr>
              <p:cNvPr id="204" name="Ink 203">
                <a:extLst>
                  <a:ext uri="{FF2B5EF4-FFF2-40B4-BE49-F238E27FC236}">
                    <a16:creationId xmlns:a16="http://schemas.microsoft.com/office/drawing/2014/main" id="{2600A787-6F78-8C76-3DFE-B655C1CF9CAD}"/>
                  </a:ext>
                </a:extLst>
              </p:cNvPr>
              <p:cNvPicPr/>
              <p:nvPr/>
            </p:nvPicPr>
            <p:blipFill>
              <a:blip r:embed="rId328"/>
              <a:stretch>
                <a:fillRect/>
              </a:stretch>
            </p:blipFill>
            <p:spPr>
              <a:xfrm>
                <a:off x="8103675" y="3516517"/>
                <a:ext cx="47880" cy="59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29">
            <p14:nvContentPartPr>
              <p14:cNvPr id="205" name="Ink 204">
                <a:extLst>
                  <a:ext uri="{FF2B5EF4-FFF2-40B4-BE49-F238E27FC236}">
                    <a16:creationId xmlns:a16="http://schemas.microsoft.com/office/drawing/2014/main" id="{52C3EE9E-3D9E-C3FC-3578-C00371F638EC}"/>
                  </a:ext>
                </a:extLst>
              </p14:cNvPr>
              <p14:cNvContentPartPr/>
              <p14:nvPr/>
            </p14:nvContentPartPr>
            <p14:xfrm>
              <a:off x="8395995" y="3277117"/>
              <a:ext cx="263520" cy="286560"/>
            </p14:xfrm>
          </p:contentPart>
        </mc:Choice>
        <mc:Fallback>
          <p:pic>
            <p:nvPicPr>
              <p:cNvPr id="205" name="Ink 204">
                <a:extLst>
                  <a:ext uri="{FF2B5EF4-FFF2-40B4-BE49-F238E27FC236}">
                    <a16:creationId xmlns:a16="http://schemas.microsoft.com/office/drawing/2014/main" id="{52C3EE9E-3D9E-C3FC-3578-C00371F638EC}"/>
                  </a:ext>
                </a:extLst>
              </p:cNvPr>
              <p:cNvPicPr/>
              <p:nvPr/>
            </p:nvPicPr>
            <p:blipFill>
              <a:blip r:embed="rId330"/>
              <a:stretch>
                <a:fillRect/>
              </a:stretch>
            </p:blipFill>
            <p:spPr>
              <a:xfrm>
                <a:off x="8386995" y="3268117"/>
                <a:ext cx="281160" cy="304200"/>
              </a:xfrm>
              <a:prstGeom prst="rect">
                <a:avLst/>
              </a:prstGeom>
            </p:spPr>
          </p:pic>
        </mc:Fallback>
      </mc:AlternateContent>
      <p:grpSp>
        <p:nvGrpSpPr>
          <p:cNvPr id="208" name="Group 207">
            <a:extLst>
              <a:ext uri="{FF2B5EF4-FFF2-40B4-BE49-F238E27FC236}">
                <a16:creationId xmlns:a16="http://schemas.microsoft.com/office/drawing/2014/main" id="{D8B3E2A9-2745-BDCD-4018-0E591CFC77FF}"/>
              </a:ext>
            </a:extLst>
          </p:cNvPr>
          <p:cNvGrpSpPr/>
          <p:nvPr/>
        </p:nvGrpSpPr>
        <p:grpSpPr>
          <a:xfrm>
            <a:off x="4246995" y="4388077"/>
            <a:ext cx="259560" cy="92520"/>
            <a:chOff x="4246995" y="4388077"/>
            <a:chExt cx="259560" cy="92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31">
              <p14:nvContentPartPr>
                <p14:cNvPr id="206" name="Ink 205">
                  <a:extLst>
                    <a:ext uri="{FF2B5EF4-FFF2-40B4-BE49-F238E27FC236}">
                      <a16:creationId xmlns:a16="http://schemas.microsoft.com/office/drawing/2014/main" id="{C56456C7-A37A-A4C4-0F74-340064A3A29E}"/>
                    </a:ext>
                  </a:extLst>
                </p14:cNvPr>
                <p14:cNvContentPartPr/>
                <p14:nvPr/>
              </p14:nvContentPartPr>
              <p14:xfrm>
                <a:off x="4323315" y="4431277"/>
                <a:ext cx="183240" cy="49320"/>
              </p14:xfrm>
            </p:contentPart>
          </mc:Choice>
          <mc:Fallback>
            <p:pic>
              <p:nvPicPr>
                <p:cNvPr id="206" name="Ink 205">
                  <a:extLst>
                    <a:ext uri="{FF2B5EF4-FFF2-40B4-BE49-F238E27FC236}">
                      <a16:creationId xmlns:a16="http://schemas.microsoft.com/office/drawing/2014/main" id="{C56456C7-A37A-A4C4-0F74-340064A3A29E}"/>
                    </a:ext>
                  </a:extLst>
                </p:cNvPr>
                <p:cNvPicPr/>
                <p:nvPr/>
              </p:nvPicPr>
              <p:blipFill>
                <a:blip r:embed="rId332"/>
                <a:stretch>
                  <a:fillRect/>
                </a:stretch>
              </p:blipFill>
              <p:spPr>
                <a:xfrm>
                  <a:off x="4314675" y="4422277"/>
                  <a:ext cx="200880" cy="6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3">
              <p14:nvContentPartPr>
                <p14:cNvPr id="207" name="Ink 206">
                  <a:extLst>
                    <a:ext uri="{FF2B5EF4-FFF2-40B4-BE49-F238E27FC236}">
                      <a16:creationId xmlns:a16="http://schemas.microsoft.com/office/drawing/2014/main" id="{A808DFA3-9AAB-F8A8-82FD-DF0F7F09041F}"/>
                    </a:ext>
                  </a:extLst>
                </p14:cNvPr>
                <p14:cNvContentPartPr/>
                <p14:nvPr/>
              </p14:nvContentPartPr>
              <p14:xfrm>
                <a:off x="4246995" y="4388077"/>
                <a:ext cx="172800" cy="19080"/>
              </p14:xfrm>
            </p:contentPart>
          </mc:Choice>
          <mc:Fallback>
            <p:pic>
              <p:nvPicPr>
                <p:cNvPr id="207" name="Ink 206">
                  <a:extLst>
                    <a:ext uri="{FF2B5EF4-FFF2-40B4-BE49-F238E27FC236}">
                      <a16:creationId xmlns:a16="http://schemas.microsoft.com/office/drawing/2014/main" id="{A808DFA3-9AAB-F8A8-82FD-DF0F7F09041F}"/>
                    </a:ext>
                  </a:extLst>
                </p:cNvPr>
                <p:cNvPicPr/>
                <p:nvPr/>
              </p:nvPicPr>
              <p:blipFill>
                <a:blip r:embed="rId334"/>
                <a:stretch>
                  <a:fillRect/>
                </a:stretch>
              </p:blipFill>
              <p:spPr>
                <a:xfrm>
                  <a:off x="4237995" y="4379077"/>
                  <a:ext cx="190440" cy="36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5" name="Group 214">
            <a:extLst>
              <a:ext uri="{FF2B5EF4-FFF2-40B4-BE49-F238E27FC236}">
                <a16:creationId xmlns:a16="http://schemas.microsoft.com/office/drawing/2014/main" id="{BBDD2E01-66DB-17EB-95B0-745367816E07}"/>
              </a:ext>
            </a:extLst>
          </p:cNvPr>
          <p:cNvGrpSpPr/>
          <p:nvPr/>
        </p:nvGrpSpPr>
        <p:grpSpPr>
          <a:xfrm>
            <a:off x="4966995" y="4061197"/>
            <a:ext cx="681480" cy="457920"/>
            <a:chOff x="4966995" y="4061197"/>
            <a:chExt cx="681480" cy="457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35">
              <p14:nvContentPartPr>
                <p14:cNvPr id="209" name="Ink 208">
                  <a:extLst>
                    <a:ext uri="{FF2B5EF4-FFF2-40B4-BE49-F238E27FC236}">
                      <a16:creationId xmlns:a16="http://schemas.microsoft.com/office/drawing/2014/main" id="{6EB71264-59A3-9C22-75BD-3CA8B66E0BA2}"/>
                    </a:ext>
                  </a:extLst>
                </p14:cNvPr>
                <p14:cNvContentPartPr/>
                <p14:nvPr/>
              </p14:nvContentPartPr>
              <p14:xfrm>
                <a:off x="4980315" y="4104397"/>
                <a:ext cx="85680" cy="414720"/>
              </p14:xfrm>
            </p:contentPart>
          </mc:Choice>
          <mc:Fallback>
            <p:pic>
              <p:nvPicPr>
                <p:cNvPr id="209" name="Ink 208">
                  <a:extLst>
                    <a:ext uri="{FF2B5EF4-FFF2-40B4-BE49-F238E27FC236}">
                      <a16:creationId xmlns:a16="http://schemas.microsoft.com/office/drawing/2014/main" id="{6EB71264-59A3-9C22-75BD-3CA8B66E0BA2}"/>
                    </a:ext>
                  </a:extLst>
                </p:cNvPr>
                <p:cNvPicPr/>
                <p:nvPr/>
              </p:nvPicPr>
              <p:blipFill>
                <a:blip r:embed="rId336"/>
                <a:stretch>
                  <a:fillRect/>
                </a:stretch>
              </p:blipFill>
              <p:spPr>
                <a:xfrm>
                  <a:off x="4971675" y="4095757"/>
                  <a:ext cx="103320" cy="43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7">
              <p14:nvContentPartPr>
                <p14:cNvPr id="210" name="Ink 209">
                  <a:extLst>
                    <a:ext uri="{FF2B5EF4-FFF2-40B4-BE49-F238E27FC236}">
                      <a16:creationId xmlns:a16="http://schemas.microsoft.com/office/drawing/2014/main" id="{49D3F04C-E79B-4C90-2918-5AB66BEACF46}"/>
                    </a:ext>
                  </a:extLst>
                </p14:cNvPr>
                <p14:cNvContentPartPr/>
                <p14:nvPr/>
              </p14:nvContentPartPr>
              <p14:xfrm>
                <a:off x="5073555" y="4112677"/>
                <a:ext cx="172800" cy="382320"/>
              </p14:xfrm>
            </p:contentPart>
          </mc:Choice>
          <mc:Fallback>
            <p:pic>
              <p:nvPicPr>
                <p:cNvPr id="210" name="Ink 209">
                  <a:extLst>
                    <a:ext uri="{FF2B5EF4-FFF2-40B4-BE49-F238E27FC236}">
                      <a16:creationId xmlns:a16="http://schemas.microsoft.com/office/drawing/2014/main" id="{49D3F04C-E79B-4C90-2918-5AB66BEACF46}"/>
                    </a:ext>
                  </a:extLst>
                </p:cNvPr>
                <p:cNvPicPr/>
                <p:nvPr/>
              </p:nvPicPr>
              <p:blipFill>
                <a:blip r:embed="rId338"/>
                <a:stretch>
                  <a:fillRect/>
                </a:stretch>
              </p:blipFill>
              <p:spPr>
                <a:xfrm>
                  <a:off x="5064555" y="4103677"/>
                  <a:ext cx="190440" cy="39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9">
              <p14:nvContentPartPr>
                <p14:cNvPr id="211" name="Ink 210">
                  <a:extLst>
                    <a:ext uri="{FF2B5EF4-FFF2-40B4-BE49-F238E27FC236}">
                      <a16:creationId xmlns:a16="http://schemas.microsoft.com/office/drawing/2014/main" id="{032D4718-81B6-F575-0697-175B34C0A013}"/>
                    </a:ext>
                  </a:extLst>
                </p14:cNvPr>
                <p14:cNvContentPartPr/>
                <p14:nvPr/>
              </p14:nvContentPartPr>
              <p14:xfrm>
                <a:off x="4966995" y="4343437"/>
                <a:ext cx="252360" cy="36720"/>
              </p14:xfrm>
            </p:contentPart>
          </mc:Choice>
          <mc:Fallback>
            <p:pic>
              <p:nvPicPr>
                <p:cNvPr id="211" name="Ink 210">
                  <a:extLst>
                    <a:ext uri="{FF2B5EF4-FFF2-40B4-BE49-F238E27FC236}">
                      <a16:creationId xmlns:a16="http://schemas.microsoft.com/office/drawing/2014/main" id="{032D4718-81B6-F575-0697-175B34C0A013}"/>
                    </a:ext>
                  </a:extLst>
                </p:cNvPr>
                <p:cNvPicPr/>
                <p:nvPr/>
              </p:nvPicPr>
              <p:blipFill>
                <a:blip r:embed="rId340"/>
                <a:stretch>
                  <a:fillRect/>
                </a:stretch>
              </p:blipFill>
              <p:spPr>
                <a:xfrm>
                  <a:off x="4957995" y="4334437"/>
                  <a:ext cx="270000" cy="5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1">
              <p14:nvContentPartPr>
                <p14:cNvPr id="212" name="Ink 211">
                  <a:extLst>
                    <a:ext uri="{FF2B5EF4-FFF2-40B4-BE49-F238E27FC236}">
                      <a16:creationId xmlns:a16="http://schemas.microsoft.com/office/drawing/2014/main" id="{DF39F495-3EC5-4217-205D-65E58A9E893F}"/>
                    </a:ext>
                  </a:extLst>
                </p14:cNvPr>
                <p14:cNvContentPartPr/>
                <p14:nvPr/>
              </p14:nvContentPartPr>
              <p14:xfrm>
                <a:off x="5390715" y="4148317"/>
                <a:ext cx="257760" cy="339840"/>
              </p14:xfrm>
            </p:contentPart>
          </mc:Choice>
          <mc:Fallback>
            <p:pic>
              <p:nvPicPr>
                <p:cNvPr id="212" name="Ink 211">
                  <a:extLst>
                    <a:ext uri="{FF2B5EF4-FFF2-40B4-BE49-F238E27FC236}">
                      <a16:creationId xmlns:a16="http://schemas.microsoft.com/office/drawing/2014/main" id="{DF39F495-3EC5-4217-205D-65E58A9E893F}"/>
                    </a:ext>
                  </a:extLst>
                </p:cNvPr>
                <p:cNvPicPr/>
                <p:nvPr/>
              </p:nvPicPr>
              <p:blipFill>
                <a:blip r:embed="rId342"/>
                <a:stretch>
                  <a:fillRect/>
                </a:stretch>
              </p:blipFill>
              <p:spPr>
                <a:xfrm>
                  <a:off x="5381715" y="4139317"/>
                  <a:ext cx="275400" cy="35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3">
              <p14:nvContentPartPr>
                <p14:cNvPr id="213" name="Ink 212">
                  <a:extLst>
                    <a:ext uri="{FF2B5EF4-FFF2-40B4-BE49-F238E27FC236}">
                      <a16:creationId xmlns:a16="http://schemas.microsoft.com/office/drawing/2014/main" id="{156D3DFC-850C-4C67-17E1-AD2CC64D0C53}"/>
                    </a:ext>
                  </a:extLst>
                </p14:cNvPr>
                <p14:cNvContentPartPr/>
                <p14:nvPr/>
              </p14:nvContentPartPr>
              <p14:xfrm>
                <a:off x="5376315" y="4061197"/>
                <a:ext cx="202680" cy="12600"/>
              </p14:xfrm>
            </p:contentPart>
          </mc:Choice>
          <mc:Fallback>
            <p:pic>
              <p:nvPicPr>
                <p:cNvPr id="213" name="Ink 212">
                  <a:extLst>
                    <a:ext uri="{FF2B5EF4-FFF2-40B4-BE49-F238E27FC236}">
                      <a16:creationId xmlns:a16="http://schemas.microsoft.com/office/drawing/2014/main" id="{156D3DFC-850C-4C67-17E1-AD2CC64D0C53}"/>
                    </a:ext>
                  </a:extLst>
                </p:cNvPr>
                <p:cNvPicPr/>
                <p:nvPr/>
              </p:nvPicPr>
              <p:blipFill>
                <a:blip r:embed="rId344"/>
                <a:stretch>
                  <a:fillRect/>
                </a:stretch>
              </p:blipFill>
              <p:spPr>
                <a:xfrm>
                  <a:off x="5367675" y="4052557"/>
                  <a:ext cx="220320" cy="302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45">
            <p14:nvContentPartPr>
              <p14:cNvPr id="214" name="Ink 213">
                <a:extLst>
                  <a:ext uri="{FF2B5EF4-FFF2-40B4-BE49-F238E27FC236}">
                    <a16:creationId xmlns:a16="http://schemas.microsoft.com/office/drawing/2014/main" id="{031054DC-207F-B8A4-9B4C-51EAF5151702}"/>
                  </a:ext>
                </a:extLst>
              </p14:cNvPr>
              <p14:cNvContentPartPr/>
              <p14:nvPr/>
            </p14:nvContentPartPr>
            <p14:xfrm>
              <a:off x="5887875" y="4424437"/>
              <a:ext cx="7920" cy="3240"/>
            </p14:xfrm>
          </p:contentPart>
        </mc:Choice>
        <mc:Fallback>
          <p:pic>
            <p:nvPicPr>
              <p:cNvPr id="214" name="Ink 213">
                <a:extLst>
                  <a:ext uri="{FF2B5EF4-FFF2-40B4-BE49-F238E27FC236}">
                    <a16:creationId xmlns:a16="http://schemas.microsoft.com/office/drawing/2014/main" id="{031054DC-207F-B8A4-9B4C-51EAF5151702}"/>
                  </a:ext>
                </a:extLst>
              </p:cNvPr>
              <p:cNvPicPr/>
              <p:nvPr/>
            </p:nvPicPr>
            <p:blipFill>
              <a:blip r:embed="rId346"/>
              <a:stretch>
                <a:fillRect/>
              </a:stretch>
            </p:blipFill>
            <p:spPr>
              <a:xfrm>
                <a:off x="5879235" y="4415437"/>
                <a:ext cx="25560" cy="20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47">
            <p14:nvContentPartPr>
              <p14:cNvPr id="216" name="Ink 215">
                <a:extLst>
                  <a:ext uri="{FF2B5EF4-FFF2-40B4-BE49-F238E27FC236}">
                    <a16:creationId xmlns:a16="http://schemas.microsoft.com/office/drawing/2014/main" id="{170E0965-FE2B-7D6C-EF7B-1A93AEBD0849}"/>
                  </a:ext>
                </a:extLst>
              </p14:cNvPr>
              <p14:cNvContentPartPr/>
              <p14:nvPr/>
            </p14:nvContentPartPr>
            <p14:xfrm>
              <a:off x="6129435" y="4147597"/>
              <a:ext cx="115920" cy="360720"/>
            </p14:xfrm>
          </p:contentPart>
        </mc:Choice>
        <mc:Fallback>
          <p:pic>
            <p:nvPicPr>
              <p:cNvPr id="216" name="Ink 215">
                <a:extLst>
                  <a:ext uri="{FF2B5EF4-FFF2-40B4-BE49-F238E27FC236}">
                    <a16:creationId xmlns:a16="http://schemas.microsoft.com/office/drawing/2014/main" id="{170E0965-FE2B-7D6C-EF7B-1A93AEBD0849}"/>
                  </a:ext>
                </a:extLst>
              </p:cNvPr>
              <p:cNvPicPr/>
              <p:nvPr/>
            </p:nvPicPr>
            <p:blipFill>
              <a:blip r:embed="rId348"/>
              <a:stretch>
                <a:fillRect/>
              </a:stretch>
            </p:blipFill>
            <p:spPr>
              <a:xfrm>
                <a:off x="6120435" y="4138957"/>
                <a:ext cx="133560" cy="378360"/>
              </a:xfrm>
              <a:prstGeom prst="rect">
                <a:avLst/>
              </a:prstGeom>
            </p:spPr>
          </p:pic>
        </mc:Fallback>
      </mc:AlternateContent>
      <p:grpSp>
        <p:nvGrpSpPr>
          <p:cNvPr id="220" name="Group 219">
            <a:extLst>
              <a:ext uri="{FF2B5EF4-FFF2-40B4-BE49-F238E27FC236}">
                <a16:creationId xmlns:a16="http://schemas.microsoft.com/office/drawing/2014/main" id="{4117EB1E-648B-3CFE-D9A4-F28F68A0DEA1}"/>
              </a:ext>
            </a:extLst>
          </p:cNvPr>
          <p:cNvGrpSpPr/>
          <p:nvPr/>
        </p:nvGrpSpPr>
        <p:grpSpPr>
          <a:xfrm>
            <a:off x="6829995" y="4194757"/>
            <a:ext cx="234360" cy="268920"/>
            <a:chOff x="6829995" y="4194757"/>
            <a:chExt cx="234360" cy="268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49">
              <p14:nvContentPartPr>
                <p14:cNvPr id="217" name="Ink 216">
                  <a:extLst>
                    <a:ext uri="{FF2B5EF4-FFF2-40B4-BE49-F238E27FC236}">
                      <a16:creationId xmlns:a16="http://schemas.microsoft.com/office/drawing/2014/main" id="{B2ABF6B1-DA2E-A243-703B-638C6CDB9AA3}"/>
                    </a:ext>
                  </a:extLst>
                </p14:cNvPr>
                <p14:cNvContentPartPr/>
                <p14:nvPr/>
              </p14:nvContentPartPr>
              <p14:xfrm>
                <a:off x="6829995" y="4332637"/>
                <a:ext cx="234360" cy="12240"/>
              </p14:xfrm>
            </p:contentPart>
          </mc:Choice>
          <mc:Fallback>
            <p:pic>
              <p:nvPicPr>
                <p:cNvPr id="217" name="Ink 216">
                  <a:extLst>
                    <a:ext uri="{FF2B5EF4-FFF2-40B4-BE49-F238E27FC236}">
                      <a16:creationId xmlns:a16="http://schemas.microsoft.com/office/drawing/2014/main" id="{B2ABF6B1-DA2E-A243-703B-638C6CDB9AA3}"/>
                    </a:ext>
                  </a:extLst>
                </p:cNvPr>
                <p:cNvPicPr/>
                <p:nvPr/>
              </p:nvPicPr>
              <p:blipFill>
                <a:blip r:embed="rId350"/>
                <a:stretch>
                  <a:fillRect/>
                </a:stretch>
              </p:blipFill>
              <p:spPr>
                <a:xfrm>
                  <a:off x="6820995" y="4323997"/>
                  <a:ext cx="252000" cy="2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1">
              <p14:nvContentPartPr>
                <p14:cNvPr id="218" name="Ink 217">
                  <a:extLst>
                    <a:ext uri="{FF2B5EF4-FFF2-40B4-BE49-F238E27FC236}">
                      <a16:creationId xmlns:a16="http://schemas.microsoft.com/office/drawing/2014/main" id="{7D0E0D06-9CB4-22F9-3CAC-EEDAB45FA15E}"/>
                    </a:ext>
                  </a:extLst>
                </p14:cNvPr>
                <p14:cNvContentPartPr/>
                <p14:nvPr/>
              </p14:nvContentPartPr>
              <p14:xfrm>
                <a:off x="6922875" y="4194757"/>
                <a:ext cx="52920" cy="268920"/>
              </p14:xfrm>
            </p:contentPart>
          </mc:Choice>
          <mc:Fallback>
            <p:pic>
              <p:nvPicPr>
                <p:cNvPr id="218" name="Ink 217">
                  <a:extLst>
                    <a:ext uri="{FF2B5EF4-FFF2-40B4-BE49-F238E27FC236}">
                      <a16:creationId xmlns:a16="http://schemas.microsoft.com/office/drawing/2014/main" id="{7D0E0D06-9CB4-22F9-3CAC-EEDAB45FA15E}"/>
                    </a:ext>
                  </a:extLst>
                </p:cNvPr>
                <p:cNvPicPr/>
                <p:nvPr/>
              </p:nvPicPr>
              <p:blipFill>
                <a:blip r:embed="rId352"/>
                <a:stretch>
                  <a:fillRect/>
                </a:stretch>
              </p:blipFill>
              <p:spPr>
                <a:xfrm>
                  <a:off x="6914235" y="4186117"/>
                  <a:ext cx="70560" cy="2865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53">
            <p14:nvContentPartPr>
              <p14:cNvPr id="219" name="Ink 218">
                <a:extLst>
                  <a:ext uri="{FF2B5EF4-FFF2-40B4-BE49-F238E27FC236}">
                    <a16:creationId xmlns:a16="http://schemas.microsoft.com/office/drawing/2014/main" id="{357A7E91-6C8C-7056-3CB0-3CAE6B63D2E4}"/>
                  </a:ext>
                </a:extLst>
              </p14:cNvPr>
              <p14:cNvContentPartPr/>
              <p14:nvPr/>
            </p14:nvContentPartPr>
            <p14:xfrm>
              <a:off x="7507875" y="4039597"/>
              <a:ext cx="276840" cy="342000"/>
            </p14:xfrm>
          </p:contentPart>
        </mc:Choice>
        <mc:Fallback>
          <p:pic>
            <p:nvPicPr>
              <p:cNvPr id="219" name="Ink 218">
                <a:extLst>
                  <a:ext uri="{FF2B5EF4-FFF2-40B4-BE49-F238E27FC236}">
                    <a16:creationId xmlns:a16="http://schemas.microsoft.com/office/drawing/2014/main" id="{357A7E91-6C8C-7056-3CB0-3CAE6B63D2E4}"/>
                  </a:ext>
                </a:extLst>
              </p:cNvPr>
              <p:cNvPicPr/>
              <p:nvPr/>
            </p:nvPicPr>
            <p:blipFill>
              <a:blip r:embed="rId354"/>
              <a:stretch>
                <a:fillRect/>
              </a:stretch>
            </p:blipFill>
            <p:spPr>
              <a:xfrm>
                <a:off x="7498875" y="4030957"/>
                <a:ext cx="294480" cy="359640"/>
              </a:xfrm>
              <a:prstGeom prst="rect">
                <a:avLst/>
              </a:prstGeom>
            </p:spPr>
          </p:pic>
        </mc:Fallback>
      </mc:AlternateContent>
      <p:grpSp>
        <p:nvGrpSpPr>
          <p:cNvPr id="230" name="Group 229">
            <a:extLst>
              <a:ext uri="{FF2B5EF4-FFF2-40B4-BE49-F238E27FC236}">
                <a16:creationId xmlns:a16="http://schemas.microsoft.com/office/drawing/2014/main" id="{7B65A561-2D28-A05D-EB07-57C8498E8F5D}"/>
              </a:ext>
            </a:extLst>
          </p:cNvPr>
          <p:cNvGrpSpPr/>
          <p:nvPr/>
        </p:nvGrpSpPr>
        <p:grpSpPr>
          <a:xfrm>
            <a:off x="4291995" y="5164237"/>
            <a:ext cx="216360" cy="156960"/>
            <a:chOff x="4291995" y="5164237"/>
            <a:chExt cx="216360" cy="156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55">
              <p14:nvContentPartPr>
                <p14:cNvPr id="221" name="Ink 220">
                  <a:extLst>
                    <a:ext uri="{FF2B5EF4-FFF2-40B4-BE49-F238E27FC236}">
                      <a16:creationId xmlns:a16="http://schemas.microsoft.com/office/drawing/2014/main" id="{04E2FC22-1784-E178-90C3-771CC1152E48}"/>
                    </a:ext>
                  </a:extLst>
                </p14:cNvPr>
                <p14:cNvContentPartPr/>
                <p14:nvPr/>
              </p14:nvContentPartPr>
              <p14:xfrm>
                <a:off x="4313955" y="5299237"/>
                <a:ext cx="194400" cy="21960"/>
              </p14:xfrm>
            </p:contentPart>
          </mc:Choice>
          <mc:Fallback>
            <p:pic>
              <p:nvPicPr>
                <p:cNvPr id="221" name="Ink 220">
                  <a:extLst>
                    <a:ext uri="{FF2B5EF4-FFF2-40B4-BE49-F238E27FC236}">
                      <a16:creationId xmlns:a16="http://schemas.microsoft.com/office/drawing/2014/main" id="{04E2FC22-1784-E178-90C3-771CC1152E48}"/>
                    </a:ext>
                  </a:extLst>
                </p:cNvPr>
                <p:cNvPicPr/>
                <p:nvPr/>
              </p:nvPicPr>
              <p:blipFill>
                <a:blip r:embed="rId356"/>
                <a:stretch>
                  <a:fillRect/>
                </a:stretch>
              </p:blipFill>
              <p:spPr>
                <a:xfrm>
                  <a:off x="4305315" y="5290237"/>
                  <a:ext cx="212040" cy="3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7">
              <p14:nvContentPartPr>
                <p14:cNvPr id="222" name="Ink 221">
                  <a:extLst>
                    <a:ext uri="{FF2B5EF4-FFF2-40B4-BE49-F238E27FC236}">
                      <a16:creationId xmlns:a16="http://schemas.microsoft.com/office/drawing/2014/main" id="{0B52F41C-4249-6C45-8049-E5C35528473A}"/>
                    </a:ext>
                  </a:extLst>
                </p14:cNvPr>
                <p14:cNvContentPartPr/>
                <p14:nvPr/>
              </p14:nvContentPartPr>
              <p14:xfrm>
                <a:off x="4291995" y="5164237"/>
                <a:ext cx="192240" cy="23400"/>
              </p14:xfrm>
            </p:contentPart>
          </mc:Choice>
          <mc:Fallback>
            <p:pic>
              <p:nvPicPr>
                <p:cNvPr id="222" name="Ink 221">
                  <a:extLst>
                    <a:ext uri="{FF2B5EF4-FFF2-40B4-BE49-F238E27FC236}">
                      <a16:creationId xmlns:a16="http://schemas.microsoft.com/office/drawing/2014/main" id="{0B52F41C-4249-6C45-8049-E5C35528473A}"/>
                    </a:ext>
                  </a:extLst>
                </p:cNvPr>
                <p:cNvPicPr/>
                <p:nvPr/>
              </p:nvPicPr>
              <p:blipFill>
                <a:blip r:embed="rId358"/>
                <a:stretch>
                  <a:fillRect/>
                </a:stretch>
              </p:blipFill>
              <p:spPr>
                <a:xfrm>
                  <a:off x="4282995" y="5155237"/>
                  <a:ext cx="209880" cy="41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29" name="Group 228">
            <a:extLst>
              <a:ext uri="{FF2B5EF4-FFF2-40B4-BE49-F238E27FC236}">
                <a16:creationId xmlns:a16="http://schemas.microsoft.com/office/drawing/2014/main" id="{4784C490-6BCF-81B2-F03D-6511BC5102F8}"/>
              </a:ext>
            </a:extLst>
          </p:cNvPr>
          <p:cNvGrpSpPr/>
          <p:nvPr/>
        </p:nvGrpSpPr>
        <p:grpSpPr>
          <a:xfrm>
            <a:off x="4812555" y="4914397"/>
            <a:ext cx="732240" cy="500760"/>
            <a:chOff x="4812555" y="4914397"/>
            <a:chExt cx="732240" cy="500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59">
              <p14:nvContentPartPr>
                <p14:cNvPr id="223" name="Ink 222">
                  <a:extLst>
                    <a:ext uri="{FF2B5EF4-FFF2-40B4-BE49-F238E27FC236}">
                      <a16:creationId xmlns:a16="http://schemas.microsoft.com/office/drawing/2014/main" id="{99E4C34B-A37C-A39F-34EB-EC8E493E2C51}"/>
                    </a:ext>
                  </a:extLst>
                </p14:cNvPr>
                <p14:cNvContentPartPr/>
                <p14:nvPr/>
              </p14:nvContentPartPr>
              <p14:xfrm>
                <a:off x="4851435" y="5052637"/>
                <a:ext cx="98280" cy="327600"/>
              </p14:xfrm>
            </p:contentPart>
          </mc:Choice>
          <mc:Fallback>
            <p:pic>
              <p:nvPicPr>
                <p:cNvPr id="223" name="Ink 222">
                  <a:extLst>
                    <a:ext uri="{FF2B5EF4-FFF2-40B4-BE49-F238E27FC236}">
                      <a16:creationId xmlns:a16="http://schemas.microsoft.com/office/drawing/2014/main" id="{99E4C34B-A37C-A39F-34EB-EC8E493E2C51}"/>
                    </a:ext>
                  </a:extLst>
                </p:cNvPr>
                <p:cNvPicPr/>
                <p:nvPr/>
              </p:nvPicPr>
              <p:blipFill>
                <a:blip r:embed="rId360"/>
                <a:stretch>
                  <a:fillRect/>
                </a:stretch>
              </p:blipFill>
              <p:spPr>
                <a:xfrm>
                  <a:off x="4842795" y="5043637"/>
                  <a:ext cx="115920" cy="34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1">
              <p14:nvContentPartPr>
                <p14:cNvPr id="224" name="Ink 223">
                  <a:extLst>
                    <a:ext uri="{FF2B5EF4-FFF2-40B4-BE49-F238E27FC236}">
                      <a16:creationId xmlns:a16="http://schemas.microsoft.com/office/drawing/2014/main" id="{9E85A7C1-6847-7C84-8A86-573DFC364055}"/>
                    </a:ext>
                  </a:extLst>
                </p14:cNvPr>
                <p14:cNvContentPartPr/>
                <p14:nvPr/>
              </p14:nvContentPartPr>
              <p14:xfrm>
                <a:off x="4960875" y="5006557"/>
                <a:ext cx="104040" cy="408600"/>
              </p14:xfrm>
            </p:contentPart>
          </mc:Choice>
          <mc:Fallback>
            <p:pic>
              <p:nvPicPr>
                <p:cNvPr id="224" name="Ink 223">
                  <a:extLst>
                    <a:ext uri="{FF2B5EF4-FFF2-40B4-BE49-F238E27FC236}">
                      <a16:creationId xmlns:a16="http://schemas.microsoft.com/office/drawing/2014/main" id="{9E85A7C1-6847-7C84-8A86-573DFC364055}"/>
                    </a:ext>
                  </a:extLst>
                </p:cNvPr>
                <p:cNvPicPr/>
                <p:nvPr/>
              </p:nvPicPr>
              <p:blipFill>
                <a:blip r:embed="rId362"/>
                <a:stretch>
                  <a:fillRect/>
                </a:stretch>
              </p:blipFill>
              <p:spPr>
                <a:xfrm>
                  <a:off x="4952235" y="4997917"/>
                  <a:ext cx="121680" cy="42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3">
              <p14:nvContentPartPr>
                <p14:cNvPr id="225" name="Ink 224">
                  <a:extLst>
                    <a:ext uri="{FF2B5EF4-FFF2-40B4-BE49-F238E27FC236}">
                      <a16:creationId xmlns:a16="http://schemas.microsoft.com/office/drawing/2014/main" id="{615FEE50-5959-0A6F-B57B-EBA43E60E286}"/>
                    </a:ext>
                  </a:extLst>
                </p14:cNvPr>
                <p14:cNvContentPartPr/>
                <p14:nvPr/>
              </p14:nvContentPartPr>
              <p14:xfrm>
                <a:off x="4812555" y="5261437"/>
                <a:ext cx="234360" cy="25920"/>
              </p14:xfrm>
            </p:contentPart>
          </mc:Choice>
          <mc:Fallback>
            <p:pic>
              <p:nvPicPr>
                <p:cNvPr id="225" name="Ink 224">
                  <a:extLst>
                    <a:ext uri="{FF2B5EF4-FFF2-40B4-BE49-F238E27FC236}">
                      <a16:creationId xmlns:a16="http://schemas.microsoft.com/office/drawing/2014/main" id="{615FEE50-5959-0A6F-B57B-EBA43E60E286}"/>
                    </a:ext>
                  </a:extLst>
                </p:cNvPr>
                <p:cNvPicPr/>
                <p:nvPr/>
              </p:nvPicPr>
              <p:blipFill>
                <a:blip r:embed="rId364"/>
                <a:stretch>
                  <a:fillRect/>
                </a:stretch>
              </p:blipFill>
              <p:spPr>
                <a:xfrm>
                  <a:off x="4803555" y="5252437"/>
                  <a:ext cx="252000" cy="4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5">
              <p14:nvContentPartPr>
                <p14:cNvPr id="226" name="Ink 225">
                  <a:extLst>
                    <a:ext uri="{FF2B5EF4-FFF2-40B4-BE49-F238E27FC236}">
                      <a16:creationId xmlns:a16="http://schemas.microsoft.com/office/drawing/2014/main" id="{64FFD6CA-945D-F6A5-8656-38AEAEE506E0}"/>
                    </a:ext>
                  </a:extLst>
                </p14:cNvPr>
                <p14:cNvContentPartPr/>
                <p14:nvPr/>
              </p14:nvContentPartPr>
              <p14:xfrm>
                <a:off x="5265795" y="5016637"/>
                <a:ext cx="279000" cy="358560"/>
              </p14:xfrm>
            </p:contentPart>
          </mc:Choice>
          <mc:Fallback>
            <p:pic>
              <p:nvPicPr>
                <p:cNvPr id="226" name="Ink 225">
                  <a:extLst>
                    <a:ext uri="{FF2B5EF4-FFF2-40B4-BE49-F238E27FC236}">
                      <a16:creationId xmlns:a16="http://schemas.microsoft.com/office/drawing/2014/main" id="{64FFD6CA-945D-F6A5-8656-38AEAEE506E0}"/>
                    </a:ext>
                  </a:extLst>
                </p:cNvPr>
                <p:cNvPicPr/>
                <p:nvPr/>
              </p:nvPicPr>
              <p:blipFill>
                <a:blip r:embed="rId366"/>
                <a:stretch>
                  <a:fillRect/>
                </a:stretch>
              </p:blipFill>
              <p:spPr>
                <a:xfrm>
                  <a:off x="5256795" y="5007637"/>
                  <a:ext cx="296640" cy="37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7">
              <p14:nvContentPartPr>
                <p14:cNvPr id="227" name="Ink 226">
                  <a:extLst>
                    <a:ext uri="{FF2B5EF4-FFF2-40B4-BE49-F238E27FC236}">
                      <a16:creationId xmlns:a16="http://schemas.microsoft.com/office/drawing/2014/main" id="{9D64E846-06E8-9341-E84E-ADBEDF336CD0}"/>
                    </a:ext>
                  </a:extLst>
                </p14:cNvPr>
                <p14:cNvContentPartPr/>
                <p14:nvPr/>
              </p14:nvContentPartPr>
              <p14:xfrm>
                <a:off x="5266875" y="4914397"/>
                <a:ext cx="198360" cy="16560"/>
              </p14:xfrm>
            </p:contentPart>
          </mc:Choice>
          <mc:Fallback>
            <p:pic>
              <p:nvPicPr>
                <p:cNvPr id="227" name="Ink 226">
                  <a:extLst>
                    <a:ext uri="{FF2B5EF4-FFF2-40B4-BE49-F238E27FC236}">
                      <a16:creationId xmlns:a16="http://schemas.microsoft.com/office/drawing/2014/main" id="{9D64E846-06E8-9341-E84E-ADBEDF336CD0}"/>
                    </a:ext>
                  </a:extLst>
                </p:cNvPr>
                <p:cNvPicPr/>
                <p:nvPr/>
              </p:nvPicPr>
              <p:blipFill>
                <a:blip r:embed="rId368"/>
                <a:stretch>
                  <a:fillRect/>
                </a:stretch>
              </p:blipFill>
              <p:spPr>
                <a:xfrm>
                  <a:off x="5258235" y="4905397"/>
                  <a:ext cx="216000" cy="34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34" name="Group 233">
            <a:extLst>
              <a:ext uri="{FF2B5EF4-FFF2-40B4-BE49-F238E27FC236}">
                <a16:creationId xmlns:a16="http://schemas.microsoft.com/office/drawing/2014/main" id="{D7BF0F53-2CD4-EB6F-6F80-67744F21F9A6}"/>
              </a:ext>
            </a:extLst>
          </p:cNvPr>
          <p:cNvGrpSpPr/>
          <p:nvPr/>
        </p:nvGrpSpPr>
        <p:grpSpPr>
          <a:xfrm>
            <a:off x="3772875" y="5050837"/>
            <a:ext cx="261360" cy="394560"/>
            <a:chOff x="3772875" y="5050837"/>
            <a:chExt cx="261360" cy="394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69">
              <p14:nvContentPartPr>
                <p14:cNvPr id="231" name="Ink 230">
                  <a:extLst>
                    <a:ext uri="{FF2B5EF4-FFF2-40B4-BE49-F238E27FC236}">
                      <a16:creationId xmlns:a16="http://schemas.microsoft.com/office/drawing/2014/main" id="{074BDBBC-6EF5-C05B-7068-41367A1B1381}"/>
                    </a:ext>
                  </a:extLst>
                </p14:cNvPr>
                <p14:cNvContentPartPr/>
                <p14:nvPr/>
              </p14:nvContentPartPr>
              <p14:xfrm>
                <a:off x="3786195" y="5050837"/>
                <a:ext cx="14400" cy="394560"/>
              </p14:xfrm>
            </p:contentPart>
          </mc:Choice>
          <mc:Fallback>
            <p:pic>
              <p:nvPicPr>
                <p:cNvPr id="231" name="Ink 230">
                  <a:extLst>
                    <a:ext uri="{FF2B5EF4-FFF2-40B4-BE49-F238E27FC236}">
                      <a16:creationId xmlns:a16="http://schemas.microsoft.com/office/drawing/2014/main" id="{074BDBBC-6EF5-C05B-7068-41367A1B1381}"/>
                    </a:ext>
                  </a:extLst>
                </p:cNvPr>
                <p:cNvPicPr/>
                <p:nvPr/>
              </p:nvPicPr>
              <p:blipFill>
                <a:blip r:embed="rId370"/>
                <a:stretch>
                  <a:fillRect/>
                </a:stretch>
              </p:blipFill>
              <p:spPr>
                <a:xfrm>
                  <a:off x="3777195" y="5041837"/>
                  <a:ext cx="32040" cy="41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1">
              <p14:nvContentPartPr>
                <p14:cNvPr id="232" name="Ink 231">
                  <a:extLst>
                    <a:ext uri="{FF2B5EF4-FFF2-40B4-BE49-F238E27FC236}">
                      <a16:creationId xmlns:a16="http://schemas.microsoft.com/office/drawing/2014/main" id="{A5BE4096-3734-8F55-1ACA-57E25936C19C}"/>
                    </a:ext>
                  </a:extLst>
                </p14:cNvPr>
                <p14:cNvContentPartPr/>
                <p14:nvPr/>
              </p14:nvContentPartPr>
              <p14:xfrm>
                <a:off x="3778635" y="5097997"/>
                <a:ext cx="196200" cy="11160"/>
              </p14:xfrm>
            </p:contentPart>
          </mc:Choice>
          <mc:Fallback>
            <p:pic>
              <p:nvPicPr>
                <p:cNvPr id="232" name="Ink 231">
                  <a:extLst>
                    <a:ext uri="{FF2B5EF4-FFF2-40B4-BE49-F238E27FC236}">
                      <a16:creationId xmlns:a16="http://schemas.microsoft.com/office/drawing/2014/main" id="{A5BE4096-3734-8F55-1ACA-57E25936C19C}"/>
                    </a:ext>
                  </a:extLst>
                </p:cNvPr>
                <p:cNvPicPr/>
                <p:nvPr/>
              </p:nvPicPr>
              <p:blipFill>
                <a:blip r:embed="rId372"/>
                <a:stretch>
                  <a:fillRect/>
                </a:stretch>
              </p:blipFill>
              <p:spPr>
                <a:xfrm>
                  <a:off x="3769635" y="5088997"/>
                  <a:ext cx="213840" cy="2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3">
              <p14:nvContentPartPr>
                <p14:cNvPr id="233" name="Ink 232">
                  <a:extLst>
                    <a:ext uri="{FF2B5EF4-FFF2-40B4-BE49-F238E27FC236}">
                      <a16:creationId xmlns:a16="http://schemas.microsoft.com/office/drawing/2014/main" id="{324D8983-7407-506C-B117-CC27288B2E60}"/>
                    </a:ext>
                  </a:extLst>
                </p14:cNvPr>
                <p14:cNvContentPartPr/>
                <p14:nvPr/>
              </p14:nvContentPartPr>
              <p14:xfrm>
                <a:off x="3772875" y="5296357"/>
                <a:ext cx="261360" cy="31320"/>
              </p14:xfrm>
            </p:contentPart>
          </mc:Choice>
          <mc:Fallback>
            <p:pic>
              <p:nvPicPr>
                <p:cNvPr id="233" name="Ink 232">
                  <a:extLst>
                    <a:ext uri="{FF2B5EF4-FFF2-40B4-BE49-F238E27FC236}">
                      <a16:creationId xmlns:a16="http://schemas.microsoft.com/office/drawing/2014/main" id="{324D8983-7407-506C-B117-CC27288B2E60}"/>
                    </a:ext>
                  </a:extLst>
                </p:cNvPr>
                <p:cNvPicPr/>
                <p:nvPr/>
              </p:nvPicPr>
              <p:blipFill>
                <a:blip r:embed="rId374"/>
                <a:stretch>
                  <a:fillRect/>
                </a:stretch>
              </p:blipFill>
              <p:spPr>
                <a:xfrm>
                  <a:off x="3764235" y="5287717"/>
                  <a:ext cx="279000" cy="48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39" name="Group 238">
            <a:extLst>
              <a:ext uri="{FF2B5EF4-FFF2-40B4-BE49-F238E27FC236}">
                <a16:creationId xmlns:a16="http://schemas.microsoft.com/office/drawing/2014/main" id="{8506714D-E6E6-AAF2-D08C-9D1C4FC432E3}"/>
              </a:ext>
            </a:extLst>
          </p:cNvPr>
          <p:cNvGrpSpPr/>
          <p:nvPr/>
        </p:nvGrpSpPr>
        <p:grpSpPr>
          <a:xfrm>
            <a:off x="3759555" y="5658157"/>
            <a:ext cx="1698480" cy="232560"/>
            <a:chOff x="3759555" y="5658157"/>
            <a:chExt cx="1698480" cy="232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75">
              <p14:nvContentPartPr>
                <p14:cNvPr id="235" name="Ink 234">
                  <a:extLst>
                    <a:ext uri="{FF2B5EF4-FFF2-40B4-BE49-F238E27FC236}">
                      <a16:creationId xmlns:a16="http://schemas.microsoft.com/office/drawing/2014/main" id="{FFC0C5E1-5A0A-8ED9-1D85-EEB2F8C45015}"/>
                    </a:ext>
                  </a:extLst>
                </p14:cNvPr>
                <p14:cNvContentPartPr/>
                <p14:nvPr/>
              </p14:nvContentPartPr>
              <p14:xfrm>
                <a:off x="3759555" y="5740597"/>
                <a:ext cx="637920" cy="43200"/>
              </p14:xfrm>
            </p:contentPart>
          </mc:Choice>
          <mc:Fallback>
            <p:pic>
              <p:nvPicPr>
                <p:cNvPr id="235" name="Ink 234">
                  <a:extLst>
                    <a:ext uri="{FF2B5EF4-FFF2-40B4-BE49-F238E27FC236}">
                      <a16:creationId xmlns:a16="http://schemas.microsoft.com/office/drawing/2014/main" id="{FFC0C5E1-5A0A-8ED9-1D85-EEB2F8C45015}"/>
                    </a:ext>
                  </a:extLst>
                </p:cNvPr>
                <p:cNvPicPr/>
                <p:nvPr/>
              </p:nvPicPr>
              <p:blipFill>
                <a:blip r:embed="rId376"/>
                <a:stretch>
                  <a:fillRect/>
                </a:stretch>
              </p:blipFill>
              <p:spPr>
                <a:xfrm>
                  <a:off x="3741555" y="5722597"/>
                  <a:ext cx="673560" cy="7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7">
              <p14:nvContentPartPr>
                <p14:cNvPr id="236" name="Ink 235">
                  <a:extLst>
                    <a:ext uri="{FF2B5EF4-FFF2-40B4-BE49-F238E27FC236}">
                      <a16:creationId xmlns:a16="http://schemas.microsoft.com/office/drawing/2014/main" id="{4397EC2D-BE3F-B0AE-591A-369BAC588703}"/>
                    </a:ext>
                  </a:extLst>
                </p14:cNvPr>
                <p14:cNvContentPartPr/>
                <p14:nvPr/>
              </p14:nvContentPartPr>
              <p14:xfrm>
                <a:off x="3885555" y="5731237"/>
                <a:ext cx="1572480" cy="59760"/>
              </p14:xfrm>
            </p:contentPart>
          </mc:Choice>
          <mc:Fallback>
            <p:pic>
              <p:nvPicPr>
                <p:cNvPr id="236" name="Ink 235">
                  <a:extLst>
                    <a:ext uri="{FF2B5EF4-FFF2-40B4-BE49-F238E27FC236}">
                      <a16:creationId xmlns:a16="http://schemas.microsoft.com/office/drawing/2014/main" id="{4397EC2D-BE3F-B0AE-591A-369BAC588703}"/>
                    </a:ext>
                  </a:extLst>
                </p:cNvPr>
                <p:cNvPicPr/>
                <p:nvPr/>
              </p:nvPicPr>
              <p:blipFill>
                <a:blip r:embed="rId378"/>
                <a:stretch>
                  <a:fillRect/>
                </a:stretch>
              </p:blipFill>
              <p:spPr>
                <a:xfrm>
                  <a:off x="3867555" y="5713237"/>
                  <a:ext cx="1608120" cy="9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9">
              <p14:nvContentPartPr>
                <p14:cNvPr id="237" name="Ink 236">
                  <a:extLst>
                    <a:ext uri="{FF2B5EF4-FFF2-40B4-BE49-F238E27FC236}">
                      <a16:creationId xmlns:a16="http://schemas.microsoft.com/office/drawing/2014/main" id="{317541E5-B228-BA5E-96CB-0E3B24FFC9EC}"/>
                    </a:ext>
                  </a:extLst>
                </p14:cNvPr>
                <p14:cNvContentPartPr/>
                <p14:nvPr/>
              </p14:nvContentPartPr>
              <p14:xfrm>
                <a:off x="4489995" y="5660677"/>
                <a:ext cx="58320" cy="220680"/>
              </p14:xfrm>
            </p:contentPart>
          </mc:Choice>
          <mc:Fallback>
            <p:pic>
              <p:nvPicPr>
                <p:cNvPr id="237" name="Ink 236">
                  <a:extLst>
                    <a:ext uri="{FF2B5EF4-FFF2-40B4-BE49-F238E27FC236}">
                      <a16:creationId xmlns:a16="http://schemas.microsoft.com/office/drawing/2014/main" id="{317541E5-B228-BA5E-96CB-0E3B24FFC9EC}"/>
                    </a:ext>
                  </a:extLst>
                </p:cNvPr>
                <p:cNvPicPr/>
                <p:nvPr/>
              </p:nvPicPr>
              <p:blipFill>
                <a:blip r:embed="rId380"/>
                <a:stretch>
                  <a:fillRect/>
                </a:stretch>
              </p:blipFill>
              <p:spPr>
                <a:xfrm>
                  <a:off x="4471995" y="5642677"/>
                  <a:ext cx="93960" cy="25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1">
              <p14:nvContentPartPr>
                <p14:cNvPr id="238" name="Ink 237">
                  <a:extLst>
                    <a:ext uri="{FF2B5EF4-FFF2-40B4-BE49-F238E27FC236}">
                      <a16:creationId xmlns:a16="http://schemas.microsoft.com/office/drawing/2014/main" id="{6CF313AB-3709-4BDD-9D9D-334C0F553F0C}"/>
                    </a:ext>
                  </a:extLst>
                </p14:cNvPr>
                <p14:cNvContentPartPr/>
                <p14:nvPr/>
              </p14:nvContentPartPr>
              <p14:xfrm>
                <a:off x="4559115" y="5658157"/>
                <a:ext cx="81360" cy="232560"/>
              </p14:xfrm>
            </p:contentPart>
          </mc:Choice>
          <mc:Fallback>
            <p:pic>
              <p:nvPicPr>
                <p:cNvPr id="238" name="Ink 237">
                  <a:extLst>
                    <a:ext uri="{FF2B5EF4-FFF2-40B4-BE49-F238E27FC236}">
                      <a16:creationId xmlns:a16="http://schemas.microsoft.com/office/drawing/2014/main" id="{6CF313AB-3709-4BDD-9D9D-334C0F553F0C}"/>
                    </a:ext>
                  </a:extLst>
                </p:cNvPr>
                <p:cNvPicPr/>
                <p:nvPr/>
              </p:nvPicPr>
              <p:blipFill>
                <a:blip r:embed="rId382"/>
                <a:stretch>
                  <a:fillRect/>
                </a:stretch>
              </p:blipFill>
              <p:spPr>
                <a:xfrm>
                  <a:off x="4541115" y="5640157"/>
                  <a:ext cx="117000" cy="2682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83">
            <p14:nvContentPartPr>
              <p14:cNvPr id="241" name="Ink 240">
                <a:extLst>
                  <a:ext uri="{FF2B5EF4-FFF2-40B4-BE49-F238E27FC236}">
                    <a16:creationId xmlns:a16="http://schemas.microsoft.com/office/drawing/2014/main" id="{3D29464E-33F0-6F5F-0B1D-59FFCFC6F4F3}"/>
                  </a:ext>
                </a:extLst>
              </p14:cNvPr>
              <p14:cNvContentPartPr/>
              <p14:nvPr/>
            </p14:nvContentPartPr>
            <p14:xfrm>
              <a:off x="7395195" y="417997"/>
              <a:ext cx="214920" cy="125640"/>
            </p14:xfrm>
          </p:contentPart>
        </mc:Choice>
        <mc:Fallback>
          <p:pic>
            <p:nvPicPr>
              <p:cNvPr id="241" name="Ink 240">
                <a:extLst>
                  <a:ext uri="{FF2B5EF4-FFF2-40B4-BE49-F238E27FC236}">
                    <a16:creationId xmlns:a16="http://schemas.microsoft.com/office/drawing/2014/main" id="{3D29464E-33F0-6F5F-0B1D-59FFCFC6F4F3}"/>
                  </a:ext>
                </a:extLst>
              </p:cNvPr>
              <p:cNvPicPr/>
              <p:nvPr/>
            </p:nvPicPr>
            <p:blipFill>
              <a:blip r:embed="rId384"/>
              <a:stretch>
                <a:fillRect/>
              </a:stretch>
            </p:blipFill>
            <p:spPr>
              <a:xfrm>
                <a:off x="7386555" y="408997"/>
                <a:ext cx="232560" cy="143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85">
            <p14:nvContentPartPr>
              <p14:cNvPr id="242" name="Ink 241">
                <a:extLst>
                  <a:ext uri="{FF2B5EF4-FFF2-40B4-BE49-F238E27FC236}">
                    <a16:creationId xmlns:a16="http://schemas.microsoft.com/office/drawing/2014/main" id="{F1C11B88-7D53-2A91-BB25-F4453C8300E9}"/>
                  </a:ext>
                </a:extLst>
              </p14:cNvPr>
              <p14:cNvContentPartPr/>
              <p14:nvPr/>
            </p14:nvContentPartPr>
            <p14:xfrm>
              <a:off x="7446315" y="270037"/>
              <a:ext cx="232560" cy="9360"/>
            </p14:xfrm>
          </p:contentPart>
        </mc:Choice>
        <mc:Fallback>
          <p:pic>
            <p:nvPicPr>
              <p:cNvPr id="242" name="Ink 241">
                <a:extLst>
                  <a:ext uri="{FF2B5EF4-FFF2-40B4-BE49-F238E27FC236}">
                    <a16:creationId xmlns:a16="http://schemas.microsoft.com/office/drawing/2014/main" id="{F1C11B88-7D53-2A91-BB25-F4453C8300E9}"/>
                  </a:ext>
                </a:extLst>
              </p:cNvPr>
              <p:cNvPicPr/>
              <p:nvPr/>
            </p:nvPicPr>
            <p:blipFill>
              <a:blip r:embed="rId386"/>
              <a:stretch>
                <a:fillRect/>
              </a:stretch>
            </p:blipFill>
            <p:spPr>
              <a:xfrm>
                <a:off x="7437675" y="261037"/>
                <a:ext cx="250200" cy="27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87">
            <p14:nvContentPartPr>
              <p14:cNvPr id="243" name="Ink 242">
                <a:extLst>
                  <a:ext uri="{FF2B5EF4-FFF2-40B4-BE49-F238E27FC236}">
                    <a16:creationId xmlns:a16="http://schemas.microsoft.com/office/drawing/2014/main" id="{5D733EB6-62F0-0EEB-BBD4-4B9FBAAC670E}"/>
                  </a:ext>
                </a:extLst>
              </p14:cNvPr>
              <p14:cNvContentPartPr/>
              <p14:nvPr/>
            </p14:nvContentPartPr>
            <p14:xfrm>
              <a:off x="7531995" y="1244917"/>
              <a:ext cx="91800" cy="38520"/>
            </p14:xfrm>
          </p:contentPart>
        </mc:Choice>
        <mc:Fallback>
          <p:pic>
            <p:nvPicPr>
              <p:cNvPr id="243" name="Ink 242">
                <a:extLst>
                  <a:ext uri="{FF2B5EF4-FFF2-40B4-BE49-F238E27FC236}">
                    <a16:creationId xmlns:a16="http://schemas.microsoft.com/office/drawing/2014/main" id="{5D733EB6-62F0-0EEB-BBD4-4B9FBAAC670E}"/>
                  </a:ext>
                </a:extLst>
              </p:cNvPr>
              <p:cNvPicPr/>
              <p:nvPr/>
            </p:nvPicPr>
            <p:blipFill>
              <a:blip r:embed="rId388"/>
              <a:stretch>
                <a:fillRect/>
              </a:stretch>
            </p:blipFill>
            <p:spPr>
              <a:xfrm>
                <a:off x="7522995" y="1236277"/>
                <a:ext cx="109440" cy="56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89">
            <p14:nvContentPartPr>
              <p14:cNvPr id="244" name="Ink 243">
                <a:extLst>
                  <a:ext uri="{FF2B5EF4-FFF2-40B4-BE49-F238E27FC236}">
                    <a16:creationId xmlns:a16="http://schemas.microsoft.com/office/drawing/2014/main" id="{D0034921-C55F-7BF3-C647-66C469690F8C}"/>
                  </a:ext>
                </a:extLst>
              </p14:cNvPr>
              <p14:cNvContentPartPr/>
              <p14:nvPr/>
            </p14:nvContentPartPr>
            <p14:xfrm>
              <a:off x="7572315" y="1586917"/>
              <a:ext cx="63360" cy="67680"/>
            </p14:xfrm>
          </p:contentPart>
        </mc:Choice>
        <mc:Fallback>
          <p:pic>
            <p:nvPicPr>
              <p:cNvPr id="244" name="Ink 243">
                <a:extLst>
                  <a:ext uri="{FF2B5EF4-FFF2-40B4-BE49-F238E27FC236}">
                    <a16:creationId xmlns:a16="http://schemas.microsoft.com/office/drawing/2014/main" id="{D0034921-C55F-7BF3-C647-66C469690F8C}"/>
                  </a:ext>
                </a:extLst>
              </p:cNvPr>
              <p:cNvPicPr/>
              <p:nvPr/>
            </p:nvPicPr>
            <p:blipFill>
              <a:blip r:embed="rId390"/>
              <a:stretch>
                <a:fillRect/>
              </a:stretch>
            </p:blipFill>
            <p:spPr>
              <a:xfrm>
                <a:off x="7563675" y="1577917"/>
                <a:ext cx="81000" cy="853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1988389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172</TotalTime>
  <Words>59</Words>
  <Application>Microsoft Office PowerPoint</Application>
  <PresentationFormat>Widescreen</PresentationFormat>
  <Paragraphs>2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MIna Naidah Gani</dc:creator>
  <cp:lastModifiedBy>MIna Naidah Gani</cp:lastModifiedBy>
  <cp:revision>2</cp:revision>
  <dcterms:created xsi:type="dcterms:W3CDTF">2023-05-11T01:09:43Z</dcterms:created>
  <dcterms:modified xsi:type="dcterms:W3CDTF">2023-05-11T04:02:08Z</dcterms:modified>
</cp:coreProperties>
</file>