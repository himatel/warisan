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3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08:38.9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33 7587,'0'0'4306,"-6"-5"-3593,-18-17-318,17 16 2526,23 7-2721,0 1 0,0 0-1,23 6 1,8 3-81,51 0-273,168-1 1,-266-10 17,-40 0-7644,24-3 3693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08:39.4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422 3 3426,'0'0'4111,"0"-3"-3372,0 15 1878,6 200 222,8 147-2128,-14-326-691,0-15 25,-1 0 0,-1-1 1,-1 1-1,0-1 0,-1 1 1,-1-1-1,-9 21 0,9-27 7,-1 0 1,0 0-1,0 0 0,-1-1 1,-1 1-1,1-2 0,-2 1 0,1-1 1,-1-1-1,-1 1 0,-11 7 0,15-12-43,-1 0 0,0-1 0,0 0 0,0 0-1,-1 0 1,1-1 0,-1 0 0,-10 1 0,-6-1-37,-33-1 0,34-2-14,18 1 27,-1 0 1,1-1 0,0 1-1,0-1 1,0-1 0,0 1 0,0-1-1,0 0 1,0 0 0,0 0-1,1-1 1,-1 1 0,1-1-1,0 0 1,0 0 0,0-1-1,0 0 1,0 1 0,1-1-1,0 0 1,0 0 0,0-1-1,0 1 1,1-1 0,-1 0-1,1 1 1,0-1 0,1 0 0,-2-5-1,-1-5-652,1-1-1,1 1 1,1-1-1,0 1 1,1-16-1,0 20-700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08:40.0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179 2 5763,'0'0'4703,"2"-2"-2890,-3 6-72,-54 101-1655,36-70-76,1-4 1,-6 14 41,-34 46 0,53-85-480,6-9-1551,6-12-1350,6-2-972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08:40.5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224 6 3057,'0'0'3965,"1"0"-3923,-1 0 1,0 0-1,0 0 1,0 0 0,0 0-1,0 0 1,1-1-1,-1 1 1,0 0-1,0 0 1,0 0-1,0 0 1,0-1-1,0 1 1,0 0-1,0 0 1,0 0-1,0-1 1,0 1-1,0 0 1,1 0-1,-1 0 1,0-1-1,0 1 1,-1 0 0,1 0-1,0 0 1,0-1-1,0 1 1,0 0-1,0 0 1,0-1-1,-3 2 2,1-1 1,-1 1-1,1-1 0,0 1 0,-1 0 0,1-1 0,-1 1 0,1 1 1,0-1-1,0 0 0,0 0 0,0 1 0,0-1 0,0 1 1,0 0-1,0 0 0,-2 2 0,-28 42 309,21-27-218,-109 193 935,115-202-869,3-6-87,0-1-1,0 1 1,0 0-1,0-1 1,1 1-1,0 0 1,0 0-1,0 0 1,0 0 0,1 0-1,-1 4 1,12-21-426,15-36-4485,-16 22 621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08:40.9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22 7940,'0'0'4930,"4"3"-4930,-4-27-9444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08:41.2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82 12310,'0'0'2177,"23"-69"-6035,-16 57-2641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08:41.8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1 316 4306,'0'0'7625,"9"-2"-6833,-5 1-707,1 0-21,-1 0-1,1 0 1,-1 0-1,0-1 1,0 1-1,0-1 1,0 0-1,0 0 1,0-1-1,0 1 1,-1-1-1,1 0 0,4-4 1,1-3-255,-1 0 0,0 0 0,-1-1 0,0 0-1,0 0 1,-1-1 0,0 1 0,-1-1 0,-1-1 0,0 1 0,-1-1 0,0 1 0,-1-1 0,0 0 0,0-25 0,-2-32 1503,-1 75-1248,0 0 1,0 0-1,0 0 0,1 0 0,0 0 0,0 6 1,1-4 43,-2 21 114,1 0-146,0-1-1,2 1 1,0-1-1,8 29 1,0-5 187,-2 0 0,-3 1-1,-1 85 1,-11-180-5911,4 10-688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08:43.2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810 226 5202,'0'0'4448,"3"-5"-3648,-1 2-471,0-1 0,-1 1 0,1-1 1,-1 0-1,1 0 0,-1 0 0,0 0 0,-1 0 0,1 0 0,0-7 0,-1 7-287,0 1-1,0-1 0,0 0 0,0 1 0,-1-1 0,1 0 0,-1 1 0,0-1 0,0 1 1,0 0-1,0-1 0,-1 1 0,1 0 0,-1-1 0,0 1 0,0 0 0,0 0 0,-1 1 1,1-1-1,-1 0 0,-4-3 0,6 4-33,-16-14 103,-34-28 0,46 39-112,-1 2 0,0-1 0,0 1 0,0-1 0,-1 2 0,1-1 0,-1 1 0,1 0 0,-1 0 0,0 1 1,-7-1-1,-157 2 102,165 1-82,0 0-1,0 0 1,0 0-1,0 1 1,0 0-1,0 1 1,1-1-1,-8 5 1,-44 32 177,34-22-177,-8 5 4,1 2 0,1 1 0,2 1 0,0 1 0,-22 32 0,34-40 25,1 1 0,1 1 0,1 0 0,1 1 0,1 0 0,1 1 0,0 0 0,-9 45 0,6 13 143,4 1-1,1 86 0,7-156-140,-1 0-1,2-1 0,0 1 0,0-1 1,1 0-1,1 1 0,-1-1 0,2 0 0,0 0 1,10 20-1,-6-18 39,1 1 1,1-2-1,0 1 1,1-1-1,0-1 1,0 0-1,2-1 1,-1 0-1,15 8 1,-10-7-42,1-1 1,1 0-1,-1-2 0,2 0 1,-1-1-1,31 6 0,-20-9-34,0-1 0,61-2 0,-45-2-19,-32 0-24,0 0 0,0-1 0,-1-1 0,0 0 1,1-1-1,-1-1 0,0 0 0,-1 0 0,1-1 1,14-10-1,14-12 4,56-47 1,-87 66 45,0 0 0,0-1 0,-1-1 0,0 1 0,-1-1 0,9-15 0,31-77 333,-45 97-326,7-17 39,5-9 0,-2-1 0,-1 0 1,11-56-1,-18 49-48,-2 0 1,-3-57-1,-1 36-9,0 57-3,1-1 0,-1 1 0,0-1 1,0 1-1,0 0 0,0 0 0,-1-1 1,0 1-1,0 0 0,-3-5 0,-31-38 100,25 32-88,6 10-20,-1 0 1,1 0-1,-11-8 0,-15-14-54,30 25 35,-1 0 0,1 0 0,-1 0 0,1 0 0,0 0 0,0-1 0,0 1 0,0 0-1,1-1 1,-1 1 0,0-1 0,1 1 0,0-1 0,-1-3 0,1-11-247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08:43.6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13894,'0'0'1825,"0"3"-3313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08:45.2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38 6403,'0'0'2406,"0"-7"-2195,0-24-117,1 413 5635,1 46-3887,8-371-1690,-10-56-296,-2-4-1745,-22-45-3156,10 15-456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08:45.6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 5795,'0'0'6117,"15"0"-5156,105 0 445,-7 2-128,-36 1-739,148-16-1,-198 10-1218,-1 2 0,33 1-1,-61 15-5228,-6 0-102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08:46.3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30 3378,'0'0'3961,"-1"-5"-3235,-3-15-296,3 15 1936,1 11-1467,1 13-307,7 36 0,1 8 126,-8 49 695,-3-71-509,5 44-1,-2-80-418,-1-7-244,-1-15-308,-3-31-970,0 13 340,2-1 1,1-39-1,2 38 364,-1 34 298,0 0 0,0 1-1,0-1 1,1 1 0,0-1 0,-1 1-1,1-1 1,0 1 0,0-1-1,0 1 1,1 0 0,-1 0 0,0-1-1,1 1 1,2-3 0,0 2 41,0-1 0,0 1-1,0 0 1,0 0 0,0 1 0,1-1 0,7-3 0,-1 2 95,0 1 0,0 0 0,0 0 0,0 1 0,1 0 0,18 0 0,-28 2-79,0 0 1,0 1-1,1-1 1,-1 0 0,0 1-1,0-1 1,0 1-1,0-1 1,0 1 0,0 0-1,0 0 1,0 0-1,0 0 1,0 0 0,0 1-1,-1-1 1,1 1-1,0-1 1,-1 1 0,2 2-1,-1-2-356,0 2 0,0-1-1,-1 0 1,1 0 0,-1 0 0,0 1-1,0-1 1,0 1 0,-1-1-1,1 1 1,-1-1 0,0 6-1,0-2-4141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08:46.8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 2545,'0'0'6774,"4"0"-5944,18 0 658,-21 1-1417,0 0-1,-1 0 1,1 0-1,-1 0 1,0-1-1,1 1 0,-1 0 1,0 0-1,1 0 1,-1 0-1,0 0 1,0 0-1,0 0 1,0 0-1,0 0 0,0 0 1,0 0-1,0 0 1,-1 1-1,1 0 87,-1 57 795,-1-35-507,1 0 0,2 0-1,0 0 1,2-1 0,7 35 0,-9-55-390,0 1 1,0-1 0,0 0-1,0 1 1,1-1 0,0 0 0,-1 0-1,1 0 1,0-1 0,1 1-1,3 4 1,-4-6-37,0 1-1,1-1 1,0 0 0,-1 1 0,1-1 0,0 0-1,0-1 1,0 1 0,0 0 0,-1-1-1,1 0 1,0 0 0,6 0 0,-6 0-13,0-1-1,0 1 1,0-1 0,0 0 0,0 0 0,0 0 0,0-1 0,0 1-1,0-1 1,-1 0 0,1 1 0,-1-1 0,1 0 0,-1 0 0,1-1-1,-1 1 1,0 0 0,0-1 0,0 1 0,2-6 0,4-6-198,0-1 0,10-25 0,-17 37 111,7-17-595,-1-1 0,-1 0 0,-1 0 0,3-26 0,-5-12 1941,-3 58-839,0-1-917,0-6-4572,0-3-721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08:47.3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 2897,'0'0'6811,"0"-4"-5685,1-6-362,2 9 647,8 15 1011,-2-3-2614,0 2 301,-1 1 0,0 1 1,0-1-1,-2 1 0,0 1 0,0-1 1,-2 1-1,0 0 0,4 29 0,-3 14 391,-1 77 0,-4-119-402,0 186-917,-1-203 635,1 0 0,-1-1-1,1 1 1,-1 0 0,1 0 0,-1 0-1,1-1 1,-1 1 0,1 0 0,-1-1-1,1 1 1,-1 0 0,1-1-1,0 1 1,-1-1 0,1 1 0,0-1-1,-1 1 1,1-1 0,0 1 0,-1-1-1,1 1 1,0-1 0,0 1-1,0-1 1,0 1 0,-1-2 0,-4-22-2378,1-3 492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08:47.7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1 154 9412,'0'0'5619,"214"-88"-5411,-164 67-208,-10 3-736,-10 6-625,-10 3-2401,-10 3 529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08:48.3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7 3330,'0'0'4546,"-4"-1"-3954,1 0-349,-10-3 2438,13 9-1467,-7 256 629,7-227-1710,0 78 627,17 145-1,-10-194-567,-4-142-2791,-7-89 849,5 164 1740,-1 1 1,1 0-1,0 0 0,0-1 1,0 1-1,0 0 0,1 0 1,-1 0-1,1 0 0,0 0 1,0 1-1,0-1 0,0 0 1,0 1-1,1-1 0,-1 1 1,1 0-1,-1 0 0,1 0 1,0 0-1,0 0 0,0 1 1,0-1-1,4 0 0,2-2-27,0 0 1,1 1-1,-1 1 0,1-1 0,-1 2 0,1-1 1,12 1-1,-8 0-34,-9 1 43,0 0-1,0 0 0,0 0 0,0 1 1,6 0-1,-10 0 13,1 0 1,0-1-1,-1 1 1,1 0-1,0 0 1,-1 0-1,1 0 1,-1 0-1,1 0 0,-1 1 1,1-1-1,-1 0 1,0 1-1,0-1 1,0 1-1,0-1 1,2 4-1,2 6 37,-1 0 0,0 0 0,0 1 0,-1-1 0,-1 1 0,2 12 0,1 74 1404,-3-35 47,-3-45-1130,1-15-287,0 0 0,-1 0 1,1 0-1,1 0 0,-1 0 0,0-1 1,1 1-1,-1 0 0,1 0 1,2 5-1,-1-5-146,-1-21-6245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08:49.0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0 3378,'0'0'6440,"-2"4"-5245,1-3-1264,-10 16 1822,10-17-1658,1 1-1,-1 0 1,1 0-1,0 0 0,0 0 1,-1 0-1,1 0 1,0 0-1,0 0 1,0 0-1,0-1 1,0 1-1,0 0 1,0 0-1,0 0 1,1 0-1,-1 0 1,0 0-1,1 0 1,-1 0-1,0 0 1,1-1-1,-1 1 1,1 0-1,0 1 1,4 4 14,1 0 0,-2 0 0,1 1 0,-1-1 0,0 1 0,0 0 0,-1 1 1,0-1-1,3 9 0,8 34 186,14 94-1,26 277 1019,-47-388-1101,-3-20-195,-4-13-28,0 0-1,0 0 1,0 0-1,0 0 0,0 0 1,0 0-1,0 0 1,0 0-1,0 0 1,0 0-1,0 0 1,1 0-1,-1 0 1,0 0-1,0 0 1,0 0-1,0 0 1,0 0-1,0 0 1,0 0-1,0 0 1,0 0-1,0 0 1,0 0-1,0 0 0,0 0 1,0 0-1,0 0 1,0 0-1,0 0 1,1 0-1,-1 0 1,0 0-1,-2-13-964,0 1-1,0-1 0,-1 1 0,-1 0 1,0 0-1,0 0 0,-9-15 1,7 14-551,-14-30-4492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08:49.3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8052,'0'0'3697,"210"21"-2288,-126-21-593,3 0-223,-11 0-321,-12 3-64,-17 6-208,-10 3-32,-17 3-272,-4-3 128,-9 3-961,-4-6-2721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08:50.2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154 121 1153,'0'0'4324,"12"-10"-3993,35-33-14,-45 42-212,-1 0 0,0 0 0,0 0 0,0 0 0,0 0-1,0 0 1,0 0 0,0 0 0,0 0 0,0 0-1,0-1 1,-1 1 0,1 0 0,0-1 0,-1 1 0,1 0-1,-1-1 1,0 1 0,1-1 0,-1 1 0,0-1-1,0 1 1,0 0 0,0-1 0,0 1 0,0-1-1,-1-2 1,0-4 840,1 7-886,-1 0 0,1 1 1,-1-1-1,0 0 1,1 0-1,-1 0 1,1 0-1,-1 0 1,0 1-1,0-1 0,0 0 1,1 1-1,-1-1 1,0 0-1,0 1 1,0-1-1,0 1 1,0 0-1,0-1 1,0 1-1,0 0 0,-2-1 1,-23-5 293,-46 5 144,40 2 111,30-1-594,1 0 1,-1 1-1,1-1 1,0 1 0,0-1-1,-1 1 1,1-1-1,0 1 1,0 0-1,0 0 1,-1-1-1,1 1 1,0 0-1,0 0 1,0 0-1,0 0 1,1 0-1,-1 0 1,0 1-1,0-1 1,0 2 0,-14 30 339,14-29-300,-7 20 327,1 1-1,1 1 0,1-1 1,-1 31-1,2 105 2048,4-148-2225,-1-9-122,1 0 1,0 1-1,1-1 0,-1 0 0,1 0 1,0 0-1,0 0 0,0 0 1,0 0-1,1 0 0,-1 0 0,3 4 1,-2-6-53,0 0 1,0 0 0,0-1 0,0 1-1,0-1 1,0 1 0,0-1-1,1 0 1,-1 0 0,0 0 0,1 0-1,-1 0 1,1 0 0,-1-1-1,1 1 1,-1-1 0,1 0 0,0 0-1,-1 0 1,4 0 0,0 0-43,0 1 1,0-1 0,0-1-1,0 1 1,0-1 0,0 0-1,0-1 1,-1 0 0,1 1-1,0-2 1,-1 1 0,1-1 0,-1 1-1,0-1 1,0-1 0,0 1-1,-1-1 1,1 0 0,-1 0-1,6-7 1,-1 1-326,-1-1 0,0 0 0,-1 0 0,0-1 0,-1 0 0,0-1-1,-1 1 1,0-1 0,3-16 0,-2 2-705,-2 0 0,-1 0 0,-1-43 0,-2-12 1905,0 82-804,0-1 0,-1 1 0,1 0 0,0-1 0,0 1 0,0 0 0,-1 0 0,1-1 0,0 1 0,-1 0 0,1 0 0,0 0 0,0-1 0,-1 1 0,1 0 0,0 0 0,-1 0 0,1 0 0,-1 0 0,1 0 0,0 0 0,-1 0 0,1-1 0,0 1 0,-1 0 0,1 1 0,0-1 0,-1 0 0,1 0 0,0 0 0,-1 0 0,1 0 0,-1 0 0,1 0 0,0 0 0,0 1 0,-1-1 0,1 0 0,0 0 0,-1 0 0,1 1 0,0 272 1761,0-269-1810,0-1 1,0 1-1,0 0 0,1 0 1,-1-1-1,1 1 0,2 5 1,-3-8-74,1 0 0,-1 0 0,1-1 0,-1 1 1,1 0-1,0 0 0,-1-1 0,1 1 0,0 0 1,-1-1-1,1 1 0,0-1 0,0 1 0,-1-1 1,1 1-1,0-1 0,0 0 0,0 1 0,0-1 1,0 0-1,-1 1 0,1-1 0,0 0 0,0 0 1,0 0-1,0 0 0,0 0 0,0 0 0,0 0 1,0 0-1,0-1 0,0 1 0,0 0 0,-1 0 1,2-1-1,-1 1-54,0-1-1,0 1 1,-1 0 0,1-1 0,0 1-1,0-1 1,-1 1 0,1-1 0,0 1 0,0-1-1,-1 0 1,1 1 0,-1-1 0,1 0-1,0 0 1,9-25-3097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08:50.9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6019,'0'0'5018,"3"29"-4100,14 185 992,-12 74 776,3 35-1693,-6-304-983,-2-10-9,1 0 0,0 0 0,0 0 0,1 0 0,5 15 0,-7-25-3,0 1 0,0 0 0,0 0 0,0-1 0,0 1 0,0 0 0,0 0 0,0-1 0,0 1 0,0 0 0,0 0 0,0 0 0,0-1 0,0 1 0,0 0 0,0 0 0,0-1-1,0 1 1,1 0 0,-1 0 0,0 0 0,0-1 0,0 1 0,0 0 0,0 0 0,1 0 0,-1-1 0,0 1 0,0 0 0,0 0 0,1 0 0,-1 0 0,0 0 0,0 0 0,0 0 0,1-1 0,-1 1 0,0 0 0,0 0 0,1 0 0,-1 0 0,0 0 0,0 0 0,1 0 0,-1 0 0,0 0 0,0 0 0,1 0 0,-1 0-1,0 0 1,0 1 0,0-1 0,1 0 0,-1 0 0,0 0 0,0 0 0,1 0 0,-1 0 0,0 0 0,0 1 0,0-1 0,0 0 0,1 0 0,-1 0 0,0 1 0,0-1 0,0-272-4421,0 267 4450,0 0 0,1 0 0,-1 0 0,1 1 1,0-1-1,0 0 0,1 0 0,-1 1 0,1-1 1,0 1-1,0 0 0,0-1 0,1 1 0,0 0 0,0 0 1,0 0-1,0 1 0,0-1 0,5-2 0,-3 2-68,1 0 0,-1 1 0,1 0 0,0 0 0,0 0 0,0 1 0,1 0-1,-1 0 1,0 0 0,1 1 0,-1 0 0,1 0 0,10 1 0,-6 0 4,-5 0 40,-1 0 0,1 0 0,-1 0 1,1 1-1,4 1 0,-8-1 8,0-1 0,0 1 1,0 0-1,-1 0 0,1 0 0,0 0 0,-1 0 1,1 1-1,-1-1 0,1 0 0,-1 1 0,1-1 1,-1 1-1,0-1 0,0 1 0,0 0 0,1 2 1,3 7 106,-1 0 0,0 1 0,-1 0 0,-1-1 0,0 1 0,0 0 0,-1 0 0,0 1 0,-1-1 0,-1 0 0,0 0 0,-4 19 0,2-23-24,0 1-1,-1-1 1,0 0 0,0-1 0,0 1 0,-1-1-1,0 0 1,-1 0 0,0 0 0,-9 8 0,4-5 0,1-1 0,-1-1 1,-1 0-1,1 0 0,-25 10 1,29-15-184,0 0 1,-1-1 0,1 0-1,-1-1 1,1 0 0,-1 0-1,-10 0 1,18-1 54,0 0 0,0 0 0,-1 0 0,1 0 0,0 0 0,0 0 0,0 0 0,-1 0-1,1 0 1,0-1 0,0 1 0,0 0 0,-1 0 0,1 0 0,0 0 0,0 0 0,0 0 0,-1-1 0,1 1 0,0 0 0,0 0 0,0 0 0,0-1 0,0 1 0,0 0 0,-1 0 0,1 0 0,0-1 0,0 1 0,0 0 0,0 0 0,0-1 0,0 1 0,0 0 0,0 0 0,0 0 0,0-1 0,0 1-1,0 0 1,0 0 0,0-1 0,0 1 0,0 0 0,0 0 0,0 0 0,1-1 0,-1-4-452,0-22-2724,0-5-4447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08:51.3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5891,'0'0'6688,"0"3"-6301,24 686 6824,-23-679-7115,1 0 0,0-1 0,0 1 0,1 0 0,7 15 1,-10-25-102,0 0 1,0 1 0,1-1 0,-1 0 0,0 1 0,1-1 0,-1 0 0,0 1 0,1-1 0,-1 0-1,0 0 1,1 0 0,-1 1 0,0-1 0,1 0 0,-1 0 0,1 0 0,-1 0 0,1 0 0,-1 1-1,0-1 1,1 0 0,-1 0 0,1 0 0,-1 0 0,1 0 0,-1-1 0,0 1 0,1 0 0,-1 0 0,1 0-1,-1 0 1,0 0 0,1 0 0,-1-1 0,1 1 0,-1 0 0,0 0 0,1-1 0,-1 1 0,0 0-1,1-1 1,1-20-2239,0-1-1,-2-21 0,0 24-2184,0-2-732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08:51.9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71 254 4322,'0'0'9116,"6"1"-8259,9 2-339,-1 0 0,1-1 0,25 0 0,-35-2-484,0 0 1,0 0-1,1-1 1,-1 1-1,0-1 1,0-1 0,0 1-1,0-1 1,0 0-1,0 0 1,0 0-1,0 0 1,-1-1 0,1 0-1,3-3 1,-4 2-129,0 0 1,-1-1 0,1 1 0,-1-1-1,0 1 1,-1-1 0,1 0-1,-1 0 1,0 0 0,0 0 0,2-11-1,-2 0-345,0 0 0,-1-28-1,-1 41 421,0-1-31,0 1 0,0-1 0,-1 1 0,0 0 0,1-1 0,-1 1 1,0 0-1,0-1 0,-1 1 0,1 0 0,-1 0 0,1 0 0,-1 0 1,0 0-1,0 1 0,0-1 0,-1 0 0,1 1 0,-1 0 0,1-1 0,-1 1 1,0 0-1,0 0 0,0 1 0,0-1 0,0 1 0,0-1 0,0 1 1,-6-1-1,-7-2 262,0 1 0,-1 0 0,1 2 1,-30 0-1,43 1-174,0 0 0,0 1 0,0-1 0,-1 1 0,2-1 0,-1 1 0,0 0 0,0 0 0,0 1 0,0-1 0,1 1 0,-1-1 0,0 1 0,1 0 0,-4 3 0,2-1 68,0 1-1,-1 0 0,2 0 1,-1 0-1,1 1 1,-1-1-1,-1 8 0,-1 1 188,0 2-1,2-1 1,0 0-1,0 1 1,0 21 0,2-3 523,3 44 0,-1-73-772,1-1-1,-1 0 1,1 1 0,0-1-1,0 0 1,1 0-1,-1 1 1,1-1-1,0 0 1,0-1-1,0 1 1,1 0-1,0-1 1,-1 1 0,1-1-1,0 0 1,0 0-1,1 0 1,-1 0-1,1 0 1,-1-1-1,1 1 1,0-1 0,0 0-1,7 2 1,3 1-118,1-2 0,-1 1 1,1-2-1,-1 0 0,1 0 0,21-2 1,-33 0-227,1 1 0,-1-1 1,1 0-1,0-1 0,-1 1 0,1 0 1,0-1-1,-1 0 0,1 0 1,-1 0-1,0 0 0,1-1 1,-1 1-1,0-1 0,0 0 1,0 0-1,0 0 0,0 0 0,0-1 1,4-4-1,-5 4-1227,0 0-1,0-1 1,0 1-1,-1-1 1,3-7-1,-3 10 1009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08:54.8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43 1409,'0'0'10757,"50"-39"-10789,-30 36 32,-3 3-865,-14 0-864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08:55.4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55 8228,'0'0'5106,"-7"-16"-5010,14 7-96,6 3-496,-3 0 240,-3-3-1153,-4 0-1872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09:07.1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48 202 1377,'0'0'1446,"0"-3"-1182,0-12 640,-24 11 3199,23 3-3913,0 0 0,0 1 0,0-1 0,1 0 0,-1 1 0,0-1 0,0 0 0,0 1 0,0 0 0,0-1 0,0 1 0,0-1-1,-1 1 1,-7-2 3911,9 1-4099,0 1 1,0 0-1,0-1 0,0 1 0,0 0 0,0 0 1,0-1-1,0 1 0,0 0 0,0-1 0,0 1 0,0 0 1,1 0-1,-1-1 0,0 1 0,0 0 0,0 0 0,0 0 1,1-1-1,-1 1 0,0 0 0,0 0 0,1 0 1,-1-1-1,0 1 0,0 0 0,1 0 0,-1 0 0,0 0 1,0 0-1,1 0 0,-1 0 0,0 0 0,1 0 0,-1 0 1,0 0-1,114-10 78,-97 10-75,0-2 0,21-4 0,4 0-1,-13 5-9,-25 2 7,1-1-1,-1 0 0,1 0 0,-1 0 0,1 0 0,-1-1 1,1 0-1,-1 0 0,0 0 0,1 0 0,-1-1 0,0 0 1,0 0-1,5-3 0,-3 2-5,-1 0 0,0 0 0,1 0 0,0 1 0,0 0 0,-1 0 0,1 0 0,0 1 0,1 0 0,-1 0-1,9 1 1,27-7 8,-26 5-1,1 0 0,0 1-1,31 2 1,-20 0-1,14-1-3,-23-2 1,-1 2 0,1 0 0,-1 1 0,1 1 1,-1 1-1,0 1 0,20 6 0,-22-6 5,0-1-1,0 0 1,0-1 0,0-1-1,0-1 1,31-2 0,0 0 13,-33 2-24,-1 1 0,1 0 0,0 1 0,15 3 0,-12-1 14,1-2 0,-1 0 0,24-1 0,22 3 3,-19 4-19,-30-5 6,0 0 0,29 0 1,109 7-2,116-10-13,-178 2 23,-38 0-2,54-4-1,1-15 15,-84 15-21,-4 1 1,0-2 1,-1 0 0,33-9 0,-37 8 0,0 1 0,0 0 0,0 1 0,16 0 0,34-6 3,-44 3-4,-1 0 4,1 1 1,-1 1-1,30-1 1,76 6 17,182-7 67,-241-1-82,118-6 7,144 0 163,-93 12 72,-223-6-149,-11 5-96,0 0-1,1 0 1,-1 0 0,0 0 0,1 1 0,-1-1 0,0 1 0,1-1 0,-1 1 0,1-1-1,-1 1 1,2-1 0,3 1 11,1-1 0,-1 0 0,0-1 0,11-3 0,16-3 50,-14 5-30,6 0 58,41-1 0,-63 4 10,0 0 0,0 0 1,0-1-1,0 1 0,0-1 0,0 0 0,0 0 0,0 0 0,0 0 0,0 0 0,4-4 584,-46 5-4349,4 0-838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09:35.17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 0 1249,'0'0'3249,"-20"21"-832,17-18-2081,-1 0-320,-6 3-16,-6 0-416,-1-3-1825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09:36.17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 98 3298,'-53'14'5842,"53"-14"-5744,0 0 0,0 0 0,0-1 1,0 1-1,0 0 0,1-4 1767,0 3-1766,7-13 2471,-5 10-2516,9-10 17,0 1 0,1 0 0,23-17 0,-29 27-62,0 0 0,0 1-1,0 0 1,1 0-1,-1 0 1,0 1 0,1 1-1,11-1 1,4 1 40,-10-1-30,-1 1 1,0 0-1,0 1 1,16 4-1,-24-4-11,-1 0 0,1 0 0,-1 0 1,1 1-1,-1-1 0,0 1 0,0 0 0,0 0 0,0 0 1,0 1-1,0-1 0,-1 1 0,1-1 0,-1 1 0,0 0 1,1 0-1,-1 0 0,-1 0 0,3 4 0,0 5 32,-1-1-1,0 2 1,-1-1-1,0 0 1,-1 0-1,0 1 1,-1-1-1,-2 20 1,1 7 76,0-36-107,0 0-1,0 0 0,0 1 0,0-1 0,0 0 0,-1 0 1,1 0-1,-1 0 0,0-1 0,0 1 0,0 0 0,0-1 1,0 1-1,-1-1 0,1 0 0,-1 0 0,1 0 0,-1 0 1,-3 2-1,-9 5 40,0 0-1,-20 8 1,-71 21 48,102-36-90,0 0 0,0 0 1,1 0-1,-1 0 0,1 1 0,0 0 0,-1-1 0,1 1 0,1 1 0,-1-1 0,0 0 1,1 1-1,0-1 0,-1 1 0,1-1 0,1 1 0,-1 0 0,-1 5 0,-3 11 64,0 1-1,-3 32 0,1-9 5,-6 5 127,10-35-27,0-1-1,1 0 1,0 1 0,1 0-1,-1 16 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09:37.2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92 47 3570,'0'0'4346,"0"-3"-4064,3-28 1717,-4 19 674,-10 12-2599,7 0-52,0 0 0,-1 0 0,1 0 0,-1 1 0,1-1 0,-5 3 0,7-3-21,0 1 0,0 0 0,1 0 0,-1 0 0,0 1 0,1-1 0,-1 0 0,1 1 0,-1-1 0,1 1 0,0-1 0,0 1 0,-1-1 0,1 1 0,0 0 0,-1 3 0,-3 7 36,2-8 29,1 0 0,0 0 0,1 0 1,-1 0-1,1 0 0,0 0 1,0 1-1,0-1 0,0 1 1,1 5-1,-1 3 284,1 18 429,0-31-771,0 1 1,0 0-1,1 0 1,-1-1-1,0 1 1,0 0-1,0-1 1,1 1-1,-1 0 1,0-1-1,1 1 1,-1 0-1,1-1 0,-1 1 1,1-1-1,-1 1 1,1-1-1,-1 1 1,1-1-1,-1 1 1,1-1-1,0 1 1,-1-1-1,1 0 1,0 1-1,-1-1 0,1 0 1,0 0-1,0 0 1,-1 1-1,1-1 1,0 0-1,0 0 1,3 0 36,0 0 0,0 0 0,0 0 1,0-1-1,0 1 0,0-1 0,0 0 1,4-2-1,-6 2-61,0 0 1,0 0 0,-1-1-1,1 1 1,-1-1-1,1 1 1,-1-1-1,1 0 1,-1 0-1,0 1 1,0-1-1,0 0 1,0 0-1,0 0 1,0 0-1,0-3 1,3-7-50,-1 1 0,-1-1 0,0-1 0,0 1 0,-1-24 0,-3 37 169,0 0 0,1 0 0,-1 0 0,0 0 0,0 0 1,1 0-1,-1 0 0,0 0 0,-1 2 0,0 4 517,1-2-1781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2:52.1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 11 2289,'0'0'4992,"-10"-11"-198,-3 299-3983,12-273-814,-1 1 0,0 0 0,-1-1 0,-6 16 0,-1 12 15,2 17 54,2 0-1,4 71 0,2-121-186,2-62-1156,6 0-3550,-2 18-1051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2:53.2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 73 3474,'0'0'3476,"0"-3"-3063,-1 0-650,1 1 374,-1 1-1,1-1 1,-1 1 0,1-1 0,0 1 0,0-1 0,-1 1 0,1-1 0,0 1-1,0-1 1,1 1 0,-1-1 0,0 1 0,0-1 0,1 1 0,-1-1-1,1 1 1,-1 0 0,1-1 0,0 1 0,-1 0 0,1-1 0,0 1 0,0 0-1,0 0 1,0 0 0,0 0 0,0 0 0,2-2 0,4 0-111,0-1-1,0 1 1,0 0 0,1 1-1,-1-1 1,1 2 0,0-1-1,-1 1 1,1 0 0,14 1 0,51 0 312,-72 0-333,1 0 0,-1 0 0,0 1 0,0-1 0,0 0 0,0 1 0,0-1 0,0 1 0,0-1 0,-1 1 0,1 0 0,0-1 0,0 1 0,0 0 0,0 0 0,-1-1 0,1 1 0,0 0 0,-1 0 0,2 2 0,11 23 186,-8-15 4,55 100 1094,-57-106-1212,-1 0 1,-1 0-1,1 0 0,-1 0 1,0 0-1,0 1 1,0-1-1,0 6 0,-3 49 230,1-25-294,0-22 0,0 0-1,0-1 0,-1 1 1,-1-1-1,0 1 0,-1-1 0,0 0 1,-1 0-1,0 0 0,-1-1 1,0 0-1,-1 0 0,0 0 1,-1-1-1,0 0 0,-1-1 1,-19 18-1,15-15-7,10-8-2,0-1 0,0 0 0,0 0 0,0 0 0,-1-1 0,1 1 1,-1-1-1,1 1 0,-1-1 0,0-1 0,0 1 0,0 0 0,0-1 1,0 0-1,0 0 0,-1 0 0,-7 0 0,8-1-23,-1 0-1,0 0 0,0 0 1,0-1-1,0 0 1,1 0-1,-1 0 0,0-1 1,1 1-1,-1-1 1,1 0-1,-1 0 0,1-1 1,0 1-1,0-1 1,0 0-1,-5-6 0,-22-11-164,26 18 151,-1-1 0,1-1 0,0 1 0,0 0 0,0-1-1,1 0 1,-1 0 0,1-1 0,0 1 0,-6-10 0,9 11-11,0-1 1,1 0-1,0 1 0,-1-1 0,1 0 0,0 0 1,1-5-1,0-2-26,-1 10 72,1 1 0,-1-1 0,1 0 0,-1 1 0,1-1 0,-1 1 0,1-1 0,0 1 0,-1-1 0,1 1 0,-1 0 0,1-1 1,0 1-1,0 0 0,-1-1 0,1 1 0,0 0 0,-1 0 0,1 0 0,0 0 0,0-1 0,-1 1 0,1 0 0,0 0 0,0 1 0,1-1 1,22 2-448,-4 11-2958,-10-9-520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2:54.3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0 191 6147,'0'0'5069,"19"4"-4674,60 12-235,-76-15-145,0-1 1,0 1 0,-1-1-1,1 0 1,0 0-1,0 0 1,0 0 0,-1-1-1,1 1 1,0-1-1,0 1 1,-1-1 0,1 0-1,0 0 1,-1 0-1,1 0 1,-1-1 0,1 1-1,-1-1 1,0 1-1,0-1 1,0 0 0,0 0-1,0 0 1,0 0-1,0 0 1,0-1-1,-1 1 1,1 0 0,-1-1-1,0 0 1,0 1-1,1-4 1,3-2-39,-2-1-124,0 0 0,0 0 0,-1 0 0,0-1 0,0 1 0,-1 0 0,-1-1 0,0 1 0,0-1 0,-2-12 1,1-11-578,1 32 717,0 1 0,-1-1 0,1 0 0,-1 1 0,1-1 0,0 1 0,-1-1 0,1 1 0,-1-1 0,1 1 0,-1-1 0,1 1 0,-1-1 0,0 1 0,1-1 0,-1 1 0,0 0 0,1 0 0,-1-1 0,0 1 0,1 0 0,-1 0 0,0 0 0,1 0 0,-1-1 0,0 1 0,0 0 0,1 0 0,-1 1 0,0-1 0,-30 0 124,24 0-110,-41 0 667,47 1-613,-1 0 0,1 1 0,0-1-1,0 0 1,-1 0 0,1 1 0,0-1-1,0 0 1,0 1 0,1-1 0,-1 1-1,0-1 1,1 1 0,-1 0 0,1-1-1,-1 4 1,-9 31 336,6-1 156,2 1 0,1-1 0,5 44 0,-2-59-411,0-1 0,7 27 0,-7-40-111,-1-1 1,1 0-1,0 1 1,0-1-1,1 0 1,-1 0-1,1 0 1,0 0-1,1-1 1,-1 1 0,1-1-1,0 0 1,5 4-1,-5-6 25,0-1-1,0 0 1,1 0-1,-1 0 0,1-1 1,-1 1-1,0-1 1,1 0-1,-1-1 1,1 1-1,-1-1 1,0 0-1,7-2 1,1-6-228,-1-1 1,0 0 0,-1-1 0,0 0 0,-1 0 0,13-22 0,-21 31 624,1-1-1716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2:55.2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141 58 3762,'0'0'3177,"3"-24"-1029,-3 22-2077,0 1 1,0 0-1,0 0 1,0-1-1,0 1 0,0 0 1,0 0-1,0-1 1,-1 1-1,1 0 1,-1 0-1,1 0 1,-1-1-1,1 1 0,-1 0 1,0 0-1,1 0 1,-1 0-1,0 0 1,0 0-1,0 0 0,-1-1 1,-1 1-51,1 0 0,-1 0 0,0 1-1,1-1 1,-1 0 0,1 1 0,-1 0 0,0-1 0,0 1 0,-2 1 0,2-2-12,1 1 0,-1 0 1,0 0-1,1 1 1,-1-1-1,1 0 0,-1 1 1,1 0-1,-1-1 0,1 1 1,-1 0-1,1 0 1,0 1-1,-1-1 0,1 0 1,0 1-1,0-1 1,0 1-1,0 0 0,0 0 1,1 0-1,-1-1 0,0 2 1,1-1-1,-1 0 1,1 0-1,0 0 0,0 1 1,0-1-1,-1 3 0,-2 7 146,0 0-1,0 0 0,1 0 1,1 1-1,0-1 0,1 1 0,0-1 1,1 1-1,1 13 0,-1-1 336,0-25-483,1 1 0,-1 0-1,0-1 1,1 1 0,-1-1-1,1 1 1,-1 0 0,1-1-1,-1 1 1,1-1 0,-1 1-1,1-1 1,-1 1-1,1-1 1,0 0 0,-1 1-1,1-1 1,0 0 0,-1 1-1,1-1 1,0 0 0,-1 0-1,2 1 1,25 5-5,-17-4 26,47 15 335,-53-15-361,1 0 0,-1 0 1,0 0-1,0 0 1,0 0-1,0 1 1,0 0-1,-1 0 0,1 0 1,5 7-1,-8-8 6,0 0 0,-1-1 0,1 1-1,0 0 1,-1 1 0,1-1 0,-1 0 0,1 0-1,-1 0 1,0 0 0,0 0 0,0 0 0,0 0-1,0 0 1,-1 0 0,1 1 0,-1-1 0,1 0-1,-1 0 1,0 0 0,0 0 0,0-1-1,0 1 1,0 0 0,0 0 0,0 0 0,-1-1-1,1 1 1,0-1 0,-1 1 0,0-1 0,1 0-1,-1 1 1,0-1 0,0 0 0,-3 1-1,-8 2-196,0 0 0,0-1-1,-1-1 1,1 0 0,-1-1-1,0-1 1,-14 0 0,11-1-2058,6 1-1723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5-10T02:23:10.81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0,'2249'6232,"90"248,-2145-5941,-191-530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6:54.1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 3682,'0'0'5712,"0"-7"-4019,0-9-5662,0 5-364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6:59.7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241 43 864,'0'0'3738,"3"-5"-3418,-1 1-90,17-21 403,-18 24-337,0 1 0,0-1-1,0 0 1,0 0 0,0 1 0,0-1-1,0 0 1,0 1 0,0-1-1,0 1 1,0 0 0,1-1 0,-1 1-1,0 0 1,2-1 1464,-4 7-1678,0 0 0,-1-1 0,0 0 0,0 1 0,0-1 0,-1 0-1,1 0 1,-1 0 0,-1 0 0,-6 7 0,-4 9-9,-16 27-15,-13 18 199,3 2 1,-55 127-1,94-192-262,-9 20 45,10-22-45,-1-1-1,1 1 1,-1 0-1,1 0 1,-1 0-1,0 0 1,0 0-1,1-1 1,-1 1-1,0 0 1,0-1-1,0 1 1,1-1-1,-1 1 1,0-1-1,0 1 1,0-1 0,0 1-1,0-1 1,0 0-1,-2 1 1,5-3-57,0 1 0,0 0 0,-1-1 0,1 1 0,0-1 0,-1 0 0,1 1 0,-1-1 0,0 0 0,0 0 0,1 0 0,0-2 0,2-3-152,69-90-5986,-50 68 3434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00.2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0 3730,'0'0'3801,"-2"11"-3211,-10 87 2678,6-37-1555,5 93 1,2-80-1048,1-36-206,14 76 0,-8-66-108,-5-37-2560,-10-28-591,-19-22-1323,13 16 1315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00.6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6259,'0'0'5144,"5"0"-4403,23 2-139,1 1-1,-1 1 0,0 1 1,34 11-1,-39-13-3162,-9-3-1705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01.6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27 4578,'0'0'5821,"7"-12"-2339,-2 9-3421,0 1-1,0 0 1,1 0 0,-1 1-1,1-1 1,0 1 0,-1 0-1,1 1 1,11-1 0,53 5 103,-65-4-156,0 1 0,0 0 0,-1 0 0,1 1 0,-1-1 0,1 1 0,-1 0 0,6 3 0,-8-4-10,0 0 1,-1 0 0,1 1 0,-1-1 0,1 0 0,-1 1 0,1-1 0,-1 1 0,0-1 0,0 1 0,0-1 0,0 1 0,0 0 0,0 0 0,0 0-1,0-1 1,-1 1 0,1 0 0,-1 0 0,0 0 0,1 4 0,-1 8 88,0-3 96,0-1-1,-3 21 1,2-27-157,0 0 0,0 0-1,-1 0 1,1 0 0,-1 0-1,0 0 1,0 0 0,-1-1-1,1 1 1,-5 4 0,0-1-43,-1 0 1,1-1 0,-1 0-1,0-1 1,0 0 0,-1 0-1,0-1 1,0 0 0,0 0-1,0-1 1,0 0 0,-1-1-1,1 0 1,-1 0 0,-17 0-1,26-2-153,1-3 126,-1 1 1,1-1-1,0 0 1,0 1 0,0-1-1,0 0 1,0 1-1,1-1 1,-1 0-1,1 1 1,-1-1 0,1 0-1,0 1 1,0-1-1,1 1 1,-1 0 0,0-1-1,1 1 1,-1 0-1,1 0 1,0 0-1,0 0 1,0 0 0,0 0-1,0 1 1,0-1-1,0 0 1,0 1 0,1 0-1,4-2 1,2 0 12,1 0 0,-1 1 0,1 0-1,0 0 1,0 1 0,19 1 0,-28 0 39,0 0 1,0 0-1,-1 0 0,1 1 0,0-1 0,0 0 0,0 1 0,0-1 1,-1 0-1,1 1 0,0-1 0,-1 1 0,1 0 0,0-1 0,-1 1 1,1-1-1,0 1 0,-1 0 0,1-1 0,-1 1 0,1 0 0,-1 0 1,0-1-1,1 1 0,-1 0 0,1 1 0,5 25 434,-5-24-325,1 19 451,-1 1-1,-1 27 1,0-19-166,0-29-383,0 0 0,0 0 0,-1-1-1,1 1 1,0 0 0,-1 0 0,1 0 0,-1-1-1,0 1 1,1 0 0,-1-1 0,0 1 0,0-1-1,0 1 1,0-1 0,0 1 0,-1-1 0,-1 2-1,0 0 3,-1-1 0,1 0 0,0 0 0,-1-1 0,1 1 0,-1 0 0,0-1 0,-5 1 0,-6 1-24,0-1 0,0 0 0,-22-2 1,37 0 1,-4 1-109,-1-1 0,0 0 1,1-1-1,-1 1 0,0-1 0,1 0 1,-1 0-1,-5-2 0,8 1-78,1 1 0,-1 0 0,1 0-1,-1 0 1,1-1 0,-1 1 0,1-1-1,0 1 1,0-1 0,-1 0 0,1 1-1,0-1 1,1 0 0,-1 0 0,0 0-1,1 0 1,-1 0 0,1 0 0,-1 0-1,1 0 1,0 0 0,0-3 0,-1-13-3131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02.5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31 2801,'0'0'6353,"4"-7"-5404,0 0-1292,6-10 2987,-15 33-769,-9 15-1810,-106 281 1062,102-255-651,9-33-276,1 0-1,1 0 0,1 1 1,2 0-1,-4 42 1,8-67-195,0-15-2099,1-2 1204,0 0 0,1 0 0,1 0 0,0 0 0,1 0-1,1 1 1,10-22 0,5-12-2847,0-3 1797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02.8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1 1 4210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03.2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251 37 4210,'-17'-30'1369,"14"24"2622,2 8-3661,1 0 1,-1 0-1,1 0 0,0 1 1,0-1-1,0 0 1,0 0-1,0 1 0,1 2 1,0 7 292,-2 30 768,0-25-1022,0 1 0,1-1 1,1 0-1,1 0 0,0 0 0,9 32 0,3-14-154,6 15 20,-2 0-1,20 93 0,-28-95-81,-6-30-408,0 0 0,-1 1 0,0 18 0,-13-39-1714,8 1 1699,0-1 0,0 0 0,0 0 0,0 0 0,0 0 0,0 0 0,1 0 0,-1 0 1,1-1-1,0 1 0,-2-4 0,-10-33-3959,8 21 1529,-2 0-1021</inkml:trace>
  <inkml:trace contextRef="#ctx0" brushRef="#br0" timeOffset="1">0 422 6243,'0'0'8580,"161"0"-8148,-128 0-336,-10 0-96,-9-3-192,-8 3-576,-6-3-1441,0 0-2594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03.8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3778,'0'0'5069,"8"-3"-4426,5-2-372,1 0 0,0 1 0,1 1 1,-1 0-1,25-1 0,-34 3-134,-1 1-1,0 0 0,1 1 1,-1-1-1,0 1 1,0-1-1,0 1 1,1 0-1,5 3 1,-8-2-76,0-1 0,-1 1 0,1-1 0,-1 1 1,1 0-1,-1-1 0,0 1 0,0 0 0,1 0 0,-1 0 1,-1 0-1,1 0 0,0 0 0,0 0 0,-1 0 0,1 0 1,-1 1-1,0-1 0,1 0 0,-1 4 0,0 3 176,1 0-1,-1 0 1,0 0-1,-2 12 0,1-17-185,0-1-1,0 1 0,0-1 1,0 0-1,-1 1 0,1-1 0,-1 0 1,0 0-1,0 0 0,0 0 1,0 0-1,0 0 0,-4 3 1,-13 10-52,-1-1 0,-1 0 0,0-2 0,-1 0 0,-27 11 0,49-24-2,0 0 0,0 0 1,-1 0-1,1 0 0,0 0 0,0 0 0,0 0 0,0 0 0,0 0 0,0 1 0,0-1 1,0 0-1,0 0 0,0 0 0,0 0 0,-1 0 0,1 0 0,0 0 0,0 0 1,0 0-1,0 0 0,0 0 0,0 0 0,0 0 0,0 0 0,0 0 0,0 1 1,0-1-1,0 0 0,0 0 0,0 0 0,0 0 0,0 0 0,0 0 0,0 0 1,0 0-1,0 0 0,0 0 0,0 1 0,0-1 0,0 0 0,0 0 0,0 0 0,0 0 1,0 0-1,0 0 0,0 0 0,0 0 0,0 0 0,0 0 0,0 0 0,0 1 1,0-1-1,0 0 0,1 0 0,-1 0 0,0 0 0,0 0 0,0 0 0,0 0 1,0 0-1,0 0 0,0 0 0,0 0 0,0 0 0,0 0 0,0 0 0,1 0 1,-1 0-1,11 4 23,14 0 223,106 24 113,-73-14-1326,-48-14-6183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05.0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1 4402,'0'0'9052,"-2"8"-8067,-7 11-646,0 0 0,-21 29 0,9-16-209,-63 92 197,52-79 62,1 1 0,-47 98 0,76-141-370,1 1 0,0-1 1,0 1-1,0-1 0,0 1 0,1 0 1,-1-1-1,1 6 0,0-8-112,2-1-168,0-1 160,-1 1 0,1-1 1,0 0-1,0 1 0,-1-1 0,1 0 0,0 0 1,-1 0-1,1 0 0,-1 0 0,1 0 0,-1-1 1,0 1-1,1 0 0,-1-1 0,0 1 0,1-3 1,21-33-850,-19 29 496,92-190-9669,-69 138 8593,-14 21 3915,-10 30-1109,0-1 0,8-16 0,-10 25-915,0 0 0,-1 0 0,1 1-1,-1-1 1,1 0 0,0 1 0,-1-1 0,1 0-1,0 1 1,0-1 0,0 1 0,0-1 0,-1 1-1,1 0 1,0-1 0,1 0 0,19 1 1015,-18 0-1372,0 0-1,0 1 1,0 0 0,0 0-1,0 0 1,0 0 0,0 1-1,0-1 1,0 1 0,3 2-1,0 2 79,0 1 0,0 0 0,-1 0 0,0 1 0,0-1 0,-1 1 0,0 0 0,4 11-1,20 72 593,-25-81-609,78 309 1610,-68-283-1528,-12-33-138,0 0 0,0-1 0,1 1 0,-1-1 0,1 1-1,0-1 1,-1 0 0,1 0 0,0 0 0,0 0 0,3 2-1,-1-3-101,-4-7-1577,-1 2 1318,0 1-1,0-1 1,0 1 0,0 0-1,-1-1 1,1 1-1,-1 0 1,0 0 0,0 0-1,0 0 1,-4-4 0,0 1-1005,0 0 1,-1 0-1,1 1 1,-11-6 0,-12-5-4970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05.3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55 7555,'0'0'7940,"184"-42"-7380,-120 36-288,-11 3-272,-13 0-128,-10 3-704,-20 0-320,-6 0-1186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05.7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 4498,'0'0'7473,"-6"15"-6369,1-6-811,1 0-1,1 0 1,-1 1-1,1 0 1,1-1-1,0 1 1,-1 18-1,3 74 1081,2-47-902,-1-29-1300,1-22-1946,-2-16-542,0-8-1338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06.3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248 1 4306,'-1'1'11016,"-12"17"-10854,-59 114 529,-8 14 70,3-3-81,75-139-666,0 8 4,2-11-55,2-8-251,83-157-5331,-46 91-266,-21 37 3348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06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24 1 2193</inkml:trace>
  <inkml:trace contextRef="#ctx0" brushRef="#br0" timeOffset="1">24 1 2193,'-23'9'11168,"24"-9"-11078,0 0-1,0 0 1,0 1 0,0-1-1,0 0 1,0 1 0,0-1 0,0 1-1,0-1 1,0 1 0,-1-1 0,1 1-1,0 0 1,0-1 0,-1 1-1,1 0 1,0 0 0,0-1 0,-1 1-1,1 0 1,-1 0 0,1 0 0,-1 0-1,1 0 1,-1 2 0,10 33 793,-6-16-383,40 135 1488,48 158-227,-89-304-1736,-2-5-11,0 0 1,0 0-1,1 0 0,-1-1 0,1 1 1,0-1-1,0 1 0,0-1 0,4 5 1,-5-8-2,0-3-602,-1-1 123,1 0 1,-1 0-1,0 0 0,0 0 0,0 0 0,0 0 0,0 0 0,-1 1 0,0-1 0,0 0 1,0 0-1,0 0 0,-1 1 0,1-1 0,-1 1 0,0-1 0,0 1 0,0 0 0,-1 0 0,1 0 1,-1 0-1,1 0 0,-1 0 0,0 1 0,-4-3 0,-13-13-4189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07.0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58 11733,'0'0'4979,"190"-30"-4467,-143 24-448,-10-3-64,-7 6-448,-14-3-657,-9 6-624,0-3-2096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07.3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 3474,'0'0'4746,"8"1"-3303,-6 1 2260,-2 3-3487,-1-1-1,1 1 1,-1-1-1,0 1 1,-3 7-1,-4 17 501,6 43 1294,3-44-1259,-1-25-702,0 0 0,0-1-1,0 1 1,1 0 0,-1-1-1,1 1 1,0 0 0,0-1-1,0 1 1,0-1 0,0 1-1,0-1 1,1 1 0,-1-1 0,1 0-1,0 0 1,0 0 0,0 0-1,0 0 1,0 0 0,0-1-1,0 1 1,0 0 0,1-1-1,-1 0 1,1 0 0,-1 1-1,1-2 1,3 2 0,6 1 3,1 0-1,-1-1 1,1-1 0,-1 0 0,15-1 0,-25 0-90,0 0 0,0 0 0,0 0 0,0-1 0,0 1 0,0-1 0,0 1 0,0-1 0,0 0 0,0 0 0,-1 0 0,1 0 0,0 0 0,0 0 0,-1 0 0,1-1 0,-1 1 0,1 0 0,-1-1 0,1 0 0,-1 1 0,0-1 1,0 0-1,0 1 0,0-1 0,0 0 0,0 0 0,-1 0 0,1 0 0,0-3 0,2-7-396,-2 0 0,1 0 1,-2 1-1,0-17 0,0 16 194,0 8 192,0-1-1,0 1 1,0 0-1,-1 0 1,0 0-1,0 0 1,0 0-1,0 0 0,-1 0 1,0 0-1,1 0 1,-6-7-1,5 9 81,0 0-1,0 0 0,0 0 0,0 0 1,-1 0-1,1 1 0,-1-1 1,1 1-1,-1-1 0,0 1 0,1 0 1,-1 0-1,0 0 0,0 0 0,0 1 1,0-1-1,0 1 0,0 0 1,-5 0-1,-57 0-293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10.8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0 4098,'0'0'4751,"-3"0"-3982,2 0-651,1 1 1,-1-1-1,0 0 1,1 0-1,-1 0 1,0 1 0,1-1-1,-1 0 1,1 0-1,-1 1 1,1-1-1,-1 0 1,1 1-1,-1-1 1,1 1 0,-1-1-1,1 1 1,-1-1-1,1 1 1,0-1-1,-1 1 1,1-1-1,0 1 1,0 0-1,-1-1 1,1 1 0,0-1-1,0 1 1,-1 1-1,0 30 764,2-19-820,1 0 1,6 24 0,9 28 550,-3 1 0,8 101 0,2 12 386,-22-165-920,-2-13-75,0 1 0,0-1 0,0 1 0,0 0 0,0-1 0,0 1 0,1-1 1,-1 1-1,1-1 0,-1 1 0,1-1 0,0 1 0,-1-1 0,1 1 0,1 0 1,-1-1 29,-1-14-1774,0-1 192,0 1 0,-1-1 0,-4-17 0,4 26 706,-6-25-3611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11.7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91 960,'0'0'6790,"0"-6"-5952,0-14 272,0-8 3337,2 25-4439,1 1 0,0-1-1,-1 1 1,1 0 0,0 0 0,0 0-1,0 0 1,0 1 0,1-1 0,3 0 0,7-2 10,-1 1 0,1 0 0,0 1 0,-1 1 0,1 0 0,0 1 0,17 2 0,6 0-32,-36-2 8,0 0 0,0 0 0,0 0 0,0 1 0,0-1 0,0 1 1,0-1-1,0 1 0,0-1 0,-1 1 0,1-1 0,0 1 0,0 0 0,0-1 0,-1 1 0,1 0 0,0 0 0,-1 0 0,1 0 0,-1-1 0,1 1 0,-1 0 0,1 0 0,-1 0 0,0 0 0,1 0 0,-1 0 0,0 0 0,0 0 0,0 2 1,3 40-128,-3-28 127,2 3 115,-2-1-1,-3 34 0,2-43-61,-1 1 0,0-1 1,0 1-1,-1-1 0,0 0 0,-1 0 0,-7 13 0,5-10-14,-1-1 0,0 1 0,-1-2 0,0 1 0,0-1 0,-1 0-1,0-1 1,-1 0 0,0 0 0,0-1 0,-21 10 0,14-12-234,17-5 187,0-1 1,-1 1 0,1-1-1,0 0 1,0 1 0,0-1 0,0 0-1,-1 1 1,1-1 0,0 0-1,0 1 1,0-1 0,0 0 0,0 1-1,1-1 1,-1 0 0,0 1-1,0-1 1,0 0 0,1 1 0,-1-1-1,0 1 1,0-1 0,1 0-1,0-2 0,1 0-1,-1 0 1,1 0-1,-1 1 1,1-1-1,0 0 1,0 1 0,0-1-1,0 1 1,1 0-1,-1 0 1,1 0-1,-1 0 1,1 0-1,0 0 1,-1 1-1,1 0 1,0-1-1,0 1 1,0 0-1,0 0 1,4 0-1,6-2 27,1 1 0,-1 0 0,25 1 0,-27 1-1,-7 0-6,1 0 0,-1 0-1,0 0 1,0 0 0,0 1 0,0 0-1,6 1 1,-8-1 6,-1 0-1,1 0 1,0 1-1,-1-1 0,1 0 1,-1 1-1,0-1 1,1 0-1,-1 1 1,0 0-1,0-1 1,0 1-1,0 0 1,0-1-1,0 1 1,-1 0-1,1 0 1,0 0-1,-1 2 1,5 17 247,-2-1 0,-1 1 0,0-1 1,-3 31-1,1-23 131,0-25-351,-1 0-1,1 0 0,-1 0 1,0 0-1,0 0 0,0-1 1,0 1-1,-1 0 0,1-1 1,-1 1-1,1-1 0,-1 1 0,0-1 1,0 0-1,0 0 0,0 0 1,0 0-1,-1 0 0,1 0 1,-4 2-1,-8 4 82,1-1 1,-25 10-1,27-13-87,-3 3-84,0-1 1,-1 0-1,0-2 0,0 0 0,0 0 0,-29 2 0,43-26-3144,1-11-1694,0-2-4090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12.6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169 0 3394,'0'0'4375,"-13"15"-2051,25-11 1928,36 14-4180,-46-16-63,0-1 1,0 1-1,0-1 0,0 1 0,0 0 1,0 0-1,-1 0 0,1 0 0,0 1 1,-1-1-1,0 0 0,1 1 0,-1-1 0,0 1 1,0-1-1,-1 1 0,1-1 0,0 1 1,-1-1-1,0 1 0,1 0 0,-1-1 0,-1 5 1,1-4 24,0 1 0,0 0 0,0-1 0,-1 1 0,0 0 0,0-1 0,0 1 0,0-1 0,0 1 0,-1-1 0,1 0 0,-1 0 0,0 0 0,0 0 1,0 0-1,-5 5 0,-9 3 106,0 0 0,0-1 0,-1-1 0,-1 0 1,-20 6-1,-3 3-80,36-17-49,107-1-1043,-97 0 1061,-1 1 1,1-1 0,-1 1 0,0 0 0,1 1 0,-1-1 0,0 1-1,0-1 1,0 1 0,0 0 0,0 1 0,-1-1 0,1 1-1,-1 0 1,1 0 0,-1 0 0,0 0 0,0 0 0,0 1 0,-1-1-1,1 1 1,-1 0 0,0-1 0,0 1 0,0 0 0,0 1-1,-1-1 1,0 0 0,1 0 0,-2 1 0,2 7 0,-2-9 12,0 0 0,0 1 0,0-1 1,0 0-1,-1 0 0,1 0 1,-1 0-1,0 0 0,0 0 0,0 0 1,0-1-1,-2 5 0,0-5-13,1 1 0,-1-1 1,1 0-1,-1 0 0,0 0 0,1 0 0,-1 0 0,0-1 0,0 1 1,0-1-1,-6 2 0,-16 5-92,0-1 0,-1-2 1,0 0-1,0-1 0,-42 0 1,68-5-58,0 1 1,-1 0 0,1 0 0,-1 0-1,1 0 1,-1-1 0,1 1 0,-1 0-1,1 0 1,0-1 0,-1 1 0,1 0-1,0-1 1,-1 1 0,1 0 0,0-1-1,-1 1 1,1 0 0,0-1 0,0 1-1,-1-1 1,1 1 0,0-1 0,0 1-1,0-1 1,0 1 0,0 0 0,0-1-1,0 1 1,0-1 0,0 1 0,0-1-1,0 1 1,0-1 0,0 1 0,0-1-1,0 1 1,0-1 0,0 1 0,0-1-1,1 0 1,-1-4-921,0-19-4493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13.4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22 672,'0'0'8225,"0"-3"-7371,0-15 3778,0 25-4208,-1 123 771,3 149 1046,4-224-1784,-3-37-287,0 31 1,-3-49-374,0-2-301,-1-17-867,-1 0 1,-4-21-1,2 21-640,1-1-1,-1-23 1,4 1-1647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14.0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39 139 4418,'0'0'6400,"0"-13"-5922,0-38-190,-1 48-206,1 1 0,0-1 0,1 1 0,-1 0 0,0-1 1,1 1-1,-1-1 0,1 1 0,0 0 0,-1-1 0,1 1 0,0 0 0,1 0 0,-1 0 0,0 0 1,3-4-1,-1 2 467,-1 2-499,0 0 0,0 0 0,1 0 0,-1 0 0,0 0 0,1 1 0,-1-1 0,1 1 0,-1-1 0,1 1 0,0 0 0,-1 0 0,6-1 0,36-2 154,-32 3-202,-8 1-3,0 0-1,0 0 1,0 0-1,0 1 0,0-1 1,7 3-1,-9-3 8,-1 1-1,0 0 0,0 0 1,0-1-1,1 1 1,-1 0-1,0 0 0,0 0 1,0 0-1,-1 0 0,1 1 1,0-1-1,0 0 1,-1 0-1,1 1 0,0-1 1,-1 0-1,1 1 0,-1-1 1,0 0-1,1 1 1,-1-1-1,0 2 0,2 11 208,0 1-1,-1-1 1,-1 0-1,0 0 1,-1 0-1,0 1 1,-2-1-1,-5 21 1,5-24-131,-2 0 1,1 0 0,-2-1 0,1 1-1,-1-1 1,-1 0 0,0-1 0,0 1-1,-1-1 1,-14 12 0,22-21-379,2-5-1729,0 3 1899,0 0 1,0 0-1,0 1 1,0-1-1,0 0 1,1 1-1,-1-1 1,1 1-1,-1 0 1,1 0-1,0 0 1,-1 0-1,1 0 1,0 0-1,3 1 1,0-1 89,0 0 1,0 1-1,0 0 1,0 0-1,0 0 0,9 3 1,-13-2 72,0-1 1,0 1-1,0 0 1,0 1-1,-1-1 1,1 0-1,0 0 1,-1 1-1,1-1 1,-1 1-1,0-1 1,1 1-1,-1-1 1,0 1-1,0 0 1,0 0 0,0 0-1,0 0 1,0 0-1,-1 0 1,1 0-1,-1 0 1,1 0-1,-1 4 1,2 7 401,-1 0 0,0 23 0,-1-26-80,-1-7-289,1 0-1,-1 1 0,0-1 1,0 0-1,0 0 0,0 1 1,-1-1-1,1 0 0,-1 0 1,0 0-1,0-1 0,0 1 0,0 0 1,0-1-1,-1 1 0,1-1 1,-1 0-1,0 0 0,1 0 1,-1 0-1,0 0 0,-6 2 1,-4 2 25,0 0 0,-1-1 0,-27 7 0,24-9-137,0-1 1,0 0-1,-25-2 1,29 0-340,12-1 283,0 1 0,0-1 0,1 0 0,-1 1 0,0-1 0,1 0 0,-1 1 0,1-1 0,-1 0 0,1 0 0,-1 0 0,1 0 0,-1 0 0,1 1 0,0-1 0,0 0 0,-1 0 0,1 0 0,0 0 0,0 0 0,0 0 0,0 0 0,0 0 0,0 0 0,0 0 0,1-1 0,2-31-3958,8 9-127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14.5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2 3025,'0'0'6689,"5"0"-5563,9-1-658,32 0 1035,-43 1-1411,0 0 0,0 1 1,0-1-1,0 1 1,0-1-1,0 1 0,0 0 1,0 0-1,0 1 1,0-1-1,-1 0 0,4 3 1,-1 2 38,0-1 0,-1 1 0,0 0 0,0 0 0,0 1 0,-1-1 0,0 1 0,0 0 0,-1 0 0,1 0 0,-2 0 0,2 9 0,-2-11-46,0 0 1,0 0-1,0 0 1,-1 0 0,0 0-1,0 0 1,-1 1-1,1-1 1,-1 0 0,0 0-1,-1 0 1,1 0 0,-1 0-1,0-1 1,0 1-1,0 0 1,-1-1 0,-4 7-1,-1-3-13,-1 0-1,-1-1 0,1 0 0,-1 0 1,-1-1-1,-16 8 0,7-6-8,-1 0-1,-37 9 0,55-17-97,93 0-454,101 1 615,-159 5-72,-28-5-403,0 0 0,0 0 1,0 0-1,1 0 0,-1-1 1,0 1-1,0-1 0,0 0 1,5-1-1,-5-2-3746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15.8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46 3298,'0'0'5319,"0"3"-4825,0 0-378,0 17 1121,0 1 1,7 33-1,15 127 1444,-14-91-1515,11 69 382,-16-144-1432,-1-18-240,0-24-575,-2 21 567,1-27-1277,-1 0-1,-2 0 1,-1 0 0,-2 0-1,-10-34 1,4 31 1108,3 14 377,1 0-1,1-1 0,1 1 1,2-1-1,-3-32 1,6 55-76,0-7 31,0 0 1,0 0-1,1 1 1,2-14-1,-1 17 55,-1 0 1,0 0-1,1 0 0,0 0 0,-1 1 0,1-1 1,0 1-1,1-1 0,-1 1 0,0 0 0,1-1 1,4-2-1,-1 1-6,0 0-1,0 0 1,1 1 0,0-1 0,0 2-1,0-1 1,0 1 0,12-3 0,-1 2 258,0 2-1,25 0 1,-42 1-302,0 0 0,0 0-1,0 0 1,0 0 0,1 0-1,-1 0 1,0 1-1,0-1 1,0 0 0,0 1-1,0-1 1,0 1 0,0-1-1,0 1 1,0 0 0,0-1-1,0 1 1,0 0 0,0 0-1,-1-1 1,1 1 0,0 0-1,0 0 1,-1 0 0,1 0-1,-1 0 1,1 0 0,-1 0-1,1 0 1,-1 0-1,1 2 1,0 4 154,0 0 0,-1-1-1,1 1 1,-2 12 0,0-1 100,1-11-148,-1 1-1,1-1 1,-1 0-1,-1 0 1,0 1 0,0-1-1,0 0 1,-5 10-1,-3 0 257,-20 30-1,19-33-345,10-12-83,-1 0 0,1 0 0,0 0 0,0 0 0,0 0 0,0 1 0,0-1 0,0 0 0,0 0 1,1 1-1,0-1 0,-1 0 0,1 1 0,0 4 0,1-6-52,0-1 0,-1 1 0,1 0 0,0-1 0,0 1 0,0-1 1,0 1-1,0-1 0,0 0 0,0 1 0,0-1 0,0 0 0,1 0 0,-1 1 1,0-1-1,0 0 0,2-1 0,0 2-111,3 0 170,0 0 1,0 1 0,-1 0-1,1 0 1,-1 1-1,1-1 1,-1 1 0,0 0-1,0 0 1,0 1-1,0 0 1,-1 0 0,0 0-1,4 5 1,-5-6 68,0 1-1,-1-1 1,0 1-1,0 0 1,0 0 0,0 0-1,-1 0 1,0 0 0,0 0-1,0 0 1,0 0 0,0 1-1,-1-1 1,0 0 0,0 1-1,0-1 1,0 0 0,-1 1-1,0-1 1,-1 6 0,1-8-3,0 0 0,-1 0 0,1 1 0,-1-1 0,1 0 0,-1-1 0,0 1 0,0 0 0,0 0 0,0-1 0,0 1 0,0-1 0,0 1 0,0-1 1,0 0-1,-1 0 0,1 0 0,0 0 0,-1-1 0,-3 2 0,-8 1 44,-2 0-1,-14 2 1,23-5-26,-34 3 84,-12 1 0,50-2-65,12-1-8972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16.2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4946,'0'0'8001,"1"15"-6928,11 218 3054,-12-228-4048,3 25 303,-2-29-386,-1 0 0,0 0-1,0-1 1,0 1-1,1 0 1,-1 0-1,0-1 1,1 1-1,-1 0 1,0 0 0,1-1-1,-1 1 1,1 0-1,-1-1 1,1 1-1,0-1 1,-1 1-1,1 0 1,0-1 0,-1 0-1,1 1 1,0-1-1,-1 1 1,1-1-1,0 0 1,0 1-1,-1-1 1,1 0 0,1 0-1,-1 0-104,0-1 0,-1 0 0,1 0 0,-1 0 0,1 1 0,-1-1 0,1 0-1,-1 0 1,1 0 0,-1 0 0,0 0 0,0 0 0,1 0 0,-1 0 0,0 0 0,0 0 0,0 0 0,0 0-1,0-1 1,0-2-419,4-30-3544,2-5-3491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17.3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34 816,'0'0'7729,"2"-7"-6688,-1 5-669,5-16-466,-3 14 903,-2 10 1817,-1 487 2870,1-493-5500,-1 0 0,1 0 0,0 0 0,-1 0 0,1 0 1,0 0-1,-1 0 0,1 0 0,0-1 0,-1 1 0,1 0 0,0-1 0,-1 1 0,1 0 0,-1-1 0,1 1 0,-1-1 0,1 1 0,-1-1 0,1 1 0,-1-1 0,1 1 0,-1-1 0,0 0 0,1 1 0,-1-1 0,0 1 0,1-1 0,-1 0 1,0 0-1,5-32-1048,-1 0 1,-2 0-1,-4-59 1,0 24-125,2-136 1222,1 203-43,-1 0 0,0 0-1,1 0 1,-1-1 0,1 1 0,-1 0 0,1 0 0,0 0 0,-1 0 0,1 0 0,0 0 0,0 0-1,0 0 1,0 0 0,0 1 0,0-1 0,0 0 0,0 1 0,0-1 0,0 0 0,0 1 0,0-1 0,0 1-1,0 0 1,1-1 0,-1 1 0,0 0 0,0 0 0,2-1 0,40-2 587,-43 3-569,1 0 1,0 0-1,-1 0 0,1 0 0,0 0 0,-1 1 0,1-1 0,0 0 0,-1 0 0,1 1 0,0-1 0,-1 1 0,1-1 0,-1 0 0,1 1 0,-1-1 0,1 1 0,-1-1 0,1 1 0,-1-1 1,0 1-1,1 0 0,-1-1 0,0 1 0,1 0 0,-1-1 0,0 1 0,0 0 0,1-1 0,-1 1 0,0 1 0,1 25 511,-1-21-364,0 3 33,1 2 7,-1 0 0,0 0 1,-1 0-1,0 0 0,-1 0 1,0 0-1,0 0 0,-2-1 1,-4 14-1,-3 4-124,10-27-94,1 0-1,0 0 1,0 0-1,-1 0 0,1 1 1,0-1-1,0 0 0,0 0 1,0 0-1,0 1 1,0-1-1,1 0 0,-1 0 1,0 0-1,0 0 0,1 0 1,-1 1-1,1-1 1,-1 0-1,1 0 0,0 0 1,0 1-1,32 19-398,-25-17 364,-1 0 0,1 1-1,9 7 1,-11-6 35,0 0-1,0 1 1,0-1-1,-1 1 1,0 0-1,-1 1 1,1 0-1,-1-1 1,-1 1-1,1 0 1,-1 1-1,-1-1 1,1 0-1,-2 1 0,1 0 1,-1-1-1,0 1 1,-1 11-1,0-18 27,-1 0-1,1 0 0,0 0 1,-1 0-1,0 0 0,1 0 1,-1 0-1,0 0 0,0 0 1,0 0-1,0 0 1,0 0-1,-1-1 0,1 1 1,0 0-1,-1-1 0,0 1 1,1-1-1,-1 0 0,0 1 1,1-1-1,-1 0 0,0 0 1,0 0-1,0 0 0,0-1 1,0 1-1,0 0 0,-4 0 1,-7 2 73,0-1 0,-1 0 0,-20-1 1,24-1-73,-110 1 47,120-1-256,0-6-612,0 1-1,0-1 1,1 0-1,0 1 1,0-1-1,3-8 0,9-13-6510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17.9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10 1601,'0'0'9585,"-3"2"-8656,0 1-711,0 0 1,0 1-1,1 0 1,-1-1-1,1 1 0,-1 0 1,1 1-1,0-1 1,1 0-1,-1 0 0,1 1 1,0-1-1,-1 7 1,0 7 602,0 1 0,2 19 0,0-24-350,0-13-442,-1 1 1,1-1-1,0 1 0,0 0 0,0-1 1,0 1-1,1 0 0,-1-1 0,0 1 1,1-1-1,-1 1 0,1-1 1,-1 1-1,1-1 0,0 1 0,-1-1 1,1 1-1,0-1 0,0 0 1,0 0-1,0 1 0,0-1 0,1 0 1,-1 0-1,0 0 0,1 0 1,-1 0-1,0 0 0,1-1 0,-1 1 1,1 0-1,-1-1 0,1 1 1,-1-1-1,1 1 0,0-1 0,-1 0 1,1 0-1,-1 0 0,4 0 1,7 2 12,-1-2 0,1 1 0,-1-1 0,1-1 0,15-2 0,-22 1-134,0 1 1,-1 0-1,1-1 1,-1 0-1,0 0 1,0 0-1,0-1 1,0 0 0,0 1-1,0-1 1,0 0-1,-1-1 1,0 1-1,0-1 1,5-5-1,-5 3-124,0 1 0,0-1 0,0 1 0,0-1 0,-1 0 0,0 0 0,0 0-1,-1 0 1,0 0 0,0-1 0,0 1 0,-1 0 0,0 0 0,0-1 0,0 1 0,-3-8 0,3 12 238,-1 0 1,0 0 0,0 0 0,0 0 0,0 0-1,-1 0 1,1 1 0,-1-1 0,1 0 0,-1 1-1,1-1 1,-1 1 0,0 0 0,0-1-1,1 1 1,-1 0 0,0 0 0,0 0 0,0 1-1,0-1 1,0 0 0,-1 1 0,1-1 0,-3 1-1,-8-2 615,0 0-1,-25 2 0,27 0-233,-1 0-115,-16 0-507,28-2-2155,0-8-2861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18.3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16151,'0'0'2289,"17"36"-8067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21.3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209 56 5298,'0'0'2273,"-5"0"-1968,0 0 103,1 0 1,-1 0 0,0 0 0,1 1 0,-1 0 0,1 0 0,-1 0-1,1 0 1,-1 1 0,1 0 0,-8 4 0,-3 5-75,0 1 0,1 0 0,0 1 0,1 1 1,0 0-1,1 0 0,-15 25 0,24-34-256,1 0-1,-1 0 1,1 1 0,0-1-1,1 0 1,-1 1 0,1-1-1,-1 12 1,2 48 741,1-35-392,-1-17-219,0-1 0,1 1 0,0-1 1,1 1-1,6 21 0,-5-28-111,-1 0 0,1 0 0,0 0 1,1-1-1,-1 1 0,1-1 0,0 0 0,1 0 0,-1 0 1,1-1-1,0 1 0,0-1 0,7 4 0,-5-3-35,0-1 1,1 0-1,0-1 0,-1 0 1,1 0-1,0-1 0,14 3 1,-1-2 164,39-1 0,-55-2-218,0 0 1,1-1-1,-1 0 0,0 0 1,0 0-1,0-1 1,0 0-1,0 0 1,0 0-1,0 0 1,8-6-1,-6 2-72,1 0 0,-1 0-1,0-1 1,-1 0 0,1 0 0,5-10-1,-3 3-162,0 0-1,-2 0 0,1-1 1,-2 0-1,0 0 1,-1 0-1,5-26 0,-6 5 198,-2 1 0,-4-70-1,1 100 45,1-1 0,-2 0 0,1 1 0,0-1 0,-1 1 0,0-1-1,-1 1 1,1 0 0,-1 0 0,0 0 0,0 0 0,0 1 0,-1-1 0,1 1 0,-1 0-1,-9-7 1,-1 0-10,0 0 0,-2 1 0,1 1 0,-20-8 0,26 14 2,0 0 0,0 1 0,-1 0 0,1 0 1,0 1-1,-1 1 0,1-1 0,-14 3 0,1-2 17,20 0-11,0 0-1,0 1 1,0-1 0,0 0 0,1 1 0,-1 0-1,0-1 1,0 1 0,1 0 0,-1 0-1,0 0 1,1 0 0,-1 0 0,1 1 0,-1-1-1,1 0 1,-1 1 0,1-1 0,0 1 0,0-1-1,0 1 1,0 0 0,0-1 0,-1 3 0,0 1-420,0 0 1,0 0 0,1 1-1,-1-1 1,1 0-1,0 0 1,1 1 0,-1 5-1,1-5-5203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22.7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 97 5843,'-1'-1'9089,"-12"-1"-8995,11 2-86,0 0-1,1 0 1,-1 0 0,0 0 0,0 1 0,0-1 0,0 1 0,0-1 0,1 1 0,-1-1 0,0 1 0,0 0 0,1 0 0,-1 0 0,-2 2 0,-15 24 36,16-21-45,-7 12 112,1 0 0,1 0 1,1 1-1,1 1 0,0-1 0,2 1 0,0 0 0,1 0 0,1 0 0,1 36 0,1-39 39,0-4 27,0-1 1,0 1-1,1-1 1,4 15 0,-4-24-143,0 1 0,0 0 1,1 0-1,-1-1 1,1 1-1,0-1 1,0 1-1,1-1 1,-1 0-1,1 0 0,-1 0 1,1 0-1,0-1 1,0 1-1,0-1 1,1 1-1,3 1 1,1 0 34,0-1 0,0-1 0,0 1 0,0-1 0,1-1 0,-1 1 0,1-2 0,-1 1 0,1-1 0,8-1 0,-7 1 0,-2-1-55,1 0 1,0 0-1,-1-1 1,1-1-1,-1 1 1,1-1-1,-1-1 1,0 0-1,0 0 1,-1 0-1,1-1 1,-1 0-1,0 0 1,6-7-1,1-1-94,-1 0-1,0-1 0,-2 0 1,1-1-1,15-27 1,-24 36 47,0-1 1,-1 1-1,0-1 1,0 0-1,0 1 1,-1-1-1,0 0 1,0-11-1,-5-57-65,4 74 99,-2-10 10,0-1-1,-1 1 1,0 0 0,-1 0 0,0 0 0,-1 1-1,-8-15 1,-1 2-60,-1 0-1,-20-22 1,32 41 23,0 0-1,0 0 1,-1 1-1,0 0 1,1-1 0,-1 1-1,-1 1 1,1-1-1,0 0 1,-1 1 0,1 0-1,-1 0 1,1 0-1,-1 1 1,0 0-1,0 0 1,0 0 0,0 0-1,0 1 1,-9 0-1,8-1 25,0 1 0,0 1 0,0-1 0,0 1-1,0 0 1,0 0 0,0 1 0,0 0 0,0 0-1,1 0 1,-1 0 0,1 1 0,0 0 0,0 0-1,0 1 1,0-1 0,0 1 0,1 0 0,-7 7-1,6-5-127,1 0 0,-1 0-1,1 0 1,0 0-1,1 1 1,-1-1 0,1 1-1,0 0 1,1 0 0,0 0-1,0 0 1,0 1-1,1-1 1,0 0 0,1 1-1,0-1 1,0 10-1,0-15-227,0 0 0,0 0 0,0-1 0,0 1 0,1 0 0,-1 0 0,0 0 0,1 0 0,0 0 0,0 2 0,1-2-443,0 0 0,-1 0-1,1 0 1,0-1-1,0 1 1,0-1 0,5 3-1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23.6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275 4 5234,'0'0'8746,"-24"-3"-7255,4 3-1189,-1 0-1,1 1 1,0 2-1,-23 4 0,37-5-266,0 0-1,0 0 0,0 1 0,0-1 1,0 1-1,0 1 0,1-1 0,-1 1 1,1 0-1,0 0 0,0 1 0,1-1 1,-1 1-1,1 0 0,0 0 0,0 1 0,-3 5 1,3-1 8,-1 0 1,1 0-1,1 0 1,0 1-1,0-1 0,-2 22 1,2 67 412,3-81-288,0-4-61,1 1 0,0-1 0,1 0 1,1 0-1,0-1 0,1 1 0,0 0 0,1-1 0,1 0 0,0 0 0,0-1 1,2 0-1,-1 0 0,2 0 0,-1-1 0,1 0 0,1-1 0,0 0 0,19 14 0,-18-17-85,0-1 0,1 0 0,0-1 0,-1 0 0,2-1 0,-1 0-1,0-1 1,1 0 0,0-1 0,-1-1 0,1 0 0,0-1-1,0 0 1,0 0 0,22-5 0,-26 2-72,0 1 0,0-1 0,0-1 0,0 0 1,-1 0-1,1 0 0,-1-1 0,0-1 0,-1 1 0,1-1 0,-1-1 1,0 1-1,-1-1 0,0 0 0,9-12 0,-7 7-171,0 0-1,-1-1 1,0 0-1,-1 0 1,0 0 0,-1 0-1,-1-1 1,0 0-1,3-24 1,-5 21 138,-1 0 1,0 0-1,-2 0 0,0 0 1,-4-21-1,3 28 100,-1 0-1,-1-1 1,1 1-1,-2 0 1,1 1-1,-1-1 1,-1 1-1,0 0 1,-8-10-1,8 13 31,1 0-1,0 0 1,-1 1-1,0 0 1,0 0-1,-1 0 1,0 1 0,1 0-1,-1 0 1,-1 0-1,-12-4 1,5 5-2,-1 0 1,1 0 0,-1 1-1,-30 1 1,22 1-18,11-1-8,0 1 0,-18 2 0,30-2-37,0 0 0,0 1 0,0-1 0,0 0 0,1 0 1,-1 1-1,0-1 0,0 0 0,0 1 0,1-1 0,-1 1 0,0-1 0,1 1 0,-1-1 0,0 1 0,1-1 0,-1 1 0,1 0 0,-1-1 1,0 1-1,1 0 0,0 0 0,-1-1 0,1 1 0,0 0 0,-1 0 0,1 0 0,0 0 0,-1 17-3568,1-13 1496,0 6-2818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24.4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51 2305,'0'0'6358,"-4"-3"-5080,4 3-1290,-2-3 226,0 2 0,0-1 0,-1 0 1,1 0-1,-1 1 0,1-1 0,-1 1 1,1 0-1,-1 0 0,0 0 0,1 0 1,-1 0-1,0 1 0,0-1 0,0 1 1,0-1-1,-3 1 0,0 0-18,0 0 0,0 1 0,0-1 0,0 1 0,0 0-1,0 1 1,-7 1 0,10-1-115,-1 0-1,1 0 1,0 0-1,0 0 1,0 1 0,0-1-1,0 1 1,0 0-1,1 0 1,-1 0-1,1 0 1,-4 5 0,0 3 30,0 1 0,1-1 0,0 1 1,1 0-1,1 0 0,-1 0 1,-2 24-1,3 4 466,1 45 0,2-58-282,0-20-186,1 0-1,-1 0 0,1 1 1,0-1-1,1 0 0,-1 0 1,6 13-1,-4-16-57,-1 1 0,1-1 0,-1 0 0,1 0-1,0 0 1,1 0 0,-1-1 0,1 1 0,0-1 0,-1 0 0,2 0 0,5 3 0,-2-2-24,0 0-1,0-1 1,0 0-1,0 0 1,0-1 0,1 0-1,10 1 1,5-1 48,32-2 0,-45-1-102,0 0 0,-1-1 1,1-1-1,0 1 0,-1-2 0,1 1 0,-1-2 1,0 1-1,0-1 0,-1-1 0,1 0 1,10-9-1,-6 4-263,-1 0 0,-1-1 0,0-1 0,0 0 0,-1-1 0,-1 0 0,10-18 0,-16 23 113,1 0 1,-2 0-1,0-1 0,0 1 1,0-1-1,-1 0 0,1-15 0,-2 1-76,-3-46-1,1 65 287,1 1 1,-1-1-1,0 1 0,0-1 0,-1 1 0,1-1 1,-1 1-1,0 0 0,0-1 0,0 1 1,-1 0-1,0 1 0,1-1 0,-7-5 1,4 4 40,0 0 0,-1 1 0,0 0 1,0 1-1,0-1 0,0 1 0,-1 0 1,-11-4-1,-5 2 62,0 0 0,1 2-1,-1 0 1,-42 1 0,34 1-227,14 0 227,1 1 0,-28 3 0,41-3-257,-1 1 0,1-1-1,-1 1 1,1 0 0,-1 0 0,1 1 0,0-1-1,-1 1 1,1-1 0,0 1 0,0 0 0,0 1-1,0-1 1,1 0 0,-1 1 0,1-1 0,-4 5-1,3 0-1792,2-3-3388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25.3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180 31 2913,'0'0'4477,"0"-2"-3622,0-1 0,-1 1-1,1-1 1,-1 1 0,0-1-1,0 1 1,-2-5 0,-1 6-723,0 0-1,0 0 1,0 0 0,0 0 0,0 0 0,0 1 0,0 0-1,0 0 1,0 0 0,0 0 0,1 1 0,-1 0-1,0-1 1,0 2 0,0-1 0,0 0 0,1 1-1,-1-1 1,0 1 0,1 0 0,0 0 0,-1 1 0,1-1-1,0 0 1,0 1 0,-3 3 0,0 5-74,0-1 1,0 1-1,1 0 0,0 0 1,1 1-1,1 0 0,-1-1 1,0 14-1,0 9 489,1 55 0,3-79-464,0 0-1,0 0 0,1 0 1,1 0-1,0-1 0,0 1 1,1 0-1,0-1 0,0 0 1,1 0-1,0 0 0,1 0 1,0-1-1,0 1 0,1-1 1,0-1-1,1 1 0,0-1 1,0 0-1,0 0 0,9 5 1,-7-6-68,0 0 0,0-1 0,1 1 1,0-2-1,0 0 0,0 0 0,0-1 0,20 4 1,-10-4 17,1-1 0,-1-2 0,37-2 0,-51 2-84,0-1 1,-1 0-1,1 0 0,-1 0 1,0-1-1,1 0 0,-1 0 1,0 0-1,0-1 0,0 0 1,0 0-1,0 0 0,-1 0 0,0-1 1,1 1-1,-1-1 0,0 0 1,-1-1-1,1 1 0,3-7 1,-2 2-158,0 0 1,-1-1 0,-1 0 0,0 1 0,0-1 0,0 0 0,-2 0 0,1 0 0,-1-1-1,0-14 1,-1 10 139,1 1 0,-2-1-1,0 1 1,-1-1 0,0 1 0,-1 0-1,-1 0 1,0 0 0,-11-24-1,5 19 173,-1 1 0,-25-33-1,32 47-42,0-1 1,0 0-1,-1 1 0,0 0 0,0 0 0,0 0 0,0 1 0,0-1 0,-1 1 0,1 1 0,-1-1 0,0 1 0,0 0 0,-10-2 1,2 2-93,0 1 0,0 0 0,0 1 0,-1 1 1,1 0-1,0 1 0,0 0 0,0 1 1,1 1-1,-1 0 0,1 1 0,-23 12 0,-11 9-1711,-3-2-2270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33.5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1 123 9076,'0'0'4597,"23"-12"-4450,72-37-331,-92 48 156,0 0 0,0-1 0,-1 0 1,1 1-1,-1-1 0,1 0 0,-1 0 1,0-1-1,0 1 0,0 0 0,0-1 1,2-2-1,-4 3 0,1 1 0,-1 0 0,0-1 0,1 1 0,-1-1 0,0 1 1,0-1-1,0 1 0,0-1 0,0 1 0,0 0 0,0-1 0,-2-2 0,1-7-103,-4 80 1323,-22 101 1,6-44-4,13-62-520,-1 82-1,9-144-735,13-77-6570,-10 41 511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34.6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262 21 4706,'0'0'6667,"-5"0"-5765,-25-6 54,15 3-470,0 1 0,-21-2 0,21 4-392,12-1-63,-1 1-1,1 0 1,0-1-1,-1 1 1,1 1-1,0-1 0,-1 0 1,1 1-1,-1 0 1,1-1-1,0 1 1,0 1-1,0-1 0,0 0 1,0 1-1,0 0 1,0-1-1,-4 4 1,-1 5 82,0 0 1,1 1-1,0 0 1,1 0-1,0 0 1,1 1-1,0 0 1,0 0-1,1 0 1,-4 25-1,3 2 412,1-1 0,2 50-1,2-83-484,0 7 101,0 0-1,1 0 1,0 0-1,4 18 0,-4-27-115,0 0 0,0 1 0,1-1 0,-1 0 0,1 0 0,0 0 0,0 0 0,0 0 0,0 0 0,1-1 0,-1 1-1,1-1 1,-1 0 0,1 1 0,0-1 0,0 0 0,0-1 0,0 1 0,4 1 0,6 2 42,0-2 0,1 1 1,-1-2-1,1 0 0,-1 0 1,1-1-1,0-1 0,0-1 1,-1 0-1,1 0 0,-1-1 0,1-1 1,-1 0-1,0-1 0,0-1 1,0 0-1,20-11 0,-12 3-140,0 0-1,-1-2 1,-1 0-1,31-32 1,-43 40-52,-1 0 1,0-1 0,0 0 0,-1 0 0,0 0-1,0-1 1,-1 0 0,0 1 0,-1-2 0,1 1 0,-2 0-1,0-1 1,0 1 0,1-20 0,-2 20 35,-1 0 0,-1-1 0,0 1 0,0 0 1,-4-12-1,3 16 94,0 1-1,0 0 1,0-1 0,0 1 0,-1 0 0,0 1 0,0-1 0,0 0 0,0 1 0,-1 0-1,1-1 1,-5-2 0,-6-4 2,1 1 1,-1 1-1,0 0 0,-1 0 0,1 2 1,-2 0-1,1 0 0,0 2 0,-1 0 1,0 0-1,0 2 0,0 0 0,-19 0 1,34 2-513,18 1-2609,-8-2 2074,29 1-2625,2 0-1551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35.4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225 88 5603,'0'0'6573,"0"-5"-5594,0-8-484,0 4 2652,-27 9-2400,17-1-692,0 2 0,0-1 0,-12 3 0,18-2-32,0 1 1,0-1 0,0 1-1,0-1 1,0 1 0,0 1-1,1-1 1,-1 0 0,1 1 0,-4 3-1,-2 3 49,0 0-1,1 1 0,0 0 0,1 0 1,0 1-1,1 0 0,0 0 1,0 0-1,1 1 0,1 0 0,0 0 1,1 1-1,-3 12 0,0 17 385,2 1 0,2 62-1,2-103-440,0 14 138,0-1 1,1 0-1,5 25 1,-5-35-132,0-1 0,1 0 0,-1 0 0,1 0-1,0 0 1,0 0 0,1 0 0,-1-1 0,1 1 0,0-1 0,-1 1 0,2-1 0,-1 0 0,0 0 0,1 0 0,-1-1 0,5 3-1,0-1 3,0 0-1,0-1 0,0 0 0,1-1 0,-1 0 0,1 0 0,0 0 0,8-1 0,9 1 91,39-5-1,-55 2-124,1-1-1,0-1 0,0 1 1,-1-2-1,0 0 0,1 0 0,-2-1 1,1 0-1,0 0 0,-1-1 1,0-1-1,0 0 0,-1 0 1,0 0-1,0-1 0,-1 0 0,0-1 1,0 0-1,6-11 0,-3 5-279,-1-1-1,-1-1 0,0 0 0,-1 0 0,-1 0 0,-1-1 0,0 1 1,-1-1-1,-1-1 0,1-33 0,-4 32 21,-1-1 0,-3-22 0,3 36 250,-1 1 0,0-1 0,0 0-1,-1 1 1,1-1 0,-2 1 0,1 0 0,-1 0 0,-5-8 0,1 4 51,0 0 1,-1 1-1,0 0 1,0 0-1,-1 1 1,0 0-1,-1 1 1,0 0-1,0 1 1,0 0-1,0 0 1,-1 2-1,0-1 0,0 1 1,-1 1-1,1 0 1,-1 1-1,1 1 1,-1 0-1,-19 0 1,31 1-90,1 0 0,-1 1 1,1-1-1,-1 0 0,1 0 1,-1 0-1,1 0 0,-1 0 0,1 1 1,-1-1-1,1 0 0,-1 0 0,1 1 1,0-1-1,-1 0 0,1 1 1,0-1-1,-1 0 0,1 1 0,0-1 1,-1 1-1,1-1 0,0 0 1,0 1-1,-1-1 0,1 1 0,0-1 1,0 1-1,0-1 0,0 1 0,0-1 1,-1 2-1,1 18-2947,0-13 1104,0 9-3652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36.1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 61 4258,'0'0'7940,"-1"-2"-7025,-1 0-815,1 1 0,-1 0 1,0 0-1,1 0 0,-1 0 1,0 0-1,0 0 1,1 0-1,-1 1 0,0-1 1,0 1-1,0-1 0,0 1 1,0 0-1,0-1 0,0 1 1,0 0-1,0 0 1,0 1-1,-2-1 0,1 1-57,0-1-1,0 1 0,1-1 1,-1 1-1,0 0 0,1 0 1,-1 0-1,1 1 0,-1-1 1,1 0-1,-1 1 0,1 0 1,0 0-1,-3 3 0,-2 4 115,1 1 0,0-1 0,1 1 0,0 1 0,1-1 0,0 1 0,1 0 0,-4 21 0,1 6 451,0 47-1,5 51 1130,0-131-1689,1 0-1,1 0 1,-1 0 0,1 0 0,0 0-1,0 0 1,0 0 0,1 0 0,0 0-1,0 0 1,0-1 0,5 8 0,-4-9-28,0 1 1,0-1 0,0 0 0,1 0 0,-1 0 0,1-1 0,0 1 0,-1-1-1,1 0 1,1 0 0,-1-1 0,0 1 0,0-1 0,7 2 0,4 0-25,-1 0 1,1-1 0,0-1 0,-1 0-1,1-1 1,0-1 0,-1 0-1,1-1 1,-1-1 0,1 0-1,-1-1 1,0 0 0,0-1 0,-1-1-1,1 0 1,18-12 0,-17 7-337,0 0 0,-1-1 1,0 0-1,-1-1 0,19-24 0,-25 27 77,-1 1 0,-1 0-1,1-1 1,-2 0-1,1-1 1,-1 1 0,-1-1-1,0 1 1,-1-1-1,3-19 1,-3 12 135,-1 0 0,-1 1 0,-1-1 1,0 0-1,-1 1 0,-1-1 0,-7-21 0,8 33 168,0 0-1,0 0 0,-1 0 1,0 0-1,-1 0 0,1 1 1,-1-1-1,0 1 0,0 0 1,-1 0-1,0 1 1,1-1-1,-1 1 0,-1 0 1,1 0-1,-1 1 0,1 0 1,-1 0-1,0 0 1,0 0-1,-1 1 0,-7-2 1,-4 0 175,1 1 0,-1 1 0,1 1 0,-23 0 1,33 2-153,0-1 0,-1 1 1,1 0-1,0 0 0,0 1 1,0 0-1,0 0 0,0 0 1,0 1-1,0 0 1,1 1-1,-9 5 0,11-6-90,0 1 1,0-1-1,1 1 0,-1 0 1,1 0-1,0 0 0,-4 7 0,6-8-435,0 0 0,0 0 0,0-1 0,0 1 0,0 0 0,1 0 0,0 0 0,-1 5 0,4-1-4925,11-1-2798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36.7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7171,'0'0'7924,"7"28"-7636,-4 20 608,-3 18-47,4 3 143,-4 0-303,0-9-113,3-12-400,4-14-176,3-19-16,0-15-832,3 0-1970,-3-18-3329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45.0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120 76 8900,'0'0'6958,"0"-5"-6526,0 5-455,-3-19 567,2 18-513,1 0 1,0-1-1,0 1 0,0 0 1,0 0-1,0 0 1,0-1-1,0 1 1,0 0-1,1 0 0,-1 0 1,0 0-1,1-1 1,-1 1-1,1 0 1,-1 0-1,1 0 1,0-1-1,6-2-49,0 0 1,0 1-1,0 0 0,0 0 0,0 1 1,0-1-1,1 2 0,-1-1 1,9 0-1,10 0-246,35 3 0,-25-1-330,-34 0 576,1 0 0,-1 0 1,0 0-1,0 0 1,1 0-1,-1 0 0,0 1 1,0-1-1,0 1 0,1-1 1,-1 1-1,0 0 1,0 0-1,0 0 0,0 0 1,0 0-1,0 1 1,-1-1-1,1 0 0,0 1 1,-1 0-1,1-1 0,-1 1 1,1 0-1,-1 0 1,0 0-1,0-1 0,0 1 1,0 1-1,0-1 0,0 0 1,0 0-1,-1 0 1,1 0-1,-1 0 0,0 1 1,1 2-1,1 15 79,-1 0-1,-2 21 1,0-33-38,1-1-1,-1 0 1,-1 1 0,0-1 0,0 0 0,0 0-1,-1 0 1,-6 11 0,-7 8-6,-44 65-108,51-80-8,0 0 0,-1-1 0,0 0 1,-1-1-1,-21 15 0,27-20 64,-31 18 56,-56 48 1,26-10 173,65-60-191,1 0 0,0 1 1,-1-1-1,1 0 0,-1 0 1,1 1-1,0-1 0,-1 0 0,1 0 1,0 1-1,-1-1 0,1 0 1,0 1-1,0-1 0,-1 1 1,1-1-1,0 0 0,0 1 1,0-1-1,0 1 0,-1-1 0,1 0 1,0 1-1,0-1 0,0 1 1,0-1-1,0 1 0,0 0 1,1-1 2,-1 0-1,1 0 1,0 0 0,-1 0 0,1 0 0,0 0 0,-1 0 0,1 0-1,-1 0 1,1 0 0,0 0 0,-1-1 0,1 1 0,0 0 0,-1 0-1,1-1 1,-1 1 0,1 0 0,-1-1 0,1 1 0,0 0 0,0-1 0,28-21-227,-24 18 154,0 0 1,1 0-1,-1 0 0,1 0 0,-1 1 0,1 0 0,0 0 0,0 0 0,0 1 0,1 0 0,-1 0 0,0 1 1,11-1-1,-14 1 81,0 1 1,1 0 0,-1 1 0,0-1 0,0 1 0,0-1 0,0 1-1,0 0 1,0 0 0,0 0 0,5 3 0,-5-1 51,1 0 0,0 0 0,-1 1 0,0-1 0,0 1-1,0 0 1,3 5 0,-3-4 35,1 0 1,1 0-1,-1 0 0,1 0 0,0 0 0,0-1 0,0 0 0,0 0 1,1-1-1,-1 1 0,1-1 0,10 4 0,-11-6-134,-1 1 0,1-1 1,0 0-1,-1-1 0,1 1 0,0-1 0,0 0 0,0 0 1,-1-1-1,1 1 0,0-1 0,0 0 0,-1 0 0,1-1 1,-1 1-1,1-1 0,-1 0 0,8-5 0,-7 4-300,-1 0 0,1-1 0,-1 0 0,1 0 0,6-8-1,11-26-4133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46.3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112 1 6163,'1'2'11776,"16"13"-11587,-9-11-183,0 0-1,0-1 0,1 0 1,0-1-1,0 0 0,-1 0 1,1-1-1,0 0 0,0 0 1,17-2-1,-12 1-318,1 0 0,25 5 0,-39-4 302,-1-1-1,0 0 1,1 1-1,-1-1 1,1 1 0,-1-1-1,0 1 1,1-1-1,-1 1 1,0-1 0,0 1-1,1-1 1,-1 1-1,0-1 1,0 1 0,0-1-1,0 1 1,0 0 0,0-1-1,0 1 1,0-1-1,0 2 1,0 19-319,0-15 274,-1 0 64,0-1 0,0 0 0,0 0 0,-1 0 0,1 0 0,-1 0 0,-1 0 0,1 0 0,-1-1 0,1 1 0,-1-1 1,0 0-1,-1 1 0,1-1 0,-1-1 0,0 1 0,-8 6 0,-5 3 43,-1-1 0,-39 20 0,49-28-51,6-4-58,18-2-532,-3-3 431,-7 2 86,1 1 0,0 0 0,0 0 0,0 0 0,0 1 0,14-1 0,-20 2 68,4 0-8,0 0 1,0 0-1,0 1 1,-1-1-1,7 2 1,-9-1 12,0 0 0,0 0 0,0 0 0,0 1 0,0-1 0,0 0 0,0 1 0,-1-1 0,1 1 0,0 0 0,-1-1 0,1 1 0,1 3 0,2 4 79,1 0 0,-1 0 0,-1 1 0,0 0 0,0 0 0,-1 0 0,0 0 0,1 15 0,-1-2 415,-1 0 0,-3 43 0,1-63-469,-1 0 0,0 0 0,0-1-1,0 1 1,0 0 0,0 0 0,-1-1 0,1 1-1,-1-1 1,1 1 0,-1-1 0,0 1-1,0-1 1,-1 0 0,1 0 0,0 0-1,-1 0 1,1-1 0,-1 1 0,1-1 0,-1 1-1,-4 1 1,-7 2 71,1 1 1,-1-2-1,-20 4 1,-6-1-347,0-3 1,-79-1 0,93-3 116,26 0 73,-1 0-1,1 0 1,-1 0-1,0-1 1,1 1-1,-1 0 1,1 0 0,-1 0-1,1-1 1,-1 1-1,1 0 1,-1 0-1,1-1 1,0 1-1,-1 0 1,1-1-1,-1 1 1,1-1 0,0 1-1,-1-1 1,1 1-1,0 0 1,-1-1-1,1 1 1,0-1-1,0 0 1,0 1 0,-1-1-1,1 1 1,0-1-1,0 1 1,0-1-1,0 0 1,0-25-2749,0 16 643,0-22-6891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47.5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271 28 5939,'0'0'6080,"4"-4"-5416,11-12-114,-11 12 669,-4 3-1149,0 1 0,0 0 1,-1 0-1,1-1 0,0 1 0,-1 0 1,1 0-1,0 0 0,0-1 0,-1 1 1,1 0-1,0 0 0,-1 0 0,1 0 0,0 0 1,-1 0-1,1 0 0,-1-1 0,1 1 1,0 0-1,-1 0 0,1 0 0,0 1 1,-1-1-1,1 0 0,0 0 0,-1 0 0,1 0 1,0 0-1,-1 0 0,1 0 0,0 1 1,-1-1-1,1 0 0,0 0 0,-1 0 1,1 1-1,0-1 0,0 0 0,-1 0 0,1 1 1,0-1-1,-17 11-86,-32 39 171,2 2-1,-46 67 1,92-118-149,-17 23 71,10-15-36,0 0 0,1 0-1,1 1 1,0 0 0,0 0 0,-8 21-1,14-31-43,0 1-1,0-1 1,0 1-1,0-1 1,0 1-1,0 0 1,0-1-1,0 1 1,0-1-1,0 1 1,0-1-1,0 1 1,0-1-1,0 1 1,1 0-1,-1-1 1,0 1-1,0-1 1,1 1-1,-1-1 1,0 0-1,1 1 1,-1-1-1,1 1 1,-1-1-1,0 1 1,1-1-1,-1 0 1,1 1-1,-1-1 1,1 0-1,-1 0 1,1 1-1,-1-1 1,1 0-1,-1 0 1,1 0-1,-1 0 1,1 0-1,0 0 1,-1 1-1,1-1 1,0-1-1,33 1-221,-23 0 97,219 0-3054,-105 9 1861,-125-2-1483,0 1 833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47.8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5 256,'0'0'9834,"-5"-1"-8652,0 0-920,3 0-214,0 1 1,0 0 0,0-1-1,0 1 1,1 0 0,-1 0-1,0 0 1,0 0 0,0 0-1,0 0 1,-3 1 0,4 1 10,0-1 0,0 0 1,0 1-1,0-1 1,1 1-1,-1-1 1,0 1-1,1-1 0,-1 1 1,1-1-1,-1 1 1,1 0-1,0-1 1,-1 1-1,1 0 0,0-1 1,1 3-1,-2 5 246,-3 15 262,0 39 1,1-10-172,-27 468 2338,30-519-2901,0-2 108,0 1 0,0-1 0,0 1 0,0-1 0,0 1 0,0-1 0,0 0 0,0 1 0,0-1 0,0 1 0,0-1 0,0 1 0,0-1 0,0 0 0,0 1 0,0-1 0,0 1 0,1-1 0,-1 1 0,0-1 0,0 0 0,0 1 0,1-1 0,-1 0 0,0 1 0,0-1 0,1 0 0,-1 1 0,0-1 0,1 0 0,-1 0 0,0 1 0,1-1 0,-1 0 0,1 0 0,0 1 0,-1-4-2153,0-12-2115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49.9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 29 608,'0'0'6371,"0"-3"-5453,0-11-192,0 10 1387,3-3 5143,-3 23-7080,0 0 0,0 0 0,-2 0 1,0 0-1,-1 0 0,-1-1 0,-6 20 0,-13 19 311,-16 43 175,35-83-618,0 0 0,1 0 0,1 0 1,0 0-1,0 17 0,2-31-45,0 0 0,0 0 0,0 1 1,0-1-1,0 0 0,0 0 0,0 0 0,0 0 0,0 0 0,0 0 1,0 0-1,0 1 0,0-1 0,0 0 0,0 0 0,0 0 1,0 0-1,0 0 0,0 0 0,0 0 0,0 1 0,0-1 1,0 0-1,0 0 0,0 0 0,1 0 0,-1 0 0,0 0 0,0 0 1,0 0-1,0 0 0,0 0 0,0 0 0,0 1 0,1-1 1,-1 0-1,0 0 0,0 0 0,0 0 0,0 0 0,0 0 1,0 0-1,0 0 0,1 0 0,-1 0 0,0 0 0,0 0 0,0 0 1,0 0-1,0-1 0,0 1 0,1 0 0,-1 0 0,0 0 1,0 0-1,0 0 0,13 0-58,16 0-515,0 0 1,45-8-1,-74 7 569,59-7-341,-55 8 338,-1 0 0,1 0 0,-1 0 1,1 0-1,-1 1 0,1-1 0,-1 1 0,1 0 0,-1 0 0,0 0 0,1 1 0,-1-1 1,0 1-1,4 2 0,0 2 20,-1 0 1,0 1-1,0 0 0,-1 0 1,0 0-1,0 1 0,-1-1 1,0 1-1,0 0 1,0 1-1,-1-1 0,-1 1 1,1-1-1,-2 1 0,1 0 1,-1-1-1,0 1 0,-1 0 1,0 0-1,0 0 1,-3 12-1,1-12 5,-1 0 0,-1-1 0,0 1 1,0-1-1,-1 1 0,0-1 0,0 0 0,-1-1 0,0 1 0,0-1 1,-1-1-1,0 1 0,-8 6 0,10-11-131,-1 0 0,1 0 0,0-1 0,-1 1 0,1-1 0,-1 0 0,1-1 0,-1 1 0,1-1 0,-7-1 0,4 1-308,0-1 1,0 0-1,1 0 1,-1-1-1,1 0 1,-13-5-1,4-2-1062,1-1 0,1 0 0,-25-24 0,18 16-1514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50.3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8516,'0'0'7331,"154"9"-6979,-94 3-143,0-6-97,-6 3-112,-4-3-112,-13-3-1025,-14 6-1712,-16-3-4339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51.3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274 60 3265,'0'0'7409,"0"-9"-6294,0-18-518,0 6 3387,-20 21-2991,-1-1-545,16 0-343,0 1 1,0-1-1,0 1 0,0 0 1,0 1-1,0-1 0,0 1 1,0 0-1,0 0 1,0 0-1,0 1 0,1 0 1,-8 4-1,-2 5-51,1 1 0,0 0 0,2 1 0,-1 0 0,1 1 0,1 1-1,1-1 1,0 1 0,0 1 0,2 0 0,0 0 0,1 1 0,0-1 0,2 1 0,0 0-1,1 1 1,0-1 0,2 1 0,-1 17 0,1 6 156,0-24-96,0 0-1,2 0 0,0 0 0,4 22 0,-4-35-94,0 0-1,1 0 1,-1-1-1,1 1 1,0 0-1,0-1 1,1 1-1,-1-1 1,1 0-1,-1 0 1,1 0-1,0 0 1,0 0 0,0 0-1,1-1 1,-1 0-1,1 0 1,-1 0-1,1 0 1,0 0-1,7 2 1,-1-1 2,1-1 1,0 0-1,0 0 1,-1-1-1,1-1 0,22-1 1,-29 1-92,1-1-1,-1 0 1,0 0-1,0 0 1,0-1 0,0 1-1,0-1 1,0 0-1,0 0 1,-1 0 0,1-1-1,-1 1 1,1-1-1,-1 0 1,0 0 0,0 0-1,0 0 1,-1-1-1,1 1 1,-1-1 0,1 1-1,2-8 1,-1 1-267,0 0 0,-1-1 1,0 1-1,0 0 0,-1-1 0,-1 0 0,0 0 1,0-11-1,-1 21 342,-1 1-1,1-1 1,-1 1 0,0-1-1,1 1 1,-1-1 0,0 1 0,1 0-1,-1 0 1,0-1 0,1 1-1,-1 0 1,0 0 0,0 0 0,1 0-1,-1 0 1,0 0 0,0 0-1,1 0 1,-1 0 0,0 0 0,0 0-1,-1 0 1,-1 1 31,-24-2 261,14 0-187,0 1 0,0 0 0,0 1 0,0 0 0,1 1 0,-1 1 0,-19 6 0,16-3-511,-18 10 684,14-2-7550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52.0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 7924,'0'0'6266,"15"3"-5993,11 2-224,35 2 1,-50-6-168,0-1-1,0 0 1,1 0 0,-1-2 0,0 1 0,-1-1 0,18-6 0,-25 7 71,7-3-179,1 0 0,-1 0 0,1 2 0,21-4 0,-32 16 1141,0-8-820,1 13 174,-1-1 0,-1 1 0,0 0 0,-1-1 0,0 1 0,-1-1 0,-10 27 0,-116 269 184,106-239-714,22-69-860,1-4-1424,0-8-1899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53.3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152 1 6451,'0'0'5584,"3"0"-5157,150 0 1115,-151 0-1518,1 0 0,-1 0 0,0 1-1,1-1 1,-1 0 0,0 1 0,1 0 0,-1 0 0,0-1 0,0 1 0,0 1 0,0-1 0,0 0 0,0 0 0,0 1 0,0-1 0,0 1 0,-1 0-1,1-1 1,0 1 0,-1 0 0,0 0 0,1 0 0,-1 0 0,0 0 0,0 0 0,0 0 0,0 1 0,-1-1 0,1 0 0,0 0 0,-1 4 0,2 8 125,0 0 0,-2-1 0,1 1 0,-3 20 1,1-24-70,0-5-44,0 0 0,0 0-1,0 0 1,0-1 0,-1 1-1,0 0 1,0-1 0,0 0-1,-6 8 1,-30 37 204,26-36-164,-73 76 198,-6 8-181,79-82-49,0 1 0,1 0 0,0 1 0,-12 28 0,20-36 30,0 0-1,1 0 1,0 0 0,1 0 0,0 0 0,1 0-1,0 0 1,1 18 0,0-25-57,0 0 0,-1-1 0,1 1 0,0 0 1,0 0-1,0-1 0,0 1 0,0-1 0,0 1 0,0-1 0,1 1 0,-1-1 0,1 0 1,-1 0-1,1 0 0,-1 0 0,1 0 0,-1 0 0,1 0 0,0 0 0,0 0 0,-1-1 1,4 1-1,4 2 5,0-1 0,0 0 0,14 2 0,-7-2 36,0-1-1,0-1 1,0 0 0,0-1 0,0-1-1,16-4 1,-25 5-91,-1-1 0,0-1 0,1 1 0,-1-1 0,0 0 0,-1-1 0,1 1 0,0-1 0,-1-1 0,0 1 0,0 0 0,0-1 0,-1 0 0,1 0 0,-1-1 0,6-9 0,-6 7-134,-1-1 1,1 1 0,-2-1 0,1 0 0,-1 0 0,0 0 0,-1 0 0,0 0 0,0 0 0,-1 0 0,-1 0 0,-1-13 0,2 19 166,-1-1-1,0 1 0,-1-1 1,1 1-1,0-1 0,-1 1 1,0 0-1,0 0 1,0 0-1,0 0 0,0 0 1,-1 0-1,1 1 0,-1-1 1,1 1-1,-1 0 1,0 0-1,-5-4 0,-10-4 61,1 1 1,-23-10-1,24 12-45,-36-14 41,23 9-3,-35-18 0,56 25-63,0 0 0,0 0 0,0-1 0,1 0 0,0-1 0,0 0 0,0 0 0,-7-11 0,11 14-4,1-1-1,0 0 0,0 0 1,0 0-1,1 0 0,0 0 1,0 0-1,0 0 0,1 0 1,-1 0-1,1-1 0,0 1 1,2-7-1,-2 10 11,1 0-1,-1-1 1,1 1 0,0 0 0,0 0-1,0 0 1,0 0 0,0 0 0,0 0 0,1 1-1,-1-1 1,0 0 0,1 1 0,2-3-1,30-22-150,-14 12-37,-11 7-67,-1 1 0,1 0 0,19-10 0,-24 14-442,0 1-1,0-1 1,0 1 0,0 0 0,1 0 0,-1 0 0,7 0-1,3 1-3489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54.4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211 116 4914,'0'0'7726,"1"-10"-7277,1-3-244,2-36 2124,-5 47-2223,-1 1-1,1 0 0,0-1 1,-1 1-1,1 0 0,-1 0 1,1 0-1,-1-1 1,1 2-1,-1-1 0,-1-1 1,-8-5 43,9 5-131,-1 0 0,1 0 1,0 0-1,-1 1 0,1-1 0,0 0 0,-1 1 0,0 0 1,1-1-1,-1 1 0,0 0 0,0 1 0,0-1 0,0 0 1,1 1-1,-1 0 0,0-1 0,0 1 0,0 0 0,-5 1 1,3-1 32,0 0-18,-1 0 0,1 0 1,0 1-1,0-1 0,-6 3 1,9-3-31,0 1 0,0 0 0,0 0 0,0 0 0,0 1 0,0-1 0,0 0 0,1 1 0,-1-1 0,1 1 0,-1 0 0,1-1 0,-1 1 0,-1 3 0,-5 10 62,0 0 0,1 0 1,0 0-1,1 1 1,1 0-1,1 0 0,0 1 1,1-1-1,1 1 0,0 0 1,1 21-1,2-37-61,-1 1 0,0-1 0,0 0 0,1 0 0,-1 0 0,1 0 0,-1 0 0,1 0 0,-1 0 0,1 0 0,-1 0 0,1 0 0,0 0 0,0 0 0,-1-1 0,1 1 0,0 0 0,0 0 0,0-1 0,0 1 0,0-1 0,0 1 0,0-1 0,0 1 0,0-1 0,0 1 0,0-1 0,1 0 0,-1 0 0,0 1 0,0-1 0,0 0 0,0 0 0,2-1 0,6 2-40,0-1 0,0-1-1,11-1 1,-18 1 14,1 0 0,-1 0 0,1 0-1,-1 0 1,0 0 0,1 0 0,-1-1 0,0 1 0,0-1 0,0 1 0,0-1 0,0 0 0,0 0-1,-1 0 1,1 0 0,2-4 0,23-45-926,-18 32 111,-3 5 412,9-13-254,-14 26 750,0 0-1,0 0 1,0 0-1,0 0 1,0 0-1,0 0 1,0 1-1,0-1 1,0 0-1,1 1 1,-1-1-1,0 0 1,0 1-1,1 0 1,-1-1 0,0 1-1,1 0 1,-1 0-1,3-1 1,119 1 804,-122 1-862,0-1 1,1 0 0,-1 0 0,0 1 0,0-1 0,1 1-1,-1-1 1,0 1 0,0-1 0,0 1 0,0 0-1,0 0 1,0-1 0,0 1 0,0 0 0,0 0-1,0 0 1,0 0 0,0 0 0,0 0 0,-1 0-1,1 0 1,-1 1 0,1-1 0,-1 0 0,1 0 0,-1 1-1,1-1 1,-1 0 0,0 0 0,0 2 0,2 7 61,-1 0 1,0 0 0,-2 12 0,1-13 24,0 147 666,-1-147-699,-1 1 0,0-1 0,0 0 0,0 0 0,-1 1 0,-1-2 0,0 1 0,0 0 0,-1-1 0,1 0 0,-2 0 1,1 0-1,-1 0 0,-1-1 0,-8 8 0,7-8-180,0 0 0,0 0 0,0-1 0,-1 0 0,0 0 0,0-1 0,-1-1 0,1 1 0,-1-2 0,0 1 0,0-1 0,-1-1 0,-15 3 0,19-5-130,-1 1-364,0 0 1,0-1-1,0 0 0,-1 0 1,1-1-1,1 0 1,-16-4-1,18 2-411,-1 0-1,1 0 1,0-1 0,0 0 0,-7-6-1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56.1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1 264 8436,'0'0'6395,"25"-19"-6179,79-62-280,-96 75-97,0 0 0,-1-1 0,0 0 0,0-1 0,0 1 0,-1-1 0,9-16 0,-12 18-17,-1 1 0,0-1 0,0 0 0,-1 0 0,0-1 0,0 1 0,0 0 0,-1 0 0,0-7 0,3-8 214,-3 20-31,0 1 1,0 0-1,0 0 1,0 0-1,1 0 1,-1 0 0,0-1-1,0 1 1,0 0-1,0 0 1,0 0-1,0 0 1,0 0-1,1 0 1,-1 0-1,0 0 1,0 0-1,0 0 1,0-1-1,0 1 1,1 0 0,-1 0-1,0 0 1,0 0-1,0 0 1,0 0-1,1 0 1,-1 0-1,0 0 1,0 0-1,0 0 1,0 0-1,1 0 1,-1 0 0,0 1-1,0-1 1,0 0-1,0 0 1,0 0-1,1 0 1,-1 0-1,0 0 1,0 0-1,0 0 1,0 0-1,0 1 1,0-1-1,12 19 443,-7 7-58,-1 0-1,-1 0 1,-1 1-1,-3 43 1,1-27-59,0 348-158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57.0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172 90 3986,'0'0'9546,"0"-2"-8901,0 1-620,0 1 0,0-1 0,0 1 0,0 0 0,0-1 0,0 1 0,0-1 0,0 1 0,0-1 0,0 1 0,0 0 0,0-1 0,-1 1 0,1-1 0,0 1 1,0 0-1,-1-1 0,1 1 0,0-1 0,0 1 0,-1 0 0,1-1 0,0 1 0,-1 0 0,1 0 0,-1-1 0,1 1 0,0 0 0,-1 0 0,-16-2 710,10 2-671,3 1 0,1 0 0,-1-1 0,1 1 0,0 1 0,0-1 0,-1 0 0,1 1 0,0 0 0,0-1 0,1 1 0,-1 0 0,0 1 0,1-1 0,-1 0 0,1 1 0,0-1 0,-3 4 0,-4 6 299,0 0 0,-11 23 0,12-18-145,0-1-1,2 2 1,0-1-1,1 1 0,1 0 1,0 0-1,0 21 1,1 16 491,5 60 1,-1-102-622,0 1 0,1-1-1,0 0 1,1 0 0,1 0 0,0 0-1,1-1 1,0 1 0,13 21 0,-14-28-59,0 0 0,0 0 0,1-1 1,0 1-1,0-1 0,0 0 0,1-1 0,-1 1 1,1-1-1,0 0 0,0 0 0,1-1 1,-1 0-1,1 0 0,0-1 0,-1 0 0,1 0 1,0 0-1,0-1 0,9 1 0,-8-1-20,-1 0 0,0-1-1,0 0 1,1 0-1,-1-1 1,0 0-1,0 0 1,0-1 0,0 0-1,0 0 1,0 0-1,-1-1 1,9-4-1,-4-2-65,0 0 0,-1-1 0,0 0 0,0 0 0,-1-1 0,10-16 0,-4 3-350,0-1 1,13-33-1,-18 33 185,-2 1 0,-1-2 0,0 1 0,-2-1 0,-2 0 0,0 0 0,-1 0 0,-2 0 0,-5-51 0,3 64 250,-1 1 0,0 0-1,-1-1 1,-1 2-1,1-1 1,-2 0 0,-8-13-1,9 17 5,-1-1 0,0 1 0,0-1 0,-1 2 1,0-1-1,-1 1 0,1 0 0,-1 0 0,-13-7 0,14 11 0,1 0 1,-1 1 0,1 0-1,-1 0 1,0 1-1,0 0 1,0 0-1,0 0 1,1 1-1,-1 0 1,0 0-1,0 1 1,0 0-1,0 0 1,0 1-1,1 0 1,-1 0 0,0 0-1,-6 5 1,7-5-110,1 1 0,0-1 0,-1 2 0,1-1 0,1 0 0,-1 1 0,0 0 0,1 0 0,0 0 0,0 1 0,0 0 0,1-1-1,0 1 1,-1 0 0,2 1 0,-1-1 0,0 1 0,1-1 0,0 1 0,1-1 0,-1 1 0,0 8 0,1 11-3327,1-10-2932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57.8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2 6099,'0'0'7806,"-2"-1"-7280,1 1-504,1 0 0,-1 0 1,1 0-1,0 0 1,-1 0-1,1 0 0,-1 0 1,1 0-1,0 0 1,-1 0-1,1 0 0,-1 0 1,1 0-1,0 0 1,-1 0-1,1 0 0,-1 0 1,1 0-1,0 1 1,-1-1-1,1 0 0,0 0 1,-1 0-1,1 1 1,0-1-1,-1 0 1,1 0-1,0 1 0,0-1 1,-1 0-1,1 1 1,-9 18 670,0 31 467,7-40-918,-3 37 605,2 1 0,4 57 0,0-38-182,-1-42-481,0-1-1,3 0 0,0 0 0,1 0 0,10 33 1,-12-50-172,1 1 0,0-1 0,0 1-1,1-1 1,0 0 0,0 0 0,0-1 0,1 1 0,0-1 0,0 0 0,1 0 0,0-1 0,0 1 0,0-1 0,1-1 0,0 1 0,-1-1 0,2 0-1,-1-1 1,9 4 0,-10-5-4,1 0 1,0-1-1,0 0 0,0 0 0,-1 0 0,1-1 1,0 0-1,0 0 0,0 0 0,0-1 0,0 0 0,0-1 1,0 0-1,-1 0 0,8-3 0,-6 1-60,-1 0-1,1-1 1,-1 1-1,0-2 1,0 1-1,-1-1 1,1 0-1,-1 0 1,-1-1-1,1 0 1,5-10-1,0-1-306,0-1 0,-1 0 0,-2-1 0,0 0 0,-1-1 0,-1 1 0,0-1 0,-2 0 0,-1-1 0,0 1 0,-1-32 0,-2 37 279,0-8-2,0 1 0,-7-37-1,6 52 110,-1 0-1,-1 0 1,1 0 0,-2 1-1,1-1 1,-1 0-1,0 1 1,0 0-1,-1 0 1,-10-11-1,11 13 39,-1 1-1,1-1 1,-1 1 0,0 1-1,0-1 1,-1 1 0,1 0-1,-1 0 1,0 0 0,0 1 0,1 0-1,-13-3 1,0 3 177,0 0 0,0 1 0,-20 1 0,10 0 201,22 1-318,-1-1-1,0 1 1,1 0 0,-8 1 0,12-1-155,0 0 0,-1-1-1,1 1 1,0 0 0,0 0 0,0 0 0,0 0 0,0 0-1,0 1 1,1-1 0,-1 1 0,0-1 0,1 1 0,-1-1-1,-2 5 1,3-3-750,1 1-4259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27:58.5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1 301 12278,'0'0'5327,"16"-17"-5572,51-53-785,-63 65 964,1-1-1,-1 1 1,0-1 0,-1 0 0,0 0-1,0 0 1,0-1 0,0 1-1,-1-1 1,0 1 0,-1-1-1,1 0 1,-1 0 0,-1 0-1,1 1 1,-1-1 0,0 0-1,-2-14 1,0-8 366,2-20 1215,0 48-1016,3 18-323,-2 164 558,-2-95-270,-8 121 731,-2 4-1144,11-209-926,1-9-710,2-27-1675,0-12-2300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28.9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221 166 7652,'0'0'4204,"6"-6"-3510,-2 2-515,-1 1-72,0 0 1,0 0 0,0 0 0,0 0-1,-1 0 1,0 0 0,0-1-1,0 1 1,0-1 0,0 0-1,-1 1 1,1-1 0,-1 0 0,0 0-1,1-6 1,-28 6 370,18 2-459,1 0 0,-1 1 0,1-1 0,-1 2 0,1-1 0,-1 1 0,1 0 0,-1 0 0,-10 3 0,13-1-13,0-1 1,-1 1-1,1 1 0,1-1 0,-1 1 0,0 0 1,1 0-1,-1 1 0,1-1 0,0 1 0,0 0 1,0 0-1,-4 6 0,-2 3 93,1 1-1,1 0 1,0 0 0,1 1 0,0 0-1,1 0 1,1 0 0,1 1 0,-6 31 0,4 6 531,2 89 0,4-140-624,0 9 66,0 0-1,2 1 0,-1-1 0,1 0 1,1 0-1,0-1 0,0 1 0,1 0 1,1-1-1,-1 0 0,2 0 1,-1 0-1,1-1 0,1 0 0,0 0 1,0-1-1,1 0 0,0 0 0,0 0 1,15 9-1,-10-8-61,1-1 1,0 0-1,1-1 0,0-1 1,0 0-1,0-1 0,1-1 1,0 0-1,0-1 0,0-1 1,0-1-1,0 0 0,0-1 1,0 0-1,25-5 0,-34 4-60,-1-1 0,1-1-1,0 1 1,-1-1 0,0 0-1,0-1 1,0 1 0,0-1-1,0 0 1,-1-1 0,0 1-1,0-1 1,0 0-1,0-1 1,-1 1 0,0-1-1,0 0 1,0 0 0,-1 0-1,4-9 1,2-7-95,-1 1 0,-1-1 0,-1-1 0,6-40 0,-2-14-284,-3-1-1,-5-134 1,-4 202 451,0 1 1,-1 0 0,0 0-1,0 0 1,-1 0 0,0 0-1,-1 1 1,0-1 0,-10-12-1,12 18-20,0-1 0,0 1 0,-1 0 0,1 0-1,-1 0 1,0 0 0,0 0 0,0 1-1,0 0 1,-5-3 0,-47-12 20,31 10-26,19 6-65,-1-1 0,1 1 0,0 0 1,-1 0-1,1 1 0,0 0 0,-1 0 0,1 0 1,0 1-1,-1 0 0,1 0 0,0 1 0,0 0 1,0 0-1,0 0 0,0 1 0,1-1 0,-8 6 1,6-2-667,0 1 1,0 0 0,1 0 0,-10 14 0,2 3-4074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30.0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209 82 4594,'0'0'5987,"-13"3"-5275,-37 12-280,47-14-368,0 0-1,1 0 0,-1 1 0,1-1 1,0 1-1,-1 0 0,1 0 1,0 0-1,0 0 0,0 0 0,0 0 1,1 0-1,-1 1 0,0-1 1,1 1-1,0-1 0,-2 4 0,-4 7 330,-7 10-25,1 0 0,1 0 0,1 1-1,1 0 1,1 1 0,1 0 0,2 1 0,0 0 0,2 0 0,-3 51 0,7-51-83,0-6-25,0 0 1,3 22-1,-2-37-213,0 1-1,1 0 1,-1-1-1,1 1 1,0-1-1,1 1 1,-1-1-1,1 0 1,0 0 0,0 0-1,7 7 1,-5-6-12,1 0 0,1 0 1,-1-1-1,1 0 0,0-1 0,0 1 1,0-1-1,1 0 0,-1-1 1,1 0-1,16 4 0,-3-3-102,0-1 0,0-1 0,31-1-1,-45-2 4,0 1 0,1-2 0,-1 1-1,0-1 1,0 0 0,-1 0 0,1-1 0,0 1-1,-1-2 1,1 1 0,-1-1 0,0 0-1,0 0 1,-1-1 0,1 1 0,-1-1-1,0-1 1,0 1 0,-1-1 0,1 1-1,-1-1 1,5-10 0,-2 2-2,0 0 0,-1 0 0,-1-1 0,0 0 0,0 1 0,-2-2 0,0 1 0,-1 0 0,1-26 0,-2-53-262,-2-109-203,0 193 530,0-1-1,-1 1 0,0 0 0,0-1 1,-7-16-1,6 21 3,1 0 0,-1 1 1,0-1-1,-1 0 0,1 1 0,-1 0 0,0 0 0,0 0 1,-1 0-1,-7-6 0,8 9 2,0 0 1,0 1-1,-1-1 1,1 0-1,-1 1 1,1 0-1,-1 0 0,1 1 1,-1-1-1,-6 1 1,0 0-77,-1 0 0,1 1 0,-12 2 1,21-3 35,0 1 1,1-1-1,-1 1 1,1-1-1,-1 1 1,1 0-1,-1 0 1,1 0-1,-1 0 0,1 0 1,0 0-1,-1 0 1,1 0-1,0 0 1,0 0-1,0 1 1,0-1-1,0 1 1,0-1-1,0 1 1,0-1-1,1 1 1,-1-1-1,1 1 1,-1 2-1,-1 3-873,1 1 1,0-1-1,1 1 0,0 11 0,1-7-1622,-1 6-3769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30.8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 4 4978,'0'0'6446,"2"-1"-5598,-1 0-684,-1 1-83,0 0 1,0 0 0,0 0-1,1-1 1,-1 1 0,0 0-1,0 0 1,1 0-1,-1 0 1,0 0 0,0 0-1,1 0 1,-1 0 0,0 0-1,0 0 1,1 0 0,-1 0-1,0 0 1,0 0 0,1 0-1,-1 0 1,0 0 0,0 0-1,1 0 1,-1 0 0,0 0-1,0 0 1,1 0 0,-1 0-1,0 1 1,0-1-1,1 0 1,-1 0 0,0 0 81,0 1-81,1-1-1,2 15 682,-5 29-1319,1-37 842,-26 185 725,6-65-53,18-88-778,1 60-1,3-52-2725,-1-45 2323,1-1 1,-1 0 0,1 0 0,-1 1 0,1-1 0,0 0 0,-1 0 0,1 0 0,0 0 0,0 0 0,0 0 0,0 0 0,0 0-1,0 0 1,0 0 0,0-1 0,0 1 0,0 0 0,1-1 0,-1 1 0,0-1 0,0 1 0,1-1 0,-1 0 0,0 1 0,1-1-1,-1 0 1,3 0 0,18 4-5180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31.6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9 5282,'0'0'6673,"0"-8"-4072,1 138-1573,-4 159 985,-2-212-1543,-2 48 15,7-35-412,0-89-362,0-12-2661,0-27-2874,0 15 216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33.0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379 147 2017,'0'0'7331,"3"-3"-6349,-1 1-777,-1 1-140,0 0 0,0 1 0,0-1 0,0 0 0,-1 0 0,1 0 0,0 0 0,0-1 0,-1 1 1,1 0-1,0 0 0,-1 0 0,1 0 0,-1-1 0,1-1 0,-4 2 154,1 0 1,-1 1-1,1-1 0,-1 1 1,1-1-1,-1 1 0,1 0 1,-1 0-1,1 0 0,-5 1 1,1-1 99,-8 0-135,2-1-97,0 1-1,-1 0 1,1 1-1,0 0 1,-1 1 0,1 0-1,0 1 1,0 0-1,0 1 1,-11 6-1,10-2 36,-1 1-1,1 0 0,1 1 1,0 0-1,0 1 0,1 1 0,1 0 1,0 0-1,0 1 0,2 0 1,-1 1-1,-7 17 0,7-11 61,1 0-1,1 1 0,1 0 1,1 1-1,0-1 1,2 1-1,0 0 0,1 26 1,2-32-40,0 0 44,0 0 1,1 0-1,0 0 0,7 26 1,-7-37-143,1 0 0,0 1 1,1-1-1,-1 0 1,1 0-1,0 0 0,0-1 1,1 1-1,-1-1 1,1 0-1,0 0 0,0 0 1,1 0-1,-1-1 1,1 0-1,0 0 0,5 3 1,1-1-7,-1-1 1,1 0 0,0 0-1,0-2 1,0 1-1,0-1 1,19 1 0,82-5-55,-99 1-91,1-1-1,0 0 0,0-1 1,-1-1-1,0 0 1,0-1-1,0-1 1,0 1-1,-1-2 0,0 0 1,0-1-1,0 0 1,-1 0-1,-1-1 1,1-1-1,-2 1 0,1-2 1,-1 0-1,-1 0 1,0 0-1,0-1 1,-2 0-1,1 0 0,-1-1 1,-1 0-1,0 0 1,-1 0-1,0-1 0,-2 0 1,3-21-1,0-41 415,-6-86 0,0 145-220,-1 0 0,-1-1 0,0 1 0,-11-31 0,12 41-110,-1 0 0,0 1 0,0-1 1,0 1-1,-1 0 0,0 0 0,0 0 0,0 0 0,-1 0 0,0 1 0,0 0 0,0 0 0,-1 1 0,-8-7 0,9 9-14,0 0 0,-1 0 0,1 1 0,0 0 0,0 0 0,-1 0 0,1 0 0,-9 1 0,11-1-34,1 1 0,-1 1-1,0-1 1,1 0 0,-1 0 0,1 1-1,-1 0 1,0-1 0,1 1 0,-1 0-1,1 0 1,0 0 0,-1 1 0,1-1 0,0 1-1,0-1 1,0 1 0,-4 3 0,3 0-480,1 1 0,-1-1 1,1 1-1,0-1 1,0 1-1,1 0 0,-1 7 1,-2 14-4826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33.6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87 0 5955,'0'0'7318,"-3"13"-5848,-1 62-172,-3 0 0,-28 121 1,1-15-808,30-117-507,4-63-198,0-22-1816,1-42-3791,2 32-1209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34.5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108 76 3826,'5'0'9015,"-11"-1"-8783,-1 1 1,0 1-1,1-1 1,-1 1 0,1 0-1,-1 1 1,-10 3-1,14-3-193,0-1-1,0 1 0,1 0 0,-1 0 1,1 0-1,0 0 0,-1 0 0,1 1 0,0-1 1,0 0-1,1 1 0,-1 0 0,0-1 0,1 1 1,0 0-1,-1 0 0,1 0 0,0 0 1,0 4-1,-4 19 371,2 0 0,1-1 0,1 1 1,3 35-1,0-4 133,-2-35-230,0 0 0,1 0-1,7 33 1,-6-49-236,0 1 0,0 0-1,1 0 1,0-1 0,0 1-1,0-1 1,1 0 0,0 0-1,0 0 1,1-1-1,0 1 1,0-1 0,0 0-1,10 7 1,-9-7-35,1-1-1,-1-1 1,1 1-1,0-1 1,0 0-1,0-1 1,0 1-1,0-2 1,9 2-1,5 0-32,40-2 1,-40-1-79,-11 0-19,-1-1 1,1 0-1,-1 0 0,0-1 0,1 0 0,-1 0 0,0-1 1,0-1-1,12-6 0,-3-1-271,0 0 0,-1-2-1,18-16 1,-17 14 145,-1-1 0,-1-1 1,-1 0-1,19-28 0,-28 35 238,0 1 0,-1-1 1,0 0-1,-1 0 0,0-1 0,0 1 1,-1-1-1,-1 0 0,0 0 1,0 0-1,-1-14 0,0 8 75,-1-5 10,-1 1 1,-4-32-1,3 46-106,1-1 1,-2 1-1,1-1 1,-1 1 0,0 0-1,-1 0 1,1 0-1,-2 1 1,1-1-1,-7-7 1,5 7-15,0 1 0,0 0 0,0 1 0,0 0 0,-1 0 0,0 0 0,0 1 0,-1 0 0,1 0 0,-1 1 0,0 0 0,-15-4 0,-1 3 12,1 1 0,-1 1 0,-30 1 0,53 1 4,-12 1-83,1 1-1,0 0 1,0 0 0,0 1-1,0 1 1,0 0 0,1 1-1,0 0 1,0 0 0,-14 10-1,16-6-1578,37-2-6487,-28-7 8211,31 0-4250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35.3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104 74 2417,'0'0'3474,"1"-4"-2378,-1 3-847,1-1 0,-1 0 0,0 1-1,1-1 1,6-10 4686,-34 12-2323,23 0-2459,1 0 1,-1 0-1,0 0 0,0 0 1,0 1-1,0 0 0,1 0 1,-1 0-1,-5 2 0,7-1-124,0-1-1,-1 1 1,1 0-1,0 0 1,0 0-1,1 0 1,-1 1-1,0-1 1,1 0-1,-1 1 1,1-1-1,0 1 1,0-1-1,-1 4 1,-3 11 99,1-1 0,1 1 0,1 0 0,0 1 0,1-1 1,1 0-1,2 19 0,-1 7 239,-1-25-208,1-1 0,1 1-1,1-1 1,1 1-1,0-1 1,1 0-1,9 20 1,-10-27-109,1-1 1,0 1-1,0-1 1,1 0-1,0 0 0,1-1 1,0 1-1,0-2 1,1 1-1,0-1 0,0 0 1,0 0-1,12 5 1,-12-8-83,1-1 0,0 0 0,0 0 0,0-1 0,0 0 0,0-1 0,1 0 0,-1 0 0,0-1 0,0 0 0,1-1-1,-1 0 1,0 0 0,0-1 0,0 0 0,0-1 0,0 0 0,0 0 0,-1-1 0,1 0 0,-1 0 0,0-1 0,0-1 0,9-7 0,2-3-221,-1-2 1,0 0-1,-1 0 0,23-36 0,-33 43 263,-1 0 0,0 0 0,0 0 0,-2-1 0,1 0 0,-2 0 0,1 0 0,-2-1 0,1 1 0,-2-1 0,1-15 0,-1-7 1,0 14-55,-3-33 1,1 48 20,0 1 0,0-1 0,0 0 0,0 1 0,-1-1 1,0 1-1,-1-1 0,1 1 0,-1 0 0,-4-7 0,3 6 13,-1 0-1,0 1 1,0-1 0,0 1 0,-1 0 0,1 0 0,-1 0 0,0 1 0,-1 0 0,1 0 0,-1 1 0,0-1 0,0 2 0,0-1-1,0 1 1,0 0 0,-11-2 0,-11 1 36,1 2-1,-31 1 1,18 1-41,34-1-48,0 0-1,0 1 1,0 0 0,0 1 0,1-1 0,-13 6 0,-17 9-3144,12-5-1735,7-2-1194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38.5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3330,'0'0'0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39.2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362 139 3906,'87'-69'1320,"-85"67"-1154,0 0-1,1 0 0,-1 0 0,0 0 0,-1 0 0,1 0 0,0 0 0,0-1 0,-1 1 1,2-5-1,-3 6 0,1 0 1,-1 0 0,0-1 0,0 1-1,0 0 1,0 0 0,0-1 0,0 1-1,0 0 1,0 0 0,-1-1-1,1 0 1,-2-7 1018,2 8-1111,0 0-1,-1 0 1,1 1 0,0-1 0,-1 0-1,1 1 1,0-1 0,-1 0 0,1 1-1,-1-1 1,1 1 0,-1-1 0,0 0-1,1 1 1,-1-1 0,1 1 0,-1 0-1,0-1 1,1 1 0,-1-1 0,0 1-1,0 0 1,1 0 0,-1-1 0,0 1-1,0 0 1,1 0 0,-1 0 0,0 0-1,-1 0 1,-30-1 186,26 1-79,-12 0 71,1-1 73,1 2-1,-26 3 1,36-3-262,1 0-1,-1 1 1,0 0 0,1 0 0,0 0 0,-1 1 0,1-1 0,0 1 0,1 1 0,-10 6 0,-4 8 172,1 1 0,0 0 1,1 1-1,-24 42 1,-39 96 681,35-46-251,39-95-543,1 0 0,0 1 0,1-1 0,-1 35 1,4-49-109,0 0 0,0 0 0,0 0 0,0 0 0,1 1 0,-1-1 0,1 0 0,0 0 0,0 0 0,0 0 0,0 0 1,2 3-1,-1-4 12,0 0 0,1 0 0,-1 0 0,1 0 0,0 0 1,-1 0-1,1 0 0,0-1 0,0 0 0,0 1 0,0-1 0,5 1 1,81 19 470,-30-9-402,-34-6-83,0-1 0,1-2 1,-1 0-1,45-2 0,-65-2-29,0 0 1,0 0-1,0 0 0,-1-1 0,1 1 0,0-1 0,-1 0 1,0-1-1,1 1 0,-1-1 0,0 0 0,0 0 1,0 0-1,5-7 0,5-5-86,-1-1 1,14-20-1,-19 22 10,0 1 1,0-1-1,-1-1 1,-1 1-1,-1-1 1,0 0-1,-1-1 1,4-22-1,-3-7-39,-1-75 1,-5 109 153,-1-1 0,1 1 1,-2-1-1,1 1 1,-2 0-1,0 0 0,0 0 1,0 0-1,-2 1 1,1 0-1,-1 0 0,-1 0 1,0 1-1,0 0 1,-1 0-1,0 1 0,0 0 1,-1 0-1,0 1 1,-1 0-1,1 0 1,-1 1-1,0 1 0,-19-8 1,18 8-34,8 4-63,1 0 1,-1 0 0,0 0 0,1 0 0,-1 0 0,0 1-1,1-1 1,-4 1 0,6 7-3505,0 19-623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40.0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33 4322,'0'0'9404,"0"-6"-8473,0-14 460,0 13 797,0 19-1311,0 633 865,0-644-1934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41.0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416 31 6435,'0'0'5306,"-12"-4"-4639,9 3-631,-11-4 329,0 1 0,-1 0 0,1 1 0,-1 1 0,-18-2-1,-16 3 765,28-1-760,0 2 1,0 1-1,-21 2 1,36-1-311,1 0 1,0 0-1,-1 0 1,1 0-1,0 1 0,0 0 1,0 0-1,1 0 1,-1 1-1,1 0 0,-1-1 1,1 2-1,1-1 1,-5 5-1,1 1-8,0-1-1,1 1 1,0 1 0,1-1-1,-8 22 1,7-12 66,1 1 0,0 0 1,2 1-1,-1 22 0,4 89 498,2-62-218,-3-65-378,1 1 0,1-1 0,-1 0 1,1 1-1,0-1 0,1 0 0,-1 0 0,1 0 0,0 0 0,1 0 0,0 0 0,-1-1 1,2 1-1,-1-1 0,1 0 0,0 0 0,0 0 0,0 0 0,1-1 0,-1 0 0,1 1 0,0-2 1,0 1-1,9 4 0,0-2 24,0 0 0,1-1-1,0-1 1,0 0 0,1-1 0,-1-1 0,0 0 0,1-1 0,0 0 0,-1-2 0,22-2 0,-28 1-100,0 0 0,0 0 0,0-1 0,-1 0 1,1-1-1,-1 0 0,0 0 0,0-1 0,0 0 1,14-12-1,-9 6-135,-1 0 1,1-2-1,-2 1 1,0-2-1,10-14 0,-13 14 140,0 1-1,-2-2 1,1 1-1,-2-1 1,0 0-1,-1 0 1,0-1-1,2-25 1,-3-4-316,-4-77 0,0 114 368,1 0 0,-1-1 0,0 1 0,-1 0 0,0 0 1,0 0-1,-1 1 0,0-1 0,-1 0 0,-6-10 0,8 14 18,-1 1 0,0-1 0,0 1 1,0 0-1,-1 0 0,1 0 0,-1 1 0,1-1 0,-1 1 0,0 0 1,0 0-1,0 0 0,0 0 0,0 1 0,0 0 0,-1 0 0,1 0 1,0 0-1,-1 1 0,1-1 0,-6 1 0,-56 0-673,23 0-7094,35 0 2416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41.8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 0 7027,'-1'1'11092,"0"0"-11089,0 0 0,0-1 0,1 1 1,-1 0-1,0 0 0,1 0 1,-1 0-1,1 0 0,-1 1 1,1-1-1,-1 0 0,1 0 1,0 0-1,-1 2 0,-44 284 1367,44-280-1339,-10 245 601,11-251-653,0-1 1,1 1-1,-1 0 0,0-1 0,0 1 1,0-1-1,1 1 0,-1-1 0,0 1 1,0-1-1,1 1 0,-1-1 0,0 1 1,1-1-1,-1 1 0,1-1 0,-1 0 1,1 1-1,-1-1 0,0 0 0,2 1 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42.9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498 77 6163,'0'0'5357,"-6"-6"-4549,-1-1-540,-1 0 0,0 0-1,-1 1 1,1 0 0,-1 0-1,-1 1 1,1 0 0,-1 1-1,0 0 1,0 0 0,-10-1-1,-4 2 164,-1 1 0,-30 3 0,15 0-141,36-1-236,-1 0 0,0 1 1,1-1-1,-1 1 1,1 1-1,0-1 1,-1 1-1,1-1 1,0 1-1,0 0 1,0 1-1,-5 2 0,2 1 14,0 0 0,-1 1 0,2-1-1,-1 2 1,-7 10 0,-1 4 33,2 1 0,0 0 0,-12 34 0,14-31-8,2 0 0,0 0 1,2 1-1,1 0 0,1 1 1,-1 36-1,5 44 593,1-102-646,0-1 1,1 1 0,0 0-1,0-1 1,0 1 0,1-1-1,-1 1 1,1-1 0,1 0-1,-1 1 1,1-1 0,0 0-1,4 4 1,-2-2 3,0-1-1,1 0 1,0 0 0,1-1 0,-1 0-1,1 0 1,0-1 0,10 6-1,-1-3 8,-1-1 1,2 0-1,-1-1 0,1-1 0,-1 0 0,1-2 0,0 0 0,23 0 0,-16-1-43,-15 0-29,1-1 1,0 0-1,0-1 1,-1 1-1,1-2 1,0 1-1,-1-2 1,0 1-1,18-8 0,-11 1-132,0-2-1,0 1 1,-1-2-1,21-21 1,47-61-622,-74 82 685,0-1 0,-1 0 0,-1 0 0,0 0 0,-1-1 0,-1 0 0,0 0 0,0-1 0,3-23 0,-3-6 8,0-86 1,-5 124 83,-1-2-9,1 1 0,-1 0 0,-1 0 1,1 0-1,-1 0 0,0 1 0,-1-1 1,0 0-1,0 1 0,0 0 1,-1 0-1,0 0 0,0 0 0,-8-9 1,8 11 4,-1-1 0,1 1 0,-1 0 1,0 0-1,0 0 0,0 1 0,-1 0 1,1 0-1,-1 0 0,0 1 0,1-1 1,-1 2-1,0-1 0,0 0 0,-1 1 1,-10 0-1,-3 0-4,7 1 7,0 0 0,-23 3 0,32-2-57,0 0 0,-1 1 0,1-1 0,0 1 0,-1-1 0,1 1 0,0 1 0,1-1 0,-1 0 0,0 1 0,-5 5 0,-1 2-810,1 0 0,0 1 1,1 0-1,0 0 0,-7 16 0,4-2-2962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43.6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38 6675,'0'0'4610,"3"-7"-3836,2-15 278,-1 14 552,-2 20-837,-2 117 532,-24 196 0,15-260-1361,-2 93-1,11-158 14,0 0 0,0 0 1,1 0-1,-1 0 0,0 1 0,0-1 0,0 0 1,0 0-1,0 0 0,0 0 0,0 0 1,0 0-1,0 0 0,0 1 0,0-1 1,1 0-1,-1 0 0,0 0 0,0 0 0,0 0 1,0 0-1,0 0 0,0 0 0,1 0 1,-1 0-1,0 0 0,0 0 0,0 0 0,0 0 1,0 0-1,0 0 0,1 0 0,-1 0 1,0 0-1,0 0 0,0 0 0,0 0 0,0 0 1,1 0-1,-1 0 0,0 0 0,0 0 1,0 0-1,0 0 0,0 0 0,0 0 1,0 0-1,1-1 0,-1 1 0,0 0 0,0 0 1,0 0-1,0 0 0,0 0 0,0 0 1,0 0-1,0-1 0,0 1 0,0 0 0,0 0 1,0 0-1,9-10-1940,13-36-4278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44.7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315 63 3826,'0'0'4786,"0"-3"-3308,0 2-1424,0 1 0,1 0 0,-1-1 1,0 1-1,0-1 0,0 1 0,0-1 0,0 1 0,0-1 1,0 1-1,0-1 0,0 1 0,0-1 0,-1 1 0,1 0 0,0-1 1,0 1-1,0-1 0,-1 1 0,1-1 0,0 1 0,0 0 1,-1-1-1,1 1 0,0 0 0,-1-1 0,1 1 0,0 0 1,-1-1-1,1 1 0,0 0 0,-1 0 0,1-1 0,-1 1 1,1 0-1,-1 0 0,1 0 0,-24-2 2217,12 3-1798,4-1-251,2-1-109,0 1 0,0 0 0,0 0 0,0 1 0,0-1 0,0 1 0,0 1 0,1-1 0,-1 1 0,0 0 0,1 0 0,-1 1 0,-4 2 0,-3 4-20,0 1 1,1 0 0,1 0-1,-1 2 1,2-1 0,0 1 0,0 0-1,1 1 1,1 0 0,0 1-1,0 0 1,2 0 0,0 1 0,0-1-1,-3 17 1,0 15 131,1 1 0,2-1 1,3 1-1,2 60 0,1-104-206,0 7 55,1 1 0,0-1 1,0 1-1,1-1 1,1 1-1,-1-1 1,2 0-1,-1 0 1,1 0-1,1-1 1,8 15-1,-9-18-47,1-1 0,-1 1 1,1-1-1,0 0 0,0 0 0,0-1 1,1 1-1,0-1 0,-1-1 1,2 1-1,-1-1 0,0 0 0,1 0 1,-1-1-1,1 0 0,0 0 0,0 0 1,9 0-1,-6-1-49,0 0 0,1 0 1,-1-2-1,1 1 0,-1-1 1,13-3-1,-17 2-3,0 0-1,0 0 1,0 0 0,0-1 0,0 0 0,-1-1-1,1 1 1,-1-1 0,0 0 0,9-8-1,13-19-351,-2-1-1,-1-1 1,-1-1-1,-2-1 1,19-43-1,-31 58 279,-1 0 0,-1-1 0,-1 0 0,-1 0 0,5-41-1,-4-107 265,-6 135-148,0 29-9,1 0 1,-1 0 0,-1 0 0,1 0-1,-1 1 1,0-1 0,0 0 0,0 0-1,-1 1 1,0-1 0,0 1 0,0-1-1,0 1 1,-1 0 0,1 0 0,-1 0-1,0 0 1,0 1 0,-1-1 0,1 1-1,-1 0 1,0-1 0,1 2 0,-1-1-1,-1 0 1,1 1 0,0 0 0,-1 0-1,1 0 1,-1 1 0,1-1 0,-1 1-1,0 0 1,0 0 0,-9 0 0,0 0-71,0 0 1,1 0-1,-1 1 1,0 1 0,1 1-1,-1 0 1,0 0 0,-22 8-1,34-9-444,-1 0 0,1 0 0,-1 0 0,1 0 0,-1 0 0,0-1 0,1 0 0,-5 1 0,-4-1-5270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46.2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21 2017,'0'0'4938,"1"-3"-3956,5-10-444,-2 8 975,-2 12 3279,8 183-3389,-10 121-978,0-307-740,0 1 1,-1-1 0,0 0 0,1 0 0,-2 0 0,1 1 0,0-1-1,-1 0 1,0-1 0,1 1 0,-5 5 0,-4 7-3944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46.7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6851,'0'0'5122,"8"-1"-4364,-3 1-603,21-1 200,-25 1-330,0 0 0,0 0 1,0 0-1,0 1 0,0-1 1,0 0-1,-1 1 0,1-1 1,0 1-1,0-1 0,0 1 1,0 0-1,-1-1 0,1 1 1,0 0-1,0-1 1,-1 1-1,1 0 0,0 0 1,-1 0-1,1-1 0,-1 1 1,0 0-1,1 0 0,-1 0 1,1 0-1,-1 2 0,5 33 579,-1 1-1,-2 0 0,-4 51 0,0-13-326,1 62-47,3 156-874,3-238-1360,4-19-3177,0-14-370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47.5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252 106 6371,'0'0'3244,"0"-4"-2782,0-14-249,-1 17-172,1 1 0,-1-1 1,1 1-1,-1-1 0,0 1 0,1-1 0,-1 1 1,1 0-1,-1-1 0,0 1 0,1 0 0,-1 0 1,0-1-1,0 1 0,1 0 0,-1 0 0,0 0 1,1 0-1,-1 0 0,0 0 0,0 0 0,1 0 1,-1 0-1,0 0 0,1 0 0,-2 1 0,0-1 178,-22 0 658,12-1-498,1 1 1,-1 1-1,-18 2 1,26-2-320,1 0 0,-1 0 0,0 1-1,0-1 1,0 1 0,1 0 0,-1 0 0,1 0 0,0 0-1,-1 1 1,1 0 0,0-1 0,1 1 0,-4 4-1,-4 7 61,0 0 0,2 1 0,-1 1-1,2-1 1,0 1 0,1 1 0,1-1-1,0 1 1,1 0 0,-2 21 0,0 23 351,2 93 0,4-118-292,0-31-154,0 0 0,0-1 1,0 1-1,0-1 0,1 1 0,0 0 0,0-1 1,0 1-1,0-1 0,1 0 0,0 1 0,0-1 1,0 0-1,0 0 0,1 0 0,-1-1 0,1 1 1,0 0-1,0-1 0,1 0 0,-1 0 0,1 0 1,-1 0-1,1 0 0,0-1 0,0 0 1,0 1-1,6 1 0,4 0 13,0 0 0,1-1 0,-1-1 0,1 0 0,0-1 0,0-1 0,0 0-1,27-4 1,-29 2-83,-1-1-1,1 0 0,0 0 0,-1-1 1,0-1-1,0 0 0,-1-1 0,1 0 0,-1-1 1,12-9-1,-6 3-184,0-1 1,-1-1-1,0-1 1,-2 0-1,16-23 1,-23 28 162,-1 0 0,0 0 0,-1-1 1,-1 0-1,0 0 0,0 0 1,-1 0-1,-1-1 0,0 0 1,-1 1-1,0-1 0,-1 0 1,0 1-1,-4-23 0,1 20 67,-1 1 0,0 0 0,-1 1 0,-1-1 0,0 1 0,0 0 0,-2 0 0,-14-19 0,16 23 0,-5-9 54,-2 1 0,0 0 0,-1 0-1,-24-22 1,32 34 10,-1 0 0,1 0-1,-1 0 1,-1 1 0,1 0-1,0 0 1,-1 1 0,0 0-1,0 0 1,0 1 0,0 0 0,0 1-1,0-1 1,-14 1 0,16 1-14,0 0 0,0 0 0,1 0 0,-1 1 0,0 0 1,-8 3-1,13-4-69,-1 1 0,0 0 0,1 0 1,-1 0-1,0 1 0,1-1 1,-1 0-1,1 1 0,0-1 0,-1 0 1,1 1-1,0 0 0,0-1 0,0 1 1,0 0-1,0-1 0,0 1 0,1 0 1,-1 0-1,0 0 0,1 0 0,-1 3 1,-1 52-3053,2-28-1422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48.3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272 36 4130,'0'0'6085,"-5"-5"-5143,3 3-818,-1-1 0,1 0-1,-1 1 1,1 0 0,-1-1 0,0 1-1,0 0 1,0 1 0,0-1 0,0 0-1,-1 1 1,1 0 0,0 0-1,-1 0 1,1 0 0,-1 0 0,1 1-1,-1-1 1,1 1 0,-5 0 0,4 0-24,0 0-1,0 0 1,0 1 0,0-1 0,0 1 0,0 0 0,1 0 0,-1 0 0,0 1 0,1-1 0,-5 3 0,0 2 40,1 0 1,-1 0-1,-10 13 0,7-6 3,0 1-1,2 0 0,0 0 0,0 1 0,1 0 0,1 0 0,1 1 0,0 0 0,1 0 0,0 1 0,-3 29 0,1 16 393,2 114 0,5-139-415,0-33-101,-1 1 0,1 0 0,1 0-1,-1 0 1,1 0 0,0 0 0,0-1 0,0 1 0,1 0 0,0-1-1,0 1 1,0-1 0,0 0 0,0 0 0,1 1 0,0-2 0,0 1-1,0 0 1,1-1 0,-1 1 0,1-1 0,-1 0 0,1 0-1,0 0 1,1-1 0,-1 1 0,0-1 0,1 0 0,-1 0 0,6 1-1,5 1-24,0-1 1,0 0-1,0-1 0,0 0 0,0-2 0,0 0 0,0 0 0,0-1 0,1-1 0,-2-1 0,1 0 0,0-1 0,-1 0 0,1-1 0,-1-1 1,0 0-1,13-9 0,-4 0-281,0 0 0,-1-1-1,-1-2 1,-1 0 0,0-1 0,23-30 0,-34 37 137,0 0-1,-1-1 0,-1 0 0,0 0 1,-1-1-1,0 0 0,-1 0 1,0-1-1,-1 1 0,-1-1 1,-1 0-1,0 0 0,0-17 0,-2 16 129,1 8 52,-1 0-1,0-1 1,0 1 0,-1 0-1,0-1 1,0 1 0,-1 0-1,0 0 1,-1 0 0,1 0-1,-8-13 1,4 12 7,-1 0-1,0 0 1,0 0 0,-1 1-1,0 0 1,0 1 0,-1 0-1,0 0 1,0 1-1,-1 0 1,0 0 0,0 1-1,0 1 1,0-1 0,-1 2-1,0-1 1,0 2 0,0-1-1,0 2 1,0-1 0,0 1-1,-14 1 1,19 0-57,0 0 0,-1 0 0,1 1 1,0-1-1,0 1 0,-1 1 0,-9 3 0,14-4-159,0 0-1,-1 1 1,1-1-1,0 1 0,0 0 1,0 0-1,0 0 1,1 0-1,-1 0 0,0 0 1,1 0-1,-1 1 1,1-1-1,0 0 1,0 1-1,0-1 0,0 1 1,0 0-1,1-1 1,-2 6-1,-1 19-3848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49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67 3185,'0'0'6630,"-3"-10"-5173,2-1-1006,1 6-261,-1 1-1,0 0 1,1 0 0,-1 0-1,-1 0 1,1 0 0,0 0-1,-5-8 2453,5 17-2552,0 1 0,1-1 0,0 1 0,0-1 0,1 1-1,-1-1 1,1 0 0,2 9 0,3 15 165,2 267 881,-8-208-1116,-1-78-41,4 50 33,-3-55-77,1-1 0,0 1 0,0-1 0,0 1 0,1-1 0,-1 0 0,1 0 0,0 1 0,5 6 0,-6-10-90,0 0 1,-1 0 0,1-1 0,0 1-1,0-1 1,0 1 0,-1-1 0,1 1 0,0-1-1,0 0 1,0 1 0,0-1 0,0 0-1,0 0 1,0 1 0,0-1 0,0 0-1,0 0 1,0 0 0,1-1 0,0 1-577,2 0-4530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49.6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57 3826,'0'0'6328,"-4"-9"-4981,-15-27-242,9 25 377,3 12 38,6 0-1424,1-1-1,-1 1 0,0 0 0,1 0 1,-1 0-1,1 0 0,-1 0 0,1 0 1,0 0-1,-1 0 0,1-1 0,0 1 1,0 0-1,-1 2 0,1 606 1164,3-588-1851,-3-21 453,0 1 0,0-1 1,1 1-1,-1-1 0,0 1 0,1-1 1,-1 1-1,0-1 0,1 0 1,-1 1-1,0-1 0,1 1 0,-1-1 1,1 0-1,-1 1 0,1-1 1,-1 0-1,1 0 0,-1 1 0,1-1 1,-1 0-1,1 0 0,-1 0 1,1 0-1,-1 1 0,1-1 0,-1 0 1,2 0-1,-1-9-12389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50.8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314 48 608,'0'0'7972,"-7"-2"-7086,-22-6-182,28 8-650,1 0 0,-1-1 0,0 1 0,1 0 0,-1 0 0,0-1 0,1 1 0,-1-1 0,0 1 0,1 0 0,-1-1 0,1 1 0,-1-1 1,1 0-1,-1 1 0,1-1 0,-1 1 0,1-1 0,-1 0 0,1 1 0,-1-2 0,-4-5 1025,-1 5-735,0-1 0,0 1 1,0 0-1,0 1 0,0-1 1,-1 1-1,1 1 0,-1-1 0,-10 1 1,11 0-289,1 0 0,0 1-1,0-1 1,0 1 0,0 0 0,0 1 0,0-1 0,0 1 0,0 0 0,0 0 0,1 0 0,-9 6 0,6 0 76,-1 0 0,2 0 0,-1 0 0,1 1 0,-10 19 0,-17 49 490,26-57-520,1 1 1,1-1 0,1 1-1,-1 24 1,1 84 189,4-108-273,1-12 4,-1 0 0,1-1 0,1 0 0,0 1 0,0-1 0,1 0 0,0 0 0,0 0 0,0 0 0,10 14 0,-10-18-24,0 0 0,0 0 1,0 0-1,0-1 0,0 1 0,1-1 1,0 0-1,-1 0 0,1 0 0,0 0 1,1-1-1,-1 1 0,0-1 1,1 0-1,-1 0 0,1-1 0,0 0 1,0 1-1,-1-2 0,10 2 0,29-1-1,-27 0-3,0 0 0,-1-1 0,1 0 0,0-2 0,0 0 0,-1-1 0,21-6 0,-16 1-85,0-1-1,-1-1 1,31-22 0,-42 26 56,-1 0 0,1 0 0,-1-1-1,0 0 1,-1 0 0,1-1 0,-2 0 0,1 0 0,-1 0 0,6-14-1,-8 11 21,0 0 1,-2 0-1,1 0 0,-1 0 0,-1 0 0,-1-22 0,0 5-11,1 16 24,0 0 1,0 1-1,-1-1 1,-1 0-1,0 0 1,-1 1-1,0-1 1,-1 1-1,0 0 1,-7-14-1,-33-50-92,38 67 92,0 0 1,0 0 0,-1 1-1,1 0 1,-2 0 0,-11-9-1,12 11-5,1 0-1,-1 1 1,0 0-1,0 0 1,0 1-1,-1-1 1,1 2-1,-1-1 1,0 1-1,1 0 1,-1 1 0,0 0-1,-14-1 1,20 2-331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52.5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276 102 6931,'0'0'3108,"0"0"-3033,0-1-1,0 0 1,-1 0 0,1 0-1,0 0 1,0 1-1,0-1 1,-1 0-1,1 0 1,0 1-1,-1-1 1,1 0 0,-1 0-1,1 1 1,-1-1-1,1 0 1,-1 1-1,0-2 1,-16 2-51,12-1-1,0 1-1,0 0 0,0 0 1,1 0-1,-1 0 0,0 1 0,0 0 1,1 0-1,-1 0 0,0 1 1,1-1-1,-1 1 0,1 0 1,0 0-1,-7 5 0,-3 5 71,0 0-1,0 1 0,1 1 1,1 0-1,1 1 0,0 0 1,0 1-1,2 0 0,0 1 1,1-1-1,1 2 0,0-1 0,1 1 1,-6 34-1,6-7 686,2 1 1,1-1-1,6 61 0,-3-101-722,1 1 0,0 0 0,0 0 0,0-1 0,0 1 0,1-1 0,0 1-1,0-1 1,1 0 0,0 0 0,0 0 0,0 0 0,0 0 0,1-1 0,-1 1-1,1-1 1,1 0 0,-1 0 0,0 0 0,7 3 0,-1-1-3,-1-2 1,1 1-1,-1-1 0,1-1 1,1 0-1,-1 0 1,0-1-1,1 0 0,-1-1 1,15 1-1,-6-2 18,0 0-1,30-5 1,-40 4-95,-1-1 1,0 0 0,0-1 0,0 0 0,0 0 0,-1-1-1,1 0 1,7-6 0,2-2-379,0-1-1,0 0 1,-2-2 0,0 0-1,23-29 1,-30 33 224,-1 0 1,-1 0-1,0 0 1,0-1-1,-1 0 0,-1 0 1,0 0-1,0 0 1,-1-1-1,2-22 1,-3 1 154,-1-46 0,-2 67 55,-1 0 1,0 0-1,0 0 1,-2 0-1,1 0 1,-9-18-1,2 10 17,-42-83 66,45 93-114,0 0-1,0 1 1,-1 0 0,0 0-1,-1 1 1,-19-16-1,25 22 11,0 1 1,0 0-1,-1 0 0,1 0 1,-1 1-1,0-1 0,1 1 1,-1 0-1,0 0 0,0 0 1,0 1-1,1-1 0,-1 1 1,0 0-1,0 0 0,0 0 1,0 1-1,0-1 0,-6 3 1,4-1 18,0 0 0,1 0 1,0 1-1,-1 0 0,1 0 0,0 0 0,0 1 1,1 0-1,-1 0 0,1 0 0,-7 8 1,6-7-226,0 1-1,1-1 1,0 1 0,0 0 0,0 1 0,1-1 0,-1 1 0,2-1-1,-1 1 1,1 0 0,0 0 0,0 0 0,-1 11 0,3 6-4060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53.5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298 196 7203,'0'0'5771,"-7"-9"-4979,3 4-713,1 0 6,0 0-1,-1 0 1,0 0-1,0 1 0,0 0 1,0 0-1,-1 0 1,1 0-1,-1 1 1,0 0-1,0 0 1,-1 0-1,1 1 0,0-1 1,-9-1-1,-4 1 296,-1 1 1,1 1-1,-26 1 0,40 1-332,1 0-1,-1 0 1,1 0-1,0 0 1,-1 1-1,1-1 1,0 1-1,0 0 1,0 0 0,0 0-1,0 0 1,1 1-1,-1-1 1,1 1-1,-1-1 1,1 1-1,0 0 1,0 0-1,0 0 1,-2 6 0,-2 4 44,0 1 1,0 0-1,-5 23 1,4 3 52,2-1 1,1 1 0,2 1-1,4 51 1,0-15 99,-2-60-157,1-1 0,0 1 0,1-1 0,1 1 0,1-1 0,6 18-1,-6-23-45,0-1 0,1 0-1,1 0 1,0-1-1,0 1 1,1-1 0,0-1-1,0 1 1,1-1-1,10 8 1,-10-10 2,1 1 1,-1-2-1,2 1 0,-1-1 1,1-1-1,-1 0 1,1 0-1,0-1 0,1 0 1,14 2-1,-3-2-21,0-2 0,0 0 0,0-1 0,22-4 0,-30 2-60,0-1-1,-1 0 1,1-2 0,-1 1 0,0-1-1,-1-1 1,1 0 0,-1-1 0,0-1-1,-1 1 1,1-2 0,-2 0 0,1 0-1,-1-1 1,-1 0 0,15-19 0,-12 12-115,0 0 1,-2-1-1,1-1 1,-2 0-1,-1 0 1,0-1-1,-1 1 1,-2-2-1,0 1 1,4-32-1,-6 0-243,-6-100 0,1 134 447,-1 0-1,0 1 1,-2-1-1,0 1 1,-1 0-1,-14-28 1,15 33 5,-2 1 0,1 1 0,-1-1 0,-1 1 0,0 1 0,0-1 0,-1 1 0,0 0 0,-1 1 0,-15-10 0,18 14-43,1 1 0,-1 0 1,1 0-1,-1 1 0,0 0 1,0 1-1,-1-1 0,-7 0 1,-60 2-55,71 0 36,-1 0-32,1 0 0,-1 1 0,1-1 1,-1 1-1,1 0 0,-1 1 0,1-1 0,0 1 0,0-1 0,-1 1 1,1 0-1,1 1 0,-1-1 0,0 1 0,1 0 0,-1 0 1,1 0-1,0 0 0,0 0 0,0 1 0,0 0 0,1-1 0,-4 7 1,2-1-681,0 1 0,0 1 1,1-1-1,1 0 0,-1 1 1,2 0-1,0-1 0,0 1 1,1 11-1,0 22-5375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54.2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91 4882,'0'0'7428,"0"-15"-6049,0-46-557,0 46 474,0 17-853,-14 427-21,14-415-818,0 38-888,0-18-3359,0-20-1848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54.6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 0 7860,'0'0'5978,"0"0"-5933,0 0 0,0 1 0,0-1 0,0 0 0,0 0 0,0 0 0,0 0 0,0 0 0,0 0 0,0 0 0,0 0 0,0 0 0,1 0 0,-1 0 0,0 0 0,0 0 0,0 0 0,0 1 0,0-1 0,0 0 0,0 0 0,0 0 0,1 0 0,-1 0 0,0 0 0,0 0 0,0 0 0,0 0 0,0 0 0,0 0 0,0 0 0,0 0 0,1-1 0,-1 1 0,0 0 0,0 0 0,0 30 517,1 31 302,-15 121-1,-16 23-1360,26-117-4718,4-77 642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55.2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6195,'0'0'5709,"3"0"-4794,-2 1-878,0-1-1,0 1 1,0-1-1,0 1 1,0 0 0,0-1-1,0 1 1,-1 0-1,1-1 1,0 1-1,0 0 1,-1 0-1,1 0 1,0 0 0,-1 0-1,1 0 1,-1 0-1,1 0 1,-1 0-1,1 0 1,-1 0-1,0 0 1,0 0 0,0 0-1,1 2 1,2 38 527,-2-25-265,0 171 1393,2 13-1666,-1-184-965,0 0 0,1 0 0,6 19 0,-6-30-3076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55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0 4306,'0'0'5485,"-7"7"-757,-9 483-775,12-389-3820,4-73-5364,0-46 501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57.5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332 29 3458,'0'0'5031,"-10"-6"-1421,-18-6-1494,26 11-2085,0 0 0,0-1 0,0 1 0,0 0 0,-1 0 1,1 0-1,0 1 0,-1-1 0,1 1 0,0-1 1,-1 1-1,-3-1 0,-34 2 236,20 0-11,16-1-235,0 1 1,0-1-1,0 1 1,0 0-1,0 0 1,0 1-1,0-1 0,1 1 1,-1 0-1,1 0 1,-1 0-1,1 0 1,-5 5-1,-6 6 35,-22 24 0,10-8-7,20-23 7,1 0 0,0 0 0,0 0 0,1 1 0,0 0 0,0 0 0,1 0 0,0 1 0,0-1 0,0 1 0,-1 9 0,0 9 203,0 0 0,1 29 1,-1-2-191,0 95 233,5-100-188,-1-42-83,1 1 0,0-1 1,0 1-1,1-1 0,0 0 1,0 0-1,1 0 0,-1 0 0,1 0 1,0 0-1,1-1 0,-1 1 1,1-1-1,5 5 0,-5-6-24,-1 0 0,1 0 0,0 0-1,1-1 1,-1 1 0,1-1 0,-1 0-1,1 0 1,0-1 0,0 0-1,0 0 1,0 0 0,1 0 0,-1-1-1,0 1 1,12 0 0,13-2 33,-15 1-30,0-1 1,0 0-1,1-1 0,-1-1 0,0 0 1,26-8-1,-26 3-33,-1 0 0,1-1 0,-1 0 0,-1-1-1,0-1 1,0 0 0,-1-1 0,0 0 0,16-21 0,-16 17-14,-1-1 0,0 0-1,-2 0 1,0-1 0,0 0 0,-2-1 0,11-36 0,-15 36 36,-1 0 1,-1-1-1,-1-22 1,0 29-1,1-11-22,-1-3 69,-5-46 0,3 62-45,0 1 0,0-1 1,-1 1-1,0-1 0,-1 1 0,0 0 1,-1 1-1,-6-11 0,10 16-1,-1 0-1,0 1 1,0-1 0,-1 1-1,1-1 1,0 1 0,-1 0-1,0 0 1,1 0 0,-1 0-1,0 0 1,0 0 0,0 1-1,0-1 1,0 1 0,0 0-1,-1 0 1,1 0 0,0 1-1,-1-1 1,1 1 0,0 0-1,-7 0 1,-100 0-1056,109 6-2997,-2 0-1123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1:59.6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292 107 5843,'0'0'4191,"-7"-1"-3479,-4 0-428,0-1-1,0 2 0,-14 0 0,20 1-148,0-1 1,0 1-1,0 0 0,0 0 0,0 1 1,0-1-1,1 1 0,-1 0 0,1 1 1,-1-1-1,-4 4 0,-3 4 131,1 0-1,0 0 1,0 1-1,1 1 1,1 0-1,0 0 1,-13 25-1,12-17-104,1 1 0,1 0 0,1 0-1,-7 36 1,4 7 267,3 1 1,3 104-1,4-159-330,0 0-19,0-1-1,1 1 0,0 0 1,0 0-1,1 0 0,1-1 0,4 14 1,-5-19-49,0 1-1,1-1 1,-1 0 0,1 0 0,0 0 0,0 0 0,1 0 0,-1-1-1,1 0 1,0 1 0,0-1 0,0-1 0,0 1 0,0-1 0,0 1-1,9 2 1,-1-1-12,0-1-1,1-1 1,-1 0-1,1-1 0,-1 0 1,1 0-1,0-2 1,-1 1-1,1-2 0,-1 0 1,1 0-1,-1-1 1,0-1-1,0 0 1,0 0-1,0-1 0,-1-1 1,17-11-1,3-4-233,-1-2-1,49-48 1,-69 60 175,1 0 0,-2-1 0,0-1 0,0 1 0,-1-1 0,0-1 0,-2 1 0,1-1 0,7-26 0,-11 20 53,0 1 0,-1-1 0,-2-39 0,-1 25-57,1 26 35,-1-1-1,0 0 1,-1 0 0,0 1 0,0-1 0,-1 1 0,0 0-1,0 0 1,-7-11 0,-6-7-118,-25-34-1,18 28 58,-3-3 20,-1 0 1,-39-38-1,63 71 53,0-1 0,-1 0 0,1 1-1,-1 0 1,1 0 0,-1 0 0,0 0 0,0 0 0,0 1-1,0 0 1,0 0 0,0 0 0,0 0 0,-1 0-1,1 1 1,0 0 0,0 0 0,-8 1 0,11-1-6,0 1 0,-1-1-1,1 1 1,-1-1 0,1 1 0,0 0 0,0-1 0,-1 1 0,1 0 0,0 0 0,0 0-1,0 0 1,0 0 0,0 0 0,0 0 0,0 0 0,0 0 0,0 1 0,1-1 0,-1 0 0,0 1-1,1-1 1,-1 0 0,1 1 0,0-1 0,-1 2 0,-9 44-505,10-45 456,-3 32-1819,2 36 0,1-60 1281,0 58-4809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00.4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234 1 7203,'0'0'5571,"-10"0"-5056,-5 0-361,-49 1 460,60 0-563,1 0 0,-1 1 0,0 0-1,0-1 1,1 1 0,-1 0 0,1 1 0,-1-1-1,1 1 1,0-1 0,0 1 0,0 0 0,0 0-1,1 0 1,-5 7 0,-2 3 78,1 0 0,1 1 0,-7 15 0,3-2 90,2 1 0,2-1 1,0 1-1,-5 53 0,8-22 268,5 80 0,0-129-414,0 0-1,0 0 1,1 0 0,0 0-1,1 0 1,0 0 0,1 0-1,0-1 1,1 0-1,-1 0 1,2 0 0,7 10-1,-8-13-40,1 1-1,0-1 1,0-1 0,0 1-1,1-1 1,0 0-1,0-1 1,0 0-1,0 0 1,1 0-1,-1-1 1,1 0-1,0-1 1,0 1-1,14 1 1,-11-2-22,1-1 0,0 0 0,0-1 0,-1 0 0,1 0 0,0-2 0,-1 1 1,1-1-1,-1-1 0,0 0 0,1-1 0,-1 0 0,-1-1 0,1 0 0,-1 0 0,0-1 1,0-1-1,15-12 0,-6 2-81,0 0 0,-1-2 0,-1 0 0,19-28 1,-28 36 13,-1-1 0,0 0 1,-1 0-1,0-1 0,-1 1 1,-1-1-1,0-1 1,0 1-1,2-26 0,-4-68-407,-3 65 403,1 33 77,-1 0-1,0 0 1,0 1 0,-1-1 0,0 0-1,0 1 1,-1-1 0,-1 1 0,1 0-1,-1 0 1,0 0 0,-1 1 0,0-1-1,0 1 1,-1 0 0,0 1 0,0-1 0,0 1-1,-12-8 1,7 6-157,1 1 0,-2 1 1,1-1-1,-1 2 0,0 0 0,0 0 0,-1 1 0,1 1 1,-1 0-1,0 0 0,0 2 0,-22-2 0,34 4 27,1-1 0,-1 0 0,0 0 0,1 1 0,-1-1 0,1 0-1,-1 1 1,1-1 0,-1 1 0,1-1 0,-1 1 0,1-1-1,0 1 1,-1-1 0,1 1 0,-1-1 0,1 1 0,0-1 0,0 1-1,-1-1 1,1 1 0,0 0 0,0-1 0,0 1 0,0-1 0,0 1-1,0 0 1,0-1 0,0 1 0,0 0 0,-1 26-2890,1-20 1815,0 25-3837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01.1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238 95 7235,'0'0'4640,"-11"-7"-3600,-36-23-431,44 28-542,0 0 1,0 1 0,0 0 0,0 0 0,-1 0-1,1 0 1,0 0 0,-1 1 0,1-1 0,-1 1-1,1 0 1,-1 0 0,1 0 0,-1 0 0,-2 2 0,-11-1 317,7-1-210,8-1-139,-1 1 0,1 0-1,-1 0 1,1 0 0,0 0-1,-1 0 1,1 0 0,-1 0 0,1 1-1,0 0 1,-1-1 0,1 1-1,0 0 1,0 0 0,0 0-1,-1 0 1,1 0 0,0 1 0,0-1-1,1 1 1,-1-1 0,0 1-1,-2 3 1,-1 2 19,1 1 0,0 1 1,1-1-1,0 0 0,0 1 0,-2 15 0,-5 56 226,5 110 423,6-127-394,-1-55-253,0 1-1,1-1 1,0 0 0,0 0 0,1 0-1,0 0 1,0 0 0,1 0 0,0-1-1,0 1 1,6 9 0,-6-13-29,1 1 1,-1-1-1,1 0 1,0 0-1,1 0 0,-1-1 1,0 1-1,1-1 1,0 0-1,0 0 0,0-1 1,0 1-1,0-1 1,0 0-1,1 0 1,-1-1-1,10 2 0,-2-1-34,1-1 1,-1 0-1,1 0 0,-1-1 0,1-1 0,-1 0 0,1-1 0,-1-1 0,0 0 0,0 0 0,0-2 0,-1 1 1,24-13-1,-10 0-82,0-1 1,-1-1 0,-1-1 0,34-38-1,-43 42-90,-2-1-1,0 0 1,-1 0-1,0-2 0,-2 1 1,0-1-1,12-35 1,-16 32 28,-2 0 0,0-1 0,-1 1 0,-1-44 0,-2 60 183,-1 0 0,1 0 1,-1 1-1,0-1 0,0 0 0,-1 1 0,1-1 1,-1 0-1,-1 1 0,1 0 0,-1 0 0,0 0 1,0 0-1,0 0 0,-1 0 0,1 1 0,-1-1 1,0 1-1,-1 0 0,1 1 0,-1-1 0,0 1 1,0-1-1,0 2 0,0-1 0,0 0 0,0 1 1,-1 0-1,1 0 0,-1 1 0,0 0 0,1 0 1,-1 0-1,0 0 0,-8 1 0,-14 0 60,6-1 1,-33 4 0,49-3-108,0 1-1,0 1 0,0-1 0,0 1 1,0 0-1,0 0 0,1 1 0,-1 0 0,-9 6 1,13-7-106,0-1 1,0 1-1,0 0 0,0 0 1,0 0-1,1 0 1,-1 0-1,1 0 0,0 0 1,-1 1-1,1-1 1,0 0-1,0 1 0,0 3 1,-1 1-1012,1 0-1,1 0 1,0 13 0,0-8-935,0 17-5031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01.9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248 13 6131,'0'0'5928,"-5"-2"-4890,0 0-844,-1 0 1,0 0-1,1 1 1,-1 0-1,0 0 1,0 0 0,0 1-1,0-1 1,0 2-1,0-1 1,0 0-1,-7 3 1,5 0-119,1 1 0,-1 0 1,1 1-1,0-1 0,0 1 0,0 1 0,1-1 1,0 1-1,0 1 0,0-1 0,1 1 1,0 0-1,0 0 0,1 0 0,-1 1 1,-3 10-1,-2 7-15,2-1 1,1 1-1,0 1 1,-2 29-1,2 8 249,3 99-1,4-126-237,0-20-22,0 0-1,1 0 0,1 1 1,1-1-1,0 0 1,9 25-1,-9-34-31,0 0 0,1-1 0,-1 1 0,1-1 1,1 1-1,-1-1 0,1-1 0,0 1 0,1-1 0,-1 1 0,1-2 0,0 1 0,0-1 1,0 0-1,1 0 0,10 5 0,-1-4-28,0-1 1,0 0-1,0-1 1,0 0 0,1-2-1,-1 0 1,1 0-1,-1-2 1,1 0-1,27-6 1,-34 4-40,-1 0 1,1 0-1,-1-1 0,0-1 1,0 0-1,0 0 1,-1 0-1,0-1 0,0 0 1,0-1-1,-1 0 1,0 0-1,0-1 0,-1 0 1,0 0-1,0 0 1,8-17-1,-6 9-125,0 0 0,-2-1-1,0-1 1,-1 1 0,0-1 0,-1 0-1,-2 0 1,1 0 0,-2-20 0,-1 10 99,1-5 53,-2 1-1,-6-44 1,5 65 109,-1 0 1,0 0-1,0 1 1,-1-1 0,-1 1-1,1 0 1,-2 0-1,1 1 1,-1-1 0,-14-14-1,13 15 12,-1 1-1,-1 0 0,1 1 0,-1 0 1,-1 0-1,1 1 0,-1 1 1,0-1-1,-20-6 0,14 7-727,-1 0 0,1 2 0,-1 0 1,0 1-1,-31 0 0,43 5-2527,2 12-1761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02.8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213 148 5394,'0'0'6454,"-23"0"-5627,-101 0 326,123 0-1079,-1 0 1,1 1-1,0-1 1,-1 0 0,1 1-1,-1-1 1,1 1-1,0-1 1,0 1-1,-1 0 1,1-1 0,0 1-1,0 0 1,0 0-1,0 0 1,0 0 0,0 0-1,0 0 1,0 0-1,0 0 1,0 0-1,1 1 1,-1-1 0,0 2-1,-12 36 930,10-29-828,-5 29 168,2-1 1,2 1 0,1 0-1,2 0 1,5 46-1,-4-74-251,1 1 0,1-1 0,0 0 0,1 1 0,0-1 0,0 0 0,2 0 0,4 10 0,-6-16-64,0 0 0,0 0 0,0-1 0,1 1 0,-1-1-1,1 0 1,0 0 0,0 0 0,0 0 0,1-1-1,0 0 1,-1 0 0,1 0 0,0 0 0,0-1 0,1 0-1,-1 0 1,9 2 0,-2-2-36,-1 0 1,1-1-1,-1 0 0,1-1 1,-1-1-1,1 1 0,0-2 1,-1 0-1,0 0 0,1-1 1,-1 0-1,0-1 1,-1-1-1,1 1 0,-1-2 1,0 1-1,0-1 0,0-1 1,-1 0-1,17-16 0,-13 10-101,-1-2-1,0 0 1,-1 0-1,0-1 1,-2 0-1,1-1 1,-2 0-1,0 0 1,-2-1-1,0 0 1,0 0-1,2-21 1,-2 8-152,-2 0 0,0-41 0,-4 63 239,0 0 0,-1-1-1,0 1 1,0 1 0,-1-1 0,0 0-1,-1 0 1,0 1 0,0-1-1,-1 1 1,0 0 0,-7-10-1,5 9 67,-1 0 0,0 1 0,0-1 0,-1 2 0,0-1 0,-1 1 0,0 1 0,0-1 0,0 2 0,-1-1 0,1 1 0,-1 1 0,-1-1 0,1 2 0,0-1 0,-1 2 0,0-1 0,0 1 0,0 1 0,-11 0 0,9 1 22,1 0 1,-1 1-1,-23 4 0,31-3-76,0-1 0,0 1 0,0 0 0,0 1 0,0-1 0,1 1 0,-1 0-1,1 0 1,0 1 0,0-1 0,-6 8 0,6-8-140,1 1-1,0 0 1,0 0 0,1 0-1,-1 0 1,1 0-1,0 0 1,0 1 0,-2 8-1,0 25-4041,4-17-766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04.1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332 40 3602,'0'0'6448,"-1"-1"-6269,1-1 0,0 1 0,0 0 1,-1 0-1,1-1 0,0 1 0,-1 0 0,1 0 0,-1 0 1,0 0-1,1-1 0,-3-1 0,-4 0 145,-1-1-1,0 1 1,0 1-1,0-1 1,-1 1 0,1 1-1,-10-1 1,-61 0 1272,45 3-1280,29-1-282,0 1-1,0 0 1,0 0 0,0 0 0,0 0-1,1 1 1,-1 0 0,1 0 0,-1 0 0,1 1-1,0-1 1,-1 1 0,2 0 0,-1 0 0,0 1-1,0-1 1,1 1 0,0 0 0,0 0 0,0 0-1,0 0 1,1 0 0,-4 8 0,0 1 60,0 1 0,0 0 0,2 0 0,0 1 0,1-1 1,-4 29-1,5 104 736,3-89-422,-1-48-309,0 1 1,1-1 0,0 0-1,1 0 1,0 0 0,6 17-1,-5-21-51,0 1-1,0-1 0,0 0 0,1-1 1,0 1-1,0-1 0,1 1 0,0-1 1,-1-1-1,2 1 0,5 4 0,-5-5-19,1 0 1,0 0-1,-1-1 0,2 1 0,-1-2 0,0 1 1,0-1-1,1 0 0,9 1 0,8 0 30,37-2 0,-58-1-53,5 0-2,0 0-1,-1-1 1,1 0-1,0-1 1,0 0-1,-1 0 1,1-1-1,-1 0 1,0-1-1,0 0 1,12-7-1,-9 3-37,0-1-1,0 0 1,-1-1-1,0 0 0,-1 0 1,15-22-1,-15 19-86,-1 0 1,-1-1-1,0 0 0,0 0 0,-2-1 0,0 0 0,0 0 1,-1 0-1,-1 0 0,-1-1 0,0 1 0,-1-1 0,0 0 1,-4-26-1,2 39 143,0-1-1,0 1 1,0-1 0,0 1 0,-1-1 0,0 1 0,0 0 0,0 0-1,0 0 1,0 0 0,-1 0 0,1 0 0,-1 1 0,0-1-1,1 1 1,-1 0 0,-5-3 0,-8-5 104,0 1 0,-22-9 0,8 4 19,-8-6-82,-48-33 1,85 52-66,0 1-110,-1-1 1,1 0-1,-1 0 0,0-1 0,1 1 0,0 0 1,-1 0-1,1-1 0,0 1 0,0-1 0,0 1 1,0-1-1,0 1 0,0-1 0,0 0 0,0 1 0,1-1 1,-1 0-1,0 0 0,1-2 0,0 3-1621,2 1-985,12 0-1944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04.9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18 7459,'0'0'9237,"0"-18"-8293,0 57-880,0 28 416,0 20 1,0 18-81,0 3-256,-3-20-144,-4-13-608,7-27-705,0-18-2321,0-21-6114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13.8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 30 2721,'0'0'4818,"-27"-3"660,17-24-1551,14 40-3706,9 301 319,-6-191-469,-5-78-42,15 82 1,-17-126-33,0-1 0,0 0 0,0 1 0,0-1 0,1 0 0,-1 1-1,0-1 1,0 0 0,0 1 0,0-1 0,0 0 0,1 0 0,-1 1 0,0-1 0,0 0 0,0 0 0,1 1 0,-1-1 0,0 0 0,1 0 0,-1 0 0,0 1 0,0-1 0,1 0 0,-1 0 0,0 0 0,1 0-1,-1 0 1,0 0 0,1 0 0,-1 0 0,0 0 0,1 0 0,-1 0 0,0 0 0,1 0 0,-1 0 0,0 0 0,1 0 0,-1 0 0,0 0 0,0 0 0,1 0 0,-1 0 0,0 0 0,1-1 0,-1 1-1,0 0 1,0 0 0,1 0 0,-1-1 0,0 1 0,0 0 0,1 0 0,-1-1 0,7-17-1847,0 1 0,1-1 0,21-30-1,-6 20-4042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14.8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142 48 5811,'0'0'7195,"0"0"-7128,0 0 0,0 0 0,0-1-1,0 1 1,0 0 0,0 0 0,0-1 0,0 1 0,0 0 0,0 0-1,-1 0 1,1-1 0,0 1 0,0 0 0,0 0 0,0-1 0,0 1 0,0 0-1,-1 0 1,1 0 0,0 0 0,0-1 0,0 1 0,-1 0 0,1 0-1,0 0 1,0 0 0,0 0 0,-1 0 0,1 0 0,-1-1 0,-8 1 169,6 0-202,0-1 1,0 1-1,-1 0 1,1 0-1,0 0 1,0 1-1,0-1 1,-1 1-1,1-1 1,0 1-1,0 0 1,0 1-1,0-1 1,0 0-1,0 1 1,0-1-1,1 1 1,-1 0-1,0 0 1,1 0-1,-5 5 1,1 2 63,-1 1 1,1 0 0,1 1-1,0-1 1,0 1 0,1 0 0,0 0-1,1 0 1,0 1 0,-1 17-1,0 13 240,3 66-1,2-60-59,-1-33-239,-1 11 169,1-1-1,2 1 1,1-1 0,6 29-1,-7-46-163,0-1-1,1 1 1,0-1-1,0 0 1,1 0-1,0 0 1,0 0-1,1-1 0,0 1 1,0-1-1,0 0 1,1-1-1,0 1 1,0-1-1,0 0 1,1-1-1,12 7 1,-9-7-17,1 0 0,0 0 1,1-2-1,-1 1 1,0-1-1,1-1 0,-1 0 1,1-1-1,17-1 1,-9 1-17,-7-1-87,0 0 0,0-1 0,0-1 0,-1 0 0,1 0 0,-1-1 0,0-1 0,0 0 0,0-1 0,-1 0 0,21-16 0,-12 8-98,-2-2 0,0 0 0,0-1 0,-2-1 0,24-32 0,-32 37 151,-1 0 0,0 0 0,0 0 0,-2-1 0,1 1 0,-2-2 0,0 1 0,-1 0 0,0-1 0,-1 1 0,-1-1 0,0 0 0,-1 0 0,-2-15 0,1 15 47,-2-1 0,0 1 0,0-1 0,-1 1 0,-1 0 0,-1 1 0,0-1-1,-1 1 1,-1 0 0,0 1 0,-1-1 0,0 2 0,-11-13 0,12 18-26,0 0 0,0 0 0,0 1 0,-1 0 0,0 0-1,0 1 1,0 1 0,-1-1 0,1 1 0,-1 1 0,0 0 0,-18-3 0,-7 1-157,0 2 1,-49 1-1,80 2 134,3 0-83,-1 0 0,1 0 0,-1 1 0,1-1 1,-1 0-1,1 0 0,0 1 0,-1-1 1,1 1-1,-1-1 0,1 1 0,0 0 0,-1 0 1,1-1-1,0 1 0,0 0 0,0 0 1,-1 0-1,1 0 0,0 0 0,0 1 0,1-1 1,-1 0-1,0 0 0,0 1 0,1-1 1,-1 0-1,0 3 0,-1 2-1181,0 0 0,1 1-1,1-1 1,-1 0 0,1 11 0,0 4-4015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15.5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1 148 4210,'0'0'3095,"3"-20"-2522,12-60-34,-15 77-442,1 1 1,-1-1-1,1 1 0,0-1 0,0 0 1,0 1-1,0 0 0,1-1 0,-1 1 0,1 0 1,-1-1-1,3-1 0,-3 3-1,-1 1 0,1-1 0,-1 1 0,0-1 0,1 1 0,-1-1 0,1 1 0,-1-1 0,0 0 0,0 1-1,1-1 1,-1 1 0,0-1 0,0 0 0,0 1 0,1-1 0,-1 0 0,0 1 0,0-2 0,1 120 6171,-2 148-4653,-3 19-98,4-241-1514,1-44-56,-1 1 0,0-1 0,0 0-1,0 0 1,1 0 0,-1 0 0,0 0 0,1 0 0,-1 0 0,0 0-1,0 0 1,1 0 0,-1 0 0,0 0 0,0 0 0,1 0 0,-1 0-1,0 0 1,0 0 0,1 0 0,-1 0 0,0 0 0,0 0 0,1 0-1,-1-1 1,0 1 0,0 0 0,1 0 0,-1 0 0,0 0 0,0-1-1,0 1 1,0 0 0,1 0 0,-1 0 0,0-1 0,0 1 0,0 0-1,0 0 1,0-1 0,1 1 0,-1 0 0,0 0 0,0-1 0,0 1-1,0 0 1,0 0 0,0-1 0,0 1 0,0-1 0,3-27-2507,-2-8-1959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16.7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252 60 5587,'0'0'5381,"-9"-1"-4509,5 0-839,-47-4 822,47 5-749,-1 0 1,1 1-1,-1-1 0,1 1 1,0 0-1,0 0 0,-1 1 1,1-1-1,0 1 0,0 0 0,-6 4 1,3 0 8,0 0 1,0 1-1,0-1 1,1 2-1,0-1 1,0 1 0,1 0-1,0 0 1,1 0-1,-1 1 1,-3 13-1,-3 10 243,-12 63 0,12-23 116,4 0 0,2 1 1,5 79-1,0-145-448,1-1 1,-1 1-1,1-1 0,0 1 1,0-1-1,1 1 0,0-1 0,0 0 1,1 1-1,-1-1 0,1 0 1,1-1-1,-1 1 0,1-1 1,0 1-1,0-1 0,0 0 1,1-1-1,0 1 0,0-1 1,0 0-1,0 0 0,1 0 1,0-1-1,-1 0 0,1 0 1,0 0-1,1-1 0,10 3 1,4 0 37,1 0 0,1-2 1,-1 0-1,0-2 0,1-1 1,-1 0-1,34-5 1,-47 2-99,1 0 1,0 0 0,-1 0 0,0-1 0,0-1 0,0 1 0,0-2-1,-1 1 1,0-1 0,0 0 0,0-1 0,-1 0 0,0 0 0,0 0-1,9-14 1,-4 3-86,0 0 0,-2-1 0,0 0 0,-1 0 0,0-1 0,6-28 0,-9 24 15,-1-1 0,-2 0 0,2-32 0,-6-76-291,0 120 350,0-3 19,-1 0 0,-1 1 1,0 0-1,-1-1 1,-1 1-1,0 1 0,-1-1 1,-1 1-1,0 0 0,-1 0 1,-1 1-1,0 0 0,0 1 1,-2 0-1,1 0 0,-1 1 1,-1 0-1,0 1 0,-1 1 1,-16-11-1,26 19-39,-1-1 0,1 0-1,0 1 1,-1 0 0,1 0 0,-1 0 0,1 0-1,-1 0 1,0 1 0,1-1 0,-1 1 0,0 0-1,1 0 1,-1 1 0,0-1 0,1 1 0,-1 0-1,1 0 1,-1 0 0,1 0 0,-1 0 0,1 1-1,0 0 1,0-1 0,-1 1 0,1 0 0,1 1-1,-1-1 1,0 0 0,0 1 0,-2 3 0,-15 32-2259,0 6-1587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19.4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232 79 1088,'-7'-1'12107,"-16"-4"-11002,21 5-1059,0 0 0,1 1 1,-1-1-1,1 0 0,-1 0 0,0-1 1,1 1-1,-1 0 0,1 0 0,-1-1 1,-2 0-1,-15-3 1504,15 5-1500,-1 0 0,1 0-1,0 0 1,0 0 0,0 1 0,0 0 0,0 0 0,0 0 0,0 0-1,1 1 1,-1-1 0,1 1 0,0 0 0,0 0 0,-5 6 0,-2 2-9,1 1 0,1-1 1,-13 24-1,13-19 34,1 1 0,1 1-1,0-1 1,1 1 0,1 0 0,-2 29 0,1 111 806,5-121-621,0-29-194,0 0 0,1 0-1,0 0 1,0 0 0,1 0 0,0-1 0,0 1 0,1 0 0,0-1 0,6 12 0,-6-14-30,1 0 1,0 0-1,0 0 1,1 0-1,-1 0 0,1-1 1,0 0-1,0 0 1,1-1-1,-1 1 1,1-1-1,-1 0 1,12 3-1,4 0 53,0-1 1,0-1-1,0-1 0,1-1 1,40-2-1,-49 0-125,0-1 0,0-1 0,-1 0 0,1-1 0,-1 0 1,0-1-1,0-1 0,0 0 0,0 0 0,-1-1 0,0-1 0,0 0 0,0 0 0,-1-1 0,0 0 0,-1-1 0,0 0 0,0 0 0,8-13 0,-6 7-53,0-1-1,-1-1 1,0 0 0,-2 0-1,0-1 1,-1 0 0,0-1-1,-2 1 1,0-1-1,-1 0 1,-1 0 0,0-23-1,-3-119-30,0 154 126,-1-1-1,-1 1 1,0-1 0,0 1-1,0 0 1,-1 0-1,0 0 1,0 0 0,0 1-1,-1-1 1,0 1-1,-1 0 1,1 0 0,-1 0-1,0 1 1,-1-1-1,1 1 1,-1 0 0,0 1-1,0 0 1,-1 0-1,1 0 1,-1 1 0,0-1-1,0 2 1,0-1-1,0 1 1,-1 0-1,1 1 1,-10-2 0,-87 1 41,62 3-38,34-1-64,0 0 1,1 1-1,-1 0 1,0 0-1,0 1 1,1 0-1,-1 1 1,-13 5-1,19-7 13,0 1-1,0-1 0,0 0 0,0 1 1,0-1-1,0 1 0,0-1 0,1 1 0,-1 0 1,0 0-1,1 0 0,0 0 0,-1 0 1,1 0-1,0 0 0,0 0 0,0 0 0,0 1 1,1-1-1,-1 0 0,0 1 0,1-1 0,0 1 1,0-1-1,-1 0 0,1 1 0,1-1 1,-1 1-1,0-1 0,1 1 0,-1-1 0,1 0 1,0 3-1,1-2-318,0 0 0,0 0 0,0 0 0,0-1 0,0 1-1,0 0 1,1-1 0,-1 0 0,1 1 0,0-1 0,0 0 0,-1 0 0,1-1 0,1 1 0,-1-1 0,0 1 0,4 0 0,38 14-6466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19.9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 7 5683,'0'0'7659,"-5"-1"-6581,1 0-847,3 0-146,0 1-1,-1-1 1,1 1 0,-1-1-1,1 1 1,-1 0-1,1-1 1,-1 1 0,1 0-1,-1 0 1,1 0 0,-3 0-1,4 5 479,0 638 1700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20.5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9 1809,'-13'-8'15682,"24"172"-14797,1-19-354,-13-39 69,3 58-141,-2-158-445,1 1 0,0-1 0,0 1 0,0-1 0,1 0 0,-1 1 0,1-1-1,1 0 1,4 8 0,-7-14-30,1 1 0,-1-1 0,1 1 0,-1-1 1,1 0-1,-1 1 0,1-1 0,0 1 0,-1-1 0,1 0 0,0 0 0,-1 1 0,1-1 0,0 0 0,0 0 0,-1 0 0,1 0 0,0 0 0,-1 0 1,1 0-1,0 0 0,0 0 0,-1 0 0,1 0 0,0-1 0,-1 1 0,1 0 0,0 0 0,-1-1 0,1 1 0,0 0 0,-1-1 0,1 1 0,-1-1 1,2 0-1,1-7-393,0-1 0,-1 0 0,0 0 0,0 0 0,0 0 0,-1-10 0,7-33-6661,-1 36 1377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21.3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11 3169,'-3'-1'7972,"1"-1"-7745,-1 1 0,1 0-1,-1 0 1,0 0 0,1 0 0,-1 0 0,0 1-1,1-1 1,-1 1 0,0-1 0,0 1-1,0 0 1,0 1 0,1-1 0,-1 0-1,0 1 1,0-1 0,-3 2 0,2 0-176,0 0 0,0 0 0,1 1 0,-1-1 0,1 1 0,0-1 0,0 1 1,0 0-1,0 0 0,0 1 0,0-1 0,-3 6 0,-2 6 91,1-1 1,0 1-1,1 1 0,1-1 0,0 1 1,-4 24-1,2 3 358,-1 53 0,7-72-302,-1 8 172,1-1 1,1 1 0,6 40-1,-4-66-326,0 1-1,0-1 0,1 1 0,0-1 0,0 0 0,0 0 0,1-1 1,-1 1-1,1-1 0,1 1 0,-1-1 0,1 0 0,0-1 0,0 1 1,0-1-1,1 0 0,0-1 0,-1 1 0,1-1 0,1 0 0,-1 0 1,8 1-1,5 3-28,1-2 1,-1 0 0,1-1-1,1-2 1,-1 0 0,22 0-1,-27-2-32,-1 0-82,0 0-1,0-1 1,21-4 0,-31 4 36,1 0 1,0-1-1,-1 0 1,1 0 0,-1 0-1,0 0 1,1-1-1,-1 0 1,0 0-1,-1 0 1,1 0 0,-1-1-1,6-5 1,-3 1-76,0-1 0,-1 0 1,0 0-1,0 0 0,-1 0 1,0-1-1,0 0 1,-1 1-1,-1-1 0,3-14 1,-2-8-479,-1-63 1,-2 62 361,0 18 259,-1 1 1,-1-1-1,0 0 1,-1 1-1,0 0 1,-2 0-1,1 0 1,-2 0-1,0 1 1,0 0-1,-1 0 1,-1 0-1,0 1 1,-1 0-1,0 1 1,-1 0-1,-14-13 1,17 19 35,1 0 1,-1 1 0,0 0 0,0 0-1,0 1 1,0-1 0,-1 2 0,1-1 0,-1 1-1,-12-2 1,-40 0-487,20 4-2665,11 0-1481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24.1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178 70 3089,'0'0'11384,"-21"0"-8759,18 1-2587,-1-1 0,1 1 0,0 0 0,-1 0 0,1 0 0,0 0 0,0 1 0,0-1 0,0 1 0,0 0 0,0 0 0,1 0 0,-1 0 0,1 1 0,-1-1-1,1 1 1,0-1 0,0 1 0,0 0 0,-3 6 0,-4 6 46,1 1 0,-10 29 0,3-3 205,3 1 0,2 1 1,-9 84-1,14-57 488,8 121 0,-3-186-753,0 0 1,1 0 0,0-1 0,0 1 0,0 0 0,1-1 0,0 1 0,0-1 0,0 0 0,1 1 0,-1-1-1,7 7 1,-6-8-7,0-1 0,1 0 0,0 0 0,-1 0 0,1-1-1,0 0 1,0 1 0,1-1 0,-1-1 0,0 1 0,1-1-1,-1 1 1,1-1 0,-1 0 0,1-1 0,5 1-1,-2-1 5,-1 1-1,1-2 0,0 1 0,0-1 0,-1 0 0,1-1 0,-1 0 1,1 0-1,-1 0 0,10-6 0,-4 2-26,0-2 0,-1 1 0,0-2-1,21-19 1,-5 0-155,-1-2 1,-1-1-1,22-36 0,-35 48 41,-1 0-1,0-1 1,-1 0-1,-2 0 0,0-1 1,-1-1-1,-1 0 1,0 0-1,-2 0 1,4-38-1,-7 28-29,-1 1 0,-7-61 1,5 82 132,-1-1 0,-1 1 0,1 0 1,-2 0-1,1 1 0,-1-1 0,-1 1 1,0 0-1,0 0 0,-1 0 1,0 0-1,-11-12 0,13 18 48,1 0 1,-1 0-1,0 0 1,0 1-1,0-1 0,0 1 1,0 0-1,-1 0 0,1 1 1,-1-1-1,1 1 1,-7-1-1,-4 0 126,0 1 0,-23 1-1,15 0-42,13 0-72,0 1 0,0 0 0,0 0 0,0 1 0,0 0 1,1 1-1,-15 6 0,8-1-16,0 0 0,0 2 0,-17 13 0,31-23-105,1 1-1,-1 0 1,0 1-1,1-1 1,-1 0-1,1 0 1,-1 1 0,1-1-1,0 1 1,-1-1-1,1 1 1,0 0-1,0-1 1,0 1 0,0 0-1,1 0 1,-1 0-1,0 0 1,1-1-1,-1 1 1,1 0-1,0 0 1,0 0 0,0 3-1,6-4-2437,26-1-1016,13 0-1852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24.7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1 4370,'0'0'13742,"0"2"-13366,-9 344 1785,4-81-1621,5-198-530,0-57-162,0-5 180,0-1 0,0 0 0,0 1 0,1-1 0,1 8 0,-2-11-115,1 0-1,-1 0 1,0 0-1,1 0 1,-1-1 0,1 1-1,-1 0 1,1 0-1,0 0 1,-1-1-1,1 1 1,0 0 0,0-1-1,-1 1 1,1-1-1,0 1 1,0-1 0,0 1-1,0-1 1,0 1-1,0-1 1,0 0-1,0 0 1,0 1 0,-1-1-1,1 0 1,0 0-1,0 0 1,2 0 0,-2-1-60,0 1 0,0 0 0,0-1 0,0 0 1,0 1-1,0-1 0,0 0 0,0 1 0,0-1 1,0 0-1,0 0 0,0 0 0,-1 1 1,1-1-1,0 0 0,-1 0 0,1 0 0,-1 0 1,1-1-1,-1 1 0,0 0 0,1 0 1,-1 0-1,0 0 0,0 0 0,1 0 0,-1-1 1,0 1-1,-1-1 0,3-4-772,5-32-4267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25.3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 1 4818,'0'0'8255,"-1"0"-8186,1 0 1,0 0-1,-1 0 0,1 0 1,0 0-1,0 0 1,-1 0-1,1 0 1,0 0-1,-1 1 0,1-1 1,0 0-1,0 0 1,-1 0-1,1 0 0,0 1 1,0-1-1,0 0 1,-1 0-1,1 0 1,0 1-1,0-1 0,0 0 1,-1 0-1,1 1 1,0-1-1,0 0 1,0 1-1,0-1 0,0 0 1,0 0-1,0 1 1,0-1-1,0 0 1,0 1-1,0-1 0,0 0 1,0 0-1,0 1 1,0-1-1,0 0 1,0 1-1,8 169 2795,0-24-1475,-7-97-1047,-1 21 134,20 136 0,-11-173-412,-8-32-90,-1 0 0,0 0-1,1 0 1,0 0-1,-1 0 1,1 0 0,0 0-1,-1 0 1,1 0-1,0 0 1,0-1 0,0 1-1,0 0 1,-1-1-1,1 1 1,0 0 0,0-1-1,0 1 1,1-1-1,-1 0 1,0 1 0,0-1-1,0 0 1,0 0-1,2 1 1,-3-1-35,0 0 0,1 0 0,-1 0 1,0-1-1,1 1 0,-1 0 0,0 0 0,1 0 0,-1 0 0,0 0 0,1-1 1,-1 1-1,0 0 0,1 0 0,-1 0 0,0-1 0,0 1 0,1 0 1,-1-1-1,0 1 0,0 0 0,0 0 0,1-1 0,-1 1 0,0 0 1,0-1-1,0 1 0,0 0 0,0-1 0,0 1 0,0 0 0,0-1 0,0 1 1,0-1-1,0 1 0,0-1 0,0 1 59,13-50-4995,-6 26-27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25.9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27 4002,'0'0'7931,"2"-4"-6674,10-19 2985,-12 25-3743,-2 200 2042,4 219-421,-1-415-2097,-1 0 1,1 0 0,0-1 0,1 1 0,-1 0-1,5 8 1,-6-13-121,0 0 0,1 0 0,-1 0 0,1 0-1,-1 0 1,0 0 0,1 0 0,0-1 0,-1 1 0,1 0-1,-1 0 1,1 0 0,0-1 0,0 1 0,-1-1 0,1 1-1,0 0 1,0-1 0,0 1 0,0-1 0,0 0-1,-1 1 1,1-1 0,0 0 0,0 1 0,0-1 0,0 0-1,0 0 1,0 0 0,0 0 0,0 0 0,0 0 0,0 0-1,0 0 1,0 0 0,0-1 0,0 1 0,0 0 0,0 0-1,0-1 1,0 1 0,0-1 0,0 1 0,-1-1 0,2 0-1,4-11-3767,-5-7-2618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27.2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 0 5106,'0'0'7628,"-13"2"-6604,14 120 624,-6 177 407,-8-43-1169,13-255-1014,11-13-1481,-5 4 835,-2-1-1,1 1 0,-1-1 0,3-11 0,3-7-3653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28.0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149 49 5106,'0'0'6123,"0"-3"-5088,0 3-968,0-1 0,0 1-1,0-1 1,0 1 0,0-1 0,0 1-1,0-1 1,0 1 0,0 0-1,0-1 1,-1 1 0,1-1-1,0 1 1,0-1 0,-1 1 0,1 0-1,0-1 1,0 1 0,-1 0-1,1-1 1,0 1 0,-1 0 0,1-1-1,0 1 1,-1 0 0,1 0-1,-1-1 1,1 1 0,0 0 0,-2-1-1,-17 0 2400,9 2-2467,7-2 46,1 1 0,0 0 1,-1 1-1,1-1 0,0 0 0,-1 1 0,1-1 0,0 1 1,0 0-1,-1 0 0,1-1 0,0 2 0,-3 0 1,3 1-11,-1-1 1,1 1-1,0 0 1,-1 0-1,1 0 1,1 0-1,-1 0 1,-3 6-1,-5 17 139,1 0 0,0 0 0,2 1 0,2 0 0,-6 55 0,7-11 537,7 77 0,-3-141-675,1 0-1,0 0 1,0 1 0,0-1 0,1 0 0,0 0 0,1-1 0,-1 1 0,1 0 0,0-1 0,1 1 0,0-1 0,0 0 0,0 0 0,1-1-1,0 1 1,0-1 0,0 0 0,0-1 0,1 1 0,0-1 0,0 0 0,0 0 0,0-1 0,1 0 0,0 0 0,-1 0 0,1-1 0,9 2-1,-7-2-40,-1 0-1,1-1 0,-1-1 1,1 1-1,-1-1 1,1 0-1,0-1 0,-1 0 1,1-1-1,-1 0 0,0 0 1,1 0-1,-1-1 0,0-1 1,-1 1-1,13-8 0,-4-2-160,-1 0 0,0-2-1,-1 1 1,-1-1-1,0-1 1,-1-1 0,0 0-1,-2 0 1,0-1-1,9-24 1,-8 16-40,-2 0 0,-1-1 0,-1 0 0,-2 0 0,0 0 0,-2-1 0,0-30-1,-3 39 230,1 12-10,-1 0 0,1 1 0,-1-1-1,-1 0 1,0 1 0,1-1 0,-2 1 0,1-1 0,-1 1 0,0-1 0,-1 1-1,1 0 1,-7-11 0,4 11 22,-1 0-1,0 0 1,0 0 0,0 1-1,0 0 1,-1 0-1,0 0 1,0 1-1,0 0 1,-1 1 0,1-1-1,-1 1 1,0 1-1,0 0 1,-10-2-1,-11 0-243,-1 1 0,-56 1-1,55 3-496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28.7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218 38 3217,'0'0'7436,"-12"-4"-6428,-97-25 2383,108 28-3283,-1 0-1,0 1 1,0-1-1,1 1 1,-1-1-1,0 1 1,0 0-1,0 0 1,0 0-1,1 0 1,-1 0-1,0 0 1,0 1-1,0-1 1,0 0-1,1 1 1,-1 0-1,0-1 1,1 1-1,-1 0 1,0 0-1,-2 2 1,2-1-62,-1 1-1,1 0 1,0 0 0,0 1 0,1-1 0,-1 0 0,1 1 0,-1-1-1,1 0 1,0 1 0,0 3 0,-10 43 320,3 1 0,-3 62 0,7 103 1153,4-163-1191,0-38-199,0-1-1,1 0 1,1 1-1,6 26 0,-6-36-104,-1-1 0,1 1-1,0-1 1,0 0-1,1 0 1,-1 1 0,1-2-1,0 1 1,0 0 0,0 0-1,1-1 1,-1 0-1,1 0 1,0 0 0,0 0-1,0 0 1,8 3-1,-3-2 1,-1-1-1,1 0 0,-1-1 0,1 0 0,0 0 0,0-1 0,0 0 0,0 0 0,0-1 0,0 0 0,0-1 0,0 0 0,12-3 0,-9 0-63,-1 1-1,0-1 1,0-1-1,0 0 0,-1 0 1,0-1-1,0 0 1,0-1-1,13-13 1,-2 1-296,-1-2 0,-1 0 0,-1-2 0,0 0 0,26-48 0,-35 52 246,0 1 0,-2-2-1,0 1 1,-1-1 0,-1 0-1,-1 0 1,-1 0 0,0-1-1,-1-21 1,-2 27 106,0-1 61,0-1-1,-1 0 0,0 0 0,-7-26 1,6 38-63,1 0 1,-1-1-1,-1 1 1,1 1 0,-1-1-1,0 0 1,0 1-1,0-1 1,0 1 0,-1 0-1,0 0 1,0 0-1,0 1 1,0-1 0,-1 1-1,1 0 1,-1 0-1,-7-3 1,2 2-13,-1 0 1,1 1-1,-1 0 0,0 0 0,0 1 1,-12 0-1,-68 0-32,53 3 28,29-1-12,-1 0 0,0 1 0,0 0 0,-13 4 0,19-4-94,0 1-1,-1-1 1,1 1-1,0 0 1,0 0 0,1 0-1,-1 1 1,0-1-1,1 1 1,-1 0-1,-4 5 1,7-7-161,1 1 0,-1-1 0,0 0 0,0 0 1,1 0-1,-1 1 0,0-1 0,1 0 0,-1 1 0,1-1 1,0 0-1,-1 1 0,1-1 0,0 0 0,0 1 0,0 1 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29.4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1 2305,'0'0'10250,"-4"0"-9207,-29 2 2750,30-1-3703,0 0 0,-1 0 1,1 0-1,0 1 0,0-1 0,-1 1 0,1-1 1,0 1-1,0 0 0,1 1 0,-1-1 1,0 0-1,1 1 0,0-1 0,-1 1 1,1 0-1,0 0 0,0 0 0,-2 6 0,-8 15 209,1 0 0,2 1 1,0 0-1,2 0 0,0 1 0,-4 43 0,0 158 942,11-217-1202,0 0-1,1-1 0,0 1 1,0-1-1,1 0 1,5 17-1,-5-21-25,0-1 1,1 0-1,-1 0 1,1 0-1,0 0 0,0 0 1,0-1-1,0 1 0,1-1 1,-1 0-1,1 0 1,0 0-1,0 0 0,0-1 1,6 3-1,-1-1-6,1 0 1,0 0-1,0-1 0,0-1 1,0 0-1,0 0 0,1-1 0,-1 0 1,13-1-1,-15 0-40,0-1 0,0 0 0,0 0 0,0-1 1,0 0-1,0-1 0,0 1 0,0-1 0,-1-1 0,1 0 0,-1 0 0,8-6 0,0-2-157,-1-1-1,0-1 0,-1 0 0,-1-1 0,0-1 0,-1 0 0,-1 0 1,0-1-1,9-22 0,-10 16-68,0-1 0,-2 0 0,-1 0 0,0-1 0,-2 0 0,2-43 0,-6-37 165,-1 102 116,1-1 0,0 0 0,-1 0 0,0 0 0,0 0 0,0 0-1,0 1 1,-1-1 0,0 0 0,1 1 0,-1-1 0,0 1 0,-1 0-1,1 0 1,-1 0 0,1 0 0,-1 0 0,0 0 0,0 1 0,0-1 0,0 1-1,-1 0 1,1 0 0,-1 0 0,1 0 0,-1 1 0,1-1 0,-1 1-1,-4-1 1,-11-2 58,0 1 0,0 0 0,0 2 0,-32 1-1,35 0-45,5 0-24,1 0 1,0 1 0,-1 0 0,1 1-1,-15 4 1,20-4-258,0 0 0,0 0 1,1 0-1,-1 1 0,-4 3 0,5-3-640,0 1-1,0-1 1,0 1-1,1 0 1,-6 8-1,-1 3-5163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31.8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 7299,'0'0'5176,"0"-3"-4202,0 8 965,17 212-230,-6-123-1217,-8-51-306,-1-10-75,1-1-1,2 0 1,1 0 0,14 43-1,-20-73-116,1-1-1,-1 0 0,0 0 0,1 0 0,-1 0 0,1 0 1,-1 0-1,1 0 0,0 0 0,-1 0 0,1 0 1,0 0-1,0 0 0,0 0 0,0 0 0,0-1 0,0 1 1,0 0-1,0-1 0,0 1 0,0-1 0,0 1 0,0-1 1,0 1-1,0-1 0,0 0 0,3 1 0,-3-2-39,0 1-1,1-1 1,-1 1 0,0-1-1,0 1 1,0-1-1,0 0 1,0 0 0,0 1-1,0-1 1,0 0-1,0 0 1,0 0-1,0 0 1,-1 0 0,1 0-1,0 0 1,-1-1-1,1 1 1,-1 0 0,1 0-1,-1 0 1,1-1-1,-1 1 1,0-2-1,14-75-4440,-10 42-465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32.5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261 78 2177,'0'0'4671,"-3"-10"-3385,-10-27 19,12 35-1148,0 0-1,0 0 1,0 1 0,0-1-1,0 0 1,0 1-1,0-1 1,-1 1 0,1 0-1,-1-1 1,1 1 0,-1 0-1,0 0 1,1 0 0,-1 0-1,0 0 1,0 0-1,0 0 1,0 1 0,-3-2-1,-2 1 106,1 0-1,-1 1 0,1 0 0,-11 1 0,3-1 141,11 1-363,0-1 1,0 1-1,0-1 0,0 1 0,0 0 1,1 0-1,-1 0 0,0 0 1,0 1-1,1-1 0,-1 1 1,1 0-1,0 0 0,-1 0 0,1 0 1,0 0-1,0 0 0,0 0 1,0 1-1,-1 2 0,-4 6 165,-1 2 0,-9 24 1,16-36-197,-11 30 352,1 0 0,2 1 0,-9 56 0,10-30 281,0 71-1,7-104-453,3 111 856,-1-131-1009,-1-1 0,1 1 0,-1 0 0,1-1 0,1 1 0,-1-1 0,1 1 0,0-1 0,0 1 0,0-1 0,0 0 1,1 0-1,0 0 0,-1-1 0,1 1 0,1 0 0,-1-1 0,1 0 0,-1 0 0,1 0 0,0 0 0,0-1 0,0 1 0,0-1 0,0 0 0,1 0 0,-1-1 0,1 1 0,-1-1 0,1 0 0,0 0 0,5 0 0,0 0-20,0 1 0,-1-1-1,1-1 1,0 0-1,0 0 1,0-1 0,0 0-1,0-1 1,0 0 0,0 0-1,-1-1 1,0-1 0,1 1-1,-1-1 1,0-1-1,-1 0 1,14-9 0,-2-3-190,-1-1 0,0 0 0,-1-1 0,-1-1 0,-1-1 0,-1 0 0,-1-1 0,0 0 0,-2-1 0,-1-1 0,-1 0 0,0-1 0,-2 0 1,-1 0-1,-1 0 0,-2-1 0,0 0 0,0-36 0,-4 45 197,1 10 28,-1 0-1,0 0 1,-1 0 0,-2-14-1,2 19-35,1 0 0,-1 0-1,0 0 1,0 0 0,0 0-1,0 1 1,0-1 0,-1 0 0,1 0-1,0 1 1,-1-1 0,1 1-1,-1-1 1,0 1 0,1 0-1,-1 0 1,0 0 0,0 0-1,0 0 1,-3-1 0,-9-2 29,0 1 1,-1 0 0,1 1-1,-1 1 1,0 1 0,-26 2-1,1-1-23,-40-1-1350,96-6-5896,17 0 3113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33.2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321 62 1505,'0'0'7547,"-2"-5"-6264,1 2-1142,0 1 0,-1-1-1,1 1 1,0 0 0,-1-1-1,0 1 1,1 0 0,-1 0-1,0 0 1,0 0 0,0 0-1,0 1 1,-1-1 0,1 1-1,0-1 1,-1 1 0,-4-2-1,-12-2 352,1 0 0,-1 2 0,-1 0 0,1 1-1,0 1 1,-27 2 0,19-1-157,24 0-294,0 0-1,0 1 1,0 0 0,1-1 0,-1 1-1,0 0 1,0 0 0,1 0 0,-1 1-1,1-1 1,-1 1 0,1-1 0,0 1-1,-1 0 1,1 0 0,0 0 0,0 0-1,0 0 1,1 1 0,-1-1 0,0 1-1,1-1 1,0 1 0,-1-1 0,0 5-1,-4 8 136,1 0-1,1 0 1,-4 22-1,7-31-135,-5 35 535,3 1 0,1 61-1,2-70-300,0-22-193,0-1 0,1 1 0,0-1 0,1 1 0,0-1 0,0 0 0,6 14 0,-5-18-52,0 0 0,0-1-1,1 1 1,-1-1-1,1 0 1,0 0-1,1-1 1,-1 1 0,1-1-1,0 0 1,0 0-1,0-1 1,9 6 0,-4-4-48,1-1 0,-1 0 0,1 0 1,0-1-1,0 0 0,1-1 1,-1 0-1,1-1 0,-1 0 1,0-1-1,1 0 0,-1-1 1,1 0-1,-1-1 0,1 0 1,-1-1-1,0 0 0,0-1 1,-1 0-1,1-1 0,-1 0 1,0 0-1,0-1 0,0-1 1,-1 0-1,0 0 0,13-14 1,-12 10-160,-1-1-1,0 0 1,-1-1 0,0 0 0,-1 0 0,0-1 0,-1 0 0,-1 0 0,0-1 0,-1 1 0,0-1 0,-2 0 0,1 0-1,-2 0 1,0-30 0,-1 38 160,0-8-21,0-1 1,-1 0-1,-6-30 1,6 41 77,-1 0-1,0 0 1,0 0 0,0 0 0,-1 0 0,0 0-1,0 1 1,0-1 0,0 1 0,-1 0 0,0 0-1,1 0 1,-1 1 0,-1-1 0,-4-3 0,2 3 54,1 1 1,-1-1 0,0 1 0,0 0 0,0 1-1,-1 0 1,1 0 0,-14-2 0,-4 3 117,-34 0 0,27 2-88,27-1-107,0 0-1,0 0 0,0 0 0,1 1 0,-1 0 1,0 0-1,0 0 0,0 1 0,-7 3 0,10-4-129,0 0-1,0 1 1,1-1-1,-1 1 1,0-1-1,1 1 1,-1 0-1,1-1 1,0 1-1,0 0 1,0 0-1,0 0 1,0 0-1,0 0 1,0 0-1,0 0 1,1 1 0,-1-1-1,1 0 1,0 0-1,-1 0 1,1 1-1,1 2 1,-1-4-58,0 0 0,-1-1 0,1 1 0,1 0 1,-1-1-1,0 1 0,0-1 0,0 1 0,0 0 0,0-1 1,0 1-1,1-1 0,-1 1 0,0-1 0,1 1 1,-1-1-1,0 1 0,1-1 0,0 1 0,18 9-5878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33.8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61 13 5138,'0'0'6227,"-10"-2"-5365,-2 0-599,-6-2-20,-2 0 2722,20 17-2304,10 107 1089,0-19-837,-5 21 160,7 135 90,-5-214-1011,-5-34-625,-1 0 0,1 0 0,-1 10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35.7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64 16 2593,'-7'-16'12104,"7"117"-11215,-6 1-1,-31 176 1,25-206-644,10-66-208,2-5-146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38.2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235 266 4562,'0'0'6643,"-22"-3"-2075,-97 3-1967,117 1-2597,-1-1 1,0 1 0,1 0-1,-1 0 1,1 0 0,-1 0-1,1 0 1,0 1 0,-1-1-1,1 1 1,0-1 0,0 1 0,0 0-1,0 0 1,0 0 0,1 0-1,-1 0 1,0 0 0,-1 3-1,-3 5 20,0 0 0,1 0 0,-6 14 0,7-9 42,-1-1 0,2 0-1,0 1 1,-2 27 0,4 62 344,2-61-234,-2-31-90,2 0 0,0 0-1,0 0 1,4 15-1,-4-23-68,0-1-1,0 1 0,0-1 0,1 0 1,0 0-1,-1 1 0,1-1 0,0 0 0,1-1 1,-1 1-1,0 0 0,1-1 0,0 1 1,-1-1-1,1 0 0,0 1 0,0-2 0,6 4 1,-2-2 2,1 0 1,0-1 0,0 0-1,1 0 1,-1 0 0,0-1-1,1-1 1,-1 1 0,0-2 0,1 1-1,-1-1 1,0 0 0,1 0-1,-1-1 1,0-1 0,0 1-1,0-1 1,-1 0 0,1-1-1,-1 0 1,8-5 0,8-6-103,-1-1 0,-1-1 0,-1-1 0,0-1 0,19-24 1,-8 7-463,-2 0 1,47-80 0,-65 96 493,0-1 0,-2 0 0,-1 0 0,-1-1 0,0 0 0,-2 0 0,0-1 0,1-25 0,-5-44 115,-1 89-51,0 1-1,0-1 1,0 0-1,-1 0 1,1 1-1,-1-1 1,1 0-1,-1 0 1,0 1 0,0-1-1,0 1 1,-1-1-1,1 1 1,-1-1-1,-2-2 1,1 2 16,0 0 0,-1 0 0,1 1 0,-1 0 0,1 0 0,-1 0 0,0 0 0,0 0 0,-7-1 0,-4-1 55,0 1 0,0 1 1,0 1-1,0 0 0,-22 1 0,13 1-56,11-1-16,0 2-1,1-1 0,-1 2 0,0 0 0,1 0 0,0 1 1,0 1-1,0 0 0,-14 9 0,-12 9 23,-46 35-1,64-44-69,13-9-112,0-1 1,0 1-1,1 1 0,-1-1 0,-8 11 0,54-9-9410,-36-7 8837,27 0-2425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38.8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4002,'-1'0'13274,"2"13"-13091,7 92 1054,6 107 255,-14-211-1489,0 11 30,0 1 0,1-1 0,0 1 0,1-1 1,0 1-1,1-1 0,1 0 0,7 19 0,-3-23-1001,22-5-9621,-8-3 5435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39.6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138 75 4674,'0'0'8207,"-14"-11"-6623,2 9-1161,0 1 1,-25 2-1,9 0 460,27-1-838,0 1 0,-1-1-1,1 0 1,0 1 0,0-1-1,0 1 1,0-1 0,0 1-1,0 0 1,0-1 0,0 1-1,0 0 1,0 0 0,0 0-1,0 0 1,0 0 0,1 0-1,-1 0 1,0 0 0,1 0-1,-1 0 1,1 0 0,-1 0-1,1 0 1,-1 0 0,1 1-1,0-1 1,-1 2 0,-5 42 406,5-37-360,-3 190 1907,5-126-1301,-1-62-621,0 0 0,1 1 0,0-1 0,1 0 0,0 1 0,1-1 0,0 0 0,0 0 0,8 14 0,-8-19-55,0-1 0,0 1 0,0-1 0,0 0 0,1 0 0,0 0 0,0-1 0,0 1 0,0-1 0,0 0 0,1 0 0,-1-1 0,1 1 0,0-1 0,0 0 0,0 0 0,0 0 0,0-1 0,0 0 0,10 1 0,-6-1-38,0 0 0,-1 0 1,1-1-1,0 0 1,-1 0-1,1-1 1,0 0-1,-1-1 1,1 0-1,-1 0 1,0-1-1,0 0 1,1 0-1,7-6 0,-1-1-122,0-2 0,-1 0-1,0 0 1,-1-1 0,-1-1-1,19-26 1,-23 28 12,-1 1 0,0-1 0,-1 0 0,-1-1-1,0 0 1,0 1 0,-1-1 0,-1-1 0,3-25 0,-4 13-39,-1 0 1,-1 0-1,-4-34 1,2 52 158,1-1 0,-1 1 0,-1 0 0,0 0 0,0 0 0,0 1 0,-1-1 0,0 1 0,-1 0 0,1 0 0,-1 0 0,-1 0 0,-11-10 0,10 11-23,0 1 0,0 0 1,0 1-1,-1 0 1,0 0-1,0 0 0,0 1 1,0 0-1,0 1 0,-1 0 1,-8-1-1,-1 1-16,0 0 1,0 2-1,0 0 0,-24 3 0,38-2-179,0 0 0,0 0 0,0 0 0,0 1 0,0 0-1,1-1 1,-1 1 0,0 1 0,1-1 0,0 0 0,-1 1-1,1 0 1,0 0 0,-3 3 0,-5 5-2552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42.7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65 1 8884,'0'0'5613,"-24"0"-4167,-15 0-120,39 16-1206,0 592 3090,-1-594-3137,1-8-44,0 0 0,-1 0-1,2 0 1,-1 0 0,1 0 0,0 0-1,0 0 1,1 0 0,0-1 0,2 7-1,-4-12-41,0 0 0,0-1 0,0 1 0,0 0-1,0 0 1,0 0 0,0 0 0,0 0 0,0 0-1,0 0 1,0-1 0,0 1 0,0 0 0,0 0-1,0 0 1,0 0 0,0 0 0,1 0 0,-1 0-1,0 0 1,0-1 0,0 1 0,0 0 0,0 0-1,0 0 1,0 0 0,0 0 0,0 0 0,0 0-1,1 0 1,-1 0 0,0 0 0,0 0 0,0 0 0,0 0-1,0 0 1,0 0 0,0 0 0,1 0 0,-1 0-1,0 0 1,0 0 0,0 0 0,0 0 0,0 0-1,0 0 1,0 0 0,1 0 0,-1 0 0,0 0-1,0 0 1,0 0 0,0 0 0,0 0 0,0 0-1,0 0 1,0 0 0,0 0 0,1 1 0,-1-1 0,0 0-1,0 0 1,1-12-973,-2-5-876,0-1 0,-2 1 0,-5-21 0,5 16-1825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43.5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168 49 3073,'0'0'6347,"-6"-1"-5402,-45-12 2576,48 12-3373,-1 0-1,1 1 0,-1-1 0,0 1 0,1 0 1,-1-1-1,1 2 0,-1-1 0,0 0 0,1 1 1,-1 0-1,1 0 0,-1 0 0,1 0 0,0 0 1,-4 3-1,4-1-54,0 0 0,1 1 0,0 0 0,0-1 0,0 1 0,0 0 0,1 0 0,-3 8-1,-6 38 162,8-33-146,-6 45 491,3 0 0,4 74 0,1-89-201,0-39-308,0 1 0,1 0 0,0 0-1,1 0 1,0-1 0,0 1 0,1-1 0,3 9-1,-4-13-55,0 0-1,0-1 0,1 1 1,-1 0-1,1-1 1,0 1-1,0-1 0,0 0 1,0 0-1,0 0 0,1-1 1,-1 1-1,1-1 1,0 1-1,0-1 0,0-1 1,8 4-1,-3-3-8,0 0 0,0-1 0,0 0 0,0-1 0,1 0 0,-1 0 0,0-1 0,0 0 0,0 0 1,0-1-1,0 0 0,0-1 0,0 0 0,-1-1 0,0 1 0,1-2 0,12-8 0,-9 3-195,0-1-1,0-1 1,-1 0 0,-1 0-1,0-1 1,0 0 0,-1-1-1,-1 0 1,-1-1-1,0 0 1,8-25 0,-6 11-162,-2-1 1,0 1-1,-3-1 0,0-1 1,-1-41-1,-2 48 318,0 19 26,-1-1 0,1 0 1,-1 1-1,0-1 0,-1 0 0,1 1 0,-1-1 0,0 1 0,-1-1 1,1 1-1,-1-1 0,-3-6 0,1 7 2,-1 0 0,1 1 0,-1-1-1,0 1 1,0 0 0,-1 0 0,1 1 0,-1-1 0,0 1 0,0 1-1,0-1 1,0 1 0,0 0 0,0 0 0,-1 1 0,-7-1-1,-15-2-497,0 2-1,-39 2 1,40 0-1091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44.2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0 4674,'0'0'9103,"-10"2"-5325,10 462 306,-1-456-4070,1 1 0,0 0 0,1-1 1,0 1-1,0-1 0,0 1 0,1-1 0,1 0 0,0 1 0,5 11 0,-2-15 171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45.0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21 4610,'0'0'9999,"0"-3"-8689,0-15 1932,0 20-2933,12 141 999,-1-41-396,-9-62-644,1 16-21,2-1-1,16 74 1,-18-119-187,0 1 0,0-1 0,9 18 0,-11-26-164,0 0-1,1 0 1,-1 0 0,0-1 0,0 1 0,1 0 0,-1 0 0,1-1 0,0 1-1,0-1 1,-1 1 0,1-1 0,0 0 0,0 0 0,0 0 0,0 0 0,0 0-1,1 0 1,-1 0 0,0-1 0,0 1 0,0-1 0,4 1 0,-5-2-42,-1 1 0,1-1 1,-1 1-1,1-1 0,-1 1 1,0-1-1,1 1 0,-1-1 1,0 0-1,1 1 0,-1-1 0,0 1 1,0-1-1,0 0 0,1 1 1,-1-1-1,0 0 0,0 0 1,0 1-1,0-1 0,0 0 1,0 0-1,0-20-5828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46.2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 4130,'0'0'4546,"8"-1"-3663,34-7 6598,-41 29-7294,1 0 0,1-1 0,10 34 0,1 9 180,6 137 277,-9-63-400,-10-126-263,1 1 0,0-1-1,1 0 1,0-1-1,1 1 1,7 16-1,-9-24-487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46.9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45 3810,'0'0'6437,"4"-6"-5447,0-2-681,-3 5-164,1 0 0,0-1 0,-1 1 0,1 1 0,0-1 0,1 0 0,-1 0 0,5-4 2367,-5 12-2227,4 15 57,-1 0 1,0 0-1,-1 0 0,1 34 0,-4 91 658,-2-80-613,1 205 392,0-264-776,0-1 0,0 1 0,1 0 1,2 9-1,-3-14-25,1 0 0,-1-1 1,0 1-1,0 0 0,0-1 1,1 1-1,-1 0 0,0-1 0,1 1 1,-1 0-1,0-1 0,1 1 0,-1-1 1,1 1-1,-1-1 0,1 1 0,-1-1 1,1 1-1,-1-1 0,1 0 0,-1 1 1,1-1-1,0 0 0,-1 1 0,1-1 1,-1 0-1,1 0 0,0 1 0,0-1 1,-1 0-1,1 0 0,0 0 0,-1 0 1,1 0-1,0 0 0,-1 0 1,1 0-1,0-1 0,-1 1 0,1 0 1,0 0-1,-1 0 0,1-1 0,0 1 1,-1 0-1,1-1 0,0 1 0,1-3-171,1 1 0,-1 0 0,0-1 0,0 1 0,0-1 0,-1 0 0,1 1 0,-1-1 0,1 0 0,-1 0 0,0 0 0,0 0 0,0 0 0,1-6 0,-1 2-209,9-40-3656,-6-3-3625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47.8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305 85 592,'0'0'7913,"-14"-1"-6886,-112-4 2127,118 5-2915,1 0-1,0 1 1,-1-1 0,1 1 0,0 1-1,-1 0 1,-10 3 0,14-2-136,0-1 0,0 0 1,0 1-1,1-1 0,-1 1 1,1 0-1,-1 1 0,1-1 1,0 0-1,0 1 0,1 0 0,-1 0 1,-3 7-1,-1 5 180,0 0-1,1 1 1,0 0 0,2 0-1,0 0 1,-3 31-1,3 109 1062,5-100-787,-1-45-448,1 0 0,0 0 0,1 0 0,0 0 0,0 0-1,2 0 1,-1-1 0,10 20 0,-9-24-77,0 0 0,1 1 1,0-1-1,0-1 0,0 1 0,1-1 0,0 0 0,0 0 0,1 0 1,0-1-1,0 0 0,0-1 0,10 6 0,-5-6-11,-1-1 0,1 1 1,0-2-1,0 1 0,0-2 0,0 0 0,0 0 0,0-1 0,0 0 0,0-1 1,0-1-1,19-4 0,-22 2-77,-1 0 1,1-1-1,-1 0 1,0 0-1,-1-1 1,1 0-1,-1 0 1,-1-1-1,1 0 1,-1 0-1,0 0 1,5-10-1,0 1-231,-1-1 0,-1 0-1,0-1 1,11-35 0,-13 22 41,-1 1 1,-2-1-1,-1 0 1,-2 0-1,-2-37 1,0 17 178,1 34 113,-1 0 0,0 1 0,-1-1 0,-1 0 0,-8-24-1,8 32-27,-1 0 0,0 1 0,0-1 0,0 1 0,-1 0 0,-1 0 0,1 1 0,-1 0 0,0 0 0,-1 0 0,-11-9 0,13 13-107,0 0 0,-1 1 1,1-1-1,0 1 0,-1 0 0,1 1 0,-1-1 1,0 1-1,1 0 0,-1 1 0,0 0 0,0-1 1,-8 2-1,14-1-2,0 0 0,-1 1 0,1-1-1,0 0 1,0 0 0,-1 0 0,1 0 0,0 0 0,0 1 0,-1-1 0,1 0-1,0 0 1,0 0 0,0 1 0,-1-1 0,1 0 0,0 0 0,0 1 0,0-1-1,0 0 1,-1 0 0,1 1 0,0-1 0,0 0 0,0 1 0,0-1 0,0 0 0,0 0-1,0 1 1,0-1 0,0 0 0,0 1 0,0-1 0,0 0 0,0 1 0,0-1-1,0 0 1,0 0 0,1 1 0,-1 2-869,0 11-3799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32:48.5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147 44 6019,'0'0'8641,"-16"0"-7347,10-1-1128,0 1-1,0 1 1,0-1-1,0 1 1,1 0 0,-1 0-1,0 1 1,1 0-1,-7 2 1,9-2-97,0 0 0,0 0 0,0 1 0,0-1 0,0 1 0,1 0 1,-1 0-1,1 0 0,-1 0 0,1 0 0,0 0 0,1 0 0,-1 1 0,0-1 0,0 5 0,-4 9 243,1 1-1,0 0 0,2 0 1,-3 30-1,3 74 1007,3-91-1090,0-14-90,1 0 0,1 0 1,0 0-1,6 22 0,-5-29-96,0-1-1,1 1 1,0-1-1,1 0 1,0 0-1,0 0 1,1-1-1,9 11 0,-7-11-11,0 1 0,0-2 0,1 1 0,0-1 0,0 0 0,1-1 0,0 0 0,0-1 0,20 8 0,-14-8 6,1-1-1,-1 0 0,1-1 1,0-1-1,33 0 1,-42-2-62,0 0-1,0-1 1,0 0 0,0 0 0,-1-1 0,1 0-1,0 0 1,-1-1 0,0 0 0,1 0 0,-1-1-1,0 0 1,-1 0 0,1-1 0,-1 0 0,0 0-1,0 0 1,0-1 0,-1 1 0,0-2 0,5-7-1,0 1-57,-2-1 0,1-1-1,-2 1 1,0-1-1,-1-1 1,0 1 0,-2-1-1,1 0 1,1-17 0,0-14-101,-1-89 0,-5 122 202,-1 1 0,0-1 0,-1 1 1,-1-1-1,0 1 0,0 0 0,-1 0 1,-9-19-1,9 25-7,1 1 0,-1 0-1,0 0 1,0 0 0,-1 1 0,1-1 0,-1 1-1,-1 0 1,1 0 0,-1 1 0,1 0-1,-1 0 1,-1 0 0,1 0 0,0 1 0,-1 0-1,0 1 1,-7-3 0,-3 2-40,0 0 0,-1 1 0,1 1 0,-1 0 0,0 1 0,1 1 0,-24 4 0,30-1-446,-1 0 1,1 1-1,0 0 0,0 0 1,1 1-1,0 1 0,-15 12 1,14-11-1005,-11 8-4632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6:47.2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4578,'0'0'8423,"30"0"-5374,-26 1-2989,0 0 0,0 0 0,0 0 0,0 1 0,0 0 0,-1 0 0,1 0 0,-1 0 0,5 4-1,8 4 41,58 33 408,76 40 65,-113-64-465,48 16 0,-76-31-89,0 1 1,0 0 0,0 0-1,0 1 1,-1 0 0,12 11-1,18 13 156,41 25 39,-46-30-134,48 27-1,-70-46-61,-1-2 0,0 1 0,-1 1-1,0 0 1,0 0 0,-1 0 0,0 1 0,9 10-1,-6-5 45,0-2 0,24 18 0,0 1-8,15 8-12,-38-29-33,-1 0 0,1 1 0,19 20 0,-14-11-3,2-1 1,0-1-1,38 26 0,-56-42-5,13 12 9,24 23 0,5 4 5,32 29-15,-25-33-7,21 19 17,-53-38-14,0 1 0,-2 1 0,21 29 0,-21-27-3,1 0-1,1-2 1,1 0 0,25 19-1,-17-15 43,36 38-1,21 26 89,-32-48-136,-14-12 47,89 60 158,-105-72-177,-1 1 0,31 28 0,-45-38-3,1 0-1,-1 0 1,16 5-1,11 8-6,-4 2-14,63 28-1,-85-43 15,0-1 0,0 1 0,-1 1 0,9 7-1,23 14 146,-35-24-141,13 6 62,25 18 0,-37-24-53,-1 1 0,1 0 0,-1 0 0,0 1 0,0-1 0,0 1 0,-1 0 0,1 0 0,3 9 0,-5-12-1,-1 0 1,1 1-1,-1-1 0,1 0 1,0 0-1,0 0 1,3 2-1,10 13 60,-14-15-67,0 0 1,0-1 0,0 1-1,0-1 1,0 0 0,0 1-1,0-1 1,1 0 0,-1 0-1,0 0 1,1 0 0,-1 0-1,1 0 1,-1 0 0,1 0-1,0 0 1,-1-1 0,1 1-1,3 0 1,-4-1 13,-22-1-987,9-1 527,0-1 1,0 0-1,1-1 0,-1-1 1,1 1-1,0-2 1,0 0-1,-12-8 0,-19-11-3297,-43-18-8310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6:48.3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363 26 5587,'0'0'6157,"2"-4"-5722,0 1-312,-1 2-67,0 0 0,0 0 0,0-1 1,0 1-1,-1 0 0,1 0 0,0-1 0,-1 1 1,0-1-1,1 1 0,0-4 1676,-5 22-971,2-3-698,-7 9-24,-1-1 0,-1-1 0,-23 35 0,3-5-59,-78 162 44,-38 62-2,145-271-22,-1-1 0,1 0 0,1 1 1,-1-1-1,0 1 0,1-1 0,0 1 1,0 0-1,0-1 0,0 1 0,0 7 1,26-25-6154,12-23 3715,-35 36 2110,34-33-2556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6:48.7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4610,'0'0'4560,"5"4"-3675,-2 0-666,1 0-1,-1 1 1,1 0 0,-2 0-1,1 0 1,0 0-1,-1 0 1,0 1-1,0-1 1,-1 1-1,1-1 1,0 10 0,8 29 825,21 54 1,4 17-178,76 353 1240,-100-420-1891,-3-13-23,2-1 0,16 40 0,-23-69-233,-4-17-1585,-6-5 496,-1 1-1,0-1 0,-1 1 1,0 1-1,-2 0 0,0 0 1,0 1-1,-17-16 0,-6-5-3232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6:49.1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6755,'0'0'8548,"213"0"-7620,-159 0-303,-4 0-401,-13 0-224,-12 0-32,0 0-1041,-8 0-687,-4 0-2466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6:49.7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57 2545,'0'0'5459,"4"-4"-4520,-1 1-906,0-1 215,0 0 1,0 1 0,1 0 0,0 0-1,0 0 1,0 0 0,0 0 0,0 1 0,0 0-1,6-2 1,6-3 87,-13 6-321,-1 0 1,1-1-1,-1 1 0,1 1 0,0-1 0,-1 0 1,1 1-1,0-1 0,3 1 0,13-1 147,23 2-13,-39 0-122,-1-1 0,0 1 0,0-1 0,1 1 0,-1 0 0,0 0 0,0 0 1,0 0-1,0 0 0,0 1 0,0-1 0,0 0 0,0 1 0,-1 0 0,2 1 1,2 2 76,-1 1 1,0-1 0,0 1-1,0 0 1,-1 0 0,0 1 0,0-1-1,0 1 1,-1-1 0,0 1-1,-1 0 1,1 0 0,-1-1 0,0 1-1,-1 8 1,0-7-6,0 3 181,0 0 0,-3 19 1,2-26-236,0 0 0,0 0 0,-1 0 0,1 0 0,-1-1 0,0 1 0,0 0 0,0-1 0,0 0 0,-6 7 0,-3 0-55,0-1 1,-1 0-1,0 0 0,0-1 0,-1 0 0,-25 10 0,99-17-2679,-35-1 2732,-12-1 24,-1 1 0,1 0 0,-1 1 0,1 1 0,13 3-1,-24-5-26,0 1 0,1 1-1,-1-1 1,0 0 0,-1 1-1,1-1 1,0 1 0,0 0-1,-1 0 1,1 0 0,-1 0-1,0 1 1,1-1 0,-1 0-1,0 1 1,0 0 0,-1-1-1,1 1 1,0 0 0,-1 0-1,0 0 1,0 0 0,0 0-1,0 1 1,0-1-1,0 4 1,0 6 248,0 0 0,-2 22 1,0-32-282,1-1 1,-1 0-1,1 0 1,-1 1 0,0-1-1,0 0 1,0 0 0,0 0-1,0 0 1,0 0 0,-1 0-1,1 0 1,-1 0 0,1-1-1,-1 1 1,0 0 0,0-1-1,1 0 1,-5 3 0,-3 1-6,0-1-1,0 0 1,-12 4 0,14-5-2,-17 5-151,1-1 1,-1-1 0,-1-1 0,1-1 0,-1-2 0,-28 1-1,53-3 71,-1-1-1,1 1 0,-1 0 0,1 0 0,-1-1 0,1 1 0,0 0 0,-1-1 0,1 1 0,-1 0 0,1-1 0,0 1 0,-1 0 1,1-1-1,0 1 0,0-1 0,-1 1 0,1-1 0,0 1 0,0-1 0,0 1 0,0-1 0,0 1 0,-1 0 0,1-1 1,0 1-1,0-1 0,0 1 0,0-1 0,0 1 0,0-1 0,1 1 0,-1-1 0,0 1 0,0-1 0,1 0 0,-1-3-758,0-21-3406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6:50.6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279 27 3602,'0'0'6653,"2"-3"-5906,8-13 2393,-10 20-2886,-9 29-95,-2 0 0,0-1 0,-23 44 0,2-4 59,-162 323 1209,196-445-3463,5 22 1405,2 1 0,15-36 0,-4 12-810,-5 11 86,111-269-7306,-121 298 9458,0 0-1,0 0 0,3-14 1,-5-1 8583,-2 26-9279,0-1 0,1 1-1,-1 0 1,0 0 0,1 0 0,-1 0 0,0 0-1,1 1 1,-1-1 0,0 0 0,1 1 0,-1-1 0,2 1-1,-1 4-39,1-1 0,-1 1 0,0 0 0,-1 0 0,1-1 0,-1 1 0,0 0 1,0 0-1,0 9 0,1 1 75,89 506 3063,-29-297-1862,-58-216-1305,-3-7-251,-1-7-257,0 0-1,0 0 1,-1 0-1,0 0 1,0 0 0,0 0-1,-1 0 1,1 0-1,-2 0 1,-3-9 0,-6-6-2079,-18-27 0,24 39 1134,-22-33-3955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6:50.9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38 9652,'0'0'4883,"213"-4"-4883,-167-11-1313,-13 0-1648,-16 12-1617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6:51.4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152 0 4098,'0'0'5512,"54"0"-2442,-51 0-3000,0 0-1,-1 0 0,1 1 0,0-1 0,0 1 0,0-1 0,-1 1 0,1 0 0,0 0 0,-1 0 1,1 0-1,-1 1 0,1-1 0,-1 1 0,5 3 0,-3 0 63,0-1 0,-1 1-1,1-1 1,-1 1 0,0 0-1,4 10 1,-5-6 59,1-1 0,-1 0 1,-1 1-1,0 0 0,0-1 0,-1 1 0,0 0 1,-2 16-1,2-22-180,-1 0 0,1 0-1,-1-1 1,0 1 0,0 0 0,0 0 0,0-1 0,-1 1-1,1 0 1,-1-1 0,0 0 0,1 1 0,-1-1 0,0 0 0,-4 4-1,-4 1-5,1 0 0,-18 10 0,9-6 7,-157 100-428,173-109 408,-1 0 1,1-1-1,0 1 1,0 1-1,0-1 1,0 0-1,0 0 1,1 1-1,-1-1 1,-1 5-1,2-7 14,1 1 0,0 0 0,0-1 0,-1 1 0,1 0 0,0 0-1,0-1 1,0 1 0,0 0 0,0 0 0,0 0 0,0-1-1,0 1 1,0 0 0,0 0 0,1-1 0,-1 1 0,0 0 0,0-1-1,1 1 1,-1 0 0,1-1 0,-1 1 0,0 0 0,1-1 0,-1 1-1,1-1 1,-1 1 0,1-1 0,0 1 0,-1-1 0,1 1-1,-1-1 1,1 1 0,0-1 0,0 0 0,-1 0 0,1 1 0,0-1-1,-1 0 1,1 0 0,0 0 0,0 1 0,-1-1 0,2 0 0,36 5 231,0-1 1,0-2 0,56-4 0,-19 1-923,-61 1 118,8 0-3759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6:53.0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263 147 2401,'0'0'4634,"10"-21"-4127,29-63 48,-27 43 5232,-23 69-5637,-29 54-1,12-29-37,-16 35 26,-138 316 908,178-394-1045,1 0 0,0 0 0,0 1 0,1-1 0,-1 20-1,3-28-50,2-2-138,0 0 149,0-1 1,0 1-1,0-1 1,0 0-1,-1 1 1,1-1-1,0 0 1,0 0 0,0 0-1,-1 0 1,1 0-1,0-1 1,-1 1-1,3-3 1,19-24-800,-19 23 560,8-11-624,13-18-2195,25-44-1,-25 30-1549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6:53.4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0 131 2513</inkml:trace>
  <inkml:trace contextRef="#ctx0" brushRef="#br0" timeOffset="1">0 131 2513,'80'-87'2753,"-78"86"-2637,-1-1-1,1 1 1,-1-1-1,1 0 0,-1 0 1,0 1-1,0-1 1,0 0-1,0 0 0,0 0 1,0 0-1,0-1 1,0 1-1,-1 0 0,1 0 1,-1-3-1,0 5-81,0 0-1,0-1 0,0 1 1,0 0-1,0-1 0,1 1 1,-1 0-1,0-1 0,0 1 0,0 0 1,0 0-1,0-1 0,1 1 1,-1 0-1,0-1 0,0 1 1,0 0-1,1 0 0,-1 0 1,0-1-1,1 1 0,-1 0 1,0 0-1,0 0 0,1 0 1,-1-1-1,0 1 0,1 0 1,-1 0-1,0 0 0,1 0 1,-1 0-1,0 0 0,1 0 1,-1 0-1,0 0 0,1 0 1,-1 0-1,0 0 0,1 0 1,-1 0-1,2 0 72,-1 0 0,1-1 0,-1 1 0,1 0 0,-1-1 0,1 1 0,-1 0 0,1 0 0,-1 0 0,1 0 0,-1 1 0,1-1 0,-1 0 0,1 1 0,-1-1 0,0 1 0,1-1 0,-1 1 0,1 0 0,-1-1 0,0 1 0,0 0 0,1 0 0,0 1 0,0 2 28,1-1 1,-1 1-1,-1-1 1,1 1-1,0 0 1,-1 0-1,0 0 0,1 5 1,31 180 2433,-19-97-1783,23 154 1126,-19-1-894,-18-229-1364,2-37-4247,-3 16 3984,-1 0 1,1 1 0,-1-1 0,1 1 0,-1-1 0,-4-5-1,-27-34-4439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6:53.7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20 11317,'0'0'3106,"212"0"-2690,-141 0-416,-8-12-1121,-13 5-2945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6:54.1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 1 3730,'0'0'9476,"-16"225"-8788,16-195-191,-5-8-305,5-11-96,0-3-64,0-42-8612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6:54.4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396 0 3954,'0'0'5213,"1"5"-4197,-1-1-922,0 0 0,0 0 0,-1 0 0,1 0 0,-1 0 0,0 0 0,0 0 0,0 0 0,0 0 0,-1-1 0,1 1 0,-1 0 0,-3 4 0,-6 9 201,-22 24 0,3-3 72,-123 199 1401,42-62-921,104-164-817,3-6-11,1 0 0,-1 0 1,0 0-1,0 0 1,0-1-1,-7 6 0,9-9-141,3-19-1264,1 0 1,1 0 0,0 1-1,1-1 1,1 1 0,1 0-1,8-19 1,2-4-725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6:54.8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305 11 3682,'0'0'7475,"8"-2"-6909,23-6-75,-30 8-459,-1 0 0,1 0 1,0 0-1,0 0 1,-1 0-1,1 0 0,0 0 1,-1 0-1,1 0 0,0 0 1,0 0-1,-1 0 1,1 1-1,0-1 0,-1 0 1,1 0-1,0 1 1,-1-1-1,1 1 0,0-1 1,-1 1-1,1-1 0,-1 0 1,1 1-1,-1 0 1,1-1-1,-1 1 0,1-1 1,-1 2-1,8 18 296,-7-15-171,6 29 436,-1 1-1,-2-1 0,1 45 0,-4-50-269,3 51 186,12 170 694,-8-176-992,24 98 0,-29-162-821,-2-17-1486,-6-18-336,1 16 1484,0 0 1,-1 1-1,-7-10 0,-25-34-5354</inkml:trace>
  <inkml:trace contextRef="#ctx0" brushRef="#br0" timeOffset="1">1 374 10485,'0'0'3265,"262"-41"-4273,-212 34-1970,-12-1-2400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6:55.2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0 6403,'0'0'7254,"0"20"-6232,0 125 995,-1-112-1316,0-17-148,1 0-1,3 29 0,-3-44-529,1 1-1,-1-1 1,1 1 0,-1-1-1,1 0 1,-1 1 0,1-1-1,0 0 1,0 0 0,-1 1-1,1-1 1,0 0 0,0 0-1,0 0 1,1 0 0,-1 0-1,0 0 1,0-1 0,0 1 0,1 0-1,-1 0 1,0-1 0,1 1-1,-1-1 1,0 1 0,1-1-1,-1 0 1,1 0 0,-1 1-1,1-1 1,-1 0 0,0 0-1,1 0 1,-1-1 0,1 1-1,-1 0 1,1 0 0,1-1-1,2 0-20,-1-1 0,1 1 1,-1-1-1,0 1 0,1-1 0,-1-1 0,0 1 0,0 0 0,0-1 0,7-6 0,-1-2-391,-1-1-1,0 0 1,0-1-1,-1 0 1,-1-1-1,0 1 1,-1-1-1,-1 0 1,0-1-1,0 1 1,-2-1-1,0 0 0,0 0 1,-1-17-1,-1 30 354,-1 1-1,0-1 1,0 1 0,0-1-1,0 1 1,0 0-1,-1-1 1,1 1-1,0-1 1,-1 1-1,1-1 1,-1 1-1,1 0 1,-1-1-1,0 1 1,1 0-1,-1 0 1,0-1-1,0 1 1,0 0-1,-1-1 1,-1 1 32,1 0 0,-1 0 0,1 0 0,0 1 0,-1-1 0,1 1 0,-1 0 0,0 0 1,1 0-1,-4 0 0,-9 0 193,2-1-174,0 1 0,0 1 0,0 0 1,0 1-1,-23 6 0,10 0-2408,1-1-3677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7:23.0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27 6051,'0'0'6251,"-7"-4"-5360,-28-18 4741,40 22-5539,1 1 1,-1 0 0,0 0 0,0 0 0,1 1 0,-1 0 0,0 0-1,-1 0 1,7 4 0,44 30 173,-25-15-109,3 0-59,-1 1-1,-1 2 1,-1 0 0,-1 3-1,50 57 1,-46-39-58,2-3-1,2 0 1,1-3-1,47 37 1,-70-64-52,-1 1 0,-1 1-1,0 0 1,-1 0 0,0 1 0,-2 1 0,1 0 0,-2 0 0,0 1-1,11 30 1,-12-29 38,0-2 0,1 1-1,1-1 1,1-1 0,0 0-1,1 0 1,1-1 0,25 22-1,-19-17 1,31 38-1,7 10-4,20 3 0,-44-42-7,-1 2 0,34 41 0,-52-55-15,26 23 0,-29-29 0,-1 0 0,1 0 0,-2 1 0,1 1 0,10 17 0,-11-15 3,-7-12-5,0 0-1,-1 0 1,1 1 0,-1-1 0,0 0 0,1 1-1,-1-1 1,-1 1 0,1-1 0,0 1 0,0-1-1,-1 1 1,0 0 0,1-1 0,-1 4 0,0-4-126,-3-19-1476,-15-22 74,10 23 118,0 0 1,-4-18-1,-2-17-4217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7:23.8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1626 1 4370,'0'0'7395,"-4"1"-6405,-191 66 1949,-35 11-1652,191-65-1244,0 1 0,1 2 0,-53 31 1,-101 76 4,112-70 3,-121 90 64,-17 16-61,168-129 25,-1-2 0,-91 37 0,93-43 126,42-16 123,15-3 219,15-1-275,15-2-1338,-2 0-4529,-23 0 913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7:25.2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23 4594,'0'0'6440,"-1"-3"-5650,0-1-389,0-3-326,0-2 3184,8 13-2549,50 39-382,-2 2 0,92 98 0,-92-85-129,3-3-1,104 77 0,-144-116-182,-1-1-1,0 2 0,-1 1 1,-1 0-1,-1 0 0,0 2 1,17 33-1,-25-44 1,1 0-1,0-1 1,0 1-1,1-2 1,0 1 0,1-1-1,-1-1 1,19 11 0,11 10 35,-32-22-43,0 0 0,0 0 1,-1 0-1,0 1 0,0 0 0,0 0 0,-1 0 1,0 1-1,0-1 0,0 1 0,-1 0 0,0 0 1,4 15-1,-2 1-647,-13-42-1504,-3-8 934,-5-10-1998,0-3-2238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7:25.9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1154 4 2977,'0'0'5955,"-6"-3"-5010,2 3-802,0-1 1,-1 1 0,1 0-1,0 1 1,0-1 0,0 1 0,-1 0-1,1 0 1,0 0 0,0 0-1,-6 4 1,-46 27 937,28-14-714,-25 16-246,2 2 1,1 2 0,2 3-1,-45 48 1,31-31-30,-77 57 0,19-40-48,80-52-31,-41 30-1,18 1-19,-91 98-1,135-132 7,10-12 0,7-6 2,0 0 0,-1 0 0,1 0 0,0 1 0,0-1 0,0 0 0,1 1 0,-1-1 1,1 1-1,-1 0 0,1-1 0,0 1 0,-2 6 805,11-10-965,0 1 0,-1-1 0,1-1 0,0 1 0,-1-1 0,12-5 0,41-22-5017,-55 27 4489,32-17-6202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7:27.1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10 3762,'-4'-10'12686,"4"12"-12619,0 0 0,1 0 0,0 0 0,-1 0 0,1 0 0,0 0 0,0 0 0,0 0 0,0 0 0,0 0 0,0-1 0,0 1 0,1 0 0,-1-1 0,1 1 0,1 1 0,33 24 156,-20-16-83,59 46 158,-3 2 1,66 72 0,40 41 275,-119-119-534,177 148 749,-211-183-763,-2 1 0,35 35 0,-56-51-41,1-1 0,-1 0 0,1 0-1,-1 0 1,1 0 0,0 0 0,0 0 0,0-1 0,0 1 0,6 1 0,-8-3-99,-14-10-1570,-8-12 840,8 11-241,1-2 0,1 1 0,0-2-1,1 1 1,-11-21 0,3-6-3248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7:27.7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1005 23 3794,'0'0'4850,"0"-3"-3986,4-16 3995,-13 19-4655,1 1 1,-1 1-1,1-1 1,-1 1-1,1 1 1,0 0-1,-16 7 1,-53 34-190,73-41 20,-285 206 512,98-65-529,-48 33 9,135-94-24,103-82-23,-1 0 0,0 0 0,1 1 0,0-1 0,-1 0 0,1 0 0,0 1 0,-1-1 0,1 1 0,0-1 0,0 1 0,0 0 0,1-1-1,-1 1 1,0 0 0,1 0 0,-1-1 0,1 1 0,-1 3 0,6-21-3466,6-8 556,2-2-2275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7:28.7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42 3490,'0'0'4925,"-1"-7"-4275,-5-20 65,5 20 2060,14 7-633,-8 2-2033,0 0-1,0 0 1,0 0-1,-1 0 0,1 1 1,-1 0-1,1 0 1,4 4-1,7 5 157,116 87 955,-48-33-1002,-38-31-87,-1 2 1,-1 1-1,-3 3 1,-1 2-1,-2 1 0,-2 2 1,31 52-1,-54-77-44,20 34 138,68 88-1,-96-136-220,1-1-1,0 0 0,0 0 1,1 0-1,-1-1 0,1 0 1,0 0-1,1-1 0,-1 0 1,1 0-1,10 3 0,-15-6 17,2 0-543,-4-9-150,-1 2 598,-1-2-283,0-1 0,0 1 0,-1 0 1,0 0-1,-1 0 0,0 0 0,0 1 0,-5-9 0,-6-16-1207,-3-12-2183,-3-1-1548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7:29.3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1185 54 2849,'0'0'4690,"4"-8"-3828,9-26 45,-12 34-819,-1 0 0,0 0 0,0-1 0,0 1 0,0 0 0,0-1 0,0 1 0,1 0 0,-1-1 0,0 1 0,0 0 0,0-1 0,0 1 0,0 0 0,0-1 0,0 1 0,-1 0 0,1-1 0,0 1 0,0 0 0,0-1 0,0 1 0,0 0 0,0-1 0,0 1 0,-1 0 0,1 0 0,0-1 0,0 1 0,-1 0 0,1 0 0,0-1 0,0 1 0,-1 0 0,1 0 0,0 0 0,0-1 0,-1 1 0,1 0 0,0 0 0,-1 0 0,1 0 0,0 0 0,-1 0 0,1 0 0,-1 0 0,-18 0 426,13 0-143,-11 0-121,-3 0 190,-30 3 0,43-2-357,1 0 0,-1 1 1,1 0-1,-1 0 0,1 1 0,0-1 0,0 1 0,-9 6 0,-20 16 111,1 3-1,1 0 1,-41 47-1,-79 110-63,-2 1-94,-302 244-4,395-374-22,50-49-465,9-13-1359,10-15-932,4 1-1712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7:30.2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 3426,'0'0'7664,"-5"0"-5839,12 1-1647,-1-1-1,0 1 1,-1 1 0,1-1-1,0 1 1,0 0-1,-1 1 1,1-1 0,-1 1-1,1 0 1,-1 1-1,8 6 1,9 9 292,29 31 0,-37-35-248,15 15-45,298 293 495,-179-184-379,47 40 153,-135-135-362,-46-36-78,-1 1 0,0 0 0,0 1 0,18 20 0,-31-30-20,0 0-1,0 0 1,0 0-1,0 0 1,0 0-1,1 0 1,-1 1-1,0-1 1,0 0-1,0 0 1,0 0-1,0 0 1,0 0-1,0 1 1,0-1-1,1 0 1,-1 0-1,0 0 1,0 0-1,0 1 0,0-1 1,0 0-1,0 0 1,0 0-1,0 0 1,0 1-1,0-1 1,0 0-1,0 0 1,0 0-1,0 1 1,0-1-1,0 0 1,-1 0-1,1 0 1,0 0-1,0 1 1,0-1-1,0 0 1,0 0-1,0 0 1,0 0-1,-1 1 1,-9 0-152,-13-6 98,11-1-247,0-1 1,0 0-1,1-1 0,0 0 1,1-1-1,0 0 1,0-1-1,1 0 0,0 0 1,-9-15-1,9 12-880,2 0 0,-1 0 0,1-1 0,1 0-1,-5-19 1,1-11-4701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7:30.6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1014 0 6707,'0'0'7030,"-8"0"-6230,-7 2-712,1-1 0,-1 2-1,1-1 1,0 2 0,0 0-1,0 1 1,1 0 0,-1 1 0,-14 9-1,-115 79-127,139-91 52,-74 54 42,-126 117 1,68-25 4,-58 56-25,183-196-255,-2 0 0,1 0-1,-1-1 1,-23 11-1,36-19 186,-1 0-1,1 0 0,0 0 0,0 0 0,0 0 1,0 1-1,0-1 0,0 0 0,-1 0 1,1 0-1,0 0 0,0 0 0,0 0 0,0 0 1,0 0-1,-1 0 0,1 0 0,0 0 1,0 0-1,0 0 0,0 0 0,-1 0 1,1 0-1,0 0 0,0 0 0,0 0 0,0-1 1,0 1-1,-1 0 0,1 0 0,0 0 1,0 0-1,0 0 0,0 0 0,0 0 1,0 0-1,0 0 0,-1-1 0,1 1 0,0 0 1,0 0-1,0 0 0,0 0 0,0 0 1,0-1-1,0 1 0,0 0 0,0 0 0,0 0 1,0 0-1,0 0 0,0-1 0,0 1 1,0 0-1,0 0 0,0 0 0,0 0 1,0-1-1,0 1 0,0 0 0,0 0 0,0 0 1,0 0-1,5-14-747,22-21-1260,16-8-517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7:31.4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7 4914,'-2'-1'6886,"-9"-4"-3465,15 13-3278,13 13 265,0-1-1,28 24 0,-5-5-183,392 452 337,-329-350-54,-101-139-499,1 10 21,-3-12-123,0-11-946,0-150-6491,0 112 2987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7:31.8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1088 1 3314,'0'0'6741,"-9"0"-3227,3-1-3294,-1 1-1,1 0 1,-1 1 0,1 0-1,-9 1 1,-5 8 4,0 1 1,1 1-1,0 1 0,-22 20 1,23-19-64,-472 411 751,293-218-1146,82-59-2834,68-84-1153,2-10-3449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7:54.6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11458 659 176,'13'-19'15731,"-13"18"-15558,0 1 0,0-1 0,0 0 331,0 0-480,0-1 3,-29 0 421,15-5-292,13 6-148,-1 1-1,1-1 1,0 0-1,0 0 1,0 1-1,0-1 1,-1 1-1,1-1 1,0 1 0,0 0-1,-1-1 1,1 1-1,-3 0 1,-10 1 37,0-1 1,0-1 0,0 0 0,0-1-1,0-1 1,1 0 0,-18-6-1,27 8-32,0 0 0,0-1 0,-1 1 0,1 1 0,0-1 0,-1 1 0,-6-1 0,6 1 3,0 0 0,0 0 0,0-1 0,0 0 0,0 0 0,0 0 0,-7-3 0,-20-5 54,26 8-54,0-1-1,-1 1 1,1-1-1,0 0 1,1-1 0,-11-5-1,6 3-11,-1-1 0,0 2 0,0-1 0,0 1 1,-1 1-1,-18-3 0,-15-5 4,31 7-4,0 2-1,-16-2 1,-21-5-4,39 7 0,-1 0 1,-19 0-1,-2 0 4,-203-12 18,157 9 21,33-7-48,15 2 23,-34-2 1,-87-3 1,86 9-14,-14-2-15,-140-7 72,70 8 30,-3-1-90,-203 4 37,345 4-28,0-1 0,-20-5 0,20 3-21,0 1 1,-21-1-1,-646 3 359,508-13-360,50 1 4,-185 9 34,158 5-24,-368-2-47,360-13 77,-1 0 23,-268-13-49,357 21-28,-88 5 0,-45-3 38,100-6-3,-136-31 0,168 27 22,0 2-1,-1 4 1,-101 1 0,101 2-30,-133-23 1,168 21-10,-28-1 22,-1 2 1,-71 4-1,-45-2 15,-369-12 42,144 4-74,402 11-3,-181-4 3,140 1-3,0-2 0,-51-13 0,46 6-1,1 2 0,-94-6 0,-145 13 26,22 0-2,227 2-24,-23-1-7,-71-11 1,55 5 7,0 3 0,-87 6 0,59 0-5,-6-2 0,0 6 1,-156 25-1,10 3 23,-48 10-1,258-29 20,1 1 1,1 3-1,-80 43 0,96-43 101,-50 39-1,59-42-123,2 0 11,1 0 0,0 1 0,1 1 0,1 1 0,1 0 0,1 1 0,0 0 0,1 1 0,1 0 0,1 1 0,1 1 0,-12 41 0,9-11 37,1 1 0,4 0 0,1 1 0,2 77-1,4 326 14,1-443-64,1-1-1,0 1 1,1-1-1,6 17 1,4 22 6,-4 12 4,-1 125 1,-1-7-17,48 215 40,-51-380-39,1 1 1,0 0-1,2-1 0,10 21 1,-7-16 18,12 39 1,-2 38-8,-15-68-4,0-1-1,11 30 0,35 140 6,-37-149-1,1 0-1,28 59 1,9 23 14,-43-103-22,1-2-1,2 1 0,24 41 0,-29-59 23,0-1 0,0 0 0,1-1 0,1 0-1,-1 0 1,2 0 0,-1-1 0,1-1 0,0 1 0,0-2-1,21 11 1,83 26 92,-53-22-42,10 4-48,74 17 1,-102-33-33,0-2 0,1-2 0,51 0 0,946-5-101,-929 6 63,1 4 0,113 27 0,-160-25 48,280 59 23,-167-33-23,79 13 8,-68-28-5,17 3 2,96 3-3,-241-24-17,290 37-89,22 2 90,-85-18-248,-9 0 15,-153-14 92,39 2-5,1113-5-711,-858-10 816,0-6-112,445 7 390,-710 13-261,1 0 34,226-2 29,263-11 40,-426-7 138,2-1 5,-208 8-199,0-1 0,1-1-1,-1 0 1,0-1 0,15-6 0,64-28 46,10-3 125,-88 35-133,0-1 0,27-16 0,2-1 44,-37 20-79,0-1-1,0-1 0,-1 1 0,1-1 0,-1 0 0,0 0 0,7-9 0,34-47 244,-11 14-153,-12 19-76,2 2 1,40-33-1,-50 44-27,-1 0 0,26-33 1,0-1 18,-32 40 0,-1 0 0,0 0 0,-1-1 1,0 0-1,-1-1 0,0 0 0,0 0 1,-1 0-1,-1 0 0,1-1 0,2-18 1,16-88 137,10-187 0,-26 220-108,32-142 0,-11 80-42,-2-175-17,-23 263 20,-2-21-42,-2 46 34,2 0-1,2 0 1,6-34-1,41-252-55,-41 9-240,-10 209 281,10-84-118,-9 159 95,1 16 20,-1-1 1,0 0-1,-1 0 1,0 1-1,-1-1 1,-1 0-1,-3-12 1,3 16-9,1-1 0,0 0 0,-1-11 1,3 13 5,-1 0 1,-1 1-1,1-1 1,-1 0-1,0 1 1,-5-12 0,2 6-11,0-1-1,1 1 1,1-1 0,0 0 0,0 0 0,1 0 0,1 0 0,1-1 0,0-15 0,0 26 15,1 1 0,-1-1 0,-1 0 0,1 0 0,0 0 0,-1 1 0,1-1 0,-1 0 0,0 1 1,0-1-1,0 0 0,0 1 0,0-1 0,-1 1 0,1-1 0,-1 1 0,-2-3 0,3 4 1,-1 0 0,1 0 0,0 0 0,0 0 0,0-1 0,0 1 0,0 0 0,0-1 0,0 1 1,0-1-1,0 1 0,0-1 0,1 1 0,-1-1 0,1 0 0,-1 1 0,1-1 0,0 0 0,0 1 0,-1-1 0,1 0 0,0 1 0,1-4 0,-1 3 1,0-1 0,0 1 0,0 0 0,-1 0 0,1-1-1,-1 1 1,1 0 0,-3-4 0,3 4 35,-55-1-6523,22 3-849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8:25.10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2154 111 4418,'0'0'7259,"2"-6"-6544,-2 4-628,1-1 48,0 0 0,-1 0 0,1 0 0,0 0-1,0 0 1,1 1 0,-1-1 0,1 1 0,-1-1-1,1 1 1,4-5 0,-6 7-18,0 0 0,0-1 0,0 1 0,0 0 0,-1 0 0,1 0 0,0-1 0,0 1-1,0 0 1,0 0 0,0-1 0,0 1 0,0 0 0,0 0 0,0 0 0,0 0 0,-1-1 0,1 1 0,0 0 0,0 0 0,0 0 0,0 0 0,-1-1-1,1 1 1,0 0 0,0 0 0,0 0 0,-1 0 0,1 0 0,0 0 0,0 0 0,-1 0 0,1-1 0,0 1 0,0 0 0,0 0 0,-1 0-1,1 0 1,0 0 0,-15-4-801,11 2 1109,-12-2-399,1 1 0,0 1 0,-1 0 0,-16 0 0,13 1-9,-50-4 0,-128-6 9,92 12 9,-118-2-30,122-11 34,20 2-9,-116 8 130,99 4-115,84-2-27,-24-1 11,0 3 1,-54 7 0,46-3 20,1-2 0,-86-4-1,53-1-19,-227-7-30,300 8 2,-1-1 0,1 1 1,-1 1-1,0-1 0,1 1 1,-1 0-1,1 0 0,0 1 1,-1-1-1,1 1 0,0 1 1,0-1-1,0 1 0,-6 4 1,5-3 7,1 1 1,0-1 0,1 1-1,-1 1 1,1-1-1,0 1 1,1-1 0,-1 1-1,1 0 1,-5 13 0,1 2 46,2 0 0,-4 24 1,1-5-30,2-1 92,2 1 1,1 67-1,3-98-105,0 377 471,1-364-457,7 36 0,-5-37-21,2 36 0,-1 224 88,-4 184-37,0-465-51,0 1-13,0 1 26,0-1 70,1-1-107,2 0 19,-3 0 21,1 0-64,0-1 26,0 1 1,-1 0 0,1 0 0,0 0-1,0 0 1,-1 0 0,1 0 0,0 0 0,0 0-1,-1 0 1,1 0 0,0 0 0,0 0-1,-1 1 1,1-1 0,0 0 0,0 0-1,-1 1 1,1-1 0,0 0 0,-1 1-1,1-1 1,-1 1 0,2 0 0,16 14 448,-17-15-422,4 6 28,-1 1 1,1-1 0,-1 1-1,0 0 1,-1 0-1,1 0 1,-2 1 0,1-1-1,-1 1 1,3 13-1,6 18 60,-6-22-51,6 29 0,-2-3-14,-2-10 4,-2 0-1,-1 0 1,-2 0 0,-2 36 0,0-55-47,0 589 68,-9-464-76,1 2-5,8-138 19,0 12-7,0-1 0,4 24 0,-3-33 9,1 1 0,0-1 0,0 0 0,0 0 0,0 0 0,1 0 0,0 0 0,0 0-1,6 7 1,7 7 30,-6-6-30,1 0 0,22 20-1,-29-30-6,0 1 0,1-1 0,0 0 0,-1-1 0,1 1 0,0-1 0,0 0 0,0 0 0,1 0 0,-1-1 0,0 0 0,10 1 0,176 0-85,-99-3 70,-70 2 29,31 5 0,-30-2 0,33 0 0,25-2-56,91 15 0,-30 11 5,-92-16 47,103 11 0,-13-22-10,-86-3 1,0 3 0,66 10 0,107 11-10,-21-3 22,-118-10 25,152-5 0,-142-5 0,-29 2-29,-1 2-1,0 4 1,0 3 0,79 21-1,-119-24 0,-1-2 1,1-1-1,35 1 0,86-5 6,-61-2-6,46 14 2,0-1 8,123 0-9,-61 0-6,596-7-152,-704-15 163,-84 10-11,0 1 1,0-1-1,0 0 0,-1 0 0,1 0 0,0 0 0,0-1 0,-1 1 1,7-5-1,33-24-47,-13 8 8,-7 10 72,-19 10-28,-1 1 0,1-1-1,-1 0 1,0 0-1,0 0 1,0 0-1,0 0 1,0-1 0,0 1-1,-1-1 1,1 0-1,3-5 1,0-3 3,0 0-1,-1-1 1,0 1 0,-1-1 0,3-13-1,10-65 59,-8 42-53,23-107 17,-27 109 9,-2-1 0,-5-57-1,1 24-6,1-1383 166,12 1310-176,1-1-84,-11 93 27,18-97-1,-10 88-46,-8 45 102,-2-48 0,-1 29-6,0 35-11,0 0-1,-1 1 1,0-1 0,-1 1-1,1-1 1,-1 1 0,-1 0 0,-7-13-1,7 16 1,0 0 0,0 1 1,0-1-1,-1 1 0,1 0 0,-7-4 0,-3-3-11,8 5 10,-8-7-3,-30-21 0,39 31 6,0 0 1,0 1-1,0-1 0,0 1 0,-1 0 1,1 0-1,-1 1 0,1 0 1,-1-1-1,1 2 0,-7-1 0,-508-3 137,445-3-139,60 6 0,0-1 0,-18-3 0,18 2 0,0 1 0,-17 0 0,-156-6 14,1 1 33,82 8-21,-115-3 12,124-11-38,42 4 3,34 5 12,-38-12 0,44 11 15,0 1 0,-1 0-1,0 1 1,1 1 0,-21-1-1,-173-9 123,101 4 118,53 3-144,-24 0 47,55 4-96,-39-7 0,16 1 49,-33-11 55,23 5-142,39 8 8,0 1-1,0 1 0,-34-2 0,-256 5 456,301-1-500,1 0 0,0 0 0,0-1 0,0 1 0,0-1 1,0-1-1,0 1 0,-7-5 0,-7-4 8,-48-14 10,47 19-17,0-1 0,0-2 0,-25-14 0,35 19-3,0-1 0,0 1 0,-1 1 0,1 0 0,-1 0 0,0 1 0,0 1 0,-14-1 0,-24-4 0,4 0 30,-1 2 1,-92 4-1,56 2 29,58-3-121,10 0-132,0 1-1,1 1 0,-1 0 0,0 0 0,1 1 1,-1 1-1,-22 7 0,-39 26-6701,30-17-2922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8:39.16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2267 122 3009,'-9'-11'10515,"-3"0"-10083,2 6-321,0 0 0,0 1 0,0 1 0,0-1 0,-1 2 0,1-1 0,-19-1 0,21 3-84,-83-8 658,-166 6-1,138 5-759,-314-2 427,422-1-339,-1-1-1,1 0 1,0 0 0,-15-5 0,-24-6 22,-145-8 66,131 14 227,0 3 0,-75 5-1,48 0-243,-22 7 39,-151-4-22,198 7-101,40-2-32,6 0 19,16-8 12,0 1-1,0-1 1,0 1-1,0 0 1,1 0 0,-1 1-1,1-1 1,-1 1 0,1 0-1,0 0 1,0 0-1,0 0 1,1 0 0,-1 0-1,1 1 1,-1 0 0,1-1-1,0 1 1,1 0 0,-1 0-1,1 0 1,-1 0-1,1 0 1,0 4 0,-2 12 24,1 0 1,1 0-1,1 0 1,2 20-1,0 5 105,-3 12-78,0-20 32,1 1 0,2-1-1,1 0 1,10 42 0,-7-44-98,-1 2 1,-1-1 0,-3 0-1,-3 52 1,1-12 65,1 1618 265,-9-1570-283,1 48 2,8 106-20,1-274-19,0-1 0,0 1 1,0 0-1,0 0 0,0-1 1,1 1-1,0-1 1,0 1-1,0-1 0,0 0 1,4 5-1,10 17-19,-12-17 24,0-1 0,0 0 1,1 0-1,0-1 0,0 0 1,1 1-1,0-2 0,0 1 1,0-1-1,1 0 0,0 0 1,0 0-1,0-1 0,0-1 1,11 5-1,41 17-14,-31-13 3,31 10-1,1-4 18,101 14 1,130 25-119,-212-38 89,-40-8-40,1-2 0,0-1 0,75 3 0,37-1-10,5-1-155,374-9-450,-335-4 523,84-3 174,370 7 125,-446-13-195,-78 3-7,37-8 63,61-1-64,352 19-226,-447 11 324,3 0-126,151-11-92,-276 1 161,-1-1 1,1 0-1,0-1 0,0 0 1,-1 0-1,1 0 0,-1-1 0,1 0 1,-1 0-1,0-1 0,1 1 1,-1-1-1,-1-1 0,1 1 0,0-1 1,-1 0-1,0 0 0,0-1 1,0 0-1,0 1 0,6-11 1,5-6-91,1 0 1,34-32 0,-36 41 24,-2-2 1,0 0-1,0 0 1,-1-1-1,-1-1 1,-1 1-1,16-32 1,-25 43 81,5-10 21,0 0-1,-2 0 0,1-1 0,-2 1 0,4-27 0,-1-20 166,3 1 0,22-79 0,-23 100 45,-3 0 0,-1-1-1,-2-76 1,1-7 255,2-321-201,-7 255-51,2 142-226,1-16 38,-13-111-1,3 88 187,3-160 0,7 158 54,-3 53-159,-5-35 0,-1 2-36,6 45-56,2 12-10,-1-1 0,0 0 1,0 0-1,-2 1 1,1-1-1,-1 1 0,-1 0 1,-7-16-1,1 5 66,1 0-1,1-1 1,-6-27-1,9 33-36,3 6-12,0 1-1,1-1 1,0 0-1,2-21 1,-1 24-31,1 0 1,-1 0-1,-1 0 0,1 0 1,-1 0-1,-1 0 1,0 0-1,-5-15 0,1 6 31,-5-7 49,8 18-65,1 0-1,0 0 1,0 0 0,1 0-1,-1 0 1,1-1 0,0 1-1,1-1 1,0 1 0,0-1-1,1-8 1,0-1 111,-1 14 51,-106 3-3469,62 2-925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8:53.9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4098 283 4594,'0'0'5229,"1"-10"-4007,0-6-814,1-7-186,-2-7 3267,-37 6-3225,30 20-216,-1 1 0,1 0-1,0 0 1,-15-3 0,14 4 14,1 0 0,-1 0 0,1-1 1,-8-4-1,3 1 13,0 1 1,-1 0-1,1 1 0,-1 0 1,-25-4-1,25 6-20,-137-36 316,15 15 26,-167-6 1,114 18-110,-585 1 521,488 12-527,-314-2 321,148 4-403,352 3-166,4 1-17,-71 5 18,6 0-12,145-12-19,1 0 0,-1 1 0,-16 5 0,-11 1-33,39-7 28,1-1 0,0 1 0,0 0 0,0 0 0,0-1 1,0 1-1,0 0 0,0 1 0,1-1 0,-1 0 0,0 0 0,1 1 0,-1-1 0,1 1 0,-1 0 0,1-1 0,0 1 0,-1 0 0,0 2 0,-3 5 64,1 0-1,1 1 0,-3 10 0,-3 5-25,-2 10-15,1 0 1,2 0-1,1 1 1,-2 38-1,-2-3-10,-2 0-1,-43 127 1,47-170-7,2-1 0,0 1 1,-4 56-1,1-8 13,-25 95 0,9-52-22,9 12 11,10-67 5,-2 43 23,7 108-1,-3 42 19,2-7-38,5-130-11,-2-83 1,1 0-1,11 58 0,-9-73-6,-1-1 0,-2 37 0,2 16-5,1-1-13,-4-58 15,1 0-1,0 0 1,1 0 0,1 0 0,1 0 0,0 0 0,0-1 0,9 21-1,8 13-297,-13-29 372,15 28-1,-19-42-104,0 0 0,0 0-1,1-1 1,-1 1 0,1-1 0,0 0 0,0 0 0,1 0-1,8 6 1,9 10 60,-20-17-17,1 0 0,-1-1 0,1 1 0,-1-1 0,1 0 0,0 0 0,4 3 0,18 4-24,-1-1-1,1-1 1,0-1-1,1-1 0,26 1 1,-33-3 7,96 5-161,-77-7 91,1 2-1,53 12 0,-57-8-14,1-1 0,53 1 1,75-7-209,-69-2 196,150 15-183,-78-3-1,-13 4 19,-1-1 306,-78-11-89,85 5-198,-124-3 181,-1 1-1,49 13 1,-10 3 74,0-3 1,1-3 0,1-4-1,116 3 1,180-14 133,-159 12 75,-180-13-206,41 1 8,0 2-1,86 15 1,-91-8-7,110 0 1,-48-5 12,-19 13-26,10 0-157,4-13 33,55 3 115,217 5-45,-387-12 47,-4 0 12,-1-1-1,1 0 0,0 0 0,0 0 0,-1-1 1,1 0-1,-1 0 0,1-1 0,7-3 0,3-5 29,30-21-1,-2 0-34,-38 27 9,0 0 1,0 0 0,-1 0 0,0-1 0,0 0 0,0 0-1,-1-1 1,0 0 0,0 0 0,0 0 0,-1 0-1,0-1 1,5-14 0,-4 5 45,-1 1 0,-1-1 0,0-1 1,-1 1-1,-1-30 0,-1-13 42,-1-71 216,-2 103-138,-1 1 0,-2 0 0,-11-34 0,-2-8 104,18 64-256,-9-34 105,2 0 0,2 0 0,-2-52 1,-5-109 88,1 54-110,7-337 88,5 326-51,-3 87-102,-15-86 1,2 30-19,4 25-8,-5-117 170,17-213 760,-1 420-920,-1 0 1,0 0 0,0 0-1,-1 0 1,0 1-1,-1-1 1,0 1 0,-1 0-1,-7-11 1,-2 0-27,11 17 16,0 0 1,0 0-1,0-1 0,1 1 0,-3-6 1,3 5-7,-1-1 0,0 1 0,1 0 0,-2 1 0,1-1 0,-1 0 0,1 1 0,-1 0 0,0 0 0,-1 0 0,1 1 0,-1-1 0,1 1 1,-9-4-1,-2-1 5,0 2 1,-1 0 0,-28-7-1,27 9-2,0 1-1,-21 0 0,21 2-20,-32-7 0,22 4 20,-1 0 0,1 2 0,-1 1-1,-35 3 1,1-1 7,-341-1-87,402 0 78,0 0 0,0 0 0,0 0 0,0-1 0,0 1 0,0-1 1,0 1-1,1 0 0,-1-1 0,0 1 0,0-1 0,0 0 0,1 1 0,-1-1 0,0 0 0,0 1 1,1-1-1,-1 0 0,1 0 0,-2-1 0,2 1-13,-1 0 0,1 0-1,-1 0 1,0 0 0,0 0 0,1 1 0,-1-1-1,0 0 1,0 0 0,0 1 0,0-1-1,0 0 1,0 1 0,0-1 0,0 1 0,0 0-1,0-1 1,0 1 0,0 0 0,0-1 0,-2 1-1,-84 0-4757,46 0 390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9:18.3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1 688,'0'0'176,"121"221"-624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9:23.1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211 91 1281,'0'0'12056,"-2"-6"-11557,-3-16-96,0 15 2277,-2 5-1948,6 2-731,1 0-1,-1 1 0,1-1 0,0 0 0,-1 1 1,1-1-1,-1 1 0,1-1 0,0 0 0,0 1 1,-1-1-1,1 1 0,0-1 0,0 1 1,-1-1-1,1 1 0,0 0 0,0-1 0,0 1 1,0-1-1,0 2 0,-41 210 344,-88 551-104,119-523-63,10-230-180,0-10-6,0 0 0,0 0 0,0 0 0,0 0 0,0 0 0,0 0 0,0 0 0,0 0 0,0 0 0,0 0 0,-1 0 0,1 0 0,0 0 0,0 0 0,0 0 0,0 0 0,0 0 0,0 0 1,0 0-1,0 0 0,0 0 0,0 0 0,0 0 0,-1 0 0,1 1 0,-2-16-169,2-65-381,-2 0 106,17-147 0,19-49 411,-26 190 128,22-95 1,-19 125-84,-6 24-44,-4 22 25,0-1 0,1 1 0,1 0 1,6-19-1,-2 15-13,1-1 0,0 1 0,1 0 0,0 1 0,17-19 0,-13 18 19,-4 2 21,1 0 1,15-12-1,-22 22-16,0-1 1,0 1-1,0 0 0,0 0 1,1 0-1,-1 0 1,0 1-1,1-1 0,0 1 1,-1 0-1,1 0 1,0 0-1,0 1 0,4-1 1,133 1-23,-136 0 25,0 1-1,0 0 1,0 0-1,0 1 1,0-1 0,0 1-1,-1 0 1,1 0-1,-1 1 1,1 0-1,-1-1 1,0 1 0,0 1-1,0-1 1,-1 0-1,1 1 1,-1 0-1,0 0 1,0 0 0,0 0-1,3 6 1,-1-1 14,1 2 0,-1-1 0,-1 0 0,1 1 1,-2 0-1,0 0 0,0 0 0,1 19 0,-2 80 97,-3-60-60,1-42-37,-1-1 0,0 0 0,-1 0 0,0 0 1,0 0-1,0 0 0,-1 0 0,0 0 0,0-1 1,-1 1-1,1-1 0,-1 0 0,-1 0 0,-8 9 1,-7 5-21,0 0 1,-34 23 0,43-34 19,1-1-72,0 0-1,-1-1 1,1 0-1,-1-1 1,0 0 0,-1 0-1,0-2 1,0 1-1,0-1 1,0-1-1,0 0 1,-1-1 0,-24 1-1,36-3 59,0 0 0,0 0 0,0 0 0,0 0 0,0 0 0,-1 0 0,1 0-1,0 0 1,0 0 0,0-1 0,0 1 0,0 0 0,0-1 0,0 1 0,0-1 0,1 1-1,-1-1 1,0 1 0,0-1 0,0 0 0,0 1 0,1-1 0,-1 0 0,-1-1 0,1-1-2,0 0 1,1-1 0,-1 1 0,1 0 0,-1 0 0,1 0 0,0-6 0,0-2 89,0 9-70,0 1-1,0-1 0,0 0 1,0 0-1,0 0 0,0 0 1,1 0-1,-1 0 0,0 1 1,2-3-1,-1 3-13,-1 0 0,1 0 0,0 1 0,0-1 0,0 0 0,-1 1 0,1-1 0,0 1 0,0-1 0,0 1 0,0-1 0,0 1 0,0 0 0,0 0 0,1-1 0,-1 1 0,0 0 0,0 0 0,0 0 0,0 0 0,0 0 0,1 1 0,45-2 45,59 2 114,-99 0-140,1 1 0,-1-1-1,1 2 1,-1-1 0,0 1 0,0 0-1,0 0 1,0 1 0,-1 0-1,0 0 1,7 5 0,6 7 127,35 37 0,-42-39-63,-1 1-1,-1 0 1,0 0 0,-1 1 0,0 0 0,-1 1 0,-1 0-1,-1 0 1,-1 0 0,0 1 0,-1 0 0,-1 0 0,0 0-1,-1 32 1,-2 67 588,0-114-665,0 1 1,0 0 0,-1-1-1,0 1 1,0 0 0,0-1 0,0 1-1,0-1 1,-1 0 0,1 1 0,-1-1-1,0 0 1,0 0 0,-3 3-1,1-1-1,0-1-1,-1 1 0,0-1 1,0 0-1,-1 0 0,1 0 0,-9 3 1,1-1-7,0-1 1,0 0 0,-1-1 0,1 0 0,-1-1 0,-25 2-1,-99-4-344,77-2-93,58 2 403,0-1 0,0 0 0,0-1 0,0 1 0,0-1 0,0 1 0,0-1 0,0 0 0,0 0 1,0 0-1,-4-2 0,6 1 15,-1 1 0,1 0 0,0 0 0,0-1 0,-1 1 0,1-1 0,0 1 0,1-1 0,-1 1 0,0-1 0,0 1 0,1-1 0,-1 0 0,1 0 0,-1 1 0,1-1 0,0 0 0,-1 0 0,1 1 0,0-1 0,1-2 0,-2-8 260,1 9-579,0 0-1,-1 0 0,1-1 0,0 1 0,1 0 0,-1-1 0,0 1 0,1 0 0,0 0 1,0 0-1,0-1 0,0 1 0,0 0 0,1 0 0,-1 1 0,4-6 0,15-8-3919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9:24.1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86 5907,'0'0'6741,"0"-4"-6250,0 1-420,1 0 0,-1-1 0,1 1 0,0 0 1,0 0-1,1 0 0,-1 0 0,0 0 0,1 0 0,0 0 0,0 1 0,0-1 0,0 1 0,0-1 0,1 1 0,-1 0 0,0-1 0,1 1 0,0 1 0,0-1 0,-1 0 0,1 1 0,6-3 0,13-2 62,1 2-1,-1 0 0,1 2 1,0 0-1,0 2 1,27 2-1,1-1-50,-49-1-58,0 1 1,0-1-1,0 1 0,0 0 1,0-1-1,0 1 1,0 0-1,0 0 1,0 0-1,0 0 1,-1 1-1,1-1 1,0 0-1,-1 1 1,1-1-1,-1 1 0,0 0 1,1-1-1,-1 1 1,0 0-1,0 0 1,0 0-1,0 0 1,-1 0-1,1 0 1,0 3-1,3 5 106,-2 0 0,0 0 0,0 0 0,1 12 0,-1 8 333,-2 0 0,-3 41 0,1-65-440,1-1-1,-1 1 1,0-1-1,-1 1 1,1-1-1,-1 0 0,0 0 1,0 0-1,-1 0 1,1-1-1,-1 1 0,0-1 1,-1 0-1,-6 5 1,6-4-61,0-1 1,0 0-1,-1-1 0,0 0 1,1 0-1,-1 0 1,0 0-1,-1-1 1,1 0-1,0 0 1,-1-1-1,-11 2 0,18-9-332,0 4 346,0 1 1,0-1 0,0 1 0,1-1 0,-1 1 0,1-1 0,-1 1 0,1-1 0,-1 1-1,1-1 1,0 1 0,0-1 0,0 1 0,0 0 0,0 0 0,0-1 0,0 1 0,0 0-1,1 0 1,-1 0 0,0 0 0,1 1 0,-1-1 0,0 0 0,1 0 0,-1 1-1,1-1 1,-1 1 0,1-1 0,-1 1 0,3-1 0,7 0-33,0-1 1,0 1-1,18 2 1,-15-1 112,-8-1-43,1 2 0,0-1 0,-1 1 0,1-1 0,0 2 0,-1-1 0,11 5 0,-13-4 13,1 0 0,-1 1 0,0 0 0,0 0 0,0 0 0,-1 0 0,1 1-1,-1 0 1,1-1 0,-1 1 0,3 5 0,-2-1 31,0-1 1,0 1-1,0-1 0,-1 1 1,0 0-1,-1 0 0,0 0 1,2 14-1,-2 5 404,0 37-1,-2-49-274,0-8-153,-1-1-1,1 0 0,-1 0 0,0 0 0,-1 0 0,1-1 0,-1 1 0,0 0 0,-1-1 0,1 1 0,-1-1 0,0 0 0,-1 1 0,-4 5 0,1-4-11,0 0 1,-1 0-1,1-1 1,-1 0-1,0 0 0,-1-1 1,1 0-1,-12 5 1,0-2-98,-2-1 0,1 0 0,0-2 0,-1 0 1,0-1-1,0-2 0,-29 1 0,50-3 24,0 0 0,0 0-1,0 0 1,0 0 0,0 0-1,0 0 1,0 0 0,0 0-1,-1-1 1,1 1 0,0 0-1,0-1 1,0 1 0,0 0-1,0-1 1,0 0 0,0 1-1,1-1 1,-1 1 0,-2-3-1,3 2-71,-1-1-1,0 0 1,1 0 0,-1 0-1,1 0 1,0 0-1,0 0 1,0 0-1,0 0 1,0-2-1,0 3 106,0-76-7415,0 36-1750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9:24.8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1 6547,'0'0'7926,"-3"0"-6869,144 0 3038,295 0-2812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9:25.3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3778,'0'0'6045,"0"1"-5798,0 0 1,0-1-1,0 1 0,-1 0 1,1-1-1,0 1 0,0 0 1,0-1-1,0 1 0,0 0 0,1-1 1,-1 1-1,0 0 0,0-1 1,0 1-1,0-1 0,1 1 1,0 1 741,0-1-742,260 11 3653,2-1-3160,-235-11-905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9:46.8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588 65 7379,'0'0'6393,"9"-10"-5916,27-30 137,-27 26 2163,-9 20-2745,0 3-36,0-1 0,-1 1-1,0-1 1,0 1 0,-1-1 0,0 0 0,-1 0-1,1 0 1,-2 0 0,1 0 0,-8 11-1,-167 317 206,26 10-185,67-147-35,45-108-29,-112 248-307,148-331 347,4-7-61,0-7-131,0-4 28,1 0 1,1 0 0,-1 0 0,2 1 0,4-16-1,25-52-2196,0 1-917,-15 20-1362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9:47.5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4130,'0'0'6587,"4"9"-5677,34 62 698,-31-55-1285,0 0-1,-1 1 0,-1 1 0,-1-1 1,3 22-1,3 8 204,21 104 140,-5 2 0,8 233 0,-34-328-520,0-26 20,1-1 1,1 1-1,13 59 0,-13-84-128,0 0 0,0 0 0,1-1 0,0 1 0,0-1 0,1 0 0,0 0 0,9 11 0,-14-18-101,1 1-1,0 0 1,-1 0-1,1 0 1,0-1-1,-1 1 1,1 0 0,0 0-1,-1 0 1,1 0-1,0 0 1,-1 0-1,1 0 1,-1 0 0,1 0-1,0 0 1,-1 0-1,1 0 1,-1 0-1,1 0 1,0 0 0,-1 0-1,1 1 1,0-1-1,-1 0 1,1 0-1,0 0 1,-1 1 0,1-1-1,0 0 1,-1 0-1,1 1 1,0-1-1,0 0 1,-1 0 0,1 1-1,0-1 1,0 0-1,0 1 1,0-1-1,-1 0 1,1 1 0,0-1-1,0 1 1,0-1-1,0 0 1,0 1-1,0-1 1,0 0 0,0 1-1,0-1 1,0 1-1,0-1 1,0 0-1,0 1 1,0-1 0,0 0-1,0 1 1,1-1-1,-1 0 1,0 1-1,-4-5-747,0 0-1,-1-1 0,2 1 0,-1-1 0,-4-8 0,-5-9-2763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9:47.9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6563,'0'0'7411,"233"0"-6658,-170 0-321,-9 0-320,-16 0-112,-9 0-32,-13 0-272,-3 0-561,-9 0-783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9:49.1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55 3682,'0'0'6288,"13"0"-563,-10 0-5699,0 0 0,0 0-1,-1 0 1,1-1 0,0 1-1,0-1 1,-1 0 0,1 0-1,-1 1 1,1-2 0,-1 1-1,1 0 1,-1 0 0,1-1-1,2-2 1,28-18 214,-28 20-249,-1-1-1,1 1 1,0 0-1,-1 0 1,1 1 0,0-1-1,0 1 1,0 0-1,9 0 1,49 1-98,-29 1 140,-31 0-34,-1-1 0,0 1-1,1-1 1,-1 1 0,0 0 0,0 0 0,0 0 0,0 0-1,0 0 1,0 0 0,0 1 0,0-1 0,0 1-1,-1-1 1,1 1 0,0-1 0,-1 1 0,1 0-1,-1 0 1,0 0 0,2 3 0,-1-1-9,0 0 0,1 1 0,-2-1 0,1 1 0,-1-1 0,1 1 0,-1 0 1,0-1-1,0 7 0,-1 5-155,1-11 155,-1-1 0,0 1 0,0-1 1,0 1-1,-1-1 0,1 1 0,-1-1 1,0 1-1,0-1 0,-1 1 0,1-1 1,-1 0-1,-3 6 0,-4 2-31,-1-1 1,1 0-1,-2 0 0,1-1 0,-1-1 1,-1 0-1,0 0 0,0-1 1,-1 0-1,-24 10 0,33-16 69,3-1-22,0 0 0,0-1 0,1 1 1,-1-1-1,0 0 0,0 1 0,0-1 0,0 0 0,0 1 0,0-1 1,0 0-1,0 0 0,0 0 0,-2 0 0,3 0 21,11 0-339,3-1 179,1 0 1,-1-2 0,20-5 0,-19 4 44,0 1 0,0 1 0,22-2 0,-25 4 72,15 1 36,-26 0-13,0-1 0,1 1 0,-1-1 0,0 1 1,0 0-1,0-1 0,0 1 0,0 0 0,0 0 0,0 0 1,0-1-1,0 1 0,0 0 0,-1 1 0,1-1 0,0 0 0,-1 0 1,1 0-1,0 2 0,3 9 99,0 0 1,-1 1-1,0-1 0,2 26 1,-2 54 482,-3-80-486,0 134 997,0-144-1094,-1 1 0,1-1 0,0 0 0,0 1 0,-1-1 0,0 0 0,1 0 0,-1 1 0,0-1 0,0 0 0,0 0 0,0 0 0,-1 0 1,1 0-1,0 0 0,-4 3 0,2-2 7,-1-1 0,1 1 1,-1-1-1,0 1 0,1-1 1,-1 0-1,0 0 0,-7 1 0,-3 1-90,1-1 0,-1-1 0,0 0 0,-25-1 0,-126-1-2017,94 0-2314,45 0-325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0:03.02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0 11125,'0'0'2241,"21"0"-1953,-12 0-192,3 0-96,-4 0-1568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1:04.70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261 0 3986,'0'0'7753,"0"19"-6422,-2 35-1085,-3 0 0,-2-1 0,-21 80 0,-65 174 109,1-2-19,82-261-230,2 0 1,2 1-1,-1 66 0,7-110-245,-1-6-962,1 1 725,-1-1 0,1 1 1,0-1-1,0 0 0,0 1 1,1-1-1,2-8 1,14-39-1704,-7 26 554,7-26-1970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1:05.26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4770,'0'0'5293,"0"9"-3529,2 30-681,2 1 0,12 52 0,4 35-568,-10 30 141,-7-74-338,4-1-1,27 129 1,-16-136-224,-9-32-47,2 0 0,25 61 0,-34-96-35,-2-7-11,1 0 0,-1 1 0,0-1 0,1 0 0,-1 0 0,1 0-1,-1 1 1,1-1 0,0 0 0,-1 0 0,1 0 0,0 0 0,0 0 0,0 0-1,1 1 1,-1-2-17,-3-9-3436,0 4 2942,0 0 0,-1 0 0,1 0 0,-1 1 0,0-1 0,-1 1 0,1 0 0,-1 0 0,0 0 0,-7-6 0,-13-8-2431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1:05.64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38 5394,'0'0'9413,"146"-3"-8805,-92 3-128,0 0-32,-4 0-223,-8-4-225,-5-4 0,-12 1-689,0-1-879,-8 1-1842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1:06.23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139 58 4578,'0'0'4709,"17"-5"-4085,104-42 230,-97 43-393,-23 3-435,0 1 0,-1 0 0,1 0 0,0-1 0,0 1 0,-1 0 0,1 0-1,0 0 1,0 0 0,-1 0 0,1 0 0,0 0 0,0 1 0,-1-1 0,1 0-1,0 0 1,-1 0 0,1 1 0,0-1 0,0 0 0,-1 1 0,1-1 0,-1 1 0,1-1-1,0 1 1,-1-1 0,1 1 0,-1-1 0,1 2 0,-1 14 177,1 6-25,-1 0 1,-1-1-1,-1 1 0,-1-1 1,0 1-1,-10 28 0,12-49-172,-9 29 180,-2-1-1,-25 45 1,31-65-178,1-1 0,-2 1 0,1-1 0,-1-1 0,0 1 0,-1-1 0,0 0 0,0-1 0,0 0 0,-1 0 0,-18 8 0,16-8 59,0-1 0,-1 0 0,1-1 0,-1-1 0,0 0 0,0 0 0,0-1 0,-19 1 0,31-3-83,-1-1-1,0 1 1,1 0-1,-1-1 1,0 1 0,1 0-1,-1-1 1,1 1-1,-1-1 1,1 1 0,-1-1-1,1 1 1,-1-1-1,1 1 1,0-1 0,-1 0-1,1 1 1,0-1-1,-1 0 1,1 1 0,0-1-1,0 0 1,0 1-1,0-1 1,-1 0 0,1 1-1,0-1 1,0 0-1,0 1 1,1-2 0,-1-30-683,0 23 449,1 8 230,-1-1-1,0 1 0,0-1 0,0 1 0,1 0 0,-1-1 0,0 1 1,1 0-1,0-1 0,-1 1 0,1 0 0,0 0 0,-1-1 0,1 1 0,0 0 1,0 0-1,0 0 0,0 0 0,0 0 0,0 0 0,0 0 0,1 0 1,-1 1-1,0-1 0,0 0 0,1 1 0,-1-1 0,0 1 0,1-1 1,-1 1-1,3 0 0,5-2 83,0 1-1,0 0 1,1 1 0,8 1 0,-3-1 142,-11 0-115,-1 1 0,1-1 1,0 1-1,0 0 0,-1 0 0,1 0 1,0 1-1,-1-1 0,0 1 1,1 0-1,-1 0 0,6 4 0,3 4 497,21 23 1,-25-25-316,1 1 0,-1-1 0,16 11 0,-17-15-192,0 0 1,0-1-1,1 0 0,-1 0 0,1-1 1,-1 0-1,14 2 0,1-2-79,31-1 1,-34-1-142,-17 0-38,0 0 1,0 0-1,0 0 1,0 0-1,0 0 1,0 0-1,0-1 1,0 1-1,0-1 1,0 0-1,0 1 1,0-1-1,0 0 1,-1 0-1,1 0 1,0-1-1,-1 1 1,1 0-1,-1 0 1,3-4-1,10-19-4156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1:06.6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68 9989,'0'0'4994,"29"-15"-6771,-25-8-2433,-4-7-4530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1:07.09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422 1 4498,'0'0'5893,"0"2"-4927,-2 11-666,0-1-1,-1 0 1,0 0-1,0 0 1,-1-1-1,-1 1 1,0-1-1,-1 0 0,-7 11 1,-12 26 131,-24 68 163,-32 66-180,35-95-330,-3 7 65,-64 166 0,110-252-157,1 0 1,0 0 0,0 0 0,1 1 0,0-1-1,0 11 1,1-18-65,4-16-2593,0 3 1734,1 1 0,0 0-1,1 0 1,9-13 0,8-17-2323,-2-3-1020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1:07.50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12 6771,'0'0'6382,"5"-2"-5947,-1-1-352,-2 2-57,0 0 0,-1 0 0,1 1 0,0-1 0,0 0 0,-1 1 0,1-1 0,0 1 0,0 0-1,0-1 1,2 1 0,-3 1 17,0-1-1,-1 0 0,1 1 1,0-1-1,-1 1 1,1-1-1,-1 1 0,1-1 1,0 1-1,-1 0 0,1-1 1,-1 1-1,1-1 0,-1 1 1,0 0-1,1 0 0,-1-1 1,0 1-1,1 0 0,-1 1 1,8 21 304,-5-14-127,18 62 568,-3 0-1,15 116 1,-27-149-568,10 68 471,4-2 0,55 164 0,-62-230-521,-11-37-143,1-1-123,-3-16-2287,-2 10 2127,1 1-1,0-1 1,-1 1-1,0 0 1,-1-1-1,1 1 1,-1 0-1,0 1 0,-5-9 1,-38-40-5493,39 47 4502,-17-20-3788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1:07.87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61 6163,'0'0'9860,"166"-4"-9588,-103 4-208,-5 0-64,0 0-64,-3-7-544,-18-20-1025,-8 5-3121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1:08.37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47 0 3474,'8'4'9728,"-8"-3"-9585,-1 7 123,0 0-1,-1 0 1,0-1 0,0 1 0,0 0 0,-1-1 0,-6 11-1,-9 26 402,13-21-147,1 0 0,1 0 0,1 0 0,2 45 0,0-34 92,0-30-537,0 1 0,0 0 0,1 0 0,0 0-1,0 0 1,0 0 0,0-1 0,1 1 0,0 0 0,0-1-1,0 1 1,0-1 0,5 6 0,-5-7-56,1 0 0,0 0 0,0-1 1,0 1-1,0-1 0,1 0 0,-1 1 0,1-1 0,-1-1 1,1 1-1,0-1 0,0 1 0,0-1 0,-1 0 0,1 0 1,0-1-1,5 1 0,-9-1-18,64 2 148,-58-2-193,-1 0 0,0-1 0,0 1 0,0-2 0,0 1 0,0 0 0,0-1 0,0 0 0,0 0 0,6-4 0,-6 2-129,0 0-1,0 0 1,-1-1-1,0 0 1,0 0-1,0 0 0,0 0 1,-1 0-1,0-1 1,0 1-1,0-1 1,-1 0-1,0 0 1,0 0-1,1-10 1,1-8-619,-1 0 0,-2-43 0,-1 59 723,1 3 52,-1 1-1,-1-1 1,1 0-1,0 0 0,-1 0 1,0 0-1,0 1 1,-1-1-1,1 0 1,-1 1-1,-4-8 0,4 10 32,0-1-1,-1 1 0,1-1 1,-1 1-1,0 0 0,0 0 1,0 0-1,0 0 0,0 1 1,0-1-1,0 1 1,0 0-1,-1 0 0,1 0 1,0 0-1,-1 0 0,-4 1 1,-29-4 71,-61 3 0,57 1-2096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9:57.2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 7155,'0'0'6993,"-4"3"-6086,-13 13-149,17-16-714,-1 0 0,1 1 1,0-1-1,0 0 0,-1 0 1,1 0-1,0 1 0,0-1 1,-1 0-1,1 0 1,0 1-1,0-1 0,0 0 1,-1 1-1,1-1 0,0 0 1,0 0-1,0 1 0,0-1 1,0 0-1,0 1 0,0-1 1,0 0-1,0 1 1,0-1-1,0 0 0,0 1 1,0-1-1,0 0 0,0 1 1,0-1-1,0 0 0,0 1 1,0-1-1,0 0 0,1 1 1,-1-1-1,0 0 1,0 0-1,0 1 0,0-1 1,1 0-1,-1 1 0,0-1 1,0 0-1,1 0 0,-1 0 1,1 1-1,14 3 98,-12-3 18,410 73 1273,-233-48-1468,-151-21 70,5 0-16,-1 0-1,43-1 1,-76-4 26,0-12-1664,1 9 1277,-1-1 0,1 0 0,-1 1 0,0-1-1,-1 1 1,1-1 0,-1 1 0,1-1 0,-1 1 0,0 0-1,0-1 1,-1 1 0,1 0 0,-1 0 0,1-1 0,-1 1-1,0 0 1,0 1 0,-5-6 0,-21-18-4455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49:57.8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125 38 3121,'0'0'3047,"0"-5"-2511,0-13-206,0 3 5517,-1 20-5258,-11 41 372,3 1-1,-6 88 1,6-48-423,-53 405 596,53-415-882,1 121 0,8-197-201,1-17-2128,-1-30 1,-1 14-1831,1 10-4099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1:18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3 118 8004,'-3'0'10218,"61"-1"-9842,69-9 0,-73 3-364,-14 2 4,58-14-1,-62 11-106,61-5 0,11-3-74,-10 1 192,-90 13-24,0 1 1,0 0 0,1 1-1,8 0 1,-6 0-14,-10 0 207,-1-7 8,-1 7-351,1-1-1,0 1 1,0-1 0,0 1-1,0 0 1,0-1-1,0 1 1,0-1-1,-1 1 1,1-1-1,0 1 1,0 0-1,-1-1 1,1 1 0,0-1-1,-1 1 1,1 0-1,0-1 1,-1 1-1,1 0 1,0 0-1,-1-1 1,1 1-1,-1 0 1,0-1-1,-3-2-1530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1:19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27 4066,'0'0'5074,"-2"-5"-4092,-6-12-200,6 13 840,7 5-873,0 7-575,1-1 0,-1 1 0,-1 0 0,0 0 0,0 0 0,0 1-1,2 11 1,1-3-1,15 38 89,-1-4 19,28 101 0,-39-104-173,9 88 0,-16-105-83,2 0 0,0 0 0,2 0 0,2-1 0,20 51 0,-24-66-48,0 1 1,-1-1 0,0 1 0,1 31 0,-3 66 294,-2-72 12,0-41-220,1 5 107,-1-1 0,0 0 1,1 0-1,-2 0 0,1 1 0,-1 3 0,0-8 4,0 1-177,0-1 0,0 0 0,0 0 0,0 0 0,0 0 0,0 0 0,0 0 0,0 0 0,0 0-1,0 0 1,0 0 0,1 0 0,-1 0 0,0-1 0,0 1 0,0 0 0,0-1 0,0 1-1,0-1 1,0 1 0,1-1 0,-1 0 0,0 1 0,-1-2 0,-3-37-125,1-1 0,2 1-1,4-48 1,-1 17-36,-1-151-1977,6 211 1560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1:19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0 4066,'0'0'4167,"-4"0"-3076,-17 0 3803,31 0-3652,123 8-6,245 6-900,-219-12-252,-85-3 3,-73 1 6,-7 0-979,-25-1-4882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1:20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27 2897,'0'0'4608,"-3"-4"-3907,-7-18 2589,5 29-2303,-5 20-672,2 1 1,0 0-1,2 0 0,-2 30 0,0-8-37,-51 454 1272,55-460-1456,-5 228 717,9-272-913,1-1-229,0 0 271,-1 1 1,1-1 0,-1 0 0,0 0 0,1 1-1,-1-1 1,0 0 0,1 0 0,-1 0 0,0 1 0,0-1-1,0 0 1,0 0 0,0 0 0,0 1 0,0-1 0,0 0-1,0 0 1,0-1 0,0-3-296,8-64-6299,-8 52 3290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1:23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23 5026,'-10'0'15650,"487"-8"-14986,-393 10-655,-16-1 8,108-10 0,-56 1 66,-93 7-3567,-58 1 210,-9 0-2454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1:24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57 2257,'0'0'3191,"0"-6"-2732,1 2-504,-3-22 806,2 25-690,0 1-1,0-1 0,-1 0 0,1 0 1,0 0-1,-1 0 0,1 1 0,0-1 0,-1 0 1,1 1-1,-1-1 0,1 0 0,-1 1 1,0-1-1,1 0 0,-1 1 0,0-1 1,1 1-1,-1-1 0,0 1 0,0-1 0,1 1 1,-1 0-1,0-1 0,0 1 0,0 0 1,0 0-1,1 0 0,-1 0 0,0 0 0,-1 0 1,-64-4 2895,65 4-2937,1 1 0,-1-1 0,0 1 0,1-1 0,-1 1 0,1 0 0,-1-1 0,1 1 0,-1 0 0,1-1 0,-1 1 0,1 0 0,0 0 0,-1-1 0,1 1 0,0 0 0,0 0 0,0 0 0,0-1 0,-1 3 0,-2 19 360,-25 477 2818,27-462-3146,-1 320 322,3-236-4282,-2-139 986,-2-4-1062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1:55.2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218 136 2481,'0'0'5429,"0"-5"-4892,4-73 5500,1 45-6584,-5 32 571,0 0 0,1 0 0,-1 0 0,1-1 0,0 1 0,-1 0 0,1 0 0,0 0 0,0 0 0,-1 0 0,1 1 0,0-1 0,0 0 0,0 0 0,0 0 0,0 1 0,0-1 0,0 1 0,0-1 0,1 1 0,1-1 360,-2 7-388,0 1 0,-1-1 0,0 0 0,0 1 0,-1 8-1,0 6 22,-2 14 48,-1-1-1,-2 0 0,-1 0 0,-23 65 1,1 0 104,-96 419 498,84-257-408,39-214-380,3-42-328,-1-31-141,2-34-980,3 1 1,3-1-1,22-85 1,-13 68-981,-4 1-927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1:55.6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1 112 2161,'0'0'6059,"0"-16"-5192,4-51-43,-4 66-708,0 0-1,0-1 1,0 1-1,0-1 1,0 1-1,1-1 1,-1 1-1,1-1 1,-1 1-1,1 0 1,-1-1-1,1 1 1,0 0-1,-1 0 1,1-1-1,0 1 1,0 0-1,2-2 1,-2 3-62,0-1 0,-1 1 1,1 0-1,0 0 0,0-1 0,0 1 1,0 0-1,0 0 0,0 0 0,-1 0 1,1 0-1,0 0 0,0 0 1,0 1-1,0-1 0,0 0 0,0 0 1,-1 1-1,1-1 0,0 0 0,1 1 1,2 2 62,0 0 0,0-1 0,-1 1 0,1 1 0,-1-1-1,6 6 1,16 29 124,0 1 0,-3 1 0,-2 0 0,-1 2-1,-2 0 1,-2 2 0,17 76 0,-5 32 471,-11-51-25,32 104 0,-46-199-656,-1-3-13,0 1 1,0 0 0,0 0-1,1-1 1,0 1-1,-1-1 1,1 1-1,0-1 1,1 1-1,-1-1 1,3 3-1,0 3-1016,-6-21-3190,0 7 3595,-1 1 0,1-1 1,-1 0-1,0 1 1,0 0-1,-4-7 0,-10-11-2821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1:56.1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0 131 8036,'0'0'5938,"250"-120"-5489,-200 113-353,-12 3-96,-13 4-176,-4 0-817,-13 0-848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1:56.6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84 125 5186,'0'0'5277,"8"-16"-4615,27-49-400,-33 62-245,0 0 1,1 0 0,-1 0 0,1 0 0,0 1 0,0-1 0,0 1-1,0-1 1,0 1 0,0 0 0,1 0 0,-1 1 0,0-1 0,1 1 0,5-2-1,0 1 45,0 1 0,-1 0 0,1 0 0,13 1 0,-13 0 87,-6 0-57,-1 0 0,1 0-1,-1 0 1,1 0 0,0 0 0,-1 1 0,1-1-1,-1 1 1,1 0 0,-1-1 0,0 1 0,1 0 0,-1 1-1,3 1 1,-3-1-45,0 0 0,-1 0 0,0 0 0,1 0 0,-1 1 0,0-1 0,0 0-1,0 1 1,-1-1 0,1 1 0,-1-1 0,1 1 0,-1 0 0,0 3 0,4 21 64,-2 0 1,0 1-1,-2-1 1,-5 36-1,0-47-91,0 0-1,-1-1 0,-1 0 0,-1 0 1,0-1-1,-19 26 0,11-17 17,4-4 4,-4 6 6,-22 26 1,34-45-33,-1-1 1,0 0-1,0 0 1,-1 0 0,1 0-1,-1-1 1,0 0 0,0-1-1,-1 1 1,-8 3 0,-20-3 24,34-4-48,-1 1-1,0-1 1,0-1 0,0 1 0,0 0 0,0 0 0,1-1 0,-1 1 0,0-1 0,0 1-1,1-1 1,-1 0 0,0 0 0,1 0 0,-4-2 0,3-1-42,0 0 1,-1 0-1,2 0 0,-1 0 1,0-1-1,1 1 0,0-1 1,0 1-1,0-1 0,0-6 1,0-55-819,1 49 505,0 9 206,0 0 1,0 1-1,1-1 0,0 1 1,3-11-1,-3 16 154,0 0-1,-1 0 1,1 0-1,1 0 0,-1 0 1,0 0-1,0 0 1,1 1-1,-1-1 1,1 0-1,-1 1 1,1-1-1,0 1 0,0 0 1,-1-1-1,1 1 1,0 0-1,0 0 1,0 0-1,0 0 1,3 0-1,1-1 119,0 0-1,-1 1 1,1 0-1,0 0 1,-1 1-1,1-1 1,0 1-1,0 1 1,-1-1-1,1 1 1,0 0-1,0 0 1,-1 0-1,1 1 1,-1 0-1,0 0 1,1 0 0,-1 1-1,0 0 1,0 0-1,0 0 1,-1 1-1,1-1 1,-1 1-1,0 0 1,6 8-1,38 50 1726,-33-40-891,1-1 0,35 35 0,-49-54-923,0 0 0,0 0 0,0 0 0,0-1 0,0 1 0,0-1 0,0 0 0,1 0 0,-1 0 0,1 0 0,-1 0 0,1 0 0,-1 0 0,1-1 0,-1 1 0,1-1 0,0 0 0,-1 0 0,1 0 1,0 0-1,-1 0 0,1-1 0,-1 1 0,1-1 0,-1 0 0,1 1 0,4-3 0,-3 0-105,0 0-1,0 0 1,0 0-1,-1 0 1,1 0 0,-1-1-1,0 0 1,0 0-1,0 0 1,0 0 0,-1 0-1,1 0 1,2-9-1,15-51-2760,-6 0-2007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1:57.1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321 0 4258,'0'0'8783,"0"2"-8399,0 14-168,0 0 1,-1 0-1,0 0 1,-1 0-1,-1-1 0,-1 1 1,-7 20-1,-261 677 795,266-696-1029,2-8 18,0 0 0,1 1 1,0-1-1,1 1 0,0 0 1,1 0-1,-1 10 0,3-29-233,1 0 0,0 0 0,0 0 0,1 1 0,0-1 0,8-14 0,3-9-385,68-207-7143,-60 168 4437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1:57.5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50 2657,'0'0'9455,"6"-8"-8518,20-25-380,-26 33-515,1-1-1,-1 1 0,1-1 1,-1 0-1,1 1 1,-1-1-1,1 1 0,-1-1 1,1 1-1,-1-1 1,1 1-1,-1 0 0,1-1 1,0 1-1,-1 0 1,1-1-1,0 1 0,-1 0 1,1 0-1,0-1 1,0 1-1,-1 0 0,1 0 1,0 0-1,0 0 1,-1 0-1,1 0 0,0 0 1,-1 1-1,1-1 1,0 0-1,-1 0 0,1 0 1,0 1-1,-1-1 0,1 0 1,0 1-1,-1-1 1,1 0-1,0 1 0,-1-1 1,2 2-1,12 22 447,-13-21-440,19 44 424,-3 2 0,14 61 0,-7-22 30,35 128 882,-26-85-264,83 206-1,-107-314-1023,3 4-15,0-1-1,2 0 1,0-1-1,20 25 1,-33-48-308,-11-11-2350,-25-21-2497,-53-35-1,38 34-2045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1:57.9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46 7732,'0'0'4802,"246"-45"-4658,-201 45-144,-3 0-1313,-13 0-1648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1:58.2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1 286 6275,'0'0'6784,"13"-19"-6597,43-62-174,-42 60-132,-2-1-1,0 0 0,15-42 0,-7 16 157,-20 48-5,0-1 1,0 1-1,0 0 1,0-1 0,0 1-1,0-1 1,1 1-1,-1 0 1,0-1 0,0 1-1,0 0 1,0-1 0,1 1-1,-1 0 1,0-1-1,0 1 1,1 0 0,-1 0-1,0-1 1,1 1 0,-1 0-1,0 0 1,1-1-1,-1 1 1,0 0 0,1 0-1,-1 0 1,1 0-1,-1 0 1,0 0 0,1 0-1,0-1 1,5 13 236,0 21-29,-6-33-235,8 107 1502,-7 123 1,-2-112-1103,1 36-374,0-90-4365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3:09.908"/>
    </inkml:context>
    <inkml:brush xml:id="br0">
      <inkml:brushProperty name="width" value="0.35" units="cm"/>
      <inkml:brushProperty name="height" value="0.35" units="cm"/>
      <inkml:brushProperty name="color" value="#606D72"/>
    </inkml:brush>
  </inkml:definitions>
  <inkml:trace contextRef="#ctx0" brushRef="#br0">314 58 3586,'0'0'3697,"6"-8"-3118,33-41 2433,-33 49-3134,-4 0 133,0 0 0,0-1 0,-1 1 0,1 0 0,0 0 0,0 0 0,0 1 0,0-1 0,0 0 0,0 1 0,0-1 0,0 1 0,-1 0 0,1-1 0,0 1 0,0 0 0,-1 0 0,1 0 0,-1 0 0,1 0 0,-1 1 0,1-1 0,-1 0 0,0 1 0,1-1 0,-1 1 0,0 0 0,0-1 0,1 3 0,42 72 108,-26-46-61,27 57 0,-32-55-48,-1-6-40,-2 1 0,14 55 0,-16-39 62,-2 1 0,1 62 0,-9-50 12,0-29 16,2 0 0,5 47 0,-3-63-21,1 0 0,1-1 0,0 0-1,0 1 1,0-1 0,2-1 0,-1 1-1,1-1 1,1 0 0,-1 0 0,1-1-1,1 1 1,0-2 0,0 1 0,0-1-1,1-1 1,0 1 0,16 8 755,-32-17-661,5 2-137,1-1 0,-1 1 0,1-1 0,-1 0 0,1 0 0,0 1-1,-1-1 1,1 0 0,0 0 0,0 0 0,-1-1 0,0-1 0,-110-189 60,98 166-185,2 0-1,1-1 1,0 0 0,-8-42 0,-15-25-266,25 60 382,5 23-20,1-1 1,0 0-1,1 0 1,-2-24-1,-4-117-556,7 151 580,1 0 1,-1 0-1,0-1 1,0 1-1,0 0 1,0 0 0,-1 0-1,1 0 1,0 0-1,-1 0 1,1 1-1,-1-1 1,0 1 0,0-1-1,-2-1 1,0 0 7,1 1 0,1-1 0,-1 0 0,0 0 0,1 0 0,-1 0 0,1 0 0,-3-6-1,3 2 11,-1 1-1,0-1 0,0 1 1,-1 0-1,0 0 0,0 1 0,0-1 1,-8-8-1,8 11-6,1 0 1,-1 1 0,1-1-1,-1 1 1,0 0-1,0 0 1,0 0-1,0 0 1,0 1-1,0 0 1,0 0-1,0 0 1,-1 0-1,1 0 1,-8 1-1,4 0-1,-11 0 25,0 0 1,-1 1-1,-19 5 1,30-5-8,0 0 0,1 0 1,-1 0-1,0-1 0,-13-2 0,-6 0 15,-21 2-50,48 1 20,0-1-1,0 0 0,0 1 1,0-1-1,0 0 0,0 1 1,0-1-1,1 1 0,-1 0 1,0-1-1,0 1 0,0 0 1,0-1-1,1 1 0,-1 0 1,0 0-1,1 0 0,-1 0 1,1 0-1,-1-1 0,0 3 1,-11 26 122,8-21-94,-1 6 14,1 0 0,0 0 0,1 1 0,1-1 0,-1 18-1,2 76 219,3-49 32,-4 10-193,4 82 45,0-139-164,0-1-1,1 0 0,0 0 1,1-1-1,0 1 0,0-1 1,10 16-1,-11-20 28,0 0-1,-1 1 1,0-1 0,-1 0 0,1 0-1,-1 1 1,0 12 0,-1 50-64,-1-36 135,1 35 641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3:33.110"/>
    </inkml:context>
    <inkml:brush xml:id="br0">
      <inkml:brushProperty name="width" value="0.35" units="cm"/>
      <inkml:brushProperty name="height" value="0.35" units="cm"/>
      <inkml:brushProperty name="color" value="#BFC6C9"/>
    </inkml:brush>
  </inkml:definitions>
  <inkml:trace contextRef="#ctx0" brushRef="#br0">130 27 976,'-1'-4'7169,"-2"-18"-4997,-9 23-1612,10 0-546,0 1-1,1 0 1,-1 0-1,1 0 1,-1 0 0,1 0-1,0 0 1,0 0 0,0 0-1,0 0 1,0 0 0,-1 4-1,-5 27 87,1 142 258,3-35-179,-15 79-201,15-187 37,-13 57 0,11-63-73,1-1 0,1 1 0,2-1 0,1 29 0,0-37-34,1 42-62,-3 64 148,0-108-8,-1 0 1,-6 16-1,6-19 37,-1 0 0,2 0 0,0 0 1,-1 19-1,8-57 14,1 1 0,13-32 0,5-21-63,32-173-977,-25 96 283,-23 104 93,5-97 0,-10 89 36,11-61 0,-10 89 22,-1-1 0,-2-43-1,-1 59 37,0 14 547,0 1 0,1-1 0,-1 0 0,0 1 0,1-1 0,-1 1 0,1-1 0,-1 0 0,1 1 0,0-1 0,0 1 0,0 0 0,0-1 0,0 1 0,0 0 0,0-1 0,0 1 0,0 0 0,2-1 0,-2 0-14,-1 1 13,1 1-1,-1 0 1,1 0-1,-1 0 1,0 0 0,1 0-1,-1 0 1,1 0 0,-1 0-1,1 0 1,-1 0-1,1 0 1,-1 0 0,1 1-1,-1-1 1,0 0-1,1 0 1,-1 0 0,1 1-1,-1-1 1,0 0 0,1 0-1,-1 1 1,0-1-1,1 0 1,-1 1 0,0-1-1,1 0 1,-1 1-1,0-1 1,0 1 0,1 0-1,41 100 1222,-28-62-890,3-1 1,26 47 0,-19-47-110,-1 1-1,-3 1 1,30 79 0,-40-93-51,1 0 0,1 0 0,24 35 0,6 13 91,-37-62-161,0 0 1,-1 1-1,0-1 0,-1 1 0,1 13 0,-2-12 102,1 0 1,0 1-1,7 16 0,0-9-33,-2 1 0,-1 0-1,6 32 1,-12-48-122,1-1-1,0 1 0,1-1 1,4 10-1,7 18 140,-10-28-190,-1-5-15,3-1-17,-5 0 103,0 0 1,0-1-1,0 1 1,0 0-1,0 0 0,0 0 1,0 0-1,0 0 1,0 1-1,0-1 0,0 0 1,0 0-1,0 1 1,0-1-1,0 0 1,0 1-1,0-1 0,0 1 1,0 0-1,0 0-77,-1-1-1,1 1 0,0-1 1,-1 0-1,1 1 1,0-1-1,-1 1 1,1-1-1,0 0 0,-1 0 1,1 1-1,0-1 1,-1 0-1,1 0 1,0 0-1,0 0 0,-1 0 1,1 0-1,0 0 1,0 0-1,-1 0 1,1 0-1,0 0 1,-1 0-1,1 0 0,0-1 1,0 1-1,-1 0 1,1-1-1,0 1 1,-1 0-1,1-1 0,-1 1 1,1-1-1,-1 1 1,1-1-1,0 1 1,-1-1-1,0 1 0,1-1 1,-1 0-1,1 1 1,-1-1-1,0 0 1,1 1-1,-1-1 0,0 0 1,1-1-1,2-42-400,-2-78 1,-2 58 85,-1 37 381,-1 1 1,-1-1-1,-1 1 1,-13-37-1,-1-5-203,6 12 205,-31-76 0,29 97-51,6 16-16,1 0 0,-6-25 1,8 22-19,-1 0 1,-1 0-1,-16-31 0,20 36-122,4 15 116,0 1 0,0-1 0,-1 0 1,1 1-1,0-1 0,-1 1 1,1-1-1,-1 0 0,1 1 0,-2-3 1,1 2-1,1 2 11,0-1 0,0 1 1,-1-1-1,1 1 0,0-1 1,0 1-1,0-1 0,-1 1 1,1-1-1,0 1 0,-1-1 1,1 1-1,-1 0 0,1-1 0,0 1 1,-1 0-1,1-1 0,-1 1 1,1 0-1,-1-1 0,1 1 1,-1 0-1,1 0 0,-1 0 1,1-1-1,-1 1 0,1 0 0,-1 0 1,0 0-1,1 0 0,-1 0 1,1 0-1,-1 0 0,-1 0 99,2 0-87,0-1 0,-1 1 0,1 0 1,0-1-1,-1 1 0,1-1 0,-1 1 0,1 0 0,0-1 0,-1 1 0,1 0 0,-1-1 0,1 1 0,-1 0 0,1 0 0,-1-1 0,1 1 0,-1 0 0,1 0 0,-1 0 0,1 0 0,-1 0 1,1 0-1,-1 0 0,0 0 0,0 0 0,-18-1-79,17 1 59,-1 0 16,-1 0 0,0 0 0,1 0 0,-1 0 0,1 1 0,-1 0 0,1 0 0,0 0 0,-1 0 0,1 0 0,0 1 0,0-1 0,0 1 0,0 0 0,-5 3 0,-4 2 4,0 0 1,-1-2-1,-18 7 0,-5 3-18,-55 26-2,86-38 8,2 0 0,-1 0 0,0 0 0,0 0 0,1 0 0,0 1 0,0 0 0,0-1 0,0 1 0,0 0 0,1 0 0,-4 9 0,0-1-9,1 0-1,1 1 1,-5 19-1,7-12-31,0 0 0,2 0 1,3 35-1,-3-43 132,3 5-30,-1-1 0,2 1 0,10 28-1,1 3-9,-11-34-78,-1 0 0,-1 0 1,0 0-1,0 16 1,-2-24 23,0-1 0,-1 1 1,0 0-1,0-1 0,0 1 0,-1-1 1,0 1-1,0-1 0,0 0 1,0 0-1,-1 0 0,0 0 1,-4 5-1,-47 65 158,-24 30-30,76-102-108,1 1 1,0 0-1,-1-1 1,1 1-1,0 0 1,1 0-1,-1 0 0,1 0 1,0 0-1,0 7 1,-1 3 97,-2 10 43,-1 24-130,4-50 3,0 1-1,1-1 0,-1 1 0,1-1 0,-1 1 0,1 0 1,0-1-1,0 1 0,0 0 0,-1 0 0,1-1 0,2 0 1,2-6-66,-4 4-162,1 0 0,-1-1 0,0 1 0,-1-1 0,1 1 0,-1-1 0,0-8-1,0 4-720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4:17.444"/>
    </inkml:context>
    <inkml:brush xml:id="br0">
      <inkml:brushProperty name="width" value="0.35" units="cm"/>
      <inkml:brushProperty name="height" value="0.35" units="cm"/>
      <inkml:brushProperty name="color" value="#9FAAAF"/>
    </inkml:brush>
  </inkml:definitions>
  <inkml:trace contextRef="#ctx0" brushRef="#br0">5325 1160 7603,'0'0'4627,"-3"-10"-3955,-1-14-421,0 0 1,1-1-1,1-28 1,3-57-271,-4-131-995,1 222 1016,-2 0 1,0 1-1,0-1 0,-2 1 0,-1 1 0,0-1 1,-1 1-1,-1 0 0,0 1 0,-20-27 0,24 36-11,4 6 7,0-1 1,-1 0 0,1 1-1,0-1 1,-1 1 0,1-1-1,-1 1 1,1-1 0,-1 1-1,1 0 1,-1 0 0,0 0-1,0 0 1,0 0 0,1 0-1,-1 1 1,0-1 0,0 1-1,0-1 1,0 1 0,0-1 0,0 1-1,0 0 1,-3 0 0,4 1-3,1 0 0,-1-1 0,1 1 0,-1-1 0,1 1 0,0 0 0,-1-1 0,1 1 0,0 0 0,-1-1 0,1 1 0,0 0 0,0 0 0,0-1 0,0 1 0,0 0 0,0 1 0,0-2 1,-5 52 106,4 102 0,3-68 160,-3 7-56,3 140 307,1-191-434,3 0 1,1-1 0,2 0 0,1 0-1,3-1 1,1 0 0,30 58-1,-42-93-73,1-1-1,-1 0 0,1 1 0,0-1 0,5 5 1,-4-7-7,-3-8 120,-1-60-134,-1-99-47,-1 131-143,-2-1 1,-14-59-1,-6 8-215,-59-251-1072,79 309 1230,1 1 1,0-43-1,7 83 261,105 431 1691,-27-86-154,-53-264-1190,-30-97-226,-22-99 324,-64-269-1735,24 76 715,14 90 556,51 232-92,-3 49-1,-1-12 213,46 446 1011,-38-461-1040,-3-26-18,-2-6-22,2 0 0,-1 0 1,2 0-1,0-1 1,8 18-1,-7-25 7,-2-9 44,-2-19-69,-1-41-233,-3-118-486,1 144 558,-3 1 0,0 0 0,-14-44 0,-7-11-226,-73-201-290,81 253 663,-2 1 0,-1 1 0,-31-38 0,52 71 9,-1 0-1,0 1 0,1-1 1,-1 0-1,0 0 0,1 1 1,-1-1-1,0 1 0,0-1 0,0 1 1,0-1-1,1 1 0,-1-1 1,0 1-1,0 0 0,0 0 1,0-1-1,0 1 0,0 0 1,0 0-1,0 0 0,0 0 0,-1 0 1,0 1-1,1-1 0,0 0 0,-1 1-1,1 0 1,0-1 0,-1 1 0,1 0 0,0-1 0,0 1 0,0 0 0,0 0 0,0 0 0,0 0-1,0 0 1,0 0 0,0 0 0,0 1 0,1-1 0,-2 2 0,-6 15 84,0 0 1,1 1-1,-7 34 1,-8 69 244,11-53-60,-17 89 125,-38 194 541,59-322-837,0 1 10,0 1 1,-3 59 0,10-91-114,0 1 0,0-1 0,0 0-1,0 1 1,0-1 0,0 1 0,-1-1 0,1 1-1,0-1 1,0 1 0,1-1 0,-1 1 0,0-1-1,0 0 1,0 1 0,0-1 0,0 1 0,0-1 0,0 1-1,1-1 1,-1 0 0,0 1 0,0-1 0,1 1-1,-1-1 1,0 0 0,1 1 0,-1-1 0,0 0-1,1 1 1,6-7 31,-6 5-24,15-22-223,-1 0 0,-1-1 0,0 0 0,-2-1 0,15-45 0,-6 3-701,14-78 0,-24 70-155,-4 0 0,-3-128-1,-4 149 904,0 48 173,0-4-41,0 0 0,0 0 0,-1 0 0,-1 0-1,-2-9 1,4 16 73,-1 1 1,0 0-1,0 0 0,0 0 0,0 0 0,0 0 0,0 0 0,-1 0 0,1 0 1,-1 1-1,1-1 0,-1 0 0,0 1 0,1-1 0,-1 1 0,0 0 0,0 0 1,0-1-1,0 1 0,0 1 0,0-1 0,0 0 0,-1 0 0,1 1 0,0-1 1,-5 0-1,3 1 28,0-1 1,-1 1 0,1 0-1,0 0 1,0 1 0,-1-1-1,1 1 1,0 0 0,0 0-1,0 0 1,0 0 0,-8 4 0,8-1-4,0-1 1,-1 1-1,1-1 1,0 1 0,1 0-1,-1 1 1,1-1-1,0 0 1,-5 10 0,-11 22 337,2 0-1,-20 62 1,-15 85 660,40-140-867,-94 364 942,96-365-1058,2 0 0,2 1 1,-1 76-1,6-118-80,1-1 1,0 1-1,0-1 0,0 1 1,0 0-1,0-1 0,0 1 0,0 0 1,0-1-1,1 1 0,-1 0 0,0-1 1,0 1-1,0 0 0,1-1 1,-1 1-1,0-1 0,1 1 0,-1-1 1,0 1-1,2 0 0,0 0 12,1-1-1,-1 1 1,1-1-1,-1 0 1,1 0-1,-1 0 1,1 0 0,-1-1-1,1 1 1,-1-1-1,1 0 1,-1 1-1,1-1 1,-1 0-1,0 0 1,0 0 0,1-1-1,-1 1 1,0-1-1,0 1 1,2-3-1,4-4-47,-1 0 0,1-1 0,-2 0 0,1-1 0,-1 0-1,5-11 1,28-70-750,-35 83 711,21-61-765,-2-1 0,25-139-1,-28 96 471,5-26-354,8-155-1,-32 142 2044,-14 156-1081,9 1-209,0-1-1,1 1 0,0 0 0,0 0 1,0 0-1,0 0 0,1 1 0,0-1 1,0 1-1,-2 9 0,4-13-20,-19 82 645,3 0 0,-5 102 0,19-171-612,-7 77 363,6 186 0,3-277-400,0 1 0,0-1 0,1 0 0,-1 0 0,0 1 1,1-1-1,-1 0 0,1 0 0,-1 0 0,1 1 0,0-1 0,-1 0 1,1 0-1,0 0 0,0 0 0,0 0 0,0 0 0,0-1 1,0 1-1,0 0 0,0 0 0,0-1 0,0 1 0,0 0 1,1-1-1,-1 1 0,0-1 0,0 0 0,1 1 0,-1-1 0,0 0 1,1 0-1,-1 0 0,0 0 0,1 0 0,-1 0 0,0 0 1,0 0-1,1-1 0,-1 1 0,0 0 0,0-1 0,1 1 1,-1-1-1,0 1 0,0-1 0,0 0 0,2-1 0,1-3-28,0 0-1,0 0 0,-1-1 1,0 1-1,0-1 1,0 0-1,-1 0 0,0 0 1,3-13-1,2-9-239,-1-1 1,-2 0-1,2-39 0,-6-92-880,-2 68 711,2 71 411,1 7-7,0-1-1,-2 0 1,0 1-1,0-1 0,-1 1 1,-1-1-1,-1 1 1,0 0-1,-7-16 0,7 22 59,-1-2-56,0 0-1,-11-15 0,15 23 33,-1 0 0,1 0 0,-1 0 0,0 1 0,1-1 0,-1 0 0,0 1-1,0-1 1,0 1 0,0 0 0,0 0 0,-1 0 0,1 0 0,0 0 0,0 0 0,-1 0 0,1 1 0,-5-1 0,1 0 0,1 0 0,-1 0 1,0 0-1,1-1 1,-1 1-1,1-1 1,0-1-1,-1 1 1,-4-4-1,-2-2 19,0 0-1,-19-16 1,27 19 3,0 0 1,0 1 0,1-2 0,0 1 0,0 0 0,1-1 0,-1 1 0,1-1 0,0 0 0,-2-9 0,9 20-67,21 20 90,1 0 1,1-2 0,40 25 0,101 51-55,-106-64 39,-1 2 0,81 63 0,-125-84-32,1 0 0,-2 2 0,18 22 1,-27-29-6,0 1 0,-1 0 1,-1 0-1,0 0 1,-1 1-1,0-1 0,4 17 1,17 83 422,-5 1 1,12 205-1,-33-306-367,1-1-1,0 0 0,1 0 1,1 0-1,-1 0 1,2 0-1,0-1 0,0 1 1,0-1-1,2 0 0,8 13 1,-13-21-45,0-1 1,0 0-1,0 0 1,0 0-1,0 0 1,1 0-1,-1 0 1,0-1-1,1 1 1,-1 0-1,1 0 1,-1-1 0,1 1-1,-1-1 1,1 0-1,-1 1 1,1-1-1,-1 0 1,1 0-1,0 0 1,-1 0-1,1 0 1,-1 0-1,1-1 1,-1 1-1,1 0 1,-1-1-1,1 1 1,-1-1 0,1 1-1,-1-1 1,1 0-1,-1 0 1,0 0-1,0 0 1,1 0-1,-1 0 1,0 0-1,0 0 1,0 0-1,2-3 1,3-9-19,0 0 0,0-1 1,-2 1-1,1-1 0,-2 0 0,4-25 1,-3-1-79,0-50 0,-4-395-316,0 1076 3012,0-590-2603,0 0 0,0 1 0,0-1 0,0 0 0,0 0 0,0 0 0,0 0 0,0 0 0,1 0 0,-1 0 0,0 0 0,1 0 0,-1 0 0,1 0 0,-1-1 0,1 1 0,0 0 0,-1 0 0,1 0 0,0-1 0,-1 1 0,1 0 0,0 0 0,0-1 0,0 1 0,0-1 0,-1 1 0,1-1 0,0 1 0,0-1 0,0 0 0,0 1 0,0-1 0,0 0 0,0 0 0,0 0 0,0 1 0,0-1 0,0 0 0,1-1 0,-1 1 0,0 0 0,0 0 0,0 0 0,0-1 0,0 1 0,0 0-1,0-1 1,-1 1 0,1-1 0,0 1 0,0-1 0,0 1 0,0-1 0,0 0 0,-1 1 0,2-2 0,7-9 9,-1 0-1,0-1 1,-1 1-1,0-2 1,8-21-1,-7 16-16,1 0 0,16-24-1,-14 27 0,2 1 0,-1 0 0,1 1 0,1 0 0,1 1 0,-1 1 0,2 0 1,-1 1-1,2 1 0,20-10 0,-7 8-2,1 0 0,-1 2 0,1 1 0,1 2 1,36-3-1,18 2-38,111 7 1,-185 1 41,1 0 1,-1 1-1,0 1 1,1 0-1,-1 0 1,20 10-1,66 40-4,-27-13 3,-31-20 10,1-1 48,71 47 0,-102-58-48,0-1 0,-1 1 0,1 0 0,-2 1 0,1 0 0,-1 0 0,-1 1 0,0 0 0,0 1 0,-1-1 0,9 20 0,-12-19 2,3 2-62,-5-13 47,0 0 0,0 1 1,1-1-1,-1 0 0,0 0 0,0 0 0,0 0 0,0 0 0,0 0 0,0 0 0,0 0 0,0-1 0,0 1 0,0 0 0,0 0 1,2-2-1,55-21-520,-34 12 367,30-8 0,228-53 284,-264 68-106,-9 2-4,0 0 0,0 0-1,0-1 1,0 0 0,0 0 0,-1-1 0,10-6-1,-17 8-6,0-1 0,0 0 0,-1 1 0,0-1 0,1 0 0,-1 1 0,0-1-1,0 0 1,0 1 0,-1-1 0,1 0 0,-1 1 0,1-1 0,-2-2 0,0 2-8,0 0 1,0 0-1,0 0 0,0 1 1,-1-1-1,1 1 1,-1-1-1,0 1 0,1 0 1,-1 0-1,0 0 1,-4-1-1,-43-17 16,29 12-4,-20-6 12,-1 1 0,0 2-1,0 3 1,-1 1 0,-73-3 0,23 7 87,92 3-56,5 0-82,569 4-551,-564-5 580,-8 0-7,-5-1 5,-27 0 133,-53 2 0,26 2-100,-609 2 177,683-14-121,448-116-653,-165 52-146,-273 67 699,-5 2 15,31-13 0,-51 17-4,0 1-1,0-1 1,0 1 0,0-1 0,0 1 0,0-1 0,0 0 0,0 1 0,0-1 0,-1 0 0,1 0 0,0 0-1,0 1 1,-1-1 0,1 0 0,0 0 0,-1 0 0,1 0 0,-1 0 0,0 0 0,1 0 0,-1-2-1,0 2-3,0 0 0,0 0-1,0 1 1,-1-1 0,1 0-1,0 0 1,-1 0 0,1 0-1,-1 1 1,1-1-1,-1 0 1,1 0 0,-1 1-1,1-1 1,-1 0 0,0 1-1,1-1 1,-1 0 0,0 1-1,0-1 1,0 1 0,1 0-1,-1-1 1,0 1-1,0 0 1,0-1 0,0 1-1,0 0 1,-1-1 0,-22-3 34,-1 0 0,1 1 1,-1 1-1,-25 2 0,11 0-25,-207 0 31,-58-2 166,298 2-184,1 0 0,-1-1 0,0 0 0,0-1 0,1 1 0,-1-1 0,-7-3 0,12 4-11,0 1 0,0-1-1,0 0 1,0 1 0,0-1 0,0 0 0,0 0 0,1 0 0,-1 0-1,0 1 1,0-1 0,1 0 0,-1 0 0,0-1 0,1 1 0,-1 0-1,0-2 1,1 2-4,0 0-1,0-1 1,0 1 0,0-1-1,0 1 1,1 0 0,-1-1-1,0 1 1,1 0 0,-1-1-1,1 1 1,-1 0-1,1 0 1,0-1 0,0 1-1,-1 0 1,1 0 0,0 0-1,2-1 1,8-8-25,1 0 1,1 1 0,0 1-1,24-13 1,-20 12-17,208-97-267,-98 49 333,-115 52-39,-6 3 20,-1 0 0,0-1 0,-1 1 1,10-7-1,-13 8-16,-1 0 0,1 1 1,0-1-1,0 0 1,-1 0-1,1 1 0,-1-1 1,1 0-1,-1 0 1,1 0-1,-1 0 0,1 0 1,-1 0-1,0 0 1,1 0-1,-1 0 0,0 0 1,0 0-1,0 0 1,0 0-1,0 0 0,0 0 1,0 0-1,0 0 1,0 0-1,-1 0 0,1 0 1,0 0-1,-1 0 1,0-2-1,1 3 6,-1-1 0,1 1 0,0-1 0,-1 1 0,0-1 0,1 1 0,-1-1 0,1 1 0,-1-1 0,1 1 0,-1-1 0,0 1 0,1 0 0,-1-1 0,0 1 0,0 0 0,1 0 0,-1 0 0,-1-1 0,-19-2 30,1 0 0,-1 1-1,0 1 1,-26 2 0,7 0-27,-303 6 58,257-7 84,83 0-121,22-16-22,9 2-264,0 2 0,59-18-1,67-9-489,-110 30 618,1 1-1,81-2 1,-117 9 155,-7-1-23,-6 1-30,-14 1 100,0 1 0,0 0 1,0 1-1,0 2 0,0-1 1,1 2-1,-24 10 1,-209 103 696,247-116-756,2-2-12,1 0 0,-1 0 0,1 0 0,-1 1 1,0-1-1,1 0 0,-1 1 0,1-1 0,-1 1 1,1-1-1,-1 0 0,1 1 0,-1-1 0,1 1 1,-1-1-1,1 1 0,0 0 0,-1-1 0,1 1 1,0-1-1,-1 1 0,1 0 0,0-1 0,0 1 1,0 0-1,0-1 0,-1 1 0,1 0 0,0-1 1,0 1-1,0 0 0,0-1 0,1 1 0,-1 0 1,0-1-1,0 2 0,0 1-38,0 2 31,1 0 0,-1 0 0,1 0 0,0 0 0,0 0 0,0 0 0,1 0 0,0-1 0,0 1 0,0-1 0,0 1 0,1-1 1,0 0-1,0 0 0,0 0 0,0 0 0,0 0 0,1-1 0,0 0 0,0 1 0,0-1 0,8 4 0,52 32-234,1-4 1,88 35-1,-55-26 1,304 130 166,-341-153 59,1-4 1,1-1-1,1-4 1,99 7-1,263-13-488,-256-8 518,-118 2 303,-52 0-278,0-1-32,0 1-1,-1 0 1,1-1 0,-1 1-1,1 0 1,0-1 0,-1 1-1,1 0 1,-1 0-1,1-1 1,-1 1 0,1 0-1,-1 0 1,1 0 0,-1 0-1,0 0 1,1 0-1,-1 0 1,1 0 0,-1 0-1,1 0 1,-1 0 0,1 0-1,-2 0 1,0 1 15,-517-1-62,551-2 36,-1-2 1,1-1 0,33-9-1,13-3-31,141-19 29,65-13 22,-7-19-1,-273 67-14,4-2-11,0 1 0,-1-1 0,1 0-1,0-1 1,11-6 0,-18 9 11,1-1 0,-1 1 0,0 0 0,1-1 1,-1 1-1,0 0 0,0-1 0,0 0 0,0 1 0,0-1 1,0 1-1,0-1 0,-1 0 0,1 0 0,0 0 0,-1 1 1,0-1-1,1 0 0,-1 0 0,0 0 0,0 0 0,0 0 1,0 1-1,0-1 0,-1 0 0,1 0 0,0 0 0,-1 0 1,-1-3-1,1 3 12,0-1 1,0 1-1,-1-1 0,1 1 1,-1 0-1,1 0 0,-1 0 1,0-1-1,0 2 0,0-1 1,0 0-1,0 0 1,-4-1-1,-34-16 59,-6 4-44,-1 3 0,0 1 0,-1 3 0,-53-2 0,-80-15 47,166 22-67,0-1 0,1 0 0,0-1 0,-1 0 0,2-2 0,-1 1 0,1-2 1,0 0-1,1 0 0,-18-15 0,16 11 9,12 11-12,0 0 0,0-1 0,0 1 0,1-1 0,-1 1 0,0-1 0,1 0 0,-1 0 0,1 0 0,-1 0 0,1 0 0,0 0 0,0 0 1,0 0-1,0 0 0,0-1 0,0 1 0,0 0 0,1-1 0,0 1 0,-1 0 0,1-5 0,-1 2 1,1 0 0,0 0 0,0 1-1,1-1 1,-1 0 0,1 0 0,0 0 0,0 0 0,1 1-1,-1-1 1,1 0 0,0 1 0,1 0 0,-1-1 0,1 1-1,-1 0 1,1 0 0,0 0 0,1 1 0,-1-1-1,1 1 1,5-4 0,-3 2 5,0 0 1,1 0-1,0 1 0,0 0 1,0 0-1,0 0 0,1 1 1,0 1-1,-1-1 1,1 1-1,0 0 0,0 1 1,0 0-1,0 0 0,15 1 1,-22 0-8,0 0 1,0 0 0,1 0 0,-1 0 0,0 1 0,0-1 0,0 0 0,0 1-1,0-1 1,0 0 0,0 1 0,0 0 0,0-1 0,0 1 0,0-1 0,-1 1-1,1 0 1,0 0 0,0-1 0,0 1 0,-1 0 0,1 0 0,0 0 0,-1 0 0,1 0-1,-1 0 1,1 0 0,-1 0 0,0 0 0,1 2 0,0 3 16,0 1-1,0-1 1,0 1 0,-2 9 0,1-8-16,0 236 726,2-220-696,1 1 1,1-1-1,1 0 1,1-1-1,1 0 1,18 43-1,-9-27 7,11 46 0,-25-74-99,0 1 1,-1 0-1,-1 22 0,0-25-122,0-8 181,0-1-1,-1 1 1,1-1 0,-1 1-1,1-1 1,-1 0-1,1 1 1,-1-1 0,1 0-1,-1 1 1,1-1-1,-1 0 1,1 0-1,-1 0 1,1 1 0,-1-1-1,0 0 1,1 0-1,-1 0 1,1 0 0,-1 0-1,0 0 1,1 0-1,-2 0 1,-21 0 58,19-1-47,-8 1 9,1 0 1,-1-1-1,-20-4 1,26 4-23,1-1 0,-1 0 0,1-1 1,0 1-1,-1-1 0,1 0 0,1 0 1,-1-1-1,-6-5 0,-16-18-57,18 17 20,0 1 0,-1 1-1,-19-15 1,27 22 39,-1 0 0,1 0 1,-1 1-1,0-1 0,1 0 0,-1 1 1,0 0-1,1 0 0,-1 0 0,0 0 0,-3 0 1,-9 0-114,18 15-73,1-14 204,1 1-1,-1-1 1,1 0 0,-1 0 0,1-1 0,-1 1 0,1-1 0,0 0 0,-1 0-1,8-2 1,9 1 7,9 1-29,-7 1-59,1-1 1,-1-1-1,0-2 0,28-5 1,16-11 8,65-14 350,-117 31-208,0 1 0,0 1 0,20 1 0,3 0 35,-23-1-68,-5 0-8,0 0 1,0 0-1,15 4 1,-22-4-46,0 1 1,1 0-1,-2 0 1,1 1 0,0-1-1,0 0 1,0 1-1,-1 0 1,1 0-1,0 0 1,-1 0 0,0 0-1,0 0 1,1 1-1,1 2 1,0 2-13,0-1 0,-1 0 1,0 1-1,4 12 0,2 4 27,-7-21 20,0 1 0,0-1 1,1 0-1,-1 0 1,0 0-1,1-1 0,0 1 1,4 2-1,5 0-10,0-1 0,0 0 0,0-1 0,0 0-1,0-1 1,0 0 0,25-2 0,-10 0-21,640-17-104,-205-1-420,-543 20 603,-1 3 1,-116 21-1,149-15-71,-114 26 64,133-28-48,0 2 0,1 1-1,-35 18 1,58-25-46,12-3 29,229-3 87,274 4 94,-430 5-208,-81 4-242,2-10 254,0 0 1,-1 0-1,1 0 0,-1-1 0,0 1 0,1 0 0,-1 0 0,0-1 0,1 1 0,-1 0 1,0-1-1,0 1 0,1-1 0,-1 1 0,0-1 0,-2 1 0,-208 83 224,106-46-209,1 1 22,112-37-36,14 0-65,99-10-44,3 1 161,112 7 11,-239 0-61,-61-1 102,-88 12 1,188-13 53,3-8-128,41-16-1,20-6-34,66-10-119,-163 42 129,0-1 1,0 0-1,0-1 1,0 1-1,0 0 1,0-1-1,0 0 1,0 1-1,0-1 1,-1 0-1,3-3 1,-4 3-7,1 0 0,-1 0 0,0 0 0,0 0 0,0 0 1,0 0-1,-1 0 0,1-1 0,-1 1 0,1 0 1,-1 0-1,0-1 0,0 1 0,0 0 0,0-1 0,0 1 1,-1-3-1,0 2 3,0 0 0,0 1 0,0-1 0,0 0 0,-1 0 1,1 0-1,-1 1 0,0-1 0,0 1 0,0-1 0,0 1 0,0 0 0,0 0 1,-1 0-1,1 0 0,-1 0 0,1 0 0,-1 1 0,0-1 0,0 1 0,-4-2 1,-12-4 12,0 0-1,-23-5 1,28 9-11,-125-34-12,-385-117 29,512 150-16,-2-1 4,0 0 0,0-1 1,-18-11-1,30 15-7,-1 1-1,0-1 1,1 0 0,-1 0 0,1 0 0,0 0 0,0-1 0,0 1 0,0-1-1,0 1 1,0-1 0,1 0 0,-1 0 0,1 1 0,0-1 0,0 0 0,0 0-1,0 0 1,0-1 0,1 1 0,-1-5 0,1-2-5,-1 6-11,1 0 1,0 0-1,1 0 0,-1 0 1,1 0-1,-1 0 0,3-5 1,-2 7-2,0 0 0,1-1 0,-1 1 1,1 0-1,0 0 0,-1 0 0,1 0 1,0 0-1,0 1 0,0-1 0,1 1 1,-1-1-1,0 1 0,3-2 0,20-8-89,0 1-1,0 1 0,1 1 0,0 1 1,32-5-1,142-10 106,-167 20-3,235-6-376,-257 8 235,-848 0 416,828 0-257,7 1-13,-1-1 0,1 0 0,-1 0 0,1-1 0,-1 1 0,0 0-1,-4-2 1,7 1 7,-1 1-1,0-1 0,0 1 0,1-1 0,-1 1 0,0-1 1,1 0-1,-1 1 0,1-1 0,-1 0 0,1 0 0,-1 0 1,1 1-1,-1-1 0,1 0 0,0 0 0,-1 0 0,1 0 1,0 0-1,0 1 0,0-1 0,-1 0 0,1 0 0,0 0 0,0 0 1,1-1-1,-1 1-7,0 0-1,0-1 1,0 1 0,0 0-1,0 0 1,1 0 0,-1 0-1,1 0 1,-1 0 0,0 0-1,1 0 1,0 0 0,-1 0-1,1 0 1,-1 0 0,1 0 0,0 1-1,0-1 1,0 0 0,-1 0-1,3 0 1,25-12-11,-27 12 10,79-24-5,154-28 1,0 0-358,-195 43 236,-19 5 39,0-1 0,23-10 0,-42 15 58,-21 1-109,0 1 123,0 1 0,0 1 0,0 0 0,1 1 0,0 2 0,-28 10 0,19-5 29,-340 118 140,335-120-141,15-4 20,0 0 0,0 1 0,-23 12-1,39-17-35,0 0 0,0 1 0,1-1-1,-1 1 1,1-1 0,0 1-1,-1 0 1,1-1 0,0 1 0,0 0-1,0 0 1,0 0 0,0 0-1,1 0 1,-1 0 0,0 3-1,0-4 2,1 0-1,0 1 0,0-1 1,-1 0-1,1 1 0,0-1 1,0 1-1,0-1 0,1 1 1,-1-1-1,0 0 0,0 1 1,1-1-1,-1 0 0,1 1 1,-1-1-1,1 0 0,0 1 1,-1-1-1,1 0 0,0 0 1,0 0-1,0 0 0,0 0 1,0 0-1,1 1 0,9 3-1,0-1 0,-1 0-1,1-1 1,1 0 0,-1 0-1,15 0 1,-17-1-19,329 27-1460,3-27-563,-182-3 1728,209-9 328,-3 1 1906,-273 8-1692,111 2-42,-196-1-180,0 0 1,1 1-1,-1-1 1,0 1-1,0 1 1,0-1-1,0 1 1,0 1-1,-1-1 1,1 1-1,0 0 1,-1 0-1,0 1 1,11 8-1,-15-10-16,0 1 0,-1 0-1,1 0 1,0-1 0,-1 1 0,0 0-1,1 1 1,-1-1 0,-1 0 0,1 0-1,0 0 1,-1 1 0,1-1 0,-1 0-1,0 0 1,0 1 0,0-1 0,-1 0 0,0 4-1,0 11-55,1-14 67,-1 0 0,0-1 0,0 1 0,0-1 0,0 1 0,-1-1 0,1 0 0,-1 1 0,0-1-1,0 0 1,0 0 0,-1 0 0,1 0 0,0-1 0,-1 1 0,0-1 0,-3 3 0,-5 4 53,-1-1 0,1-1-1,-21 10 1,-33 9 18,47-20-35,0 0 1,-29 17-1,47-23-34,0 0 1,1 0-1,-1 0 0,0 0 0,0 0 0,1 0 0,-1 0 0,0 0 0,0 0 0,1 0 0,-1 0 1,0 0-1,0 1 0,1-1 0,-1 0 0,0 0 0,0 0 0,1 0 0,-1 0 0,0 1 0,0-1 1,0 0-1,1 0 0,-1 0 0,0 1 0,0-1 0,0 0 0,0 0 0,0 1 0,1-1 0,-1 0 0,0 0 1,0 1-1,0-1 0,0 0 0,0 0 0,0 1 0,0-1 0,0 0 0,0 0 0,0 1 0,0-1 1,0 0-1,0 0 0,0 1 0,0-1 0,0 0 0,-1 0 0,1 1 0,0-1 0,0 0 0,0 0 1,0 1-1,0-1 0,0 0 0,-1 0 0,1 0 0,0 1 0,0-1 0,0 0 0,-1 0 0,1 0 1,0 0-1,0 1 0,-1-1 0,1 0 0,0 0 0,224 7 264,15 0-243,64 9 62,-92-6 23,-191-9-145,-19-1-26,-4 0-6,-31 1 138,-92 21 150,74-11-172,-1-3-1,-73 2 120,129-10-144,9-1-92,0-1 1,0-1-1,0 0 0,0 0 0,-1-1 1,22-11-1,-1 2-85,86-31-553,-57 23 586,0-2 0,72-41 0,-130 62 128,1 0-1,-1-1 0,1 1 0,-1-1 1,0 0-1,0 0 0,0 0 0,2-4 1,-4 6-5,-1 1 1,0-1 0,0 1 0,1-1-1,-1 1 1,0-1 0,0 1 0,0-1-1,1 1 1,-1-1 0,0 1 0,0-1-1,0 1 1,0-1 0,0 1 0,0-1-1,0 1 1,0-1 0,0 1 0,0-1-1,-1 0 1,1 1 0,0-1 0,0 1 0,0 0-1,-1-1 1,1 0 0,-2 0 0,1 0-1,0 0 1,-1 0 0,1 1-1,-1-1 1,1 0 0,-1 1 0,1-1-1,-1 1 1,0 0 0,1-1 0,-1 1-1,1 0 1,-1 0 0,-1 0 0,-551 20 234,486-15-210,-173 3 798,236-8-492,12-1-271,13-4-77,0-2 0,0 0-1,-1-1 1,24-14 0,9-3-15,94-34-221,2 6 1,251-55 0,-398 108 247,-1 1 0,1-1 1,-1 0-1,1 0 1,-1 0-1,1-1 1,-1 1-1,1 0 1,-1 0-1,0 0 0,1 0 1,-1 0-1,1 0 1,-1-1-1,1 1 1,-1 0-1,1 0 1,-1-1-1,0 1 0,1 0 1,-1-1-1,0 1 1,1 0-1,-1-1 1,0 1-1,1-1 1,-1 0-1,-20-1-124,-543 2 654,540 0-501,0-1 1,1-1-1,0 0 1,-1-2-1,1-1 1,-32-11-1,52 15-18,0 1 0,0-1 0,0 0 1,-1 0-1,1-1 0,0 1 0,1 0 0,-1-1 0,0 1 1,0-1-1,1 0 0,-1 0 0,0 1 0,1-1 0,0 0 1,-1 0-1,1 0 0,0-1 0,0 1 0,-1-3 0,1-2 5,0 0 0,0 0-1,0 0 1,1-1 0,1-9-1,-1-3-19,1 18 3,-1 0-1,0 0 1,0 0 0,1 0-1,-1 0 1,1 0 0,-1 0-1,1 0 1,0 0 0,0 0-1,0 0 1,0 0 0,0 0-1,0 1 1,1-1 0,-1 0-1,1 1 1,-1-1 0,3-1-1,3-1-26,0-1-1,0 1 1,14-6-1,5-3 33,16-11 91,-25 15-90,0 0 1,-1-1 0,0-1 0,-1-1-1,20-18 1,-28 18 22,-7 12-29,0 0 0,0 0 1,1 0-1,-1 0 0,0-1 1,0 1-1,0 0 1,1 0-1,-1 0 0,0-1 1,0 1-1,0 0 0,0 0 1,0-1-1,0 1 0,0 0 1,0 0-1,1-1 0,-1 1 1,0 0-1,0 0 1,0-1-1,0 1 0,0 0 1,0-1-1,-1 1 0,1 0 1,0 0-1,0-1 0,0 1 1,0 0-1,0 0 1,0-1-1,0 1 0,0 0 1,-1 0-1,1 0 0,0-1 1,0 1-1,0 0 0,0 0 1,-1 0-1,1 0 1,0-1-1,0 1 0,-1 0 1,1 0-1,0 0 0,0 0 1,-1 0-1,1 0 0,-1-1 1,-99 3 97,-136-5-25,112-12-7,107 12-36,4 0 7,12 3-56,9 0-45,36 3 155,0 2 0,0 2 0,66 20-1,-39-10-58,386 107-584,-387-107 335,18 7-49,-72-20 252,-14-4 26,0 0 0,0 0 0,0 1 0,-1-1 0,1 1 0,0 0 0,0-1-1,-1 1 1,1 0 0,2 1 0,-3 1 29,-1-1 1,1 0-1,-1 0 0,0 0 0,0 1 1,0-1-1,0 0 0,0 0 0,-1 4 0,1 0-26,-1-4-4,1 0 1,0-1-1,-1 1 1,0 0-1,1 0 1,-1 0-1,0-1 1,0 1-1,0 0 1,0-1-1,0 1 1,0 0-1,-1-1 1,1 0-1,0 1 0,-1-1 1,1 0-1,-4 2 1,-37 22 205,24-15-134,17-10-67,0 1 1,0-1 0,0 1 0,1-1-1,-1 1 1,0-1 0,0 1 0,1 0 0,-1 0-1,1-1 1,-1 1 0,0 0 0,1 0-1,-1 1 1,1-1-6,0-1 0,-1 0 0,1 1 0,0-1 0,0 1 1,0-1-1,0 1 0,1-1 0,-1 0 0,0 1 0,0-1 0,0 1 0,0-1 0,0 0 0,0 1 0,1-1 0,-1 1 0,0-1 0,0 0 0,1 1 0,-1-1 0,0 0 1,1 1-1,1 1 4,0-1 1,0 1 0,1-1 0,-1 0-1,1 1 1,-1-1 0,1 0 0,-1-1 0,4 2-1,489 104-696,-362-80 10,90 30 129,-184-44 503,-1 3 0,-1 1-1,57 33 1,-92-48 50,0 0 0,-1 0 1,1 1-1,-1-1 0,1 1 1,-1-1-1,0 1 0,1-1 0,-1 1 1,0 0-1,0-1 0,0 1 1,0 0-1,-1 0 0,1 0 1,1 3-1,-2-4 18,0 1 1,0-1-1,0 0 1,0 0-1,0 1 0,-1-1 1,1 0-1,0 0 1,0 0-1,-1 1 1,1-1-1,-1 0 0,1 0 1,-1 0-1,1 0 1,-1 0-1,0 0 1,1 0-1,-1 0 0,0 0 1,0 0-1,0 0 1,0-1-1,0 1 0,0 0 1,0 0-1,0-1 1,0 1-1,0-1 1,-2 1-1,-37 14 429,-81 17 1,85-24-421,24-5-21,-169 35 108,161-37-56,19-1 6,14-1-9,11-2-65,1-2-1,31-11 1,18-4 16,6 3 4,93-33 1,-170 49 17,-1 0 1,1 0 0,0 0 0,-1-1 0,1 1 0,0-1-1,-1 1 1,0-1 0,1 0 0,-1 0 0,0 0-1,0 0 1,0 0 0,0-1 0,0 1 0,-1-1 0,1 1-1,1-5 1,-1 0 74,0 0 0,-1 0 0,0 0 1,0 0-1,-1 0 0,0-10 0,0 15-99,0-1 1,-1 1-1,1 0 1,0 0-1,-1-1 1,0 1-1,0 0 0,0 0 1,1 0-1,-2 0 1,1 0-1,0 0 1,0 0-1,-1 0 1,1 0-1,-1 1 0,1-1 1,-1 1-1,0-1 1,0 1-1,0-1 1,0 1-1,0 0 0,0 0 1,-2-1-1,-8-3-4,0 1 0,0 1-1,-20-5 1,15 5 6,-212-34 36,14 3-7,157 22-19,57 11-16,0 1 0,0-1 0,1 0 0,-1 0 0,0 1 0,1-1 0,-1 0 0,1 0 0,-1 0 0,1 1 0,-1-1 0,1 0 0,-1 0 0,1 0 0,0 0 0,0 0 0,-1 0 0,1 0 0,0 0 0,0 0 0,0 0 0,0 0 0,0 0 0,0-1 0,0 0-2,1 0-1,-1 0 1,0 0 0,0 0-1,1 0 1,-1 0-1,1 0 1,0 0 0,-1 0-1,1 1 1,1-3-1,2 0-25,1 1 0,-1 0-1,0 0 1,1 0-1,-1 0 1,1 1-1,0 0 1,0 0 0,8-2-1,54-12-77,-17 10 103,0 2-1,86 5 1,-52 0 81,-58-1-72,-13-1-2,1 1-1,-1 0 1,1 1-1,-1 0 1,22 6-1,-34-6-6,0-1-1,0 1 1,1-1-1,-1 1 1,0 0 0,0 0-1,0-1 1,0 1-1,0 0 1,0 0 0,0 0-1,0 0 1,0 0-1,0 1 1,0-1 0,-1 0-1,1 0 1,-1 0-1,1 1 1,-1-1 0,1 0-1,0 3 1,0 33-51,-1-23 20,0-7 25,0 0-1,-1-1 1,0 1 0,0 0-1,0-1 1,-1 1-1,0 0 1,-1-1-1,1 0 1,-1 1-1,0-1 1,0 0 0,-1-1-1,0 1 1,0-1-1,-8 9 1,-201 206 347,204-204-387,9-16 24,0 1 0,0-1 1,0 1-1,0-1 0,0 1 0,0-1 1,0 1-1,0-1 0,0 1 0,0-1 0,0 1 1,0-1-1,0 1 0,0-1 0,0 1 1,0-1-1,1 0 0,-1 1 0,0-1 1,0 1-1,1-1 0,-1 1 0,0-1 1,1 0-1,-1 1 0,0-1 0,1 0 1,-1 1-1,0-1 0,1 0 0,-1 1 1,1-1-1,-1 0 0,1 0 0,-1 0 0,0 1 1,1-1-1,-1 0 0,1 0 0,-1 0 1,2 0-1,61 8-611,91 0 0,-46-5 325,-66 4 335,-41-7-20,-1 0 0,0 0 0,1 1 0,-1-1 0,1 0 0,-1 0 0,1 1 0,-1-1 0,0 0 0,1 1 0,-1-1 0,0 1 0,0-1 0,1 0 0,-1 1 1,0-1-1,0 1 0,1-1 0,-1 1 0,0-1 0,0 1 0,0-1 0,0 1 0,0-1 0,0 1 0,0-1 0,0 1 0,0 0 0,-1 19 280,1-15-200,-2 0-55,1 0-1,-1 0 0,0 0 1,0-1-1,-1 1 0,1 0 0,-1-1 1,0 0-1,0 1 0,0-1 0,-1 0 1,0-1-1,0 1 0,-7 5 1,-13 15 59,23-23-89,-13 14 74,-21 31-1,32-41-65,0 0 0,0 0 0,1 1 0,0-1-1,0 1 1,0-1 0,0 1 0,1 0 0,0 0-1,0 11 1,0-5-22,0-10 15,1 0-1,0 0 1,-1-1 0,1 1 0,0 0 0,0 0-1,0 0 1,0 0 0,1-1 0,-1 1 0,0 0 0,1 0-1,-1 0 1,1-1 0,0 1 0,-1 0 0,1-1 0,0 1-1,0 0 1,0-1 0,0 1 0,1-1 0,-1 0-1,0 1 1,0-1 0,1 0 0,-1 0 0,3 2 0,14 5 31,1-1 0,0-1 0,0 0 0,0-1 1,24 2-1,106 5-47,-117-11 0,119 0-45,-127-2 57,1-1 0,-1-2 0,48-12 0,-37 5 55,0-2 1,0 0-1,-1-3 1,59-36-1,-91 51-27,-1 0-1,1-1 1,-1 1 0,1-1 0,-1 1-1,1-1 1,-1 0 0,0 1-1,0-1 1,0 0 0,0 0-1,0 0 1,0 0 0,-1 0-1,2-3 1,-2 3-13,0 1 0,0 0 0,0 0 0,0 0 0,0-1 0,0 1 0,0 0 0,-1 0 0,1 0 0,0 0 0,-1 0 0,1-1 0,-1 1 0,1 0-1,-1 0 1,1 0 0,-1 0 0,0 0 0,1 0 0,-1 1 0,0-1 0,0 0 0,0 0 0,0 0 0,0 1 0,0-1 0,0 0 0,0 1 0,-2-1 0,-11-5-8,0 1 1,0 1 0,0 1-1,-27-4 1,-65 0 0,59 5-2,-60-2-5,-75-7-13,176 11 10,30 0-206,453 19-1746,-280 4 1490,236 27-411,-410-48 865,-41-2 62,-68 0 522,-86-12 1,-221-14-262,394 26-313,47 0-28,60-7 0,-41-2 33,-15 3 62,93-24 0,-145 30-56,1 0-1,0 0 0,0 0 1,0 0-1,-1 0 0,1 0 1,0-1-1,0 1 0,-1 0 1,1 0-1,0-1 0,-1 1 1,1-1-1,0 1 0,-1 0 1,1-1-1,0 1 0,-1-1 1,1 0-1,-1 1 0,1-1 1,-1 1-1,1-1 0,-1 0 1,0 1-1,1-1 0,-1 0 1,0 1-1,1-1 0,-1 0 1,0 0-1,0 1 0,0-1 1,0 0-1,0 0 0,0 0 1,0 0-1,-5-2 20,-158 1 182,86 3-221,-329-23-100,381 18 123,15 2 0,11 0-15,13-2-70,446-45-1628,-73 11 1639,-364 35 272,42-12 0,-52 7 33,-12 8-238,-1 0 0,0-1 0,0 1 0,0 0 0,1 0 0,-1 0 0,0 0 0,0 0 0,0-1 1,0 1-1,1 0 0,-1 0 0,0 0 0,0-1 0,0 1 0,0 0 0,0 0 0,0 0 0,0-1 0,0 1 1,0 0-1,0 0 0,0-1 0,1 1 0,-1 0 0,0 0 0,0-1 0,-1 1 0,1 0 0,0 0 0,0 0 0,0-1 1,0 1-1,0 0 0,0 0 0,0-1 0,0 1 0,0 0 0,0 0 0,-1 0 0,1-1 0,0 1 0,0 0 1,0 0-1,0 0 0,-1 0 0,1-1 0,0 1 0,0 0 0,0 0 0,-1 0 0,1 0 0,0 0 0,0 0 1,0 0-1,-1 0 0,1 0 0,0 0 0,0-1 0,-1 1 0,1 0 0,0 0 0,0 0 0,0 0 0,-1 1 0,-61-11 172,0 3 0,-81 2 0,73 3-161,-362-15 45,342 9 26,1-5 1,-153-40-1,232 50-76,-23-9-20,32 11 16,0 1-1,0-1 0,0 0 1,0 1-1,0-1 1,0 0-1,0 0 0,1 0 1,-1 1-1,0-1 1,0 0-1,1 0 0,-1 0 1,0-1-1,1 1 1,-1 0-1,1 0 0,0 0 1,-1 0-1,1 0 0,0-1 1,0 1-1,-1-2 1,1 2-1,0 0 0,1 0 1,-1 0-1,0 0 1,0 0-1,0 0 1,1 0-1,-1 0 1,0 0-1,1 1 0,-1-1 1,1 0-1,-1 0 1,1 0-1,0 0 1,-1 1-1,1-1 0,0 0 1,-1 0-1,1 1 1,0-1-1,0 1 1,0-1-1,27-10 85,-24 10-90,48-11-3,-1 2 0,93-5 0,-96 11-7,711-46-403,-654 43 358,-112 3-419,-32 0 489,-53 2 0,13 0 50,-540-32 120,135-14-155,473 45 0,9-1 79,23-5-54,41-2-102,1 2 0,81 0 0,-20 1 41,140-21-25,-259 28 16,22-5 50,-26 6-41,-1 0 1,1-1-1,-1 1 0,1 0 1,-1 0-1,1-1 1,-1 1-1,1-1 1,-1 1-1,1 0 1,-1-1-1,0 1 1,1-1-1,-1 1 1,0-1-1,1 1 1,-1-1-1,0 1 0,0-1 1,0 1-1,1-1 1,-1 0-1,0 1 1,0-1-1,0 1 1,0-1-1,0 1 1,0-1-1,0 0 1,0 1-1,0-1 1,0 1-1,0-1 1,-1 1-1,1-1 0,0 0 1,0 1-1,-1-1 1,1 1-1,0-1 1,0 1-1,-1-1 1,-1-1 6,0 0 1,1 1-1,-1-1 1,0 0 0,0 1-1,0 0 1,0-1-1,-1 1 1,1 0 0,0 0-1,0 0 1,-1 0-1,1 1 1,0-1-1,-1 1 1,1-1 0,-1 1-1,-3 0 1,-5-2 16,-412-53 113,166 26-111,174 20 159,653 9-101,-569 0-235,-26-2 134,1 2-1,0 1 1,-1 1-1,-39 8 1,-18 1 83,77-11-65,-11 2 19,15-2-16,1 0-1,0 0 0,-1 0 0,1 0 0,0 0 0,0 0 0,-1 1 0,1-1 0,0 0 1,0 0-1,-1 0 0,1 1 0,0-1 0,0 0 0,-1 0 0,1 0 0,0 1 0,0-1 0,0 0 1,0 1-1,-1-1 0,1 0 0,0 0 0,0 1 0,0-1 0,0 0 0,0 1 0,0-1 0,0 0 1,0 1-1,0-1 0,0 0 0,0 0 0,0 1 0,0-1 0,0 0 0,0 1 0,0-1 1,0 0-1,0 1 0,1-1 0,-1 1-5,0-1 0,1 1 1,-1-1-1,0 1 0,1-1 1,-1 0-1,0 1 0,1-1 0,-1 0 1,1 1-1,-1-1 0,0 0 1,1 1-1,-1-1 0,1 0 0,-1 0 1,1 1-1,-1-1 0,1 0 1,0 0-1,25 7 16,0-2 0,31 2 0,-5 0-24,613 68-237,262 27 683,-842-86-412,108 34 0,-207-51 176,0 1 1,-20 1-1,2 0-171,-6 0-41,23 0 16,0-1 0,0 0 0,-1 0 0,1-2 0,0 0 0,0-1 0,0 0 0,-19-8 0,-35-18 29,69 29-30,0 0 0,-1 0 0,1 0 0,0 0 0,0 0 0,0 0 0,0 0-1,0-1 1,0 1 0,0 0 0,0 0 0,0 0 0,0 0 0,0 0 0,-1 0 0,1 0 0,0 0 0,0 0 0,0-1-1,0 1 1,0 0 0,0 0 0,0 0 0,0 0 0,0 0 0,0 0 0,0 0 0,0 0 0,0-1 0,0 1-1,0 0 1,0 0 0,0 0 0,0 0 0,0 0 0,0 0 0,0 0 0,1 0 0,-1-1 0,0 1 0,0 0-1,0 0 1,0 0 0,0 0 0,0 0 0,0 0 0,0 0 0,0 0 0,0 0 0,0 0 0,0 0 0,1 0-1,-1-1 1,0 1 0,0 0 0,0 0 0,0 0 0,0 0 0,0 0 0,0 0 0,1 0 0,-1 0 0,0 0-1,0 0 1,12-4-144,36-4-207,95-4-1,58 13 345,-85 0-18,81-1 125,-196 0-93,-1-1 0,0 1-1,0-1 1,0 1 0,0-1 0,0 1 0,0-1 0,0 1 0,0-1 0,-1 1 0,1 0 0,0-1-1,0 1 1,0-1 0,0 1 0,-1-1 0,1 1 0,0 0 0,0-1 0,-1 1 0,1 0-1,0-1 1,-1 0 0,-4-1 16,0 0 1,0 0-1,0 0 0,0 1 0,-1 0 0,1-1 0,0 2 0,-7-1 1,-3-1-7,-216-26 24,-176-34 6,369 54-33,36 5-13,2 3-37,470-8-1273,-469 8 1390,-3 3 43,-4 5-81,-1 0 1,0 0 0,-1-1-1,1 0 1,-1-1 0,-1 0-1,-12 8 1,-73 35 155,71-37-196,-141 64 59,-23 11-13,186-86-47,-27 17 36,27-18-37,0 0 1,1 0-1,-1 1 1,1-1-1,0 0 1,-1 1-1,1-1 1,-1 0-1,1 1 1,-1-1-1,1 1 1,0-1 0,-1 1-1,1-1 1,0 1-1,0-1 1,-1 1-1,1-1 1,0 1-1,0-1 1,0 1-1,-1-1 1,1 1-1,0-1 1,0 1 0,0 0-1,0-1 1,0 1-1,0-1 1,0 1-1,0-1 1,1 1-1,-1-1 1,0 1-1,0 0 1,0-1-1,0 1 1,1-1 0,-1 1-1,0-1 1,1 1-1,-1-1 1,0 0-1,1 1 1,-1-1-1,1 1 1,-1-1-1,0 0 1,2 1-1,4 2 2,1 0 0,-1-1 0,1 0 0,0 0 0,-1 0 0,1-1 0,0 0 0,8 0 0,10 2 7,206 25-446,95 16-740,-304-40 1177,-1 0 0,0 1 0,0 2 0,39 16 0,-60-23 0,1 0 0,-1 0 0,1 1 0,-1-1 0,0 0 0,1 0 0,-1 0 0,1 1 0,-1-1 0,0 0 0,1 0 0,-1 1 0,0-1-1,1 0 1,-1 1 0,0-1 0,1 0 0,-1 1 0,0-1 0,0 0 0,1 1 0,-1-1 0,0 1 0,0-1 0,0 0 0,0 1 0,0-1 0,0 1 0,1-1 0,-1 1 0,0-1 0,0 0 0,0 1 0,0-1 0,0 1 0,-1-1-1,1 1 1,0-1 0,0 1 0,0-1 0,0 0 0,0 1 0,-1-1 0,1 1 0,0-1 0,0 0 0,-1 1 0,1-1 0,0 0 0,0 1 0,-1-1 0,1 0 0,0 1 0,-1-1 0,1 0 0,-1 0 0,1 0 0,0 1 0,-1-1-1,0 0 1,-17 6 177,-1-1-1,0-1 0,0-1 0,0 0 1,-32-1-1,19 0-52,-493 10 966,480-12-824,52 0-237,800 0-832,-864 0 1051,-379 8 454,83-1 302,343-7-901,378 0-439,-3143 0 138,2759 1 101,1 0 0,0 2 1,0 0-1,0 0 0,-23 9 0,-22 6-215,3-8 253,0-3 1,-86 1 0,98-6 54,-448 2 30,313-5-20,41-3 10,-209-34 1,-135-53 35,235 41-41,158 30 16,90 20-30,0 0 0,0 0 0,0 0 1,0 0-1,0 0 0,0 0 0,0 0 1,0 0-1,0 0 0,0 0 0,0 0 1,0 0-1,0 0 0,0 0 1,1-1-1,-1 1 0,0 0 0,0 0 1,0 0-1,0 0 0,0 0 0,0 0 1,0 0-1,0 0 0,0 0 1,0 0-1,0 0 0,0 0 0,0 0 1,-1 0-1,1 0 0,0-1 0,0 1 1,0 0-1,0 0 0,0 0 0,0 0 1,0 0-1,0 0 0,0 0 1,0 0-1,11 0-109,12 3 97,45 12-1,15 3-23,204 5-451,7-22-316,-155-2 480,225 2 65,428-3 624,-712 1-142,-1-3 1,0-5-1,0-2 0,-1-4 1,128-42-1,-186 50-57,0-2 0,0 0-1,-1-1 1,28-19 0,-41 25-123,-1 0 1,1-1-1,-1 1 1,0-1-1,0 0 1,-1 0-1,0-1 0,1 1 1,-2-1-1,1 0 1,-1 0-1,0 0 1,0-1-1,-1 1 1,1-1-1,-2 1 0,1-1 1,1-8-1,-2 3-21,-1 1-1,0-1 1,-1 1-1,-2-19 1,2 26-38,-1 0 1,1 0-1,-1 0 1,1 0-1,-1 0 1,0 0-1,-1 1 1,1-1-1,-1 1 1,1-1-1,-1 1 1,0 0-1,0 0 0,-6-4 1,-19-12-168,-1 2-1,-59-27 1,60 32 58,1-2 0,0 0 0,-43-32-1,67 43 120,1 1-1,0-1 0,0 1 0,0-1 0,0 1 0,1-1 0,-1 0 1,1 0-1,-1 0 0,1 0 0,0 0 0,0 0 0,0-1 0,1 1 0,-1 0 1,1 0-1,0-1 0,0 1 0,0 0 0,1-6 0,-1 3 1,0 5 0,0-1 1,0 1 0,0-1 0,1 1-1,-1 0 1,1-1 0,-1 1-1,1 0 1,-1 0 0,1-1 0,0 1-1,-1 0 1,1 0 0,0 0-1,0 0 1,0 0 0,0 0 0,0 0-1,0 0 1,0 0 0,0 0-1,0 1 1,0-1 0,1 0 0,-1 1-1,0-1 1,1 1 0,1-1-1,5-1-55,0 0 0,1 1-1,13-2 1,-7 2-142,-16 4 152,-7 10 57,0-1 0,0 0 0,-2 0 0,1-1 0,-1-1 0,-1 1 0,0-2 0,0 1 0,-18 10 0,-48 11 57,58-20-55,0 2-1,1 0 1,1 1 0,0 0-1,1 2 1,0 0 0,2 1-1,0 0 1,-15 24-1,-1 9 1,2 1-1,-29 75 0,46-102 4,-1-1-1,-1 0 0,-1 0 1,0-2-1,-28 32 1,30-39-2,-1-1 0,-1-1 0,0 0 0,0 0 0,-1-2 0,-1 0 1,1 0-1,-33 13 0,39-21 4,0 0 1,0 0 0,0-1-1,0 0 1,-15 0-1,-24 2 40,26 1-43,-20 4 11,-1-1-1,-54 0 1,49-7-3,18 2-9,0-2-1,0-2 0,0 0 1,-32-8-1,14-2 3,-1 2 1,0 2-1,-59-2 0,-225 9 4,180 1-15,-218 31-9,251-10 3,-187 57 0,141-31-13,69-26-1,-1-3 1,-167 8-1,-204-22 15,260-6 7,-451 2-75,659 0 11,9 0-621,22 0 669,-3 1 37,1-1-1,-1-2 1,39-7-1,41-16-54,99-21-236,-152 37 16,60-13-341,-99 18 537,0 0-1,0-1 0,-1-1 1,0 0-1,16-10 1,-28 15 50,0-1 1,0 1 0,0-1-1,-1 0 1,1 1 0,0-1-1,-1 0 1,1 0 0,-1 0-1,1 0 1,-1 0 0,0 0-1,0-1 1,0 1-1,0 0 1,0-1 0,-1 1-1,1 0 1,-1-1 0,1 1-1,-1-1 1,0 1 0,0-1-1,0 1 1,0-1 0,0 1-1,-2-5 1,2 6 8,0-1-1,0 1 1,-1-1 0,1 1-1,-1-1 1,1 1 0,-1 0-1,1-1 1,-1 1 0,0 0-1,0-1 1,0 1 0,0 0-1,0 0 1,0 0 0,0 0-1,0 0 1,-1-1 0,-26-12 8,22 12-4,-14-5 11,-1 1 1,1 1-1,-1 1 1,-40-3-1,-90 5 13,93 2-20,-36 0 8,-482 11 43,-358 12 1944,953-34-1404,142-45-434,175-36 0,-238 67-164,130-29 9,42-11-140,-260 62 97,-6 3 2,0-1 1,0 0-1,0 0 1,0 0-1,0-1 1,0 1-1,-1-1 1,1 0-1,0 0 1,-1-1-1,1 1 1,-1-1-1,3-2 1,-4 3-8,-1-3-120,-18 3-298,-73 2 329,-157 21-1,-113 50 143,2 1 29,97-32 183,-467 11 0,399-52-105,323 1-119,0 0 0,-1 0 1,1-1-1,0 0 0,0-1 0,-12-3 0,17 4 2,0 1 0,-1-1-1,1 0 1,0 1 0,0-1-1,0 0 1,0 0 0,0 0-1,0 0 1,1 0 0,-1 0-1,0 0 1,0 0 0,1 0 0,-1 0-1,1-1 1,-1 1 0,1 0-1,-1 0 1,1-1 0,0 1-1,-1 0 1,1 0 0,0-1-1,0 1 1,0 0 0,0-1-1,0 1 1,0 0 0,1-1 0,-1 1-1,0 0 1,1 0 0,-1-1-1,1 1 1,-1 0 0,1 0-1,0-2 1,1-1-1,1 0-1,-1 0 1,1 0 0,0 0 0,0 0-1,0 0 1,0 0 0,1 1 0,-1 0-1,9-6 1,4-1-7,27-13 0,-26 14 5,64-31-145,2 3 0,1 4 0,1 3 0,2 5 0,108-19 1,-194 44 133,5 0-54,-1-1 1,1 0-1,0 0 0,-1-1 0,1 0 1,-1 0-1,7-3 0,-11 5 50,1-3 8,-7 2-140,-31 1 126,1 2 0,0 1 0,0 2-1,-35 9 1,-18 8 81,-368 86 309,-7-39-185,-107-56-130,432-13-63,108 0 1,5 1 1,-36-4 0,55 3 4,0-1 0,1 0 0,-1-1 1,1 1-1,-1-1 0,1 0 0,-1 0 0,1-1 0,0 0 1,0 0-1,-8-6 0,11 7 2,0-1 0,0 1 0,0-1 0,1 0 0,-1 0 1,1 1-1,-1-1 0,1 0 0,0 0 0,0-1 0,0 1 0,1 0 0,-1 0 0,1 0 1,-1-7-1,1 5-1,0-1 1,1 0-1,-1 1 1,1-1 0,0 1-1,1-1 1,-1 1-1,3-6 1,1 2-2,1 1 0,0-1 0,0 1 0,0 0 0,1 1 0,13-12 0,56-41 20,-54 43 16,56-40 108,-62 43-139,-13 6-45,-11 7-128,-39 1 156,1 2-1,-76 13 1,-264 70 103,-21 4 31,269-59-106,-105 18 27,268-52 37,-1-1 0,33-11 0,-16 1-46,-4 2 60,61-30 0,-98 43-101,1 0 1,0 0-1,-1-1 1,1 1 0,-1 0-1,1 0 1,-1-1-1,1 1 1,-1 0 0,1-1-1,-1 1 1,1-1-1,-1 1 1,1-1 0,-1 1-1,0-1 1,1 1 0,-1-1-1,0 1 1,1-1-1,-1 1 1,0-1 0,0 0-1,1 0 1,-2 0-14,0 1-1,1-1 1,-1 1 0,0 0-1,0-1 1,0 1 0,1-1-1,-1 1 1,0 0 0,0 0 0,0-1-1,0 1 1,0 0 0,1 0-1,-1 0 1,0 0 0,0 0 0,0 0-1,-1 1 1,-31 1 23,1 2 0,0 2 0,0 1 0,-32 11 0,-4 0-5,-58 8 34,0-6 0,-131 3 0,79-5-35,-100 5 113,276-23 104,6-1-173,-1 0 0,0 1 0,1-1 1,-1-1-1,0 1 0,0 0 0,0-1 1,3-1-1,10-5-18,36-14 57,1 3 0,68-14 0,-9 3-93,-109 30 14,0-1-1,0 1 1,0-1 0,-1 0-1,1 0 1,0 0 0,-1-1-1,5-2 1,-6 3-14,0 0-1,0 0 1,0-1-1,0 1 1,0 0-1,-1 0 1,1 0-1,0-1 0,-1 1 1,1 0-1,-1-1 1,0 1-1,1-1 1,-1 1-1,0 0 1,0-1-1,0 1 1,0-3-1,0 3 11,0 0 0,-1 1 0,1-1 0,-1 0 0,1 1 0,-1-1 0,1 1 0,-1-1-1,1 1 1,-1-1 0,1 1 0,-1-1 0,1 1 0,-1-1 0,0 1 0,1 0 0,-1-1 0,0 1 0,1 0-1,-1 0 1,0-1 0,0 1 0,1 0 0,-1 0 0,0 0 0,0 0 0,1 0 0,-1 0 0,-1 0 0,-31 0 63,23 0-54,-50 0 8,0 2 0,1 3 0,-92 19 0,2 12-1,-148 38 38,284-70-45,8-3-4,0 0 1,0 1 0,0-1 0,0 1 0,1 0 0,-1 0 0,1 1 0,-1-1 0,-4 5-1,29-7 100,-5-1-78,0-1 0,-1-1 0,1 0-1,-1-1 1,16-6 0,73-37 16,-44 19-31,102-43 25,226-107 4,-370 170-35,-2 1-14,-1 0 0,1-1 1,-2-1-1,18-13 0,-30 22 4,-1-1 0,1 1-1,-1-1 1,1 1 0,0-1 0,-1 1-1,1-1 1,-1 0 0,1 1-1,-1-1 1,0 0 0,1 1 0,-1-1-1,0 0 1,1 1 0,-1-1 0,0 0-1,0 0 1,0 1 0,0-1-1,1 0 1,-1 0 0,0 1 0,0-1-1,0 0 1,-1 0 0,1 0-1,0 1 1,0-1 0,0 0 0,-1 0-1,1 1 1,0-1 0,-1 0 0,1 1-1,0-1 1,-1 0 0,1 1-1,-1-1 1,1 0 0,-1 1 0,1-1-1,-1 1 1,0-1 0,1 1 0,-1 0-1,0-1 1,1 1 0,-1-1-1,0 1 1,1 0 0,-1 0 0,0-1-1,-1 1 1,-23-1 19,1 0 1,-1 2-1,1 1 0,0 0 1,-1 2-1,1 1 0,-37 13 1,-419 132 69,449-141-101,22-5 89,15-3 312,22-6-321,0 0 1,-1-2 0,1-1-1,25-11 1,50-14-37,-77 26-28,-2 0-2,1 2-1,0 0 1,40-2 0,-62 7-64,-4 1 40,0 0 1,1 0-1,-1 1 1,0-1-1,0 0 0,0 0 1,0 0-1,0 0 1,0 0-1,0 0 1,-1 0-1,-1 1 0,-2 1-31,-44 31 26,-1-3 1,-104 46 0,89-46 58,-267 113-7,270-123-8,0-2-1,-1-3 1,-101 12-1,-200-16 0,325-12 9,-8-3-9,1-1 0,-79-19 1,72 12-7,-81-7 0,-51 16-6,107 3 9,52 0-12,1 1 1,-1 1-1,-29 8 1,-73 25-9,83-22 18,35-11-7,9-2-15,4-1-30,23-2 30,1-1 1,-1-1 0,0-1 0,39-14 0,-12 3 14,493-110-413,-533 122 373,-26 6-314,-82 41 262,9-3 147,-188 50 51,225-78-50,-1-3-1,0-1 0,-84 1 1,39-9 45,93 0-93,0 0 0,0 0 0,0 0 0,0 0-1,0-1 1,1 1 0,-1-1 0,0 1 0,0-1 0,0 1 0,0-1-1,1 0 1,-1 0 0,0 0 0,1 0 0,-1 0 0,0-1-1,1 1 1,0 0 0,-1-1 0,1 1 0,0-1 0,0 1-1,0-1 1,0 0 0,0 1 0,0-1 0,0 0 0,0 0 0,0-2-1,-1-6 15,0 1-1,1-1 0,0 1 1,1-1-1,1-11 0,-1 3 0,0 6-21,0 1 1,1-1 0,0 1 0,1 0-1,0-1 1,1 1 0,0 0-1,1 1 1,0-1 0,0 0 0,1 1-1,1 0 1,10-14 0,23-25 71,52-50 0,-56 64-54,-2-2 1,55-77-1,-86 111-20,0 0 0,-1-1 0,1 1 0,-1 0 0,0-1 0,0 1 0,0-1 0,0 1 0,-1-1 1,1 0-1,-1 1 0,0-5 0,0 8 3,0 0 1,0 0-1,0 0 1,0-1-1,0 1 1,0 0-1,0 0 1,0 0-1,0 0 1,0-1-1,0 1 1,0 0-1,0 0 1,0 0-1,0 0 1,0-1-1,0 1 1,0 0-1,0 0 1,0 0-1,-1 0 1,1 0-1,0-1 1,0 1-1,0 0 1,0 0-1,0 0 1,0 0-1,-1 0 1,1 0-1,0 0 1,0 0-1,0-1 1,0 1-1,0 0 1,-1 0-1,1 0 1,0 0-1,0 0 1,0 0-1,0 0 1,-1 0-1,1 0 1,0 0-1,0 0 1,0 0-1,0 0 1,-1 0-1,1 0 1,0 0-1,0 0 1,0 1-1,-3-1 4,-77-2 66,-72 2-55,127 2-6,0 0 0,0 2 1,-47 13-1,35-5 4,6-3 18,2 1 0,-1 1-1,1 1 1,-30 19 0,58-31-29,0 1 1,0-1 0,0 1-1,0 0 1,0-1 0,1 1-1,-1 0 1,0 0 0,0-1-1,0 1 1,1 0 0,-1 0-1,1 0 1,-1 0 0,0 0-1,1 0 1,0 0 0,-1 0 0,0 1-1,2-1 3,-1 0-1,0-1 0,0 1 0,0-1 1,1 1-1,-1 0 0,0-1 1,0 1-1,1-1 0,-1 1 1,0-1-1,1 1 0,-1 0 0,1-1 1,-1 0-1,1 1 0,-1-1 1,1 1-1,-1-1 0,1 0 1,0 1-1,0-1 0,4 3 12,0-1 0,0-1-1,1 1 1,-1-1 0,0 0 0,7 1-1,191 0 223,-108-3-232,-57 0-60,-1-2-1,1-2 1,-1-1-1,0-2 0,-1-1 1,0-2-1,0-2 0,42-21 1,-59 24 42,0-2-1,0 0 1,-2 0 0,1-2 0,-2 0-1,0-1 1,0-1 0,-2 0 0,0-1 0,-1-1-1,15-25 1,-18 21-154,-9 18 159,1 1 1,-1-1-1,1 0 0,0 1 0,0-1 0,4-4 1,3-2-2,0 1 0,1 1 0,-1 0 0,22-13 0,-24 16 12,-3 2 1,0 0 1,0-1 0,0 1 0,0-1 0,-1 0-1,6-8 1,-8 12-14,-1 0-1,0-1 0,0 1 0,0 0 0,0 0 1,0 0-1,0-1 0,0 1 0,0 0 0,0 0 1,0 0-1,0-1 0,0 1 0,0 0 0,0 0 1,0 0-1,0-1 0,0 1 0,0 0 1,0 0-1,0-1 0,0 1 0,0 0 0,0 0 1,0 0-1,0-1 0,0 1 0,0 0 0,-1 0 1,1 0-1,0 0 0,0-1 0,0 1 1,0 0-1,0 0 0,-1 0 0,1 0 0,0 0 1,0 0-1,0-1 0,-1 1 0,1 0 0,0 0 1,0 0-1,0 0 0,-1 0 0,1 0 0,0 0 1,0 0-1,0 0 0,-1 0 0,1 0 1,0 0-1,-16 0 185,11 0-209,-60 4 138,-100 17-1,16-1-93,134-19 11,-1 1 1,1 0-1,0 1 1,0 1-1,-28 10 1,34-10-10,7-3-6,0-1 1,0 1 0,1 0-1,-1-1 1,0 1 0,1 0-1,-1 0 1,0 0 0,1 0-1,-1 0 1,1 0-1,0 1 1,-1-1 0,1 0-1,0 1 1,0-1 0,0 1-1,0-1 1,0 1-1,0 0 1,0-1 0,1 1-1,-1 0 1,0 0 0,1-1-1,0 1 1,-1 0 0,1 0-1,0 0 1,0 0-1,0-1 1,0 1 0,0 2-1,-12 112 380,12 67-490,0-181 113,1 1 0,0 0 0,-1-1-1,1 1 1,0-1 0,0 0 0,0 1 0,1-1-1,-1 0 1,1 0 0,-1 1 0,1-1-1,0 0 1,-1-1 0,1 1 0,0 0-1,0 0 1,5 2 0,3 3 25,1-1 1,18 9 0,7-2 17,0-1 1,0-2-1,48 7 1,47 14-32,-91-19-27,-2 2 0,0 2 1,-1 1-1,64 41 0,-95-54 4,-1 1 1,1-1 0,-1 1 0,0 1 0,0-1 0,-1 1-1,0 0 1,0 0 0,0 0 0,3 7 0,2 9-12,12 39 0,-5-13 7,-16-45-3,1 0 1,0 0-1,0 0 0,-1 0 0,0 0 1,0 0-1,0 0 0,0 0 1,0 0-1,0 0 0,-1 0 1,0 0-1,1 0 0,-1 0 0,0 0 1,0 0-1,-1 0 0,1-1 1,-1 1-1,1 0 0,-5 4 1,-11 5 29,0 0 0,-1-2 0,-1 0 0,0-1 1,-30 11-1,-104 22-3,138-38-9,-87 18-2,-70 19 36,138-29-34,-4 1 20,-1-2-1,-54 10 1,92-21-22,0 0-1,1 1 1,-1-1 0,0 0-1,0 0 1,1 0 0,-1 0-1,0 0 1,0 0 0,0 0-1,1 0 1,-1 0 0,0 0-1,0 0 1,0 0 0,1 0-1,-1-1 1,0 1 0,0 0-1,1-1 1,-1 1 0,0 0-1,1-1 1,-1 1 0,0-1-1,1 1 1,-1-1 0,1 0-1,-1 1 1,1-1 0,-1 1-1,1-1 1,-1 0 0,1 1-1,-1-1 1,1 0 0,0 0-1,-1-1 1,1 0 0,1 0 0,-1 0 1,1 0-1,-1 0 0,1 0 0,-1 0 0,1 0 1,0 0-1,0 0 0,0 1 0,0-1 0,0 0 1,1 0-1,-1 1 0,3-3 0,5-5 3,1 1-1,0 1 0,0 0 1,1 0-1,-1 1 0,1 1 1,1-1-1,-1 2 1,15-5-1,6 0-32,0 2 1,42-6-1,-53 11 1,87-7-76,-107 9 72,-4 0-218,-9 0 249,0 0 1,1 1 0,-1 1 0,0 0-1,1 0 1,-1 2 0,1-1 0,-19 9-1,-57 25 190,-179 46-1,14-18-708,179-51-2147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7:56.3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71 1905,'0'-2'7755,"0"1"-7611,0 0 0,0 0-1,0 0 1,0 0 0,0 0-1,0 0 1,0 0-1,0 0 1,0 0 0,1 0-1,-1 0 1,0 0-1,1 0 1,-1 0 0,1 0-1,-1 0 1,1 0 0,0-1-1,1 2-62,-1-1 0,1 0 0,0 1 0,0-1 0,-1 1 0,1-1 0,0 1 0,0 0 0,0 0 0,0 0 0,3 0 0,25 0 403,1-1 1,54-10 0,-44 5-523,0 2 0,63 1 0,26-2-86,150-2-637,-56 4 386,83 0-137,-160 5 538,411-2 324,580-4-622,-990 12 351,-1-1-4,-122-7-57,318 7 159,-181 9-174,5-2-29,-17-2 1,-96-7 62,88-4 0,11 1-15,49 3 124,50 4-57,12 1-151,-78-8 95,-124 3 0,47 1 3,-62-6 0,48 7 0,197 15 610,174-5-710,-232 4 21,-140-12 63,-14-3 3,44 6-37,-72-9 9,77 16 0,-95-14 1,2 0 0,55-2 0,19 3 21,468 10-23,-395-17 63,-75 2 83,-27 2-67,132-15-1,7-1 63,-87 8 98,158 3 445,-153 4-369,28 8 478,16-5 1008,-164-5-1447,-116 0-5316,22 0-1101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8:01.3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190 8 3666,'0'0'4607,"-1"-7"-3708,-85 7 2561,86 19-2953,0 614 1038,8-490-1436,-8 235 494,1-363-599,0-1-1,1 1 1,1-1-1,5 14 0,-4-14 11,-1-1-1,0 1 0,1 28 0,-5 35 148,3 86 105,8-110-11,-7-41-226,-1 1 0,0-1 0,1 18-1,-3 520 261,-13-398-395,1-3 6,-1 125-71,12-250 211,-8 45 0,-1-8-32,-2 37 37,-6 111-36,20-128-4,-1-13 48,-7 68 1,2 20 58,2-133-97,3 36 1,0-41 18,-1-1 0,0 1 1,-5 31-1,0-12-25,2 1 0,2 65 0,2-51 55,-1 957-43,-3-951-23,-19 104-1,0-12 13,17 175 160,7-188-68,6 2-104,-8 765 450,4-619-432,-4 105 259,13-198-262,-14-139-11,1 21 5,9 82 0,3-3 9,-12-95-10,-1-44-4,1 1 0,1-1 0,4 25 0,-3-21-1,0 0 0,0 0 0,-2 22 0,1 24 0,2 133 28,-5-107-18,10 184-54,-3-52 53,-6-166-6,1-44-1,0 39-53,9 77 0,-6-114 51,2 33-15,-5 260-768,0-312 545,-1 0-1,0 0 1,0 0-1,0 0 0,-1 0 1,1 0-1,-5-8 1,1 1-280,-15-34-1857,-4-5-2282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8:05.5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0 144,'-12'4'11136,"12"329"-8746,1-306-2313,6 35 0,-3-35-26,0 35 0,-5 44 81,3 121 1041,1-207-1071,1 1 0,1-1 1,0 0-1,15 34 0,9 32-42,-20-43 72,-2 0-1,3 66 1,-10 89 416,-1-92-344,0 4 5,5 205 46,-1-8-279,-5-163-8,11 73-120,-2 31 203,-7-135-55,-2-75-3,3 0 1,5 48-1,4 30-12,-3-19 73,1 11-91,-6 130 0,-4-114 97,2 516-1162,8-470 889,-8 827-182,13-824 432,-12-64 23,-3 127 150,-20-57-157,12-114-16,-3 98 1,9 78 106,0 32-69,4 1640 82,-2-1886-136,0-1 1,-9 35-1,6-35-5,1 0 0,-1 37 0,3-19-7,-9 48 0,5-48 2,0 49 0,5-78-8,-1 0 0,-4 21 0,3-21-1,1-1-1,-1 21 1,-5 30 14,-5 115 0,1-79 34,10-88-81,0 17 189,4-25-178,4-16-193,-4 2-216,0-1 0,-1 1 1,1 0-1,-2-1 0,1 1 0,-2-1 1,-1-12-1,1-15-3334,1-6-2851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8:10.1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267 96 3201,'0'0'3773,"-3"-4"-3530,0 2-183,1 0 0,0 0 0,-1 0 0,1 0 0,-1 0 0,0 1 0,1-1 0,-1 1 0,-4-2 0,5 2 24,0 0 1,1 0-1,-1 0 1,1-1-1,-1 1 1,1-1-1,-1 1 1,1-1-1,0 1 1,0-1-1,0 0 1,0 1-1,0-1 1,-1-3-1,2 4 2,0-25 927,0 5 212,0 40 2147,12 382-2817,-12-363-527,-2 1 1,-1-1-1,-2 0 0,-14 51 0,17-84-25,-10 36-17,2 1 0,-8 72-1,13 311 89,6-245 95,0-136-46,-3 0 0,-14 81-1,9-75 13,2 1-1,2-1 0,5 62 0,-1-26 103,-1 285 182,0-343-415,-1 1-1,-2 0 1,-1-1 0,-8 31 0,5-23 65,1 1 0,1 0 0,3 0 0,0 0 0,5 38 0,-1 7 122,-2-42-213,-2-7 68,3-1 0,1 1 0,1 0 0,9 40 0,-5-45-3,-2 1-1,2 54 1,-7 61 19,-2-57-12,2 520 372,4-543-353,3-1 1,28 120-1,-30-163-64,22 75-16,-17-64 1,-1 1-1,6 39 1,2 100 26,8 51 26,-16-131 5,-4 183 0,-6-158-42,5 537-82,-8-489 77,-17 219-35,15-308 48,4 85 1,3-88-2,-10 96 0,0-96-10,-36 198 9,34-225-11,3 0 0,-4 49 0,3-11 2,4-46 13,-1 45 0,0 24-44,3-64 55,-2 12-9,-2 39 4,3 144-59,2-186 45,-3-1-1,-13 57 1,10-59-5,-3-4-11,7-28 6,0-1-1,-2 19 1,1 5 8,-15 59 1,10-59 4,-6 62 1,8 78-168,8 96-102,1-272 258,-1 1 1,0-1 0,1 0-1,0 0 1,0 0 0,0 0-1,2 5 1,-1-5-24,-1 0 1,1 0 0,-1 1-1,0-1 1,-1 0 0,1 1-1,0-1 1,-1 4-1,4 125-32,0-106 83,5 11 45,-9-37-40,0 0 11,28 0-6,-27 0-39,-8-26-6551,-11-4-2117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8:15.1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138 34 2193,'0'0'7326,"-25"0"-7881,16 0 558,6 0 9,-1 0 0,1 0 0,-1 0 0,1 0 0,-1 0 0,1-1 0,-1 0 0,1 0 0,-1 0 0,1 0 0,-4-2 0,4 2 13,-1-1-1,1 1 1,-1 0 0,0 0-1,0 0 1,1 1 0,-1-1-1,0 1 1,0 0 0,-7 1-1,1-1 358,10-1-273,0 1-1,0-1 0,0 0 0,0 1 0,0-1 0,0 0 0,-1 1 0,1-1 0,1 0 0,-1 1 0,0-1 0,0 1 0,0-1 0,0 0 0,0 1 0,0-1 0,1 1 0,-1-1 0,0 0 0,1 1 1,0-2-1,14 0-28,1 1 0,0 0 0,28 3 0,0 0-40,734-2 421,-620 12-40,-42-1-233,-67-10-158,-33-2-13,0 1 0,1 1 0,-1 1 0,25 5-1,-19-1 89,0-2-1,0 0 1,0-1-1,0-1 1,28-2-1,-4 2-8,0 2-1,0 2 1,0 1-1,44 15 1,-64-16-43,48 3 0,-11-1 52,-6-2-86,0-2 1,71-5 0,-41-1 17,146 9 395,-146-3-372,-35-3-20,88 14 1,-86-8-8,0-2-1,103-5 0,-67-1 26,606 1 780,-530 7-746,6 1 21,885-8 383,-828-17-492,1 0-5,719 13 1,-789-7 10,-44 1-4,357-32-38,-275 32 27,-7 0-3,68 0 15,-81 7-1,35-1 17,-2 0-9,114 2-8,-171 3-1,360-1 2047,-509 0-1644,107 0 678,-250 3-4406,47 6-2207,32 2-2362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8:35.7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296 0 0,'0'0'1113,"-30"0"621,27 0-1673,0 0 0,-1 1 1,1-1-1,0 1 0,-1-1 1,1 1-1,0 0 1,0 0-1,0 0 0,0 1 1,0-1-1,0 1 0,0 0 1,0-1-1,-4 5 0,-13 8 25,-51 39-660,62-47 540,0 1 1,0 0-1,-14 14 0,16-13-157,-1-1 1,0 0-1,0-1 0,-16 10 1,8-11-2062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8:51.0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0 1857,'0'0'6352,"-5"12"-4495,5-12-1780,-1 0 0,0 1-1,0-1 1,1 1 0,-1-1 0,0 0 0,0 1-1,1-1 1,-1 1 0,1-1 0,-1 1 0,0 0-1,1-1 1,-1 1 0,1 0 0,0-1 0,-1 1-1,1 0 1,-1-1 0,1 1 0,0 0 0,0 0-1,-1-1 1,1 1 0,0 0 0,0 0 0,0 0-1,0 0 1,0-1 0,0 1 0,0 0 0,0 0-1,0 0 1,1 1 0,-1 6-521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8:51.8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17 3265,'0'0'4797,"-6"-2"-4103,-16-6 58,15 4 570,9 2-2186,11 3-2049,-11-1 3005,7 0-2947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8:52.6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7 2561,'0'0'3986,"-9"-4"-1422,9 2-2077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8:53.6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 4914,'0'0'4762,"0"-5"-3274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8:55.5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4 2273,'0'0'1870,"-9"-3"-1021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9:02.4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0 7363,'0'0'2241,"-17"23"-2753,22-12-1025,11 0-2112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9:04.6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49 4290,'0'0'3794,"12"0"-3762,-3 0-32,3-3-240,5-12-273,4 3-1167,4-6-2802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9:04.0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72 0 4210,'0'0'1734,"-2"2"-1152,-7 3-193,7-4-165,2 18 2287,0-16-2487,0 8 611,0-10-654,0 4-90,0-4 1,1 0 1,-1 0-1,0 1 1,0-1-1,0 0 1,0 1-1,0-1 1,-1 0-1,1 0 1,0 1-1,0-1 1,-1 0-1,1 0 1,-1 1-1,1-1 1,-1 0-1,0 0 1,1 0-1,-1 0 1,0 0-1,0 0 1,0 0-1,0 0 1,0 0-1,0 0 1,0-1-1,0 1 1,0 0 0,0-1-1,0 1 1,0 0-1,-1-1 1,1 0-1,0 1 1,0-1-1,-1 0 1,-1 1-1,-28 6-3331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9:05.0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1 992,'0'0'0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9:02.9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27 4882,'0'0'961,"29"-7"-961,-12-5-625,0 5-1023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9:05.4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 0 4674,'0'0'1009,"-8"12"-1009,-9-1-657,-12 8-1039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9:57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68 960,'0'0'3490,"1"-11"-3087,0-10-724,0 3 1910,3 0 5285,-6 18-6388,2 31 853,0 436 1700,0-466-3050,0-10-1691,0-3 279,0 0 0,1 0 0,1 0 0,3-14 0,3-7-4535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2:59:59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533 144 1425,'0'0'5250,"0"-7"-4796,0 2-336,1 1-19,-1 1-1,1-1 1,-1 0 0,0 1-1,0-1 1,-1 0-1,1 1 1,-1-1 0,0 1-1,0-1 1,-2-5 0,-1 3 13,0 0 0,-1 0 0,1 0 0,-2 1 0,1-1 0,0 1 0,-1 0 0,0 1 0,0 0 0,0 0 0,-1 0 0,1 1 0,-1-1 0,0 2 0,0-1 0,0 1 0,0 0 0,0 0 1,-1 1-1,1 0 0,-12 0 0,1 1-147,8-1 36,1 1 1,-1 1 0,-11 1 0,18-1 12,-1 0-1,1 0 0,0 0 1,-1 1-1,1-1 1,0 1-1,0 0 0,0-1 1,0 2-1,0-1 1,1 0-1,-4 3 0,-19 19 130,17-16-130,0-1 1,1 1-1,0 0 0,0 1 0,0 0 0,-8 15 0,-9 22 373,-47 66-1,64-100-266,1-1-1,0 1 0,1 1 1,0-1-1,-4 19 0,-8 20 447,14-43-481,-2 2 13,1 1 1,0 0 0,1 0 0,0 0 0,0 0 0,-1 22 0,0 127 1292,2-124-1238,1-25-39,0-1 0,1 1 1,0-1-1,1 1 0,0-1 0,5 19 0,-4-24-80,0-2 0,0 1 0,0 0 0,1 0 0,0-1-1,5 7 1,12 17 68,-18-23-86,0 0 0,0 1 0,1-1 0,-1 0 0,1-1 0,0 1 0,0 0 0,0-1 0,0 0 0,0 1 0,1-1 0,0-1-1,-1 1 1,1 0 0,0-1 0,1 0 0,-1 0 0,0 0 0,1-1 0,-1 1 0,0-1 0,1 0 0,0 0 0,-1 0 0,1-1 0,0 0 0,4 0 0,109 4-143,-112-6 124,-1 1 1,0-1 0,0 0-1,0-1 1,0 1 0,-1-1-1,1 0 1,-1 0 0,1 0-1,-1-1 1,0 0 0,0 1-1,-1-1 1,1-1 0,3-4-1,-3 2 5,2 0-1,-1 0 0,1 0 1,11-9-1,11-14 9,2-14-49,-2-1 0,35-77 0,-28 56 36,-21 43-16,-2-1-1,0 0 1,11-37 0,-16 36-16,-1 1 1,2-27-1,-3 9 38,2-67 156,-7 107-155,0 0 0,0 0-1,-1-1 1,1 1 0,-1 0 0,1 0-1,-1 0 1,0 0 0,0 0 0,0 1 0,0-1-1,0 0 1,0 0 0,-1 1 0,1-1-1,-1 0 1,1 1 0,-1 0 0,1-1-1,-1 1 1,0 0 0,0 0 0,-3-2 0,2 2 14,0-1 0,0 1 0,0 0 0,0 0 0,0 0 0,0 1 0,-1-1 0,1 1 0,0 0 0,-1-1 0,1 2 0,0-1 0,-1 0 0,1 1 0,-4 0 0,5 1-22,0-1 0,-1 1 0,1 0 0,0 0 0,0 0 0,0 0 0,0 0 0,-1 3 0,-10 9-564,5-8-409,1 0-1,-1 0 1,-11 5-1,-9 4-3969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02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87 4978,'0'0'2935,"2"-10"-2292,24-8 2425,-11 8-2887,-3 1-105,-8 6-56,0-1 1,0 1-1,0 0 1,1 0-1,-1 0 0,1 1 1,0 0-1,-1 0 0,1 0 1,0 0-1,8-1 1,54-4 675,-65 6-688,-1 1 0,1 0-1,-1 0 1,1 0 0,-1 0 0,0 0 0,1 1 0,-1-1 0,1 0-1,-1 1 1,0-1 0,1 1 0,-1-1 0,0 1 0,0 0 0,3 1-1,-3 0 1,0-1-1,-1 1 1,1 0-1,0 0 0,0 0 1,-1 0-1,1 0 0,-1-1 1,0 1-1,1 3 1,0 4 22,-1-7-5,1 1 0,0 0 0,0-1 0,0 1 0,0-1 0,0 1 0,0-1 0,1 0 0,-1 1 0,1-1 0,-1 0 0,1 0 0,0 0 0,0 0 0,0 0 0,0-1 0,0 1 0,5 2 0,-7-3-22,1 0-1,0 0 0,-1 0 1,1-1-1,-1 1 0,1 0 1,-1 0-1,1 0 0,-1 0 0,0 1 1,1-1-1,-1 0 0,0 0 1,0 0-1,0 0 0,0 0 1,0 1-1,-1 25 5,1-17 110,0-1-82,0-5-23,0 1 0,1 0 0,-2 0-1,1 0 1,0 0 0,-1 0 0,0 0 0,0-1-1,-1 1 1,1 0 0,-1-1 0,0 1-1,0-1 1,0 0 0,-6 8 0,-23 32 123,23-32-170,0 0 0,0-1 0,-1 0 0,-1 0 0,0-1 0,0 0 1,-21 15-1,-42 26 223,49-32-176,-40 22 1,59-38 61,4-3-58,0 0 0,1 1 0,-1-1 0,0 0 1,1 0-1,-1 1 0,1-1 0,-1 0 0,1 1 0,-1-1 0,0 1 0,1-1 1,0 1-1,-1-1 0,1 1 0,-1-1 0,1 1 0,0-1 0,-1 1 0,1 0 0,0-1 1,-1 1-1,1-1 0,0 1 0,0 0 0,0-1 0,0 1 0,0 0 0,-1-1 0,1 1 1,1 1-1,2-2 355,45 0-104,16 1-119,71-9-1,-116 6 47,33 2 0,-11 1-918,-41-13-3334,0-2-845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04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746 168 1601,'0'0'6365,"-1"-7"-5679,0 4-579,0-1 0,0 1 0,0 0 0,0-1 0,-1 1 0,1 0 0,-1 0 0,0 0 1,0 0-1,0 0 0,0 0 0,0 0 0,-1 1 0,1-1 0,-1 1 0,0-1 0,1 1 0,-1 0 0,0 0 0,-1 1 0,1-1 0,-5-1 0,-6-3 270,-1 0-1,1-1 0,1 0 0,-1-1 0,-23-19 0,29 22-271,1 0-1,-1 1 1,0 0-1,0 0 0,0 1 1,-1 0-1,-10-2 1,-10 2 26,1 2 0,-34 3 0,5-1-20,43-1-105,7 0 3,1-1 0,0 1 0,0 1 0,0-1 0,-1 1 0,1 0 0,0 0 0,0 1 0,0 0 0,1 0 0,-10 4 0,3 2 23,0 0-1,1 1 0,0 0 0,0 0 0,1 1 1,-15 18-1,12-9 41,0 1 0,1 0 0,-12 28 0,-34 93 214,52-120-227,0 0 0,2 0 0,0 0 0,2 0 1,-1 25-1,3 137 1002,1-175-991,0 0 0,1 0-1,0 0 1,0-1 0,1 1-1,-1-1 1,2 0-1,-1 0 1,7 11 0,10 21 149,-14-26-137,1-1 0,0 0 0,1 0 0,0-1 1,1 0-1,0-1 0,1 0 0,0 0 0,1-1 1,0 0-1,0-1 0,0 0 0,1-1 0,1 0 1,15 6-1,-12-8-2,1 0 1,0-1 0,-1-1-1,30 2 1,71-5-12,-58 0-61,-54-1-24,0 1-1,0-1 1,0 1 0,0-1-1,0-1 1,0 1-1,0-1 1,0 0 0,0 0-1,-1 0 1,9-6 0,-5 2-39,-1 0 1,0 0 0,-1 0 0,1-1 0,-1 0 0,6-9 0,2-6-132,-2 0 1,0-1-1,16-45 0,-16 30-24,13-73 0,-7 21 273,-11 50-112,-1-1 0,-3 1 0,-2-73 0,-1 65 135,-1 40-85,0-1-1,0 1 0,-1 0 1,0 1-1,0-1 0,-7-13 1,-6-26 39,13 42-35,1-1 1,-1 1-1,0 0 0,0 0 1,0 0-1,-1 0 0,0 0 1,0 1-1,-6-8 0,6 8-34,3 4 8,-1 0 1,1-1 0,0 1 0,0 0 0,-1 0-1,1-1 1,0 1 0,-1 0 0,1 0-1,-1-1 1,1 1 0,0 0 0,-1 0-1,1 0 1,-1 0 0,1 0 0,0 0 0,-1 0-1,1 0 1,-1 0 0,1 0 0,0 0-1,-1 0 1,1 0 0,-1 0 0,1 0-1,0 0 1,-1 0 0,-30 0-2718,9 0-2365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06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4898,'0'0'10357,"1"-15"-9911,3 13-446,0-1 1,-1 1 0,1 0-1,0 0 1,0 0 0,0 1 0,0-1-1,0 1 1,1 0 0,-1 0 0,0 0-1,7 1 1,61 0 19,-37 2-15,-34-2-7,1 0-1,-1 0 0,1 1 1,0-1-1,-1 0 1,1 1-1,-1 0 0,1-1 1,-1 1-1,1 0 1,-1 0-1,0 0 1,1 0-1,-1 0 0,0 0 1,0 0-1,0 0 1,0 1-1,0-1 0,0 0 1,0 1-1,0-1 1,0 0-1,0 1 0,-1-1 1,1 1-1,-1 0 1,1-1-1,-1 1 1,0-1-1,0 1 0,1 0 1,-1 2-1,0 8-19,1-1 0,-1 0 0,-4 22 0,3-28 19,-1 0 1,0 0-1,0 0 0,0 0 0,-1 0 0,1 0 0,-1-1 1,0 1-1,-1-1 0,1 0 0,-1 0 0,-5 5 1,3-4-16,0 1 1,0-1 0,-1-1 0,0 1 0,0-1 0,0 0 0,-14 5 0,-25 7-61,42-13 100,4 0-20,0-2-15,2-1-200,159 0-22,-159 0 242,0 0 1,0 0 0,0 0-1,0 1 1,0-1 0,0 1-1,-1 0 1,1-1 0,0 1-1,0 0 1,0 0 0,-1 0-1,1 0 1,0 0 0,-1 0-1,1 1 1,-1-1-1,1 1 1,-1-1 0,0 1-1,0-1 1,0 1 0,0 0-1,0-1 1,0 1 0,0 0-1,0 0 1,-1 0 0,1 0-1,-1 0 1,1 2 0,1 8 56,0 0 0,-1 0 1,-1 0-1,-1 14 1,1-10-40,0-14-26,0-1 1,-1 0-1,1 0 1,-1 0-1,1 1 0,-1-1 1,0 0-1,1 0 0,-1 0 1,0 0-1,1 0 0,-1 0 1,0 0-1,0 0 0,0 0 1,0-1-1,0 1 0,0 0 1,0-1-1,0 1 1,-1 0-1,1-1 0,0 0 1,0 1-1,-2 0 0,-35 8-15,30-7 20,-6 1-31,0 0 1,0 0 0,0-2 0,-1 1-1,1-2 1,-24-2 0,10-9-1064,3 1-1820,16 9-24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08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641 296 1217,'0'0'5781,"0"-13"-5485,0-49 1,0 6 2949,0 52-3202,0 1 1,0 0-1,-1 0 1,0 0-1,1 0 1,-1 0-1,0 0 0,-1 0 1,1 0-1,0 0 1,-1 0-1,0 0 1,1 1-1,-1-1 0,0 1 1,-1-1-1,1 1 1,0 0-1,-1 0 1,1 0-1,-1 0 1,1 0-1,-1 1 0,0-1 1,0 1-1,0 0 1,0-1-1,-6 0 1,-26-5 420,22 4-363,1 1 1,-1 0-1,-13 0 1,-31 1 115,33-1-46,0 1 0,0 2 0,-44 6 1,55-3-114,0 0-1,0 0 1,0 2 0,0 0 0,1 0 0,0 1 0,0 0 0,1 1 0,0 1-1,0 0 1,1 0 0,0 1 0,1 0 0,-16 22 0,1 0 204,15-21-136,0 1 1,1 0 0,1 0 0,0 0 0,0 1 0,-9 26 0,12-17 31,1-1 1,0 0-1,2 1 1,0 0-1,4 24 1,-2 5 121,-1-31-191,2-1 0,0 0 1,1 0-1,1 0 0,1 0 1,12 31-1,-2-6-14,-7-19 125,19 41-1,-23-59-134,0 0 0,1 1-1,0-2 1,0 1 0,0-1-1,1 1 1,0-1-1,0-1 1,11 8 0,-7-6 3,1-2-1,0 1 1,0-1 0,1-1 0,-1 0 0,1-1 0,0 0 0,24 3 0,7-3 6,53-3 0,-45-1-48,-42 1-38,-1-1 0,1 0-1,-1-1 1,0 0-1,0 0 1,14-6-1,48-26-1,-37 16 48,-26 14-70,0-1 1,0-1-1,0 1 1,0-1-1,-1 0 1,0 0-1,0-1 1,-1 0-1,1 0 1,-2 0-1,1-1 1,-1 0-1,0 1 1,-1-1-1,5-16 1,2-10-84,-2-1 1,7-50-1,-15 83 113,8-94-115,-3-114 1,-5 169 112,0 27 11,-1 0-1,0 0 1,-1 0-1,0 0 0,-1 1 1,-1-1-1,0 1 1,-1 0-1,0 0 0,-1 0 1,-1 1-1,0 0 0,0 0 1,-13-14-1,-34-24 40,28 28 24,26 19-105,-2 71-5020,-9-20 1205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10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32 880,'0'0'5984,"2"-5"-5666,4-21 3225,-6 26-3485,-14 11 1057,-26 29-1750,23-22 932,-57 50-246,-21 21 149,94-88-173,0 0 7,-1 1 1,1 0-1,-1-1 0,1 1 1,0 0-1,-1-1 1,1 1-1,0 0 0,0 0 1,1 0-1,-1 0 1,0 0-1,1 0 0,-1 0 1,1 0-1,0 0 1,-1 1-1,1-1 0,0 3 1,30-5 490,339 0 236,-368 0-222,-1-3-1021,-1-1 184,0 1 0,1 0 0,0 0 1,0 0-1,0 0 0,0-1 0,1-3 1,0-14-614,-22-86-2096,17 52 2989,4 31 4411,2 24-4134,-1 0-233,-1-1 1,0 1-1,0 0 0,0 0 1,0 0-1,1 0 1,-1 0-1,0 0 1,0 0-1,1 0 1,-1 0-1,0 0 0,0 0 1,0 0-1,1 0 1,-1 0-1,0 0 1,0 0-1,0 0 1,1 1-1,-1-1 0,0 0 1,0 0-1,0 0 1,0 0-1,1 0 1,-1 0-1,0 1 1,0-1-1,0 0 0,0 0 1,1 0-1,3 112 1044,-4 389 1150,0-500-2172,0-5-934,0-46-3396,0 14 384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11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1153 197 1473,'0'0'8417,"0"-5"-7459,-1 3-888,1 0 1,0 0 0,-1 0 0,1 0 0,-1 0-1,0 0 1,0 0 0,1 1 0,-1-1 0,-1 0-1,1 0 1,0 1 0,0-1 0,-1 0 0,1 1-1,0 0 1,-1-1 0,0 1 0,1 0 0,-1-1-1,0 1 1,1 0 0,-1 0 0,0 1 0,-3-2-1,-11-5 401,0-1-1,-18-13 1,-12-6-292,19 14-166,-1 1 0,0 1 1,0 1-1,-1 2 0,-35-6 1,30 7 2,18 4-19,1 0 0,-1 0 1,-20 1-1,31 2 6,-9-1 42,1 1 0,0 0 0,-1 1 0,1 0 0,-1 1 0,1 1 0,0 0 0,0 1 0,-20 9 0,-3 5 58,1 3-1,1 0 1,1 2-1,-34 32 1,23-15 164,2 3-1,-42 53 1,62-64-67,1 1-1,2 1 1,1 0 0,2 2-1,-13 37 1,22-48-79,1 1 1,1 0-1,1 0 0,1 0 1,1 1-1,1-1 1,5 39-1,-3-56-64,1 0-1,0 1 1,1-1 0,0-1 0,0 1-1,1 0 1,0-1 0,1 0 0,-1 0-1,9 10 1,8 9 143,36 36 1,-28-35-67,1-1 0,1-1 0,2-2 0,0-1 0,1-2 0,61 28 1,-80-44-121,1 0 0,-1 0 1,1-2-1,0 0 0,20 2 0,84-3 40,-73-3-47,-39 1-9,0-1 0,0-1 0,0 1-1,-1-1 1,1 0 0,0-1 0,-1 0 0,1 0-1,-1-1 1,0 0 0,0 0 0,9-7 0,9-9-104,40-42 1,-34 31-5,-1 0 35,-1-1 0,-1-1 1,-2-2-1,-1-1 0,-2 0 1,-2-2-1,-1-1 0,20-56 1,-38 92 72,40-123-154,-37 105 132,0 0 1,-2-1 0,0 1-1,-1-24 1,-1 2 30,-1-34 24,0 69-28,-1 1 0,0-1 0,-1 1 0,1 0-1,-1 0 1,-1 0 0,-5-12 0,1 6-15,0 1 1,0 0-1,-2 0 0,1 1 1,-1 0-1,-1 1 0,-11-11 1,16 20-45,-1-1 0,1 1 0,-1 0 0,1 0 0,-1 0 0,0 1 0,1 0 0,-1 0 0,0 0-1,1 1 1,-1 0 0,-8 2 0,6 1-602,0 0 0,0 1-1,0 0 1,1 1-1,0-1 1,-12 13-1,11-11-1444,-14 15-6752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24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0 160,'0'0'7323,"-7"4"-6594,-22 14 10,28-17-679,0-1 0,0 1 1,-1-1-1,1 1 0,-1-1 0,-17 5 7953,25-5-7879,350 0 263,-349 0-397,0 0 1,0 1-1,0 0 0,0 0 0,0 1 1,0-1-1,0 2 0,0-1 0,-1 1 0,1 0 1,9 6-1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24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5699,'0'0'5514,"10"-1"-4711,162-9 971,-147 9-1542,1 3-1,48 7 0,-54-6-287,-1-1 0,1-1 0,23-2 0,-11 1-3805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25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355 21 2993,'0'0'4917,"1"-4"-3842,3-9-422,-3 9 221,-2 7 39,-13 32-199,-128 335-222,113-288-349,13-34-63,-107 310 878,114-333-948,2 1 0,1 0 0,1 1 1,1-1-1,-1 37 0,10-66-2171,-3 2 2043,-1 0 1,0 0-1,0-1 1,0 1-1,-1 0 0,1-1 1,0 1-1,0 0 1,-1-1-1,1-2 1,9-28-1035,-5 16 364,7-25-955,1-7-607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25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 3201,'0'0'4354,"0"-3"-3444,4-11-426,-4 14-457,0-1 0,0 1 0,1 0 0,-1-1 0,0 1 0,0 0 0,1 0 0,-1-1 0,0 1 0,0 0 0,1 0 0,-1-1 0,0 1 0,1 0 0,-1 0 0,0 0 0,1 0 0,-1 0 0,1-1 0,-1 1 0,0 0 0,1 0 0,-1 0 0,0 0 0,1 0 0,-1 0 0,1 0 0,-1 0 0,0 0 0,1 0 0,-1 1 0,1-1 0,-1 0 0,0 0 0,1 0 0,-1 0 0,0 1 0,1-1 0,-1 0 0,0 0 0,0 0 0,1 1 0,-1-1 0,0 0 0,1 1 0,-1-1 0,0 1 0,1 0 66,0 0 1,-1 1-1,1-1 1,-1 0 0,1 1-1,-1-1 1,0 1-1,1-1 1,-1 1 0,0 2-1,1 3 156,33 130 1347,3 12-733,13 195 523,-3-13-144,-38-298-1125,-7-26-103,0 0 0,0 0 1,0 0-1,-1 0 1,0 9-1,-1-15-142,-1-16-5356,0 11 4949,0 0-1,0 0 0,-1 0 1,1 0-1,-1 1 0,-3-5 0,-14-25-3730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 5426,'0'0'3042,"237"-45"-4339,-216 37-5202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26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 4210,'0'0'4722,"9"0"-3855,7 0-808,-10 0 110,-1-1 1,0 1-1,1 1 0,-1-1 0,1 1 0,8 2 0,-12-2-111,0 0 0,-1 0 0,1 0 0,-1 0 0,1 0 0,-1 0-1,1 1 1,-1-1 0,1 0 0,-1 1 0,0-1 0,0 1 0,0-1 0,0 1 0,0 0 0,0-1 0,0 1 0,-1 0 0,1 0 0,-1 0 0,1 0-1,-1-1 1,1 4 0,0 8 239,0 1-1,0 0 1,-2 15-1,0 2-41,1-24-208,-1-1 0,0 0 0,0 0 1,0 0-1,-1 0 0,0-1 0,0 1 0,0 0 0,-1-1 1,-6 11-1,-4 3 88,-26 27 0,4-4-78,29-33-42,4-8-6,0 1 0,1 0 0,0-1 0,-1 1 0,1 0 0,0 0 0,0 0-1,0 0 1,0 1 0,0-1 0,1 0 0,-1 0 0,1 0 0,-1 4 0,4-5 143,33 3 199,0-1-1,57-5 1,-25 1-274,-61 1-245,1 0 0,-1-1-1,1 1 1,-1-2 0,0 1 0,1-1 0,-1 0 0,0 0 0,0-1 0,0 0 0,-1 0 0,1 0 0,-1-1 0,1 0 0,8-8-1,-7 2-3125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26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10 3954,'0'0'4298,"0"-10"-2172,0 19-2009,-1-1 0,0 0 0,-1 0 0,1 0 0,-1 0 0,-6 12 0,-24 48 155,7-20 8,-169 422 1366,185-446-1573,1-1 0,2 1 0,0 0 0,1 0-1,1 1 1,0 28 0,4-51-148,0-6-307,0 1 207,0 0 0,1-1 1,-1 1-1,1 0 0,0 0 1,0 0-1,0 0 0,2-4 1,1-7-436,30-117-4768,-22 75 2948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27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59 4098,'0'0'5290,"5"-10"-4585,19-27-180,-23 36-486,0 0 0,0 0 1,0 0-1,0 0 0,0 0 0,1 0 0,-1 0 0,0 1 0,0-1 0,1 1 1,-1-1-1,1 1 0,-1-1 0,0 1 0,1 0 0,-1-1 0,1 1 1,-1 0-1,1 0 0,-1 0 0,0 0 0,1 1 0,-1-1 0,1 0 0,-1 1 1,1-1-1,-1 0 0,0 1 0,1 0 0,-1-1 0,0 1 0,0 0 0,1 0 1,-1-1-1,0 1 0,0 0 0,0 0 0,0 0 0,0 1 0,0-1 0,1 2 1,10 21 464,-1 1 1,-1-1 0,10 44-1,13 85 820,-23-101-865,47 194 910,-42-199-1167,1 0 0,3-1 0,26 46 0,-44-91-230,0 0-1,0 0 1,-1 1-1,1-1 0,0 0 1,-1 0-1,1 1 1,-1-1-1,1 0 0,-1 1 1,0-1-1,0 0 1,1 1-1,-1-1 0,0 2 1,-1-2-72,1-1 1,-1 0-1,0 0 0,1 0 1,-1 0-1,1 0 1,-1 0-1,1 0 1,-1 0-1,0-1 0,1 1 1,-1 0-1,1 0 1,-1 0-1,1-1 1,-1 1-1,1 0 0,-1 0 1,1-1-1,-1 1 1,1 0-1,-1-1 1,0 0-1,-37-32-3664,5 1-339,0 2-1150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27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 5250,'0'0'6852,"216"-56"-6852,-166 49-1649,-12-1-5042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28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3169,'0'0'6974,"0"9"-6181,-1 102 1552,3 131 1262,3-198-3249,-4-42-356,-1 1 0,1-1 1,0 0-1,0 1 0,0-1 1,0 0-1,0 0 0,0 0 0,1 0 1,-1 0-1,0 0 0,1-1 1,0 1-1,-1 0 0,4 2 1,-5-4-40,1 0 1,-1 0 0,0 0 0,0 0 0,0 0 0,0 0 0,1 0 0,-1 1 0,0-1-1,0 0 1,0 0 0,0 0 0,0 0 0,1 0 0,-1 0 0,0 0 0,0 0 0,0 0-1,1 0 1,-1 0 0,0 0 0,0 0 0,0 0 0,0 0 0,0-1 0,1 1 0,-1 0-1,0 0 1,0 0 0,0 0 0,0 0 0,0 0 0,1 0 0,-1 0 0,0-1 0,0 1-1,0 0 1,0 0 0,0 0 0,0 0 0,0 0 0,0-1 0,1 1 0,-1 0 0,0 0-1,0 0 1,0 0 0,0-1 0,2-11-2130,-2-24-2233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28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5491,'0'0'7411,"67"11"-6611,-30 0-111,9 1-145,0-5-16,8 1-400,-4-5-48,-4-3-80,0 0-80,-13 0-944,-8 0-1489,-8 0-3602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29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0 3105,'0'0'3799,"-4"11"-3468,-5 10-53,1 0-1,2 0 1,-8 39-1,-56 381 3045,59-374-2768,3 1 0,1 69 0,7-136-693,2-1-86,-1 0 156,1 0 1,-1 0-1,1 0 0,-1 0 1,0 0-1,1-1 0,-1 1 1,1 0-1,-1-1 0,0 1 1,1-1-1,0 0 0,1-3-233,0 0 0,0-1-1,0 0 1,-1 1-1,0-1 1,0 0 0,-1 0-1,1 0 1,1-8 0,5-54-2968,-7 60 2963,3-40-2140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29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4818,'0'0'4581,"2"0"-3791,-1 1-735,0 0 1,0-1-1,0 1 0,0 0 1,0 0-1,0-1 1,0 1-1,-1 0 1,1 0-1,0 0 1,-1 0-1,1 0 0,-1 0 1,1 1-1,-1-1 1,1 2-1,8 27 414,-4-13-80,51 245 2573,-32-131-2076,75 346 658,-94-438-1504,-5-38-144,-7-2-2361,3 0 2085,0 0-1,0-1 1,0 1-1,1-1 1,-1 0-1,1 0 1,-1 0-1,-5-5 1,-17-9-3148,-2 4-674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30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0 136 7780,'0'0'6258,"254"-101"-6258,-220 89-224,-5 1-1585,-17 0-3265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30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72 2977,'-6'8'10947,"1"-2"-10797,-1 0-1,1-1 1,1 2 0,-1-1 0,1 1 0,0-1-1,0 1 1,1 0 0,-1 0 0,2 1 0,-1-1-1,1 1 1,-2 9 0,1 10 470,1-1 0,1 43-1,1-38-64,0-29-524,1 0 0,-1 1 0,0-1 0,1 1 0,0-1 0,-1 1 0,1-1 0,0 0 0,0 0 0,0 1 0,0-1 0,1 0 0,-1 0 0,1 0 0,-1 0 0,1 0 0,0 0 0,-1-1 0,1 1 0,0-1 0,0 1 0,0-1 0,1 0 1,-1 1-1,0-1 0,0 0 0,1-1 0,-1 1 0,0 0 0,1-1 0,-1 1 0,5 0 0,6 0 20,0 0-1,0 0 1,0-1 0,25-4 0,-33 4-84,0-1 1,-1 0-1,1-1 1,-1 1-1,1-1 0,-1 1 1,0-1-1,0-1 1,0 1-1,0 0 0,0-1 1,0 0-1,5-6 1,-4 4-151,0-1 0,-1 0 1,0 0-1,-1 0 0,1 0 1,-1 0-1,0-1 1,2-8-1,0-3-358,-1-1 0,-1 1 1,0-1-1,-2 0 0,0 1 0,-2-20 1,1 34 514,0 0 1,0 1 0,-1-1 0,0 0-1,0 1 1,0-1 0,0 1-1,0-1 1,0 1 0,-1-1 0,0 1-1,0 0 1,0 0 0,0 0 0,0 0-1,-1 0 1,1 0 0,-1 0-1,0 1 1,0 0 0,0-1 0,0 1-1,-5-3 1,0 2 188,-1 0 0,0 0 1,1 1-1,-1 0 0,0 0 0,0 1 0,0 0 0,-15 1 0,-25 0 264,48 0-471,1 0 0,0 0 0,-1 0 0,1 0-1,0-1 1,-1 1 0,1 0 0,0 0 0,-1 0-1,1 0 1,0-1 0,-1 1 0,1 0 0,0 0 0,-1 0-1,1-1 1,0 1 0,0 0 0,-1-1 0,1 1 0,0 0-1,0-1 1,-1 1 0,1 0 0,0-1 0,0 1-1,0 0 1,0-1 0,0 1 0,0 0 0,-1-2 0,1-13-2583,0 11 1590,0-21-5592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30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 6947,'0'0'7572,"212"0"-7444,-149 0-128,-1 0-192,-12-8-1761,-17 1-4226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31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19 160,'0'0'11216,"16"-2"-10322,0-1-727,4-1 30,1 1 1,36 0 0,213 3 693,-245-3-2284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31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4290,'0'0'6499,"50"240"-4818,-41-147-529,-1 1-816,-8-11-320,0-12-16,0-19-560,0-14-2529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42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19 3698,'0'0'5045,"0"-3"-4440,0-13 3160,-1 21-3728,-22 107 102,5-28-35,-60 261 517,72-325-619,-39 162 633,37-142-531,3 0 1,-3 65-1,8-104-328,0-12-4527,0-18 1763,0-10-1244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42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4594,'0'0'5034,"0"0"-4898,1 0-1,-1-1 0,0 1 0,1 0 1,-1 0-1,1-1 0,-1 1 1,0 0-1,1 0 0,-1 0 0,1 0 1,-1 0-1,1 0 0,-1-1 0,1 1 1,-1 0-1,1 0 0,-1 1 1,1-1-1,-1 0 0,1 0 0,-1 0 1,0 0-1,1 0 0,-1 0 0,1 1 1,2 4-7,-1 1 0,0 0 0,-1-1 0,3 13 0,2 9 114,118 590 2853,-96-447-2598,-20-136-429,1 1 1,19 48 0,-27-81-68,0 0-21,-14-13-4399,5 0 2249,0-1 0,-9-19 0,0-2-3260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42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6339,'0'0'5058,"225"11"-5058,-180-11-256,-11 0-1617,-5 0-2497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43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50 3169,'0'0'5478,"0"-8"-4699,0-33 2345,6 41-2689,-1-1-355,0 1 0,0 0 0,0 0 0,0 0 0,0 1 1,0 0-1,-1 0 0,1 0 0,0 0 0,0 1 1,-1-1-1,1 1 0,-1 0 0,1 1 0,-1-1 0,0 1 1,0 0-1,5 5 0,-5-5 11,0 0-1,-1 1 1,1-1-1,-1 1 1,0 0-1,-1 0 1,1 0 0,0 0-1,-1 0 1,0 1-1,0-1 1,0 1-1,-1-1 1,0 1 0,0 0-1,0-1 1,0 1-1,-1 0 1,1 5-1,-1-6-41,0 2 59,0 1 0,0-1 0,-1 1 0,-2 10 0,2-14-90,0 0 0,0-1 0,-1 1 0,1-1 0,-1 1 1,1-1-1,-1 0 0,0 0 0,0 0 0,0 0 0,0 0 1,-4 3-1,-16 10 27,0-2 0,-1 0 0,-1-1 0,0-1 0,0-1 0,-40 10 0,63-20-47,1 0 0,-1 1 1,0-1-1,1 0 0,-1 1 1,1-1-1,-1 1 1,1-1-1,-1 1 0,1-1 1,-1 1-1,1 0 0,0-1 1,-1 1-1,1-1 0,0 1 1,-1 0-1,1-1 0,0 1 1,0 0-1,0-1 1,0 1-1,0 0 0,0 0 1,-1-1-1,2 1 0,-1 0 1,0-1-1,0 1 0,0 0 1,0 0-1,0-1 0,0 1 1,1 0-1,-1-1 1,0 1-1,1-1 0,-1 1 1,0 0-1,1-1 0,-1 1 1,1-1-1,-1 1 0,1-1 1,-1 1-1,1-1 0,-1 1 1,1-1-1,0 0 1,-1 1-1,2 0 0,6 3 33,-1 0-1,1-1 0,0 0 0,0 0 1,0-1-1,0 1 0,0-2 0,15 2 1,72 1 35,-79-4-55,104 0 192,-95 0-3285,1 0-3337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44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76 2465,'0'0'5675,"-12"-9"-4669,-36-31-113,31 21 859,17 19-1692,0 0 0,0 0 0,0 0 1,0 0-1,0-1 0,-1 1 0,1 0 0,0 0 0,0 0 0,0 0 0,0-1 1,0 1-1,0 0 0,0 0 0,0 0 0,0-1 0,0 1 0,0 0 0,0 0 1,0 0-1,0-1 0,0 1 0,0 0 0,0 0 0,0 0 0,0-1 0,0 1 1,0 0-1,0 0 0,1 0 0,-1 0 0,0-1 0,0 1 0,0 0 0,0 0 1,0 0-1,0 0 0,1-1 0,-1 1 0,0 0 0,0 0 0,0 0 0,1 0 1,1 0 143,1-1 0,0 1 0,0 0 0,-1 1 0,1-1 0,0 0 0,4 2 0,-6-2-359,100 30 866,-69-18-642,53 10-1,-10-11-521,150 2-1,-224-1-2891,-1 2 861,0 1-1235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50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31 1297,'0'0'4989,"1"-5"-4528,2-20 3466,-3 27-3756,1 62 34,0-6 50,-2 1 1,-2-1 0,-12 57-1,-33 137 866,43-216-846,2 0-1,1 49 1,2-67-219,0-17-52,0-1 0,0 0 0,0 1 0,0-1 0,0 1 0,0-1 0,0 0 0,0 1 0,0-1 0,0 1 0,0-1 0,0 0 0,0 1 0,0-1 0,0 0 0,0 1 0,0-1 0,0 1 0,1-1 0,-1 0 0,0 1 0,0-1 0,0 0 0,1 1 0,-1-1 0,0 0 0,0 0 0,1 1 0,-1-1 0,0 0 0,1 0 0,-1 1 0,0-1 0,1 0 0,-1 0 0,0 0 0,1 0 0,-1 0 0,1 1 0,-1-1 0,0 0 0,1 0 0,-1 0 0,1 0 1,-1 0-1,0 0 0,1 0 0,-1 0 0,0 0 0,1-1 0,-1 1 0,1 0 0,0 0 0,-1 0 22,8 0 36,-5 0-81,-1 0 0,1 0 0,0 0 0,0 0 0,0 0-1,-1-1 1,1 1 0,0-1 0,-1 0 0,4-1 0,-4 1-62,-1-1 0,0 1-1,0 0 1,0-1 0,0 1 0,0-1-1,0 0 1,0 1 0,0-1 0,-1 0-1,1 1 1,-1-1 0,1 0 0,-1 0-1,0 0 1,1 1 0,-1-1 0,0-3-1,3-90-7916,-3 60 4557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50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 3554,'0'0'3959,"4"-2"-3655,13-8 19,-17 10-297,1 0-1,-1 0 1,0 0 0,0 0 0,1 0-1,-1 0 1,0 0 0,0 0 0,1 0 0,-1 0-1,0 1 1,0-1 0,0 0 0,1 0-1,-1 0 1,0 0 0,0 1 0,0-1 0,1 0-1,-1 0 1,0 0 0,0 1 0,0-1-1,0 0 1,0 0 0,0 1 0,1-1 0,-1 0-1,0 0 1,0 1 0,0-1 0,0 0-1,0 0 1,0 1 0,0-1 0,0 0 0,0 0-1,0 1 1,0-1 0,0 0 0,0 0-1,0 1 1,-1-1 0,1 0 0,0 0 0,0 1-1,0-1 1,0 3 223,10 60 1306,2-1 0,22 63 0,-15-58-1026,-3-7-63,84 334 1531,-100-391-1989,13 59 184,39 114 0,-51-172-197,1-1 1,-1 1-1,-1 0 0,1 0 1,-1 0-1,1 6 1,-1-9-170,-6-1-2195,4-1 2145,1 1-1,-1-1 1,1 1 0,0-1 0,-1 1-1,1-1 1,0 0 0,-1 0 0,1 1-1,0-1 1,0 0 0,0 0 0,0 0 0,-2-2-1,-15-26-2191,8 11 278,-10-12-1522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50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3554,'0'0'9636,"254"0"-9636,-187 0-128,-5 15-2161,-16-7-2993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51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88 3506,'0'0'3975,"3"-12"-3298,11-39 65,-10 27 1632,-4 29-871,0 17-1254,-8 166 2015,4-148-1940,3 44 1,1-58-1220,7-61-3848,-6-5-724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51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5 2913,'0'0'3119,"-6"0"-2913,-26 0 4396,33 0-4526,-1-1 0,1 1 0,-1-1 1,1 1-1,0 0 0,-1-1 1,1 1-1,0 0 0,-1 0 0,1-1 1,0 1-1,-1 0 0,1 0 1,0 0-1,-1 0 0,1 0 0,0 0 1,-1 0-1,1 0 0,0 0 0,1 0 1,12 0 157,55 0 516,87 11 0,-78-3-1246,106-4-1,-149-4-885,-12 0-2491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52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0 2961,'0'0'6104,"-3"2"-5450,1-1-584,0 1 0,0-1-1,0 1 1,0 0 0,0 0 0,1 0-1,-1 0 1,1 0 0,-1 0-1,1 0 1,0 0 0,0 1 0,0-1-1,0 0 1,0 1 0,1-1 0,-2 5-1,-6 52 748,7-51-725,-111 704 3223,108-693-3285,-1 7-578,1 0-1,0 35 0,5-79-2067,7-36 0,0 20-452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52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5298,'0'0'5723,"0"-1"-5690,0 1-1,1 0 1,-1-1-1,1 1 1,-1-1 0,0 1-1,1 0 1,-1 0 0,1-1-1,-1 1 1,0 0-1,1-1 1,-1 1 0,1 0-1,-1 0 1,1 0-1,-1 0 1,1 0 0,-1-1-1,1 1 1,-1 0-1,1 0 1,0 0 0,-1 0-1,1 0 1,-1 1-1,1-1 1,-1 0 0,1 0-1,-1 0 1,1 0-1,-1 0 1,1 1 0,-1-1-1,1 1 1,4 7 146,-2 0 0,1 0 0,-1 0 0,0 1 0,0-1 0,-1 1 0,0 0-1,0 10 1,4 12 134,110 423 2083,-41-118-1779,-75-336-683,0 1 0,1 0 1,-1 0-1,0 0 1,0 0-1,0-1 0,0 1 1,0 0-1,0 0 1,0 0-1,0 0 0,0 0 1,0-1-1,-1 1 1,1 0-1,0 0 0,-1 0 1,1 0-1,-1 0 1,-29-14-11194,20 5 10645,-10-11-3332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53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 8308,'0'0'5058,"221"-38"-5058,-167 38-112,-12 0-672,-4 0-2690,-13 0-3713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53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12 5074,'0'0'6134,"-3"0"-5478,-14-1 124,3 1-281,1 0 1,-1 1 0,-21 3-1,31-2-424,-1-1-1,1 0 1,-1 1-1,1 0 0,0 0 1,-1 0-1,1 1 1,0-1-1,1 1 1,-1 0-1,0 0 1,1 0-1,-1 1 1,-4 5-1,4-2 35,0-1 0,0 0 0,0 1-1,1 0 1,0 0 0,0 0 0,1 0 0,0 0 0,0 0-1,1 1 1,0-1 0,0 1 0,1 8 0,0 24 483,0-39-578,0 0 1,0 0 0,0 0-1,1-1 1,-1 1 0,0 0-1,1 0 1,-1-1-1,1 1 1,-1 0 0,1-1-1,-1 1 1,1 0 0,0-1-1,-1 1 1,1-1 0,0 1-1,-1-1 1,1 1-1,0-1 1,0 0 0,-1 1-1,1-1 1,0 0 0,0 0-1,0 1 1,-1-1-1,1 0 1,0 0 0,0 0-1,1 0 1,35 1 129,-27-1-121,3 0-14,0 0-1,1-1 1,-1-1 0,0 0 0,20-5 0,-29 5-104,1 0 0,-1 0 1,0 0-1,1 0 0,-1-1 0,0 1 0,0-1 1,-1 0-1,1-1 0,-1 1 0,1 0 1,-1-1-1,0 0 0,0 0 0,-1 0 1,1 0-1,-1 0 0,4-9 0,-3 2-179,-1 0-1,1 0 1,-2 0-1,0 0 1,0 0-1,-1 0 1,0-1-1,-2-13 1,1 24 289,1 0 0,-1 0 0,1 0 0,-1 0 0,1 0 1,-1 0-1,1 0 0,-1 0 0,0 0 0,0 0 0,0 0 0,1 0 0,-1 0 0,0 1 1,0-1-1,0 0 0,0 1 0,0-1 0,0 1 0,0-1 0,-1 1 0,1-1 0,-2 1 0,-29-7 171,29 7-174,-26-2 121,7 2-3814,43 0-2148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54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16 5987,'0'0'7579,"-9"-3"-6624,-27-7-245,117 8 1243,-36 5-1858,-1 2 0,0 2 0,55 16 0,14 1-67,-71-17-36,1-2 0,57 0 0,-99-5-88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0:54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6659,'0'0'5635,"21"60"-5203,-8 4 288,3 26-96,1 15-79,0 11-305,-5-3-208,5-1-32,-5-22-368,5-18-3250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04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38 3794,'0'0'4447,"1"-4"-3820,1-15 235,3 4 2956,-5 17-3768,0 31-31,1 16 109,-2 0 1,-2 0 0,-11 52 0,-49 130 526,-5 28 154,66-249-775,0 1-1,1 0 1,0 12-1,10-22-36,-5-1-22,-1-1 0,1 1 0,-1-1 0,0 0 0,1 0 0,-1 0 0,0 0 0,1 0 0,-1-1 0,0 0 0,0 1 0,5-5 0,-1 0-176,0 0-1,0-1 0,-1 0 0,9-11 0,3-8-2516,27-55-1,-24 36-522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05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6259,'0'1'7294,"20"352"-5053,-6-159-1369,5 30 184,-12-169-802,3 0-1,16 53 1,-23-96-225,1 0 1,1 0-1,0 0 1,0-1-1,1 0 0,8 11 1,-14-21-41,0-1 0,0 0 0,0 0 0,0 1 0,0-1 0,0 0 1,1 0-1,-1 1 0,0-1 0,0 0 0,0 0 0,0 1 0,1-1 1,-1 0-1,0 0 0,0 0 0,0 0 0,1 1 0,-1-1 0,0 0 1,0 0-1,1 0 0,-1 0 0,0 0 0,1 0 0,-1 0 1,0 0-1,0 0 0,1 1 0,-1-1 0,0 0 0,1 0 0,-1 0 1,0-1-1,0 1 0,1 0 0,-1 0 0,0 0 0,1 0 0,2-13-708,-3-24-882,0 35 1421,-2-9-604,0 1 1,0 0 0,-1 0-1,0 0 1,-1 0-1,0 0 1,0 0-1,-1 1 1,-8-12-1,9 15 124,-21-38-5639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05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2113,'0'0'9492,"262"4"-9492,-191 7-560,-12-4-5603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06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95 2673,'0'0'5723,"-1"-4"-4739,-1-4-249,0 0-1,1 0 0,-1-15 1,2 22-381,13-23 1405,-7 21-1745,0 0 0,0 1 1,1-1-1,-1 1 0,1 1 0,-1-1 1,1 1-1,9 0 0,61 1 146,-37 1-59,-32-2-90,1 2-1,-1-1 1,0 1 0,0 1-1,1-1 1,-1 1 0,0 1-1,11 4 1,-16-5 12,0 0 1,0 0-1,0 0 1,0 0-1,0 0 0,-1 0 1,1 1-1,-1-1 0,1 1 1,-1 0-1,0 0 0,0 0 1,0 0-1,-1 0 0,1 0 1,-1 0-1,1 1 0,-1-1 1,0 0-1,-1 1 0,1-1 1,0 1-1,-1 4 0,1 0 110,0 1-1,-1 0 0,-1 0 0,1 0 0,-3 11 0,1-15-85,1-1-1,-1 0 0,0 0 1,0 0-1,0 0 0,-1 0 1,1-1-1,-1 1 0,0-1 1,0 1-1,0-1 0,-7 5 1,-15 10 144,0-1-1,-1-2 1,-47 21 0,36-18-86,-37 22 1,74-40-109,0 0 0,-1 0-1,1 0 1,0 0 0,0 0 0,-1 0 0,1 0 0,0 1 0,0-1 0,-1 0 0,1 0 0,0 0 0,0 0 0,0 0 0,-1 0 0,1 1 0,0-1 0,0 0 0,0 0 0,-1 0 0,1 1 0,0-1 0,0 0 0,0 0 0,0 0 0,0 1 0,0-1 0,-1 0 0,1 0 0,0 1 0,0-1 0,0 0 0,0 0 0,0 1 0,0-1 0,0 0 0,0 1 0,0-1 0,0 0 0,0 0 0,0 1 0,0-1 0,0 0 0,0 0 0,1 1 0,-1-1 0,0 0 0,0 0 0,0 0 0,0 1 0,0-1 0,1 0 0,-1 0 0,0 0 0,0 1 0,1-1 0,16 5-355,-12-3 247,61 12-618,-28-7 709,48 17 1,-51-12 51,49 25 1,-74-32-20,-1 1 0,1 0 1,-1 0-1,0 1 0,-1 0 0,1 1 1,-1 0-1,-1 0 0,9 12 0,-13-14 10,0 0 0,0 0 0,-1 0-1,0 0 1,0 0 0,0 1 0,-1-1 0,0 1-1,0-1 1,-1 1 0,0-1 0,0 10 0,0-7 22,-1-8-37,1 1 0,0 0 1,0-1-1,-1 1 0,1-1 1,-1 1-1,1-1 0,-1 1 1,1-1-1,-1 1 0,0-1 1,0 1-1,0-1 0,0 0 1,0 0-1,0 1 1,0-1-1,-1 0 0,1 0 1,0 0-1,0 0 0,-1 0 1,1-1-1,-1 1 0,1 0 1,-1-1-1,-1 1 0,-6 2 38,0 0-1,0-1 1,-16 1-1,16-1 1,-73 6-702,-92-1 0,165-9-2079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08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142 195 2193,'0'0'5274,"8"-16"-4889,38-83 812,-42 91-708,1-6 3475,-6 26-3906,-1 0 1,1 0-1,-2 0 0,0 0 1,-8 23-1,-2 6 56,-69 271 1235,36-131-614,46-179-731,-12 39 283,2 0-1,2 1 0,-5 77 1,15-113-292,1-12-69,-1 4 19,5-13-477,-1 0-1,0-1 1,0 0-1,-2 0 0,4-21 1,8-91-3206,-14 104 2943,20-176-2848,-1 7 1431,-4-1 3446,-17 188-906,1-1 0,0 1 0,0-1 0,0 1 0,1 0 1,2-7-1,-3 11-75,0 1 0,-1-1 0,1 1 0,0-1-1,0 1 1,0-1 0,0 1 0,1 0 0,-1 0 0,0-1 0,1 1 0,-1 0 0,0 0 0,1 0 0,-1 1 0,1-1 0,0 0 0,-1 1 0,1-1 0,0 0 0,-1 1 0,1 0 0,0-1 0,-1 1 0,1 0 0,2 0 0,-3 0-234,-1 0 0,1 1 0,-1-1 1,0 0-1,1 0 0,-1 0 0,1 0 0,-1 1 1,0-1-1,1 0 0,-1 1 0,0-1 1,1 0-1,-1 1 0,0-1 0,0 0 1,1 1-1,-1-1 0,0 0 0,0 1 0,0-1 1,1 1-1,-1-1 0,0 0 0,0 1 1,0-1-1,0 1 0,0-1 0,0 1 0,0-1 1,0 1-1,1 3 110,14 64 1182,12 126 0,-19-120-921,-2-16-83,23 169 927,-18-168-804,31 102 0,-37-144-396,1 0 0,0-1 0,2 1 0,0-2 0,0 1 0,2-1 0,12 16 0,-14-23-34,-7-7-149,-1-17-2263,-1 6 1731,0 0 0,-1 0 0,0 0-1,-1 0 1,0 1 0,0-1 0,-1 1 0,-1-1-1,0 1 1,0 1 0,-7-11 0,-17-25-4567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08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 2801,'0'0'7252,"271"-41"-8005,-217 41-5778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09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23 4226,'0'0'8001,"-5"-2"-7102,-14-9-179,19 11-683,0 0-1,-1 0 0,1 0 1,0 0-1,0 0 0,0 0 0,0 0 1,-1 0-1,1-1 0,0 1 1,0 0-1,0 0 0,0 0 1,-1 0-1,1 0 0,0 0 0,0-1 1,0 1-1,0 0 0,0 0 1,0 0-1,0 0 0,-1-1 1,1 1-1,0 0 0,0 0 1,0 0-1,0-1 0,0 1 0,0 0 1,0 0-1,0 0 0,0-1 1,0 1-1,0 0 0,0 0 1,0-1-1,8-1 548,12 1-239,-20 1-271,7 0 24,0 0 1,-1 0-1,1 1 0,-1 0 1,1 0-1,-1 1 1,1 0-1,7 4 0,-10-5-63,-1 1-1,0 0 0,0 0 1,-1 0-1,1 0 1,0 1-1,-1-1 0,1 1 1,-1 0-1,0 0 1,0-1-1,0 1 0,0 0 1,0 1-1,-1-1 1,1 0-1,0 5 0,0-3 11,-1 1-1,0 0 1,0 0-1,-1-1 0,1 1 1,-1 0-1,0 0 1,-1 0-1,0 0 0,0 0 1,0-1-1,0 1 1,-5 10-1,-2-6 0,-1-1 0,0 1 0,-1-2 0,0 1 0,-1-1 0,-19 11 0,12-7 8,-162 110 244,174-119-292,0 1-1,1 0 1,-1 1-1,1-1 1,-6 8-1,10-10-6,0 0 0,0 0 0,-1 0 0,1 0 0,1 0 0,-1 0 0,0 0 0,0 0 0,1 1-1,-1-1 1,1 0 0,0 0 0,0 1 0,0-1 0,0 0 0,0 1 0,1 3 0,-1-6 3,0 1 0,0-1 0,0 0 0,0 1 0,1-1 0,-1 1 0,0-1 0,0 1 0,1-1 1,-1 0-1,0 1 0,0-1 0,1 1 0,-1-1 0,0 0 0,1 1 0,-1-1 0,0 0 0,1 0 0,-1 1 0,1-1 1,-1 0-1,1 0 0,-1 0 0,0 1 0,1-1 0,-1 0 0,1 0 0,-1 0 0,1 0 0,22 6 70,-1-2-1,1 0 0,31 0 0,78-3 22,-77-1-120,51 0-729,-38 0-5442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09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38 2753,'0'0'7721,"-6"-7"-6350,-19-18 49,19 19 909,9 6-1620,19 1-409,0 1-1,0 1 1,33 8-1,64 25-43,-25-7-106,286 54-457,-341-79-2713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10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 5843,'0'0'6130,"-4"7"-5409,-16 22-84,20-29-615,-1 0 0,1 1 0,0-1 0,0 0 0,-1 1 0,1-1 0,0 1 0,0-1 0,0 0 0,-1 1 0,1-1 0,0 1 0,0-1 0,0 1 0,0-1 0,0 1 0,0-1 0,0 0 0,0 1-1,0-1 1,0 1 0,0-1 0,0 1 0,0-1 0,1 1 0,-1-1 0,0 1 0,0-1 0,0 0 0,1 1 0,-1-1 0,0 1 0,1-1 0,12 6 253,-8-5-107,26 8 249,0-1-1,50 7 1,68-2-174,-59-6-191,131 18-386,-77-6-2939,-89-11-1486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19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308 117 1505,'0'0'3964,"11"-14"-3252,30-44 142,-29 35 639,-13 13 20,1 9-1444,-1 1 1,1-1-1,0 1 1,0 0 0,0-1-1,0 1 1,-1-1 0,1 1-1,0-1 1,0 1 0,0-1-1,0 1 1,0 0 0,0-1-1,0 1 1,0-1 0,1 1-1,-1-1 1,0 1-1,0 0 1,0-1 0,0 1-1,1-1 1,-4 3 7,-3 2-63,1 1-1,-1 0 1,1 0-1,0 0 0,0 1 1,-7 11-1,-23 45 71,15-25-56,-23 45 331,3 2 0,4 1 0,4 2 0,-22 93 0,33-56-241,20-117-124,1-6-1,0 0 0,0 0-1,0 1 1,0-1-1,-1 0 1,1 0 0,0 0-1,-1 0 1,1 1 0,-1-1-1,1 0 1,-1 0-1,0 0 1,1 0 0,-1 0-1,0 0 1,0 0-1,0-1 1,1 1 0,-1 0-1,0 0 1,-2 0 0,1 0-281,-1 0 0,0 0 0,1-1 0,-1 1 1,0-1-1,0 0 0,-4 0 0,6 0 263,0-10-1463,2 0 1201,0 0-1,0 0 1,1 0-1,0 1 1,1-1-1,0 0 1,0 1-1,1 0 1,1 0 0,7-13-1,13-20-273,62-118-2597,-65 104 1323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19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27 107 3105</inkml:trace>
  <inkml:trace contextRef="#ctx0" brushRef="#br0" timeOffset="1">27 107 3105,'-19'7'458,"18"-7"-437,1 0 0,0 0 0,0 0 0,-1 0 0,1 0 0,0 0 0,0 0 0,-1 0-1,1 0 1,0 0 0,0 0 0,-1 0 0,1 0 0,0 0 0,0 0 0,0 0 0,-1-1-1,1 1 1,0 0 0,0 0 0,-1 0 0,1 0 0,0 0 0,0 0 0,0-1 0,0 1-1,-1 0 1,1 0 0,0 0 0,0-1 0,0 1 0,-1 0 0,2-3 161,-1 1 1,0-1 0,1 1-1,-1-1 1,1 1 0,0-1-1,0 1 1,0 0 0,2-3-1,6-19 1086,-7 18-881,0-2 348,1 0 1,0 0 0,6-12-1,-8 20-668,-1-1 0,0 0 1,1 1-1,-1-1 0,1 0 0,-1 1 0,1-1 0,0 1 0,-1-1 0,1 0 1,-1 1-1,1 0 0,0-1 0,0 1 0,-1-1 0,1 1 0,0 0 1,0-1-1,0 1 0,0 0-42,0 0-1,0 1 1,0-1 0,-1 0-1,1 1 1,0-1 0,0 0 0,-1 1-1,1-1 1,0 1 0,-1-1-1,1 1 1,0-1 0,-1 1-1,1 0 1,-1-1 0,1 1 0,-1 0-1,1 0 1,-1-1 0,1 1-1,0 1 1,5 13 79,-1 0-1,0 0 1,0 0 0,-2 1-1,3 17 1,-1-5-6,6 41 308,4 87 1,-10 71 712,0 7 58,-2-200-1081,1-1 0,1 0 0,2 0 0,22 61 0,-31-124-3711,2 23 3021,1 1 1,-2-1 0,1 0-1,-1 1 1,0-1-1,-2-7 1,-19-33-3508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20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10229,'0'0'1408,"250"-4"-1216,-175 4-192,-17 0-2769,-12 0-3266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20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86 4994,'0'0'4378,"5"-14"-3412,19-39 53,-24 52-971,0 0 1,1 0-1,-1 0 0,1 0 1,-1 0-1,1 0 0,-1 0 0,1 1 1,0-1-1,-1 0 0,1 0 0,0 0 1,-1 1-1,1-1 0,0 0 0,0 1 1,0-1-1,0 1 0,0-1 0,0 1 1,0-1-1,0 1 0,0 0 0,0-1 1,0 1-1,0 0 0,0 0 0,0 0 1,0 0-1,0 0 0,0 0 1,0 0-1,0 0 0,1 0 0,-1 0 1,0 1-1,0-1 0,0 0 0,0 1 1,0-1-1,0 1 0,-1-1 0,1 1 1,0-1-1,0 1 0,0 0 0,0-1 1,-1 1-1,1 0 0,0 0 0,0 0 1,-1 0-1,1-1 0,-1 1 1,1 2-1,5 12 67,-1 0 0,-1 0 0,-1 1 0,3 30 0,-1-4 89,31 219 364,-27-150-3601,-8-82-2618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22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31 6627,'0'0'5192,"-10"-5"-4925,-30-15 31,23 15 1682,23 5-1775,8 0-48,46 0 86,1 2 0,97 15 0,130 39-203,-284-54-1342,-40-4-12475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22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0 4114,'0'0'5042,"-17"4"-4818,17 48 385,0 12 511,-4 11-272,4 4-191,-4-4-241,0-4-288,4-3-128,0-12-64,-4-4-576,0-14-3138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26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41 4770,'0'0'614,"0"-4"-710,-1 3 142,1-1 0,0 1-1,0 0 1,0-1 0,0 1 0,0 0 0,0 0 0,0-1 0,0 1-1,0 0 1,1 0 0,-1-1 0,0 1 0,1 0 0,-1 0 0,1 0 0,-1 0-1,1-1 1,0 1 0,-1 0 0,1 0 0,0 0 0,0 0 0,0 1 0,0-1-1,0 0 1,0 0 0,0 0 0,0 1 0,0-1 0,0 1 0,0-1 0,1 1-1,-1-1 1,1 0 0,-1 2-9,-1-1-1,0 1 0,1-1 1,-1 0-1,0 1 1,1-1-1,-1 1 1,0-1-1,0 0 1,1 1-1,-1-1 0,0 1 1,0-1-1,0 1 1,0-1-1,0 1 1,1-1-1,-1 1 1,0-1-1,0 1 0,0-1 1,0 1-1,0-1 1,-1 1-1,1 0 1,0 22 57,0-19 1,0 8-50,-3 174 428,0-143-320,-3 1 0,-11 51-1,-70 198 1201,38-135-142,44-141-939,1 0 0,1 0 0,0 0 0,0 33 1,10-49-615,-5-2 145,0 1-1,0-1 1,0 1 0,0-1 0,0 0-1,0 0 1,0 0 0,0 0-1,-1 0 1,1 0 0,0-1-1,-1 1 1,1-1 0,-1 1-1,1-1 1,-1 1 0,0-1-1,1 0 1,-1 1 0,0-1 0,0 0-1,-1 0 1,2-3 0,16-29-5286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26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3986,'0'0'4770,"0"13"-3567,2 158 1357,29 199 0,26-43-1727,-40-234-775,-48-109-9354,22 7 7499,-13-10-1479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27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 6723,'0'0'6755,"233"-23"-6755,-195 23-112,-9 0-592,-4 0-2978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30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29 3554,'-9'-11'10647,"9"11"-10627,0-1-1,0 1 1,0 0-1,0 0 1,0-1 0,0 1-1,0 0 1,0-1-1,0 1 1,0 0-1,0 0 1,0-1 0,0 1-1,0 0 1,0 0-1,0-1 1,0 1-1,0 0 1,0 0-1,1-1 1,-1 1 0,0 0-1,0 0 1,0 0-1,0-1 1,1 1-1,-1 0 1,0 0 0,0-1-1,6-1 2,0 0-1,0 1 0,0-1 1,1 1-1,-1 0 1,0 1-1,0 0 1,1 0-1,10 1 0,4 0 206,-21-1-125,17 0-8,-14 0-84,-1 0 0,1 0-1,-1 1 1,1-1 0,-1 1-1,1 0 1,-1-1 0,1 1-1,-1 0 1,1 1 0,-1-1-1,0 0 1,0 1 0,0-1 0,0 1-1,2 2 1,2 2 12,0 0-1,-1 1 1,7 11 0,-5-6 7,-5-10-22,-1 1-1,0 0 0,0 0 1,-1 0-1,1 0 0,-1 0 1,1 0-1,-1 0 1,0 0-1,0 1 0,0-1 1,-1 4-1,0 7 32,1-12-34,-1 0 0,1-1 0,-1 1 0,1 0 0,-1-1 0,0 1 0,0-1 0,0 1 0,0-1 0,0 1 0,0-1 0,0 1 0,0-1 0,-1 0 0,1 0 0,0 0 0,-1 0 0,-1 1 0,-35 21 124,29-18-60,-61 39 85,62-40-143,7-4-8,0 0-1,0 0 1,0 0-1,1 1 1,-1-1-1,0 0 1,0 1-1,0-1 1,1 1 0,-1-1-1,0 1 1,1-1-1,-1 1 1,0 0-1,1-1 1,-1 1-1,1 0 1,-1-1-1,1 1 1,-1 0-1,1 0 1,0-1 0,-1 1-1,1 0 1,0 0-1,-1 0 1,1-1-1,0 1 1,0 0-1,0 0 1,0 0-1,0 0 1,0 0-1,0 0 1,0-1 0,0 2-1,1 1 2,0-1 0,0 0 0,1 0 1,-1 0-1,0 0 0,1 0 0,-1 0 0,1-1 0,0 1 0,-1 0 0,5 2 1,10 12 32,-11-9-49,0 0-1,0 1 1,0 0 0,-1 0-1,0 0 1,0 0-1,-1 1 1,-1 0-1,1 0 1,-1-1-1,-1 1 1,1 0-1,-1 17 1,-1-25 10,0 0 0,0 1 1,0-1-1,-1 0 1,1 0-1,0 0 0,-1 0 1,1 0-1,-1 0 1,1 0-1,-1 0 0,1 0 1,-1 0-1,0 0 1,1 0-1,-1-1 0,0 1 1,0 0-1,1 0 1,-1-1-1,0 1 0,0 0 1,0-1-1,0 1 0,0-1 1,0 1-1,-2 0 1,-35 6 55,24-6-25,-18 3 50,-59-3 1,52-1-307,37 0 46,0-1 1,0 1-1,0 0 1,0-1-1,-1 1 0,1-1 1,0 0-1,0 0 1,0 0-1,0 0 1,0 0-1,1 0 1,-1 0-1,0-1 1,0 1-1,1 0 1,-1-1-1,1 0 0,-1 1 1,1-1-1,0 0 1,0 0-1,0 0 1,0 0-1,0 0 1,0 0-1,0 0 1,0 0-1,1 0 1,-1-4-1,-1-20-4785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31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8 3314,'0'-8'8550,"-6"36"-8461,-2-1 0,-20 51 0,7-23 215,-16 51 375,-49 150 808,85-250-1635,-1 1 0,1-1-1,0 1 1,1 0 0,0 7-1,0-13 100,0-115-7733,0 69 3871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31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6627,'0'0'4493,"5"12"-4229,0 1-156,0 1 0,-1-1 1,-1 1-1,0 0 0,-1 0 0,0 21 1,3 91 1607,41 236 1,-41-330-1643,1-1-1,2 0 0,0 0 1,3-1-1,16 37 0,-21-56 1942,-6-2-6020,-22-6-5220,2-3 7290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32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4674,'0'0'7364,"100"-8"-7300,-46 8-64,-4 0-64,0 0-849,-9 0-2304,-3 0-3074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32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76 3426,'0'0'6632,"-9"0"-5389,7 0-1155,0 0-1,0 0 0,0 0 1,0 0-1,1 1 1,-1-1-1,0 1 0,0 0 1,0-1-1,0 1 0,0 0 1,1 0-1,-1 0 1,0 0-1,1 0 0,-1 1 1,1-1-1,-3 3 1,2-1 35,0 0 0,-1 1 0,1-1 1,1 1-1,-1 0 0,0 0 1,1 0-1,-2 6 0,0 6 212,1 0-1,0 1 0,2 23 0,0-36-268,0-3-54,0 0 0,0-1 0,0 1 0,1 0 0,-1-1 0,1 1 0,-1-1-1,0 1 1,1 0 0,-1-1 0,1 1 0,-1-1 0,1 1 0,-1-1 0,1 0 0,0 1 0,-1-1 0,1 0 0,-1 1 0,1-1 0,0 0 0,-1 1 0,1-1 0,0 0 0,0 0 0,-1 0 0,1 0 0,0 0 0,-1 0 0,2 0 0,28 1 116,-23-1-83,-2 0-22,4 0-51,1 0 0,-1 0 1,0-1-1,1 0 1,14-5-1,-21 5-31,-1 0 1,1 0-1,0-1 1,-1 1-1,0-1 1,1 1-1,-1-1 1,0 0-1,1 0 1,-1 0-1,0 0 1,-1-1-1,1 1 1,0 0-1,-1-1 1,1 1-1,-1-1 1,0 0-1,0 1 1,0-1-1,0 0 1,1-4-1,0-3-116,0 1 1,-1-1-1,0 0 0,0 0 0,-1 1 0,-1-15 0,0 20 190,0 0 0,1 0 0,-1 0 0,0 0 0,-1 0 1,1 1-1,-1-1 0,0 0 0,0 1 0,0 0 0,0-1 0,0 1 0,-1 0 0,0 0 1,1 0-1,-1 0 0,-7-4 0,3 3-59,0 0 0,-1 0 0,0 1 0,0 0 0,0 1 0,0-1 0,-1 2 1,1-1-1,0 1 0,-1 0 0,1 1 0,-11 1 0,11 0-2576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37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1 203 5507,'0'0'5832,"5"-8"-5195,14-28-63,-18 33-194,0 1 0,0-1-1,0 0 1,-1 0 0,1 1 0,-1-1 0,1 0 0,-1 0 0,0 0 0,-1-4 0,3-9-550,-2 16 176,0-1 1,0 1-1,1 0 0,-1-1 0,0 1 0,0 0 0,1-1 0,-1 1 0,1-1 0,-1 1 1,0 0-1,1 0 0,-1-1 0,1 1 0,-1 0 0,1 0 0,-1 0 0,0-1 0,1 1 0,-1 0 1,1 0-1,-1 0 0,1 0 0,-1 0 0,1 0 0,-1 0 0,2 0 0,-1 0-9,1 0 0,-1 1 0,1-1 0,0 0 0,-1 1-1,1-1 1,-1 1 0,1-1 0,-1 1 0,0 0 0,1-1-1,-1 1 1,0 0 0,1 0 0,-1 0 0,0 0 0,0 0-1,0 0 1,2 3 0,0 0-2,-1 0-1,1 1 0,-1-1 1,0 1-1,0-1 1,1 8-1,2 8-16,-1 1 0,1 26 0,2 331 140,-9-229 98,2 90 245,0-231-416,0 0-1,1 0 0,0-1 0,1 1 0,-1 0 1,1-1-1,1 1 0,-1-1 0,1 0 1,1 1-1,6 9 0,-10-14-73,1-97-2956,1-3 1872,-5 0 1,-18-120-1,12 158 1563,1 1 0,4-1 1,5-115-1,3 154-167,0 0 0,1 0 0,15-35 0,-16 43-113,-2 6-133,0 1 0,1-1 0,0 1 0,0 0 0,0 0 0,0 0 0,1 0 0,0 0 0,0 1 0,0 0 0,1-1 0,-1 2 0,1-1 0,0 0 0,8-4 0,18-9-3,-25 12-27,1 1 1,0 0-1,0 0 0,0 1 1,0 0-1,1 0 0,-1 1 1,1 0-1,-1 0 0,16-1 1,-10 2-9,17 2 6,-28 0-5,-1-1 1,1 0-1,-1 1 0,0-1 1,1 1-1,-1 0 0,0-1 1,0 1-1,0 0 0,0 0 0,1 0 1,-1 0-1,0 0 0,0 0 1,-1 0-1,1 0 0,0 0 1,0 0-1,0 2 0,6 12 66,0 1 0,-2 0 1,0 0-1,-1 0 0,0 0 0,1 24 0,0 102 605,-5-116-599,0-10-3,-2-1 0,1 1-1,-2-1 1,0 1-1,-1-1 1,-1 0 0,0 0-1,-1-1 1,-10 19 0,3-10-9,-1-1 0,-1-1 0,-1 0 0,-34 33 0,46-50-70,2-3 3,0 1 0,0 0 0,0 0 0,0 1-1,1-1 1,-1 0 0,1 1 0,-2 2 0,2-3 17,42-6-1523,11 1 1433,-48 4 90,0-1 0,0 1 0,0 0 0,0-1 0,-1 2 0,1-1 0,0 0 1,-1 1-1,1 0 0,-1 0 0,5 2 0,-1 2-3,0 1 1,0-1-1,0 1 1,-1 0-1,0 0 1,0 1-1,-1 0 1,0 0-1,-1 0 1,1 0-1,-2 1 1,6 15-1,-5-9 36,-1 0-1,0 0 1,-1 1-1,0-1 1,-1 1-1,-1 0 1,-2 15-1,1-24-25,0-1 0,-1 0 0,0 0-1,0 0 1,-1-1 0,1 1 0,-1 0 0,0-1-1,-1 1 1,1-1 0,-1 0 0,0-1 0,-1 1-1,1 0 1,-1-1 0,-8 6 0,-3 2 19,-2-1 0,1 0 0,-36 14 0,31-17-233,-1-1 1,-1-1-1,1-1 1,-1-1 0,0-1-1,0-1 1,-40-1-1,56-3-2081,6-8-1708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38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0 6435,'0'0'6411,"25"1"-5400,77 5-77,-100-6-893,0 0 0,0 0 0,0 1 0,0-1 1,0 1-1,0-1 0,0 1 0,0 0 0,-1 0 0,1 0 0,0 0 1,0 0-1,-1 0 0,1 0 0,-1 0 0,3 3 0,-4-3 10,1 0-1,-1 1 0,1-1 0,-1 0 0,1 1 0,-1-1 0,0 1 1,0-1-1,0 0 0,1 1 0,-1-1 0,-1 1 0,1 1 1,0 5 169,-1-2-116,1 1 0,-1-1 0,0 1 0,0-1 0,-1 1 0,0-1 0,0 0 0,0 1 0,-1-1 0,0-1 0,0 1 0,-6 7 0,-4 4 135,-1-1 0,-23 22-1,17-19-76,-34 33 169,-29 30-24,80-78-294,-1 0 1,1 0-1,0 1 0,1 0 1,-1-1-1,1 1 0,-2 7 1,3-11-7,1 0 0,0 0 0,-1 0 0,1 0-1,0 0 1,-1 0 0,1 0 0,0 0 0,0 0 0,0 0 0,0 0 0,0 0 0,0 0 0,0 0 0,0 0 0,0 0 0,1 0 0,-1 0 0,0 0 0,1 0 0,-1 0 0,1 0 0,-1 0 0,1 0 0,0 0 0,-1 0 0,1 0 0,0 0 0,-1-1 0,1 1 0,0 0 0,0-1 0,0 1 0,0 0 0,0-1 0,-1 1 0,1-1 0,0 1 0,0-1 0,0 0 0,2 1 0,26 3 61,1-2 1,-1-1-1,32-2 1,-3-1-50,30 2-123,-31 0-2988,-49 3-485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40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6547,'0'0'4989,"18"-7"-4514,63-20-14,-77 25-423,1 1 1,0 0-1,0 0 0,0 1 0,0 0 0,0-1 0,0 2 0,-1-1 0,1 0 0,0 1 0,9 2 1,-6 1 31,0-1 0,-1 2 0,0-1 0,14 10 0,-19-12-59,21 16 122,0 2 0,-1 0 0,21 26 0,55 78 256,-88-111-344,147 207 663,72 91-325,-208-285-321,1-2 1,50 42-1,-65-60-205,0 0 1,1-1 0,0 0 0,1 0-1,-1-1 1,1 0 0,-1-1 0,1 0-1,0 0 1,1-1 0,-1 0 0,0 0-1,1-1 1,17 0 0,-26-1-70,1 0 0,-1 0 1,0 0-1,0-1 0,0 1 1,1 0-1,-1 0 0,0-1 0,0 1 1,0-1-1,0 1 0,0-1 1,0 0-1,0 1 0,0-1 1,2-1-1,11-27-5716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51.6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1 176,'0'0'5122,"-29"19"-6722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51.9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0 1 3954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52.3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3954,'52'116'12689,"-51"-116"-12548,1 0-114,0 1 1,1-1 0,-1 1-1,0-1 1,0 1 0,0-1-1,0 1 1,0 0 0,0 0 0,0 0-1,0 1 1,0-1 0,2 2-1,23 24 213,-10-10-168,199 176 447,25 24 109,-175-152-348,87 111 0,-148-168-249,11 14 144,2-1-1,26 26 1,-43-46-162,0 1 0,0-1 0,0 0 0,0 1 0,0-1 0,-1 1 0,1 0-1,0-1 1,-1 1 0,1 0 0,-1-1 0,0 1 0,0 0 0,1 2 0,-2 29 228,1-20-161,0 69 347,0-82-606,0-2-712,0-86-5853,0 47 2291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52.7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1004 6 4722,'-5'-6'12598,"-10"13"-12565,1 0 1,0 1-1,0 1 0,0 0 0,-23 21 1,-7 6 11,-289 218 88,23 27-255,191-136-1178,72-83-802,9-16-1475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1:55.7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547 39 2609,'0'0'4933,"1"-6"-4375,6-26 834,-8 32-1308,1 0 0,-1 0 0,1 0 0,-1 0 0,0 0 0,1 0 0,-1-1-1,0 1 1,1 1 0,-1-1 0,1 0 0,-1 0 0,0 0 0,1 0 0,-1 0 0,0 0-1,1 1 1,-1-1 0,1 0 0,-1 1 0,1-1 0,-1 0 0,1 1 0,-1-1 0,1 0-1,-2 2 1,2 2-8,-1 1-1,0-1 0,0 1 0,0-1 0,0 1 0,-1-1 1,0 0-1,0 0 0,0 0 0,0 0 0,-1 0 0,1 0 1,-4 3-1,-8 10 166,-25 21 0,13-13-124,-72 80-89,-181 173-2455,224-234-483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5:48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6883,'0'0'6379,"0"-24"-1587,1 21-4782,-1 1 0,1 0 1,-1 0-1,1-1 1,-1 1-1,1 0 0,0 0 1,0 0-1,0 0 0,1 0 1,-1 0-1,0 0 1,1 0-1,-1 1 0,1-1 1,-1 0-1,1 1 0,0-1 1,0 1-1,0 0 1,0 0-1,0-1 0,0 1 1,3-1-1,8-3 46,0 0 0,27-6-1,-27 8-47,25-4-20,0 1-1,0 3 0,0 1 0,42 3 0,-26-1 3,-54 0-68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5:48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49 4162,'0'0'6144,"-5"0"-5192,-17 0 489,22-1-1366,0 1 0,0-1 0,0 1 0,1-1 0,-1 1 0,0-1 0,1 1 0,-1-1 0,0 1 0,0-1 0,1 1-1,-1-1 1,1 1 0,-1 0 0,1-1 0,-1 1 0,0 0 0,1-1 0,-1 1 0,1 0 0,0-1 0,11-2 40,0 0-1,1 1 1,-1 0 0,0 1 0,1 0-1,18 2 1,17-2-24,5-2-20,15-1-108,79-14 0,-129 17-273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5:59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1 4818,'0'0'4349,"-14"6"-3442,13 5-736,0 0 0,-1-1 0,-1 1 1,0-1-1,0 1 0,-1-1 0,-5 10 0,-2 7-75,-81 196 83,34-89 134,-42 152 0,94-264-253,0 1 0,2 0 0,1 0-1,-2 38 1,5-60-241,2-6-195,20-57-3237,-6 18 86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5:59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5795,'0'0'4615,"4"-2"-4065,-2 0-481,0 1 1,1-1 0,0 1-1,-1 0 1,1 0 0,0 0 0,-1 0-1,1 0 1,0 1 0,0-1-1,0 1 1,0 0 0,-1 0-1,1 0 1,0 0 0,0 0 0,0 1-1,0-1 1,0 1 0,-1 0-1,1 0 1,0 0 0,-1 0-1,1 0 1,0 0 0,-1 1 0,0 0-1,1-1 1,-1 1 0,0 0-1,0 0 1,0 0 0,0 0-1,0 0 1,0 1 0,-1-1 0,1 1-1,-1-1 1,2 5 0,6 16 205,-2 1 1,-1-1-1,6 47 1,-4-19 94,25 182 1268,20 96-194,-47-304-1347,13 32 0,-17-51-72,0 0 0,1 0 1,0 0-1,1 0 0,-1 0 0,1-1 1,0 0-1,1 1 0,-1-2 1,7 7-1,-11-11-29,0 0-1,0 0 1,1 0 0,-1 0 0,0 1-1,0-1 1,0 0 0,0 0-1,1 0 1,-1 0 0,0 0 0,0 0-1,0 0 1,0 0 0,1 0 0,-1 1-1,0-1 1,0 0 0,0 0 0,1 0-1,-1 0 1,0 0 0,0 0-1,1 0 1,-1 0 0,0 0 0,0-1-1,0 1 1,1 0 0,-1 0 0,0 0-1,0 0 1,0 0 0,0 0-1,1 0 1,-1 0 0,0 0 0,0-1-1,0 1 1,0 0 0,1 0 0,-1 0-1,0 0 1,0-1 0,2-11-630,-4-15-837,-1 18 933,0 2-1,-1-1 1,0 0 0,0 1 0,0 0-1,-1 0 1,0 0 0,-1 0-1,1 1 1,-1 0 0,-10-8 0,8 7-356,-31-31-3332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00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8756,'0'0'4018,"197"15"-2850,-107-9-207,-6-6-641,-7 6-320,-10 9-384,-17-6-1441,-10 3-2945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00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0 115 4578,'0'0'7233,"0"-5"-6593,2-5-448,-1 0-1,1 0 1,6-14-1,3-19 196,-11 42-363,0 0-14,0 1 0,0 0 0,0-1 0,0 1 0,0-1 0,1 1 0,-1-1 0,0 1 0,0-1 0,0 1 0,0 0 0,0-1 0,1 1 0,-1-1 0,0 1 0,0 0 0,1-1 0,-1 1 0,0 0 0,1-1 0,-1 1 0,0 0 0,1-1 0,-1 1 0,1 0 0,-1 0 0,0 0 0,1-1 0,-1 1 0,1 0 0,-1 0 0,1 0 0,0 0-10,-1 3 1,1-1 0,-1 1 0,0 0 0,1 0 0,-1 0-1,-1 0 1,1 3 0,-1 10 62,1 402 4619,0-417-4680,-1 0 0,1-1-1,0 1 1,0-1 0,0 1 0,0 0 0,0-1 0,0 1-1,0-1 1,0 1 0,1 0 0,-1-1 0,0 1-1,0-1 1,0 1 0,1-1 0,-1 1 0,0-1 0,1 1-1,-1-1 1,0 1 0,1-1 0,-1 1 0,1-1 0,-1 1-1,0-1 1,1 0 0,-1 1 0,1-1 0,-1 0 0,1 1-1,0-1 1,-1 0 0,1 0 0,-1 0 0,1 1-1,-1-1 1,1 0 0,0 0 0,-1 0 0,1 0 0,-1 0-1,1 0 1,1 0 0,-1-1-25,1 1 1,-1-1-1,0 1 0,1-1 0,-1 0 1,1 0-1,-1 0 0,0 0 1,0 0-1,1 0 0,-1 0 0,0 0 1,0 0-1,0 0 0,0-1 1,0 1-1,0 0 0,0-3 0,4-8-665,-1-1-1,-1 0 0,0 0 0,-1-1 1,1-24-1,-2-28-4575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01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5603,'0'0'7331,"103"9"-6867,-39-9-112,2 0-256,-2 0 144,-1 0-47,-9 0-161,-7 0-32,-4 0-32,-3 6-65,0 0-671,-3-3-2898,-3 3-4305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01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0 4866,'0'0'6334,"-9"9"-5753,1 0-470,3-4-28,-1 1 0,1 0 0,0 1 1,0-1-1,1 1 0,0 0 0,-6 13 1,-9 20 687,-9 22 10,12-14-499,2 0 0,2 0 0,2 1 0,3 1 0,-3 87 0,10-107-120,4 127 773,-1-134-731,0-1-1,1 0 0,1 0 0,16 42 0,-11-42 40,1 0 1,1 0 0,25 33-1,-29-43-139,1-1 0,1-1 0,0 0 0,0 0 0,1-1 0,1 0 0,20 12 0,-29-19-107,0-1 1,1 1-1,-1-1 0,0 0 0,1 0 1,-1 0-1,1 0 0,0 0 1,-1-1-1,6 0 0,-8 0-80,0 0-1,1 0 1,-1 0 0,0 0-1,0-1 1,1 1-1,-1-1 1,0 1-1,0-1 1,0 1 0,1-1-1,-1 0 1,0 1-1,0-1 1,0 0-1,0 0 1,0 0 0,0 0-1,-1 0 1,1 0-1,0 0 1,0 0-1,-1 0 1,1-1 0,0 1-1,-1 0 1,0 0-1,1-2 1,6-29-3388,-3-6-2855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02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0 4258,'0'0'4434,"0"8"-3991,0-1-369,0 8 268,0 0-1,-2 0 1,-4 27 0,-142 494 4561,141-509-4780,1-1 0,1 1-1,2 1 1,-1 39 0,4-66-121,0-1 0,0 0 0,0 1 0,0-1 0,0 0 0,0 1 0,0-1 1,1 0-1,-1 1 0,0-1 0,0 0 0,0 1 0,0-1 0,0 0 0,1 0 1,-1 1-1,0-1 0,0 0 0,1 0 0,-1 1 0,0-1 0,0 0 0,1 0 0,-1 0 1,0 1-1,0-1 0,1 0 0,-1 0 0,0 0 0,1 0 0,-1 0 0,0 0 0,1 0 1,-1 1-1,0-1 0,1 0 0,-1 0 0,0 0 0,1 0 0,-1-1 0,0 1 0,1 0 1,-1 0-1,0 0 0,1 0 0,-1 0 0,0 0 0,1 0 0,-1-1 0,0 1 0,0 0 1,1 0-1,-1 0 0,0-1 0,0 1 0,1 0 0,-1 0 0,0-1 0,0 1 1,20-17-160,-10 3-763,0-2 0,-1 1 0,-1-1 0,0 0 0,-2-1 0,0 0 0,6-26 0,2-17-4197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02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4834,'0'0'5987,"7"19"-4789,59 202 1790,21 208 1054,-76-374-3511,28 86 0,-36-134-496,-2-6-29,0 1 1,-1 0-1,1-1 0,-1 1 1,1 0-1,-1 0 0,0-1 0,1 1 1,-1 0-1,0 0 0,0-1 1,-1 5-1,1-4-49,-1-6-885,-5-10-326,0 0 0,-1 0 1,-15-21-1,-3-6-3208,5 3-100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03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6931,'0'0'5379,"197"-55"-5379,-157 49-705,-6 3-5265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03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6787,'0'0'7502,"7"0"-6419,10 0-821,-8-1-128,1 0-1,-1 1 1,0 1 0,0 0 0,0 0 0,0 1 0,0 0 0,0 0 0,0 1 0,17 7-1,-18-4-48,31 21 311,-37-25-369,0 0-1,0 0 0,0 1 0,0-1 1,-1 1-1,1-1 0,-1 1 0,1-1 1,-1 1-1,0 0 0,0 0 0,0 0 1,1 5-1,-2-2 12,0-1-1,0 1 1,0-1-1,0 1 1,-1-1 0,0 1-1,0-1 1,-1 1 0,1-1-1,-1 0 1,0 0 0,-1 0-1,1 0 1,-1 0 0,-6 8-1,-4 4 46,-2-1 0,-28 27 0,-4 3 5,45-44-83,-3 3 3,1-1-1,0 1 1,0 0-1,1 0 1,0 0-1,-1 0 1,2 1 0,-1-1-1,1 1 1,-3 7-1,5-13-4,0 1 0,0-1 1,0 0-1,1 1 0,-1-1 0,0 1 0,0-1 1,0 0-1,1 1 0,-1-1 0,0 0 0,0 1 1,1-1-1,-1 0 0,0 1 0,0-1 0,1 0 1,-1 0-1,0 1 0,1-1 0,-1 0 0,1 0 1,-1 0-1,0 1 0,1-1 0,-1 0 1,0 0-1,1 0 0,-1 0 0,1 0 0,-1 0 1,1 0-1,-1 0 0,0 0 0,1 0 0,-1 0 1,1 0-1,-1 0 0,0 0 0,1 0 0,-1 0 1,1-1-1,0 1 0,1 0 24,4 0-12,23 0 40,0-1 0,-1-1 0,32-6 0,-26 3-832,-28 5 375,-1-1 0,1 1 1,0-1-1,-1 0 0,1 0 0,-1-1 0,0 1 0,1-1 0,-1 0 0,0-1 1,0 1-1,0-1 0,5-4 0,-3-2-5217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03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0 6195,'0'0'4410,"0"5"-4180,0 0 0,-1-1 0,0 0 1,0 1-1,0-1 0,-4 8 0,-201 529 3441,196-511-3536,1 0 0,1 0-1,2 1 1,0-1 0,0 43 0,6-73-135,-1 1 1,1-1 0,0 1 0,0-1-1,0 0 1,0 1 0,0-1 0,0 1-1,0-1 1,0 0 0,0 1 0,0-1-1,0 1 1,0-1 0,0 0 0,0 1-1,1-1 1,-1 1 0,0-1 0,0 0-1,0 1 1,1-1 0,-1 0 0,0 1-1,0-1 1,1 0 0,-1 1 0,0-1-1,1 0 1,-1 0 0,0 1 0,1-1-1,-1 0 1,0 0 0,1 0 0,-1 1-1,1-1 1,-1 0 0,0 0 0,1 0-1,-1 0 1,1 0 0,-1 0 0,0 0-1,1 0 1,-1 0 0,1 0 0,-1 0-1,0 0 1,1 0 0,-1 0 0,1 0-1,-1-1 1,0 1 0,1 0 0,0 0-1,21-18-74,-10 4-707,-1 0 0,0-1 1,-1-1-1,-1 0 0,0 0 0,-2-1 1,10-29-1,1-14-4195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04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5891,'0'0'4178,"15"-4"-3621,50-10 57,-63 13-550,0 1-1,0 0 1,0 0 0,0-1 0,0 1 0,0 0 0,0 0-1,-1 1 1,1-1 0,0 0 0,0 1 0,0-1 0,0 1-1,-1-1 1,1 1 0,0 0 0,0 0 0,-1 0 0,1 0-1,-1 0 1,1 0 0,-1 0 0,2 2 0,0 1 42,0-1 1,-1 1 0,0 0-1,0 0 1,0 0-1,0 0 1,0 5 0,2 1 122,10 31 566,-1 0 0,-2 1 0,6 56-1,-4-27-190,-7-35-282,67 325 1405,-75-358-2710,-5-5 433,-9-8-595,-21-20-1862,-11-6-1902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04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9380,'0'0'8404,"188"-3"-7411,-122 3-753,-2-6-240,-11 6-304,-3 0-977,-16 0-1664,-17 0-3810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04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1 121 8292,'0'0'7131,"9"6"-6144,-2-3-807,-4-2-121,-1 0-1,1 0 1,-1 1 0,1-1 0,-1 0-1,0 1 1,1 0 0,-1 0 0,0-1 0,0 1-1,0 1 1,0-1 0,-1 0 0,1 0-1,0 1 1,-1-1 0,0 1 0,1-1-1,-1 1 1,0-1 0,0 1 0,-1 0-1,1 2 1,0 13 694,-1-12-555,0 0 1,0 0 0,1 0-1,-1 0 1,2 0-1,-1 0 1,0 0-1,5 9 1,-6-15-188,0 1-1,1-1 1,0 1-1,-1 0 1,1-1-1,-1 1 1,1-1-1,0 1 1,-1-1-1,1 1 1,0-1-1,-1 0 1,1 1-1,0-1 1,0 0 0,-1 0-1,1 1 1,0-1-1,0 0 1,0 0-1,-1 0 1,1 0-1,0 0 1,0 0-1,0 0 1,0 0-1,-1 0 1,1-1-1,0 1 1,0 0-1,1-1-2,0 1-1,-1-1 0,1 0 0,0 0 0,-1 1 0,1-1 1,-1 0-1,1 0 0,-1-1 0,0 1 0,1 0 1,-1 0-1,2-3 0,1-4-101,0 1 0,-1 0 0,0-1 0,-1 0 0,1 0 0,-2 0 0,3-13 0,0-62-1286,-5 81 1389,1 1-1,0-1 0,0 1 0,-1-1 1,1 1-1,-1 0 0,1-1 0,-1 1 1,0 0-1,1-1 0,-1 1 0,0 0 1,0 0-1,0 0 0,0 0 0,0 0 1,0 0-1,0 0 0,0 0 0,0 0 1,-1 0-1,1 1 0,0-1 0,-1 0 1,1 1-1,0-1 0,-1 1 0,1-1 1,-3 1-1,1-1-175,0 0-1,0-1 1,0 1 0,0 0 0,0-1 0,0 0 0,1 0-1,-4-2 1,5 3-172,0-1-1,0 1 1,0-1 0,0 1-1,0-1 1,0 1-1,0-1 1,1 0 0,-1 1-1,1-1 1,-1 0-1,0-2 1,0-20-6904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05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7812,'0'0'4594,"234"27"-3698,-160-18-512,-11 3-384,-6 0-288,-17 0-2305,-13-3-3698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05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6707,'0'0'7075,"190"-12"-6931,-120 18-80,0 0 32,-9 9-96,-11-9 0,-14-6-96,-12 0-336,-11 0-1617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06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6451,'0'0'2737,"0"193"-1184,0-97 256,0-6-321,4-15-783,12-20-433,1-22-272,3-18 0,3-15-96,4-15-1345,0-34-3185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07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5 3970,'0'0'5858,"0"0"-5841,0 0 0,1 0-1,-1 0 1,0 0-1,0 0 1,0 0 0,0 0-1,0 0 1,0-1-1,0 1 1,0 0 0,0 0-1,0 0 1,0 0-1,0 0 1,0 0-1,0 0 1,0 0 0,0-1-1,0 1 1,0 0-1,0 0 1,0 0 0,0 0-1,0 0 1,0 0-1,0 0 1,0-1-1,0 1 1,0 0 0,0 0-1,0 0 1,0 0-1,0 0 1,0 0 0,0 0-1,0 0 1,-1-1-1,1 1 1,0 0 0,0 0-1,0 0 1,0 0-1,0 0 1,0 0-1,0 0 1,0 0 0,-1 0-1,1 0 1,0 0-1,0 0 1,0 0 0,0 0-1,0 0 1,0 0-1,0 0 1,-1 0-1,1 0 1,0 0 0,-5 4 1,0 0 1,0 0 0,1 1 0,-1 0 0,1 0 0,0 0 0,-4 8-1,-24 47 123,15-26-22,-225 444 2235,217-428-2330,21-42-2,1-3 11,1 0-1,-1 0 1,1 0-1,0 0 0,1 1 1,-1-1-1,1 1 1,0-1-1,-1 8 0,7-22-120,44-61-1846,1-6-3330,-13 21-1344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07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4274,'0'0'5269,"5"11"-4317,9 27 536,14 63-1,17 204 1874,-30-178-2205,35 139-1,-48-255-1091,1-1 0,0 0 0,1 0 0,0 0 0,0 0 0,1 0 0,10 14 0,-15-24-66,0 0-1,0 0 1,0 0-1,0 0 0,0 0 1,0 0-1,0-1 1,0 1-1,1 0 1,-1 0-1,0 0 1,0 0-1,0 0 0,0 0 1,0 0-1,0 0 1,0 0-1,0 0 1,0 0-1,0 0 0,0 0 1,0 0-1,0 0 1,0 0-1,0 0 1,0 0-1,0 0 0,1 0 1,-1 0-1,0 0 1,0 0-1,0 0 1,0 0-1,0 0 0,0 0 1,0 0-1,0 0 1,0 0-1,0 0 1,0 0-1,0 0 0,0 0 1,0 0-1,1 0 1,-1 0-1,0 0 1,0 0-1,0 0 0,0 0 1,0 0-1,0 0 1,0 0-1,0 0 1,0 0-1,0 0 1,0 0-1,0 1 0,0-1 1,0 0-1,0 0 1,0 0-1,0 0 1,0 0-1,0 0 0,0 0 1,1-9-716,-1 8 693,0-4-294,0-5-584,0 0-1,0 1 1,0-1 0,-2 0-1,1 0 1,-1 1 0,0-1-1,-1 1 1,0-1 0,-7-11 0,-21-25-6624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07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8772,'0'0'6835,"220"-6"-6195,-133-12-640,-10 9 0,-10 3-1488,-10 6-2882,-17 0-2305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08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24 4946,'0'0'9834,"15"-4"-8892,48-12-251,-61 15-633,0 1-1,0-1 1,0 1 0,0-1 0,0 1 0,0 0 0,1 0-1,-1 0 1,0 0 0,0 0 0,0 0 0,0 1-1,3 0 1,-5-1-30,1 1 0,-1-1 0,0 1 0,1-1 1,-1 1-1,1 0 0,-1-1 0,0 1 0,0-1 0,1 1 0,-1 0 0,0 0 0,0-1 0,0 1 0,0 0 0,0-1 0,0 1 0,0 0 0,0-1 0,0 1 0,0 0 0,-1 0 0,1 7 47,0-1 58,-1-1 1,1 1 0,-2 0 0,1 0 0,-1 0 0,0-1 0,0 1 0,-1-1 0,0 0 0,0 0 0,-7 11 0,-3 1 73,-1-1 0,-22 21 0,11-11-42,-8 7-13,7-7-57,1 1 0,-22 32 0,45-58-93,1 0 0,-1 0 0,1 0 0,-1 0 0,1 0-1,0 1 1,0-1 0,0 0 0,0 1 0,0-1 0,1 1-1,-2 4 1,2-7-1,0 0 0,0 0-1,0 1 1,0-1 0,0 0-1,0 0 1,0 0 0,0 0-1,1 0 1,-1 0 0,0 1-1,0-1 1,0 0 0,0 0-1,0 0 1,0 0 0,0 0-1,0 0 1,0 0 0,0 0-1,1 0 1,-1 0 0,0 1-1,0-1 1,0 0 0,0 0-1,0 0 1,0 0 0,0 0-1,1 0 1,-1 0 0,0 0-1,0 0 1,0 0 0,0 0-1,0 0 1,0 0 0,1 0-1,-1 0 1,0 0 0,0 0-1,0 0 1,0 0 0,0 0-1,0 0 1,1 0 0,-1-1-1,0 1 1,0 0-1,0 0 1,0 0 0,17 0-33,1 0 1,-1-1-1,0-1 0,0-1 1,0 0-1,19-7 0,173-59-3903,-180 58 798,-13 2-2060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08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9188,'0'0'4146,"177"0"-2993,-107 0-993,-3 6-160,-7 0-833,-10-3-4257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08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6 7235,'0'0'5766,"0"-5"-5135,0 5-619,0 0-1,0 0 0,0 0 0,0 0 1,0 0-1,0 0 0,0 0 0,0 0 1,0 0-1,0 0 0,-1 0 1,1 0-1,0 0 0,0 0 0,0 0 1,0 0-1,0 0 0,0 0 0,0 0 1,0 0-1,0 0 0,0 0 1,0 0-1,0 0 0,0 0 0,0 0 1,0 0-1,0 0 0,0 0 1,0 0-1,0-1 0,-70 171 984,1 6 213,-33 92-276,97-254-902,1 1 0,1 0 1,0 0-1,1 0 0,0 20 0,2-35-30,0 0 2,0 0-1,0 0 1,0 1-1,0-1 1,0 0-1,0 0 1,0 1-1,0-1 1,0 0-1,0 0 1,0 1 0,0-1-1,0 0 1,0 0-1,0 1 1,0-1-1,0 0 1,0 0-1,0 1 1,1-1-1,-1 0 1,0 0-1,0 0 1,0 1-1,0-1 1,0 0-1,1 0 1,-1 0-1,0 0 1,0 1-1,0-1 1,1 0 0,-1 0-1,0 0 1,2 0 2,-1 1 0,0-1 0,0 0 0,0 0 0,1 0 0,-1-1 0,0 1 0,0 0 0,0 0 0,0-1 0,0 1 1,1 0-1,-1-1 0,0 1 0,0-1 0,0 0 0,0 1 0,0-1 0,0 0 0,0 0 0,-1 1 0,2-2 0,19-24-132,-7 2-939,-1-1 0,-1-1 1,-1 0-1,-1-1 0,-1 1 0,6-37 1,-2 0-2536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09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5122,'0'0'8113,"6"-13"-7246,20-37-328,-26 49-512,0 0-1,1 0 0,-1 0 0,1 1 0,-1-1 0,1 0 0,-1 0 0,1 1 1,-1-1-1,1 0 0,0 1 0,-1-1 0,1 0 0,0 1 0,-1-1 1,1 1-1,0-1 0,0 1 0,0 0 0,0-1 0,-1 1 0,1 0 1,0 0-1,0-1 0,0 1 0,0 0 0,0 0 0,0 0 0,0 0 1,0 0-1,-1 0 0,1 0 0,0 1 0,0-1 0,1 0 0,4 1 173,-5-1-176,1 1 1,-1-1 0,1 0 0,-1 0 0,1 1 0,-1-1 0,0 1-1,1-1 1,-1 1 0,0 0 0,1-1 0,-1 1 0,0 0 0,0 0-1,1 0 1,-1 0 0,0 0 0,0 0 0,0 0 0,0 0 0,0 1-1,-1-1 1,1 0 0,1 3 0,1 4 78,0 0 0,0 0 1,2 13-1,-1-3 109,76 317 2260,-24-93-964,-43-190-1222,24 62 1,-33-98-294,-4-15-102,0-3-482,0-3 189,-1 0 1,0 0-1,0 0 0,0 0 0,-1 0 0,0 0 1,1 0-1,-5-6 0,-22-36-2858,23 39 2389,-34-46-6347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09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8996,'0'0'8980,"227"0"-8788,-167 0-192,-6 0-240,-14 0-1248,-10 0-2770,-17 0-4306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09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31 7139,'0'0'9511,"-16"23"-8003,-48 75-190,60-91-1103,0 0 0,1 0 0,-1 1 1,-4 14-1,7-17-44,1-1-1,-1 1 1,1-1 0,0 1 0,1 6-1,-1 7 400,1-17-547,-1 0 0,0 1 0,1-1 0,-1 0 0,1 0 0,-1 0 0,1 0 0,-1 0 0,1 1-1,0-1 1,-1 0 0,1 0 0,0 0 0,0-1 0,0 1 0,0 0 0,0 0 0,0 0 0,0-1 0,0 1 0,0 0 0,0-1 0,0 1-1,1-1 1,-1 0 0,0 1 0,0-1 0,1 0 0,-1 0 0,0 1 0,0-1 0,1 0 0,-1 0 0,2-1 0,3 1-8,0 0 0,0 0-1,-1-1 1,1 0 0,0 0 0,10-3 0,-8 0-219,1-1 0,-1 0 0,0 0 0,-1-1 0,1 0 0,-1 0 0,0 0 0,0-1 0,-1-1 0,0 1 0,-1-1 0,1 0 0,-1 0 0,-1 0 0,1-1 0,-2 1 0,1-1 0,-1 0 0,0 0 0,-1-1-1,0 1 1,1-17 0,-2 15-145,-2-11-113,1 21 457,0 1 0,0-1 1,-1 1-1,1-1 0,0 1 1,-1-1-1,1 1 0,0-1 1,-1 1-1,1-1 1,0 1-1,-1-1 0,1 1 1,-1 0-1,1-1 0,-1 1 1,1 0-1,-1-1 0,1 1 1,-1 0-1,1 0 0,-1-1 1,0 1-1,1 0 0,-1 0 1,1 0-1,-1 0 1,1 0-1,-1 0 0,0 0 1,0 0-1,-74 0 66,86-11-4225,18-20-1962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10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10725,'0'0'5602,"223"90"-4657,-176-24-513,-3 21-80,-14 18 112,-13 10 289,-17 14-145,-4 12-128,-53-5-384,-16-7-64,-4-18-32,10-23-1312,7-31-1522,7-27-2592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11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8132,'0'0'6693,"24"0"-6236,166 0-239,-106-1-91,-28-1-105,107 10 0,-139-7-1251,-17-1-2616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12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3265,'0'0'5907,"0"202"-3618,0-103-720,-4 0-993,-13-6-256,7-17-288,7-16-32,3-21-1184,0-27-4755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37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5939,'0'0'8430,"0"-2"-8056,0-8 87,0 7 1639,4 3-1865,233 0 649,-75 0-3433,-173 0-5591,-20 0 3431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37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4194,'0'0'5763,"207"-12"-4755,-164 24-672,-2-6-272,-5 3-64,1-3-64,-7-6-2225,4 0-3618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37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0 5795,'0'0'4247,"0"2"-3959,0 10-73,-1 0 0,1 0 0,-2-1 0,0 1-1,0 0 1,-1-1 0,0 0 0,-1 1 0,0-1 0,-8 13 0,-105 187 1749,58-110-1232,-54 130 0,108-220-699,0-1 0,2 1-1,-1 1 1,1-1 0,1 0 0,-2 23-1,4-31 35,4-5 80,3-2-324,-1 0 1,0 0-1,0 0 1,0-1-1,-1 0 1,1 0-1,-1-1 1,-1 0-1,1 0 1,6-11-1,-1-1-1209,0 0 0,-1 0 0,6-20 0,0-21-2619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38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5795,'0'0'6421,"8"6"-5674,-3-2-609,1 1-1,-1-1 1,0 2-1,0-1 1,-1 0-1,1 1 1,-1 0-1,-1 0 1,1 0-1,2 8 1,90 254 3122,-31-79-1742,-28-92-943,85 258 459,-121-345-1384,-7-10-874,-12-14-1246,13 10 2347,-37-32-3404,-7-6-1702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38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8212,'0'0'7923,"210"-39"-7731,-120 30-192,-6 9-16,-7 0-1296,-17 0-3170,-13 0-4850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39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3858,'0'0'3375,"12"-10"-2730,34-30 593,-31 29 783,-14 13-1422,-2 0 882,0 118 1727,4 157 592,-2-263-3727,0-1 0,0 0 1,1 1-1,1-1 0,1 0 0,0 0 0,0-1 0,1 1 0,10 16 0,-14-27-114,0 0-1,0 0 0,1-1 1,-1 1-1,0-1 0,1 1 1,-1-1-1,1 0 0,0 1 1,0-1-1,-1 0 0,1 0 1,0 0-1,0 0 0,0-1 1,0 1-1,0 0 0,0-1 1,0 0-1,0 1 0,0-1 1,0 0-1,0 0 0,0 0 1,4-1-1,-6 1-41,1 0-1,-1 0 0,1 0 1,-1 0-1,1 0 1,-1 0-1,1 0 1,-1 0-1,1-1 1,-1 1-1,1 0 1,-1 0-1,1-1 1,-1 1-1,0 0 1,1-1-1,-1 1 1,1 0-1,-1-1 0,0 1 1,1-1-1,-1 1 1,0-1-1,0 1 1,1-1-1,-1 1 1,0-1-1,0 0 1,5-37-4066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39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7555,'0'0'5603,"204"-6"-4466,-118-3-593,11 3-480,0-6-64,-16-6-560,-21 3-2818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40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22 3698,'0'0'4746,"-13"-1"1286,12 0-6015,0-1 0,-1 1 0,1-1 0,0 1 0,-1-1 0,1 1 0,-1 0 0,1 0 0,-1 0 0,0 0 0,1 0 0,-1 0 0,0 0 0,0 0-1,0 1 1,0-1 0,1 1 0,-1-1 0,0 1 0,0 0 0,0 0 0,0 0 0,0 0 0,-3 0 0,-8 0-12,6 0 22,1 0 1,0 0 0,0 0-1,0 1 1,-7 2-1,10-2-14,1 0 0,-1 0 1,1 0-1,-1 0 0,1 1 0,0-1 0,0 1 0,-1-1 0,1 1 0,0 0 0,1 0 0,-1 0 0,0 0 0,0 1 0,-1 2 0,-10 18 133,2 1 0,1 0 0,0 0 1,2 1-1,1 1 0,1-1 0,-5 44 0,1 186 1735,10-238-1751,-1 15 99,1 11 109,1 1 0,2-1 0,8 44 0,-8-74-296,0 0 0,1 0-1,0-1 1,1 0 0,0 1-1,1-2 1,1 1 0,0-1-1,0 0 1,1 0 0,0-1-1,1 0 1,0 0 0,16 11-1,-19-16-44,1-1 0,0 0 0,0-1 0,0 0 0,1 0 0,-1 0-1,1-1 1,0 0 0,-1-1 0,1 0 0,0 0 0,0 0 0,0-1 0,0 0-1,0-1 1,11-2 0,-15 3-165,-1-1 0,0 1 0,1-1 0,-1 0 0,1 0 0,-1-1 0,0 1-1,0-1 1,0 1 0,0-1 0,0 0 0,0 0 0,0-1 0,-1 1 0,1 0 0,-1-1 0,0 0 0,1 1 0,-1-1 0,0 0-1,-1 0 1,1 0 0,0 0 0,1-5 0,15-44-5437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40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6 6259,'0'0'7064,"8"-5"-6490,-6 17-267,-3 3 16,0-1 1,-1 1-1,0-1 0,-1 0 1,-8 20-1,-32 71 952,31-79-1022,-7 16 234,-81 204 1392,89-212-1784,1 1-1,2 0 0,1 1 0,2 0 1,-1 48-1,6-84-94,1 1 0,-1-1 0,0 0 0,0 1 0,0-1 0,1 0-1,-1 1 1,0-1 0,1 0 0,-1 1 0,0-1 0,1 0 0,-1 0 0,0 1 0,1-1 0,-1 0-1,0 0 1,1 1 0,-1-1 0,1 0 0,-1 0 0,0 0 0,1 0 0,-1 0 0,1 0 0,-1 0-1,0 0 1,1 0 0,-1 0 0,1 0 0,-1 0 0,1 0 0,-1 0 0,0 0 0,1 0 0,-1 0-1,1-1 1,-1 1 0,0 0 0,1 0 0,-1 0 0,0-1 0,1 1 0,0-1 0,20-11-199,-13 4-121,-1 0-1,0-1 0,-1 0 0,0 0 0,0 0 0,-1-1 0,0 0 1,6-19-1,23-91-3697,-33 117 3904,28-142-5910,-18 77 2524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41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2177,'0'0'9199,"0"-12"-7812,0-37-338,3 104 2470,7 52-2574,-3-39-282,-3-25-293,20 178 1085,-16-174-1217,2 1-1,25 71 1,-34-116-230,19 44 78,-18-43-83,0-1 1,0 1 0,0-1 0,0 0 0,1 1 0,-1-1-1,1 0 1,0 0 0,0-1 0,3 3 0,-5-4-3,-1-1 0,1 0 0,-1 1 0,0-1 0,1 0 0,-1 0 1,1 0-1,-1 1 0,1-1 0,-1 0 0,0 0 0,1 0 0,-1 0 0,1 0 1,-1 0-1,1 0 0,-1 0 0,1 0 0,-1 0 0,1 0 0,-1 0 1,1 0-1,-1 0 0,1-1 0,-1 1 0,0 0 0,1 0 0,-1 0 0,1-1 1,7-15-271,-5-6-979,0-1 1,-1 0-1,-1 0 1,-4-38 0,2 43 267,-4-53-3961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41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5170,'0'0'9989,"117"49"-9925,-50-49-64,-10 0-768,-14-15-4947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41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7668,'0'0'6117,"28"26"-5650,84 85 162,-110-109-588,0 0 0,1 1-1,-1-1 1,0 1-1,0-1 1,-1 1-1,1 0 1,-1 0 0,1 0-1,-1 0 1,0 0-1,0 0 1,0 0-1,0 0 1,-1 0 0,1 1-1,-1 4 1,0-6 6,-1 0-1,0 1 1,0-1 0,0 0 0,0 0 0,0 0 0,-1 0 0,1 0 0,-1 0 0,1-1-1,-1 1 1,0 0 0,1-1 0,-3 2 0,-2 2 83,-18 16 359,-28 18-1,29-23-25,-40 37-1,61-51-419,0 1-1,0-1 1,0 1 0,1-1-1,-1 1 1,0-1 0,1 1-1,0 0 1,0 0-1,-1 0 1,0 5 0,2-7-31,0 0 1,0 0 0,0 0-1,0 0 1,0 0-1,0-1 1,1 1 0,-1 0-1,0 0 1,0 0-1,1 0 1,-1 0 0,1 0-1,-1-1 1,0 1-1,1 0 1,0 0 0,-1-1-1,1 1 1,-1 0-1,1-1 1,0 1 0,-1 0-1,1-1 1,0 1 0,0-1-1,0 1 1,-1-1-1,1 0 1,0 1 0,0-1-1,0 0 1,0 0-1,0 1 1,0-1 0,0 0-1,-1 0 1,1 0-1,0 0 1,0 0 0,0 0-1,1-1 1,172 1 236,-155-2-1009,0 0-1,-1-1 0,1-1 0,-1-1 0,0-1 0,0 0 0,24-13 1,-14 4-4448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42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7700,'0'0'3537,"184"0"-3345,-117 0-192,-10 0-768,-14 0-2434,-19 0-1232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42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4498,'0'0'8452,"20"189"-6723,-17-129-177,-3 1-479,4-1-209,-1-12-399,0-9-177,4-12-192,-4-15-96,1-12 0,-1 0-400,0-6-1457,1-39-3170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43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765 130 4306,'0'0'5669,"-28"-17"-4895,-91-55 32,109 66-583,-1 0 0,0 1 0,-17-6 0,23 10-140,1 0 0,-1 0 1,1 1-1,-1 0 1,-7 0-1,-13-1 155,-3-2 41,-61-2 807,80 5-969,1 0-1,-1 1 0,1 0 1,-1 1-1,1 0 1,0 0-1,-16 7 1,-1 5 48,1 1 1,1 1 0,1 1 0,0 1-1,1 1 1,1 1 0,-26 35 0,35-41-63,1 1-1,0 0 1,1 1 0,1 0 0,1 1 0,0-1-1,1 1 1,1 1 0,0-1 0,-2 26 0,2-1 259,2 1 0,2-1 0,5 54 1,-3-86-299,1 0 0,0 0 0,0-1 0,1 1 0,0-1 0,0 1 0,1-1 0,1 0 0,-1 0 0,7 8 0,-2-6 11,0 1 0,0-2 0,1 1 0,1-1 0,-1-1 0,19 13 0,-12-11-18,1-1 1,0-1 0,0 0-1,1-2 1,-1 0-1,2 0 1,-1-2-1,1-1 1,0 0-1,21 0 1,-39-4-56,18 2 25,40-4 1,-53 1-31,-1 0 0,0 0 0,1-1 1,-1 0-1,0 0 0,0-1 0,0 1 1,0-1-1,10-8 0,-1-1-153,0-1-1,-1 0 1,0-1 0,-2 0 0,1-2-1,-2 1 1,0-1 0,-1-1-1,-1 0 1,0 0 0,11-33-1,-10 16 34,-1 1 0,-1-1 0,-2 0 0,-2-1 0,1-60 0,-4 50 123,0 18-4,-1-1 0,-6-43 0,5 64 1,0 0 0,-1 0 1,0 0-1,0 0 0,0 1 0,-1-1 0,0 1 1,-1 0-1,1-1 0,-1 2 0,0-1 1,-1 0-1,1 1 0,-1 0 0,-6-5 1,0 2-235,0 0 0,0 1 0,0 0 0,-1 1 0,-1 0 0,1 1 1,-1 1-1,-22-6 0,30 9-2017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43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6 6019,'0'0'6848,"-3"-1"-6306,1 0-474,1 1-40,0-1-1,1 1 0,-1 0 0,0-1 1,0 1-1,0 0 0,0-1 1,0 1-1,0 0 0,0 0 0,0 0 1,0 0-1,0 0 0,0 0 1,0 0-1,0 0 0,0 1 0,0-1 1,0 0-1,0 0 0,1 1 1,-1-1-1,0 1 0,0-1 1,0 1-1,0-1 0,1 1 0,-1-1 1,0 1-1,0 0 0,0 1 1,-17 23 304,2 1 1,1 1 0,-14 34 0,7-16 176,-12 24 506,-32 98 0,55-134-785,2 2-1,1-1 1,2 1-1,2 0 1,-1 45-1,5-41-236,0-29-481,0-28-791,0-67-5836,0 32-873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43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0 864,'0'0'10797,"21"1"-10106,7-1-383,29 6 1,-55-6-267,1 0 0,-1 1-1,0 0 1,0-1 0,0 1 0,0 0 0,0 0 0,0 0 0,0 0 0,0 0 0,0 1 0,0-1 0,-1 1 0,1-1 0,0 1 0,-1-1 0,0 1 0,1 0 0,-1 0 0,0 0 0,0 0 0,0 0 0,0 0 0,0 0 0,0 0-1,-1 0 1,1 0 0,0 1 0,-1 2 0,2 4 143,13 46 1379,9 85 0,-5 61 603,-6-62-1203,-11-111-819,1 6 9,1-1 0,2 0-1,15 52 1,-61-176-8648,11 42 1560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44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10981,'0'0'3474,"214"0"-2658,-117 0 272,-7 0-1088,-16 0-576,-17 0-2433,-27 0-5075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44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6915,'0'0'9282,"0"18"-7978,0 62-12,0-72-1018,1 0 1,0 0 0,0 0-1,4 15 1,-4-20-204,1 0 1,-1 0 0,0 0-1,1 0 1,-1 0-1,1 0 1,0-1 0,0 1-1,0 0 1,4 2 0,-3-3-47,1 0 1,0 1 0,0-1 0,0-1 0,0 1 0,0-1 0,0 1 0,0-1 0,0 0 0,1-1-1,-1 1 1,0-1 0,1 0 0,-1 0 0,0 0 0,8-2 0,-8 2-120,0-1 0,-1 0 0,1-1 0,-1 1 0,1-1 1,-1 1-1,1-1 0,-1 0 0,0 0 0,0 0 0,0-1 0,0 1 1,0-1-1,0 0 0,-1 1 0,1-1 0,-1 0 0,0-1 0,0 1 1,0 0-1,0-1 0,-1 1 0,1-1 0,-1 1 0,1-6 0,2-5-710,0-1-1,-2 1 0,1-1 0,-2 0 0,0-18 0,-1 30 798,0 0 0,0 0 0,0 0 1,-1 0-1,1 0 0,-1 0 0,0 0 0,0 0 1,0 0-1,0 0 0,-1 0 0,1 0 1,-1 0-1,0 1 0,1-1 0,-1 1 0,0 0 1,-1-1-1,1 1 0,0 0 0,-1 0 0,1 0 1,-1 0-1,1 1 0,-1-1 0,0 1 0,0 0 1,0 0-1,-5-2 0,-2 0-21,0 1 0,0 0 1,0 1-1,-12-1 0,-18 2-2905,38 0 2578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44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10837,'0'0'3076,"31"29"-1739,-31-29-1337,131 131 1029,-117-115-980,-1 1 0,-1 0 0,-1 0 0,0 1-1,-1 0 1,-1 1 0,-1 0 0,8 28 0,-9-27-27,6 22 194,-1 2 0,-3-1 0,-2 1 0,-1 0 0,-1 87 1,-5-105-98,-1 0 1,-1 0 0,-2-1-1,0 1 1,-2-1 0,0 0 0,-19 46-1,8-34-82,-1-1 0,-1-1 0,-2-1 0,-46 58-1,63-87-95,0 0 0,0 0 1,-1-1-1,0 1 0,0-1 0,0 0 0,0-1 0,0 1 0,-1-1 0,0 0 0,-9 3 0,9-4-1034,1-1 0,-1 0 1,0 0-1,-9 0 1,-3-1-8331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45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9652,'0'0'1905,"234"-12"-1360,-140 12-545,2 0-113,-15 0-831,-18 0-96,-16 0-449,-17-9 32,-17 3-47,-6-12 31,-7 3-816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45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6211,'0'0'2641,"0"174"-496,0-87-64,0 12-944,17 4-481,0-10-304,3-21-240,7-12-112,3-24 0,-4-18-688,4-18-1889,-6-6-4499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0 4178,'0'0'3892,"-8"21"-3574,-1 6-161,1-2 132,-2 0 0,-1-1 0,-13 24-1,-26 38 1281,-47 91 385,83-146-1741,1 1-1,1 0 1,-14 60-1,24-76-201,0-1 0,1 32 0,1-37-47,0-8-302,2-6-1004,10-23-1201,7-23-1797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47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7203,'0'0'3778,"22"36"-3311,70 124 493,-82-141-615,-1 0-1,-1 1 1,-1 0-1,0 0 0,6 40 1,-4-15 246,43 160 1675,22 94-1382,-70-274-918,-4-24-233,0-5-827,-2-3 416,0 0 0,0-1 1,-1 2-1,0-1 0,0 0 0,0 0 0,-7-7 1,6 7-40,-31-51-6315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47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13286,'0'0'1761,"211"21"-368,-124-21-801,-4 6-592,-13-6-1057,-16 0-1936,-14 0-3618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48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1 4882,'0'0'4709,"6"0"790,32 0-5337,-36 0-158,3 0 81,-1 0 1,1 0-1,0 0 0,-1 1 0,1-1 0,0 1 1,6 3-1,-9-3-43,-1 0 0,1 0 0,-1 0 0,1 0 0,-1 0 0,0 0 0,1 1 0,-1-1 0,0 1 0,0-1 0,0 1 0,0-1 0,0 1 0,0 0 0,-1-1 0,1 1 0,-1 0 0,1 0 0,-1-1 0,1 1 0,-1 0 0,0 0 0,0 2 0,1 2 40,0 0-1,0 1 0,-1-1 0,0 0 0,0 0 0,-1 0 0,1 0 0,-1 0 1,-1 0-1,1 0 0,-1 0 0,0 0 0,0 0 0,-1-1 0,0 1 0,0-1 1,0 0-1,-1 0 0,1 0 0,-1 0 0,-6 5 0,-48 42 333,37-34-336,-24 25 1,43-42-101,1 0-1,0 0 0,0 1 1,0-1-1,0 0 1,0 1-1,0-1 1,0 1-1,0-1 1,0 1-1,1-1 0,-1 1 1,1 0-1,-1-1 1,1 1-1,0 0 1,-1-1-1,1 1 0,0 0 1,0-1-1,0 1 1,0 0-1,1-1 1,-1 1-1,0 0 1,1-1-1,-1 1 0,1 0 1,0-1-1,-1 1 1,1-1-1,0 1 1,0-1-1,0 1 0,1 1 1,4 3-135,1 0-1,0-1 1,-1 0 0,2 0-1,12 7 1,3 2 251,-13-7-85,0 1 0,-1 0 0,0 0 0,0 1-1,-1 0 1,0 1 0,-1 0 0,0 0 0,6 12 0,-9-13 107,0 1 0,0 0 0,-1 0 1,0 0-1,-1 0 0,0 0 0,-1 0 1,0 1-1,-1-1 0,0 1 0,-1 10 0,1-18-62,-1 0 0,1 1 0,-1-1 0,0 0 0,0 1-1,0-1 1,-1 0 0,1 0 0,-1 0 0,1 0-1,-1 0 1,0-1 0,0 1 0,-1 0 0,-4 3 0,3-2-18,-2 0 0,1-1 0,0 0 0,-1 0 0,1 0 0,-1 0 1,0-1-1,-6 2 0,-8 0-27,-1 0 0,1-2 1,-1 0-1,-23-1 0,40-1-71,1 0 0,0 0-1,-1 0 1,1-1 0,0 1 0,-1-1 0,1 0 0,0 0 0,0 0-1,0-1 1,0 1 0,0-1 0,0 1 0,0-1 0,0 0-1,1 0 1,-5-4 0,3 1-374,0-1 1,0 0-1,1 1 0,-1-1 0,1-1 1,1 1-1,-4-12 0,-9-32-3598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48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10901,'0'0'2945,"248"-15"-2096,-128 15-849,0 0-192,-13 0-1697,-27-6-3906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48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2 4786,'0'0'5776,"0"-2"-5462,0 7-217,-1 0-22,1 1 0,-1 0 0,0-1 0,-1 1 0,1-1 0,-1 1 0,0-1 0,-5 10 0,-30 43 1044,16-26-512,14-21-451,-105 174 2301,94-150-2092,1 0-1,2 1 1,-17 59-1,29-81-311,0 1 0,0-1-1,1 1 1,1 0-1,0 0 1,3 26-1,-1-40-62,-1 0-1,0 0 0,0 0 0,1 0 1,-1 0-1,1 0 0,-1 0 0,1 0 1,-1 0-1,1 0 0,0 0 0,-1 0 1,1 0-1,0-1 0,0 1 0,0 0 1,-1-1-1,1 1 0,0 0 0,0-1 0,0 1 1,0-1-1,0 1 0,0-1 0,0 0 1,0 1-1,0-1 0,2 0 0,0 1-105,-1-1 0,1 0 0,-1 0 0,1 0 0,-1 0 0,1-1 0,-1 1 0,1-1 0,-1 0 0,0 1 0,1-1 0,-1 0 0,3-2 0,-2 1-216,1-1 1,-1 1 0,0-1 0,0 0 0,0 0 0,-1-1 0,5-6-1,18-35-4315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49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7267,'0'0'6886,"15"14"-6683,-6-6-175,-1-1 12,0 0-1,0 0 1,-1 1 0,0 0-1,0 1 1,-1-1 0,0 1 0,-1 0-1,0 1 1,0-1 0,-1 1-1,5 17 1,9 73 924,-5 0 0,0 133 0,0-7-377,-5-82-923,-13-148-910,-15-18-1627,-26-36-1,0-11-3230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49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2289,'0'0'10853,"213"0"-9204,-142 0-609,-11 0-1040,-3 3-480,-17 0-1617,-14-3-3714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50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 6707,'0'0'9663,"22"7"-9103,-8-2-489,0 0 0,0 1 0,-1 0 0,19 12 0,-30-16-42,0 0 0,0 0 0,-1-1 0,1 1-1,-1 0 1,1 0 0,-1 1 0,0-1 0,0 0-1,0 0 1,0 1 0,0-1 0,0 1 0,-1-1-1,1 0 1,-1 1 0,0-1 0,0 1 0,1-1 0,-2 1-1,1-1 1,0 1 0,0-1 0,-1 1 0,1-1-1,-1 1 1,-1 2 0,-3 7 160,1-2 0,-2 1 0,0-1 0,-8 13 0,13-22-161,-88 113 1530,0-2-235,85-106-1269,0-1 1,1 1-1,-1 0 0,1 0 1,0 0-1,1 0 0,0 1 1,-1-1-1,2 1 0,-1-1 0,1 1 1,0 0-1,0 12 0,1-17-49,0-1 1,1 1-1,-1 0 0,0-1 0,0 1 0,1 0 0,-1-1 0,1 1 0,-1-1 0,1 1 0,0-1 0,0 1 0,0-1 0,0 1 1,0-1-1,0 0 0,0 1 0,0-1 0,0 0 0,0 0 0,1 0 0,-1 0 0,1 0 0,-1 0 0,3 1 0,3 0-6,0 0 1,-1 0-1,1-1 0,0 0 0,9 0 0,-8 0 2,25 1-209,0 0 0,0-3 0,0 0 0,1-2 0,46-11-1,-64 10-455,1-1 0,0-1 0,-1 0-1,0-1 1,0-1 0,-1 0 0,0-1-1,-1-1 1,1-1 0,-2 0-1,0 0 1,14-16 0,16-28-6235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50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8244,'0'0'2497,"284"0"-2001,-147 0-384,0 0-112,-23 0-4370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50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22 5955,'0'0'5565,"4"-5"-5413,6-11-137,-25 30 15,-31 37 50,-8 20 763,3 1-1,3 3 1,-40 85-1,81-146-762,0 0 1,0 1 0,1-1-1,1 1 1,1 0-1,0 1 1,1-1-1,0 1 1,2-1-1,-1 27 1,2-41-84,0-1 0,0 1 0,0-1 0,0 0 0,0 1 0,0-1 0,0 1 0,0-1 0,1 0 0,-1 1 0,0-1 0,0 0 0,0 1 0,0-1 0,1 1 0,-1-1 0,0 0 0,0 1 0,1-1 0,-1 0 0,0 0 0,0 1 0,1-1 0,-1 0 0,0 0 0,1 1 0,-1-1 0,0 0 0,1 0 0,-1 0 0,1 0 0,-1 1 0,1-1 0,5 1-305,0-1 0,0 1 0,0-1 0,0 0 0,0 0 0,0-1 0,-1 0 0,1 0 0,0 0 0,0-1 0,0 0 0,-1 0 0,1 0 0,-1-1 0,0 0 0,0 0 0,0 0 0,0-1 0,0 1 0,-1-1-1,1 0 1,-1-1 0,0 1 0,-1-1 0,6-7 0,22-38-4481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51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6771,'0'0'1766,"8"27"-253,55 193 1835,-36-134-2530,48 162 853,-56-173-1316,12 103 0,-27-108-408,-23-68-678,14-3 429,1 1 1,-1-1-1,1 0 1,-1 0-1,1 0 1,-1-1-1,1 1 1,0-1-1,0 0 1,0 0-1,0-1 1,0 1-1,0-1 1,-5-5 0,-37-32-4715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51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11333,'0'0'2017,"217"0"-912,-127 0-481,-7 0-624,-16 0-1265,-13 0-4241</inkml:trace>
  <inkml:trace contextRef="#ctx0" brushRef="#br0" timeOffset="1">916 1 7732,'0'0'6499,"37"228"-5331,-34-152-288,1-10-63,2-6-225,4-18-384,0-9-144,0-15-64,4-18-32,-1 0-624,-3-6-1313,-3-39-1905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53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61 384,'0'0'9557,"187"0"-9990,-77 0 433,4-12-1408,-11-3 543,-13-3-207,-29 3-2306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53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0 5683,'0'0'1696,"-10"160"-415,0-58 272,-4-3-65,-6 9-383,4-8-705,6-13-272,6-18-96,4-18-32,0-24-32,0-18-1088,10-9-3314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53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22 6099,'0'0'6301,"5"-4"-5794,23-13 94,-28 22-289,-1 3-196,1 0 1,-2 0 0,1 0 0,-1 0-1,-1 0 1,1 0 0,-6 10-1,-33 59 623,13-29-386,-176 360 1109,194-388-1449,5-12-7,1 0-1,1 0 1,-1 0 0,1 0-1,1 1 1,-1 0-1,1-1 1,-1 18 0,3-25-102,7-13-892,17-30-192,5-10-2781,27-62 0,-32 45-1271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54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1 7043,'0'0'5653,"9"36"-4649,-1-5-759,8 32 573,15 124-1,72 439 1566,-101-617-2388,3 31-94,-7-42-459,-42-59-4244,-4-2-990</inkml:trace>
  <inkml:trace contextRef="#ctx0" brushRef="#br0" timeOffset="1">0 566 8036,'0'0'5874,"258"-9"-4529,-145-3-641,1-3-704,-7 3-112,-17 0-1937,-20-9-3393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54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34 584 4114,'0'0'7601,"0"-6"-3289,0 9-3321,0 0-880,0 0 0,0 0 0,0 0 0,0 0 0,1 0 0,-1 0 0,1 0 0,0 0-1,0 0 1,0 0 0,0 0 0,1 0 0,2 4 0,-1-4-74,-1-1 0,1 1 0,0-1 0,0 0 0,0 0 0,1 0 0,-1 0 0,0-1 0,1 1 0,0-1-1,-1 0 1,5 1 0,4 1-8,0 0-1,1-1 0,-1-1 0,1 0 0,-1 0 0,1-1 0,0-1 0,15-3 0,-18 3-50,-1-1 0,0-1-1,0 0 1,0 0-1,0-1 1,-1 0 0,0 0-1,1-1 1,-1 0-1,-1 0 1,11-10-1,-10 7-137,-1-1 0,0 1-1,0-1 1,-1-1 0,0 0-1,0 1 1,-1-2 0,-1 1-1,0 0 1,0-1 0,-1 0-1,0 0 1,-1 0 0,0 0-1,-1 0 1,0-1 0,-1 1-1,0 0 1,-2-16 0,0 20 168,1 0 0,-1 0 0,0-1 0,0 1 0,-1 0 0,0 1 0,0-1 0,-1 0 0,0 1 0,0 0 0,0 0 0,-1 0 0,0 1 0,0-1 0,-1 1 0,1 0 0,-1 0 0,0 1 0,-11-6 0,4 3 123,1 0 0,-1 1 1,0 1-1,0 0 0,-1 1 0,0 0 1,0 1-1,0 0 0,-21 0 0,-78 3 1739,113-1-1845,-1 1-1,1 0 0,-1 1 0,1-1 0,-1 0 0,1 0 0,-1 0 0,1 0 0,-1 0 1,1 0-1,-1 1 0,1-1 0,-1 0 0,1 0 0,-1 1 0,1-1 0,0 0 0,-1 1 1,1-1-1,-1 1 0,1-1-15,0 1 0,0-1 0,0 0 0,1 0 0,-1 1 0,0-1 0,0 0 0,0 1 0,0-1 0,1 0 0,-1 0 0,0 0 0,0 1 0,0-1 0,1 0 0,-1 0 0,0 0 0,0 1 0,1-1 0,-1 0 0,0 0 0,1 0 1,-1 0-1,0 0 0,0 0 0,1 0 0,-1 1 0,0-1 0,1 0 0,-1 0 0,0 0 0,1 0 0,-1 0 0,0-1 0,0 1 0,1 0 0,-1 0 0,0 0 0,1 0 0,-1 0 0,1 0 0,14 0 79,0 0-58,1 0-1,-1 0 1,1-1 0,0-1 0,-1-1-1,0 0 1,20-8 0,-24 7-120,-1-1 0,0-1 1,0 1-1,-1-2 0,0 1 1,15-15-1,-20 17-10,-1 1 0,0-1 0,0 0 0,0 0 0,0-1 0,-1 1 0,1 0 0,-1-1 0,0 0 0,-1 1 0,1-1 0,-1 0 0,0 0 0,0 0 0,0 0 0,-1 0 0,0-6 0,0 8 82,0 1 0,-1 0 0,1 0 0,-1 0 0,1 0 0,-1 0 0,0 0 0,0 0 0,0 0 0,0 1 0,-1-1 0,1 0 0,0 0 0,-1 1 0,1-1 0,-1 1 0,1-1 0,-1 1 0,0 0 0,0 0 1,1 0-1,-1 0 0,0 0 0,0 0 0,0 0 0,0 0 0,-2 0 0,-8-2-52,1 1 0,0 0 1,-21-1-1,27 2 68,-113 0 26,111 1-24,1 0 0,0 0 0,-1 1 0,1-1 0,0 2 1,0-1-1,0 1 0,0 0 0,0 0 0,0 0 0,0 1 1,0 0-1,1 0 0,-7 5 0,12-8-244,-3 3 617,10-2-3770,27-1-1776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55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0 5186,'0'0'6048,"-30"31"-5039,-97 103-51,109-113-691,1 0 0,0 1 1,2 1-1,-18 34 0,17-27-37,-61 119 654,65-124-787,2 0 0,1 1 0,1 0-1,-5 29 1,12-50-93,1-1 1,-1 0-1,1 0 0,0 1 0,0-1 0,0 0 0,2 8 0,-2-11-26,0-1 0,1 1 0,-1 0 0,1-1 0,-1 1 0,1 0 0,-1-1 0,1 1-1,-1 0 1,1-1 0,0 1 0,-1-1 0,1 1 0,0-1 0,-1 0 0,1 1 0,0-1 0,0 0 0,-1 1 0,1-1 0,0 0-1,0 0 1,-1 0 0,1 0 0,0 1 0,0-1 0,0 0 0,0-1 0,-1 1 0,1 0 0,0 0 0,0 0 0,0 0 0,-1-1-1,1 1 1,0 0 0,0 0 0,-1-1 0,1 1 0,1-2 0,1 1-106,0 0 0,0-1 0,0 0 1,0 0-1,0 0 0,-1 0 0,1-1 0,-1 1 0,1 0 0,-1-1 1,3-3-1,18-35-1780,2-12-2197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55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6867,'0'0'6913,"22"36"-5585,69 123-357,-81-137-717,0 1 0,-1 0-1,-1 1 1,-2 0-1,7 43 1,-5-23 87,24 172 913,9 39-812,-41-252-2560,-6-7 708,-11-19-332,-2-1-143,-35-39-4259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56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11333,'0'0'2978,"174"0"-1426,-84 12-543,7 3-1009,-7-9-48,-16 0-1473,-17-6-2337,-34 0-5378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16:56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33 4210,'0'0'10655,"-31"30"-8800,-95 94-308,120-117-1384,-1 0 0,1 0 0,1 1-1,-1 0 1,-7 16 0,12-21-66,-1 1-1,1 1 1,0-1 0,1 0-1,-1 0 1,1 0 0,-1 7-1,1 0 72,0-9-136,-1 0 0,1 0-1,0 0 1,0 0 0,0 0 0,0 0-1,0 0 1,1 0 0,-1 0 0,1 0-1,-1 0 1,1 0 0,-1 0-1,1 0 1,0 0 0,0-1 0,0 1-1,2 1 1,-1-1-16,0-1 0,0 0 0,1 0 0,-1-1 0,0 1 0,1 0 0,-1-1 0,1 0 0,-1 1 0,0-1 0,1 0 0,-1 0 0,4-1 0,0 1-9,0 0 0,-1-1 1,1 0-1,0 0 0,0-1 0,-1 0 0,1 0 0,-1 0 0,1 0 0,8-6 0,-5 2-43,0-1 0,-1 0 0,0 0 0,0 0 0,10-13 0,-5 4-343,-1-1 0,-1-1 0,0 0 0,-1-1 0,12-33 1,-19 42 238,0 0 0,0-1 0,-1 1 0,0-1 0,-1 0 0,0-13 0,0 22 143,-1 1 0,0-1-1,0 1 1,0-1 0,0 0-1,-1 1 1,1-1 0,0 1-1,-1-1 1,1 1 0,-1-1-1,1 1 1,-1-1 0,0 1-1,0-1 1,1 1 0,-1 0-1,0 0 1,0-1 0,0 1 0,-3-2-1,2 2 27,-1 0 0,0 0 0,0 0 0,0 0-1,0 0 1,0 1 0,0-1 0,0 1 0,0 0 0,-5 0 0,4 0-17,-4 0 95,0 0 0,-1 1 1,1-1-1,0 2 0,-12 2 1,18-3-139,0-1 0,0 1 0,1 0 0,-1 0 0,0 0 1,1 0-1,-1 0 0,0 0 0,1 0 0,0 1 0,-1-1 0,1 0 1,0 1-1,0-1 0,-1 1 0,1 0 0,0-1 0,1 1 0,-1 0 1,0 0-1,0-1 0,1 1 0,-1 0 0,1 0 0,0 0 0,-1 0 1,1 0-1,0 0 0,0 2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4:23.9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2310 6947,'0'0'8151,"-7"2"-7364,-21 6-203,28-8-575,0 0 1,0 0 0,-1 0-1,1 0 1,0 0-1,0 0 1,0 0-1,0 0 1,0 1 0,0-1-1,-1 0 1,1 0-1,0 0 1,0 0-1,0 0 1,0 0 0,0 0-1,0 0 1,-1 0-1,1 0 1,0 0-1,0 0 1,0 0 0,0 0-1,0 0 1,0 0-1,-1 0 1,1 0 0,0-1-1,0 1 1,0 0-1,0 0 1,0 0-1,0 0 1,0 0 0,-1 0-1,1 0 1,0 0-1,0 0 1,0 0-1,0-1 1,0 1 0,0 0-1,0 0 1,0 0-1,0 0 1,0 0-1,0 0 1,0-1 0,0 1-1,0 0 1,0 0-1,-1 0 1,1 0-1,0 0 1,0 0 0,1-1-1,-1 1 1,0 0-1,3-8 58,-2 7 2,61-124 182,47-139 1,-64 148-318,336-752-337,-111 205-803,-260 634 1151,-2-2-1,-1 1 1,-1-1-1,-2 0 0,0-59 1,-4 89 57,1 0 0,-1 0 0,0 0 1,0 0-1,0-1 0,0 1 0,-1 0 0,1 0 0,0 0 1,0 0-1,-1 0 0,1 0 0,-1 0 0,1 0 1,-1 0-1,1 0 0,-1 0 0,1 1 0,-1-1 0,0 0 1,1 0-1,-1 0 0,0 1 0,0-1 0,0 0 1,-1 0-1,-1 0 4,0 0 0,-1 1 0,1-1 1,-1 1-1,1-1 0,-1 1 0,-4 1 1,7-1-4,1 0 20,-1 0-1,0 0 1,1 0 0,-1 0 0,1 0 0,-1 0-1,1 1 1,-1-1 0,1 0 0,-1 0-1,1 1 1,-1-1 0,1 0 0,-1 1 0,1-1-1,-1 0 1,1 1 0,0-1 0,-1 1 0,1-1-1,0 1 1,-1-1 0,1 2 0,-1-2-20,1 0 1,0 1 0,0-1 0,-1 1 0,1-1-1,0 1 1,0-1 0,-1 0 0,1 1 0,0-1-1,-1 0 1,1 1 0,-1-1 0,1 0-1,0 0 1,-1 0 0,1 1 0,-1-1 0,1 0-1,-1 0 1,1 0 0,-1 0 0,0 1 0,1-1 25,-23 0 721,6 4-717,0 1 1,0 0 0,-20 9-1,19-6-18,-1-2 0,-29 8-1,39-13-7,-7 2-3,0 0 0,0 1 0,-20 8 0,30-10-2,1 1 0,0 0-1,0 0 1,0 0 0,0 1-1,1-1 1,-1 1 0,1 0 0,0 1-1,0-1 1,0 1 0,-5 9 0,-2 5 131,1 0 1,2 0-1,0 1 1,1-1 0,1 2-1,0-1 1,2 1-1,0 0 1,2 0 0,0 0-1,1 0 1,2 0-1,3 34 1,-1-43-70,0 1 1,0-1 0,2 0-1,-1 0 1,1 0-1,1-1 1,0 0 0,1 0-1,0 0 1,0-1-1,1 0 1,10 9-1,15 13 81,74 56-1,-66-56-72,11 9-13,46 49-1,-78-70-44,-1 2-1,-2 0 1,0 1-1,-1 0 0,13 27 1,-14-17 0,-1 1 0,-2 0 1,-2 1-1,0 0 0,-3 0 0,4 38 1,1 215 365,-12-272-358,-1-4 15,1 0 0,0 1 0,1-1 0,1 0 1,0 0-1,4 13 0,-5-22-26,0 0 0,1 0 0,0 0 1,-1-1-1,1 1 0,0 0 0,0-1 0,0 1 0,1-1 1,-1 0-1,1 0 0,-1 0 0,1 0 0,0 0 1,0 0-1,-1-1 0,1 1 0,0-1 0,0 0 0,1 0 1,-1 0-1,0 0 0,0-1 0,0 1 0,1-1 1,-1 0-1,4 0 0,2 0-3,0 0 1,0-1-1,0 0 0,0 0 1,0-1-1,0 0 0,0-1 1,0 1-1,-1-2 0,10-4 1,6-6-85,0-1 0,27-22 0,195-164-3861,-103 81-2838,-69 61-65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4:26.9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53 2769,'0'0'9951,"-5"-4"-9324,2 2-518,2 1-46,-1 0 0,1 0 1,-1 0-1,1 0 0,0 0 0,-1-1 0,1 1 1,0 0-1,0-1 0,0 1 0,0-1 1,0 1-1,0-1 0,0 0 0,1 1 0,-1-1 1,0 0-1,1 0 0,0 1 0,-1-1 1,1-3 1335,22 4-774,-13 2-495,417-1 524,-425 0-673,-1-12-2779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4:27.4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56 6019,'0'0'5498,"18"-3"-4881,125-36 546,-130 36-969,0 0 1,0 0-1,0 1 1,26 0-1,56 5 67,-88-3-259,50 9 189,-17-1-1550,-14-6-2747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5:02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 5763,'0'0'6763,"2"-2"-5888,3 1-663,0-1 1,-1 0 0,1 1-1,0 0 1,0 0-1,0 1 1,0-1 0,9 1-1,46 6 1196,14 11-694,-45-9-537,0-1-1,36 3 1,93-6-112,-132-4-168,-25 0 63,0 0 0,0 0 0,0 0 0,1-1 0,-1 1 0,0 0 0,0 0-1,0-1 1,0 1 0,0-1 0,0 1 0,0-1 0,0 1 0,0-1 0,0 0 0,0 1 0,-1-1 0,1 0-1,0 0 1,0 0 0,-1 1 0,1-1 0,0 0 0,-1 0 0,1 0 0,-1 0 0,1 0 0,-1 0 0,0 0-1,1-3 1,0-2-649,0 0 0,0 0 0,-1-1 0,0-8 0,0 7-932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5:02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3506,'0'-6'7771,"1"22"-7597,1 0-1,6 27 1,2 18 151,-6 119 938,-3-30-453,-1-144-780,1 0 0,0 0 1,0-1-1,0 1 0,1 0 1,3 7-1,-5-12-62,1 1 1,-1-1-1,1 0 1,0 0-1,-1 0 0,1 0 1,0 0-1,0 0 1,0 0-1,-1 0 0,1 0 1,0 0-1,1 0 0,-1 0 1,0-1-1,0 1 1,0 0-1,0-1 0,0 1 1,1-1-1,-1 1 1,0-1-1,0 0 0,1 1 1,-1-1-1,0 0 1,1 0-1,-1 0 0,0 0 1,1 0-1,-1 0 1,0 0-1,1-1 0,-1 1 1,2-1-1,-2 1-98,0-1 1,1 1-1,-1-1 0,0 0 0,1 0 0,-1 0 1,0 0-1,0 0 0,1 0 0,-1 0 1,0 0-1,0 0 0,1-2 0,11-30-2887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5:03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825 232 4290,'0'0'6574,"-11"-24"-5769,-37-74-306,46 95-459,1-1 1,-1 1-1,0 0 0,0 0 0,0 0 0,0 0 1,0 0-1,-1 0 0,0 1 0,1-1 0,-1 1 1,0 0-1,0-1 0,0 2 0,0-1 0,-1 0 0,1 0 1,-4 0-1,-6-3 146,-6-5 72,-1 2 0,0 1 0,0 0 0,-1 1-1,0 1 1,0 2 0,0 0 0,-33-1 0,-31 2 10,-59 1 107,134 3-325,0 0 0,0 0 0,0 1 0,1 0 0,-1 1 1,1 0-1,-17 10 0,8-2-13,-1 0 0,-25 24 0,39-30-34,-1 0 0,1 0 0,-7 11 0,-1 1 20,8-11-7,1 0 0,0 0 1,1 0-1,-1 1 0,1 0 0,1-1 0,0 1 0,0 0 1,-1 9-1,0 7 54,0 44-1,3 258 230,-1-318-285,2 1 0,-1 0 0,1 0 0,1-1 1,0 1-1,0-1 0,0 1 0,1-1 0,0 0 0,1 0 0,0 0 0,0 0 0,1-1 0,0 0 0,0 0 0,1 0 0,-1 0 0,2-1 0,-1 0 0,1 0 0,-1-1 0,2 0 1,-1 0-1,0 0 0,10 3 0,-3-2 65,1 0 1,-1-1 0,2-1-1,-1 0 1,0-1 0,24 2-1,97-3 164,-75-3-168,-40 2-61,0-2 1,0 0 0,0-2-1,-1 0 1,1-1 0,-1-1-1,36-13 1,-35 8-30,0 0 0,-1-1 0,0-1 0,23-20 0,-33 24-20,-1 0 0,-1-1 0,0 0 0,0 0 0,-1-1 1,0 0-1,0 0 0,-2-1 0,10-21 0,-8 9 3,-1-1-1,-1 1 1,-1-1-1,-1 0 1,-2-1 0,-1-44-1,0 37 1,-1 23 47,1 0 0,-1-1-1,-1 1 1,1 0-1,-2 0 1,1 0 0,-6-11-1,-2-2 35,-20-31 0,29 52-50,-12-21-39,-1 1 0,-1 0 1,-32-34-1,39 48-3,1 0 1,-2 0-1,1 1 0,-1 0 0,0 0 0,0 1 0,0 0 1,-1 1-1,0 0 0,0 1 0,-19-5 0,20 6-221,-12-3-237,20 4 179,-1-2-966,1 2 966,0 0 0,1 0 0,-1 1 0,1-1 0,0 0 0,-1 0 0,1 0 0,0 0 0,-1 0 0,1 0 0,0 0 0,0 0 0,0 0 0,0 0 0,0 0 0,0-1 0,0-9-4024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5:00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356 270 1649,'0'0'416,"-4"-18"45,-13-57 30,16 68-34,-1 0 0,1 0 0,0-1 0,1 1-1,0 0 1,0-8 0,1-3 2361,0 14-2743,1 0 0,-1 1 0,1-1 0,-1 0 0,1 1 0,0-1 0,1 1 0,-1 0 0,1 0 0,-1 0 0,1 0 0,0 0 0,0 0 0,3-2 0,8-8 425,-7 1-102,-6 11-327,0-1 1,0 0-1,0 1 1,0-1 0,0 1-1,0-1 1,1 1 0,-1-1-1,0 1 1,10-7 4283,-11 16-4331,-1 1-1,0-1 1,-1 1-1,0-1 1,0 0-1,-5 12 1,-27 52 9,11-26-28,-142 331 24,67-150-28,79-173-2,1 0 0,-12 72 0,26-107 247,1 1-1164,10-41-323,21-55-243,5-13-410,-11 26-12,3 0 0,33-61-1,16-34 919,-61 126 850,-2-1 0,-1 0 0,5-36 0,-9 26 366,-4 26 573,0 1 0,1 0 0,1 0 0,0 0 0,1 0 0,12-24 0,-10 29 3396,6 2-2457,-11 8-1694,1 1 0,0 0 0,-1-1 1,1 1-1,-1 0 0,1 0 0,-1 0 0,1 0 0,-1 1 0,1-1 1,3 2-1,-3-1-28,0 0 1,-1 0 0,0 0-1,1 1 1,-1-1 0,0 1 0,1-1-1,-1 1 1,0 0 0,0 0-1,0 0 1,-1 0 0,1 0-1,0 0 1,-1 0 0,0 1-1,2 3 1,3 6-6,-1 0-1,5 19 1,-5-15 26,13 49 93,13 86 0,-2 71 253,-13-93 9,-1-8-146,12 88-53,-23-190-187,1 0-1,0 0 1,2 0 0,0-1-1,1 1 1,13 21 0,-20-38-104,-1-8-1004,0-20-891,-2 0-1,0 0 0,-2 1 0,-9-35 0,1 19-4891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5:01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 6915,'0'0'4402,"221"-27"-3553,-155 20-561,-7-1-288,-5 1-176,-17 3-1617,-3 0-1040,-14 4-2050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5:01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0 229 2321,'0'0'7740,"17"-16"-7217,54-54-438,-68 66-103,0 1 1,0-1 0,0 1-1,0-1 1,-1 0-1,0 0 1,0 0-1,0 0 1,0-1-1,-1 1 1,1 0-1,-1-1 1,0 1-1,-1-1 1,1 1 0,-1-1-1,0-4 1,1-9 149,0-28 1397,-1 57-1566,-1 66 305,4 130 958,0-173-1049,1 0-1,2 0 1,1 0-1,12 33 1,-18-64-189,13 29 112,-13-31-124,0 0 0,-1 0 1,1 0-1,0 0 0,0 0 0,0 0 1,0 0-1,0 0 0,0 0 0,0-1 0,1 1 1,-1 0-1,0-1 0,0 1 0,1-1 1,-1 0-1,0 1 0,0-1 0,1 0 1,-1 0-1,3 1 0,-4-2-47,1 1-1,-1 0 1,1 0 0,-1-1 0,1 1-1,-1 0 1,0 0 0,1-1-1,-1 1 1,1-1 0,-1 1 0,0 0-1,1-1 1,-1 1 0,0-1-1,1 1 1,-1-1 0,0 1 0,0-1-1,1 1 1,-1-1 0,0 1-1,0-1 1,0 1 0,0-1 0,0 1-1,0-1 1,0 0 0,0 1-1,0-1 1,0 1 0,0-2-1,1-2-440,3-33-2668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5:06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0 164 1793,'0'0'4850,"13"-6"-4466,1-1-291,-9 3-55,1 1 0,1 0-1,-1 1 1,0-1 0,1 1 0,10-2 0,-16 3-40,2 1 100,0-1 1,-1 1-1,1-1 0,0 0 1,-1 0-1,1 0 1,-1 0-1,1-1 0,9 0 4697,-12 2-4729,-2 18 996,-8 27-1754,9-40 1050,-5 24-101,2 0-1,2 0 1,1 49-1,1-52-73,0-18-133,1 0 1,0 0 0,0 0 0,1 0 0,0 0 0,0-1-1,1 1 1,0-1 0,0 1 0,6 8 0,-6-11-27,0-1 1,0 0-1,0 1 1,0-1-1,1-1 1,0 1-1,0 0 1,0-1-1,0 0 1,1 0-1,-1 0 1,1-1-1,0 1 1,-1-1-1,1 0 1,0 0 0,6 0-1,0 1 31,1-2-1,0 1 1,-1-2-1,1 1 1,0-1-1,13-3 1,-19 2-44,0 0 1,0-1-1,0 1 0,0-1 1,0-1-1,-1 1 1,1-1-1,-1 0 0,0 0 1,0-1-1,0 1 1,0-1-1,5-5 1,0-3-103,0 1 0,-1-2 1,0 1-1,-1-1 1,-1 0-1,0-1 0,0 0 1,-1 0-1,-1-1 1,6-27-1,-4 3-422,-3-1 1,1-78-1,-6 114 505,1-1 0,0 0 0,-1 0 0,0 1-1,0-1 1,-1 0 0,1 1 0,-1-1 0,0 1 0,0 0 0,0-1 0,-1 1-1,0 0 1,1 0 0,-1 1 0,-1-1 0,1 1 0,0-1 0,-6-3-1,3 3 20,0 0 0,0 1-1,0-1 1,0 1 0,0 1-1,-1-1 1,0 1 0,1 0-1,-1 0 1,0 1 0,0 0-1,-13 0 1,-16-1 16,-26 2 60,56 0-71,1 0 0,0 1 0,0 0 0,0 0 0,0 1 1,0-1-1,0 1 0,-10 5 0,9-3-188,-3 1 297,1 0 0,1 1 1,-14 11-1,19-15-342,0 0 0,0 1 0,0-1 0,1 1 0,-1-1 0,1 1 0,-1 0 1,1-1-1,0 1 0,0 0 0,0 0 0,1 0 0,-1 0 0,0 0 0,1 0 0,0 4 0,0 2-3145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5:04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20 2481,'0'0'7721,"6"-4"-6662,2 0-768,17-8 3930,-26 30-4144,0-2-50,1-1 1,-2 0 0,0 0 1,0 0-1,-7 19 1,-25 63 93,13-38-85,-107 297 238,120-323-97,7-21-421,32-86-4860,19-56-4640,-40 86 8345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5:04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 5859,'0'0'5589,"12"-3"-4917,39-7-152,-48 10-459,0-1 0,0 1-1,0 0 1,0 0 0,0 0-1,0 0 1,0 0 0,0 1-1,0-1 1,0 1 0,0 0-1,0 0 1,0 0 0,0 0-1,-1 1 1,1-1 0,0 1-1,-1-1 1,4 4-1,-1 0 27,0 1 0,0 0 0,0 0-1,-1 1 1,7 10 0,-7-9-1,40 77 1066,43 116-1,-51-112-727,54 100 0,-79-171-382,1 0-1,1-1 1,0 0 0,1-1 0,19 17 0,-24-26-63,-8-7-38,-1 1 0,1-1 1,0 1-1,0-1 0,0 1 1,-1-1-1,1 1 0,0 0 0,-1-1 1,1 1-1,0 0 0,-1 0 0,1-1 1,-1 1-1,1 0 0,-1 0 1,0 0-1,1 0 0,-1-1 0,1 3 1,-30-17-9619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5:04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0 158 5282,'0'0'7988,"229"-60"-7428,-162 38-560,0-4-672,-17-1-993,-17 5-2369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5:07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1 215 5683,'0'0'3801,"23"-32"-4142,70-98 95,-51 78 4696,-43 57-3839,-12 69 388,5-29-495,-3 46 0,6 171 804,6-193-1133,-1-68-274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5:09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0 335 48,'0'0'576,"0"-6"-354,0-67 13283,2 69-13831,21 0 549,-1 1 1,0 0-1,1 2 0,43 3 0,-10 0-128,-12-3-81,-22 0-4,-1 0-1,1 2 1,0 1-1,33 6 1,-37-4 5,1-2-1,-1 0 1,24 0 0,16 1-2,-3 1-16,69-5 1,-41-1-1,692 2-101,-692-7 184,-60 6-76,0-1 1,26-7-1,-2 2-4,25-5-48,-36 5 61,1 2 1,39-1-1,8 2 15,117-20 0,-127 13-23,-22 5-7,62-1-1,177-12-29,-210 10 47,155-23 66,-117 20-46,-13 2 7,-73 7 36,-1 2 0,43 2 0,-11 1-10,98-10 178,-81 2-129,139-15 299,-153 13-288,132-9 125,-45 10 617,-153 7-659,20 0 176,-15 0-330,-5 0-47,-1 1 1,1-1-1,-1 0 0,1 0 1,-1 0-1,1 0 0,0 1 1,-1-1-1,1 0 0,-1 0 1,1 0-1,-1 0 1,1 0-1,-1 0 0,1-1 1,0 1-1,-1 0 0,1 0 1,-1 0-1,1 0 0,-1-1 1,1 1-1,-1 0 1,1-1-1,-1 1 0,1 0 1,-1-1-1,0 1 0,1 0 1,-1-1-1,0 1 0,1-1 1,-1 1-1,0-1 1,1 1-1,-1 0 0,0-2 1,0 1 7,-6 1-963,0 0 376,-1 0 0,1 1 0,-1 0 0,1 0 0,0 1-1,-1-1 1,-10 6 0,12-5 30,-59 24-6152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9:11.6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1512 9604,'0'0'2754,"0"0"-2734,0 0 0,0 0-1,0 0 1,0 0 0,0 0 0,0 0 0,-1 0 0,1 0 0,0 0 0,0 0 0,0 0 0,0 0 0,0 1 0,0-1 0,0 0-1,0 0 1,-1 0 0,1 0 0,0 0 0,0 0 0,0 0 0,0 1 0,0-1 0,0 0 0,0 0 0,0 0 0,0 0 0,0 0 0,0 1-1,0-1 1,0 0 0,0 0 0,0 0 0,0 0 0,0 0 0,0 1 0,0-1 0,0 0 0,0 0 0,0 0 0,0 0 0,1 0-1,-1 0 1,0 1 0,0-1 0,0 0 0,0 0 0,0 0 0,0 0 0,0 0 0,0 0 0,0 0 0,1 0 0,-1 0 0,0 0 0,0 1-1,0-1 1,0 0 0,0 0 0,0 0 0,1 0 0,-1 0 0,0 0 0,7 1 54,0 0 1,0 0-1,0 0 1,0-1-1,14-1 1,24 1-2,51 16 163,17 2-16,-51-13-116,96-5 0,-134-2-92,1 0 1,-1-2-1,0-1 0,0-1 0,0-2 1,41-17-1,-14-2-3,-1-3-1,-2-1 1,62-52 0,-54 34-124,-2-3 0,55-66 0,-75 73-1,-1-1-1,-3-1 1,-2-2-1,-2-1 1,-2-1-1,-2-1 1,-3-1-1,20-86 1,-33 99 193,-1-1-1,-2 1 1,-3-50 0,0 50 37,0 38-95,0-1-1,-1 1 1,1 0-1,0 0 1,-1-1 0,1 1-1,-1 0 1,0 0-1,0 0 1,0 0-1,0 0 1,-1-2-1,-1-1-11,1-12 144,2 15-133,0 1 0,0-1 0,0 1 0,0-1 1,0 0-1,0 1 0,-1-1 0,1 1 0,0-1 0,-1 1 1,-1-3-1,-9-13-1,-1 1 0,-1 0 1,-1 1-1,0 1 0,-25-21 0,14 14-22,19 15-4,-13-12-25,0 1 0,-2 1 0,0 1 1,-43-24-1,52 35 28,-1 0 0,1 1 0,-1 1 0,0 0 1,0 1-1,0 1 0,1 0 0,-1 0 0,0 1 0,-19 4 1,21-1 10,0-1 1,0 1-1,0 1 1,1 0-1,0 1 1,0 0-1,0 0 1,1 1-1,0 0 1,0 1-1,-14 16 1,1 1 22,1 1 1,-34 56 0,28-33 61,2 1 1,3 1-1,1 2 0,-13 58 1,9-14 288,-15 137 1,25 66 463,15-280-783,0-1 0,2 0 0,7 35 0,-7-45-39,1 0 1,0-1-1,1 0 0,-1 1 1,2-1-1,-1-1 0,1 1 1,1-1-1,11 14 0,-2-8 64,0 0-1,0-1 0,1 0 0,1-1 0,-1-1 0,2-1 0,0 0 0,0-2 0,0 0 0,21 5 0,29 5 299,102 11 0,-129-22-379,-20-4 4,58 9 43,123 33 1,-178-37-48,-1 1-1,-1 1 1,1 1 0,-1 1 0,-1 1 0,0 1 0,-1 1-1,0 0 1,30 31 0,-33-26 4,0 1 0,-2 0 1,24 42-1,27 72 69,-36-70-6,-26-56-60,0 2 14,1-1 0,0 0 0,11 15 0,-13-21-25,-1 0 0,1-1 1,-1 0-1,1 1 0,0-1 0,0 0 1,0 0-1,0-1 0,0 1 0,0-1 1,0 1-1,1-1 0,-1 0 1,0 0-1,5 0 0,-4 0-24,0-1 0,-1 0 0,1 0 0,0 0 0,0 0 0,-1-1-1,1 1 1,0-1 0,-1 0 0,1 0 0,-1-1 0,1 1 0,-1-1 0,0 1 0,1-1-1,-1 0 1,0 0 0,5-5 0,2-3-194,0-1-1,0 0 1,13-21 0,-10 12-126,87-121-3698,14-14-5157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09:12.0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15895,'0'0'1521,"25"0"-3106,-9 0-1888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4:50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53 3954,'0'0'3340,"3"-8"-2846,22-36 4591,-24 55-4596,0 15-770,-3-8 292,-1-1 0,0 1 1,-1-1-1,-1 0 0,0 0 1,-13 25-1,0 4 46,7-17-27,1 0 1,2 0-1,1 1 1,1 1-1,1-1 1,-1 41-1,6-70-70,0-14-4349,2-17 1345,6-6-2705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4:51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2977,'0'0'4925,"3"0"-4119,-1 1-693,0 0 0,1 0 0,-1 0-1,0 0 1,0 0 0,0 0 0,0 1 0,0-1 0,0 1 0,0-1 0,0 1-1,-1 0 1,1-1 0,0 1 0,-1 0 0,0 0 0,1 0 0,-1 1 0,0-1-1,1 3 1,5 9 234,-2-1-1,6 18 1,59 242 3030,-67-262-3248,0 11 80,1 0 0,2 0 0,0 0 0,2-1 1,0 0-1,13 23 0,-21-43-213,0-1 0,0 0-1,0 1 1,0-1 0,1 1 0,-1-1 0,0 0 0,0 1-1,1-1 1,-1 0 0,0 1 0,0-1 0,1 0 0,-1 1-1,0-1 1,1 0 0,-1 0 0,0 1 0,1-1 0,-1 0 0,1 0-1,-1 0 1,0 0 0,1 1 0,-1-1 0,1 0 0,-1 0-1,0 0 1,1 0 0,-1 0 0,1 0 0,-1 0 0,1 0 0,-1 0-1,1 0 1,7-15-620,-2-22-1315,-6 37 1928,1-66-6603,-4 36 1809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4:51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4882,'0'0'7668,"123"-3"-7492,-99-9-176,-11 3-1457,-6 3-2865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4:52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27 2417,'0'0'4773,"9"-2"2496,32-10-7564,-26 8 375,-1 1 1,1 1 0,0 0-1,20 0 1,-35 2-75,1 1 0,-1-1-1,0 0 1,1 0 0,-1 0 0,1 1 0,-1-1 0,0 0 0,1 0 0,-1 1 0,0-1 0,0 0 0,1 1 0,-1-1 0,0 0 0,1 1 0,-1-1-1,0 1 1,0-1 0,0 1 0,0-1 0,1 0 0,-1 1 0,0-1 0,0 1 0,0-1 0,0 1 0,0-1 0,0 0 0,0 2 0,0 19 169,-1-14-73,1 0-8,0 0-1,-1 0 0,0 0 1,-1 0-1,1 0 0,-1 0 1,-1-1-1,1 1 1,-1-1-1,0 1 0,-1-1 1,1 0-1,-1 0 0,-1 0 1,1-1-1,-1 1 1,0-1-1,-6 5 0,10-9-133,3-1-200,6 3 234,0 0 1,1 0-1,-1 1 0,-1 0 0,1 0 0,-1 1 0,13 10 0,-17-12 19,1 0-1,-1 0 1,0 0 0,-1 1-1,1-1 1,0 1-1,-1 0 1,0 0-1,0 0 1,0 0-1,0 0 1,-1 0-1,0 0 1,0 0-1,0 1 1,0-1-1,0 8 1,-1-7 1,0 0 0,0 0-1,-1 0 1,1 0 0,-1 0 0,0 0 0,0 0-1,-3 5 1,2-7-3,1 0 0,-1 0 0,-1 0-1,1-1 1,0 1 0,-1-1 0,1 1-1,-1-1 1,0 0 0,0 0 0,0 0-1,-4 2 1,-5 2-90,1 0-1,-2-1 1,1-1 0,0 0-1,-1-1 1,1 0 0,-1 0-1,0-2 1,0 0-1,0 0 1,-22-2 0,34 1-21,0 0-1,1 0 1,-1 0 0,0 0 0,1-1 0,-1 1 0,0 0-1,0 0 1,1 0 0,-1-1 0,0 1 0,1 0 0,-1-1 0,1 1-1,-1 0 1,0-1 0,1 1 0,-1-1 0,1 1 0,-1-1 0,1 1-1,0-1 1,-1 1 0,1-1 0,-1 0 0,1 1 0,0-1 0,-1 1-1,1-1 1,0 0 0,0 0 0,0 1 0,0-1 0,-1 0-1,1 1 1,0-1 0,0 0 0,0-1 0,0-18-4067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4:57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1 912,'0'0'0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5:00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39 672,'-1'6'14823,"54"-5"-14014,-6 0-652,0-2-1,61-9 0,-54-5-74,-45 11-96,1 1 1,0 0-1,0 0 0,0 1 1,0 1-1,10-1 1,108-1-484,-129 27 668,0-20-160,0 0-1,-1 0 0,1 0 1,-1 0-1,0 0 1,0-1-1,-4 6 0,-9 18-5,7-3 45,-7 23-20,-2 0 1,-34 64 0,35-85-29,-23 29 1,-6 8-24,38-50 26,1 1 0,0 1 0,0-1 1,2 1-1,-5 22 0,-10 29 14,17-58 18,0 0-1,0 0 0,0 1 0,0 9 1,2-17 179,-1-5-93,0 1-1,0-1 1,0 0 0,1 1-1,0-1 1,-1 0 0,1 0 0,1-6-1,0 5-28,-2-31-15,-7-60 1,5 80-86,0 0 0,-1 0 0,-1 1 0,-1-1 0,0 1 0,-9-15 0,-80-128 46,89 148-49,1 1-1,0-1 1,1 0 0,0-1-1,0 1 1,1-1 0,1 0-1,-3-18 1,1 3-24,4 25 52,0 0-8,0 0 0,0 0 0,0 0-1,-1 0 1,1 0 0,0 0 0,0 0 0,-1 0 0,1 0 0,0 1 0,-1-1 0,1 0-1,-1 0 1,1 0 0,-1 0 0,1 1 0,-1-1 0,1 0 0,-1 0 0,0 1 0,-1-2-1,2-19 71,0 20-108,1 0 0,-1 0 0,0 0 0,0 0 1,1 0-1,-1 0 0,0 0 0,1 1 0,-1-1 1,1 0-1,-1 0 0,1 0 0,0 0 0,-1 1 1,1-1-1,0 0 0,-1 0 0,1 1 0,0-1 1,0 1-1,0-1 0,0 1 0,0-1 1,-1 1-1,1-1 0,0 1 0,0 0 0,0-1 1,0 1-1,2 0 0,34-3-2519,-33 3 1849,-3 0 372,1 0 0,-1 0 1,0 0-1,0 0 0,0 0 1,1 1-1,-1-1 0,0 0 1,0 0-1,0 1 0,0-1 1,2 2-1,11 15-8340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5:01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59 1953,'0'0'10071,"-1"-12"-8027,0 9-1980,0 1 0,0-1 0,-1 1 0,1-1 0,0 1 0,-1 0 0,0 0 0,1-1 0,-1 1 0,0 0 0,0 1 0,0-1 0,-1 0 1,1 1-1,0-1 0,-1 1 0,1-1 0,0 1 0,-1 0 0,0 0 0,-3-1 0,-3 1 36,-1-1 0,0 1 0,0 1 1,-17 0-1,6 1 220,19-1-299,0 0 1,0 1-1,0-1 0,0 1 0,0 0 0,0 0 1,0 0-1,1 0 0,-1 0 0,0 0 0,1 0 1,-1 0-1,1 0 0,-1 1 0,1-1 1,-2 3-1,-23 30 253,16-20-138,7-8-105,-1-1 0,1 1 1,0 0-1,0 0 0,1 1 0,0-1 0,0 1 0,0-1 1,1 1-1,-1 7 0,1 4 170,1 0-1,2 29 1,-1-43-180,0-1 1,0 1 0,0-1 0,0 1 0,1-1 0,-1 1-1,1-1 1,0 0 0,0 0 0,0 0 0,0 0 0,1 0 0,-1-1-1,1 1 1,-1-1 0,1 0 0,0 1 0,0-1 0,0 0-1,0-1 1,1 1 0,6 2 0,-1 0 28,1-1-1,0 0 1,0 0-1,0-1 1,0-1-1,0 1 1,11-1 0,-15-1 16,-3 0-55,-1 0-1,1 1 1,-1-1 0,1 0 0,-1 0 0,0 0-1,1-1 1,-1 1 0,1-1 0,-1 1 0,0-1-1,1 0 1,-1 0 0,0 0 0,0 0 0,1 0-1,-1 0 1,0-1 0,0 1 0,0-1 0,-1 1-1,1-1 1,0 0 0,1-2 0,5-9-127,-1 0 1,0-1-1,-1 0 1,0 0-1,-2 0 1,1-1-1,-2 1 0,0-1 1,-1 0-1,0 0 1,-1 0-1,-1-22 1,-1 35 136,1-1 0,0 0 1,-1 1-1,0-1 0,1 1 1,-1-1-1,0 1 1,-1-1-1,1 1 0,0 0 1,-1-1-1,1 1 0,-1 0 1,1 0-1,-1 0 0,0 0 1,0 0-1,-4-2 0,3 2-40,0 0-1,0 0 1,0 0-1,0 0 1,-1 0-1,1 1 1,-1-1-1,1 1 1,-1 0-1,0 0 1,0 1-1,-5-1 1,-15 1-4194,11 0-1293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5:04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4210,'0'0'4148,"12"0"1699,43 0-5045,-30 1-636,-14 0-125,0-1-1,0 0 1,0-1-1,0 0 1,0 0 0,0-1-1,20-7 1,-22 6-37,1 1 0,-1 0 0,0 0 0,1 0 0,-1 1 0,1 1 0,16 1 0,-12-1 32,0 0-1,23-4 0,21-4 22,-39 6-33,-1 0 1,34-10 0,-41 9-9,0 1-1,0 0 1,0 1-1,0 1 0,0-1 1,17 3-1,-13-1 6,0-1-1,0 0 0,18-3 1,-1-1 5,1 2 0,58 3 0,-24 1-6,-37-1-22,-15-1-1,1 1 0,-1-2 1,1 0-1,-1-1 0,19-4 1,-10 0-4,1 2 1,0 0 0,0 2 0,47 2-1,-44 0 38,90-6-51,59 6-1616,-177 2 1686,0 0 0,-1 0 1,1 0-1,0 0 0,-1 0 0,1 0 1,-1 0-1,1 0 0,-3 3 0,3-3-22,-2 8 54,1 0 0,0-1 0,1 1 0,2 19-1,-1 1 25,-3 20-73,1-29-5,0 0-1,2 0 1,3 27 0,12 7 23,-12-44-53,0-1 1,-1 1-1,0 1 0,-1-1 1,2 22-1,-4 7-58,0-19-2310,0-35-32,0-9-1806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5:06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 2513,'0'0'4616,"0"5"-3944,-8 33 304,-1-1 0,-2 0 0,-22 49 0,21-54-643,3-11-111,-92 266 1631,96-269-1740,0-1 0,1 1 0,1 1 1,-1 26-1,4-44-143,0-11-509,2-11-31,1 1 0,1-1 0,0 1 0,2 0 0,8-21 0,13-49-5534,-20 51 1518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5:06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4482,'0'0'5547,"13"1"-2463,-11 2-2906,0 0 0,0 0 0,0 0 0,0 0 0,-1 0 1,3 7-1,2 3 98,10 24 230,-2 0 1,11 45-1,-23-75-478,26 110 674,11 31 456,-38-145-1117,0 1-20,0-1 0,0 1 0,0-1 0,0 0 0,0 0 0,1 1 0,0-1 0,0 0 0,4 5 0,-6-8-75,-11-1-6909,-5-7 3241,-7-1-728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5:07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 8404,'0'0'6195,"184"-72"-6195,-151 54-16,-6 6-1041,-7 2-2256,-13 1-4083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5:07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0 4226,'0'0'5629,"-4"0"-4428,-12 0-262,12 0 1630,13 1-2291,0-1 0,0 1 0,0 0 0,0 1 0,0 0 0,13 5 0,-19-6-228,-1 0 0,1 0 0,-1 0 0,1 1 0,-1-1 0,0 1 0,1-1 0,-1 1 0,0-1 0,0 1-1,0 0 1,-1 0 0,1 0 0,0 0 0,-1 1 0,1-1 0,-1 0 0,0 1 0,0-1 0,0 1 0,0-1 0,0 1 0,0-1 0,-1 1 0,1 0 0,-1 3 0,1 0-1,-1 1 0,0 0 0,-1-1 0,0 1 1,0-1-1,0 1 0,-1-1 0,0 1 0,0-1 0,-1 0 0,0 0 1,0 0-1,0 0 0,0 0 0,-1-1 0,0 0 0,-1 1 0,-8 7 1,-33 29 50,24-23-69,-22 25 0,38-33-25,11-6-24,17-4-5,-13-2 50,13 0 2,-1-2 0,1 0-1,-1-1 1,23-8 0,-18 5-1933,48-7 1,-65 13-1424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5:09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24 120 2609,'0'0'3586,"-3"0"-3167,-17-3 8993,20 3-9369,1-1-1,-1 0 1,0 0-1,1 0 1,-1 1-1,1-1 1,0 0 0,-1 0-1,1 1 1,0-1-1,-1 1 1,1-1-1,0 0 1,-1 1 0,1 0-1,0-1 1,0 1-1,0-1 1,0 1-1,0 0 1,-1 0 0,1-1-1,0 1 1,0 0-1,0 0 1,2 0-1,31-4 30,-26 4 9,109-7 39,-104 7-113,-1-2 0,0 0 0,13-3 0,24-4 13,30-2-47,-46 6-1,55-3 0,-38 6 47,89-17-1,-35 4-87,144 0 115,390 15 370,-637 0-402,1 0-1,-1 1 1,0-1 0,0 0 0,0 1 0,0-1-1,1 1 1,-1-1 0,0 1 0,0-1 0,0 1-1,0 0 1,0 0 0,0-1 0,0 1 0,-1 0-1,1 0 1,0 0 0,0 0 0,-1 0 0,1 0-1,0 0 1,-1 0 0,1 0 0,0 2 0,0-1-4,-1 0 1,1-1 0,0 1 0,0 0-1,1-1 1,-1 1 0,0-1 0,0 0 0,1 1-1,-1-1 1,1 0 0,-1 0 0,3 2-1,-2-2-5,0 0-1,0 0 0,-1 1 1,1-1-1,0 1 1,-1-1-1,1 1 0,-1-1 1,0 1-1,1 0 0,-1 0 1,0 0-1,0 0 0,0 0 1,-1 0-1,1 0 0,0 0 1,-1 0-1,1 0 0,-1 0 1,0 0-1,1 0 1,-1 1-1,0-1 0,0 0 1,-1 3-1,3 15 100,0-4-86,0-1 1,-1 1 0,-1 19-1,0-18-1,0 0 0,5 30 0,2-9-19,-1 0-1,1 63 0,-7 38-15,2-139-141,-1 0 128,-1 0-1,0 0 0,0 0 1,0 0-1,1 0 0,-1 0 0,0 0 1,0 0-1,1 0 0,-1 0 1,0 0-1,0 0 0,1 0 1,-1 0-1,0 0 0,0 0 0,1 0 1,-1 0-1,0 0 0,0 0 1,0 0-1,1 0 0,-1-1 1,0 1-1,0 0 0,0 0 1,1 0-1,-1 0 0,0 0 0,0-1 1,0 1-1,0 0 0,1 0 1,-1 0-1,0-1 0,0-23-3127,0 6-1805,0 5-1325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5:10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2001,'0'0'5973,"-4"2"-5308,-4 6 354,9-4 1983,20-3 1765,-7-1-6003,33-1 1422,-20 0-33,1 1-1,-1 1 1,1 1 0,38 9 0,-31-3-406,1-1 0,-1-2 0,1-1 1,45-1-1,-84-2 261,0 0 0,0 1 0,1 0 0,-1 0 1,0-1-1,1 2 0,-1-1 0,1 0 0,0 0 0,-3 4 1,-7 6 50,1-3 0,2-3 10,1 1 0,0 0 1,0 0-1,-8 11 1,14-15-60,-11 13 13,1 1 1,1 1-1,0 0 1,-14 33 0,18-35-4,-1 0 1,-15 24-1,12-23 1,-13 30 1,11-18 10,6-13 15,0-1-1,1 1 1,0 1 0,1-1-1,1 1 1,1-1-1,-3 34 1,4-50-11,0 0 0,0 0-1,0 0 1,0 0 0,0 0 0,0 0-1,0-1 1,0 1 0,-2-1 0,0-5-22,0 1 0,0 0 1,1-1-1,0 1 0,1-1 0,-1 0 1,-2-9-1,-8-17 5,-25-49-216,-34-108 0,39 97 156,18 33 33,6 21 62,9 38-27,0 0 1,0 0 0,0 0 0,0 0 0,0 0-1,0 0 1,0 0 0,0 0 0,0 0-1,0 0 1,0 0 0,0 0 0,0 0 0,0 0-1,0 0 1,0 0 0,0 0 0,-1 0 0,1 0-1,0 0 1,0 0 0,0 0 0,0-1 0,0 1-1,0 0 1,0 0 0,0 0 0,0 0 0,0 0-1,0 0 1,0 0 0,0 0 0,0 0 0,0 0-1,0 0 1,0 0 0,0 0 0,-1 10 264,2 27-1964,0-8-2038,-1-5-2400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5:11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2 4882,'0'0'10298,"-27"0"-8377,15 0-1899,9-1-13,1 1 0,-1 0 0,1 0 1,-1-1-1,1 2 0,-1-1 0,1 0 1,-1 0-1,1 1 0,-1-1 0,1 1 0,-1 0 1,1 0-1,0 0 0,0 0 0,-1 0 1,1 0-1,0 1 0,0-1 0,0 1 0,0 0 1,0-1-1,1 1 0,-1 0 0,-3 4 1,1 2 34,0-1 1,0 1 0,0 0 0,1 1-1,1-1 1,-1 0 0,1 1-1,1 0 1,-2 9 0,1 12 492,3 40-1,0-23 353,-1-41-810,1-1 1,-1 0-1,1 1 0,0-1 1,0 0-1,0 1 1,1-1-1,0 0 0,0 0 1,5 9-1,-5-11-48,0 0-1,0 0 0,0-1 1,1 1-1,-1-1 0,1 1 1,0-1-1,-1 0 0,1 0 0,0 0 1,1-1-1,-1 1 0,0-1 1,0 1-1,1-1 0,-1 0 1,6 1-1,0-1 14,0 1 0,0-2 1,0 1-1,0-1 0,0-1 0,11-1 0,-17 1-37,1 1-1,0-1 1,-1-1 0,1 1-1,-1 0 1,1-1-1,-1 0 1,0 1-1,0-1 1,0-1-1,0 1 1,0 0-1,0-1 1,0 1-1,-1-1 1,0 0-1,3-3 1,0-4-248,0 1-1,-1-1 1,0 0 0,0-1-1,-1 1 1,0 0 0,-1-1-1,2-17 1,-2-6-1762,-4-48-1,2 78 1926,0 1-1,0 0 1,-1-1 0,1 1-1,-1 0 1,0 0 0,0 0 0,0-1-1,-1 1 1,1 0 0,-1 0-1,0 1 1,1-1 0,-1 0-1,-1 1 1,1-1 0,0 1-1,0-1 1,-1 1 0,0 0-1,1 0 1,-1 0 0,-4-2 0,3 2 295,0 1 0,0-1 0,0 1 1,0 0-1,-1 1 0,1-1 1,0 1-1,0-1 0,-1 1 1,1 0-1,-7 2 0,9-2-240,1 1 0,-1-1 0,0 1 0,1 0 0,0 0 0,-1 0 0,1 0-1,-1 0 1,1 0 0,0 0 0,0 0 0,0 0 0,0 1 0,0-1 0,0 0-1,0 1 1,0-1 0,0 1 0,0-1 0,1 1 0,-1-1 0,1 1 0,-1 1-1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5:13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1 4770,'0'0'3693,"-8"-1"1379,3 4-5393,0 2 358,1 1 0,0 0 0,1 0 0,-1 0-1,1 0 1,1 1 0,-4 9 0,-4 9 98,-90 231 993,71-178-856,17-46-181,6-19-9,0 1 0,2-1 0,-1 1 0,2 1 0,0-1 0,-2 26 0,5-40-261,5-40-2697,33-43-2911,-28 53 2618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5:13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3858,'0'0'7038,"5"1"-6262,-3-1-683,0 1 0,0-1 0,0 1 1,0 0-1,0 0 0,0 0 0,0 0 0,0 0 0,-1 0 1,1 0-1,0 1 0,2 2 0,17 28 1281,41 113 1832,-30-65-2026,8 21-18,-18-46-573,43 85 0,-63-137-598,15 24 68,-16-25-68,-1-1-1,1 0 0,0 0 1,0 1-1,0-1 0,0 0 1,0 0-1,1 0 0,-1 0 1,0 0-1,0-1 0,1 1 1,-1 0-1,0 0 1,3 0-1,-3-4-1634,-2-3 1014,0 1-1,-1-1 0,1 1 0,-1-1 0,0 1 0,-1 0 0,1 0 0,-1 0 0,0 0 0,0 0 0,-1 1 0,1-1 0,-8-5 0,-15-18-5177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5:14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6515,'0'0'10437,"180"-6"-10357,-136-4-80,-4 7-977,-10 3-1104,-10 0-2737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5:14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0 576,'0'0'11526,"0"154"-9958,0-100-271,0-3-161,0-12-735,0-9-257,0-15-144,0-6-80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5:16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4 2897,'0'0'6345,"-23"0"-6287,-11 0 3400,52 0-2797,713 0 2037,-80-3-2677,-637 3-40,0 2 0,23 5 0,-24-4 10,1-1-1,24 2 1,-4-4 187,-34 21 209,3 471 283,-2-488-671,-1-1 0,1 1 0,-1-1 0,1 1 0,0-1 1,0 0-1,1 1 0,-1-1 0,1 0 0,-1 0 0,1 0 0,0 0 0,0 0 0,5 4 0,9 16-14,-16-20 17,0-3 22,0-13-2089,0-21-2806,0 18 13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5:17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40 2721,'0'0'7433,"3"1"-4645,18 1-1814,202-13 1646,-37-20-2999,-159 31 368,-26 0 27,-12 1 85,8 0-75,0 1 0,0-1 0,-1 1 0,1 0 0,0 0 0,0 0 0,1 1 0,-1-1 0,0 1 0,1-1 0,0 1 0,-4 5 0,-24 41 367,27-44-406,-22 46 101,2 2-1,-23 81 0,-3 7 259,42-106-183,0-35-9,7 0-151,-1 0 0,1 0 0,-1 0 1,0 0-1,1 0 0,-1 0 0,0 0 0,1 0 1,-1 0-1,0 0 0,1 0 0,-1 0 1,0-1-1,1 1 0,-1 0 0,1 0 1,-1-1-1,0 1 0,1 0 0,-2-1 1,-4-10-26,0 1 1,0-1 0,-7-20 0,-5-11-172,-5-2-204,14 23 363,-2 1 1,0 0 0,-1 0-1,-1 1 1,-22-24-1,31 39 47,-1 0-1,1-1 1,1 0-1,-1 1 1,0-1-1,1-1 1,0 1-1,0 0 1,1-1-1,0 1 0,0-1 1,0 0-1,0 0 1,1 0-1,0 0 1,0 0-1,0-9 1,1-4 259,0 13-710,0 15-2232,0 8 28,0 3-1584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5:18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48 5074,'0'0'5616,"-15"-6"-4004,11 6-1476,0 0-1,-1 0 1,1 0 0,0 1 0,-1-1 0,1 1 0,0 0 0,-6 2 0,8-1-60,0-1 1,0 1-1,1-1 1,-1 1-1,0 0 1,0 0-1,1 0 1,-1 0-1,1 0 1,0 0-1,0 0 1,0 0-1,0 0 1,0 1-1,0-1 1,-1 4-1,-1 6 188,0-1 0,1 0-1,0 1 1,1-1-1,0 1 1,1 0 0,0-1-1,1 1 1,2 12-1,-2-22-237,-1 0-1,1-1 0,0 1 1,0-1-1,0 1 1,0-1-1,0 1 0,0-1 1,0 0-1,1 1 1,-1-1-1,0 0 0,1 0 1,-1 0-1,1 0 1,-1 0-1,1 0 0,0 0 1,-1-1-1,1 1 0,0-1 1,-1 1-1,1-1 1,0 0-1,0 1 0,2-1 1,6 1 68,0-1 0,1 0 1,12-2-1,-18 2-58,-1-1-28,1 1 0,-1-1 0,0 0-1,1 0 1,-1 0 0,0-1-1,0 1 1,0-1 0,0 0-1,0-1 1,0 1 0,-1-1-1,1 1 1,-1-1 0,1 0-1,-1 0 1,0 0 0,0-1-1,-1 1 1,1-1 0,-1 0-1,0 0 1,2-4 0,1-2-444,-2 0 1,1-1 0,-2 0 0,1 1 0,-1-1 0,-1 0-1,0 0 1,-1-13 0,0 23 412,0 0-1,-1 0 0,1 0 1,0 0-1,-1 0 1,1 0-1,-1 0 1,0 0-1,1 1 0,-1-1 1,0 0-1,0 0 1,1 0-1,-1 1 1,0-1-1,0 0 0,0 1 1,0-1-1,0 1 1,0-1-1,0 1 1,0-1-1,0 1 0,0 0 1,0-1-1,0 1 1,0 0-1,0 0 1,0 0-1,-1 0 0,-1 0 1,-47 0 766,35 0-209,-48 3 392,62-3-1039,1 0 1,-1 0-1,0 0 1,0-1-1,1 1 1,-1 0-1,1-1 1,-1 1-1,0-1 1,1 1-1,-1-1 1,1 1-1,-1-1 1,1 1-1,-1-1 1,1 1-1,0-1 1,-1 0-1,1 1 1,-1-1-1,1 0 1,0 1-1,0-1 1,0 0-1,-1 1 1,1-1-1,0 0 1,0 0-1,0 1 1,0-1-1,0-1 1,-1-3-1130,-6-26-7328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5:21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36 3522,'0'0'3503,"1"-3"-3375,1-13 205,1-1 3293,-3 26-2514,-1-1-1079,0-1-1,0 1 1,-1-1-1,0 1 1,-1-1-1,-6 14 1,-6 16 6,-118 338 297,123-357-329,8-15-224,1-1 0,-1 1 0,1 0-1,-1 0 1,1 0 0,0 0 0,0 0-1,1 0 1,-1 0 0,0 5 0,3-47-2630,9 5-1181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5:21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4466,'0'0'5344,"17"22"-4253,56 73 11,-66-86-825,0 0 0,-1 1 0,0 0 0,0 1 0,6 16 0,-4-8 51,78 232 2814,-46-123-2391,-25-98-1221,-24-43-3236,-18-15-442,-6-1-1252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5:21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9941,'0'0'6274,"210"-46"-6274,-159 28-448,-11 6-832,-10 6-1458,-10 6-2944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5:22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72 5859,'0'0'8286,"-2"13"-7080,-9 158 2823,11-170-3997,1 0 0,-1 1 1,0-1-1,1 0 1,-1 0-1,1 0 1,-1 0-1,1 0 1,0 0-1,-1 0 1,1 0-1,0 0 1,0 0-1,0-1 1,0 1-1,0 0 1,0 0-1,0-1 1,0 1-1,0-1 1,0 1-1,0-1 0,0 1 1,0-1-1,0 0 1,1 1-1,-1-1 1,0 0-1,0 0 1,0 0-1,2 0 1,0 1-19,0-1 0,0 0 0,0 0 0,0 0 1,0 0-1,0-1 0,-1 1 0,1-1 0,0 0 1,0 0-1,0 0 0,-1 0 0,6-2 0,-3-2-35,0 0-1,-1 0 1,1 0-1,-1-1 1,0 1-1,0-1 1,-1 0-1,5-11 1,0-1-580,-1 0 0,5-21 1,-8 19-1359,-1 0 0,-1 0 0,0-38 0,-2 58 1833,0-1 0,-1 0 0,1 0-1,0 0 1,0 1 0,-1-1 0,1 0 0,0 0-1,-1 1 1,1-1 0,0 0 0,-1 1 0,1-1-1,-1 0 1,0 1 0,1-1 0,-1 1 0,1-1-1,-1 1 1,0-1 0,1 1 0,-1-1 0,0 1-1,1 0 1,-1-1 0,0 1 0,0 0 0,0 0-1,1 0 1,-1-1 0,0 1 0,0 0 0,0 0-1,-1 0 1,-1 0 336,0 0 0,0 0 1,0 1-1,0-1 0,0 0 0,0 1 0,0 0 0,0 0 0,-2 1 1,2 0 76,-1 0 1,1 1 0,0-1 0,1 1 0,-1 0-1,0 0 1,1 0 0,-1 0 0,1 0 0,0 0 0,0 1-1,1-1 1,-3 6 0,-6 23-401,6-2-3835,4-21-2042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5:26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1649,'4'1'13334,"16"1"-12982,444-2-277,-436-1-41,50-9 0,-30 2 39,16-1-210,99-29-1,-156 36 160,1 1 0,-1 0 1,15-1-1,12 0 20,3-3-58,0 3-1,66 3 1,-31 1 94,193-11 50,-206 9-102,-44 1-13,1-1-1,0 0 1,-1-1-1,24-5 0,-21 3-4,0 0-1,1 2 0,35 1 0,-23 1 47,-31-2-24,0-1-12,0 2 318,-1 0-325,1 1 0,-1-1 0,0 1 0,1-1 0,-1 1-1,0 0 1,1-1 0,-1 1 0,1 0 0,-1 0 0,1 0-1,-1-1 1,1 1 0,0 0 0,-1 2 0,-9 105 71,8 165 0,3-142-38,-1-103-43,0 9-2,1 0 1,8 51 0,-7-56-159,-3-29-13,1-4-12,-1-18-141,1-18-1418,0 10-4716,0 10-1000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5:27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3 3554,'0'0'5789,"-6"4"-4458,-3 0-911,5-2-123,0 0 0,1 0-1,-1 0 1,1 1 0,-7 5 1702,20-5-1673,0-1 0,0 0-1,0 0 1,0-2-1,1 1 1,-1-1 0,0 0-1,11-2 1,14 0-85,209-13-80,-205 12-143,0-6-39,-33 7 1,0 0 0,0 0 1,1 1-1,9-1 0,-15 2-65,-1 1-315,-1 1 411,1-1-1,-1 0 1,0 0 0,1 0 0,-1 0 0,0 0 0,0 0-1,0 0 1,0 0 0,0 0 0,0 0 0,0 0 0,-2 1-1,-6 6 25,-24 34 132,3 1 0,-46 84 0,-32 104-105,87-185-32,21-46-17,0 0 1,0 0 0,0-1-1,0 1 1,0 0 0,0 0-1,0 0 1,0 0 0,0 0-1,0 0 1,0 0 0,0 0-1,0 0 1,0 0 0,0-1-1,0 1 1,0 0 0,0 0-1,-1 0 1,1 0 0,0 0-1,0 0 1,0 0 0,0 0-1,0 0 1,0 0 0,0 0-1,0 0 1,0 0 0,0 0-1,-1 0 1,1 0 0,0 0-1,0 0 1,0 0 0,0 0-1,0 0 1,0 0 0,0 0-1,0 0 1,-1 0 0,1 0-1,0 0 1,0 0 0,0 0-1,0 0 1,0 0 0,0 0-1,0 0 1,0 0 0,0 0-1,0 0 1,-1 0 0,-1-19 142,2-29-244,0 46 114,0-31-138,1 14-69,-3-34-1,1 47 176,0 1 0,0-1 0,-1 1 0,1-1 0,-1 1 0,-1 0 0,1-1 0,-1 1 0,0 0 0,-4-6-1,-46-47-6,36 41 15,0-1 0,-18-28 0,31 40-18,0-1 1,0 0 0,0 0-1,1 0 1,1 0 0,-1-1-1,1 1 1,0-1-1,1 1 1,0-1 0,-1-12-1,2-14 86,0 33 18,0 9-1027,1 86-6315,1-64 2371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5:28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203 101 3762,'0'0'5661,"-11"-3"-4959,8 2-665,-11-2 348,1-1 0,-1 2 0,1 0 0,-1 0 0,0 2 0,-14 0 0,25 0-279,-1 1 0,1 0 0,0 0 0,0 1 1,-1-1-1,1 0 0,0 1 0,0 0 1,0 0-1,1 0 0,-1 0 0,0 0 0,1 1 1,0-1-1,-1 1 0,1-1 0,0 1 1,0 0-1,-2 5 0,1-3 27,0 1 1,0 0-1,1 0 0,0 1 1,0-1-1,1 0 0,-1 1 1,1-1-1,0 10 0,1 6 313,-1-14-247,1-1 1,0 1-1,0-1 0,1 0 0,0 1 0,2 9 0,-2-15-166,0 0-1,0 0 0,0-1 0,0 1 0,0 0 0,0 0 0,1-1 0,-1 1 1,0 0-1,1-1 0,0 0 0,-1 1 0,1-1 0,0 0 0,0 0 1,0 0-1,-1 0 0,1 0 0,0 0 0,0 0 0,0-1 0,1 1 1,-1-1-1,0 0 0,0 1 0,3-1 0,1 0 5,0 1 1,1-2-1,-1 1 1,0 0-1,0-1 0,0 0 1,0-1-1,-1 1 0,1-1 1,0 0-1,-1-1 1,1 1-1,-1-1 0,0 0 1,1 0-1,5-6 0,-5 4-126,-1-1-1,0 1 0,0-1 0,0 0 0,-1 0 0,1-1 0,-2 0 0,1 1 0,-1-1 0,0 0 0,0-1 0,3-13 0,-4 12-315,0-1-1,-1 1 1,0-1-1,0 0 1,-1 1-1,0-1 1,-1 0-1,0 1 1,-4-17-1,4 22 364,0 0-1,-1 0 1,0 0-1,0 0 0,0 1 1,0-1-1,0 1 1,-1-1-1,0 1 1,1 0-1,-1 0 0,0 0 1,-1 0-1,1 1 1,0-1-1,-1 1 0,1 0 1,-1 0-1,0 0 1,0 0-1,0 1 1,0 0-1,-8-2 0,8 2 188,-1 0 0,0 0 0,0 1-1,0-1 1,0 1 0,0 0-1,0 1 1,-7 1 0,10-2-80,0 1 0,0 0 0,0-1 0,0 1 0,0 0 0,0 1 0,1-1 0,-1 0 0,0 0 1,0 1-1,1-1 0,-1 1 0,1-1 0,0 1 0,-1 0 0,1 0 0,0-1 0,0 1 0,-2 4 0,-12 34-2180,14-30-3813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7:57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60 104 2161,'0'0'6318,"2"-10"-5817,8-29-53,-10 39-352,0 0-1,0 0 0,0 0 0,0 0 1,0 0-1,-1-1 0,1 1 0,0 0 1,0 0-1,0 0 0,0 0 0,0 0 1,0-1-1,1 1 0,-1 0 0,0 0 0,0 0 1,0 0-1,0 0 0,0-1 0,0 1 1,0 0-1,0 0 0,0 0 0,0 0 1,1-1 189,-1 1-189,0 0-1,0 0 0,0 0 0,0 0 1,0 0-1,0 0 0,0 0 0,1 0 1,-1 0-1,0 0 0,0 0 0,0 0 1,0 0-1,1 0 0,-1-1 0,0 1 1,0 0-1,0 0 0,0 1 0,0-1 1,1 0-1,2 9 1006,1 16-1139,-4-25 149,7 45 369,18 63 0,-17-77-396,2 16-62,7 92 1,-15 128-11,-4-139-8,3-74-74,-3 1-1,-16 97 1,13-116 94,1-1-1,2 70 0,2-67-42,-10 12-40,10-49 206,11-1-216,169 0 541,-173 0-434,0 1 1,0 0 0,0 1-1,-1 0 1,1 0-1,8 3 1,-9-2-4,1-1-1,0 1 1,0-2-1,0 1 1,0-1-1,9 1 1,3-2 10,1 1-15,-1-1 1,1-1-1,-1 0 0,1-2 1,-1 0-1,0-1 1,30-10-1,-4-6 52,-22 9-4,0 1 1,33-9 0,-48 16 9,0 0 0,0-1 0,0 0 1,-1-1-1,1 0 0,-1 0 0,0 0 1,10-11-1,9-6 115,5-1 23,-2-1-1,46-50 0,-67 64-182,0 1 1,-1-1-1,0 0 0,0 0 0,-1-1 1,0 0-1,-1 0 0,-1-1 0,0 1 1,0-1-1,-1 0 0,3-20 0,-2-187-17,-4 155 82,-2 41-76,-1 0 1,-1 0 0,-1 1-1,-1 0 1,-1 0-1,-10-22 1,-13-42-11,26 71 2,-1 0-1,-1 0 1,0 1-1,-1 0 1,-1 0-1,0 0 1,-1 1-1,0 0 1,-1 1-1,-1 0 1,0 0-1,0 1 1,-1 1-1,-22-15 1,-46-15 74,63 31-78,0 0-1,-29-10 0,-10-4-2,40 16-22,0 1 0,-28-7 0,28 9 1,1-1 0,-28-12 0,15 0 27,24 14-25,-1 0 0,1 0 0,-1 0 0,1 1 0,-1 0 0,0 0 0,0 0 0,0 0 0,-10-1 0,-27-3-24,-1 2 0,0 2 0,-45 3 0,72 1 32,-1 0 0,-18 6 1,25-4-26,1 0 0,0 1 0,0 0 0,0 1 0,0 0 0,-14 13 0,-21 15-78,58-33-7949,-11-1 6672,22 0-8105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9:19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2865,'1'5'10866,"1"16"-10481,-2-20-431,-2-1 46,0 0-1,-1 0 1,1 0-1,0 0 0,-1 1 1,1 0-1,0-1 0,0 1 1,0 0-1,0 0 0,0 0 1,0 0-1,0 0 0,0 0 1,0 1-1,0-1 1,0 1-1,1-1 0,-1 1 1,1 0-1,-1-1 0,1 1 1,0 0-1,-2 4 0,2-2 39,0 0 0,0 0 0,1 0-1,-1 0 1,1 0 0,0 0 0,1 0-1,0 6 1,0 5 177,-1-10-123,0 0 0,0 0 0,1 0 0,0 0 1,2 9-1,-2-13-77,-1 0 1,1 0-1,-1 0 1,1 0 0,-1 1-1,1-1 1,0 0 0,0 0-1,-1 0 1,1 0 0,0 0-1,0 0 1,0-1 0,0 1-1,0 0 1,0 0-1,0-1 1,0 1 0,1-1-1,-1 1 1,0-1 0,0 1-1,1-1 1,-1 0 0,0 1-1,0-1 1,1 0-1,1 0 1,0 0 41,1 0 0,-1 0 1,1 0-1,0-1 0,-1 1 0,1-1 0,-1 0 0,6-2 0,-8 2-94,1 0-1,-1 0 0,0 0 0,1 0 1,-1 0-1,0 0 0,0 0 0,0 0 1,0-1-1,0 1 0,0 0 0,-1-1 1,1 1-1,0-1 0,-1 1 0,1-1 1,-1 1-1,1-1 0,-1 1 0,0-1 1,0 0-1,1 1 0,-1-1 0,-1-3 1,1 5 26,0-1 1,0 0-1,0 1 1,0-1 0,0 0-1,0 1 1,0-1-1,-1 0 1,1 0 0,0 1-1,0-1 1,-1 1-1,1-1 1,0 0-1,-1 1 1,1-1 0,-1 1-1,1-1 1,-1 1-1,1-1 1,-1 1 0,1-1-1,-1 1 1,1-1-1,-1 1 1,0 0 0,1 0-1,-1-1 1,0 1-1,1 0 1,-1 0-1,0-1 1,1 1 0,-1 0-1,-1 0 1,-8-4 139,-10 2 253,9 2 21,11 16 50,-2 0-159,0 1 118,1 0 0,1-1 0,0 1-1,3 24 1,-2-39-363,0-1-1,0 0 1,0 0 0,0 1-1,0-1 1,0 0 0,0 0-1,0 0 1,0 0 0,1 0-1,-1 0 1,0 0 0,1-1-1,-1 1 1,1 0-1,-1-1 1,1 1 0,-1-1-1,1 0 1,-1 1 0,1-1-1,-1 0 1,1 0 0,-1 0-1,1 0 1,0 0 0,-1 0-1,2-1 1,1 1-27,0 0 0,-1 0 0,1-1 1,-1 0-1,1 1 0,-1-1 0,1 0 1,-1-1-1,0 1 0,1-1 0,-1 1 0,4-4 1,-3 0-113,1 0 0,-1 0 1,-1 0-1,1-1 1,-1 1-1,1-1 1,-2 0-1,1 0 0,-1-1 1,0 1-1,0 0 1,1-10-1,0-7-720,-1 0 0,-1-28 0,-1 48 723,0 1 51,0 1-1,0-1 1,-1 0-1,1 0 1,0 0 0,-1 1-1,0-1 1,1 0-1,-1 0 1,0 1 0,-1-3-1,1 3 81,1 0-1,-1 1 0,1-1 1,-1 1-1,1-1 1,-1 1-1,1 0 0,-1-1 1,1 1-1,-1-1 1,0 1-1,1 0 0,-1 0 1,0-1-1,1 1 1,-1 0-1,0 0 0,1 0 1,-1-1-1,0 1 1,1 0-1,-1 0 0,0 0 1,1 0-1,-1 1 1,0-1-1,1 0 1,-1 0-1,0 0 0,1 0 1,-1 1-1,0-1 1,1 0-1,-1 1 0,-1 0 1,0 2 106,-1 1 1,1 0 0,-1 0-1,1 0 1,0 0 0,1 0-1,-1 0 1,1 0-1,0 1 1,0-1 0,0 1-1,0 7 1,1-11-191,-7-2-1669,6 1 1669,0 0 0,0 0-1,1 0 1,-1 0-1,0 0 1,1 0-1,-1 0 1,0 0 0,0-1-1,1 1 1,-1 0-1,0 0 1,1 0-1,-1-1 1,0 1-1,1 0 1,-1-1 0,0 1-1,1-1 1,-1 1-1,1-1 1,-2 0-1,2 0 24,0 0 0,-1 0 0,1 0 0,0 1 0,-1-1-1,1 0 1,-1 0 0,1 0 0,-1 1 0,1-1 0,-1 0 0,0 1-1,1-1 1,-1 0 0,0 1 0,0-1 0,1 1 0,-1-1-1,0 1 1,0 0 0,0-1 0,0 1 0,0 0 0,1-1-1,-1 1 1,0 0 0,0 0 0,0 0 0,0 0 0,0 0-1,0 0 1,0 0 0,0 0 0,0 0 0,0 0 0,1 1 0,-1-1-1,0 0 1,-1 1 0,-2 2 94,0 0 0,0 0 0,1 0 1,-1 1-1,1 0 0,-4 4 0,-7 7 246,11-13-331,-4-3-5000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9:49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76 4834,'0'0'4384,"5"-2"-4064,12-7 61,11-13 2018,-23 17-2263,-2 2-128,0 0-1,0 0 0,0 1 0,0-1 0,0 1 1,1 0-1,-1-1 0,1 1 0,0 1 0,-1-1 1,1 1-1,0-1 0,7 0 0,70-4 116,-80 6-127,0 0 1,-1 0-1,1 0 1,0 0-1,-1 0 1,1 0-1,0 1 1,-1-1-1,1 0 1,-1 1-1,1-1 1,0 0-1,-1 1 1,1-1-1,-1 1 1,1-1-1,-1 1 1,1-1-1,-1 1 1,1-1-1,-1 1 1,0-1-1,1 2 1,5 21 55,-5-16 43,-1 0-1,0 0 0,0 0 1,-2 11-1,1-15-80,-1 0-1,1-1 1,0 1 0,-1 0 0,1 0-1,-1-1 1,0 1 0,0-1-1,0 0 1,0 1 0,0-1-1,-1 0 1,1 0 0,-1 0-1,1-1 1,-1 1 0,-3 1 0,-8 4 1,0-1 0,-18 5 0,19-7-8,-27 8 30,39-11 19,1-2-54,1-1 0,-1 1 0,0 0 0,1-1 0,0 1 0,-1 0 0,1 0-1,0 0 1,-1-1 0,1 1 0,0 0 0,0 0 0,0 0 0,0 0 0,0 0 0,0 1 0,0-1-1,0 0 1,0 0 0,1 1 0,-1-1 0,2 0 0,29-10-64,-26 10 63,1 0 0,-1 0 0,1 1 0,0 0 0,-1 0 1,1 0-1,-1 1 0,1 0 0,-1 0 0,1 1 0,10 3 1,-14-3-7,1 0 1,-1-1 0,0 1 0,0 1 0,-1-1 0,1 0 0,0 1 0,-1-1 0,0 1 0,1 0 0,-1 0-1,0 0 1,0 0 0,-1 0 0,1 0 0,-1 1 0,1-1 0,-1 1 0,0-1 0,0 0 0,-1 1 0,1 5-1,0-4 42,0 0-1,-1 1 0,0-1 1,0 0-1,0 0 0,-1 0 0,1 1 1,-1-1-1,-3 10 0,2-12 25,0 1 0,0-1 0,-1 1 0,1-1 0,-1 0 0,1 0 0,-1 0 0,0 0 0,0 0 0,0-1 0,-1 1 0,1-1 0,-6 3 0,-46 22 656,-113 39-1,105-44-580,-22 6-120,79-27-1313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1:13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11221,'0'0'2593,"-27"0"-2593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1:15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48 512,'0'0'2689,"-8"-5"-1435,-43-29 1585,48 33-2688,-1 0 1,1 0-1,0 0 1,-1 1-1,1-1 0,0 1 1,-1 0-1,1-1 0,0 2 1,-1-1-1,-4 1 1,-18 0 2524,17-2-1843,15-1 1375,18-1-703,-20 4-1419,0-1 0,0 1 0,0 0 0,0 0 0,0 0 0,0 0 0,0 1 0,0 0 0,0 0 0,-1 0 0,7 4 0,38 35 406,-33-27-370,12 11 38,35 40 0,-53-54-100,0 1 0,-1 0 1,0 1-1,-1 0 0,-1 0 0,9 22 1,-2 8 2,-2 0 1,-2 0-1,-2 1 1,-2 0-1,0 70 1,-5 246 459,-1-350-522,0-1-1,0 1 1,-1-1-1,0 1 1,-1-1-1,0 0 1,0 0-1,-1 0 1,0-1 0,0 1-1,-1-1 1,-1 0-1,-6 9 1,-10 9-56,-2-1-1,-34 29 1,42-39 21,14-14 37,0 2-22,0-1 0,-1 0-1,1 0 1,0 0 0,-1-1 0,0 1 0,1 0 0,-1-1 0,0 0 0,0 0 0,1 0 0,-5 1-1,6-2 282,2-36-5358,1-9-21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1:57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0 5715,'0'0'5415,"-10"2"-767,0 100-2060,9-8-2080,12 250-64,-1-20-1208,-10-245 570,1-54 107,10 50 0,-7-49 87,3 50 1,-7 356-692,4-293 656,13-139 150,34 0 299,0 2-1,64 11 1,-68-3-152,50 8 20,-52-10-211,-33-5-43,-1-1 0,1 0 1,13 0-1,-14-2-22,-8 0 0,1 1 0,0-1 0,0 0 0,-1 0-1,1 0 1,0-1 0,-1 1 0,1-1 0,0 0-1,-1 0 1,1 0 0,0-1 0,-1 1 0,0-1 0,1 0-1,-1 0 1,0 0 0,0 0 0,5-5 0,8-7 5,1 1 0,31-19 0,-33 23 20,0 0 1,-1-1-1,0-1 0,-1 0 1,17-19-1,57-95-102,-43 57-74,-22 31 257,-2-2 0,-2 0 0,22-68 0,-30 78 95,-2-2-1,8-40 0,-9 27-15,-2 16-9,-1 0 0,0-29-1,-4-310-42,-1 352-132,0 0 0,-1 0 0,-1 0-1,-8-25 1,-26-59 7,15 42 26,16 43-26,0-1 0,-1 1 1,0 1-1,-1-1 0,-1 1 0,-15-18 0,15 24-14,0 0 0,0 0 0,-1 1 0,0 1 0,0-1-1,0 2 1,-21-8 0,16 7-4,0-1 0,-28-16 0,36 18 2,0 0 0,0 0 0,0 1 0,0 1 1,0-1-1,-1 1 0,1 0 0,-13-1 0,-6 1-9,-33 2-1,42 1 22,0-1 1,0-1 0,-1 0-1,1-1 1,-19-5 0,5-1-29,-1 1 1,0 2 0,-64-2 0,-96 13-632,169-3 561,-37 8-1,16-1-369,43-10 432,1 0 0,-1 0 0,1 0 1,0 0-1,-1 1 0,1-1 0,0 0 0,-1 0 0,1 0 0,-1 0 0,1 1 0,0-1 1,-1 0-1,1 1 0,0-1 0,0 0 0,-1 0 0,1 1 0,0-1 0,0 0 1,-1 1-1,1-1 0,0 1 0,0-1 0,0 0 0,0 1 0,-1-1 0,1 1 0,0-1 1,0 0-1,0 1 0,0-1 0,0 1 0,1 6-3347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2:01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50 176,'0'0'14719,"27"0"-14047,-25 0-661,8 0 160,0 0 0,1-1 1,-1 0-1,0 0 0,-1-1 0,15-5 0,-6 3-163,-14 3-5,0 0 1,0 0-1,0 0 1,0 0-1,0-1 0,4-2 1,-3 2-2,-1 1 0,1 0 0,0 1 1,-1-1-1,1 1 0,0 0 0,-1 0 0,8 1 1,1 0 35,1-2-27,1 0 0,-1-1-1,0-1 1,28-8 0,-37 10 839,-16 2-2495,-13-1-1706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3:58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4:06.7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566 1 24575,'0'415'0,"0"-408"0,0 0 0,-1 0 0,1 0 0,-1 0 0,-1 0 0,-2 8 0,4-13 0,-1 0 0,0 0 0,0-1 0,1 1 0,-1-1 0,-1 1 0,1-1 0,0 1 0,0-1 0,0 0 0,-1 1 0,1-1 0,-1 0 0,1 0 0,-1 0 0,1 0 0,-1 0 0,1-1 0,-1 1 0,0 0 0,0-1 0,1 1 0,-1-1 0,0 1 0,0-1 0,0 0 0,1 0 0,-1 0 0,-2 0 0,-13-2 0,1-1 0,-1 0 0,1-1 0,-27-10 0,27 8 0,-1 1 0,0 0 0,0 1 0,-21-2 0,5 6 0,22 0 0,0 0 0,0-1 0,0 0 0,-16-3 0,24 3 0,0 0 0,0 0 0,0 0 0,1-1 0,-1 1 0,0-1 0,1 1 0,-1-1 0,1 0 0,-1 0 0,1 0 0,0 0 0,0-1 0,0 1 0,0 0 0,1-1 0,-1 1 0,0-1 0,1 0 0,-2-5 0,-1-8 0,1 0 0,0-1 0,1 0 0,1 0 0,1 1 0,1-1 0,3-24 0,-1-15 0,-2 35 0,0 10 0,-1 0 0,0 1 0,0-1 0,-1 0 0,-4-14 0,-1 14 0,1 15 0,-2 22 0,-23 354 0,17-240 0,-2 69 0,3-83 0,6-86 0,-1 49 0,7-85 0,0 20 0,-1 1 0,-1-1 0,-5 25 0,0-11 0,1 0 0,0 49 0,7 78 0,0-71 0,1-45 0,0-32 0,-1 0 0,-1-1 0,-1 1 0,0-1 0,-1 1 0,-8 31 0,69-70 0,4 1 0,0 3 0,1 2 0,1 3 0,1 3 0,-1 3 0,79 1 0,-56 9 0,0 3 0,0 5 0,167 42 0,59 19 0,-136-44 0,31 6 0,-157-22 0,1-3 0,105 5 0,-26-2 0,5 0 0,-133-12 0,7 1 0,0-1 0,0-1 0,-1 0 0,19-4 0,-26 4 0,-1 0 0,1 0 0,0 0 0,0 0 0,0-1 0,-1 1 0,1-1 0,-1 0 0,1 0 0,-1 0 0,0 0 0,0 0 0,0 0 0,0-1 0,0 1 0,0-1 0,0 1 0,-1-1 0,0 0 0,1 0 0,0-3 0,0 0 0,0 0 0,-1-1 0,1 1 0,-1-1 0,-1 1 0,1-1 0,-1 1 0,-1-1 0,1 1 0,-1-1 0,0 1 0,0-1 0,-1 1 0,0 0 0,0-1 0,0 1 0,-1 0 0,0 0 0,0 1 0,0-1 0,-6-5 0,4 4 0,0 1 0,-1 0 0,1 1 0,-1 0 0,-1 0 0,1 0 0,-1 0 0,0 1 0,0 0 0,0 1 0,-1 0 0,1 0 0,-1 0 0,0 1 0,0 0 0,-14-1 0,-78 2 0,76 2 0,0 0 0,0-2 0,-45-7 0,-7-8 0,-1 4 0,-91-2 0,136 12 0,0-2 0,0 0 0,0-2 0,-49-16 0,48 11 0,-1 2 0,-1 1 0,1 2 0,-1 1 0,-57-1 0,-77 2 0,137 2 0,0-3 0,0 0 0,-38-13 0,42 11 0,-51-7 0,7 2 0,-144-25 0,187 34 0,-28-7 0,47 8 0,1-1 0,-1 0 0,0-1 0,1 0 0,0 0 0,-13-8 0,19 9 0,0 0 0,0 1 0,0-1 0,0-1 0,0 1 0,1 0 0,0-1 0,0 1 0,0-1 0,0 0 0,0 1 0,1-1 0,-1 0 0,0-8 0,-2-5 0,2-1 0,-1-22 0,1 4 0,-9-346 0,12 264 0,-1 114 0,-1-1 0,2 1 0,-1-1 0,1 1 0,-1-1 0,1 1 0,1-1 0,-1 1 0,0 0 0,3-5 0,-2 7 0,-1 0 0,1 0 0,0 0 0,0 0 0,0 0 0,0 0 0,0 1 0,0-1 0,0 1 0,0 0 0,1-1 0,-1 1 0,0 0 0,1 0 0,-1 1 0,1-1 0,-1 0 0,1 1 0,3-1 0,45-3 0,-1 2 0,60 6 0,-19 0 0,775-3 0,-458-2 0,-402 1 0,0 0 0,1 0 0,-1-1 0,0 1 0,0-2 0,0 1 0,7-3 0,-10 3 0,-1 0 0,0 0 0,0 0 0,0-1 0,0 1 0,0-1 0,-1 1 0,1-1 0,0 0 0,-1 0 0,1 0 0,-1 0 0,0 0 0,1 0 0,-1 0 0,0 0 0,0 0 0,-1 0 0,1-1 0,0 1 0,-1 0 0,1-3 0,2-21 0,-2 1 0,0-1 0,-5-40 0,0 2 0,4 54 0,0 0 0,-1 0 0,0 0 0,-1 0 0,0 0 0,0 0 0,-1 1 0,0-1 0,-1 1 0,0 0 0,-1 0 0,0 1 0,-10-14 0,11 16 0,0-1 0,0 1 0,1 0 0,-1-1 0,1 0 0,1 0 0,-1 0 0,1 0 0,1 0 0,-1-1 0,0-9 0,1 12 0,1 2 0,-1 1 0,1-1 0,-1 1 0,0-1 0,0 1 0,0-1 0,0 1 0,-1-1 0,1 1 0,0 0 0,-1 0 0,0 0 0,1 0 0,-1 0 0,0 0 0,0 0 0,0 1 0,-1-1 0,1 0 0,0 1 0,0 0 0,-1 0 0,-2-2 0,-6 0 0,1 0 0,-1 1 0,0 0 0,-17 0 0,-10-3 0,0 0 0,-49-1 0,18 3 0,-13-10 0,53 8 0,-45-3 0,48 6 0,1 0 0,-40-10 0,23 3 0,8 0 0,0 2 0,0 2 0,-49-3 0,65 7 0,1 0 0,-34-9 0,31 5 0,-40-3 0,-119 7 0,122 2 0,62-1 0,-1 0 0,0 0 0,0 1 0,0-1 0,0 1 0,0 0 0,0 1 0,0-1 0,-1 1 0,1-1 0,0 1 0,-1 0 0,1 1 0,-1-1 0,0 1 0,1-1 0,3 5 0,-2-1 0,-1 0 0,1 1 0,-1-1 0,0 1 0,-1 0 0,0 0 0,0 1 0,3 11 0,30 100-1365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4:13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58 3602,'0'0'4170,"3"7"2429,13 28-6537,-8-14 92,-1 0 0,-1 1 0,-1 0 0,-1 1 0,1 31 0,-4 119 133,-3-85-292,3-41-6,0-15-27,-1 0 0,-2 0 0,-8 44 0,6-45 58,1-1 0,1 1 0,3 51 0,1-18-17,-2 362 45,-1-412-61,-1 0-1,0 0 0,-1 0 1,-1-1-1,-8 24 0,6-21 14,1 0 0,0 0 0,-3 24-1,-1 23-156,-35 117 0,42-168 149,0 1-1,1-1 1,0 1 0,0-1 0,3 21 0,0 18-103,-2-50 87,31-1 296,10 1-231,-21 0-28,0 0 0,0-2 1,0 0-1,0-1 0,0-2 0,22-5 0,-16 1-8,0 1-1,0 2 1,0 0-1,1 2 1,0 1 0,33 1-1,-12-1 46,1-3 1,-1-2-1,48-13 0,-74 16-40,51-8 97,-54 10-7,-1-1 1,0 0-1,1-1 0,-1-1 1,-1-1-1,1 0 0,26-14 1,-19 4-39,-1-1 1,0-1 0,-2-1 0,0 0-1,27-34 1,-38 40-35,0-1 0,-2 0 0,1-1 0,-2 0 1,0-1-1,-1 1 0,0-1 0,-2-1 0,0 1 0,5-28 0,-3-28 214,-5-127-1,-4 100 141,-13-125 301,10 169-603,1 18-43,-2 1 0,-1 0 0,-2 0 0,-2 1 0,-1 0 0,-1 1 0,-2 1 0,-28-46 0,20 40 73,6 9-34,-2 0 0,0 2 0,-36-40 0,22 33-77,-1 2 0,-1 2 1,-44-31-1,58 48 21,0 0 1,-1 2-1,-1 0 1,0 1-1,-41-12 1,9 15 29,47 8-36,-1-1-1,1 0 1,0 0 0,-1-1-1,1 0 1,0-1 0,0 1-1,-14-9 1,14 7-20,1 1 1,-1-1-1,0 1 0,0 1 1,0-1-1,0 1 0,-1 1 1,-10-2-1,-8 2-39,-34 2 1,14 0 112,43 0-75,0 0 0,1 0 0,-1 0 0,0 0 0,1 0 0,-1 1 0,1 0 0,-1 0 0,1 0 0,0 0 0,0 0 0,0 1 0,-5 4 0,-21 14-52,25-19 36,1 0 1,0 1-1,0-1 1,0 1 0,0 0-1,1-1 1,-1 1-1,1 0 1,-3 5 0,-6 6-1262,5-6-794,2-1-1590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7:06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1857,'0'0'4847,"0"-26"2336,0 20-6565,0 15-515,1-1-1,1 1 1,0 0-1,5 14 1,5 26-87,10 204 458,-14 37-427,-9-214-40,15 79 38,-14 100-26,3-33-150,-3-222 345,0-80-5622,0 25-603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7:08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1153,'0'0'11527,"15"-9"-10275,2 2-1057,0 1 0,1 1 0,0 0 0,0 1 0,0 2 0,0-1 0,0 2 0,23 1 0,-32 0-163,13-1 87,-1 1 1,0 1 0,0 1-1,0 1 1,37 10 0,-18 1 205,57 29 1,53 26 231,-137-63-475,0 1-1,-1 0 0,0 1 0,0 1 1,-1-1-1,0 2 0,-1 0 0,11 12 0,5 6 123,-20-23-163,0 0 0,0 1 1,-1 0-1,0 0 0,4 8 0,15 18 109,-20-27-110,1 1 1,-1 0-1,1 0 1,4 11-1,-7-12-14,17 36 309,20 67 1,-33-75-290,-1 0 0,-1 1 1,-2-1-1,-2 51 0,-1-31 139,0-40-162,-1 0 0,-1-1 0,0 1 0,0-1 0,-11 24 0,-1 7 2,8-18-10,2-8 12,0 0 0,-1 0-1,-1 0 1,-16 28 0,6-18 32,-1-1-1,-1-1 1,-24 23 0,-19 16-56,38-39 2,20-20-4,0 0 1,0 0-1,-1-1 1,0 1-1,1-1 1,-11 6 0,-36 23-2,35-21 0,-1-2 0,-22 12 0,-22 9-18,44-21 9,-1-1 0,1 0 0,-1-2 0,-1 0 0,-19 5 0,-3-3-25,-41 6-53,48-8 78,26-5 4,0 0 0,0 0 0,-14 0 0,-82 1-40,116-12-2258,33-35-4636,-18 12-1513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7:09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2849,'-1'3'9613,"-1"18"-9395,1 17 76,1 3 293,7 67 0,-3-64-235,3 16-125,-3-46-1742,-2-23-4894,-2-13 1399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7:10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0,'0'0'3892,"0"-3"-3345,0 0-2342,5-13 12646,-4 16-10498,0-1 1,7 0 398,214 1-195,-205 3-5703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7:10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4082,'0'0'5570,"-3"3"-4801,20 0-177,-1-3-384,4 0-112,0 0-32,4 0-64,-4 0-160,-7 0-1905,-3 0-2609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9:26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0 992,'0'0'6235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9:27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1 0 512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9:28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0 512,'26'24'10437,"-25"-23"-10428,-1 0-1,1 0 1,-1 0 0,1 0-1,-1 1 1,0-1 0,1 0-1,-1 0 1,0 0 0,0 0-1,0 0 1,0 1 0,0 1 0,0-3-6,0 12 106,2 0 0,4 21-1,-3-21 15,-1 0-1,1 21 1,4 135 413,3-32-354,-10 141 717,0-273-889,-1 0 0,1 0-1,-1 0 1,0 0 0,0 0 0,-3 6 0,2-7 24,1 1-1,0 0 1,-1 0-1,1 0 1,1 0-1,-2 8 1,2-11 2,0-1 0,0 1 0,0 0 0,-1 1 0,1-1 1,0 0-1,0 0 0,0 0 0,1 0 0,-1 0 0,0 0 0,0 0 0,0 0 0,1-1 0,-1 1 0,1 0 1,-1 0-1,0 0 0,1 0 0,0 0 0,-1 0 0,1-1 0,-1 1 0,1 0 0,0 0 0,0-1 1,-1 1-1,1 0 0,0-1 0,0 1 0,0-1 0,0 1 0,0-1 0,0 0 0,0 1 0,0-1 1,0 0-1,0 0 0,0 1 0,1-1 0,13 4-121,-5 0 185,0-1 0,1 0 0,-1-1 0,1 0 0,0 0-1,20-1 1,-20 0-100,0 1 0,0 0 0,-1 0 0,1 1 0,0 1 0,10 4 0,30 10 0,-5-7 37,-1-1 0,1-3-1,80 3 1,841-7-8,-940-1-29,37 6 0,-18-2 3,-19 1 310,2 0 972,-25-5-2178,-9 1-481,-10 2-1300,-19 3-2694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9:30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1 136 3602,'0'0'8518,"11"0"-7173,87 2-48,115-4-1052,-197 0-232,0-1 0,0 0 1,15-6-1,-16 4-7,-1 1 1,1 1-1,0 0 1,23-1-1,149-9 45,-139 8-51,63 2 17,-79 3-9,-1 0 0,1-2-1,38-8 1,-22-1-22,18-5-74,117-12 1,-127 23 114,33-1 20,40 6 1306,-129 1-1538,0 0 1,0 0-1,0 0 1,0 0-1,0 0 1,0 0-1,-1 0 1,1 0-1,0 0 1,-1 0-1,1 0 1,-1 0-1,1 0 1,-1 0-1,1-1 1,-1 1-1,1 0 1,-2 0-1,-21 11-4030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9:32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28 3201,'0'0'3405,"-7"6"2336,8-4-5637,0 0 0,0 0 0,0 0 0,0 0 0,0 0 0,1 0 0,-1 0 0,0 0 0,1-1 0,-1 1 1,1-1-1,0 1 0,0-1 0,0 1 0,-1-1 0,1 0 0,0 0 0,0 0 0,4 1 0,44 19 144,-36-18-110,0-1 0,0 0 0,0 0 0,0-2 1,0 0-1,18-2 0,10 1 18,-31 1-142,4 1-28,1-2 0,-1 0 0,0 0 0,18-5 0,-14 2-67,-15 3 60,-1 1 0,1-1 0,-1 0 0,1 0 0,-1 0 0,0 0 0,0-1 0,0 1 0,1-1 0,4-4 0,22-4 53,-26 9-17,-1 0 0,0 0 0,1 0 0,-1 0-1,1 1 1,5-1 0,-9 1 329,30 0-82,-30 0-220,-2-3-653,-1-1 0,0 1 0,1 0 0,-1 0-1,-1 0 1,1 1 0,0-1 0,-1 1 0,-4-3-1,-20-12-5777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9:33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1 256 1105,'0'0'1782,"3"-2"-2054,16-16-496,-16 14 1121,0 0-1,-1-1 1,0 1-1,0-1 1,0 0-1,0 0 1,-1 1-1,0-1 1,0 0-1,0 0 1,0-10-1,-1 14-170,-9 1 4452,58 0-2722,3 1-931,94-10 0,-105 4-610,70 3 0,-76 2-278,163-17 218,-80 4-251,-31 2 66,-48 5-42,54-1-1,-70 6-53,-1-2-1,0 0 1,24-7-1,-17 3 7,36-3 0,-56 10-24,1-1 1,-1 0 0,1-1-1,-1 0 1,0-1 0,0 0-1,12-5 1,-14 5 3,1 1 0,-1 1 1,1-1-1,0 1 0,-1 0 0,1 1 1,0 0-1,0 0 0,12 2 0,8 0 105,81-2 244,-107 0 364,-11 0-767,6 0 73,1 0-197,1 0 0,-1 0 0,1 0 0,-1 0 0,0 0 0,1 0 0,-1 0 0,1 0 0,-1-1 0,1 1 0,-1 0 0,1-1 0,-1 0 0,1 1 0,-1-1 0,1 0 0,0 0 0,-1 1 0,1-1-1,0 0 1,0 0 0,0-1 0,0 1 0,0 0 0,-2-3 0,-8-18-5056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9:34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5827,'0'0'6379,"4"17"-5800,13 53 7,-16-67-483,0 1-1,0-1 1,0 0-1,0 1 0,1-1 1,0 0-1,-1 0 0,1 0 1,0 0-1,1-1 0,-1 1 1,0 0-1,1-1 1,3 3-1,10 11 441,97 173 1236,-100-169-1654,0 1 0,-2 0 0,0 0 0,-1 1 0,-1 1 0,11 45 0,-7 9-46,-3 1 0,-1 80-1,2 18 6,-5-139-67,12 46-1,-1-12-1,-3 19-103,-4 0-1,-1 130 0,-9-191 180,1 8-98,-2 0 0,-1-1 0,-12 62 1,-6-29 74,-4-2-1,-37 77 1,29-69-37,-6 1-15,23-37-3,-1-1 0,-3-1-1,-27 43 1,28-43 1,16-35-14,1-1-4,1-1 0,0 0 0,-1 0 0,1 0 0,0 1 0,-1-1 0,1 0 0,0 0 0,-1 0 0,1 0 0,-1 0 0,1 0 0,0 0 0,-1 0 0,1 0 0,0 0 0,-1 0 0,1 0 0,-1 0 0,1 0 0,0 0 0,-1 0 0,1 0 0,0-1 0,-1 1 0,1 0 0,0 0 0,-1 0 0,1-1 0,0 1 0,0 0 0,-1 0 0,1-1 1,0 1-1,0 0 0,-1 0 0,1-1 0,0 1 0,0 0 0,0-1 0,-1 1 0,1 0 0,0-1 0,0 1 0,0-1 0,0 1 0,0 0 0,0-1 0,0-21-102,0 16 38,0-172-6588,0 108 1755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9:36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0 2817,'0'0'4098,"-7"6"-3559,-20 19-19,26-24-91,0 0-1,0-1 0,1 1 0,-1 0 1,0 0-1,1 0 0,-1 0 0,0 0 0,1 0 1,-1 0-1,1 1 0,-1-1 0,1 1 1,0-2-354,0 1 1,0-1 0,0 1-1,0-1 1,0 1 0,0-1 0,0 1-1,0-1 1,0 1 0,0-1-1,1 1 1,-1-1 0,0 0 0,0 1-1,0-1 1,1 1 0,-1-1-1,0 0 1,1 1 0,-1-1 0,1 1-1,17 7 180,-18-8-218,20 2 263,0 0 0,-1-1-1,37-2 1,-10 0-287,70 0 5,128 2-47,-230 0 31,-1 1 0,0 0 1,1 1-1,-1 0 0,-1 1 0,1 1 0,0 0 1,12 8-1,12 8 95,42 32 0,3 3 97,-55-40-148,95 61 60,-100-61-70,0 1 0,-1 1 0,22 24 0,-20-15-21,-2 0 1,0 1-1,32 59 1,-50-81-8,74 149 318,-64-123-201,0 1 0,14 66 0,-14-35 2,-4 1 1,3 111-1,-12-108-65,-1 85 158,-1-135-205,0 0-1,-2 0 1,0 0-1,-10 27 0,-34 67 247,9-22-39,18-38-177,-1-2 0,-2 0 0,-3-1 0,-2-2 0,-1-1 0,-71 80 0,37-59 5,-2-3 0,-132 97 0,178-147-73,-1-1 0,0 0 0,-1-2 0,-1-1 0,0 0 0,-40 10 1,21-9-59,-57 23 0,9-3 155,55-19-79,-44 22 0,46-19-12,29-13-15,1-1 1,-1 0-1,0 0 1,0 0 0,0-1-1,0 1 1,0-1-1,0 0 1,0 0-1,0 0 1,0-1-1,0 0 1,0 1-1,0-1 1,0 0-1,0-1 1,1 1 0,-1-1-1,0 0 1,1 0-1,0 0 1,-1 0-1,1 0 1,0-1-1,0 0 1,0 1-1,0-1 1,-4-6-1,7 7-321,0 1 0,0-1-1,0 0 1,1 1-1,-1-1 1,0 0 0,1 1-1,-1-1 1,1 0-1,-1 1 1,1-1 0,0 1-1,0-1 1,-1 1-1,1-1 1,0 1 0,2-2-1,3-7-2588,7-13-6486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9:39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3826,'0'0'10415,"20"0"-9524,524-3 83,-363-6-891,-164 9-82,19 0-20,0 0 0,0-3 0,54-10 0,-41 4-32,1 2-1,1 2 1,68 3 0,122-1 283,-233 3-202,0 1 1,0 0 0,0 1-1,0 0 1,10 4 0,-11-3 47,1-1 1,0 0 0,-1 0 0,1-1-1,9 1 1,-16-2 105,-1-5-207,1 0 1,-1 1-1,0-1 0,0 0 1,-2-4-1,1 9 39,1 0 1,-1-1-1,0 1 0,0 0 0,0 0 1,0 0-1,0 0 0,0 0 1,0 0-1,0 0 0,0 0 0,0 0 1,0 1-1,0-1 0,0 0 0,1 1 1,-1-1-1,0 0 0,0 1 1,0-1-1,0 1 0,-1 1 0,1-1 0,-1 1-1,1 0 1,0-1-1,-1 1 0,1 0 1,0 0-1,0 0 1,0 0-1,-1 4 1,0 2 38,0 0 0,1 0 1,0 1-1,0 13 0,0 0 81,0-13 51,1 1 1,0-1-1,2 18 1,-1-25-146,-1 0 1,1 0-1,-1 0 0,1 0 0,0 0 0,0 0 1,0 0-1,0 0 0,0 0 0,0 0 1,0-1-1,1 1 0,-1 0 0,1-1 0,-1 1 1,1-1-1,0 0 0,-1 1 0,1-1 0,0 0 1,4 2-1,6 0-21,0 0-1,0-1 1,0 0 0,1-1 0,-1 0-1,1-1 1,-1 0 0,1-1 0,21-4-1,-30 4-81,0-1-1,1 0 1,-1 0 0,0 0-1,0 0 1,0 0-1,0-1 1,0 0-1,0 0 1,-1 0 0,0 0-1,1-1 1,-1 1-1,0-1 1,-1 0-1,1 0 1,-1 0-1,0 0 1,0 0 0,2-6-1,-1 1-163,0 1-1,-1-1 1,0 0 0,0 1-1,-1-1 1,0 0-1,-1 0 1,0 0 0,-2-17-1,1 25 247,1 1 0,-1-1 0,1 0 0,-1 1-1,1-1 1,-1 0 0,0 1 0,1-1 0,-1 1 0,0-1-1,0 1 1,1-1 0,-1 1 0,0-1 0,0 1-1,1 0 1,-1-1 0,0 1 0,0 0 0,0 0 0,0 0-1,0 0 1,0 0 0,1-1 0,-1 2 0,-1-1 0,-32 0 484,22 1-370,6-1-133,0 1 0,1 0 0,-1 0 0,0 1 0,0 0 0,1 0 0,-1 0 0,1 1 0,0-1 0,-1 1 0,1 1 0,1-1 0,-8 6 0,9-4-2079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9:42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0 157 2113,'0'0'4093,"0"-8"-3907,0-141 6585,2 179-6384,1-1 0,12 52 0,-2-15 82,1 66 461,0-6 43,-14-125-962,0 2 23,0-1 0,1 1 0,-1 0 0,0-1 0,1 1 0,0 0 0,0-1 0,0 1-1,0-1 1,0 1 0,0-1 0,0 1 0,1-1 0,0 0 0,-1 0 0,1 0 0,0 0 0,3 3 0,-2-5-2,-3 0-40,0-56-4044,-2-28 2672,1-55-3110,11 45-1353,-10 80 5038,0 10-1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29:43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71 160 512,'0'0'2417,"-7"-18"-1101,7 6-591,-1 10-501,1-1 0,0 0 0,0 0 0,0 0 0,0 1 0,0-1 0,0 0-1,1 0 1,0 0 0,-1 1 0,1-1 0,0 0 0,2-3 0,-1 4-321,-1-1-1,1 1 1,-1-1-1,1 0 1,-1 1-1,0-1 1,0-3-1,0 3 112,-1 1 0,1 0-1,0 0 1,0-1 0,0 1 0,0 0-1,0 0 1,0 0 0,0 0 0,1 1-1,-1-1 1,1 0 0,-1 0 0,4-1-1,-2 0 22,0 1 0,1 0 0,-1 0 0,1 0 0,0 0 0,0 0 0,-1 1 0,1 0 0,7-2 0,20-1 657,0 0 0,40 1 0,-69 3-646,-1 1 0,1 0 0,-1-1 0,1 1 0,-1 0 0,0 0 0,1 0 0,-1 0 0,0 0 0,0 0 0,0 0 0,0 0 1,0 0-1,0 1 0,2 1 0,12 23 559,-11-16-410,0 0 0,-1 1 0,-1-1 0,0 1 0,0 0-1,-1 0 1,0 0 0,-1 0 0,0 0 0,-2 13 0,1-18-193,-1 0-1,0-1 0,1 1 0,-2-1 0,1 0 0,-1 0 0,1 0 0,-1 0 0,-1 0 0,-6 7 0,2-2-23,-1 0 0,0-1-1,-19 14 1,23-20-86,0 0-1,0 0 1,-1 0 0,1-1-1,-1 0 1,0 0 0,0 0-1,0 0 1,0-1 0,0 0-1,0-1 1,-9 1-1,15-1 93,0-2 28,0 0 0,0 0 0,0 1 0,1-1-1,-1 0 1,1 0 0,-1 1 0,1-1 0,-1 0-1,1 1 1,0-1 0,0 0 0,0 1 0,0 0-1,0-1 1,0 1 0,0-1 0,1 1 0,1-1-1,0-1-13,0 1 0,1 0-1,-1 0 1,1 0 0,0 1-1,0-1 1,-1 1 0,6-1-1,7-1-17,0 1-1,0 0 1,20 2-1,-36 0 22,9 0 7,-5-1 14,0 1 1,-1 0-1,1 0 0,0 0 1,-1 0-1,1 1 0,0 0 1,-1-1-1,1 1 0,-1 1 1,1-1-1,-1 0 0,1 1 1,-1 0-1,5 3 0,1 2 138,-1 1-1,0 0 0,0 1 0,0-1 0,-1 2 0,-1-1 0,1 1 0,-1 0 1,-1 0-1,0 1 0,-1-1 0,0 1 0,0 0 0,-1 0 0,-1 1 1,0-1-1,0 1 0,-1-1 0,-1 20 0,1-27-102,-1 1-1,0 0 1,0 0-1,-1-1 1,1 1 0,-1 0-1,0-1 1,0 1-1,-1-1 1,1 1 0,-1-1-1,0 0 1,0 0-1,-1 0 1,1 0-1,-1 0 1,0 0 0,0 0-1,0-1 1,0 0-1,-1 1 1,1-1 0,-6 3-1,-8 7-81,-1-1 0,-1 0 0,0-1 0,0-1 0,-1-1 0,0-1 0,0-1 0,-1-1 1,0 0-1,0-2 0,-1 0 0,1-1 0,-1-2 0,0 0 0,1-1 0,-24-3 0,42 2-114,1 1-1,0-1 1,0 0 0,0 1-1,-1-1 1,1 0 0,0 0 0,0-1-1,0 1 1,1 0 0,-1-1-1,0 1 1,0-1 0,1 1 0,-1-1-1,1 0 1,-1 0 0,-1-2-1,-11-14-3317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0:29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1088,'4'-6'12601,"-4"195"-11721,3-27-650,-2-154-210,-1-1 1,2 0-1,-1 1 0,3 7 1,-1-7 18,-2-1 0,1 0 1,-1 1-1,1 9 1,0 20 226,9 55 0,-5-56-221,2 56-1,-5 314-105,-3-405 426,23-1 93,-12 1-420,0-1 0,0 0 0,1-1 0,-1-1 0,13-2 0,-2-1-37,0 2-1,0 0 1,1 1-1,-1 2 1,31 2-1,5 0 2,268-5 361,-325 3-259,-1 1-359,-1 1 67,1-1-1,0 1 1,0-1-1,0 1 1,-1-1-1,1 0 1,-1 1-1,1-1 1,-2 2 0,-8 3-3491,-6-5-3586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0:31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93 3153,'0'0'4250,"-34"-6"-2884,29 1-1027,5 4-205,-1 0 1,0 0-1,0 0 1,0 0 0,0 0-1,1 0 1,-1 0-1,0 1 1,0-1 0,-1 0-1,1 1 1,0-1-1,-5-1 4760,14 98-4072,-3-63-670,-1 32 0,-4-43-94,4 219 372,0-170-350,3-1 0,17 77 0,-4-35 225,-16-76-265,-1 1 0,-4 65 0,-1-33-14,2-27-34,11-57 99,-9 11-64,0 0 1,0 1-1,0-1 1,1 1-1,-1-1 1,1 1-1,0 0 0,0 0 1,0 0-1,1 0 1,-1 0-1,0 1 1,1 0-1,0-1 0,0 1 1,0 1-1,0-1 1,0 1-1,8-3 1,7 1 65,0 0 0,0 1 0,27 0 0,24-3 5,-64 4-96,39-6 209,65-22 0,-96 24-168,1 0 0,-1-2 1,0 0-1,-1 0 0,0-1 1,0-1-1,0 0 0,13-14 1,7-9-31,32-42 1,-53 58-7,-1 0-1,0-1 1,-1 0-1,-1-1 1,8-20 0,-9 17 19,-1-1 0,-1 0 0,-1 0 1,-1-1-1,-1 1 0,1-36 1,-1-210 792,-4 260-798,0-1-1,0 0 1,-1 1 0,0-1 0,-1 1 0,0 0 0,-7-15 0,-1 3 30,-22-34 0,23 41-50,0 1 0,-1 0-1,0 0 1,-1 1 0,-1 1 0,1 0-1,-1 0 1,-1 1 0,0 1 0,0 1-1,-1 0 1,1 0 0,-2 2 0,1 0 0,-1 0-1,1 2 1,-1 0 0,0 1 0,0 0-1,-22 1 1,-202-11-78,235 13 73,-1-1 1,1 1 0,-1 1-1,1-1 1,0 1 0,0 0-1,-1 0 1,1 0 0,1 1-1,-1 0 1,0 0 0,-8 7-1,3-3 12,1-1-1,-18 9 0,25-15-7,1 9-894,1 0-4036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0:33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1121,'0'0'4092,"0"-5"-3761,0-11-234,0 4 7676,21 12-6884,136-12 191,277 12 478,-431 1-1524,0-1 1,0 0-1,0 1 1,0 0-1,-1 0 0,1 0 1,4 1-1,-4 0-17,0-1 1,0 0-1,0 0 0,1 0 1,-1 0-1,0 0 0,6-1 1,22 0 342,-30 0-40,-1 3-30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1:27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16 4626,'0'0'6030,"-2"-1"-5494,0 1-432,1-1-5,1 1-1,0 0 0,-1 0 0,1 0 1,-1 0-1,1 0 0,-1-1 1,1 1-1,-1 0 0,1-1 1,0 1-1,-1 0 0,1 0 1,0-1-1,-1 1 0,1-1 1,0 1-1,-1 0 0,1-1 1,0 1-1,-1-5 3722,21 7-3237,-4-2-464,-10 2-76,-1 1 1,0-1 0,0 1-1,0 0 1,0 1 0,-1-1-1,1 1 1,-1 0-1,0 0 1,0 1 0,0-1-1,4 8 1,4 7 229,18 38 0,-22-41-178,-1-2-93,-1 1 1,-1 0-1,0 0 0,-1 0 0,3 23 0,-3-2 61,-2 45 0,1 302-50,-4-359-9,-2 0 0,-1 0 0,-13 42 0,2-9-6,10-39-104,-2-1 1,0 1-1,-1-1 0,-1-1 1,0 1-1,-1-1 1,-19 22-1,4-3 177,13-16-84,-15 32 0,5-7-4,10-18 26,10-21-11,1 0 1,-2 0 0,1-1-1,0 1 1,-1-1 0,0 1-1,-5 5 1,7-9-119,1-1-176,0 2 312,21-1 58,-12-1-52,4 0-10,1 1 1,0-2-1,-1 0 1,1-1-1,-1 0 0,0-1 1,1 0-1,16-7 1,93-45 21,-110 47-57,-1 0 0,-1-1-1,1 0 1,-1-1 0,-1-1-1,14-16 1,23-23 61,-28 31-38,-2-1 1,0-1-1,-1-1 1,-1 0-1,14-31 1,5-3-1,-19 29 77,-1 0 0,-1-1 0,15-50 1,17-93 269,-43 161-344,24-112 135,-23 103-116,-1 0 0,0 0-1,-1-1 1,-3-27-1,0-1 31,2 43-48,-1 0-1,0 0 0,0 0 0,0 0 0,0 1 0,-1-1 0,0 0 0,0 1 0,0-1 0,-5-6 0,-36-44 81,19 25-60,19 24-30,-1 0 0,0 1 0,0-1 0,-1 1 0,1 1 0,-1-1 0,0 1 0,-1 0 0,1 1 0,-1 0 0,-9-3 0,4 1 13,0-1 0,-18-10 0,22 12-2,1 0 0,-1 0 1,0 1-1,0 1 0,0-1 0,-18-1 0,-20-6 12,30 5-25,-1 1 0,0 1-1,0 0 1,0 1 0,0 1-1,-28 2 1,38 0 6,1 1 1,0 0 0,0 1-1,0 0 1,0 0 0,1 0-1,-1 1 1,1 0 0,-8 6-1,13-2 2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1:29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53 1969,'0'0'5891,"-5"0"-5123,-17 1 5529,23 1-4592,5 1-1474,15-3 15,62 1 52,156-20 1,-108 1-347,145-3 1,133 20 234,-215 2-1,-145 0 191,61 10 1,-109-11-343,0 0 1,0 0-1,-1 0 1,1 0 0,0 0-1,0 0 1,-1 1-1,1-1 1,0 0 0,0 0-1,-1 1 1,1-1-1,0 0 1,-1 1 0,1-1-1,0 0 1,-1 1-1,1-1 1,-1 1 0,1-1-1,-1 1 1,1-1-1,-1 1 1,1 0 0,-1-1-1,1 1 1,-1 0-1,0-1 1,1 2 0,-1-1-371,0 0-1,-1 0 1,1 0 0,-1 0 0,1 1 0,-1-1 0,1 0 0,-1-1 0,0 1 0,0 0 0,1 0 0,-1 0 0,0 0 0,0 0-1,0-1 1,0 1 0,0 0 0,-1 0 0,-12 8-10222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4:21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3922,'0'0'3233,"-1"0"-2977,0 1 1,0-1-1,1 0 0,-1 0 0,0 0 0,0 1 0,0-1 0,0 0 0,1 1 0,-1-1 1,0 0-1,0 1 0,1-1 0,-1 1 0,0 0 0,0 0 0,-1 6 43,2-5 99,-1 0 1,1 1-1,-1-1 1,1 0-1,0 1 1,0-1-1,0 0 1,0 4-1,0-5-359,1 0 0,-1 0 0,1 0 0,-1 0 0,1 0 0,0 0 0,-1 0 0,1-1 0,0 1 0,0 0 0,-1 0 0,1 0 0,0-1 0,0 1 0,0 0 0,0-1 0,0 1 0,0-1 0,0 1 0,2 0 0,12 3 24,-1-1 0,1 0 0,-1-1 1,1-1-1,0 0 0,0 0 0,21-4 1,39 3 105,167 2-138,-116-4-17,-98 0-10,-1-1 0,1-1-1,40-11 1,-41 8-11,0 1 0,1 1 0,43-2 0,-48 7 7,228 10 16,-226-6-14,30 8 0,-30-5 3,30 3-1,269 5-17,-313-14 12,0 0-1,1 1 1,-1 0 0,0 1-1,0 1 1,20 8 0,-19-7 0,0 0-1,0-1 1,0 0-1,25 3 1,-23-5-4,-1 1 0,0 0-1,0 1 1,0 1 0,0-1 0,-1 2 0,0 0 0,0 1 0,0 0 0,-1 0 0,15 14-1,-13-12 13,-10-6-22,1-1 0,-1 1 0,1 0-1,-1 0 1,0 0 0,0 0-1,-1 0 1,4 5 0,0-2 30,0-1 1,0 1-1,1-1 1,0-1-1,7 5 1,-11-8-15,-1 1 0,0-1 1,0 1-1,0-1 0,-1 1 0,1 0 0,0 0 1,-1-1-1,1 1 0,-1 0 0,1 1 0,-1-1 1,0 0-1,1 3 0,0 2 19,0-1 0,-1 1 0,0-1 0,0 8 0,0-2 81,42 308 254,-38-286-292,1 61 0,1 9-40,-7-102-23,1 0-1,0 1 1,-1-1-1,1 0 1,0 0 0,0 0-1,0 0 1,0 0-1,1 0 1,1 3-1,-2-4 6,1 1-1,-1-1 0,0 1 0,0-1 1,-1 1-1,1-1 0,0 1 0,-1 0 0,1-1 1,0 1-1,-1 0 0,0-1 0,1 1 0,-1 2 1,3 13-13,-3-16 53,0 31-26,1-9-5,-1-15-11,1-1 0,-1 1 0,0-1 1,-1 1-1,0-1 0,0 1 0,-5 13 1,3-12-2,1-1 1,1 1-1,-1-1 0,1 1 1,1 0-1,0 12 1,-4 30 1,1-36-6,1-4-3,-1 0 1,2 0 0,-1 0-1,2 1 1,-1-1 0,2 0-1,1 12 1,-2-22 7,1 1 0,0-1 0,-1 0 1,1 0-1,0 0 0,0 0 0,0 0 1,0-1-1,0 1 0,0 0 0,0 0 0,0-1 1,0 1-1,0 0 0,1-1 0,-1 1 0,0-1 1,2 1-1,28 7 91,-23-7-62,66 15-40,0-3 0,1-3 0,124-1-1,-132-10-40,80 3-106,-124-1 143,0 2 1,-1 1 0,1 0-1,29 11 1,19 16 37,-46-19-14,39 13 1,-64-25-17,1 0 0,-1 0 0,1 1 0,-1-1 0,1 0 0,-1 0 0,1 1 0,-1-1 0,1 1 0,-1-1 0,0 0 0,1 1 0,-1-1 0,0 1 0,1-1 0,-1 1 0,0-1 0,0 0 0,1 1 0,-1-1 0,0 1 0,0 0 0,0-1 0,0 1 0,0-1 0,0 1 0,1-1 0,-1 1 0,0-1 0,-1 1 0,1-1 0,0 1 0,0 0 0,0 0 0,0 0 11,-1 1-1,1 0 1,-1-1 0,1 1-1,-1-1 1,0 1-1,0-1 1,0 1 0,0-1-1,-1 2 1,-4 2-403,0 0 0,-1-1 0,1 0-1,-1 0 1,1 0 0,-1-1 0,-12 4 0,12-4-314,-31 11-4071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4:23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3890,'3'0'11672,"17"3"-11245,227 3 1699,292-6-1560,-518 1-566,38 7 0,-37-5-1,40 3-1,33-5 91,-78-1-5066,-33 8 1240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4:24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1844 6659,'0'0'5869,"2"2"-5482,3 2-207,0-1-1,0 1 0,1-1 1,-1 0-1,1-1 1,0 1-1,0-1 0,0 0 1,0 0-1,0-1 0,10 1 1,10 1 784,39-2-1,-42-2-876,-12 1-78,0-1 0,0-1-1,0 0 1,-1 0-1,1-1 1,17-7-1,59-33 12,-81 40-22,11-7 2,26-22 0,8-4-3,-45 32 6,0 0-1,0-1 0,0 0 0,-1 0 1,0 0-1,0-1 0,-1 0 1,1 0-1,-1 0 0,-1 0 1,1-1-1,-1 1 0,5-14 1,0-6 5,-1-1 1,5-38 0,-5 21 66,1-14 56,-3 0 1,-4-110 0,-2 80-237,2-11 59,-8-205 180,2 29-257,6 162 89,0 104 26,1 1-1,-1 0 1,2 0-1,-1 1 0,1-1 1,0 0-1,0 1 1,1 0-1,0 0 1,1 0-1,5-7 1,9-18-15,-17 29 25,-1 0 1,1 0 0,0 0-1,-1 0 1,1 1 0,0-1-1,1 0 1,-1 1 0,0 0-1,1-1 1,0 1 0,-1 0-1,1 0 1,0 1 0,0-1-1,4-1 1,40-3 222,0 2 0,57 2 0,-80 2-198,-5-1-13,-1-2 1,1 0 0,-1-1 0,31-11-1,-25 8 10,44-9-1,-60 15 49,-4 1-252,-6 0-218,1-1 264,0 1 0,0 0 0,0-1 1,0 1-1,0 0 0,0-1 0,0 1 0,0-1 1,0 0-1,0 1 0,0-1 0,0 0 0,1 1 0,-2-2 1,-11-29-3237,-1-14-4023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4:26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4434,'0'0'7107,"6"2"-6587,0 0-1,-1 0 0,1 1 1,0 0-1,5 4 0,3 7-276,0 0-1,0 2 0,-2 0 0,0 0 1,-1 1-1,0 0 0,-1 1 0,-1 0 1,11 33-1,59 229 273,-27-132-482,-36-111-22,-2 2 0,-2-1 0,-1 2 0,9 61 0,-15 45 72,-5-88 26,15 102 0,-7-103-94,-1-1 0,-2 62 1,-5-108-40,0-1 11,0 0 0,0 1-1,0-1 1,-1-1 0,-1 1 0,0 0 0,0 0 0,-6 15 0,-43 73-313,-30 64 71,60-97 252,17-49-2,0-1-1,-1 1 1,-1-1 0,0 0-1,-11 18 1,15-30-55,0 0 0,0-1 0,0 1 0,0 0 0,0-1 1,-1 1-1,1-1 0,0 0 0,-1 0 0,1 0 0,-1 0 0,1 0 0,-1-1 1,1 1-1,-1-1 0,0 1 0,1-1 0,-1 0 0,0 0 0,1 0 0,-6-1 0,5 1 47,3 0 186,0-2-153,1 0 1,-1 0-1,1 0 0,0 0 0,0 0 1,0 0-1,0 0 0,0 0 0,0 1 1,0-1-1,1 0 0,-1 1 0,1-1 1,-1 1-1,1 0 0,-1-1 0,1 1 0,0 0 1,0 0-1,-1 0 0,4-1 0,6-3 10,0 0-1,18-4 1,-23 7 12,31-11 260,65-33-1,-61 26-213,-18 11-32,1 0-1,32-7 1,-35 11 44,0-1 1,0-1-1,34-16 1,-24 4-53,0-1 0,-1-1 1,-2-2-1,48-47 1,-26 15 206,58-83 0,-97 121-204,-1-1 1,-1 0-1,0 0 1,-1-1-1,-1-1 1,-1 1-1,5-25 1,-2-2-54,-3 0 0,1-49-1,-6-151 139,-1 131-184,-2 84 33,-2 0-1,-1 1 1,-1-1-1,-13-38 1,-6-26 36,12 38-104,-22-63 0,24 91 67,-1 1 0,-2-1 1,-32-50-1,35 64 29,-1 1 1,-1 0-1,0 0 1,-1 1-1,-1 1 0,0 1 1,0 0-1,-1 0 1,-20-8-1,3 3 15,0 2 1,-2 1 0,-64-14-1,70 23 5,-1 0-1,0 2 1,-54 4 0,21 0-20,35 0-14,0 1 0,1 1-1,-1 2 1,-40 14 0,57-16 7,9-4-14,1 0 0,0 0 0,0 0 0,0 1 0,-1-1-1,1 0 1,0 1 0,0-1 0,0 1 0,0-1 0,0 1 0,0 0 0,0 0 0,0-1-1,0 1 1,0 0 0,0 0 0,0 0 0,1 0 0,-1 0 0,0 0 0,1 0 0,-2 2-1,2-2-223,0-1 39,0 0 1,0 0-1,0 1 0,0-1 0,0 0 0,0 0 0,0 1 0,0-1 1,0 0-1,0 0 0,0 0 0,0 1 0,17 5-13294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4:28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4 157 6819,'0'0'5077,"0"0"-5064,-1 0-1,1 0 0,0 0 1,0 0-1,0 0 1,0 0-1,0 0 1,-1 0-1,1-1 1,0 1-1,0 0 1,0 0-1,0 0 0,0 0 1,0 0-1,-1 0 1,1 0-1,0 0 1,0-1-1,0 1 1,0 0-1,0 0 0,0 0 1,0 0-1,0 0 1,0-1-1,0 1 1,0 0-1,0 0 1,0 0-1,0 0 1,0 0-1,0-1 0,0 1 1,0 0-1,0 0 1,0 0-1,0 0 1,0-1-1,0 1 1,0 0-1,6-1 246,1-1 1,-1 2-1,1-1 0,0 1 1,11 0-1,8 0 185,145-15 839,95-3-961,-126 12 70,189-34-1,77-4-328,29 41 288,-22 1 349,-215 4-232,-157-5 1190,-51 10-1077,3-6-1640,0-27-10279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4:28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27 2449,'0'0'9450,"2"5"-5291,-8-7-4066,1 0 0,-1 0-1,0 0 1,0 1 0,1 0 0,-1 0-1,0 0 1,0 1 0,0 0 0,0 0-1,0 0 1,-7 2 0,12-2-75,0 1 0,0 0 0,0-1 0,-1 1 0,1 0 0,0 0 0,0-1 0,0 1-1,0 0 1,0 0 0,0 0 0,1 0 0,-1 1 0,0-1 0,0 0 0,1 0 0,-1 0 0,1 1 0,-1-1 0,1 0 0,0 1 0,-1-1 0,1 0 0,0 1 0,0 1 0,-1 43 522,1-33-320,0-10-159,0-1-1,0 1 1,0-1-1,1 1 1,-1-1-1,0 1 1,1-1-1,0 0 1,0 1-1,-1-1 1,1 1-1,1-1 1,-1 0-1,0 0 1,0 0-1,1 0 1,0 0-1,-1 0 1,3 2-1,0-1-16,-1-2 0,0 1-1,1 0 1,-1-1-1,1 1 1,0-1-1,-1 0 1,1 0 0,0 0-1,0-1 1,0 0-1,4 1 1,-1-1-35,-1 1 0,1-1-1,0-1 1,-1 1 0,1-1 0,0 0 0,-1-1-1,13-4 1,-15 4-14,-1 0 0,1 0 0,-1 0 0,0-1 0,0 0 0,1 0 1,-2 0-1,1 0 0,0 0 0,-1 0 0,1-1 0,-1 1 0,0-1 0,0 0 0,1-5 0,0 4-152,-1-1 0,0 0 0,-1 0 0,1 0 0,-1 0 0,0 0 0,-1 0 0,1 0 0,-1-1 0,0 1 0,-1 0 0,-1-8 0,1 13 120,0-1 1,0 0-1,0 1 0,0-1 0,-1 1 0,1-1 1,-1 1-1,1-1 0,-1 1 0,1 0 1,-1 0-1,0 0 0,1 0 0,-1 0 1,0 0-1,0 1 0,0-1 0,0 0 1,0 1-1,0 0 0,0-1 0,0 1 1,0 0-1,0 0 0,-3 0 0,-9 0 88,1 0 0,-19 3 0,28-2-27,0 0 0,0-1-1,0 2 1,0-1 0,0 0 0,0 1-1,0 0 1,0 0 0,0 0 0,0 0 0,1 1-1,0-1 1,-1 1 0,1 0 0,0 0-1,0 0 1,0 0 0,1 1 0,-1-1 0,1 1-1,0 0 1,-3 5 0,6-9-142,-1 0 0,0 0 0,0 1 0,1-1 0,-1 0-1,0 0 1,1 0 0,-1 0 0,0 0 0,1 0 0,-1 1 0,1-1 0,-1 0 0,0 0 0,1 0 0,-1 0 0,0 0 0,1 0 0,-1-1-1,0 1 1,1 0 0,-1 0 0,0 0 0,1 0 0,-1 0 0,0 0 0,1-1 0,-1 1 0,0 0 0,1 0 0,-1 0 0,0-1-1,0 1 1,1-1 0,34-16-7173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4:29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27 720,'0'0'4674,"4"-27"-4065,-8 27-513,-2 0-128,-1 0 32,0 0-32,4 0-96,-4 0-64,-3 0-657,-3 0-1392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4:31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27 314 1072,'0'0'1977,"0"-6"-1467,0-184 11511,0 198-11652,0 561 3112,0-568-3467,0-10-401,1-84-1323,-3-117-3154,0 186 4058,-9-39 0,7 43 908,0-1-1,-1-35 1,5-63 2552,1 117-2606,-1 0-1,1 0 0,0 1 0,0-1 0,0 0 0,0 0 1,0 1-1,0-1 0,1 0 0,-1 1 0,1 0 1,-1-1-1,1 1 0,-1 0 0,1-1 0,2 0 0,30-19 85,-27 16-125,0 1 1,1 0-1,-1 1 0,1 0 0,0 0 1,0 1-1,0 0 0,0 0 1,1 1-1,14-1 0,-14 2 31,-4 0-16,0 0 1,0 0-1,0 0 1,0 1-1,0-1 1,7 3-1,-10-2-4,0 0-1,0 0 1,0 0-1,-1 1 0,1-1 1,-1 0-1,1 0 1,-1 1-1,1-1 1,-1 1-1,0 0 1,0-1-1,1 1 1,-1 0-1,0 0 1,-1 0-1,1-1 0,0 1 1,0 4-1,3 9 176,-2 0 0,0 0 0,-1 0 0,0 1 0,-2 16-1,0 0 121,2-18-160,-1-1-1,-1 1 1,0 0 0,-1-1-1,0 1 1,-1-1-1,-1 0 1,0 0-1,0 0 1,-9 15-1,12-26-136,-10 18 268,-23 29 1,33-48-491,5-4-642,5-2 683,0-1-1,0 2 1,0-1 0,0 1 0,1 1-1,-1 0 1,12-2 0,-16 4 127,-1 0 0,0 0-1,1 1 1,-1 0 0,0 0 0,1 0 0,-1 0 0,0 1-1,1 0 1,-1 0 0,0 0 0,0 0 0,0 0 0,0 1-1,0 0 1,0 0 0,0 0 0,0 0 0,-1 1-1,4 3 1,-2-1 96,0 1 0,0 0 0,-1 0 0,0 0 0,-1 1 0,1 0 0,-1-1 1,0 1-1,-1 0 0,0 0 0,0 1 0,1 9 0,-2-11-3,0 0 0,0 0 1,-1 0-1,0 0 1,0 0-1,-1 0 0,0 0 1,0 0-1,0 0 1,0 0-1,-1 0 0,0-1 1,-1 1-1,1-1 1,-7 11-1,0-5 17,-1-1 1,-1 1-1,0-2 1,-1 1-1,1-1 0,-21 10 1,-79 38 27,109-56-96,-2 1-7,-3 2-12,0 0 1,-1-1-1,0 0 0,1-1 1,-1 1-1,0-2 1,-15 3-1,23-4 0,0 0 0,0 0 1,0 0-1,-1 0 0,1 0 1,0 0-1,0 0 0,0 0 0,-1 0 1,1 0-1,0 0 0,0 0 0,0 0 1,0 0-1,-1 0 0,1 0 1,0-1-1,0 1 0,0 0 0,0 0 1,-1 0-1,1 0 0,0 0 0,0 0 1,0 0-1,0-1 0,0 1 1,0 0-1,0 0 0,-1 0 0,1 0 1,0-1-1,0 1 0,0 0 0,0 0 1,0 0-1,0 0 0,0-1 1,0 1-1,0 0 0,0 0 0,0 0 1,0-1-1,0 1 0,0 0 0,0 0 1,0-1-1,0-29-1893,0-15-1547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4:31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4530,'0'0'7459,"1"2"-6258,0-1-1089,0 1 1,0-1-1,0 0 1,0 0-1,0 0 1,0 0-1,0 0 1,0 0-1,0-1 1,0 1-1,1 0 1,-1-1-1,0 1 0,1 0 1,-1-1-1,0 0 1,1 1-1,-1-1 1,1 0-1,1 1 1,39 1 1060,-12-1-751,-25 0-365,8 1 147,1 0 1,-1 1-1,20 7 1,-31-9-162,1 0 0,-1 0 0,1 0 0,-1 0 0,0 0 0,0 0 0,0 1 0,0-1 0,0 1 1,0 0-1,0-1 0,0 1 0,-1 0 0,1 0 0,-1 0 0,1 0 0,-1 0 0,0 1 0,0-1 0,0 0 0,0 1 0,0-1 0,0 1 1,-1-1-1,1 0 0,0 4 0,-1 0 13,1-1-1,-1 0 1,0 0 0,-1 1 0,1-1-1,-1 0 1,0 0 0,0 0 0,-1 1-1,0-1 1,0-1 0,0 1 0,0 0-1,-1 0 1,1-1 0,-1 1 0,0-1-1,-1 0 1,-3 4 0,-35 34 106,-51 39 0,22-20-153,59-48-11,12-5-4,2-7 6,-1-1-1,1 1 1,0 0-1,0-1 0,-1 1 1,1-1-1,0 1 1,0-1-1,0 0 0,0 0 1,-1 0-1,5 0 0,57 0 113,111-15 1,-63 1-343,-64 13-6872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4:33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2385,'0'0'4698,"5"0"-319,17-3-2187,228 6 1026,-200 0-2562,-61-17-3257,-4-11-1180,1-5-2643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4:34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2161,'0'0'7118,"34"-6"-2172,73-1-3709,-59 5-899,1-2 1,74-16-1,-118 18-492,9 0 446,-13 2-446,-1 0-1,0 0 0,0 1 0,1-1 0,-1 0 0,0 0 0,1 0 0,-1 1 0,0-1 0,0 0 0,0 0 0,1 1 0,-1-1 0,0 0 0,0 0 0,0 1 0,0-1 0,1 0 0,-1 1 0,0-1 0,0 0 0,0 1 0,0-1 0,0 0 0,0 1 0,0-1 0,0 0 0,0 1 0,0-1 0,0 0 0,0 1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6:01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6147,'0'0'6808,"-5"9"-2803,12-10-3966,1 1 0,0 0-1,-1 1 1,1 0 0,-1 0 0,1 0 0,-1 1 0,1 0 0,-1 1 0,0 0 0,0 0 0,0 0-1,-1 1 1,1 0 0,-1 0 0,0 1 0,0-1 0,6 7 0,10 14-20,0 0 1,-2 2-1,-1 0 1,-2 1 0,27 56-1,-37-66-17,0 0-1,-1 0 1,-1 1 0,0 0-1,1 20 1,3 97 17,-7-84-11,8 55 1,1-10-60,-2 169 1,-9-266 49,-1 13 5,0 0 1,-1 1-1,-1-1 0,0 0 1,0 0-1,-11 23 0,-41 73 131,33-68-166,-5 5 27,17-30 18,1-1-1,-12 32 1,10-12 15,7-22-19,0-1-1,0 1 1,-1-1 0,-8 14-1,7-19-22,-1 0-1,0 0 1,-1-1-1,1 0 0,-1 0 1,-1-1-1,1 0 1,-18 7-1,20-9 51,-1 0-32,-9 6 51,15-8 32,12-9-691,22-28-4057,-13 8-2130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6:02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3826,'0'0'4436,"-1"-9"2877,7 9-7244,0 0 1,-1 1-1,1 0 0,0 0 1,-1 0-1,1 1 0,-1 0 1,1 0-1,-1 1 0,0-1 1,0 1-1,5 3 0,5 6 60,-1 0 1,19 19-1,15 14 348,-1-1-89,9 7-157,-52-47-221,0 0 0,0 0-1,0 0 1,-1 1 0,1 0-1,-1-1 1,0 1 0,-1 1 0,1-1-1,-1 0 1,0 1 0,2 7-1,1 10 120,5 38 0,-1 62 50,-7 140-1,-3-129-148,1-127-30,0 23 14,-1 0 0,-8 54 1,-5 19-143,12-94 124,-1-1-1,1 0 1,-1 0 0,0 0-1,-6 8 1,-3 10 54,-60 181 28,68-195-65,-7 21-47,-2-1 0,-24 45 0,31-67-5,0 0 0,0-1 0,-1 0 0,-1 0 0,0 0-1,0-1 1,0 0 0,-17 12 0,20-17 47,0 0 0,1 1-1,-1 0 1,1 0 0,0 0 0,0 0 0,1 1-1,-1-1 1,1 1 0,0 0 0,0 0 0,-3 8-1,3-3-464,8-13-1552,10-14-1658,3-14-3101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6:04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66 4386,'0'0'5152,"4"-9"-4443,12-27-170,-15 35-448,-1 0 0,0 0-1,1 1 1,-1-1 0,1 0 0,-1 1-1,1-1 1,-1 1 0,1-1-1,-1 0 1,1 1 0,0-1 0,-1 1-1,1 0 1,0-1 0,-1 1-1,1-1 1,0 1 0,0 0 0,-1 0-1,1-1 1,0 1 0,0 0-1,0 0 1,-1 0 0,1 0 0,2 0-1,1 0 278,6-3-20,0 1 0,-1 1 0,1 0 0,0 0 0,18 2 0,-8 0-96,73-3 471,111 5-432,-164 2-252,0 2 1,-1 2 0,0 2-1,-1 1 1,0 2 0,51 27-1,-76-34-1,0 2 0,-1-1 0,0 2 0,0-1 0,-1 2 0,-1-1 0,1 2 0,-2-1 0,0 1 0,8 14 0,9 19 209,31 74-1,-50-105-215,0 4-19,0 0 0,-2 1 1,0 0-1,0 0 0,1 25 0,-1 98 120,-5-120-76,0 245 174,-2-249-224,-1 1 0,-1-1 0,0 0 0,-1-1 1,-1 1-1,0-1 0,-12 20 0,2 2 116,8-23-121,1-1 0,-2 0 0,0 0 0,-1-1 0,0 0 0,-16 16 0,-80 68 123,53-52-53,34-29-33,4-2-36,-2 0 1,0-1 0,-1 0-1,0-2 1,-39 21 0,-122 33-81,-41-9 212,143-35-134,45-10-31,27-10 38,1 1 0,-1-2 0,1 1 0,-1 0 0,1-1 0,-1 0 0,0 0 0,-7 0 0,-18 5 25,28-6-41,2 0 7,0 0 0,0 0 0,0 0 0,-1-1 0,1 1 0,0 0 0,0 0 0,0 0 0,0 1 0,-1-1 0,1 0-1,0 0 1,0 0 0,0 0 0,-1 0 0,1 0 0,0 0 0,0 0 0,0 0 0,0 0 0,0 0 0,-1 0 0,1 1 0,0-1-1,0 0 1,0 0 0,0 0 0,0 0 0,0 0 0,-1 1 0,1-1 0,0 0 0,0 0 0,0 0 0,0 0 0,0 1 0,0-1-1,0 0 1,0 0 0,0 0 0,0 0 0,0 1 0,0-1 0,0 0 0,0 0 0,0 0 0,0 0 0,0 1 0,0-1 0,0 0-1,0 0 1,0 0 0,0 0 0,1 1 0,14-3-708,9-11-1098,10-11-1794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6:06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24 290 3394,'0'0'3801,"-4"0"-2966,-16 0 4693,31-1-4514,10-3-402,-1 0 0,21-9 0,-21 7-474,-1 0-1,26-3 1,5 1-32,14-2-76,-44 9-24,19-1 63,0-2 0,57-13 1,-41 7-64,0 2 1,0 2-1,72 2 1,-11 0-28,201 1-32,-163 5 37,-138-3 11,0 0 1,16-4-1,-16 2 2,1 1-1,17-1 0,225 3 66,-216 8-51,-36-4 105,-26-8 176,9 1-296,1 0 0,0 0 1,-13-7-1,16 6 8,0 1-1,-1 0 0,1 1 1,-1-1-1,1 2 1,-1-1-1,0 0 0,-12 0 1,18 2-2,1 1 0,-1-1 0,0 0 0,1 1 0,-1-1 1,0 0-1,1 1 0,-1-1 0,0 1 0,1-1 0,-1 1 0,1-1 1,-1 1-1,1 0 0,-1-1 0,1 1 0,0-1 0,-1 1 0,1 0 1,0 0-1,-1-1 0,1 1 0,0 0 0,0-1 0,0 1 0,0 0 1,-1 0-1,1 1 0,-2 28 218,1-23-121,1 5 23,-1-3 178,0 0 0,1 0 1,1 10-1,-1-17-257,1-1 0,-1 1 0,0 0 1,1-1-1,-1 1 0,1-1 0,-1 1 0,1-1 0,-1 1 0,1-1 1,0 0-1,0 1 0,0-1 0,0 0 0,0 1 0,0-1 1,0 0-1,0 0 0,1 0 0,-1 0 0,0 0 0,1 0 0,2 0 1,2 1-9,1 0 0,0 0 0,0-1-1,0-1 1,0 1 0,0-1 0,0 0 0,0 0 0,0-1 0,0 0 0,0-1 0,0 1 0,-1-1 0,1 0 0,0-1 0,-1 0 0,0 0 0,9-5 0,-10 3-143,1 0 0,-1 0-1,0-1 1,0 1 0,-1-1 0,1-1 0,-1 1 0,-1 0-1,1-1 1,-1 0 0,3-9 0,-2 2-434,-1 1-1,-1-1 1,0 0 0,-1 1 0,0-19 0,-1 30 478,0-1 1,0 1 0,0-1 0,0 0 0,-1 1-1,1-1 1,-1 1 0,0-1 0,0 0 0,0 1 0,0 0-1,0-1 1,0 1 0,-1 0 0,1 0 0,-1-1-1,-3-2 1,2 2 142,-1 1 0,1 0 0,-1 0 0,1 0 0,-1 0 0,0 0 0,0 1-1,0 0 1,0-1 0,-8 0 0,6 1 185,0 1 0,-1 0-1,1 0 1,0 0 0,0 0-1,0 1 1,-8 2 0,12-3-229,1 1-1,-1-1 1,0 1-1,0-1 1,1 1 0,-1-1-1,0 1 1,1 0-1,-1 0 1,1 0 0,-1 0-1,1 0 1,-1 0-1,1 0 1,0 1 0,0-1-1,-1 1 1,1-1-1,0 0 1,0 1 0,1 0-1,-1-1 1,0 1 0,0-1-1,1 1 1,-1 0-1,1 0 1,-1-1 0,1 4-1,2-5-1523,9 0-2470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6:07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50 166 4434,'0'0'8748,"-3"-4"-7665,-4-7-127,7 11-927,-1 0 0,1 0 0,0 0 0,0 0 0,0-1 0,0 1-1,0 0 1,0 0 0,0 0 0,0 0 0,-1 0 0,1 0 0,0 0 0,0 0-1,0 0 1,0 0 0,0 0 0,0 0 0,0 0 0,0 1 0,-1-1 0,1 0-1,0 0 1,0 0 0,0 0 0,0 0 0,0 0 0,0 0 0,0 0 0,0 0-1,0 0 1,0 0 0,-1 0 0,1 0 0,0 0 0,0 1 0,0-1-1,0 0 1,0 0 0,0 0 0,0 0 0,0 0 0,0 0 0,0 0 0,0 0-1,0 1 1,0-1 0,0 0 0,0 0 0,0 0 0,0 0 0,0 0 0,0 32 1866,1-18-2379,18 151 670,-5-58 79,-3 10 294,-5-34 167,4 1 0,26 104 0,-31-178-677,-4-9-41,-1 0 1,1 0-1,0 1 0,-1-1 1,1 0-1,-1 1 1,0-1-1,1 0 0,-1 1 1,0-1-1,0 3 1,0-3-52,0-5-235,-1-6-124,0 0 0,-1 0 0,-1 0 0,1 1-1,-8-18 1,-8-24-1085,0-44-1268,-11-157 1,26 219 2742,-2 1 0,-1 0 0,-19-61 0,21 75 99,0 0 1,1-1-1,0 1 1,2-1-1,0 0 1,3-21 0,-2 1 899,-2 22 130,-1-18 162,3 34-1269,0 0 1,0 0-1,0-1 1,0 1-1,0 0 0,1-1 1,-1 1-1,0 0 1,1 0-1,-1-1 1,1 1-1,-1 0 0,1 0 1,-1 0-1,1 0 1,0 0-1,0-1 0,0 1 1,1-1-1,7-3 38,0 0 1,1 1-1,-1 0 0,1 0 0,0 1 0,0 1 0,0 0 0,12-1 0,83-2 446,-100 5-484,-2 0 18,0 0 1,1 0 0,-1 1 0,1-1 0,-1 1-1,0-1 1,0 1 0,1 0 0,-1 1-1,0-1 1,0 0 0,0 1 0,0 0 0,0 0-1,3 2 1,-3-1 23,0 1 1,0-1-1,-1 1 1,1-1-1,-1 1 0,0 0 1,0 0-1,0 0 0,0 0 1,-1 0-1,2 8 0,0 2 101,0 0-1,-1-1 1,0 1-1,-1 0 1,-1 0 0,0 0-1,-1 0 1,0 0-1,-1 0 1,-1 0-1,0-1 1,-1 1 0,-1-1-1,0 0 1,-12 22-1,-3-6 1,-2-1 0,-49 49 0,68-74-147,-4 3-20,6-5 5,0 0 0,0-1 0,0 1 0,1 0 0,-1 0 0,0 0 0,0 0 0,0 0 0,1 0 0,-1 0 0,0 0 0,1 0 0,-1 0 0,1 0 0,0 1 0,-1-1-1,1 1 1,4-1-369,96-9-2776,-76 4 3073,0 2 0,0 0-1,0 1 1,0 2-1,31 4 1,-49-4 116,-1 1 0,0-1 0,1 1 0,-1 1 0,0-1 1,0 1-1,-1 0 0,1 0 0,0 0 0,-1 0 0,0 1 0,0 0 0,0 0 0,0 0 0,0 0 1,-1 1-1,0-1 0,0 1 0,0 0 0,2 5 0,-1 0 126,-1 0 1,0 0-1,0 0 0,-1 0 1,0 0-1,-1 1 0,0-1 1,-1 1-1,-1 19 0,0-22-102,-1-1 0,0 0 0,0 0 0,0 0 0,-1 0 0,0 0 0,0-1 0,-1 1 0,0-1 0,0 0 0,-1 0-1,1 0 1,-1-1 0,-1 1 0,-7 6 0,-6 3-19,-1-1 0,-1 0-1,-29 14 1,33-19-267,0-1 0,0-1 0,-1 0 0,-1-1 0,1-1 0,-1-1 0,1-1 0,-1 0 0,-23-1 0,41-1 36,1-1 1,-1 0 0,0 0-1,0 0 1,0 0 0,0 0-1,0 0 1,0 0 0,0-1-1,0 1 1,0 0-1,1 0 1,-1-1 0,0 1-1,0-1 1,-1 0 0,-1-17-5549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6:08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8740,'0'0'6467,"0"187"-4130,0-130-976,0-6-945,0-18-416,10-6-144,0-12-2930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6:38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228 130 1088,'0'0'2708,"-4"-6"-2606,0 2-211,1 1 333,0-1 0,0 1 0,0-1 0,1 1-1,-1-1 1,1 0 0,0 0 0,0-1 0,0 1-1,0 0 1,0-5 0,2 8-89,0 1 0,0-1 0,-1 0 0,1 1 0,0-1 0,0 1 0,0-1 0,-1 0 0,1 1 1,0-1-1,-1 1 0,1-1 0,0 1 0,-1-1 0,1 1 0,-1-1 0,1 1 0,-1-1 0,1 1 0,-1 0 0,1-1 0,-1 1 0,0 0 0,1 0 0,-1-1 0,1 1 1,-1 0-1,0 0 0,1 0 0,-1-1 0,0 1 0,1 0 0,-1 0 0,0 0 0,-17-7 1914,15 4-2030,0 0-1,0 0 1,-1 0-1,1 0 0,0 0 1,-1 1-1,0 0 1,0 0-1,0 0 0,0 0 1,0 0-1,0 1 1,0 0-1,0 0 0,-1 0 1,1 0-1,0 1 1,-8-1-1,10 1 20,-1 0 0,1 1 0,-1-1 0,1 0 0,-1 1 0,1-1 0,-1 1 0,1 0 0,0 0 0,-1 0 0,1 0 0,0 0 0,0 0 0,0 1 0,0-1 1,0 1-1,0-1 0,0 1 0,0 0 0,1 0 0,-1 0 0,1 0 0,-1 0 0,1 0 0,0 0 0,-1 1 0,1-1 0,1 0 0,-1 1 0,-1 3 0,1 0 151,0 1 0,0 0 0,0-1 0,1 1 1,0 0-1,2 10 0,-1 5 317,-1-20-465,0 1 32,0 0 0,0-1 0,0 1 0,0 0 0,0-1 0,1 1 0,-1 0 0,1-1 0,-1 1 0,2 2 0,-1-4-47,0 0 1,1 0-1,-1 0 0,0-1 0,0 1 1,0 0-1,1-1 0,-1 1 0,0 0 1,1-1-1,-1 0 0,1 1 0,-1-1 1,0 0-1,1 0 0,-1 0 1,1 0-1,-1 0 0,1 0 0,1 0 1,0 0-19,0-1 1,-1 1 0,1 0 0,0-1 0,-1 0 0,1 0 0,0 1 0,-1-2 0,1 1 0,-1 0 0,0 0-1,1-1 1,-1 1 0,0-1 0,0 0 0,0 0 0,0 0 0,0 0 0,0 0 0,-1 0 0,1 0-1,-1-1 1,1 1 0,-1 0 0,0-1 0,0 1 0,0-1 0,0 0 0,0 1 0,0-5 0,2-8-704,0 0 1,-2 0 0,0 0-1,0-17 1,-1 29 488,0 2 170,0 0 0,-1 0-1,1 0 1,0 0 0,0 0-1,-1 0 1,1 0 0,0 0 0,-1 0-1,1 0 1,-1 0 0,1 0 0,-1 1-1,0-1 1,1 0 0,-1 0 0,0 0-1,0 1 1,1-1 0,-1 0 0,-2 0-1,1-1 44,-1 1 1,1 0-1,-1 0 0,0 0 0,1 0 0,-1 0 0,0 1 0,-4-1 1,4 0 57,0 1 0,0 0 1,1 0-1,-1 0 1,0 0-1,0 0 1,0 1-1,1-1 0,-1 1 1,0 0-1,0-1 1,1 1-1,-1 1 0,1-1 1,-1 0-1,1 1 1,-1-1-1,-3 4 1,3 0 83,0 0-1,0 0 1,1 0 0,0 0 0,0 0 0,0 0 0,1 0 0,0 1 0,-1 5 0,-2 49 1056,5-59-1202,-1-1 0,0 1-1,1 0 1,-1-1 0,1 1-1,-1-1 1,1 1 0,-1-1 0,1 1-1,-1-1 1,1 1 0,-1-1 0,1 0-1,-1 1 1,1-1 0,0 0-1,-1 0 1,1 1 0,0-1 0,-1 0-1,1 0 1,0 0 0,-1 0-1,1 0 1,0 0 0,0 0 0,-1 0-1,1 0 1,0 0 0,-1 0 0,2 0-1,0 0-24,1-1 0,-1 1-1,0 0 1,1-1 0,-1 1-1,0-1 1,0 0 0,1 1-1,3-3 1,-5 2-33,0-1 1,0 1-1,0 0 0,0 0 0,0-1 1,0 1-1,0-1 0,0 1 0,0-1 1,-1 1-1,1-1 0,-1 0 1,1 1-1,-1-1 0,0 1 0,1-1 1,-1-2-1,1-12-4258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6:39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61 111 1953,'0'0'6686,"3"-2"-6246,-2 1-101,6-8-446,-4 0 5045,-3 9-4775,-54-6 360,54 6-508,-1 0 0,0 0-1,0 0 1,1 0 0,-1 0 0,0 1 0,1-1 0,-1 0-1,0 0 1,1 1 0,-1-1 0,1 0 0,-1 1 0,1-1-1,-1 1 1,0-1 0,1 1 0,-1-1 0,1 1 0,0-1-1,-1 1 1,1-1 0,-1 2 0,-6 21 224,7 36 290,1-39-111,-1-14-308,1 0 1,-1 1 0,1-1-1,0 0 1,1 0-1,3 11 1,-4-15-79,0 0 1,0 0-1,0 0 0,0 0 1,0 0-1,0-1 0,0 1 1,1 0-1,-1-1 0,1 1 1,-1-1-1,1 0 0,-1 1 1,1-1-1,0 0 0,0 0 1,0 0-1,0 0 0,0 0 1,0 0-1,0-1 0,0 1 1,3 0-1,-2-1 2,0 0 0,-1 1 1,1-1-1,-1 0 0,1-1 0,0 1 1,-1 0-1,1-1 0,-1 1 0,1-1 1,-1 0-1,1 0 0,-1 0 0,0 0 1,5-3-1,-5 2-15,1-1 0,0 0 1,-1 0-1,1 0 0,-1-1 1,0 1-1,0 0 0,0-1 1,-1 0-1,2-3 0,3-12-473,-1 0 0,-1 0 0,-1 0-1,-1 0 1,0 0 0,-1-1 0,-4-33 0,3 51 441,0 0 1,0 0-1,-1 0 1,1 0-1,-1 0 1,1 0-1,-1 0 1,0 0-1,0 1 1,1-1-1,-1 0 1,-1 0-1,1 1 1,0-1-1,0 1 1,0-1-1,-1 1 1,1 0-1,-1-1 1,1 1-1,-1 0 1,-2-1-1,2 0 153,-1 1 1,0 0-1,1 1 1,-1-1-1,0 0 0,0 1 1,0-1-1,1 1 0,-1 0 1,0 0-1,0 0 0,0 1 1,0-1-1,1 1 0,-6 1 1,7-2-110,0 1 0,0 0 0,0 0 0,0-1 0,0 1 1,0 0-1,0 0 0,0 0 0,0 0 0,0 0 0,1 0 0,-1 1 0,0-1 1,1 0-1,-1 0 0,1 0 0,-1 1 0,1-1 0,-1 2 0,-5 30 365,5-24-259,-1 5 155,1 1-1,0 18 1,1-26-231,0-6-93,0-5-851,4-70-6034,-4 47 220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6:40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63 1056,'0'0'5187,"5"-7"-4373,15-22 77,-15 14 4335,-5 14-5125,0 1 1,0-1-1,0 1 0,0 0 0,0-1 1,0 1-1,0-1 0,0 1 0,0 0 1,-1-1-1,1 1 0,0 0 1,0-1-1,0 1 0,-1 0 0,1-1 1,0 1-1,0 0 0,-1-1 0,1 1 1,0 0-1,-1 0 0,1-1 0,-9 0-143,1 0-1,0 1 1,-15 1-1,2 0 91,19-1-46,0 0 0,1 1 1,-1-1-1,0 1 0,0 0 0,1-1 1,-1 1-1,0 0 0,1 0 0,-1 0 1,1 1-1,-1-1 0,1 0 0,-1 0 1,1 1-1,0-1 0,0 1 0,0-1 1,-2 3-1,-19 39 5,15-30 15,4-3 55,0-1-1,0 1 0,0 0 0,1 0 0,1 0 0,0 0 1,0 0-1,2 18 0,-1-27-68,0 0 18,0 0 0,0 0-1,1 0 1,-1 1 0,0-1-1,1 0 1,-1 0 0,1 0 0,-1 0-1,1 0 1,0 1 0,-1-1 0,1 0-1,0-1 1,0 1 0,0 0 0,0 0-1,0 0 1,0 0 0,0-1-1,0 1 1,0 0 0,0-1 0,0 1-1,0-1 1,0 1 0,0-1 0,1 0-1,-1 1 1,0-1 0,0 0 0,1 0-1,-1 0 1,2 0 0,7 1 25,0-1 1,1-1-1,12-1 1,-15 1 31,-3 0-68,-1 0 1,0 0-1,0 0 1,0-1-1,0 1 0,0-1 1,0 0-1,0-1 0,0 1 1,-1-1-1,1 1 1,-1-1-1,0 0 0,0 0 1,0 0-1,0-1 1,4-5-1,-4 3-191,1 1 0,-1-1 0,0 0 1,0 0-1,-1 0 0,0 0 0,0 0 0,0-1 1,-1 1-1,0-1 0,0-8 0,-1 13 137,1 1 0,-1-1 0,0 1-1,0-1 1,-1 1 0,1 0 0,0-1 0,0 1-1,-1-1 1,1 1 0,-1-1 0,1 1 0,-1 0-1,1-1 1,-1 1 0,0 0 0,-1-3 0,0 3 110,0 1 0,0-1 0,0 0 0,0 0 0,0 1 0,0-1 0,0 1 0,0 0 0,0-1 1,0 1-1,0 0 0,-4 1 0,2-1 2,-5-1 94,0 1 1,0 1-1,0 0 1,0 0-1,-16 4 1,22-4-181,1 0 1,-1 1-1,1-1 1,-1 0 0,1 1-1,-1 0 1,1-1-1,0 1 1,0 0-1,0 0 1,0 0-1,0 1 1,1-1-1,-1 0 1,1 1 0,-1-1-1,1 1 1,0-1-1,0 1 1,0 0-1,0-1 1,1 1-1,-2 3 1,-4 36-5543,2-15-2165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6:42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162 139 3009,'0'0'5688,"0"-6"-5133,0-16-195,0 21-334,0 1-1,0-1 1,0 0-1,0 1 1,0-1-1,-1 1 1,1-1-1,0 1 1,0-1-1,0 0 1,-1 1-1,1-1 1,0 1-1,-1-1 1,1 1-1,0-1 1,-1 1-1,1 0 1,-1-1-1,1 1 1,-1-1-1,1 1 1,-1 0-1,1-1 1,-1 1-1,1 0 1,-1 0-1,1-1 1,-1 1-1,0 0 0,1 0 1,-2 0-1,-20-1 77,17 2 39,-4-1 126,0 0 0,0-1 0,-1 0 0,1 0 0,1-1 0,-1 0 0,0-1 0,-13-5 0,22 8-217,-1-1 1,1 1-1,-1 0 0,1-1 0,-1 1 0,0 0 0,1-1 0,-1 1 1,0 0-1,1 0 0,-1 0 0,0 0 0,1-1 0,-1 1 0,0 0 1,1 0-1,-1 0 0,0 0 0,1 0 0,-1 1 0,0-1 0,1 0 1,-1 0-1,1 0 0,-1 1 0,0-1 0,1 0 0,-1 0 0,1 1 0,-1-1 1,0 1-1,1-1 0,-1 0 0,1 1 0,-1-1 0,1 1 0,0-1 1,-1 1-1,1 0 0,0-1 0,-1 1 0,0 0 0,1 3-3,-1 0-1,0 0 1,1 0 0,0 0-1,0 0 1,0 5 0,1 0 333,-2 0-137,1 0 1,1-1-1,0 1 1,0 0-1,1-1 1,4 15-1,-4-20-184,-1 0 1,1 0-1,-1 0 0,1 0 1,0 0-1,0-1 0,0 1 1,0-1-1,1 1 0,-1-1 1,1 0-1,-1 0 0,1 0 1,0 0-1,0-1 0,0 1 1,0-1-1,0 1 0,0-1 1,0 0-1,4 0 0,-2 1-38,0-1-1,0-1 0,0 1 1,0 0-1,0-1 0,0 0 1,0 0-1,0-1 0,10-1 1,-12 1-18,0-1 0,-1 1 0,1 0 1,0 0-1,-1-1 0,1 0 0,-1 1 1,1-1-1,-1 0 0,0 0 0,0 0 0,0-1 1,0 1-1,0-1 0,0 1 0,-1-1 1,2-3-1,1-3-269,0-1-1,-1 0 1,0 0 0,-1 0 0,0-1 0,-1 1 0,0 0-1,0-1 1,-1 1 0,-1 0 0,0-1 0,-3-13 0,4 21 213,-1-1 0,-1 1 0,1 0 1,0 0-1,-1 0 0,0 1 0,1-1 0,-1 0 1,0 0-1,-1 1 0,1 0 0,0-1 1,-1 1-1,1 0 0,-1 0 0,0 0 1,0 0-1,1 1 0,-1-1 0,0 1 1,-4-1-1,-2-1 146,1 0 1,-1 1-1,-1 0 0,1 0 1,0 1-1,-14 1 1,21 0-41,0 0 1,0 0-1,0 0 1,0 0 0,0 1-1,0-1 1,0 1-1,1-1 1,-1 1-1,0 0 1,0 0 0,0 0-1,0 0 1,1 0-1,-1 0 1,1 0 0,-1 1-1,1-1 1,-1 0-1,1 1 1,0 0-1,-1-1 1,1 1 0,0 0-1,-1 2 1,0 0-12,1 0 1,0 0 0,0 0-1,0 1 1,0-1 0,1 0-1,-1 0 1,1 1 0,0-1-1,0 0 1,2 6 0,-2-9-123,0 0 1,1-1 0,-1 1-1,0 0 1,1-1 0,-1 1-1,1 0 1,-1-1 0,1 1-1,-1-1 1,1 1 0,-1-1-1,1 1 1,-1-1 0,1 1-1,0-1 1,-1 1 0,1-1-1,0 0 1,0 1 0,-1-1-1,1 0 1,0 0 0,0 0-1,-1 0 1,1 1 0,0-1-1,0 0 1,-1 0 0,1-1-1,1 1 1,1 0-419,17 1-4976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6:43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69 130 3506,'0'0'4983,"0"-4"-4409,0-25 1211,0 29-1399,0-1-119,0 0 0,0 1 0,0-1 0,0 0-1,0 0 1,0 1 0,-1-1 0,1 0 0,0 0-1,0 1 1,-1-1 0,1 0 0,0 1 0,-1-1-1,0 0 1,-54 1 565,55 0-820,-1 0 0,1 0 0,-1 1 0,1-1 0,-1 0-1,1 1 1,0-1 0,-1 0 0,1 1 0,-1-1 0,1 0 0,0 1-1,-1-1 1,1 1 0,0-1 0,0 0 0,-1 1 0,1-1-1,0 1 1,0-1 0,0 1 0,0-1 0,0 1 0,-1-1-1,1 1 1,0-1 0,0 1 0,0-1 0,0 2 0,0 18 278,0-17-175,-1 16 293,1-12-129,-1 1-1,1-1 1,1 0-1,1 12 1,-2-17-244,1-1-1,-1 0 1,0 1 0,1-1 0,0 0 0,-1 1-1,1-1 1,0 0 0,-1 1 0,1-1-1,0 0 1,0 0 0,0 0 0,0 0-1,0 0 1,0 0 0,1 0 0,-1 0 0,0 0-1,0-1 1,1 1 0,-1 0 0,0-1-1,1 1 1,-1-1 0,1 0 0,2 1-1,1 0-2,1 0-1,-1-1 0,1 1 0,-1-2 1,1 1-1,-1 0 0,1-1 0,-1 0 0,1 0 1,9-4-1,-12 3-41,1 0 1,-1 0-1,0 0 0,1-1 1,-1 1-1,0-1 0,-1 0 1,1 0-1,0 0 1,-1 0-1,0 0 0,1-1 1,-1 1-1,0-1 0,1-4 1,-1 3-331,0 0-1,0 0 1,0 0 0,-1-1 0,0 1-1,0 0 1,0-1 0,-1 1 0,1-1-1,-1 1 1,-1-1 0,-1-10-1,2 16 307,-1-1 0,0 0-1,1 1 1,-1-1 0,0 1-1,1-1 1,-1 1-1,0-1 1,0 1 0,0 0-1,1-1 1,-1 1-1,0 0 1,0-1 0,0 1-1,0 0 1,0 0-1,0 0 1,-1 0 0,-21 0 410,18 0-214,-48 0 2263,53-10-3239,7-17-2384,5-8-3787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6:44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13 2881,'0'0'3487,"-2"0"-3137,-46-1 2187,26-1-1709,0 2-1,0 0 1,-39 6 0,57-5-747,1-1 1,-1 1-1,0 0 1,1 0 0,-1 1-1,1-1 1,-1 1-1,1 0 1,0 0-1,-1 0 1,1 0 0,0 0-1,0 1 1,1-1-1,-1 1 1,0 0-1,1 0 1,0 0 0,-1 0-1,1 0 1,1 1-1,-1-1 1,0 1 0,1-1-1,0 1 1,-1-1-1,1 1 1,1 0-1,-1-1 1,1 1 0,-1 0-1,1 7 1,0 9 514,-1-13-284,1 0 0,0-1 0,0 1 0,2 13 0,-1-18-267,-1-1 1,1 1-1,-1-1 1,1 1-1,-1-1 1,1 0-1,0 1 1,0-1-1,0 0 1,0 0 0,0 1-1,0-1 1,0 0-1,0 0 1,0 0-1,0 0 1,0 0-1,1-1 1,-1 1-1,0 0 1,1-1-1,-1 1 1,1 0-1,-1-1 1,1 0-1,-1 1 1,2-1 0,6 1 31,0 0 1,-1 0-1,1-1 1,0 0-1,0-1 1,0 0-1,-1 0 1,1-1-1,0 0 1,-1-1-1,13-5 1,-15 5-136,0 0 0,0 0-1,-1-1 1,0 0 0,1 0 0,-1 0 0,-1 0-1,1-1 1,-1 0 0,0 0 0,0 0 0,0-1 0,0 1-1,-1-1 1,0 0 0,2-7 0,-3 6-298,0 0 0,-1 0 1,0 0-1,0 0 0,0-1 1,-1 1-1,0 0 0,-2-11 0,1 16 357,1 1 0,0 0-1,-1 0 1,1-1 0,-1 1-1,1 0 1,-1 0 0,0 0-1,1 0 1,-1-1-1,0 1 1,0 0 0,0 1-1,0-1 1,0 0 0,0 0-1,0 0 1,0 0 0,0 1-1,0-1 1,-1 1 0,1-1-1,0 1 1,0-1-1,-1 1 1,1-1 0,0 1-1,-2 0 1,-6-2 339,0 2 1,1-1-1,-12 1 0,11 0 180,8 0-487,1 0 0,-1 0-1,0 0 1,0 0 0,0 0 0,0 0 0,0 0-1,0 0 1,0 1 0,1-1 0,-1 0 0,0 1 0,0-1-1,0 0 1,1 1 0,-1-1 0,0 1 0,0-1-1,1 1 1,-1-1 0,0 1 0,1 0 0,-1-1-1,1 1 1,-1 0 0,0 1 0,-2 22 88,3-17-248,1-7-56,0 1-1,0 0 1,0-1-1,0 1 1,0-1-1,0 1 0,0-1 1,0 1-1,0-1 1,0 0-1,0 1 1,0-1-1,0 0 0,0 0 1,0 0-1,0 0 1,3 0-1,-2 0-700,19 3-5613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6:46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168 123 2401,'0'0'6352,"0"-3"-5631,-12-24 2504,4-10-1659,1 16-1498,7 18-49,-1 0-1,0 0 0,0 0 0,0 0 1,0 0-1,0 1 0,-1-1 0,1 0 1,-3-3-1,0 5 46,1 1 1,0-1-1,0 1 1,-1 0-1,1 0 1,0 0-1,-1 0 0,-2 1 1,-4 0-39,8-2-28,0 1 1,0 0-1,0 1 1,0-1-1,1 0 1,-1 1 0,0-1-1,0 0 1,0 1-1,0 0 1,1 0-1,-1-1 1,0 1 0,1 0-1,-1 0 1,1 0-1,-1 1 1,1-1-1,-3 3 1,1 0 13,1 0 0,-1 1 0,1 0 0,0-1 0,0 1 1,-1 7-1,-7 18 57,6-19 94,0 0 0,1 1-1,0-1 1,1 1 0,0 0-1,0 13 1,2-9 82,-1-11-119,1 1 1,0-1 0,1 1 0,-1-1 0,1 1-1,2 9 1,-2-13-107,0-1 0,0 1-1,0 0 1,0-1 0,0 0 0,0 1-1,0-1 1,0 0 0,1 1-1,-1-1 1,0 0 0,1 0 0,-1 0-1,1 0 1,-1 0 0,1-1 0,0 1-1,-1 0 1,1-1 0,0 1 0,-1-1-1,1 0 1,0 1 0,0-1-1,0 0 1,1 0 0,1 0-6,0 1 0,0-1 0,0 0 0,0 0 0,0 0 0,0-1 0,-1 1 0,1-1 0,0 0 0,0 0 0,-1-1-1,1 1 1,0-1 0,-1 1 0,1-1 0,-1 0 0,0-1 0,0 1 0,0 0 0,0-1 0,0 0 0,0 0 0,-1 0 0,1 0 0,-1 0 0,0 0 0,0 0 0,0-1 0,2-4 0,0-3-325,0 1-1,0-1 1,-2 0 0,1 0 0,-1 0 0,-1 0-1,1 0 1,-2 0 0,-1-20 0,1 15-13,0 16 332,0-1 1,0 1 0,0-1 0,0 1 0,-1 0-1,1-1 1,0 1 0,0-1 0,0 1-1,-1 0 1,1-1 0,0 1 0,0-1 0,-1 1-1,1 0 1,0 0 0,-1-1 0,1 1 0,-1 0-1,1-1 1,0 1 0,-1 0 0,1 0 0,-1 0-1,1-1 1,0 1 0,-1 0 0,1 0 0,-2 0-1,-20-1 305,18 1-244,0 1 1,0-1 0,0 1-1,0 0 1,0 0 0,0 1-1,1-1 1,-7 4 0,4 1 78,0 0 0,0 0 0,0 0-1,1 1 1,0 0 0,1 0 0,0 0 0,-7 15 0,11-21-150,0-1-1,-1 0 0,1 1 1,0-1-1,0 0 1,0 0-1,0 1 1,-1-1-1,1 0 1,0 1-1,0-1 1,0 0-1,0 1 1,0-1-1,0 0 1,0 1-1,0-1 1,0 1-1,0-1 0,0 0 1,0 1-1,0-1 1,0 0-1,0 1 1,0-1-1,0 0 1,0 1-1,1-1 1,-1 0-1,0 1 1,0-1-1,0 0 1,1 0-1,-1 1 1,0-1-1,0 0 1,1 0-1,-1 1 0,0-1 1,0 0-1,1 0 1,6 1-5468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6:48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189 168 3426,'0'0'4949,"-5"-11"-3896,-4-10-673,-21-52 2290,27 68-2588,1-1 1,-2 1 0,1 0 0,-1 0-1,1 0 1,-1 0 0,-1 1-1,1-1 1,-7-4 0,7 7-63,0 1 0,0 0-1,0 1 1,0-1 0,0 1 0,0-1 0,0 1 0,0 0 0,0 0 0,-6 2 0,-4-1-18,10-1-38,2 0 84,0-1-1,0 1 1,0 0-1,0 1 1,-1-1 0,1 0-1,0 1 1,0-1-1,-4 2 1,5-1-11,1 0 0,-1 0 0,0 0 0,0-1 0,1 1 0,-1 0 0,1 0 0,-1 0 0,1 1 0,-1-1 0,1 0 0,0 0 0,-1 0 0,1 0 0,0 0 0,0 0 0,0 0 0,0 1 0,0-1 0,0 0 0,0 1 0,0 8 329,0 0-1,1 0 1,0-1-1,0 1 1,1 0 0,6 15-1,-7-20-257,2-1 0,-1 0 0,0 1 0,1-1-1,0 0 1,0-1 0,0 1 0,0 0 0,1-1 0,0 0 0,-1 0-1,1 0 1,0 0 0,0-1 0,8 4 0,-5-3-13,1 0 0,0-1-1,-1 0 1,1 0 0,0-1 0,0 0 0,0 0 0,12-1 0,-15 0-88,1-1-1,-1 1 1,0-1 0,1 0 0,-1 0 0,0 0 0,0-1-1,0 0 1,0 0 0,0 0 0,0-1 0,0 0 0,4-3-1,-4 1-124,0 0-1,-1 1 0,1-2 0,-1 1 0,0 0 1,-1-1-1,0 0 0,0 0 0,0 0 0,4-11 1,-4 5-551,-1 0 0,0 0 1,-1 0-1,0-23 0,-1 34 660,0 1 0,-1-1 0,1 0 0,0 0 0,-1 1 0,1-1 0,-1 0 0,0 1-1,1-1 1,-1 1 0,1-1 0,-1 1 0,0-1 0,0 1 0,1-1 0,-1 1 0,0-1-1,0 1 1,1 0 0,-1 0 0,0-1 0,0 1 0,0 0 0,1 0 0,-1 0 0,0 0 0,0 0-1,0 0 1,0 0 0,0 0 0,-1 0 0,-32 4 98,29-2-37,-1 1 1,1-1-1,0 1 1,0 0 0,0 0-1,0 1 1,1 0-1,-9 7 1,-33 42 790,22-23-369,7-12-619,5-5 423,0 1 0,-10 15 1,6 3-2005,9 4-3492,6-7-2455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6:49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88 108 5218,'0'0'5622,"2"-7"-5145,12-37 308,-14 44-698,1-1 1,-1 0-1,0 0 1,0 0-1,1 0 1,-1 0 0,0 0-1,0 0 1,0 0-1,0 0 1,0 0-1,0 0 1,0 0 0,0 0-1,-1 0 1,1 0-1,0 0 1,-1 0-1,1 0 1,0 0-1,-1 0 1,1 0 0,-1 1-1,0-1 1,1 0-1,-1 0 1,0 0-1,1 1 1,-1-1 0,0 0-1,0 1 1,1-1-1,-1 1 1,0-1-1,0 1 1,0-1 0,0 1-1,0 0 1,-2-1-1,-3 0-106,0 0-1,-1 0 1,1 1-1,0 0 1,-9 1-1,3-1 439,11 0-398,0 1 0,0-1 0,0 0 0,0 0-1,1 1 1,-1-1 0,0 1 0,0-1 0,1 0 0,-1 1 0,0-1 0,1 1 0,-1 0-1,0-1 1,1 1 0,-1 0 0,1-1 0,-1 1 0,1 0 0,-1-1 0,1 1 0,-1 0-1,1 0 1,0 0 0,0-1 0,-1 1 0,1 0 0,0 2 0,-4 26 348,4-25-256,0-1-31,-1 14 544,0 0-1,4 29 1,-3-45-596,0 1 1,1-1 0,0 0-1,-1 1 1,1-1 0,0 1-1,0-1 1,0 0 0,0 0-1,0 0 1,0 1 0,0-1-1,0 0 1,0 0 0,1 0-1,-1-1 1,0 1 0,0 0 0,1 0-1,-1-1 1,1 1 0,-1-1-1,1 1 1,-1-1 0,1 0-1,-1 1 1,1-1 0,-1 0-1,3 0 1,6 0 22,-1 0-1,1 0 1,13-3 0,-18 2-50,-1 0 0,1 0 1,-1-1-1,0 1 0,0-1 0,1 0 1,-1-1-1,0 1 0,-1-1 0,1 0 0,0 0 1,-1 0-1,0 0 0,1 0 0,-1-1 1,-1 1-1,1-1 0,0 0 0,-1 0 1,3-6-1,-2 3-314,0 0 0,0-1 0,0 0 1,-1 0-1,0 1 0,-1-1 0,1-1 0,-2 1 1,1 0-1,-2-15 0,1 22 291,-1 0 0,0 0 0,1 0 0,-1 0 0,0 0 1,0 0-1,1 0 0,-1 0 0,0 0 0,0 0 0,0 1 0,0-1 0,0 0 0,0 1 0,0-1 1,-1 0-1,1 1 0,0-1 0,0 1 0,0 0 0,-1-1 0,1 1 0,0 0 0,0 0 0,0 0 0,-1 0 1,1 0-1,-2 0 0,-43 2 436,43-2-391,-2 1 22,0 1 0,0-1-1,0 1 1,0 0 0,0 0 0,0 1 0,0-1 0,0 1 0,1 0-1,0 0 1,-1 1 0,1-1 0,0 1 0,-4 6 0,4-6-30,0 0-1,1 1 1,0 0 0,0-1 0,0 1 0,0 1 0,1-1 0,0 0 0,0 0-1,0 1 1,0 0 0,1-1 0,-1 12 0,2-1-1839,-3 0-2079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6:50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102 118 560,'0'0'5205,"-3"0"-4434,-7 0-297,3 0 2790,7-1-3214,0 1-1,0 0 1,-1 0 0,1 0 0,0-1-1,0 1 1,0 0 0,0 0-1,0-1 1,0 1 0,0 0 0,0 0-1,0-1 1,0 1 0,0 0-1,0-1 1,0 1 0,0 0 0,0 0-1,0-1 1,0 1 0,0 0-1,0 0 1,0-1 0,0 1 0,0 0-1,0 0 1,0-1 0,1 1-1,-1 0 1,0 0 0,0 0 0,0-1-1,0 1 1,1 0 0,5-10 78,-5 9-115,1 0 1,-1 0-1,1 0 0,-1 0 0,1-1 0,-1 1 0,0 0 1,0-1-1,0 1 0,0-1 0,0 0 0,0 1 0,0-1 1,0 0-1,-1 1 0,1-1 0,0 0 0,-1 0 0,0 0 1,1 1-1,-1-1 0,0 0 0,0 0 0,0 0 0,0 0 1,0 1-1,-1-3 0,1 0-75,-2 3 39,1-1-1,-1 1 1,0 0-1,0 0 0,0-1 1,1 2-1,-1-1 1,0 0-1,0 0 1,-4 0-1,4 0 19,-5-3 94,0 1 1,0-1-1,1-1 0,-1 1 1,-6-8-1,13 12-79,-1-1 1,1 1-1,0 0 0,-1-1 0,1 1 1,0 0-1,-1 0 0,1 0 0,-1-1 1,1 1-1,0 0 0,-1 0 1,1 0-1,-1 0 0,1 0 0,0 0 1,-1 0-1,1 0 0,-1 0 0,1 0 1,0 0-1,-1 0 0,1 0 0,-1 0 1,1 0-1,-1 0 0,1 0 0,0 0 1,-1 1-1,1-1 0,0 0 0,-1 0 1,1 0-1,-1 1 0,1-1 0,0 0 1,0 1-1,-1-1 0,1 0 0,0 1 1,-1-1-1,1 0 0,0 1 0,0-1 1,0 0-1,0 1 0,-1 0 0,-6 19 129,7-20-114,-3 13 329,0 0-1,1 0 0,0 0 0,1 0 0,0 0 0,1 0 1,3 20-1,-2-32-333,-1 0 0,1 0 1,0 0-1,-1 0 0,1-1 1,0 1-1,0 0 0,0-1 1,-1 1-1,1 0 0,0-1 0,0 1 1,0-1-1,0 1 0,0-1 1,0 0-1,0 1 0,0-1 1,1 0-1,-1 0 0,0 0 0,0 0 1,0 0-1,0 0 0,2 0 1,31-2 151,-32 1-144,3 0 3,0 0 0,0 0 0,0-1 0,0 0-1,0 0 1,-1 0 0,1-1 0,-1 1 0,0-1 0,0 0 0,0 0 0,5-5-1,0-1-53,0-1-1,-1 0 1,12-18-1,-19 25-73,0 1 0,1 0 1,-1 0-1,0 0 0,0 0 0,0-1 1,-1 1-1,1 0 0,0-1 0,0-4 0,-1 5-591,-2 6 338,0-1 451,0 1-1,0-1 1,1 1 0,-1 0-1,1-1 1,0 1 0,-1 6-1,0 1 205,-5 20 309,7-30-817,11-18-4345,2-5-1591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6:52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2801,'0'0'4317,"9"3"-3933,-5-2-333,33 12 207,-34-12-218,0-1-1,0 1 0,0-1 1,1 1-1,-1-1 0,0 0 1,0 0-1,0 0 1,0 0-1,0-1 0,6-1 1,22-9-83,-30 11 40,1 0-1,-1 0 1,0-1 0,0 1-1,0 0 1,1-1-1,-1 1 1,0-1 0,0 1-1,0-1 1,0 1 0,0-1-1,0 0 1,0 0-1,0 1 1,0-1 0,0 0-1,-1 0 1,2-1-1,-1-1 197,0 1-1,-1 0 1,1-1-1,0 1 1,-1 0-1,0-1 1,0 1-1,0-1 1,0-2-1,0 5 101,-24-4 737,18 3-1017,-8-2 414,-1 1 0,-19 0 0,33 2-410,0-1-1,1 1 1,-1 1-1,1-1 1,-1 0-1,0 0 1,1 0-1,-1 0 0,1 0 1,-1 1-1,0-1 1,1 0-1,-1 0 1,1 1-1,-1-1 1,1 0-1,-1 1 1,1-1-1,-1 1 1,1-1-1,-1 1 1,1-1-1,0 0 1,-1 1-1,1 0 1,0-1-1,-1 1 1,1-1-1,0 1 1,0 0-1,-2 20 403,2-15-314,1 99 1859,-1-103-1927,0 1 0,0-1 0,0 0 0,0 0 0,1 0 0,-1 0 0,1 0 1,0-1-1,-1 1 0,1 0 0,0 0 0,0 0 0,0 0 0,0-1 0,1 1 0,-1-1 0,0 1 0,1-1 1,-1 1-1,3 1 0,-1-2-11,0 1 0,0-1 0,0 0 0,0 1 0,1-2 0,-1 1 0,0 0 0,1-1 0,-1 1 0,0-1 0,5 0 0,-5 0-11,0-1 1,-1 1-1,1-1 0,-1 0 1,1 0-1,-1 0 0,1 0 1,-1 0-1,0 0 0,1-1 1,-1 1-1,0-1 0,0 0 1,0 1-1,0-1 0,0 0 1,-1 0-1,1 0 0,-1-1 1,1 1-1,-1 0 0,0-1 1,0 1-1,0 0 0,2-5 1,0-2-292,0-1 1,-1 1 0,0 0-1,0-1 1,-1 1 0,0-13-1,-1 14 71,1 5 7,-1 1-1,0-1 1,0 1 0,-1-1 0,1 1 0,0-1 0,-2-4 0,1 6 160,1 1 0,-1-1 0,1 0 0,-1 1 0,1-1 0,-1 0 0,0 1 0,1-1 0,-1 1 0,0-1 0,0 1 0,1-1 0,-1 1 0,0 0 0,0-1 0,0 1 1,0 0-1,1 0 0,-1 0 0,0-1 0,0 1 0,0 0 0,0 0 0,0 0 0,-1 1 0,-10-2-17,-17 3 258,28-1-189,0-1 0,0 0 0,0 1 1,0 0-1,0-1 0,0 1 0,0-1 0,0 1 0,0 0 0,0 0 0,0 0 1,1-1-1,-1 1 0,0 0 0,1 0 0,-1 0 0,0 0 0,1 0 1,-1 0-1,1 0 0,-1 3 0,-1 2 34,1 1 0,0-1 0,0 1-1,1 0 1,0 9 0,0-6-68,0-10-4,0 1 1,0-1 0,0 1 0,0-1-1,0 1 1,0-1 0,1 1-1,-1-1 1,0 1 0,0-1-1,0 1 1,0-1 0,1 1 0,-1-1-1,0 0 1,0 1 0,1-1-1,-1 1 1,0-1 0,1 0-1,-1 1 1,0-1 0,1 0-1,-1 1 1,0-1 0,1 0 0,-1 0-1,1 1 1,0-1 0,15 1-1335,-8-1 571,27 0-4055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6:53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25 1585,'0'0'7336,"-3"0"-6591,-20-4 4584,9 0-5016,12 3-308,-1 0-1,1 1 0,0-1 1,-1 1-1,1 0 1,0 0-1,-1-1 0,1 1 1,0 1-1,0-1 0,-1 0 1,1 1-1,0-1 0,-1 1 1,1 0-1,0-1 1,0 1-1,0 0 0,0 0 1,0 1-1,0-1 0,0 0 1,0 1-1,0-1 0,1 1 1,-1 0-1,0-1 1,1 1-1,0 0 0,-1 0 1,-1 3-1,1 2 111,-1 0-1,1 1 1,0-1-1,0 1 1,1 0 0,0-1-1,1 1 1,0 11 0,-1-6 45,1-7-43,0-1-1,0 1 1,0 0-1,2 10 1,-1-14-98,-1-1 0,1 0 0,-1 0 0,1 1 0,-1-1 0,1 0 0,0 0 0,-1 0 0,1 1 0,0-1 0,0 0 0,0 0 0,0-1 0,0 1 0,0 0 0,0 0 0,0 0 0,0-1 0,1 1 0,-1 0 0,0-1 0,0 1 0,1-1 0,-1 1 0,2-1 0,1 1 1,0-1 0,0 1-1,0-1 1,0 0-1,0 0 1,0 0-1,0-1 1,0 0 0,0 0-1,0 0 1,0 0-1,0 0 1,-1-1-1,7-2 1,-5 0 21,0 1-1,0-1 1,0 0-1,0-1 1,-1 1 0,1-1-1,-1 0 1,6-9 0,-4 4-477,-1 1 0,0-1 0,-1-1 0,1 1 0,-2-1 0,0 0 1,0 1-1,-1-1 0,0-1 0,0-15 0,-2 27 423,0-1 0,0 1 0,0 0 0,0-1 0,0 1 0,0 0 0,-1-1 0,1 1 0,0 0 0,0-1 0,0 1 0,-1 0 1,1-1-1,0 1 0,0 0 0,0 0 0,-1-1 0,1 1 0,0 0 0,-1 0 0,1-1 0,0 1 0,-1 0 0,1 0 0,0 0 0,-1 0 0,1 0 0,0-1 0,-1 1 0,1 0 0,0 0 0,-1 0 0,1 0 0,0 0 0,-1 0 0,1 0 0,-1 0 0,1 0 0,0 0 0,-1 1 0,-11 1 441,10-1-366,1 1 0,-1-1-1,1 0 1,-1 1 0,1 0-1,-1-1 1,1 1 0,0 0-1,0-1 1,-1 1 0,1 0-1,1 0 1,-1 0 0,0 0-1,0 0 1,1 0 0,-1 0-1,1 0 1,-1 2 0,-1 45 356,2-39-613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6:54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76 1201,'0'0'5061,"-8"-7"-4189,1-1-611,4 3-77,-2 0-1,1 1 1,0-1-1,-1 1 1,0 0 0,0 1-1,0-1 1,0 1-1,-9-4 1,1 3 519,-1 0 1,1 1-1,0 1 1,-1 0-1,-25 1 0,37 1-674,1 0-1,0 0 0,0 1 0,0-1 0,0 0 0,0 1 0,0-1 0,0 0 0,0 1 1,0-1-1,0 1 0,1 0 0,-1-1 0,0 1 0,0 0 0,0-1 0,1 1 0,-1 0 1,0 0-1,1 0 0,-1 0 0,1 0 0,-1 0 0,1 0 0,-1 0 0,1 0 1,-1 0-1,1 0 0,0 0 0,0 0 0,0 0 0,-1 1 0,0 43 733,2-32-385,-2-6-208,1 0 0,1 0 0,-1 0-1,1-1 1,0 1 0,1 0 0,2 7-1,-3-12-138,0 0 0,0 1 0,1-1 0,-1 0 0,1 0 0,0 0 0,0 0 0,0 0 0,0-1 0,0 1 0,0 0 0,0-1 0,0 1 0,0-1 0,1 0 0,-1 0 0,1 0 0,-1 0 0,1 0 0,-1-1 0,6 1 0,-3 0-11,-1 0 1,1 0-1,-1-1 1,1 0-1,0 0 1,-1 0-1,1 0 1,0-1-1,-1 0 1,1 0-1,-1 0 1,1 0-1,-1-1 0,0 0 1,1 0-1,-1 0 1,0 0-1,5-4 1,-5 2-59,-1 1 1,1-1 0,-1 0 0,0 0-1,0 0 1,0 0 0,-1-1-1,0 1 1,1-1 0,-2 0-1,1 1 1,0-1 0,-1 0-1,0 0 1,0 0 0,0-9 0,0 10-91,-1 0 0,0 0 1,0 1-1,0-1 0,0 0 1,-2-7-1,1 10 116,1 0 0,-1 0 0,1 0 0,-1 0 0,1 1 1,-1-1-1,0 0 0,1 0 0,-1 1 0,0-1 0,0 0 0,0 1 0,0-1 0,1 1 0,-1-1 0,0 1 0,0-1 1,0 1-1,0-1 0,0 1 0,0 0 0,0 0 0,0 0 0,0 0 0,0-1 0,-2 2 0,-3-2 78,1 0-1,-1 1 1,1 0-1,0 0 1,-1 1-1,-8 1 1,13-1-50,0 0 0,-1-1 0,1 1 0,0 0 0,0 0 0,0 0-1,0-1 1,-1 1 0,1 1 0,1-1 0,-1 0 0,0 0 0,0 0 0,0 0 0,0 1 0,1-1 0,-1 0 0,1 1 0,-1-1 0,1 0 0,-1 1 0,1-1 0,0 1 0,0-1-1,0 0 1,0 1 0,0 1 0,-1 44-280,1-46 153,0-1 0,0 1 1,0 0-1,0 0 0,0 0 1,0-1-1,0 1 1,0 0-1,0 0 0,1 0 1,-1-1-1,0 1 0,1 0 1,-1-1-1,0 1 1,1 0-1,-1 0 0,1-1 1,-1 1-1,1-1 0,-1 1 1,1 0-1,-1-1 1,1 1-1,0-1 0,-1 1 1,1-1-1,0 0 0,-1 1 1,1-1-1,0 0 1,0 1-1,-1-1 0,1 0 1,0 0-1,0 0 0,0 0 1,-1 1-1,1-1 1,0 0-1,1-1 0,24 2-6226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6:56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218 165 3298,'0'0'3414,"-3"-4"-3088,-8-10-211,-5-1 4311,15 14-4299,-1-1-1,1 1 1,-1 0 0,1-1-1,-1 1 1,1-1 0,0 1 0,0-1-1,0 0 1,0 1 0,-1-3-1,-1-7 803,3 11-917,0-1 0,0 1 1,0-1-1,-1 1 0,1 0 1,0-1-1,0 1 0,0-1 1,0 1-1,-1 0 0,1-1 0,0 1 1,0 0-1,-1-1 0,1 1 1,0 0-1,-1-1 0,1 1 1,0 0-1,-1 0 0,1-1 0,-1 1 1,1 0-1,0 0 0,-1 0 1,1 0-1,-1-1 0,1 1 1,0 0-1,-1 0 0,1 0 0,-1 0 1,1 0-1,-1 0 0,1 0 1,-20-7 232,13 5-201,1-1 0,-1 1-1,1 1 1,-8-2 0,-63-2 690,76 5-728,0 0 1,0 0-1,1 0 1,-1 1-1,0-1 1,0 0 0,0 1-1,1-1 1,-1 1-1,0-1 1,0 1 0,1-1-1,-1 1 1,0-1-1,1 1 1,-1 0 0,0-1-1,1 1 1,-1 0-1,1 0 1,0 0 0,-1-1-1,1 1 1,-1 0-1,1 0 1,0 0 0,0 0-1,0-1 1,-1 1-1,1 2 1,-2 33 270,2-31-188,0-1-33,0 2 74,0 1 0,0 0-1,1-1 1,-1 1-1,2-1 1,1 8 0,-2-12-104,0 0 0,0 0 0,0-1 0,0 1 0,0 0 0,0 0 0,0-1 0,1 1 0,-1-1 0,1 1 0,0-1 0,-1 0 0,1 0 0,0 1 0,-1-1 0,1 0 0,0-1 0,0 1 0,0 0 0,0 0 0,0-1 0,0 1 0,0-1 0,2 1 1,3 0 22,0-1 1,-1 1-1,1-1 1,-1 0-1,1 0 1,0-1-1,-1 0 1,10-2-1,-12 1-16,0 1-1,0-1 1,0 0 0,0 0-1,0 0 1,-1-1-1,1 1 1,-1-1-1,1 0 1,-1 0 0,0 0-1,0 0 1,3-6-1,1-1-127,-1 0-1,0-1 1,0 0 0,6-21-1,-10 26-160,0-1-1,0 1 1,-1-1 0,0 0-1,0 0 1,-1 0-1,1 0 1,-2 1 0,1-1-1,-2-9 1,1 15 196,0 0 1,1-1-1,-1 1 1,0 0-1,0 0 0,0 0 1,0 0-1,0 0 1,0 1-1,-1-1 1,1 0-1,0 0 1,0 1-1,0-1 1,-1 1-1,1-1 1,0 1-1,-1-1 0,1 1 1,-1 0-1,-1-1 1,1 1 53,0 0 0,0-1 0,0 1 0,0 0 0,0 0 0,0 0 0,0 0 0,0 0 0,1 1 0,-1-1 0,0 1 0,0-1 0,0 1 0,0 0 0,1-1 0,-4 3 0,3-1 1,0 0 0,1 1 0,-1-1 0,1 0 0,-1 1 0,1-1 0,0 1 0,0 0 0,0-1 0,0 1 0,1 0 0,-1 0 0,0 5 0,0 43-148,2-33-5,-1-2-94,-1-7-412,1 0 0,0 0-1,1-1 1,0 1 0,0 0 0,4 12 0,-3-16-447,1-1 0,-1 1-1,1-1 1,0 0 0,7 7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6:57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85 1217,'0'0'6699,"0"-5"-5614,0-20 2509,-1 5-2649,-22-3-65,19 21-808,1 1 0,-1-1 0,0 1 0,0-1 0,1 1 0,-1 1 0,0-1 0,0 0 0,-5 1 0,8 0-61,1 0 0,-1 1 0,0-1 0,1 1 0,-1-1 0,1 1 1,-1-1-1,1 1 0,-1-1 0,1 1 0,-1 0 0,1-1 0,-1 1 0,1-1 0,0 1 0,0 0 0,-1 0 0,1-1 0,0 1 0,0 0 0,0-1 0,-1 1 0,1 0 0,0 0 0,0-1 0,0 1 0,1 1 0,-2 28 489,1-24-287,-1 11 264,1 27 535,-1-42-965,1-1 0,1 0 0,-1 1-1,0-1 1,0 1 0,0-1 0,1 0 0,-1 1 0,1-1 0,-1 0 0,1 0 0,-1 1 0,1-1 0,0 0-1,0 0 1,0 0 0,-1 0 0,1 0 0,0 0 0,0 0 0,0 0 0,1 0 0,1 1 0,1-1-20,0 0 0,0 0 1,0 0-1,0-1 0,0 1 1,1-1-1,-1 0 1,0 0-1,0-1 0,0 1 1,0-1-1,0 0 0,1 0 1,-2 0-1,1-1 0,0 1 1,0-1-1,0 0 1,-1 0-1,1-1 0,-1 1 1,1-1-1,-1 1 0,0-1 1,0 0-1,0 0 0,3-6 1,-3 5-252,-1 0 0,1 0 0,-1 0 0,0 0 0,-1-1 0,1 1 0,-1-1 0,1 1 0,-1-1 0,-1 1 0,1-1 0,-1 0 0,0 0 0,0 1 0,-1-10 0,1 14 183,-1-1 0,1 0 0,-1 1 0,1-1 0,-1 0 0,0 1-1,1-1 1,-1 1 0,0-1 0,1 1 0,-1 0 0,0-1 0,1 1-1,-1 0 1,0-1 0,0 1 0,0 0 0,1 0 0,-1-1 0,0 1 0,0 0-1,0 0 1,1 0 0,-1 0 0,0 0 0,0 0 0,-1 1 0,-23 1 499,22-1-345,0 0-1,0 0 1,0 1 0,1-1 0,-1 1 0,0-1 0,1 1 0,-1 0 0,1 0 0,0 0 0,0 0 0,0 0 0,0 1-1,0-1 1,0 1 0,-2 4 0,0 0 126,0 1-1,0-1 1,1 1-1,1 0 1,-3 9 0,3 2-162,2-20-111,0 1 1,0 0 0,0 0-1,0 0 1,0 0-1,0 0 1,0 0-1,0 0 1,0 0-1,0 0 1,0 0-1,0 0 1,0 0-1,0 0 1,0 0-1,0-1 1,1 1 0,-1 0-1,0 0 1,0 0-1,0 0 1,0 0-1,0 0 1,0 0-1,0 0 1,0 0-1,0 0 1,0 0-1,0 0 1,0 0 0,0 0-1,0 0 1,1 0-1,-1 0 1,0 0-1,0 0 1,0 0-1,0 0 1,0 0-1,0 0 1,0 0-1,0 0 1,0 0-1,0 0 1,0 0 0,0 0-1,0 0 1,1 0-1,-1 0 1,0 0-1,0 0 1,0 1-1,0-1 1,0 0-1,0 0 1,0 0-1,0 0 1,0 0 0,0 0-1,0 0 1,0 0-1,0 0 1,0 0-1,0 0 1,0 0-1,5-7-2127,10-24-5440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8:07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33 12310,'0'0'2657,"-30"-33"-2321,37 33-1184,-4 0-49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8:19.8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29 378 2977,'0'0'1638,"-5"0"-1501,-17 0 4635,22 0-4755,0 0-1,0 0 0,-1-1 0,1 1 0,0 0 0,0 0 0,0 0 1,0-1-1,0 1 0,0 0 0,0 0 0,0-1 0,0 1 0,0 0 1,0 0-1,0-1 0,0 1 0,0 0 0,0 0 0,0-1 0,0 1 1,0 0-1,0 0 0,0 0 0,1-1 0,-1 1 0,0 0 0,0 0 1,0-1-1,0 1 0,0 0 0,1 0 0,-1 0 0,0 0 0,0-1 1,0 1-1,1 0 0,-1 0 0,0 0 0,0 0 0,9-10 406,3 1 60,-5 3-359,0 1 0,0 0 0,0 0 0,1 1 0,0 0 0,0 0 0,0 1 0,9-3 1,23-2 11,-20 3-65,34-3-1,10-2 62,-45 6-48,-1 1-1,28-1 1,88-5-19,-107 8 1,39-8 0,4 0-16,527 0 408,-388 10-452,59-13 13,236 6 62,-353 7-68,166-3 24,-178-13-29,-91 7-2,71-1-1,-46 9-9,109-15 0,155-13-1,-123 14-2,-3-1 0,232-13 42,-262 14-1,2 5-20,43-4 17,12 8-30,-75 5 2,118-6 68,-57 4-51,109-8 4,-125 8 0,-111 3 2,6 0 80,462-16 313,-241 10-399,-190 6-16,52-2 23,206 3-15,-93 30 42,10 1 30,-287-32-79,44-1-4,-1 3 1,0 3-1,92 21 0,-87-11 70,100 10 0,73-7 88,-119-11-157,55 13 3,-13 0 30,261-13 107,-263-10-109,242-10-211,-107 10 210,326 4 5,-288 22-4,-270-19 0,78 11 24,92 6 48,98 0-56,-295-18-45,222 1 14,0 0 8,375 31-30,-306-3-48,-271-24 50,-9-2 2,500 48-62,-117-33 44,-132-11 107,-156-2-61,73 1 42,-147-7 85,74 13 0,-3 0-160,-73-11 18,2-1 78,-1 3 0,112 26 1,-115-14-72,1-4 0,0-2 0,0-4 1,88 1-1,188-4-1,439-6 556,-773-1-583,0 0 0,-1 0 1,1-2-1,12-3 0,-13 3-1,1 0 0,0 1 0,0 0 0,14 0 1,199-7 969,-4 9 4146,-219 4-6688,-1-4 1389,0 1-1,0 0 1,0-1-1,0 1 1,1 0-1,-1-1 1,0 1 0,0 0-1,-1-1 1,1 1-1,0-1 1,0 1 0,0 0-1,0-1 1,0 1-1,-1-1 1,1 1 0,0 0-1,-1-1 1,1 1-1,0-1 1,-1 1 0,1-1-1,0 1 1,-1-1-1,1 1 1,-2 0 0,-23 5-8129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8:23.5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98 1 3089,'0'0'4424,"-6"2"-3469,-5 1-76,-1-1 1,1 0-1,0 0 0,-15-1 1,25-1-841,0 0 1,0 0 0,1 1 0,-1-1 0,0 0 0,0 0 0,0 1 0,0-1 0,1 1-1,-1-1 1,0 1 0,0-1 0,1 1 0,-1-1 0,0 1 0,1 0 0,-1-1 0,1 1-1,-1 0 1,1-1 0,-1 1 0,1 0 0,-1 0 0,1 0 0,0-1 0,-1 1 0,1 0-1,0 0 1,0 0 0,0 0 0,-1 1 0,0 34 375,1-28-332,20 905 1688,-18-874-1765,29 268 36,-6-175-21,14 83 126,-33-152-129,-2 0 0,-6 65-1,1-31 34,0-48-13,3 1 0,2-1 0,1 0 0,19 69 0,-4-49-32,-3 0 1,-3 1-1,-3 0 0,3 107 1,-13-37-2,-13 336 24,-3-332-36,-6 65-2,0-7 20,-1 4-24,2 60-147,-7 235-256,26-319 231,3 205-407,5-250 608,2 35 22,-6 620-313,7-208-184,-3-17 718,3-107-11,-10 1508 1067,30-1453-1204,-20-387 7,32 200-40,3 44-110,-25-170 36,3 78 2,-3 207 29,10-40 163,-33 152-169,6 96 352,-9-505-397,1-22 34,4 110-108,12-196-86,1 13 240,-1 10-147,-5-63-1,0 49 1,-6 495-1958,-4-618 296,-12-11-1475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6:31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 1345,'0'0'8422,"0"15"-7333,0 3 4697,-2 16-5732,-7 41 0,0 3-23,4 297 208,6-221 18,-2-110-177,0-19 63,4 41 0,-5-73-1337,-1 0 1,0 0-1,0 0 1,-1 0 0,-8-11-1,-5-1-3958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6:32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1 255 3282,'0'0'4132,"0"-6"-3732,0 2-432,0-7 502,0 1 0,0 0-1,1 0 1,0-1 0,1 1 0,0 0 0,0 0 0,1 0-1,1 0 1,5-10 0,1 4-31,-7 9-363,2-1 0,-1 2 0,1-1 0,0 0 0,0 1-1,1 0 1,0 0 0,0 1 0,12-9 0,-9 9-82,-1 1 1,1 0-1,0 0 1,0 1-1,0 0 1,0 0-1,0 1 0,1 0 1,-1 1-1,1 0 1,-1 0-1,13 2 1,0-2 3,-12 0 7,-1 1 0,1 0 0,10 2-1,-18-2 7,1 0 0,-1 1 0,0-1 0,1 1 0,-1 0 0,0 0 0,0 0-1,1 0 1,-1 0 0,0 1 0,0-1 0,0 1 0,0-1 0,-1 1 0,1-1-1,0 1 1,1 2 0,7 15 212,-1 0 0,-1 0 0,-1 1 0,0 0 0,-2 1 0,5 29 0,-5-20-44,-1 1 0,-2-1 1,-1 1-1,-3 34 0,0-59-168,1 0-1,-1 0 0,1-1 1,-2 1-1,1 0 1,-1-1-1,0 1 0,0-1 1,0 0-1,-1 0 0,1 0 1,-1 0-1,-1-1 0,1 1 1,-1-1-1,1 0 1,-8 4-1,-3 2-10,-1 0 0,0-1 0,-1-1 0,-26 10 0,38-16-14,1-1 1,-1 0-1,1 0 0,-1 0 1,0 0-1,1-1 0,-6 0 1,10 0 5,0-1 0,-1 1 1,1-1-1,-1 1 0,1-1 1,0 1-1,-1-1 0,1 0 0,0 1 1,0-1-1,-1 1 0,1-1 1,0 1-1,0-1 0,0 0 1,0 1-1,0-1 0,0 0 0,0 1 1,0-1-1,0 0 0,0-21-202,1 18 150,-1 2 43,0 0 0,0 0 1,0 0-1,1 0 1,-1 0-1,1 0 1,-1 0-1,1 0 1,0 0-1,0 0 1,0 0-1,0 0 1,0 0-1,0 0 1,1 1-1,-1-1 1,0 1-1,1-1 1,-1 1-1,1-1 1,0 1-1,0 0 0,-1 0 1,1 0-1,0 0 1,0 0-1,0 0 1,0 0-1,0 1 1,0-1-1,3 0 1,7-1 19,1 0 1,0 1-1,-1 0 1,17 2-1,-12-1-9,-8 1 17,1 0-1,-1 0 1,0 1 0,1 1-1,-1-1 1,0 2 0,0-1-1,-1 1 1,1 0 0,-1 1-1,0 0 1,0 0 0,10 10-1,-8-7 93,-1 1 0,0 0-1,0 0 1,-1 1 0,0 0 0,-1 1-1,0 0 1,-1 0 0,9 20-1,-12-25-60,-1 1 0,-1-1-1,1 1 1,-1-1 0,0 1-1,0-1 1,-1 1-1,0 0 1,0-1 0,-1 1-1,1-1 1,-1 1 0,-1-1-1,1 1 1,-1-1-1,-1 1 1,1-1 0,-1 0-1,0 0 1,0-1-1,-1 1 1,1 0 0,-1-1-1,-9 9 1,-3-1 1,-1-2 0,0 1 1,-1-2-1,0-1 0,0 0 1,-1-1-1,0-1 0,-37 9 0,16-8-746,-1-2 0,-1-1 0,-54-1 1,95-4 610,1 0 0,-1 0 0,1-1 1,-1 1-1,1 0 0,-1 0 1,1 0-1,-1-1 0,1 1 1,-1 0-1,1-1 0,0 1 0,-1 0 1,1-1-1,0 1 0,-1 0 1,1-1-1,0 1 0,-1-1 1,1 1-1,0-1 0,0 1 0,-1 0 1,1-1-1,0 1 0,0-1 1,0 1-1,0-1 0,0 1 1,0-1-1,0 1 0,0-1 0,0 1 1,0-1-1,0 0 0,0 1 1,0-1-1,0 1 0,0-1 1,0 1-1,1-1 0,-1-4-1216,0-21-6136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6:33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39 4338,'0'0'7355,"-23"0"-2675,21 0-4624,1 0 0,0 0 0,0 0 0,0 0 0,-1 0-1,1 1 1,0-1 0,0 0 0,0 1 0,0-1 0,0 1 0,0 0 0,0-1 0,0 1 0,0 0 0,0-1 0,0 1 0,0 0 0,0 0 0,-1 1 0,1 1 32,-1 0 1,1-1 0,-1 1 0,1 0 0,0 0-1,0 0 1,0 0 0,0 3 0,-1 9 306,1-1 1,1 27 0,1-27 18,-2 6-11,1-11-87,-1 1-1,2 0 0,2 18 0,-3-26-276,1 0 0,-1 0-1,1-1 1,-1 1-1,1 0 1,0 0 0,0 0-1,0-1 1,0 1 0,0 0-1,0-1 1,1 1 0,-1-1-1,0 1 1,1-1 0,-1 0-1,1 1 1,-1-1-1,1 0 1,0 0 0,0 0-1,-1 0 1,1-1 0,2 2-1,1-1-22,0 0 0,0 1-1,1-2 1,-1 1-1,0 0 1,0-1 0,0 0-1,1-1 1,-1 1 0,0-1-1,0 0 1,0 0 0,0 0-1,0-1 1,0 0-1,0 0 1,0 0 0,-1 0-1,1-1 1,-1 0 0,0 0-1,6-5 1,-5 2-150,1 1 1,-2-1-1,1-1 1,-1 1-1,1-1 1,-2 0-1,1 0 1,-1 0-1,0 0 1,-1-1-1,1 1 0,-2-1 1,1 1-1,0-11 1,0 8-288,-2 1 1,1-1 0,-1 1-1,-1-1 1,0 0-1,-2-10 1,2 17 373,0 0 0,0 0 0,0 0 0,0 0 0,0 1-1,-1-1 1,0 0 0,1 1 0,-1-1 0,0 1 0,0-1 0,0 1 0,-1 0 0,1 0 0,0 0 0,-1 0 0,0 1-1,1-1 1,-1 1 0,0-1 0,0 1 0,-3-1 0,2 0 135,-1 1-1,0 0 1,0 0 0,1 0-1,-1 0 1,0 1 0,0 0-1,0 0 1,1 0 0,-1 0-1,0 1 1,0 0 0,1 0-1,-6 2 1,6-2-33,1 1-1,-1 0 1,1 0 0,-1 0-1,1 1 1,0-1 0,0 1 0,0 0-1,0 0 1,0 0 0,1 0 0,-1 1-1,1-1 1,0 0 0,-3 7-1,5-10-96,-13 34 176,11-19-4401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8:27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 2913,'0'0'5670,"-23"0"-2370,21 0-3292,0-1 0,0 1 0,0 0 0,1 0 0,-1 0 0,0 1 0,0-1 0,0 0 0,0 1 0,0-1 0,1 1 0,-1-1 0,0 1 0,1 0 0,-1 0 0,0 0 0,1 0 0,-1 0 0,1 0 0,-1 0 0,1 1 0,0-1 0,-1 0 0,1 1 0,0-1 0,0 1 0,0-1 0,0 1 0,0 0 0,1 0 0,-1-1 0,0 1 0,1 0 0,-1 0 0,1-1 0,0 1 0,-1 0 0,1 0 0,0 0 0,0 0 0,1 3 0,-1 115 1665,0-119-1654,0-1 1,0 1-1,0 0 1,0 0-1,0 0 1,1 0-1,-1-1 1,0 1-1,1 0 1,-1 0-1,1-1 1,-1 1-1,0 0 1,1-1-1,-1 1 1,1 0-1,0-1 1,-1 1 0,1-1-1,0 1 1,-1-1-1,2 1 1,22 7 574,-17-7-500,0-1-1,-1 1 0,1-1 1,-1-1-1,1 1 0,6-3 0,-10 2-102,-1 0 0,1 0 0,-1-1 0,1 1 0,-1-1 0,0 0 0,0 0 0,1 1 0,-2-2 0,1 1 0,0 0 0,0 0-1,0 0 1,-1-1 0,2-2 0,-1 1-61,0 0 1,0 0-1,0 0 0,-1-1 0,1 1 1,-1 0-1,0-1 0,0 1 0,0-6 0,-2 8 77,-1 1 0,1-1 0,0 0 1,-1 1-1,1-1 0,-1 1 0,1 0 0,-1-1 0,1 1 0,-1 0 0,0 0 0,0 0 0,0 0 0,0 0 0,0 1 0,-2-1 0,-10-7 28,11 5-13,-1 0 0,0 1-1,0-1 1,0 1 0,-1 0 0,1 0-1,0 0 1,-1 1 0,1-1 0,-1 1-1,-5-1 1,-7 0 34,-30 1 0,36 1-10,10 0-41,1 1-1,-1 0 1,0-1 0,0 1-1,0-1 1,0 1 0,0 0 0,1-1-1,-1 1 1,0 0 0,1 0-1,-1 0 1,1 0 0,-1 0-1,1 0 1,-1 0 0,1 0 0,-1-1-1,1 2 1,0-1 0,0 0-1,-1 0 1,1 0 0,0 0-1,0 0 1,0 2 0,-2 32 679,2-34-636,0 11 159,0-9-67,0 1 0,0-1 0,0 1 0,0 0 0,0-1 0,1 1 0,2 6 0,-3-9-109,1 0 0,0 0 0,0 1 0,0-1 1,0 0-1,0 0 0,0 0 0,0 0 0,1 0 0,-1 0 1,0-1-1,1 1 0,-1 0 0,0-1 0,1 1 0,-1 0 1,1-1-1,-1 0 0,1 1 0,-1-1 0,1 0 1,1 0-1,5 1 24,-1 0 1,0 0-1,1-1 1,-1 0 0,0-1-1,1 1 1,-1-1 0,0-1-1,13-4 1,-17 5-133,0 0 0,0-1 0,0 1 0,0-1 0,-1 0 0,1 0 1,-1 0-1,1 0 0,-1-1 0,0 1 0,0 0 0,0-1 0,0 0 0,-1 1 1,1-1-1,0 0 0,-1 0 0,0 0 0,0 0 0,0 0 0,0 0 0,0 0 0,-1-1 1,1-4-1,-1 1-298,1-24-1023,-1 30 1402,0 0 0,0 0-1,0 1 1,-1-1 0,1 0 0,0 0-1,0 1 1,-1-1 0,1 0-1,0 1 1,-1-1 0,1 1 0,0-1-1,-1 0 1,1 1 0,-1-1-1,1 1 1,-1-1 0,1 1 0,-1-1-1,0 1 1,1-1 0,-1 1-1,0 0 1,1-1 0,-1 1 0,0 0-1,1 0 1,-1-1 0,0 1-1,1 0 1,-1 0 0,-1 0 0,0 0 81,0 0 0,1 0 0,-1 0 1,1 0-1,-1 0 0,0 0 0,1 1 1,-1-1-1,1 0 0,-1 1 1,1 0-1,-1-1 0,1 1 0,-1 0 1,1-1-1,0 1 0,-1 0 0,-1 2 1,1 0 53,0 0 1,1 0 0,-1 1-1,1-1 1,0 0 0,-1 1-1,0 6 1,0 1 388,0 1-1,0 0 1,2 0 0,0 14-1,18-25-289,-9 0-306,24-3 345,-32 2-327,0 0 0,0-1 0,1 1 1,-1-1-1,0 1 0,0 0 1,0-1-1,0 0 0,0 1 1,0-1-1,0 0 0,0 1 1,-1-1-1,1 0 0,0 0 1,0 0-1,-1 0 0,1 0 1,0 0-1,-1 0 0,1 0 0,-1 0 1,1 0-1,-1 0 0,1-2 1,0-16-3294,-4 18 1371,-2 1 1727,1 0 0,0 0-1,-1 0 1,1 0 0,0 1 0,-1-1-1,1 1 1,0 0 0,0 1-1,0-1 1,-1 1 0,1 0 0,1 0-1,-1 0 1,-7 5 0,-14 14-2580,3-3-3138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8:33.4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43 44 400,'0'0'4584,"0"-7"-3552,0-21 846,0 19 774,0 27-1857,-4 562 83,6-550-686,8 49-1,1 20-32,-9 399 289,-3-257-37,2-213-311,2 0 0,1-1 1,9 32-1,-6-28-63,-1 1 0,2 35 0,-6 28-15,-19 175 1,11-199-3,5 132 0,4-176-23,1-1 0,14 49 0,1 5 23,-1 29-14,-5 1 0,-1 121 1,-12 688 25,8-749-19,0-2-16,-9 64-2,3 248 5,18-176 24,-14 442-2,-6-554-57,-3-148 34,-1 1 0,-2-1 0,-15 51 0,9-43 4,-9 86 0,11 110 52,-7 81-51,1-71 9,-18 139 19,-9 15 11,33 21 42,10-395-86,-10 498 24,5-68 90,6-271-80,-2-44 8,3 167 30,8-145 24,3 110-32,-14-155-86,2 149 606,18-110-478,-3-25-34,-8 129 155,-5-92 84,0-44-97,-2-34-179,16 117 0,22-19 51,-29-152-48,29 213 105,-27-167-116,14 219 64,-5-39 84,5-82-136,-14-120-30,0 20 0,-9-59-11,2 0 1,1 0-1,2 0 0,19 55 1,-21-68-6,-1 0 1,-1 1 0,-1-1 0,-1 1 0,-1 32 0,-1 436-337,4-389 352,5 1 0,35 157 0,-37-204-16,-1-1 0,-5 105 1,-2-85 59,1 333 1261,0-426-3306,0-8-368,0-5-2143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8:37.9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0 308 4034,'0'0'3340,"15"0"-2924,1 1-323,-7-1-46,0 1 1,0-2 0,0 1 0,-1-1-1,17-4 1,-10 3 508,-1 1 0,0 0 1,0 1-1,17 2 0,8-1 59,415-1 1605,-404-2-2010,69-12 0,31-3 80,333 17 343,-209 3-509,78 6-60,45-24-18,-105-24 10,-99 25-43,40 3 104,-109 8-26,647-4 332,-465 9-288,13 11-55,-1 1 96,535-14 371,-780-4-517,114-19 1,35-3 4,38 25-43,93-6 5,86-19 41,-434 26-38,579-21 21,-523 14-18,229-13-3,418 20-6,-642 3 1,0 3 0,65 15 0,76 8 100,-145-25-55,361 32-42,-276-24-65,181-8 1,-181-5-135,729 1-60,-689-9 248,4 0-81,397-28 9,129-28-900,-470 43 730,39-2-304,-88 16 59,58-5 461,335 1 11,-427 12 24,1089 3 1579,-979 6-1474,40-2 32,-102 14-90,-56-4-22,96 17 30,-16-1-6,-206-30-38,60 3 24,117 0 59,27 0 468,748-3-251,-895-12-278,-72 8-33,-1-1-1,16-3 1,10-2 73,39 4 345,-26 0 2875,-55 3-3617,-257 0-8609,173 0 2648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8:56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484 98 7652,'0'0'4716,"0"-3"-3891,1-14-127,0 10-249,-1 0-1,0 0 0,0 0 0,-2-15 1,0 21-436,1 0 1,0 0 0,0 0-1,-1 1 1,1-1-1,-1 0 1,1 0 0,-1 1-1,1-1 1,-1 1 0,1-1-1,-1 1 1,0 0-1,1 0 1,-3-1 0,-8-1 16,-7-3-47,0 2 0,0 0 1,0 0-1,-1 2 0,1 1 1,-1 0-1,-31 5 0,42-2 9,-1 0 0,1 0 0,1 0 0,-1 1 0,0 1 0,1-1-1,0 1 1,0 1 0,0 0 0,1 0 0,0 0 0,-9 10-1,-1 4 4,0 1-1,1 0 1,-18 30-1,25-33 13,0 1 0,1 1 0,0-1 0,2 1 0,1 0 0,0 1 0,1-1 0,2 1 0,0 0 0,1 0 0,1 0 0,5 41 0,-3-49 33,1-1-1,0 1 1,1-1-1,0 0 1,1 0-1,0-1 1,1 1-1,0-1 1,1 0-1,0-1 1,1 0-1,0 0 1,1 0-1,0-1 1,0-1-1,1 1 1,0-2-1,0 1 1,1-1-1,0-1 1,0 0-1,1 0 1,0-1-1,0-1 1,16 4-1,-4-5 33,0-1-1,0-2 0,29-2 1,-48 2-81,0 0 1,-1-1-1,1 0 1,0 0 0,0 0-1,0 0 1,-1-1-1,1 0 1,-1 0 0,1 0-1,-1 0 1,0-1-1,0 0 1,0 0-1,0 0 1,0 0 0,-1 0-1,0-1 1,1 0-1,-1 0 1,0 0-1,-1 0 1,5-7 0,-3-1-476,1 0-1,-2 0 1,1 0 0,-2 0 0,0 0 0,0-1 0,-1 1-1,0-18 1,-2 26 262,1-1-1,0 0 1,-1 1-1,0-1 1,0 0-1,-1 1 1,1-1-1,-1 1 0,0 0 1,0 0-1,0-1 1,-1 1-1,1 1 1,-1-1-1,0 0 1,0 1-1,-1-1 1,1 1-1,-1 0 1,1 0-1,-1 0 1,-6-3-1,1 1 215,1 1 1,-1 0-1,0 1 0,-1 0 1,1 0-1,-1 1 0,1 0 1,-1 0-1,1 1 1,-12 0-1,18 1 34,-8 0 300,0 0 1,0 1 0,-18 3 0,26-3-210,-1 0-1,0 1 0,1-1 1,-1 1-1,1 0 1,-1 0-1,1 0 1,0 1-1,0-1 0,0 1 1,0 0-1,-5 5 1,3-2 37,-1 0 0,1 0 0,0 1 1,1-1-1,0 1 0,0 0 1,0 1-1,1-1 0,0 0 0,0 1 1,-2 14-1,5-18-193,1 6-226,14-7-2427,25-3-3313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8:57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202 252 4210,'0'0'7371,"3"-5"-6885,24-38-161,7-14-115,-31 52-240,0-1 1,-1 0-1,0 0 0,0 0 0,-1 0 0,1 0 0,-2 0 0,2-10 1,-2 3-156,1 9 137,0 0-1,-1 1 1,0-1-1,0 0 1,0 1-1,0-1 1,-1 0-1,1 1 1,-1-1-1,-2-5 1,0 6 47,0 1-1,0-1 1,0 1 0,0 0 0,-1 1-1,1-1 1,-1 0 0,1 1-1,-1 0 1,1 0 0,-1 0 0,0 0-1,-7 0 1,-8 0 69,-30 2 0,22-1 67,20 0-91,1 0 0,0 1 0,-1-1 0,1 1 0,0 1-1,0-1 1,0 1 0,-10 4 0,12-4-8,1 0 0,-1 0 0,1 1 0,0-1 0,-1 1 0,1 0 0,0 0 0,1 0 0,-1 1 0,1-1 0,-1 1 0,1-1 0,-3 8 1,1-2 88,1 1 0,0-1 0,0 1 0,1 0 0,0 0 0,0 18 0,4 60 812,-2-87-930,1 8 82,1 0 0,0 0 0,0-1 0,1 1 1,0 0-1,0-1 0,1 0 0,0 1 0,1-1 0,0-1 0,0 1 0,0-1 0,1 0 1,0 0-1,1-1 0,0 1 0,0-2 0,0 1 0,0-1 0,1 0 0,0 0 0,0-1 0,0 0 1,1 0-1,-1-1 0,1 0 0,0-1 0,0 0 0,11 1 0,-1-1-35,0 0-1,0-1 0,1-1 0,21-3 1,-33 2-239,-1-1 0,1 1 0,-1-1 0,0 0 1,0-1-1,0 0 0,0 0 0,0 0 0,-1-1 0,0 0 1,1 0-1,-1-1 0,7-7 0,22-32-4558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8:57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4402,'0'0'7198,"13"25"-5928,40 80-315,-47-93-716,-1 1 0,0-1 0,0 1 0,-1 0 0,-1 0-1,2 15 1,-1 0 207,-2-18-284,-2-8-112,0 0 0,0 1 0,0-1 0,0 0 0,1 0 0,-1 0 0,1 0 0,0 0-1,0 0 1,-1 0 0,1 0 0,2 3 0,-2-57 348,0 38-680,0 0 0,1 1 0,0-1 0,1 1 0,1-1 0,0 1 0,1 0 0,0 0 0,14-22 0,-15 27-103,0 1-1,1 0 0,0 0 0,1 0 0,0 1 1,0 0-1,0 0 0,0 0 0,1 1 1,0 0-1,0 0 0,1 1 0,-1 0 1,1 0-1,0 0 0,16-4 0,-22 8 428,1-1-1,-1 1 1,0 0-1,1-1 1,-1 1-1,1 0 1,-1 1-1,1-1 1,-1 0-1,1 1 1,-1-1-1,0 1 1,1 0-1,-1-1 1,0 1-1,0 1 0,1-1 1,-1 0-1,0 0 1,0 1-1,0-1 1,3 4-1,0 1 326,-1 1-1,1-1 0,-1 1 0,0 0 0,5 14 0,1 6 709,-1 1 1,-2 0-1,5 31 0,7 27 773,-19-85-1847,0-1-1,0 1 0,0-1 0,0 0 0,0 1 1,1-1-1,-1 1 0,0-1 0,0 1 0,0-1 1,0 0-1,1 1 0,-1-1 0,0 1 0,1-1 1,-1 0-1,0 1 0,1-1 0,-1 0 0,0 1 1,1-1-1,-1 0 0,0 0 0,1 1 0,-1-1 1,1 0-1,-1 0 0,1 0 0,-1 0 0,0 1 0,2-1 1,-2-1-174,1 1 0,0 0 1,-1-1-1,1 1 0,0 0 1,-1-1-1,1 1 0,-1-1 1,1 1-1,0-1 0,-1 0 1,1 1-1,-1-1 1,1 1-1,-1-1 0,0 0 1,1 1-1,-1-1 0,1-1 1,8-22-6733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8:58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109 199 8116,'0'0'4439,"25"-7"-4052,77-26-419,-96 31-161,0 0 1,0 0-1,-1 0 1,1-1-1,-1 1 1,0-1-1,0-1 1,0 1-1,0-1 1,-1 0-1,1 0 1,5-6-1,-9 7-77,1 0 0,-1 0 0,0 0 0,0 0 0,0 0 0,0 0 0,0 0 0,-1 0 0,1 0 0,-1 0 0,0 0 0,0-1 0,0 1 0,0 0 0,0 0 0,-1 0 0,0 0 0,0-4 0,0 5 198,-1 1 0,1-1 1,0 0-1,0 1 0,-1-1 0,1 1 0,-1-1 0,1 1 0,-1 0 1,0 0-1,0 0 0,1 0 0,-1 0 0,0 0 0,0 0 0,0 0 1,0 1-1,0-1 0,0 1 0,0-1 0,0 1 0,-3 0 1,-13-5-342,3 0 522,1 1 0,-1 1 0,0 0 0,0 1 0,0 0 0,-25 2 0,14-2 570,18 2-311,0-1 0,-1 1 1,1 0-1,0 1 1,-9 1-1,15-1-248,0-1 1,0 1-1,0 0 0,1 0 0,-1-1 0,0 1 0,0 1 1,0-1-1,1 0 0,-1 0 0,1 1 0,-1-1 0,1 0 1,-1 1-1,1 0 0,0-1 0,0 1 0,0 0 0,0 0 1,0-1-1,0 1 0,0 0 0,0 0 0,0 4 1,-2 11 514,1 0 0,1 1 1,0 0-1,2-1 1,2 24-1,-1-29-381,0-1 0,1 0-1,0 0 1,1 0 0,0 0 0,0-1 0,1 1 0,1-1-1,0-1 1,0 1 0,10 11 0,-10-14-184,-1-1 0,2 1 0,-1-1 0,1 0 0,0-1 0,0 0 0,1 0 0,-1 0-1,1-1 1,0 0 0,0 0 0,1-1 0,-1 0 0,16 2 0,-16-3-70,1-1-1,-1-1 1,0 0 0,0 0-1,1-1 1,14-2 0,-18 1-128,0 0 1,0 0 0,0 0-1,0 0 1,0-1 0,0 0-1,-1 0 1,0 0 0,1 0-1,6-8 1,22-28-4457,-11-3-5140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8:58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 7075,'0'0'6366,"7"31"-4237,23 99-288,-29-124-1672,1 0 0,-1 0 0,1 0 1,1 0-1,-1 0 0,1 0 0,0-1 1,0 1-1,0-1 0,6 6 0,-1-1 219,-7-8-313,0-1 0,1 1 0,-1 0 0,1-1 0,0 1 1,-1-1-1,1 0 0,0 1 0,0-1 0,0 0 0,0 0 0,3 1 1,-1 0 22,-3-2 33,-1-92-1424,0-43-5167,0 130 6074,0 0 0,1 0-1,-1 0 1,1 1 0,0-1 0,0 0 0,1 1 0,-1-1 0,1 1 0,3-6 0,-2 6 452,-1 0 0,1 1 0,0-1 0,0 1 0,0 0 0,1 0 0,-1 0 0,1 0 0,0 0 1,0 1-1,0 0 0,0 0 0,0 0 0,8-2 0,7-1 635,0 2 1,1 0 0,-1 1-1,1 1 1,23 1-1,-24 0-1412,-11 0-4176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8:59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67 2817,'0'0'10018,"0"-4"-9764,1 3-266,-1-2 46,0-1 0,1 0 1,-1 1-1,0-1 0,0 1 0,-2-7 1,2 8-6,-1 1 0,1 0 0,-1 0 0,1-1 0,-1 1 0,0 0 0,1 0 0,-1 0 0,0 0 0,0 0 0,0 0 0,0 0 0,0 0 0,0 0 0,0 0 0,0 1 0,0-1 0,0 0 0,-1 1 0,1-1-1,0 1 1,0-1 0,-1 1 0,1 0 0,-3-1 0,-29-3 32,0 1-1,-46 3 0,40 0-86,36 1 24,-1-1-1,0 1 0,1-1 1,-1 1-1,0 1 1,1-1-1,-1 0 1,1 1-1,0 0 0,-1 0 1,1 0-1,0 0 1,0 0-1,0 0 0,1 1 1,-1 0-1,0-1 1,1 1-1,0 0 1,0 0-1,0 1 0,-3 4 1,-1 4 87,0 0 1,1 0-1,1 0 1,0 1-1,-3 15 1,2 3 687,2 0 0,1 1 0,2 31 0,1-26 86,-1-31-678,0 1 0,0-1 0,1 1 0,0-1-1,0 0 1,3 9 0,-3-13-138,0 0 0,0 0-1,0 0 1,0 0 0,0 0 0,0-1-1,1 1 1,-1 0 0,1-1 0,-1 1-1,1-1 1,0 1 0,-1-1-1,1 0 1,0 1 0,0-1 0,0 0-1,0 0 1,0-1 0,0 1-1,4 1 1,4-1-33,-1 1 0,0-1 1,1-1-1,-1 0 0,1 0 0,-1-1 0,1 0 0,-1 0 1,0-1-1,0-1 0,0 1 0,0-2 0,0 1 0,0-1 0,-1 0 1,0-1-1,0 0 0,0 0 0,0-1 0,11-12 0,-9 9-516,-1 0-1,-1-1 0,0-1 1,0 1-1,-1-1 0,-1-1 0,1 1 1,-2-1-1,0 0 0,0-1 1,-1 1-1,-1-1 0,0 0 1,2-22-1,-4-77-5771,-1 109 7714,0 9 858,-8 60 1679,-7 128 1461,15-188-5330,0 1 1,0-1-1,0 1 0,1-1 0,0 0 1,1 1-1,3 9 0,-4-13-95,1 0 0,0-1 0,-1 1 0,1-1 0,0 1 0,0-1 0,1 0 0,-1 0 0,0 0 0,1 0 0,-1 0-1,1-1 1,0 1 0,0-1 0,-1 0 0,1 1 0,4 0 0,4 2-129,-1-1 0,1 0 0,0 0 0,1-1 0,-1-1 0,0 0 0,20-1 0,-29 0-78,0 0 0,0-1 0,0 1 0,0-1 1,0 0-1,0 0 0,0 1 0,-1-1 0,1-1 1,0 1-1,-1 0 0,1 0 0,0 0 0,-1-1 1,1 1-1,-1-1 0,0 1 0,0-1 0,1 0 1,-1 0-1,0 1 0,0-1 0,-1 0 0,1 0 1,0 0-1,-1 0 0,2-3 0,9-33-5098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8:59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7668,'0'0'6221,"1"-6"-5936,3-9-225,0 7 5,-4 8-61,0 0 1,0 0-1,0 0 1,0 0-1,0 0 1,1 0-1,-1 0 1,0 0-1,0 0 1,0 0-1,0 0 1,0 0 0,0 0-1,0 0 1,1 0-1,-1 0 1,0 0-1,0 0 1,0 0-1,0 0 1,0 0-1,0 0 1,1 0-1,-1 0 1,0 0-1,0 0 1,0 0-1,0 0 1,0 0-1,0 0 1,0 1-1,0-1 1,0 0-1,1 0 1,-1 0 0,0 0-1,0 0 1,0 0-1,0 0 1,0 0-1,0 1 1,0-1-1,0 0 1,0 0-1,0 0 1,0 0-1,0 0 1,0 0-1,0 1 1,0-1-1,4 17 345,0 0 1,-1 1-1,-1-1 0,0 1 0,-2-1 0,-1 25 0,0-8 22,15 299 3537,-13-321-3811,8 91 475,-7-86-519,1 0 1,1-1 0,10 30-1,2-18-197,-15-26-531,-2-22-6141,-5-8-1553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9:00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13222,'0'0'2436,"39"0"-1436,128 0-423,-72 0-460,22 1-293,-107 0 94,1 0-1,-1 0 1,0 0 0,-1 2 0,11 2-1,-19-4 65,0-1 1,0 1-1,0 0 0,0 0 0,0-1 0,0 1 0,-1 0 0,1 0 1,0 0-1,0 0 0,-1 0 0,1 0 0,-1 0 0,1 0 0,-1 0 1,1 0-1,-1 1 0,0-1 0,1 0 0,-1 0 0,0 0 0,0 3 1,0 32 13,-1-20 208,-9 296 4870,10-307-5012,0 0 0,0-1 0,0 1-1,1 0 1,0 0 0,0-1 0,0 1 0,1-1 0,-1 1 0,1-1 0,4 8-1,-4-10-45,0 1 0,1-1-1,-1 1 1,0-1 0,1 0-1,0 0 1,-1 0 0,1 0-1,0-1 1,0 1 0,0-1-1,0 0 1,0 1 0,0-1-1,0-1 1,1 1 0,5 0-1,-4 0 4,1 0-1,-1-1 0,1 1 1,0-1-1,-1-1 1,1 1-1,0-1 0,-1 0 1,1 0-1,-1-1 0,11-3 1,-12 2-53,0 1-1,0-1 1,0 0 0,0 0 0,0 0-1,-1-1 1,1 0 0,-1 1 0,0-1-1,0 0 1,-1 0 0,1 0 0,3-9 0,-1-1-502,0 0 1,-1 0 0,-1 0 0,0-1 0,-1 0 0,0 1 0,-1-1 0,-1-19 0,0 29 255,0 0-1,-1 0 1,1 0 0,-1 0 0,0 0-1,-1 0 1,1 0 0,-1 0 0,0 0-1,0 1 1,0-1 0,0 1-1,-1 0 1,0-1 0,0 1 0,0 0-1,0 1 1,-1-1 0,-7-5 0,4 4 338,0 1 1,0 0-1,-1 0 1,0 0-1,0 1 0,0 0 1,0 1-1,0 0 1,0 0-1,-1 1 1,-9-1-1,8 1 272,1 0-15,-1 0-1,1 0 0,-1 1 1,1 0-1,-1 1 0,1 0 1,-1 0-1,-13 5 0,15 1-351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9:00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6 107 4834,'0'0'8617,"0"5"-7800,-4 48 1038,2 0 0,7 69 0,26 104 1152,-31-223-2960,8 29 197,-8-31-239,0 0 1,0-1 0,0 1-1,0 0 1,0-1-1,0 1 1,1 0-1,-1-1 1,0 1-1,0-1 1,1 1 0,-1 0-1,0-1 1,1 1-1,-1-1 1,1 1-1,-1-1 1,0 1-1,1-1 1,-1 1-1,1-1 1,0 0 0,-1 1-1,1-1 1,-1 0-1,1 1 1,0-1-1,-1 0 1,1 0-1,-1 1 1,1-1-1,0 0 1,-1 0 0,1 0-1,1 0 1,-2 0-5,1-1 0,-1 1 0,1-1 0,-1 1 0,1-1 0,-1 1 1,1-1-1,-1 1 0,1-1 0,-1 0 0,0 1 0,1-1 0,-1 1 0,0-1 1,0 0-1,0 1 0,1-1 0,-1-1 0,8-33-738,-2 0 1,-1-1-1,-2 0 1,-2-65-1,3-30-3127,-2 107 3083,1 0 0,1 1 0,10-34-1,-12 52 860,0-1-1,0 1 0,0-1 0,1 1 0,0 0 1,0 0-1,0 0 0,1 0 0,0 1 0,0-1 0,0 1 1,0 0-1,9-6 0,-6 6 289,0 0 1,0 1-1,0 0 0,0 0 0,0 1 1,1 0-1,-1 0 0,1 1 1,14-1-1,130 0 1124,-85 3-7123,-36-1-5999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9:01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5987,'0'0'6659,"3"6"-5896,1 7-441,0-1 1,0 1-1,-1 0 1,-1 0-1,0 1 0,0 18 1,-3 24 28,6 138 600,-3-172-773,1 1 0,1-1 0,1 0 0,1 0 0,1-1 0,13 30 0,-16-44-120,0 0 1,0 0-1,0-1 1,1 1 0,0-1-1,0 0 1,1 0-1,0-1 1,0 0 0,0 0-1,0 0 1,1 0-1,0-1 1,0 0-1,0-1 1,0 0 0,1 0-1,-1 0 1,1-1-1,0 0 1,0-1 0,0 1-1,0-1 1,8-1-1,7 1 71,0 0 0,28-5-1,-41 3-115,1-1 1,-2 0-1,1-1 0,0 0 0,0-1 0,-1 0 0,13-8 0,-8 4-93,-1-1 0,0 0 0,-1-1-1,0 0 1,-1-1 0,0-1 0,10-12 0,-17 18-152,0 0 1,0 0 0,0 0 0,-1-1 0,0 1 0,0-1 0,-1 0-1,0 0 1,0 0 0,-1 0 0,1 0 0,-1 0 0,-1 0 0,0-1-1,0 1 1,0 0 0,-3-13 0,2 16 192,-1 0 1,0 0-1,0 0 1,0 0-1,0 0 0,-1 1 1,0-1-1,1 1 1,-1-1-1,-1 1 1,1 0-1,0 0 0,-1 0 1,1 1-1,-1-1 1,0 1-1,0 0 0,0 0 1,-6-2-1,-5-1 276,0-1-1,0 2 1,-1 0-1,-20-2 1,6 3 434,-1 1 0,1 1 0,-54 7 0,73-4-486,0 1-1,0 0 1,0 1 0,0 1-1,-11 5 1,3-1 289,27-10 55,11-6-519,1-5-315,-1-2 0,0 0 0,-1-1 0,-1-1 0,0 0 0,-1-2 0,-1 1 0,23-38-1,-33 47-77,-1-1-1,0 1 1,0-1-1,0 0 1,-2 0-1,1 0 1,-1-1-1,0 1 1,-1-1-1,0 1 1,-1-12-1,0 19 350,0 0-1,0 0 0,0 0 1,0 1-1,-1-1 0,1 0 0,-1 0 1,1 1-1,-1-1 0,0 0 1,0 1-1,1-1 0,-1 1 1,0-1-1,-1 1 0,1-1 0,0 1 1,0 0-1,-2-2 0,-1 1 38,1-1-1,0 1 1,-1 1-1,0-1 1,1 0-1,-1 1 1,0 0 0,-6-2-1,-9 1 402,1 0 0,-1 1-1,-21 1 1,21 1 250,-67-1 1756,73 1-2117,19 1-3879,16 1-1464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9:01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19 6035,'0'0'6971,"-29"-3"-6443,-92-9-85,113 11-337,0 0 0,0 0 1,0 1-1,0 0 0,0 1 0,0 0 0,0 0 0,0 0 1,0 1-1,1 0 0,-10 5 0,12-4-16,0 1-1,0 0 0,0 0 1,1 0-1,0 0 1,0 1-1,0 0 1,0 0-1,1 0 1,0 0-1,-3 6 1,0 0 34,1 1 1,0-1-1,1 1 1,1 0-1,0 0 1,0 0-1,-1 20 0,1 91 973,4-73-551,0-33-375,0 1-1,0-1 0,2 0 1,0 1-1,1-1 1,1-1-1,0 1 0,2-1 1,13 28-1,-15-36-145,0 0 0,0 0 0,1 0-1,0-1 1,0 0 0,1 0 0,-1-1 0,2 0 0,-1 0 0,1-1 0,-1 1-1,1-2 1,1 1 0,-1-1 0,1 0 0,0-1 0,-1 0 0,1-1 0,17 3-1,-9-2-10,0-2-1,-1-1 1,1 0-1,23-3 1,-33 2-115,0 0 0,0-1 0,-1 0 0,1 0 1,-1-1-1,1 1 0,-1-1 0,0-1 0,0 1 1,0-1-1,0 0 0,9-10 0,-8 7-663,-1 0 0,0-1 0,0 0 0,7-14 0,9-32-6997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9:02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5170,'0'0'7900,"4"12"-6820,6 23-46,-2 1-1,5 64 0,-1 89 1403,-9-136-1942,-1-4-58,-2-12-180,3 0-1,12 66 1,-6-75-219,-8-27-35,-1 0 0,0-1 0,0 1 0,0 0 0,1 0-1,-1-1 1,0 1 0,1-1 0,-1 1 0,1 0 0,-1-1 0,0 1 0,1-1 0,0 1 0,-1-1 0,1 1 0,-1-1 0,1 1 0,-1-1 0,1 0 0,0 1 0,-1-1 0,1 0 0,0 1 0,-1-1 0,1 0 0,0 0 0,0 0 0,-1 0 0,1 0 0,0 0 0,1 0 0,-2 0-8,1 0 1,-1 0 0,1-1 0,-1 1 0,1 0 0,-1-1 0,1 1 0,-1-1 0,0 1-1,1-1 1,-1 1 0,0 0 0,1-1 0,-1 1 0,0-1 0,1 0 0,-1 1-1,0-1 1,0 1 0,0-1 0,1 1 0,-1-1 0,0 0 0,3-19-895,-1-1 1,-1 1 0,-2-36-1,0 14-1171,2 29 634,-2-1 1,-3-23 0,-1 21-395,0-1 0,-7-15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9:02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5394,'0'0'3944,"34"-3"-2338,110-4-192,-134 7-1338,-1 1 1,0 0 0,1 0 0,-1 1 0,0 1 0,0-1-1,0 1 1,0 1 0,0 0 0,-1 0 0,1 1 0,-1 0-1,11 9 1,-2-3-26,3 2 3,-1 2 1,31 29-1,-42-36-56,-1 0 0,0 1 0,0 0-1,-1 0 1,0 1 0,-1 0 0,0 0 0,6 15 0,-6-6 106,-1 0 0,0 1 0,-1 0 0,-1 0 0,-1 0 0,-1 0 0,-1 0 0,0 0 0,-2-1 0,0 1 0,-1 0 0,-1-1 0,-1 0 0,-1 0 0,-15 30 0,-3-5-20,-2-1-1,-43 52 0,47-67-266,-1-2 0,-1 0 1,-1-2-1,-34 24 0,27-30-3176,8-12-3028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9:03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4738,'0'0'4298,"5"6"-3794,-2-3-439,0 1-1,-1 0 1,1 0-1,-1 0 1,0 0-1,0 0 1,0 0-1,-1 1 1,1-1-1,0 5 1,1 10 378,2 31 0,0 59 980,-2-25-187,3-1 0,21 98-1,-26-176-1170,1 6 140,1 0 1,0 0-1,1-1 1,7 15-1,-10-23-182,-1 0 1,1 0-1,0-1 0,0 1 0,0-1 1,1 1-1,-1-1 0,0 1 1,1-1-1,-1 0 0,0 0 0,1 0 1,0 0-1,-1 0 0,1 0 1,-1 0-1,1 0 0,0 0 0,0-1 1,0 1-1,-1-1 0,1 1 1,0-1-1,0 0 0,0 0 0,0 0 1,0 0-1,-1 0 0,1 0 1,0 0-1,0-1 0,0 1 0,2-1 1,-3 0-25,0 0 1,0 1 0,0-1 0,1 0 0,-1 0-1,0 1 1,0-1 0,-1 0 0,1 0 0,0 0-1,0 0 1,0 0 0,-1-1 0,1 1 0,0 0-1,-1 0 1,1 0 0,0-3 0,6-28-549,-4 16-246,-2 8 507,1-5-942,1 0-1,0 0 1,1 0 0,1 0 0,0 0 0,0 1 0,1 0 0,1 0 0,9-12 0,49-47-2350,5 7 9969,-63 57-5170,-7 7-1133,0 0 1,0 0-1,-1 0 0,1 0 0,0 0 1,0 0-1,0 0 0,0 0 1,0 0-1,0 0 0,-1 0 0,1 0 1,0 0-1,0-1 0,0 1 0,0 0 1,0 0-1,0 0 0,0 0 1,-1 0-1,1 0 0,0 0 0,0-1 1,0 1-1,0 0 0,0 0 0,0 0 1,0 0-1,0 0 0,0-1 1,0 1-1,0 0 0,0 0 0,0 0 1,0 0-1,0 0 0,0-1 1,0 1-1,0 0 0,0 0 0,0 0 1,0 0-1,0 0 0,0-1 0,0 1 1,0 0-1,0 0 0,0 0 1,0 0-1,1 0 0,-1 0 0,0 0 1,0-1-1,0 1 0,-16 5 990,-9 9-887,0 2 0,2 1 0,-27 24 0,42-34-174,7-6-13,-31 25 23,-50 55-1,79-79-19,1 1 1,0 0-1,0 1 0,-1-1 1,2 0-1,-1 0 0,0 1 1,1-1-1,-1 1 0,1 0 1,0-1-1,0 1 0,1 0 1,-1-1-1,1 1 0,0 0 1,0 6-1,1-6 36,0-1 1,0 0-1,0 1 1,0-1-1,0 0 1,1 0-1,-1 0 1,1 0-1,0 0 1,0-1-1,0 1 1,0 0-1,1-1 1,-1 1-1,1-1 1,-1 0-1,1 0 1,0 0-1,3 1 1,22 11 327,0-1 0,1-2 0,32 9 0,-40-13-266,10 1-37,0-1-1,0-1 1,0-1 0,0-2-1,1-1 1,48-4-1,-75 1-90,0 0-1,1 0 1,-1 0-1,0-1 1,0 0-1,0 0 0,0-1 1,0 1-1,0-1 1,-1 0-1,1 0 1,-1-1-1,0 1 1,0-1-1,0 0 1,0 0-1,-1 0 1,5-8-1,5-8-665,-1-1-1,18-44 0,-17 33-216,2 2 213,-8 17 635,-1 1-1,0-1 0,0-1 1,-2 1-1,0-1 0,0 0 1,-1 0-1,2-24 0,-6 38 68,1-1 0,0 0 0,0 0-1,0 0 1,-1 1 0,1-1 0,0 0-1,-1 1 1,1-1 0,0 0 0,-1 1-1,1-1 1,-1 0 0,1 1 0,-1-1-1,1 1 1,-1-1 0,0 1 0,1-1-1,-1 1 1,0 0 0,1-1 0,-1 1 0,0 0-1,1-1 1,-1 1 0,0 0 0,0 0-1,1-1 1,-1 1 0,0 0 0,0 0-1,-1 0 1,-36 0 288,21 1-230,11-1-14,0 0 0,1 0 0,-1 1-1,0 0 1,1 0 0,-1 0 0,1 0 0,-1 1 0,1 0 0,0 0 0,0 1-1,0 0 1,0-1 0,0 1 0,0 1 0,1-1 0,-1 1 0,1 0 0,0 0-1,0 0 1,1 1 0,-1-1 0,1 1 0,0 0 0,0 0 0,1 0 0,-1 0-1,-2 10 1,1 0 268,1-1 0,0 1-1,2 0 1,0 0 0,0 1-1,1-1 1,1 0 0,5 25-1,-5-34-263,1-1 0,0 1 0,0-1-1,0 0 1,1 1 0,0-1 0,0 0 0,0-1-1,0 1 1,1 0 0,0-1 0,0 0 0,0 0-1,1 0 1,-1 0 0,1-1 0,0 0 0,0 0-1,0 0 1,0-1 0,0 1 0,1-1 0,5 1-1,6 2-128,1-1 0,-1-1 0,1-1-1,-1 0 1,1-1 0,20-2-1,-26 1-657,0-1 0,0-1-1,15-3 1,-14 0-1454,-1 0 0,18-9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9:04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7652,'0'0'9134,"27"29"-7949,1 2-870,151 159 1515,65 75 747,-216-226-2417,-21-28-136,0-1-1,1 0 0,14 14 1,-21-23-187,-1-12-2791,-3-25-549,-14-10-1443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9:04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541 0 7860,'0'0'6173,"-29"25"-5479,-96 84-30,99-85-411,1 2 0,2 0 0,-22 31 0,27-33-96,-41 55 375,3 3 1,-61 118 0,113-190-532,2-7-12,0 1 0,0-1 0,0 1-1,1 0 1,0-1 0,0 1 0,0 0 0,-1 8 0,21-12-1544,-16-1 1207,0 0 1,0 0-1,0 0 1,0 0-1,0 0 1,0-1-1,4-2 1,23-25-4925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9:05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35 6995,'0'0'7633,"0"-6"-6675,0 5-931,0 0 0,1 0 0,-1 0 0,0-1 0,-1 1 0,1 0 1,0 0-1,0 0 0,0 0 0,-1 0 0,1 0 0,0 0 0,-1 0 0,1 0 0,-1 0 1,0 0-1,1 0 0,-1 0 0,0 0 0,1 0 0,-2-1 0,-1 1-7,1 1 0,0-1 0,0 0 0,-1 1 0,1-1 0,0 1 0,-1 0-1,1 0 1,-1 0 0,1 0 0,0 0 0,-1 1 0,-2 0 0,-2 1 12,0 0 0,1 0 1,0 1-1,-1 0 0,1 0 0,0 0 0,0 1 1,1 0-1,-1 0 0,1 1 0,0-1 1,0 1-1,0 0 0,-6 9 0,4-5 13,1 0 1,0 1-1,0 0 0,1 0 1,0 0-1,0 0 0,1 1 1,-3 15-1,4-12-21,1 0-1,1 1 1,0-1 0,2 27 0,-1-35-28,1 0 1,0-1-1,0 1 1,1 0-1,0-1 1,0 0-1,0 1 1,0-1-1,1 0 1,0 0 0,0 0-1,0 0 1,0-1-1,8 8 1,8 3-67,0-1 1,23 12-1,31 22-158,-67-43 214,0 1 0,0-1 1,0 1-1,-1 0 0,1 0 0,-1 1 1,7 13-1,-10-17 13,0 1 1,-1-1-1,1 1 1,-1-1-1,0 1 0,0-1 1,0 1-1,-1 0 1,1 0-1,-1 0 1,0-1-1,0 1 1,0 0-1,0 0 0,-1-1 1,0 1-1,0 0 1,0 0-1,0-1 1,0 1-1,-1-1 1,1 1-1,-1-1 1,0 0-1,0 0 0,-1 0 1,1 0-1,0 0 1,-1 0-1,0 0 1,0-1-1,0 1 1,-5 3-1,-10 3 66,1 1 0,-2-2 0,1-1 0,-25 7 1,34-12-698,0 0 0,-1 0 1,-13-1-1,15-1-3903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9:05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7812,'0'0'9540,"137"6"-9444,-97-6-96,1 0-96,-11 0-1873,-10-6-4210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9:06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 3778,'-5'0'13040,"93"-6"-12397,-78 5-576,0 1 1,-1 1-1,1 0 0,0 0 0,11 4 0,-19-4-39,1 0 0,0 0 0,-1 0 0,1 0 0,-1 1 1,0-1-1,1 1 0,-1 0 0,0 0 0,0 0 0,0 0 0,0 0 0,0 0 0,-1 0 0,1 1 0,0-1 0,-1 1 0,0-1 1,0 1-1,0-1 0,0 1 0,1 3 0,0 4 150,-1 0-1,0 0 1,-1 0 0,0 0 0,-1 11-1,1-7-29,-1-7-101,1-1 1,-1 0 0,0 0 0,-1 0-1,1 0 1,-1 0 0,0-1-1,-1 1 1,-4 8 0,-1-1-4,-1-1-1,-15 16 1,-2 4-41,18-16-622,8-16 519,0 1 1,0-1 0,0 1 0,0-1-1,0 1 1,0-1 0,0 1-1,0-1 1,0 1 0,0-1-1,0 0 1,1 1 0,-1-1 0,0 1-1,0-1 1,1 0 0,-1 1-1,0-1 1,1 1 0,-1-1 0,1 1-1,1 0-285,1 0-1,-1 0 1,1 0-1,-1 0 1,1 0-1,0 0 0,-1-1 1,5 1-1,-4 0 441,13 3-123,1 0 1,-1 1 0,0 1 0,0 0-1,-1 1 1,0 1 0,0 0-1,-1 1 1,16 13 0,-22-15 320,0-1-1,-1 1 1,0 0 0,0 1 0,-1 0 0,0 0 0,0 0 0,-1 1 0,0-1-1,-1 1 1,1 0 0,-2 1 0,1-1 0,-2 1 0,1 0 0,1 18-1,-2-16 140,-2 1 0,0-1 0,-2 17 0,1-25-336,0 0 0,0 0-1,0 0 1,0 0 0,-1 0 0,1-1-1,-1 1 1,0-1 0,0 1-1,-1-1 1,1 0 0,-1 0-1,-5 6 1,2-4-30,0-1 0,0 1 0,0-1 0,0-1-1,-1 1 1,1-1 0,-1 0 0,0 0 0,0-1 0,-13 3-1,0-2-294,-1-1 0,-30-1 0,39-2-24,5 2-323,-1-1 1,1-1-1,-14-2 0,14 1-225,1-1 0,0 1 1,0-1-1,-6-4 0,11 6 689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0T03:39:06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13910,'0'0'10565,"0"-34"-11301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D3FF2-A181-DEA0-A831-2C2D2FD1B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7F666D-7B37-EE51-0D33-AB3B19BDE0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C4403-3AB0-9FD6-0A72-13ED90D96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E70B-B496-4A0F-8450-A8042F89521B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06027-E864-ED1E-2FF5-E14057F73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512B1-71D9-3D5D-8242-654463780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9971-D2B6-48B9-8402-139B77488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62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9C09C-E81F-84C1-BEB9-55D96129B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B40A9-44F1-2A91-DEDA-0081133CA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583B0-857A-0214-7902-955230B75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E70B-B496-4A0F-8450-A8042F89521B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6549C-6A13-C6E0-1230-46CC645C0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7344E-6385-2ADB-142E-9BD83311E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9971-D2B6-48B9-8402-139B77488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991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BC067-A362-D8C4-496C-05513A68F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DCD23-84F2-6437-FE56-B207C38A9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6506C-DE96-F23B-9FB1-9EABDDA22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E70B-B496-4A0F-8450-A8042F89521B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A2DC2-E9F4-B7B0-7A93-4D7E784B9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6E78A-CB5E-40F2-A796-EC24EF798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9971-D2B6-48B9-8402-139B77488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441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64D27-1B16-61B4-55D3-8366FB16A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ABE87-EF9D-BEE9-013F-B7860C5C75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75B87E-A0E4-2DC7-1747-E60795B8C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A4D607-755B-9313-000A-29CD3600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E70B-B496-4A0F-8450-A8042F89521B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172B3-A422-9ED2-25E0-7C7690E39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C3413-ED65-8C1A-6C14-C2EE0CE26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9971-D2B6-48B9-8402-139B77488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037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A44CA-B5FA-679A-135A-61DBDCA65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9BFA3-6A93-3C36-B358-8E882E4F0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F3040A-6B96-A09E-2D65-DDEBD2D06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92EFF4-7F9B-E05A-C660-DC1287E31A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982E0-F9BF-ADFC-D2C9-770302558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D67575-28EF-B7AA-F63C-B1176D67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E70B-B496-4A0F-8450-A8042F89521B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0F4F71-24EB-24C4-0B7B-E6D2316F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03BEB6-6552-E567-586A-3DA0212A7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9971-D2B6-48B9-8402-139B77488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689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C75CB-CA57-8BFF-0BC2-EDB3BC8A2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56969E-2D64-A361-FA70-37A05A12E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E70B-B496-4A0F-8450-A8042F89521B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9EA770-2A43-A155-11F4-E435B6CDC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6EC56B-D00C-86C7-FC00-408CB933F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9971-D2B6-48B9-8402-139B77488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789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C1CEEA-9F37-7694-7F7D-FFDC9B130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E70B-B496-4A0F-8450-A8042F89521B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94E2DB-7257-D26A-CF85-EC76653FC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ED5C5-B815-9F72-295B-C8154E462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9971-D2B6-48B9-8402-139B77488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13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127F6-B0DC-9074-13CD-3CC6A3D5E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02406-350B-01C7-5029-3AA40B001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03BC97-6CE9-C10D-85A0-95489D9A48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24397-76E5-E977-0FEE-2B74E4BD5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E70B-B496-4A0F-8450-A8042F89521B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BA2FD8-48BA-0CF9-5AAE-05EEB4DC7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A551C2-0B0A-7C5C-1E8D-1A993DE85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9971-D2B6-48B9-8402-139B77488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209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0C4D8-4DE2-046C-50D4-070A18448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21FD90-0F44-728C-60CD-FD2FCB56CF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270140-CFC0-2B4D-5435-4460F999C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5D5DB-6ECF-5999-46ED-4E0D4002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E70B-B496-4A0F-8450-A8042F89521B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4D3B99-AB9A-B393-EB6C-39A198D5E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068FE-1E65-5009-EB76-92A80FA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9971-D2B6-48B9-8402-139B77488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573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CA209-34B9-8A70-AE39-0A77EDBE6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66D915-1800-AF55-7425-2C80328D9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551BA-075F-259E-1DBE-58EDFA7A5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E70B-B496-4A0F-8450-A8042F89521B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E38AF-9B68-9C74-F46C-CD60083FD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230B9-DBCB-2210-F753-911FFEB34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9971-D2B6-48B9-8402-139B77488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37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3F89F0-E103-E52B-1EA9-ED8E019AEF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5E4F38-DD08-C622-EEBF-2CAF21973F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7838F-6402-8571-7FA5-50FF27D1C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E70B-B496-4A0F-8450-A8042F89521B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A291B-BF21-5850-3245-15597303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AAA81-8CFC-A3F8-3C78-FBBBA9B70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9971-D2B6-48B9-8402-139B77488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448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C7A90-5738-EAED-7349-6C8066C8A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C48F0-A609-D91C-46E8-1699ACAE1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FE9FF-3CC8-A4B5-E0D3-D9BC627751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BE70B-B496-4A0F-8450-A8042F89521B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715AA-52F0-5B54-7388-497721619E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46A55-49D6-B072-0AA4-1F4ADB452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B9971-D2B6-48B9-8402-139B77488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566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99" Type="http://schemas.openxmlformats.org/officeDocument/2006/relationships/image" Target="../media/image150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customXml" Target="../ink/ink79.xml"/><Relationship Id="rId170" Type="http://schemas.openxmlformats.org/officeDocument/2006/relationships/image" Target="../media/image85.png"/><Relationship Id="rId226" Type="http://schemas.openxmlformats.org/officeDocument/2006/relationships/customXml" Target="../ink/ink112.xml"/><Relationship Id="rId268" Type="http://schemas.openxmlformats.org/officeDocument/2006/relationships/customXml" Target="../ink/ink133.xml"/><Relationship Id="rId32" Type="http://schemas.openxmlformats.org/officeDocument/2006/relationships/customXml" Target="../ink/ink16.xml"/><Relationship Id="rId74" Type="http://schemas.openxmlformats.org/officeDocument/2006/relationships/image" Target="../media/image37.png"/><Relationship Id="rId128" Type="http://schemas.openxmlformats.org/officeDocument/2006/relationships/image" Target="../media/image64.png"/><Relationship Id="rId5" Type="http://schemas.openxmlformats.org/officeDocument/2006/relationships/image" Target="../media/image2.png"/><Relationship Id="rId181" Type="http://schemas.openxmlformats.org/officeDocument/2006/relationships/customXml" Target="../ink/ink89.xml"/><Relationship Id="rId237" Type="http://schemas.openxmlformats.org/officeDocument/2006/relationships/image" Target="../media/image119.png"/><Relationship Id="rId279" Type="http://schemas.openxmlformats.org/officeDocument/2006/relationships/image" Target="../media/image140.png"/><Relationship Id="rId43" Type="http://schemas.openxmlformats.org/officeDocument/2006/relationships/image" Target="../media/image21.png"/><Relationship Id="rId139" Type="http://schemas.openxmlformats.org/officeDocument/2006/relationships/customXml" Target="../ink/ink69.xml"/><Relationship Id="rId290" Type="http://schemas.openxmlformats.org/officeDocument/2006/relationships/customXml" Target="../ink/ink144.xml"/><Relationship Id="rId304" Type="http://schemas.openxmlformats.org/officeDocument/2006/relationships/customXml" Target="../ink/ink151.xml"/><Relationship Id="rId85" Type="http://schemas.openxmlformats.org/officeDocument/2006/relationships/customXml" Target="../ink/ink42.xml"/><Relationship Id="rId150" Type="http://schemas.openxmlformats.org/officeDocument/2006/relationships/image" Target="../media/image75.png"/><Relationship Id="rId192" Type="http://schemas.openxmlformats.org/officeDocument/2006/relationships/customXml" Target="../ink/ink95.xml"/><Relationship Id="rId206" Type="http://schemas.openxmlformats.org/officeDocument/2006/relationships/customXml" Target="../ink/ink102.xml"/><Relationship Id="rId248" Type="http://schemas.openxmlformats.org/officeDocument/2006/relationships/customXml" Target="../ink/ink123.xml"/><Relationship Id="rId12" Type="http://schemas.openxmlformats.org/officeDocument/2006/relationships/customXml" Target="../ink/ink6.xml"/><Relationship Id="rId108" Type="http://schemas.openxmlformats.org/officeDocument/2006/relationships/image" Target="../media/image54.png"/><Relationship Id="rId54" Type="http://schemas.openxmlformats.org/officeDocument/2006/relationships/customXml" Target="../ink/ink27.xml"/><Relationship Id="rId96" Type="http://schemas.openxmlformats.org/officeDocument/2006/relationships/image" Target="../media/image48.png"/><Relationship Id="rId161" Type="http://schemas.openxmlformats.org/officeDocument/2006/relationships/customXml" Target="../ink/ink80.xml"/><Relationship Id="rId217" Type="http://schemas.openxmlformats.org/officeDocument/2006/relationships/image" Target="../media/image109.png"/><Relationship Id="rId259" Type="http://schemas.openxmlformats.org/officeDocument/2006/relationships/image" Target="../media/image130.png"/><Relationship Id="rId23" Type="http://schemas.openxmlformats.org/officeDocument/2006/relationships/image" Target="../media/image11.png"/><Relationship Id="rId119" Type="http://schemas.openxmlformats.org/officeDocument/2006/relationships/customXml" Target="../ink/ink59.xml"/><Relationship Id="rId270" Type="http://schemas.openxmlformats.org/officeDocument/2006/relationships/customXml" Target="../ink/ink134.xml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image" Target="../media/image43.png"/><Relationship Id="rId130" Type="http://schemas.openxmlformats.org/officeDocument/2006/relationships/image" Target="../media/image65.png"/><Relationship Id="rId151" Type="http://schemas.openxmlformats.org/officeDocument/2006/relationships/customXml" Target="../ink/ink75.xml"/><Relationship Id="rId172" Type="http://schemas.openxmlformats.org/officeDocument/2006/relationships/image" Target="../media/image87.png"/><Relationship Id="rId193" Type="http://schemas.openxmlformats.org/officeDocument/2006/relationships/image" Target="../media/image97.png"/><Relationship Id="rId207" Type="http://schemas.openxmlformats.org/officeDocument/2006/relationships/image" Target="../media/image104.png"/><Relationship Id="rId228" Type="http://schemas.openxmlformats.org/officeDocument/2006/relationships/customXml" Target="../ink/ink113.xml"/><Relationship Id="rId249" Type="http://schemas.openxmlformats.org/officeDocument/2006/relationships/image" Target="../media/image125.png"/><Relationship Id="rId13" Type="http://schemas.openxmlformats.org/officeDocument/2006/relationships/image" Target="../media/image6.png"/><Relationship Id="rId109" Type="http://schemas.openxmlformats.org/officeDocument/2006/relationships/customXml" Target="../ink/ink54.xml"/><Relationship Id="rId260" Type="http://schemas.openxmlformats.org/officeDocument/2006/relationships/customXml" Target="../ink/ink129.xml"/><Relationship Id="rId281" Type="http://schemas.openxmlformats.org/officeDocument/2006/relationships/image" Target="../media/image141.png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image" Target="../media/image38.png"/><Relationship Id="rId97" Type="http://schemas.openxmlformats.org/officeDocument/2006/relationships/customXml" Target="../ink/ink48.xml"/><Relationship Id="rId120" Type="http://schemas.openxmlformats.org/officeDocument/2006/relationships/image" Target="../media/image60.png"/><Relationship Id="rId141" Type="http://schemas.openxmlformats.org/officeDocument/2006/relationships/customXml" Target="../ink/ink70.xml"/><Relationship Id="rId7" Type="http://schemas.openxmlformats.org/officeDocument/2006/relationships/image" Target="../media/image3.png"/><Relationship Id="rId162" Type="http://schemas.openxmlformats.org/officeDocument/2006/relationships/image" Target="../media/image81.png"/><Relationship Id="rId183" Type="http://schemas.openxmlformats.org/officeDocument/2006/relationships/customXml" Target="../ink/ink90.xml"/><Relationship Id="rId218" Type="http://schemas.openxmlformats.org/officeDocument/2006/relationships/customXml" Target="../ink/ink108.xml"/><Relationship Id="rId239" Type="http://schemas.openxmlformats.org/officeDocument/2006/relationships/image" Target="../media/image120.png"/><Relationship Id="rId250" Type="http://schemas.openxmlformats.org/officeDocument/2006/relationships/customXml" Target="../ink/ink124.xml"/><Relationship Id="rId271" Type="http://schemas.openxmlformats.org/officeDocument/2006/relationships/image" Target="../media/image136.png"/><Relationship Id="rId292" Type="http://schemas.openxmlformats.org/officeDocument/2006/relationships/customXml" Target="../ink/ink145.xml"/><Relationship Id="rId306" Type="http://schemas.openxmlformats.org/officeDocument/2006/relationships/customXml" Target="../ink/ink152.xml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customXml" Target="../ink/ink43.xml"/><Relationship Id="rId110" Type="http://schemas.openxmlformats.org/officeDocument/2006/relationships/image" Target="../media/image55.png"/><Relationship Id="rId131" Type="http://schemas.openxmlformats.org/officeDocument/2006/relationships/customXml" Target="../ink/ink65.xml"/><Relationship Id="rId152" Type="http://schemas.openxmlformats.org/officeDocument/2006/relationships/image" Target="../media/image76.png"/><Relationship Id="rId173" Type="http://schemas.openxmlformats.org/officeDocument/2006/relationships/customXml" Target="../ink/ink85.xml"/><Relationship Id="rId194" Type="http://schemas.openxmlformats.org/officeDocument/2006/relationships/customXml" Target="../ink/ink96.xml"/><Relationship Id="rId208" Type="http://schemas.openxmlformats.org/officeDocument/2006/relationships/customXml" Target="../ink/ink103.xml"/><Relationship Id="rId229" Type="http://schemas.openxmlformats.org/officeDocument/2006/relationships/image" Target="../media/image115.png"/><Relationship Id="rId240" Type="http://schemas.openxmlformats.org/officeDocument/2006/relationships/customXml" Target="../ink/ink119.xml"/><Relationship Id="rId261" Type="http://schemas.openxmlformats.org/officeDocument/2006/relationships/image" Target="../media/image131.png"/><Relationship Id="rId14" Type="http://schemas.openxmlformats.org/officeDocument/2006/relationships/customXml" Target="../ink/ink7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customXml" Target="../ink/ink38.xml"/><Relationship Id="rId100" Type="http://schemas.openxmlformats.org/officeDocument/2006/relationships/image" Target="../media/image50.png"/><Relationship Id="rId282" Type="http://schemas.openxmlformats.org/officeDocument/2006/relationships/customXml" Target="../ink/ink140.xml"/><Relationship Id="rId8" Type="http://schemas.openxmlformats.org/officeDocument/2006/relationships/customXml" Target="../ink/ink4.xml"/><Relationship Id="rId98" Type="http://schemas.openxmlformats.org/officeDocument/2006/relationships/image" Target="../media/image49.png"/><Relationship Id="rId121" Type="http://schemas.openxmlformats.org/officeDocument/2006/relationships/customXml" Target="../ink/ink60.xml"/><Relationship Id="rId142" Type="http://schemas.openxmlformats.org/officeDocument/2006/relationships/image" Target="../media/image71.png"/><Relationship Id="rId163" Type="http://schemas.openxmlformats.org/officeDocument/2006/relationships/customXml" Target="../ink/ink81.xml"/><Relationship Id="rId184" Type="http://schemas.openxmlformats.org/officeDocument/2006/relationships/image" Target="../media/image93.png"/><Relationship Id="rId219" Type="http://schemas.openxmlformats.org/officeDocument/2006/relationships/image" Target="../media/image110.png"/><Relationship Id="rId230" Type="http://schemas.openxmlformats.org/officeDocument/2006/relationships/customXml" Target="../ink/ink114.xml"/><Relationship Id="rId251" Type="http://schemas.openxmlformats.org/officeDocument/2006/relationships/image" Target="../media/image126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272" Type="http://schemas.openxmlformats.org/officeDocument/2006/relationships/customXml" Target="../ink/ink135.xml"/><Relationship Id="rId293" Type="http://schemas.openxmlformats.org/officeDocument/2006/relationships/image" Target="../media/image147.png"/><Relationship Id="rId307" Type="http://schemas.openxmlformats.org/officeDocument/2006/relationships/image" Target="../media/image154.png"/><Relationship Id="rId88" Type="http://schemas.openxmlformats.org/officeDocument/2006/relationships/image" Target="../media/image44.png"/><Relationship Id="rId111" Type="http://schemas.openxmlformats.org/officeDocument/2006/relationships/customXml" Target="../ink/ink55.xml"/><Relationship Id="rId132" Type="http://schemas.openxmlformats.org/officeDocument/2006/relationships/image" Target="../media/image66.png"/><Relationship Id="rId153" Type="http://schemas.openxmlformats.org/officeDocument/2006/relationships/customXml" Target="../ink/ink76.xml"/><Relationship Id="rId174" Type="http://schemas.openxmlformats.org/officeDocument/2006/relationships/image" Target="../media/image88.png"/><Relationship Id="rId195" Type="http://schemas.openxmlformats.org/officeDocument/2006/relationships/image" Target="../media/image98.png"/><Relationship Id="rId209" Type="http://schemas.openxmlformats.org/officeDocument/2006/relationships/image" Target="../media/image105.png"/><Relationship Id="rId220" Type="http://schemas.openxmlformats.org/officeDocument/2006/relationships/customXml" Target="../ink/ink109.xml"/><Relationship Id="rId241" Type="http://schemas.openxmlformats.org/officeDocument/2006/relationships/image" Target="../media/image121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262" Type="http://schemas.openxmlformats.org/officeDocument/2006/relationships/customXml" Target="../ink/ink130.xml"/><Relationship Id="rId283" Type="http://schemas.openxmlformats.org/officeDocument/2006/relationships/image" Target="../media/image142.png"/><Relationship Id="rId78" Type="http://schemas.openxmlformats.org/officeDocument/2006/relationships/image" Target="../media/image39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1.png"/><Relationship Id="rId143" Type="http://schemas.openxmlformats.org/officeDocument/2006/relationships/customXml" Target="../ink/ink71.xml"/><Relationship Id="rId164" Type="http://schemas.openxmlformats.org/officeDocument/2006/relationships/image" Target="../media/image82.png"/><Relationship Id="rId185" Type="http://schemas.openxmlformats.org/officeDocument/2006/relationships/customXml" Target="../ink/ink91.xml"/><Relationship Id="rId9" Type="http://schemas.openxmlformats.org/officeDocument/2006/relationships/image" Target="../media/image4.png"/><Relationship Id="rId210" Type="http://schemas.openxmlformats.org/officeDocument/2006/relationships/customXml" Target="../ink/ink104.xml"/><Relationship Id="rId26" Type="http://schemas.openxmlformats.org/officeDocument/2006/relationships/customXml" Target="../ink/ink13.xml"/><Relationship Id="rId231" Type="http://schemas.openxmlformats.org/officeDocument/2006/relationships/image" Target="../media/image116.png"/><Relationship Id="rId252" Type="http://schemas.openxmlformats.org/officeDocument/2006/relationships/customXml" Target="../ink/ink125.xml"/><Relationship Id="rId273" Type="http://schemas.openxmlformats.org/officeDocument/2006/relationships/image" Target="../media/image137.png"/><Relationship Id="rId294" Type="http://schemas.openxmlformats.org/officeDocument/2006/relationships/customXml" Target="../ink/ink146.xml"/><Relationship Id="rId308" Type="http://schemas.openxmlformats.org/officeDocument/2006/relationships/customXml" Target="../ink/ink153.xml"/><Relationship Id="rId47" Type="http://schemas.openxmlformats.org/officeDocument/2006/relationships/image" Target="../media/image23.png"/><Relationship Id="rId68" Type="http://schemas.openxmlformats.org/officeDocument/2006/relationships/image" Target="../media/image34.png"/><Relationship Id="rId89" Type="http://schemas.openxmlformats.org/officeDocument/2006/relationships/customXml" Target="../ink/ink44.xml"/><Relationship Id="rId112" Type="http://schemas.openxmlformats.org/officeDocument/2006/relationships/image" Target="../media/image56.png"/><Relationship Id="rId133" Type="http://schemas.openxmlformats.org/officeDocument/2006/relationships/customXml" Target="../ink/ink66.xml"/><Relationship Id="rId154" Type="http://schemas.openxmlformats.org/officeDocument/2006/relationships/image" Target="../media/image77.png"/><Relationship Id="rId175" Type="http://schemas.openxmlformats.org/officeDocument/2006/relationships/customXml" Target="../ink/ink86.xml"/><Relationship Id="rId196" Type="http://schemas.openxmlformats.org/officeDocument/2006/relationships/customXml" Target="../ink/ink97.xml"/><Relationship Id="rId200" Type="http://schemas.openxmlformats.org/officeDocument/2006/relationships/customXml" Target="../ink/ink99.xml"/><Relationship Id="rId16" Type="http://schemas.openxmlformats.org/officeDocument/2006/relationships/customXml" Target="../ink/ink8.xml"/><Relationship Id="rId221" Type="http://schemas.openxmlformats.org/officeDocument/2006/relationships/image" Target="../media/image111.png"/><Relationship Id="rId242" Type="http://schemas.openxmlformats.org/officeDocument/2006/relationships/customXml" Target="../ink/ink120.xml"/><Relationship Id="rId263" Type="http://schemas.openxmlformats.org/officeDocument/2006/relationships/image" Target="../media/image132.png"/><Relationship Id="rId284" Type="http://schemas.openxmlformats.org/officeDocument/2006/relationships/customXml" Target="../ink/ink141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customXml" Target="../ink/ink39.xml"/><Relationship Id="rId102" Type="http://schemas.openxmlformats.org/officeDocument/2006/relationships/image" Target="../media/image51.png"/><Relationship Id="rId123" Type="http://schemas.openxmlformats.org/officeDocument/2006/relationships/customXml" Target="../ink/ink61.xml"/><Relationship Id="rId144" Type="http://schemas.openxmlformats.org/officeDocument/2006/relationships/image" Target="../media/image72.png"/><Relationship Id="rId90" Type="http://schemas.openxmlformats.org/officeDocument/2006/relationships/image" Target="../media/image45.png"/><Relationship Id="rId165" Type="http://schemas.openxmlformats.org/officeDocument/2006/relationships/customXml" Target="../ink/ink82.xml"/><Relationship Id="rId186" Type="http://schemas.openxmlformats.org/officeDocument/2006/relationships/image" Target="../media/image94.png"/><Relationship Id="rId211" Type="http://schemas.openxmlformats.org/officeDocument/2006/relationships/image" Target="../media/image106.png"/><Relationship Id="rId232" Type="http://schemas.openxmlformats.org/officeDocument/2006/relationships/customXml" Target="../ink/ink115.xml"/><Relationship Id="rId253" Type="http://schemas.openxmlformats.org/officeDocument/2006/relationships/image" Target="../media/image127.png"/><Relationship Id="rId274" Type="http://schemas.openxmlformats.org/officeDocument/2006/relationships/customXml" Target="../ink/ink136.xml"/><Relationship Id="rId295" Type="http://schemas.openxmlformats.org/officeDocument/2006/relationships/image" Target="../media/image148.png"/><Relationship Id="rId309" Type="http://schemas.openxmlformats.org/officeDocument/2006/relationships/image" Target="../media/image155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67.png"/><Relationship Id="rId80" Type="http://schemas.openxmlformats.org/officeDocument/2006/relationships/image" Target="../media/image40.png"/><Relationship Id="rId155" Type="http://schemas.openxmlformats.org/officeDocument/2006/relationships/customXml" Target="../ink/ink77.xml"/><Relationship Id="rId176" Type="http://schemas.openxmlformats.org/officeDocument/2006/relationships/image" Target="../media/image89.png"/><Relationship Id="rId197" Type="http://schemas.openxmlformats.org/officeDocument/2006/relationships/image" Target="../media/image99.png"/><Relationship Id="rId201" Type="http://schemas.openxmlformats.org/officeDocument/2006/relationships/image" Target="../media/image101.png"/><Relationship Id="rId222" Type="http://schemas.openxmlformats.org/officeDocument/2006/relationships/customXml" Target="../ink/ink110.xml"/><Relationship Id="rId243" Type="http://schemas.openxmlformats.org/officeDocument/2006/relationships/image" Target="../media/image122.png"/><Relationship Id="rId264" Type="http://schemas.openxmlformats.org/officeDocument/2006/relationships/customXml" Target="../ink/ink131.xml"/><Relationship Id="rId285" Type="http://schemas.openxmlformats.org/officeDocument/2006/relationships/image" Target="../media/image143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customXml" Target="../ink/ink51.xml"/><Relationship Id="rId124" Type="http://schemas.openxmlformats.org/officeDocument/2006/relationships/image" Target="../media/image62.png"/><Relationship Id="rId70" Type="http://schemas.openxmlformats.org/officeDocument/2006/relationships/image" Target="../media/image35.png"/><Relationship Id="rId91" Type="http://schemas.openxmlformats.org/officeDocument/2006/relationships/customXml" Target="../ink/ink45.xml"/><Relationship Id="rId145" Type="http://schemas.openxmlformats.org/officeDocument/2006/relationships/customXml" Target="../ink/ink72.xml"/><Relationship Id="rId166" Type="http://schemas.openxmlformats.org/officeDocument/2006/relationships/image" Target="../media/image83.png"/><Relationship Id="rId187" Type="http://schemas.openxmlformats.org/officeDocument/2006/relationships/customXml" Target="../ink/ink92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5.xml"/><Relationship Id="rId233" Type="http://schemas.openxmlformats.org/officeDocument/2006/relationships/image" Target="../media/image117.png"/><Relationship Id="rId254" Type="http://schemas.openxmlformats.org/officeDocument/2006/relationships/customXml" Target="../ink/ink126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image" Target="../media/image57.png"/><Relationship Id="rId275" Type="http://schemas.openxmlformats.org/officeDocument/2006/relationships/image" Target="../media/image138.png"/><Relationship Id="rId296" Type="http://schemas.openxmlformats.org/officeDocument/2006/relationships/customXml" Target="../ink/ink147.xml"/><Relationship Id="rId300" Type="http://schemas.openxmlformats.org/officeDocument/2006/relationships/customXml" Target="../ink/ink149.xml"/><Relationship Id="rId60" Type="http://schemas.openxmlformats.org/officeDocument/2006/relationships/customXml" Target="../ink/ink30.xml"/><Relationship Id="rId81" Type="http://schemas.openxmlformats.org/officeDocument/2006/relationships/customXml" Target="../ink/ink40.xml"/><Relationship Id="rId135" Type="http://schemas.openxmlformats.org/officeDocument/2006/relationships/customXml" Target="../ink/ink67.xml"/><Relationship Id="rId156" Type="http://schemas.openxmlformats.org/officeDocument/2006/relationships/image" Target="../media/image78.png"/><Relationship Id="rId177" Type="http://schemas.openxmlformats.org/officeDocument/2006/relationships/customXml" Target="../ink/ink87.xml"/><Relationship Id="rId198" Type="http://schemas.openxmlformats.org/officeDocument/2006/relationships/customXml" Target="../ink/ink98.xml"/><Relationship Id="rId202" Type="http://schemas.openxmlformats.org/officeDocument/2006/relationships/customXml" Target="../ink/ink100.xml"/><Relationship Id="rId223" Type="http://schemas.openxmlformats.org/officeDocument/2006/relationships/image" Target="../media/image112.png"/><Relationship Id="rId244" Type="http://schemas.openxmlformats.org/officeDocument/2006/relationships/customXml" Target="../ink/ink121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265" Type="http://schemas.openxmlformats.org/officeDocument/2006/relationships/image" Target="../media/image133.png"/><Relationship Id="rId286" Type="http://schemas.openxmlformats.org/officeDocument/2006/relationships/customXml" Target="../ink/ink142.xml"/><Relationship Id="rId50" Type="http://schemas.openxmlformats.org/officeDocument/2006/relationships/customXml" Target="../ink/ink25.xml"/><Relationship Id="rId104" Type="http://schemas.openxmlformats.org/officeDocument/2006/relationships/image" Target="../media/image52.png"/><Relationship Id="rId125" Type="http://schemas.openxmlformats.org/officeDocument/2006/relationships/customXml" Target="../ink/ink62.xml"/><Relationship Id="rId146" Type="http://schemas.openxmlformats.org/officeDocument/2006/relationships/image" Target="../media/image73.png"/><Relationship Id="rId167" Type="http://schemas.openxmlformats.org/officeDocument/2006/relationships/customXml" Target="../ink/ink83.xml"/><Relationship Id="rId188" Type="http://schemas.openxmlformats.org/officeDocument/2006/relationships/image" Target="../media/image95.png"/><Relationship Id="rId71" Type="http://schemas.openxmlformats.org/officeDocument/2006/relationships/customXml" Target="../ink/ink35.xml"/><Relationship Id="rId92" Type="http://schemas.openxmlformats.org/officeDocument/2006/relationships/image" Target="../media/image46.png"/><Relationship Id="rId213" Type="http://schemas.openxmlformats.org/officeDocument/2006/relationships/image" Target="../media/image107.png"/><Relationship Id="rId234" Type="http://schemas.openxmlformats.org/officeDocument/2006/relationships/customXml" Target="../ink/ink11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5" Type="http://schemas.openxmlformats.org/officeDocument/2006/relationships/image" Target="../media/image128.png"/><Relationship Id="rId276" Type="http://schemas.openxmlformats.org/officeDocument/2006/relationships/customXml" Target="../ink/ink137.xml"/><Relationship Id="rId297" Type="http://schemas.openxmlformats.org/officeDocument/2006/relationships/image" Target="../media/image149.png"/><Relationship Id="rId40" Type="http://schemas.openxmlformats.org/officeDocument/2006/relationships/customXml" Target="../ink/ink20.xml"/><Relationship Id="rId115" Type="http://schemas.openxmlformats.org/officeDocument/2006/relationships/customXml" Target="../ink/ink57.xml"/><Relationship Id="rId136" Type="http://schemas.openxmlformats.org/officeDocument/2006/relationships/image" Target="../media/image68.png"/><Relationship Id="rId157" Type="http://schemas.openxmlformats.org/officeDocument/2006/relationships/customXml" Target="../ink/ink78.xml"/><Relationship Id="rId178" Type="http://schemas.openxmlformats.org/officeDocument/2006/relationships/image" Target="../media/image90.png"/><Relationship Id="rId301" Type="http://schemas.openxmlformats.org/officeDocument/2006/relationships/image" Target="../media/image151.png"/><Relationship Id="rId61" Type="http://schemas.openxmlformats.org/officeDocument/2006/relationships/image" Target="../media/image30.png"/><Relationship Id="rId82" Type="http://schemas.openxmlformats.org/officeDocument/2006/relationships/image" Target="../media/image41.png"/><Relationship Id="rId199" Type="http://schemas.openxmlformats.org/officeDocument/2006/relationships/image" Target="../media/image100.png"/><Relationship Id="rId203" Type="http://schemas.openxmlformats.org/officeDocument/2006/relationships/image" Target="../media/image102.png"/><Relationship Id="rId19" Type="http://schemas.openxmlformats.org/officeDocument/2006/relationships/image" Target="../media/image9.png"/><Relationship Id="rId224" Type="http://schemas.openxmlformats.org/officeDocument/2006/relationships/customXml" Target="../ink/ink111.xml"/><Relationship Id="rId245" Type="http://schemas.openxmlformats.org/officeDocument/2006/relationships/image" Target="../media/image123.png"/><Relationship Id="rId266" Type="http://schemas.openxmlformats.org/officeDocument/2006/relationships/customXml" Target="../ink/ink132.xml"/><Relationship Id="rId287" Type="http://schemas.openxmlformats.org/officeDocument/2006/relationships/image" Target="../media/image144.png"/><Relationship Id="rId30" Type="http://schemas.openxmlformats.org/officeDocument/2006/relationships/customXml" Target="../ink/ink15.xml"/><Relationship Id="rId105" Type="http://schemas.openxmlformats.org/officeDocument/2006/relationships/customXml" Target="../ink/ink52.xml"/><Relationship Id="rId126" Type="http://schemas.openxmlformats.org/officeDocument/2006/relationships/image" Target="../media/image63.png"/><Relationship Id="rId147" Type="http://schemas.openxmlformats.org/officeDocument/2006/relationships/customXml" Target="../ink/ink73.xml"/><Relationship Id="rId168" Type="http://schemas.openxmlformats.org/officeDocument/2006/relationships/image" Target="../media/image84.png"/><Relationship Id="rId51" Type="http://schemas.openxmlformats.org/officeDocument/2006/relationships/image" Target="../media/image25.png"/><Relationship Id="rId72" Type="http://schemas.openxmlformats.org/officeDocument/2006/relationships/image" Target="../media/image36.png"/><Relationship Id="rId93" Type="http://schemas.openxmlformats.org/officeDocument/2006/relationships/customXml" Target="../ink/ink46.xml"/><Relationship Id="rId189" Type="http://schemas.openxmlformats.org/officeDocument/2006/relationships/customXml" Target="../ink/ink93.xml"/><Relationship Id="rId3" Type="http://schemas.openxmlformats.org/officeDocument/2006/relationships/image" Target="../media/image1.png"/><Relationship Id="rId214" Type="http://schemas.openxmlformats.org/officeDocument/2006/relationships/customXml" Target="../ink/ink106.xml"/><Relationship Id="rId235" Type="http://schemas.openxmlformats.org/officeDocument/2006/relationships/image" Target="../media/image118.png"/><Relationship Id="rId256" Type="http://schemas.openxmlformats.org/officeDocument/2006/relationships/customXml" Target="../ink/ink127.xml"/><Relationship Id="rId277" Type="http://schemas.openxmlformats.org/officeDocument/2006/relationships/image" Target="../media/image139.png"/><Relationship Id="rId298" Type="http://schemas.openxmlformats.org/officeDocument/2006/relationships/customXml" Target="../ink/ink148.xml"/><Relationship Id="rId116" Type="http://schemas.openxmlformats.org/officeDocument/2006/relationships/image" Target="../media/image58.png"/><Relationship Id="rId137" Type="http://schemas.openxmlformats.org/officeDocument/2006/relationships/customXml" Target="../ink/ink68.xml"/><Relationship Id="rId158" Type="http://schemas.openxmlformats.org/officeDocument/2006/relationships/image" Target="../media/image79.png"/><Relationship Id="rId302" Type="http://schemas.openxmlformats.org/officeDocument/2006/relationships/customXml" Target="../ink/ink150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customXml" Target="../ink/ink41.xml"/><Relationship Id="rId179" Type="http://schemas.openxmlformats.org/officeDocument/2006/relationships/customXml" Target="../ink/ink88.xml"/><Relationship Id="rId190" Type="http://schemas.openxmlformats.org/officeDocument/2006/relationships/customXml" Target="../ink/ink94.xml"/><Relationship Id="rId204" Type="http://schemas.openxmlformats.org/officeDocument/2006/relationships/customXml" Target="../ink/ink101.xml"/><Relationship Id="rId225" Type="http://schemas.openxmlformats.org/officeDocument/2006/relationships/image" Target="../media/image113.png"/><Relationship Id="rId246" Type="http://schemas.openxmlformats.org/officeDocument/2006/relationships/customXml" Target="../ink/ink122.xml"/><Relationship Id="rId267" Type="http://schemas.openxmlformats.org/officeDocument/2006/relationships/image" Target="../media/image134.png"/><Relationship Id="rId288" Type="http://schemas.openxmlformats.org/officeDocument/2006/relationships/customXml" Target="../ink/ink143.xml"/><Relationship Id="rId106" Type="http://schemas.openxmlformats.org/officeDocument/2006/relationships/image" Target="../media/image53.png"/><Relationship Id="rId127" Type="http://schemas.openxmlformats.org/officeDocument/2006/relationships/customXml" Target="../ink/ink63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customXml" Target="../ink/ink36.xml"/><Relationship Id="rId94" Type="http://schemas.openxmlformats.org/officeDocument/2006/relationships/image" Target="../media/image47.png"/><Relationship Id="rId148" Type="http://schemas.openxmlformats.org/officeDocument/2006/relationships/image" Target="../media/image74.png"/><Relationship Id="rId169" Type="http://schemas.openxmlformats.org/officeDocument/2006/relationships/customXml" Target="../ink/ink84.xml"/><Relationship Id="rId4" Type="http://schemas.openxmlformats.org/officeDocument/2006/relationships/customXml" Target="../ink/ink2.xml"/><Relationship Id="rId180" Type="http://schemas.openxmlformats.org/officeDocument/2006/relationships/image" Target="../media/image91.png"/><Relationship Id="rId215" Type="http://schemas.openxmlformats.org/officeDocument/2006/relationships/image" Target="../media/image108.png"/><Relationship Id="rId236" Type="http://schemas.openxmlformats.org/officeDocument/2006/relationships/customXml" Target="../ink/ink117.xml"/><Relationship Id="rId257" Type="http://schemas.openxmlformats.org/officeDocument/2006/relationships/image" Target="../media/image129.png"/><Relationship Id="rId278" Type="http://schemas.openxmlformats.org/officeDocument/2006/relationships/customXml" Target="../ink/ink138.xml"/><Relationship Id="rId303" Type="http://schemas.openxmlformats.org/officeDocument/2006/relationships/image" Target="../media/image152.png"/><Relationship Id="rId42" Type="http://schemas.openxmlformats.org/officeDocument/2006/relationships/customXml" Target="../ink/ink21.xml"/><Relationship Id="rId84" Type="http://schemas.openxmlformats.org/officeDocument/2006/relationships/image" Target="../media/image42.png"/><Relationship Id="rId138" Type="http://schemas.openxmlformats.org/officeDocument/2006/relationships/image" Target="../media/image69.png"/><Relationship Id="rId191" Type="http://schemas.openxmlformats.org/officeDocument/2006/relationships/image" Target="../media/image96.png"/><Relationship Id="rId205" Type="http://schemas.openxmlformats.org/officeDocument/2006/relationships/image" Target="../media/image103.png"/><Relationship Id="rId247" Type="http://schemas.openxmlformats.org/officeDocument/2006/relationships/image" Target="../media/image124.png"/><Relationship Id="rId107" Type="http://schemas.openxmlformats.org/officeDocument/2006/relationships/customXml" Target="../ink/ink53.xml"/><Relationship Id="rId289" Type="http://schemas.openxmlformats.org/officeDocument/2006/relationships/image" Target="../media/image145.png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customXml" Target="../ink/ink74.xml"/><Relationship Id="rId95" Type="http://schemas.openxmlformats.org/officeDocument/2006/relationships/customXml" Target="../ink/ink47.xml"/><Relationship Id="rId160" Type="http://schemas.openxmlformats.org/officeDocument/2006/relationships/image" Target="../media/image80.png"/><Relationship Id="rId216" Type="http://schemas.openxmlformats.org/officeDocument/2006/relationships/customXml" Target="../ink/ink107.xml"/><Relationship Id="rId258" Type="http://schemas.openxmlformats.org/officeDocument/2006/relationships/customXml" Target="../ink/ink128.xml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image" Target="../media/image59.png"/><Relationship Id="rId171" Type="http://schemas.openxmlformats.org/officeDocument/2006/relationships/image" Target="../media/image86.png"/><Relationship Id="rId227" Type="http://schemas.openxmlformats.org/officeDocument/2006/relationships/image" Target="../media/image114.png"/><Relationship Id="rId269" Type="http://schemas.openxmlformats.org/officeDocument/2006/relationships/image" Target="../media/image135.png"/><Relationship Id="rId33" Type="http://schemas.openxmlformats.org/officeDocument/2006/relationships/image" Target="../media/image16.png"/><Relationship Id="rId129" Type="http://schemas.openxmlformats.org/officeDocument/2006/relationships/customXml" Target="../ink/ink64.xml"/><Relationship Id="rId280" Type="http://schemas.openxmlformats.org/officeDocument/2006/relationships/customXml" Target="../ink/ink139.xml"/><Relationship Id="rId75" Type="http://schemas.openxmlformats.org/officeDocument/2006/relationships/customXml" Target="../ink/ink37.xml"/><Relationship Id="rId140" Type="http://schemas.openxmlformats.org/officeDocument/2006/relationships/image" Target="../media/image70.png"/><Relationship Id="rId182" Type="http://schemas.openxmlformats.org/officeDocument/2006/relationships/image" Target="../media/image92.png"/><Relationship Id="rId6" Type="http://schemas.openxmlformats.org/officeDocument/2006/relationships/customXml" Target="../ink/ink3.xml"/><Relationship Id="rId238" Type="http://schemas.openxmlformats.org/officeDocument/2006/relationships/customXml" Target="../ink/ink118.xml"/><Relationship Id="rId291" Type="http://schemas.openxmlformats.org/officeDocument/2006/relationships/image" Target="../media/image146.png"/><Relationship Id="rId305" Type="http://schemas.openxmlformats.org/officeDocument/2006/relationships/image" Target="../media/image153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11.xml"/><Relationship Id="rId21" Type="http://schemas.openxmlformats.org/officeDocument/2006/relationships/customXml" Target="../ink/ink163.xml"/><Relationship Id="rId42" Type="http://schemas.openxmlformats.org/officeDocument/2006/relationships/image" Target="../media/image176.png"/><Relationship Id="rId63" Type="http://schemas.openxmlformats.org/officeDocument/2006/relationships/customXml" Target="../ink/ink184.xml"/><Relationship Id="rId84" Type="http://schemas.openxmlformats.org/officeDocument/2006/relationships/image" Target="../media/image197.png"/><Relationship Id="rId138" Type="http://schemas.openxmlformats.org/officeDocument/2006/relationships/image" Target="../media/image224.png"/><Relationship Id="rId16" Type="http://schemas.openxmlformats.org/officeDocument/2006/relationships/image" Target="../media/image163.png"/><Relationship Id="rId107" Type="http://schemas.openxmlformats.org/officeDocument/2006/relationships/customXml" Target="../ink/ink206.xml"/><Relationship Id="rId11" Type="http://schemas.openxmlformats.org/officeDocument/2006/relationships/customXml" Target="../ink/ink158.xml"/><Relationship Id="rId32" Type="http://schemas.openxmlformats.org/officeDocument/2006/relationships/image" Target="../media/image171.png"/><Relationship Id="rId37" Type="http://schemas.openxmlformats.org/officeDocument/2006/relationships/customXml" Target="../ink/ink171.xml"/><Relationship Id="rId53" Type="http://schemas.openxmlformats.org/officeDocument/2006/relationships/customXml" Target="../ink/ink179.xml"/><Relationship Id="rId58" Type="http://schemas.openxmlformats.org/officeDocument/2006/relationships/image" Target="../media/image184.png"/><Relationship Id="rId74" Type="http://schemas.openxmlformats.org/officeDocument/2006/relationships/image" Target="../media/image192.png"/><Relationship Id="rId79" Type="http://schemas.openxmlformats.org/officeDocument/2006/relationships/customXml" Target="../ink/ink192.xml"/><Relationship Id="rId102" Type="http://schemas.openxmlformats.org/officeDocument/2006/relationships/image" Target="../media/image206.png"/><Relationship Id="rId123" Type="http://schemas.openxmlformats.org/officeDocument/2006/relationships/customXml" Target="../ink/ink214.xml"/><Relationship Id="rId128" Type="http://schemas.openxmlformats.org/officeDocument/2006/relationships/image" Target="../media/image219.png"/><Relationship Id="rId5" Type="http://schemas.openxmlformats.org/officeDocument/2006/relationships/customXml" Target="../ink/ink155.xml"/><Relationship Id="rId90" Type="http://schemas.openxmlformats.org/officeDocument/2006/relationships/image" Target="../media/image200.png"/><Relationship Id="rId95" Type="http://schemas.openxmlformats.org/officeDocument/2006/relationships/customXml" Target="../ink/ink200.xml"/><Relationship Id="rId22" Type="http://schemas.openxmlformats.org/officeDocument/2006/relationships/image" Target="../media/image166.png"/><Relationship Id="rId27" Type="http://schemas.openxmlformats.org/officeDocument/2006/relationships/customXml" Target="../ink/ink166.xml"/><Relationship Id="rId43" Type="http://schemas.openxmlformats.org/officeDocument/2006/relationships/customXml" Target="../ink/ink174.xml"/><Relationship Id="rId48" Type="http://schemas.openxmlformats.org/officeDocument/2006/relationships/image" Target="../media/image179.png"/><Relationship Id="rId64" Type="http://schemas.openxmlformats.org/officeDocument/2006/relationships/image" Target="../media/image187.png"/><Relationship Id="rId69" Type="http://schemas.openxmlformats.org/officeDocument/2006/relationships/customXml" Target="../ink/ink187.xml"/><Relationship Id="rId113" Type="http://schemas.openxmlformats.org/officeDocument/2006/relationships/customXml" Target="../ink/ink209.xml"/><Relationship Id="rId118" Type="http://schemas.openxmlformats.org/officeDocument/2006/relationships/image" Target="../media/image214.png"/><Relationship Id="rId134" Type="http://schemas.openxmlformats.org/officeDocument/2006/relationships/image" Target="../media/image222.png"/><Relationship Id="rId139" Type="http://schemas.openxmlformats.org/officeDocument/2006/relationships/customXml" Target="../ink/ink222.xml"/><Relationship Id="rId80" Type="http://schemas.openxmlformats.org/officeDocument/2006/relationships/image" Target="../media/image195.png"/><Relationship Id="rId85" Type="http://schemas.openxmlformats.org/officeDocument/2006/relationships/customXml" Target="../ink/ink195.xml"/><Relationship Id="rId12" Type="http://schemas.openxmlformats.org/officeDocument/2006/relationships/image" Target="../media/image161.png"/><Relationship Id="rId17" Type="http://schemas.openxmlformats.org/officeDocument/2006/relationships/customXml" Target="../ink/ink161.xml"/><Relationship Id="rId33" Type="http://schemas.openxmlformats.org/officeDocument/2006/relationships/customXml" Target="../ink/ink169.xml"/><Relationship Id="rId38" Type="http://schemas.openxmlformats.org/officeDocument/2006/relationships/image" Target="../media/image174.png"/><Relationship Id="rId59" Type="http://schemas.openxmlformats.org/officeDocument/2006/relationships/customXml" Target="../ink/ink182.xml"/><Relationship Id="rId103" Type="http://schemas.openxmlformats.org/officeDocument/2006/relationships/customXml" Target="../ink/ink204.xml"/><Relationship Id="rId108" Type="http://schemas.openxmlformats.org/officeDocument/2006/relationships/image" Target="../media/image209.png"/><Relationship Id="rId124" Type="http://schemas.openxmlformats.org/officeDocument/2006/relationships/image" Target="../media/image217.png"/><Relationship Id="rId129" Type="http://schemas.openxmlformats.org/officeDocument/2006/relationships/customXml" Target="../ink/ink217.xml"/><Relationship Id="rId54" Type="http://schemas.openxmlformats.org/officeDocument/2006/relationships/image" Target="../media/image182.png"/><Relationship Id="rId70" Type="http://schemas.openxmlformats.org/officeDocument/2006/relationships/image" Target="../media/image190.png"/><Relationship Id="rId75" Type="http://schemas.openxmlformats.org/officeDocument/2006/relationships/customXml" Target="../ink/ink190.xml"/><Relationship Id="rId91" Type="http://schemas.openxmlformats.org/officeDocument/2006/relationships/customXml" Target="../ink/ink198.xml"/><Relationship Id="rId96" Type="http://schemas.openxmlformats.org/officeDocument/2006/relationships/image" Target="../media/image203.png"/><Relationship Id="rId140" Type="http://schemas.openxmlformats.org/officeDocument/2006/relationships/image" Target="../media/image2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8.png"/><Relationship Id="rId23" Type="http://schemas.openxmlformats.org/officeDocument/2006/relationships/customXml" Target="../ink/ink164.xml"/><Relationship Id="rId28" Type="http://schemas.openxmlformats.org/officeDocument/2006/relationships/image" Target="../media/image169.png"/><Relationship Id="rId49" Type="http://schemas.openxmlformats.org/officeDocument/2006/relationships/customXml" Target="../ink/ink177.xml"/><Relationship Id="rId114" Type="http://schemas.openxmlformats.org/officeDocument/2006/relationships/image" Target="../media/image212.png"/><Relationship Id="rId119" Type="http://schemas.openxmlformats.org/officeDocument/2006/relationships/customXml" Target="../ink/ink212.xml"/><Relationship Id="rId44" Type="http://schemas.openxmlformats.org/officeDocument/2006/relationships/image" Target="../media/image177.png"/><Relationship Id="rId60" Type="http://schemas.openxmlformats.org/officeDocument/2006/relationships/image" Target="../media/image185.png"/><Relationship Id="rId65" Type="http://schemas.openxmlformats.org/officeDocument/2006/relationships/customXml" Target="../ink/ink185.xml"/><Relationship Id="rId81" Type="http://schemas.openxmlformats.org/officeDocument/2006/relationships/customXml" Target="../ink/ink193.xml"/><Relationship Id="rId86" Type="http://schemas.openxmlformats.org/officeDocument/2006/relationships/image" Target="../media/image198.png"/><Relationship Id="rId130" Type="http://schemas.openxmlformats.org/officeDocument/2006/relationships/image" Target="../media/image220.png"/><Relationship Id="rId135" Type="http://schemas.openxmlformats.org/officeDocument/2006/relationships/customXml" Target="../ink/ink220.xml"/><Relationship Id="rId13" Type="http://schemas.openxmlformats.org/officeDocument/2006/relationships/customXml" Target="../ink/ink159.xml"/><Relationship Id="rId18" Type="http://schemas.openxmlformats.org/officeDocument/2006/relationships/image" Target="../media/image164.png"/><Relationship Id="rId39" Type="http://schemas.openxmlformats.org/officeDocument/2006/relationships/customXml" Target="../ink/ink172.xml"/><Relationship Id="rId109" Type="http://schemas.openxmlformats.org/officeDocument/2006/relationships/customXml" Target="../ink/ink207.xml"/><Relationship Id="rId34" Type="http://schemas.openxmlformats.org/officeDocument/2006/relationships/image" Target="../media/image172.png"/><Relationship Id="rId50" Type="http://schemas.openxmlformats.org/officeDocument/2006/relationships/image" Target="../media/image180.png"/><Relationship Id="rId55" Type="http://schemas.openxmlformats.org/officeDocument/2006/relationships/customXml" Target="../ink/ink180.xml"/><Relationship Id="rId76" Type="http://schemas.openxmlformats.org/officeDocument/2006/relationships/image" Target="../media/image193.png"/><Relationship Id="rId97" Type="http://schemas.openxmlformats.org/officeDocument/2006/relationships/customXml" Target="../ink/ink201.xml"/><Relationship Id="rId104" Type="http://schemas.openxmlformats.org/officeDocument/2006/relationships/image" Target="../media/image207.png"/><Relationship Id="rId120" Type="http://schemas.openxmlformats.org/officeDocument/2006/relationships/image" Target="../media/image215.png"/><Relationship Id="rId125" Type="http://schemas.openxmlformats.org/officeDocument/2006/relationships/customXml" Target="../ink/ink215.xml"/><Relationship Id="rId7" Type="http://schemas.openxmlformats.org/officeDocument/2006/relationships/customXml" Target="../ink/ink156.xml"/><Relationship Id="rId71" Type="http://schemas.openxmlformats.org/officeDocument/2006/relationships/customXml" Target="../ink/ink188.xml"/><Relationship Id="rId92" Type="http://schemas.openxmlformats.org/officeDocument/2006/relationships/image" Target="../media/image201.png"/><Relationship Id="rId2" Type="http://schemas.openxmlformats.org/officeDocument/2006/relationships/image" Target="../media/image156.png"/><Relationship Id="rId29" Type="http://schemas.openxmlformats.org/officeDocument/2006/relationships/customXml" Target="../ink/ink167.xml"/><Relationship Id="rId24" Type="http://schemas.openxmlformats.org/officeDocument/2006/relationships/image" Target="../media/image167.png"/><Relationship Id="rId40" Type="http://schemas.openxmlformats.org/officeDocument/2006/relationships/image" Target="../media/image175.png"/><Relationship Id="rId45" Type="http://schemas.openxmlformats.org/officeDocument/2006/relationships/customXml" Target="../ink/ink175.xml"/><Relationship Id="rId66" Type="http://schemas.openxmlformats.org/officeDocument/2006/relationships/image" Target="../media/image188.png"/><Relationship Id="rId87" Type="http://schemas.openxmlformats.org/officeDocument/2006/relationships/customXml" Target="../ink/ink196.xml"/><Relationship Id="rId110" Type="http://schemas.openxmlformats.org/officeDocument/2006/relationships/image" Target="../media/image210.png"/><Relationship Id="rId115" Type="http://schemas.openxmlformats.org/officeDocument/2006/relationships/customXml" Target="../ink/ink210.xml"/><Relationship Id="rId131" Type="http://schemas.openxmlformats.org/officeDocument/2006/relationships/customXml" Target="../ink/ink218.xml"/><Relationship Id="rId136" Type="http://schemas.openxmlformats.org/officeDocument/2006/relationships/image" Target="../media/image223.png"/><Relationship Id="rId61" Type="http://schemas.openxmlformats.org/officeDocument/2006/relationships/customXml" Target="../ink/ink183.xml"/><Relationship Id="rId82" Type="http://schemas.openxmlformats.org/officeDocument/2006/relationships/image" Target="../media/image196.png"/><Relationship Id="rId19" Type="http://schemas.openxmlformats.org/officeDocument/2006/relationships/customXml" Target="../ink/ink162.xml"/><Relationship Id="rId14" Type="http://schemas.openxmlformats.org/officeDocument/2006/relationships/image" Target="../media/image162.png"/><Relationship Id="rId30" Type="http://schemas.openxmlformats.org/officeDocument/2006/relationships/image" Target="../media/image170.png"/><Relationship Id="rId35" Type="http://schemas.openxmlformats.org/officeDocument/2006/relationships/customXml" Target="../ink/ink170.xml"/><Relationship Id="rId56" Type="http://schemas.openxmlformats.org/officeDocument/2006/relationships/image" Target="../media/image183.png"/><Relationship Id="rId77" Type="http://schemas.openxmlformats.org/officeDocument/2006/relationships/customXml" Target="../ink/ink191.xml"/><Relationship Id="rId100" Type="http://schemas.openxmlformats.org/officeDocument/2006/relationships/image" Target="../media/image205.png"/><Relationship Id="rId105" Type="http://schemas.openxmlformats.org/officeDocument/2006/relationships/customXml" Target="../ink/ink205.xml"/><Relationship Id="rId126" Type="http://schemas.openxmlformats.org/officeDocument/2006/relationships/image" Target="../media/image218.png"/><Relationship Id="rId8" Type="http://schemas.openxmlformats.org/officeDocument/2006/relationships/image" Target="../media/image159.png"/><Relationship Id="rId51" Type="http://schemas.openxmlformats.org/officeDocument/2006/relationships/customXml" Target="../ink/ink178.xml"/><Relationship Id="rId72" Type="http://schemas.openxmlformats.org/officeDocument/2006/relationships/image" Target="../media/image191.png"/><Relationship Id="rId93" Type="http://schemas.openxmlformats.org/officeDocument/2006/relationships/customXml" Target="../ink/ink199.xml"/><Relationship Id="rId98" Type="http://schemas.openxmlformats.org/officeDocument/2006/relationships/image" Target="../media/image204.png"/><Relationship Id="rId121" Type="http://schemas.openxmlformats.org/officeDocument/2006/relationships/customXml" Target="../ink/ink213.xml"/><Relationship Id="rId3" Type="http://schemas.openxmlformats.org/officeDocument/2006/relationships/customXml" Target="../ink/ink154.xml"/><Relationship Id="rId25" Type="http://schemas.openxmlformats.org/officeDocument/2006/relationships/customXml" Target="../ink/ink165.xml"/><Relationship Id="rId46" Type="http://schemas.openxmlformats.org/officeDocument/2006/relationships/image" Target="../media/image178.png"/><Relationship Id="rId67" Type="http://schemas.openxmlformats.org/officeDocument/2006/relationships/customXml" Target="../ink/ink186.xml"/><Relationship Id="rId116" Type="http://schemas.openxmlformats.org/officeDocument/2006/relationships/image" Target="../media/image213.png"/><Relationship Id="rId137" Type="http://schemas.openxmlformats.org/officeDocument/2006/relationships/customXml" Target="../ink/ink221.xml"/><Relationship Id="rId20" Type="http://schemas.openxmlformats.org/officeDocument/2006/relationships/image" Target="../media/image165.png"/><Relationship Id="rId41" Type="http://schemas.openxmlformats.org/officeDocument/2006/relationships/customXml" Target="../ink/ink173.xml"/><Relationship Id="rId62" Type="http://schemas.openxmlformats.org/officeDocument/2006/relationships/image" Target="../media/image186.png"/><Relationship Id="rId83" Type="http://schemas.openxmlformats.org/officeDocument/2006/relationships/customXml" Target="../ink/ink194.xml"/><Relationship Id="rId88" Type="http://schemas.openxmlformats.org/officeDocument/2006/relationships/image" Target="../media/image199.png"/><Relationship Id="rId111" Type="http://schemas.openxmlformats.org/officeDocument/2006/relationships/customXml" Target="../ink/ink208.xml"/><Relationship Id="rId132" Type="http://schemas.openxmlformats.org/officeDocument/2006/relationships/image" Target="../media/image221.png"/><Relationship Id="rId15" Type="http://schemas.openxmlformats.org/officeDocument/2006/relationships/customXml" Target="../ink/ink160.xml"/><Relationship Id="rId36" Type="http://schemas.openxmlformats.org/officeDocument/2006/relationships/image" Target="../media/image173.png"/><Relationship Id="rId57" Type="http://schemas.openxmlformats.org/officeDocument/2006/relationships/customXml" Target="../ink/ink181.xml"/><Relationship Id="rId106" Type="http://schemas.openxmlformats.org/officeDocument/2006/relationships/image" Target="../media/image208.png"/><Relationship Id="rId127" Type="http://schemas.openxmlformats.org/officeDocument/2006/relationships/customXml" Target="../ink/ink216.xml"/><Relationship Id="rId10" Type="http://schemas.openxmlformats.org/officeDocument/2006/relationships/image" Target="../media/image160.png"/><Relationship Id="rId31" Type="http://schemas.openxmlformats.org/officeDocument/2006/relationships/customXml" Target="../ink/ink168.xml"/><Relationship Id="rId52" Type="http://schemas.openxmlformats.org/officeDocument/2006/relationships/image" Target="../media/image181.png"/><Relationship Id="rId73" Type="http://schemas.openxmlformats.org/officeDocument/2006/relationships/customXml" Target="../ink/ink189.xml"/><Relationship Id="rId78" Type="http://schemas.openxmlformats.org/officeDocument/2006/relationships/image" Target="../media/image194.png"/><Relationship Id="rId94" Type="http://schemas.openxmlformats.org/officeDocument/2006/relationships/image" Target="../media/image202.png"/><Relationship Id="rId99" Type="http://schemas.openxmlformats.org/officeDocument/2006/relationships/customXml" Target="../ink/ink202.xml"/><Relationship Id="rId101" Type="http://schemas.openxmlformats.org/officeDocument/2006/relationships/customXml" Target="../ink/ink203.xml"/><Relationship Id="rId122" Type="http://schemas.openxmlformats.org/officeDocument/2006/relationships/image" Target="../media/image216.png"/><Relationship Id="rId4" Type="http://schemas.openxmlformats.org/officeDocument/2006/relationships/image" Target="../media/image157.png"/><Relationship Id="rId9" Type="http://schemas.openxmlformats.org/officeDocument/2006/relationships/customXml" Target="../ink/ink157.xml"/><Relationship Id="rId26" Type="http://schemas.openxmlformats.org/officeDocument/2006/relationships/image" Target="../media/image168.png"/><Relationship Id="rId47" Type="http://schemas.openxmlformats.org/officeDocument/2006/relationships/customXml" Target="../ink/ink176.xml"/><Relationship Id="rId68" Type="http://schemas.openxmlformats.org/officeDocument/2006/relationships/image" Target="../media/image189.png"/><Relationship Id="rId89" Type="http://schemas.openxmlformats.org/officeDocument/2006/relationships/customXml" Target="../ink/ink197.xml"/><Relationship Id="rId112" Type="http://schemas.openxmlformats.org/officeDocument/2006/relationships/image" Target="../media/image211.png"/><Relationship Id="rId133" Type="http://schemas.openxmlformats.org/officeDocument/2006/relationships/customXml" Target="../ink/ink219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80.xml"/><Relationship Id="rId299" Type="http://schemas.openxmlformats.org/officeDocument/2006/relationships/image" Target="../media/image374.png"/><Relationship Id="rId21" Type="http://schemas.openxmlformats.org/officeDocument/2006/relationships/customXml" Target="../ink/ink232.xml"/><Relationship Id="rId63" Type="http://schemas.openxmlformats.org/officeDocument/2006/relationships/customXml" Target="../ink/ink253.xml"/><Relationship Id="rId159" Type="http://schemas.openxmlformats.org/officeDocument/2006/relationships/customXml" Target="../ink/ink301.xml"/><Relationship Id="rId324" Type="http://schemas.openxmlformats.org/officeDocument/2006/relationships/customXml" Target="../ink/ink384.xml"/><Relationship Id="rId170" Type="http://schemas.openxmlformats.org/officeDocument/2006/relationships/customXml" Target="../ink/ink307.xml"/><Relationship Id="rId226" Type="http://schemas.openxmlformats.org/officeDocument/2006/relationships/customXml" Target="../ink/ink335.xml"/><Relationship Id="rId268" Type="http://schemas.openxmlformats.org/officeDocument/2006/relationships/customXml" Target="../ink/ink356.xml"/><Relationship Id="rId32" Type="http://schemas.openxmlformats.org/officeDocument/2006/relationships/image" Target="../media/image241.png"/><Relationship Id="rId74" Type="http://schemas.openxmlformats.org/officeDocument/2006/relationships/image" Target="../media/image262.png"/><Relationship Id="rId128" Type="http://schemas.openxmlformats.org/officeDocument/2006/relationships/image" Target="../media/image289.png"/><Relationship Id="rId5" Type="http://schemas.openxmlformats.org/officeDocument/2006/relationships/customXml" Target="../ink/ink224.xml"/><Relationship Id="rId181" Type="http://schemas.openxmlformats.org/officeDocument/2006/relationships/image" Target="../media/image315.png"/><Relationship Id="rId237" Type="http://schemas.openxmlformats.org/officeDocument/2006/relationships/image" Target="../media/image343.png"/><Relationship Id="rId279" Type="http://schemas.openxmlformats.org/officeDocument/2006/relationships/image" Target="../media/image364.png"/><Relationship Id="rId43" Type="http://schemas.openxmlformats.org/officeDocument/2006/relationships/customXml" Target="../ink/ink243.xml"/><Relationship Id="rId139" Type="http://schemas.openxmlformats.org/officeDocument/2006/relationships/customXml" Target="../ink/ink291.xml"/><Relationship Id="rId290" Type="http://schemas.openxmlformats.org/officeDocument/2006/relationships/customXml" Target="../ink/ink367.xml"/><Relationship Id="rId304" Type="http://schemas.openxmlformats.org/officeDocument/2006/relationships/customXml" Target="../ink/ink374.xml"/><Relationship Id="rId85" Type="http://schemas.openxmlformats.org/officeDocument/2006/relationships/customXml" Target="../ink/ink264.xml"/><Relationship Id="rId150" Type="http://schemas.openxmlformats.org/officeDocument/2006/relationships/image" Target="../media/image300.png"/><Relationship Id="rId192" Type="http://schemas.openxmlformats.org/officeDocument/2006/relationships/customXml" Target="../ink/ink318.xml"/><Relationship Id="rId206" Type="http://schemas.openxmlformats.org/officeDocument/2006/relationships/customXml" Target="../ink/ink325.xml"/><Relationship Id="rId248" Type="http://schemas.openxmlformats.org/officeDocument/2006/relationships/customXml" Target="../ink/ink346.xml"/><Relationship Id="rId12" Type="http://schemas.openxmlformats.org/officeDocument/2006/relationships/image" Target="../media/image231.png"/><Relationship Id="rId108" Type="http://schemas.openxmlformats.org/officeDocument/2006/relationships/image" Target="../media/image279.png"/><Relationship Id="rId315" Type="http://schemas.openxmlformats.org/officeDocument/2006/relationships/image" Target="../media/image382.png"/><Relationship Id="rId54" Type="http://schemas.openxmlformats.org/officeDocument/2006/relationships/image" Target="../media/image252.png"/><Relationship Id="rId96" Type="http://schemas.openxmlformats.org/officeDocument/2006/relationships/image" Target="../media/image273.png"/><Relationship Id="rId161" Type="http://schemas.openxmlformats.org/officeDocument/2006/relationships/customXml" Target="../ink/ink302.xml"/><Relationship Id="rId217" Type="http://schemas.openxmlformats.org/officeDocument/2006/relationships/image" Target="../media/image333.png"/><Relationship Id="rId259" Type="http://schemas.openxmlformats.org/officeDocument/2006/relationships/image" Target="../media/image354.png"/><Relationship Id="rId23" Type="http://schemas.openxmlformats.org/officeDocument/2006/relationships/customXml" Target="../ink/ink233.xml"/><Relationship Id="rId119" Type="http://schemas.openxmlformats.org/officeDocument/2006/relationships/customXml" Target="../ink/ink281.xml"/><Relationship Id="rId270" Type="http://schemas.openxmlformats.org/officeDocument/2006/relationships/customXml" Target="../ink/ink357.xml"/><Relationship Id="rId326" Type="http://schemas.openxmlformats.org/officeDocument/2006/relationships/customXml" Target="../ink/ink385.xml"/><Relationship Id="rId65" Type="http://schemas.openxmlformats.org/officeDocument/2006/relationships/customXml" Target="../ink/ink254.xml"/><Relationship Id="rId130" Type="http://schemas.openxmlformats.org/officeDocument/2006/relationships/image" Target="../media/image290.png"/><Relationship Id="rId172" Type="http://schemas.openxmlformats.org/officeDocument/2006/relationships/customXml" Target="../ink/ink308.xml"/><Relationship Id="rId228" Type="http://schemas.openxmlformats.org/officeDocument/2006/relationships/customXml" Target="../ink/ink336.xml"/><Relationship Id="rId281" Type="http://schemas.openxmlformats.org/officeDocument/2006/relationships/image" Target="../media/image365.png"/><Relationship Id="rId34" Type="http://schemas.openxmlformats.org/officeDocument/2006/relationships/image" Target="../media/image242.png"/><Relationship Id="rId76" Type="http://schemas.openxmlformats.org/officeDocument/2006/relationships/image" Target="../media/image263.png"/><Relationship Id="rId141" Type="http://schemas.openxmlformats.org/officeDocument/2006/relationships/customXml" Target="../ink/ink292.xml"/><Relationship Id="rId7" Type="http://schemas.openxmlformats.org/officeDocument/2006/relationships/customXml" Target="../ink/ink225.xml"/><Relationship Id="rId183" Type="http://schemas.openxmlformats.org/officeDocument/2006/relationships/image" Target="../media/image316.png"/><Relationship Id="rId239" Type="http://schemas.openxmlformats.org/officeDocument/2006/relationships/image" Target="../media/image344.png"/><Relationship Id="rId250" Type="http://schemas.openxmlformats.org/officeDocument/2006/relationships/customXml" Target="../ink/ink347.xml"/><Relationship Id="rId271" Type="http://schemas.openxmlformats.org/officeDocument/2006/relationships/image" Target="../media/image360.png"/><Relationship Id="rId292" Type="http://schemas.openxmlformats.org/officeDocument/2006/relationships/customXml" Target="../ink/ink368.xml"/><Relationship Id="rId306" Type="http://schemas.openxmlformats.org/officeDocument/2006/relationships/customXml" Target="../ink/ink375.xml"/><Relationship Id="rId24" Type="http://schemas.openxmlformats.org/officeDocument/2006/relationships/image" Target="../media/image237.png"/><Relationship Id="rId45" Type="http://schemas.openxmlformats.org/officeDocument/2006/relationships/customXml" Target="../ink/ink244.xml"/><Relationship Id="rId66" Type="http://schemas.openxmlformats.org/officeDocument/2006/relationships/image" Target="../media/image258.png"/><Relationship Id="rId87" Type="http://schemas.openxmlformats.org/officeDocument/2006/relationships/customXml" Target="../ink/ink265.xml"/><Relationship Id="rId110" Type="http://schemas.openxmlformats.org/officeDocument/2006/relationships/image" Target="../media/image280.png"/><Relationship Id="rId131" Type="http://schemas.openxmlformats.org/officeDocument/2006/relationships/customXml" Target="../ink/ink287.xml"/><Relationship Id="rId327" Type="http://schemas.openxmlformats.org/officeDocument/2006/relationships/image" Target="../media/image388.png"/><Relationship Id="rId152" Type="http://schemas.openxmlformats.org/officeDocument/2006/relationships/image" Target="../media/image301.png"/><Relationship Id="rId173" Type="http://schemas.openxmlformats.org/officeDocument/2006/relationships/image" Target="../media/image311.png"/><Relationship Id="rId194" Type="http://schemas.openxmlformats.org/officeDocument/2006/relationships/customXml" Target="../ink/ink319.xml"/><Relationship Id="rId208" Type="http://schemas.openxmlformats.org/officeDocument/2006/relationships/customXml" Target="../ink/ink326.xml"/><Relationship Id="rId229" Type="http://schemas.openxmlformats.org/officeDocument/2006/relationships/image" Target="../media/image339.png"/><Relationship Id="rId240" Type="http://schemas.openxmlformats.org/officeDocument/2006/relationships/customXml" Target="../ink/ink342.xml"/><Relationship Id="rId261" Type="http://schemas.openxmlformats.org/officeDocument/2006/relationships/image" Target="../media/image355.png"/><Relationship Id="rId14" Type="http://schemas.openxmlformats.org/officeDocument/2006/relationships/image" Target="../media/image232.png"/><Relationship Id="rId35" Type="http://schemas.openxmlformats.org/officeDocument/2006/relationships/customXml" Target="../ink/ink239.xml"/><Relationship Id="rId56" Type="http://schemas.openxmlformats.org/officeDocument/2006/relationships/image" Target="../media/image253.png"/><Relationship Id="rId77" Type="http://schemas.openxmlformats.org/officeDocument/2006/relationships/customXml" Target="../ink/ink260.xml"/><Relationship Id="rId100" Type="http://schemas.openxmlformats.org/officeDocument/2006/relationships/image" Target="../media/image275.png"/><Relationship Id="rId282" Type="http://schemas.openxmlformats.org/officeDocument/2006/relationships/customXml" Target="../ink/ink363.xml"/><Relationship Id="rId317" Type="http://schemas.openxmlformats.org/officeDocument/2006/relationships/image" Target="../media/image383.png"/><Relationship Id="rId8" Type="http://schemas.openxmlformats.org/officeDocument/2006/relationships/image" Target="../media/image229.png"/><Relationship Id="rId98" Type="http://schemas.openxmlformats.org/officeDocument/2006/relationships/image" Target="../media/image274.png"/><Relationship Id="rId121" Type="http://schemas.openxmlformats.org/officeDocument/2006/relationships/customXml" Target="../ink/ink282.xml"/><Relationship Id="rId142" Type="http://schemas.openxmlformats.org/officeDocument/2006/relationships/image" Target="../media/image296.png"/><Relationship Id="rId163" Type="http://schemas.openxmlformats.org/officeDocument/2006/relationships/customXml" Target="../ink/ink303.xml"/><Relationship Id="rId184" Type="http://schemas.openxmlformats.org/officeDocument/2006/relationships/customXml" Target="../ink/ink314.xml"/><Relationship Id="rId219" Type="http://schemas.openxmlformats.org/officeDocument/2006/relationships/image" Target="../media/image334.png"/><Relationship Id="rId230" Type="http://schemas.openxmlformats.org/officeDocument/2006/relationships/customXml" Target="../ink/ink337.xml"/><Relationship Id="rId251" Type="http://schemas.openxmlformats.org/officeDocument/2006/relationships/image" Target="../media/image350.png"/><Relationship Id="rId25" Type="http://schemas.openxmlformats.org/officeDocument/2006/relationships/customXml" Target="../ink/ink234.xml"/><Relationship Id="rId46" Type="http://schemas.openxmlformats.org/officeDocument/2006/relationships/image" Target="../media/image248.png"/><Relationship Id="rId67" Type="http://schemas.openxmlformats.org/officeDocument/2006/relationships/customXml" Target="../ink/ink255.xml"/><Relationship Id="rId272" Type="http://schemas.openxmlformats.org/officeDocument/2006/relationships/customXml" Target="../ink/ink358.xml"/><Relationship Id="rId293" Type="http://schemas.openxmlformats.org/officeDocument/2006/relationships/image" Target="../media/image371.png"/><Relationship Id="rId307" Type="http://schemas.openxmlformats.org/officeDocument/2006/relationships/image" Target="../media/image378.png"/><Relationship Id="rId328" Type="http://schemas.openxmlformats.org/officeDocument/2006/relationships/customXml" Target="../ink/ink386.xml"/><Relationship Id="rId88" Type="http://schemas.openxmlformats.org/officeDocument/2006/relationships/image" Target="../media/image269.png"/><Relationship Id="rId111" Type="http://schemas.openxmlformats.org/officeDocument/2006/relationships/customXml" Target="../ink/ink277.xml"/><Relationship Id="rId132" Type="http://schemas.openxmlformats.org/officeDocument/2006/relationships/image" Target="../media/image291.png"/><Relationship Id="rId153" Type="http://schemas.openxmlformats.org/officeDocument/2006/relationships/customXml" Target="../ink/ink298.xml"/><Relationship Id="rId174" Type="http://schemas.openxmlformats.org/officeDocument/2006/relationships/customXml" Target="../ink/ink309.xml"/><Relationship Id="rId195" Type="http://schemas.openxmlformats.org/officeDocument/2006/relationships/image" Target="../media/image322.png"/><Relationship Id="rId209" Type="http://schemas.openxmlformats.org/officeDocument/2006/relationships/image" Target="../media/image329.png"/><Relationship Id="rId220" Type="http://schemas.openxmlformats.org/officeDocument/2006/relationships/customXml" Target="../ink/ink332.xml"/><Relationship Id="rId241" Type="http://schemas.openxmlformats.org/officeDocument/2006/relationships/image" Target="../media/image345.png"/><Relationship Id="rId15" Type="http://schemas.openxmlformats.org/officeDocument/2006/relationships/customXml" Target="../ink/ink229.xml"/><Relationship Id="rId36" Type="http://schemas.openxmlformats.org/officeDocument/2006/relationships/image" Target="../media/image243.png"/><Relationship Id="rId57" Type="http://schemas.openxmlformats.org/officeDocument/2006/relationships/customXml" Target="../ink/ink250.xml"/><Relationship Id="rId262" Type="http://schemas.openxmlformats.org/officeDocument/2006/relationships/customXml" Target="../ink/ink353.xml"/><Relationship Id="rId283" Type="http://schemas.openxmlformats.org/officeDocument/2006/relationships/image" Target="../media/image366.png"/><Relationship Id="rId318" Type="http://schemas.openxmlformats.org/officeDocument/2006/relationships/customXml" Target="../ink/ink381.xml"/><Relationship Id="rId78" Type="http://schemas.openxmlformats.org/officeDocument/2006/relationships/image" Target="../media/image264.png"/><Relationship Id="rId99" Type="http://schemas.openxmlformats.org/officeDocument/2006/relationships/customXml" Target="../ink/ink271.xml"/><Relationship Id="rId101" Type="http://schemas.openxmlformats.org/officeDocument/2006/relationships/customXml" Target="../ink/ink272.xml"/><Relationship Id="rId122" Type="http://schemas.openxmlformats.org/officeDocument/2006/relationships/image" Target="../media/image286.png"/><Relationship Id="rId143" Type="http://schemas.openxmlformats.org/officeDocument/2006/relationships/customXml" Target="../ink/ink293.xml"/><Relationship Id="rId164" Type="http://schemas.openxmlformats.org/officeDocument/2006/relationships/customXml" Target="../ink/ink304.xml"/><Relationship Id="rId185" Type="http://schemas.openxmlformats.org/officeDocument/2006/relationships/image" Target="../media/image317.png"/><Relationship Id="rId9" Type="http://schemas.openxmlformats.org/officeDocument/2006/relationships/customXml" Target="../ink/ink226.xml"/><Relationship Id="rId210" Type="http://schemas.openxmlformats.org/officeDocument/2006/relationships/customXml" Target="../ink/ink327.xml"/><Relationship Id="rId26" Type="http://schemas.openxmlformats.org/officeDocument/2006/relationships/image" Target="../media/image238.png"/><Relationship Id="rId231" Type="http://schemas.openxmlformats.org/officeDocument/2006/relationships/image" Target="../media/image340.png"/><Relationship Id="rId252" Type="http://schemas.openxmlformats.org/officeDocument/2006/relationships/customXml" Target="../ink/ink348.xml"/><Relationship Id="rId273" Type="http://schemas.openxmlformats.org/officeDocument/2006/relationships/image" Target="../media/image361.png"/><Relationship Id="rId294" Type="http://schemas.openxmlformats.org/officeDocument/2006/relationships/customXml" Target="../ink/ink369.xml"/><Relationship Id="rId308" Type="http://schemas.openxmlformats.org/officeDocument/2006/relationships/customXml" Target="../ink/ink376.xml"/><Relationship Id="rId329" Type="http://schemas.openxmlformats.org/officeDocument/2006/relationships/image" Target="../media/image389.png"/><Relationship Id="rId47" Type="http://schemas.openxmlformats.org/officeDocument/2006/relationships/customXml" Target="../ink/ink245.xml"/><Relationship Id="rId68" Type="http://schemas.openxmlformats.org/officeDocument/2006/relationships/image" Target="../media/image259.png"/><Relationship Id="rId89" Type="http://schemas.openxmlformats.org/officeDocument/2006/relationships/customXml" Target="../ink/ink266.xml"/><Relationship Id="rId112" Type="http://schemas.openxmlformats.org/officeDocument/2006/relationships/image" Target="../media/image281.png"/><Relationship Id="rId133" Type="http://schemas.openxmlformats.org/officeDocument/2006/relationships/customXml" Target="../ink/ink288.xml"/><Relationship Id="rId154" Type="http://schemas.openxmlformats.org/officeDocument/2006/relationships/image" Target="../media/image302.png"/><Relationship Id="rId175" Type="http://schemas.openxmlformats.org/officeDocument/2006/relationships/image" Target="../media/image312.png"/><Relationship Id="rId196" Type="http://schemas.openxmlformats.org/officeDocument/2006/relationships/customXml" Target="../ink/ink320.xml"/><Relationship Id="rId200" Type="http://schemas.openxmlformats.org/officeDocument/2006/relationships/customXml" Target="../ink/ink322.xml"/><Relationship Id="rId16" Type="http://schemas.openxmlformats.org/officeDocument/2006/relationships/image" Target="../media/image233.png"/><Relationship Id="rId221" Type="http://schemas.openxmlformats.org/officeDocument/2006/relationships/image" Target="../media/image335.png"/><Relationship Id="rId242" Type="http://schemas.openxmlformats.org/officeDocument/2006/relationships/customXml" Target="../ink/ink343.xml"/><Relationship Id="rId263" Type="http://schemas.openxmlformats.org/officeDocument/2006/relationships/image" Target="../media/image356.png"/><Relationship Id="rId284" Type="http://schemas.openxmlformats.org/officeDocument/2006/relationships/customXml" Target="../ink/ink364.xml"/><Relationship Id="rId319" Type="http://schemas.openxmlformats.org/officeDocument/2006/relationships/image" Target="../media/image384.png"/><Relationship Id="rId37" Type="http://schemas.openxmlformats.org/officeDocument/2006/relationships/customXml" Target="../ink/ink240.xml"/><Relationship Id="rId58" Type="http://schemas.openxmlformats.org/officeDocument/2006/relationships/image" Target="../media/image254.png"/><Relationship Id="rId79" Type="http://schemas.openxmlformats.org/officeDocument/2006/relationships/customXml" Target="../ink/ink261.xml"/><Relationship Id="rId102" Type="http://schemas.openxmlformats.org/officeDocument/2006/relationships/image" Target="../media/image276.png"/><Relationship Id="rId123" Type="http://schemas.openxmlformats.org/officeDocument/2006/relationships/customXml" Target="../ink/ink283.xml"/><Relationship Id="rId144" Type="http://schemas.openxmlformats.org/officeDocument/2006/relationships/image" Target="../media/image297.png"/><Relationship Id="rId330" Type="http://schemas.openxmlformats.org/officeDocument/2006/relationships/customXml" Target="../ink/ink387.xml"/><Relationship Id="rId90" Type="http://schemas.openxmlformats.org/officeDocument/2006/relationships/image" Target="../media/image270.png"/><Relationship Id="rId165" Type="http://schemas.openxmlformats.org/officeDocument/2006/relationships/image" Target="../media/image307.png"/><Relationship Id="rId186" Type="http://schemas.openxmlformats.org/officeDocument/2006/relationships/customXml" Target="../ink/ink315.xml"/><Relationship Id="rId211" Type="http://schemas.openxmlformats.org/officeDocument/2006/relationships/image" Target="../media/image330.png"/><Relationship Id="rId232" Type="http://schemas.openxmlformats.org/officeDocument/2006/relationships/customXml" Target="../ink/ink338.xml"/><Relationship Id="rId253" Type="http://schemas.openxmlformats.org/officeDocument/2006/relationships/image" Target="../media/image351.png"/><Relationship Id="rId274" Type="http://schemas.openxmlformats.org/officeDocument/2006/relationships/customXml" Target="../ink/ink359.xml"/><Relationship Id="rId295" Type="http://schemas.openxmlformats.org/officeDocument/2006/relationships/image" Target="../media/image372.png"/><Relationship Id="rId309" Type="http://schemas.openxmlformats.org/officeDocument/2006/relationships/image" Target="../media/image379.png"/><Relationship Id="rId27" Type="http://schemas.openxmlformats.org/officeDocument/2006/relationships/customXml" Target="../ink/ink235.xml"/><Relationship Id="rId48" Type="http://schemas.openxmlformats.org/officeDocument/2006/relationships/image" Target="../media/image249.png"/><Relationship Id="rId69" Type="http://schemas.openxmlformats.org/officeDocument/2006/relationships/customXml" Target="../ink/ink256.xml"/><Relationship Id="rId113" Type="http://schemas.openxmlformats.org/officeDocument/2006/relationships/customXml" Target="../ink/ink278.xml"/><Relationship Id="rId134" Type="http://schemas.openxmlformats.org/officeDocument/2006/relationships/image" Target="../media/image292.png"/><Relationship Id="rId320" Type="http://schemas.openxmlformats.org/officeDocument/2006/relationships/customXml" Target="../ink/ink382.xml"/><Relationship Id="rId80" Type="http://schemas.openxmlformats.org/officeDocument/2006/relationships/image" Target="../media/image265.png"/><Relationship Id="rId155" Type="http://schemas.openxmlformats.org/officeDocument/2006/relationships/customXml" Target="../ink/ink299.xml"/><Relationship Id="rId176" Type="http://schemas.openxmlformats.org/officeDocument/2006/relationships/customXml" Target="../ink/ink310.xml"/><Relationship Id="rId197" Type="http://schemas.openxmlformats.org/officeDocument/2006/relationships/image" Target="../media/image323.png"/><Relationship Id="rId201" Type="http://schemas.openxmlformats.org/officeDocument/2006/relationships/image" Target="../media/image325.png"/><Relationship Id="rId222" Type="http://schemas.openxmlformats.org/officeDocument/2006/relationships/customXml" Target="../ink/ink333.xml"/><Relationship Id="rId243" Type="http://schemas.openxmlformats.org/officeDocument/2006/relationships/image" Target="../media/image346.png"/><Relationship Id="rId264" Type="http://schemas.openxmlformats.org/officeDocument/2006/relationships/customXml" Target="../ink/ink354.xml"/><Relationship Id="rId285" Type="http://schemas.openxmlformats.org/officeDocument/2006/relationships/image" Target="../media/image367.png"/><Relationship Id="rId17" Type="http://schemas.openxmlformats.org/officeDocument/2006/relationships/customXml" Target="../ink/ink230.xml"/><Relationship Id="rId38" Type="http://schemas.openxmlformats.org/officeDocument/2006/relationships/image" Target="../media/image244.png"/><Relationship Id="rId59" Type="http://schemas.openxmlformats.org/officeDocument/2006/relationships/customXml" Target="../ink/ink251.xml"/><Relationship Id="rId103" Type="http://schemas.openxmlformats.org/officeDocument/2006/relationships/customXml" Target="../ink/ink273.xml"/><Relationship Id="rId124" Type="http://schemas.openxmlformats.org/officeDocument/2006/relationships/image" Target="../media/image287.png"/><Relationship Id="rId310" Type="http://schemas.openxmlformats.org/officeDocument/2006/relationships/customXml" Target="../ink/ink377.xml"/><Relationship Id="rId70" Type="http://schemas.openxmlformats.org/officeDocument/2006/relationships/image" Target="../media/image260.png"/><Relationship Id="rId91" Type="http://schemas.openxmlformats.org/officeDocument/2006/relationships/customXml" Target="../ink/ink267.xml"/><Relationship Id="rId145" Type="http://schemas.openxmlformats.org/officeDocument/2006/relationships/customXml" Target="../ink/ink294.xml"/><Relationship Id="rId166" Type="http://schemas.openxmlformats.org/officeDocument/2006/relationships/customXml" Target="../ink/ink305.xml"/><Relationship Id="rId187" Type="http://schemas.openxmlformats.org/officeDocument/2006/relationships/image" Target="../media/image318.png"/><Relationship Id="rId331" Type="http://schemas.openxmlformats.org/officeDocument/2006/relationships/image" Target="../media/image39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328.xml"/><Relationship Id="rId233" Type="http://schemas.openxmlformats.org/officeDocument/2006/relationships/image" Target="../media/image341.png"/><Relationship Id="rId254" Type="http://schemas.openxmlformats.org/officeDocument/2006/relationships/customXml" Target="../ink/ink349.xml"/><Relationship Id="rId28" Type="http://schemas.openxmlformats.org/officeDocument/2006/relationships/image" Target="../media/image239.png"/><Relationship Id="rId49" Type="http://schemas.openxmlformats.org/officeDocument/2006/relationships/customXml" Target="../ink/ink246.xml"/><Relationship Id="rId114" Type="http://schemas.openxmlformats.org/officeDocument/2006/relationships/image" Target="../media/image282.png"/><Relationship Id="rId275" Type="http://schemas.openxmlformats.org/officeDocument/2006/relationships/image" Target="../media/image362.png"/><Relationship Id="rId296" Type="http://schemas.openxmlformats.org/officeDocument/2006/relationships/customXml" Target="../ink/ink370.xml"/><Relationship Id="rId300" Type="http://schemas.openxmlformats.org/officeDocument/2006/relationships/customXml" Target="../ink/ink372.xml"/><Relationship Id="rId60" Type="http://schemas.openxmlformats.org/officeDocument/2006/relationships/image" Target="../media/image255.png"/><Relationship Id="rId81" Type="http://schemas.openxmlformats.org/officeDocument/2006/relationships/customXml" Target="../ink/ink262.xml"/><Relationship Id="rId135" Type="http://schemas.openxmlformats.org/officeDocument/2006/relationships/customXml" Target="../ink/ink289.xml"/><Relationship Id="rId156" Type="http://schemas.openxmlformats.org/officeDocument/2006/relationships/image" Target="../media/image303.png"/><Relationship Id="rId177" Type="http://schemas.openxmlformats.org/officeDocument/2006/relationships/image" Target="../media/image313.png"/><Relationship Id="rId198" Type="http://schemas.openxmlformats.org/officeDocument/2006/relationships/customXml" Target="../ink/ink321.xml"/><Relationship Id="rId321" Type="http://schemas.openxmlformats.org/officeDocument/2006/relationships/image" Target="../media/image385.png"/><Relationship Id="rId202" Type="http://schemas.openxmlformats.org/officeDocument/2006/relationships/customXml" Target="../ink/ink323.xml"/><Relationship Id="rId223" Type="http://schemas.openxmlformats.org/officeDocument/2006/relationships/image" Target="../media/image336.png"/><Relationship Id="rId244" Type="http://schemas.openxmlformats.org/officeDocument/2006/relationships/customXml" Target="../ink/ink344.xml"/><Relationship Id="rId18" Type="http://schemas.openxmlformats.org/officeDocument/2006/relationships/image" Target="../media/image234.png"/><Relationship Id="rId39" Type="http://schemas.openxmlformats.org/officeDocument/2006/relationships/customXml" Target="../ink/ink241.xml"/><Relationship Id="rId265" Type="http://schemas.openxmlformats.org/officeDocument/2006/relationships/image" Target="../media/image357.png"/><Relationship Id="rId286" Type="http://schemas.openxmlformats.org/officeDocument/2006/relationships/customXml" Target="../ink/ink365.xml"/><Relationship Id="rId50" Type="http://schemas.openxmlformats.org/officeDocument/2006/relationships/image" Target="../media/image250.png"/><Relationship Id="rId104" Type="http://schemas.openxmlformats.org/officeDocument/2006/relationships/image" Target="../media/image277.png"/><Relationship Id="rId125" Type="http://schemas.openxmlformats.org/officeDocument/2006/relationships/customXml" Target="../ink/ink284.xml"/><Relationship Id="rId146" Type="http://schemas.openxmlformats.org/officeDocument/2006/relationships/image" Target="../media/image298.png"/><Relationship Id="rId167" Type="http://schemas.openxmlformats.org/officeDocument/2006/relationships/image" Target="../media/image308.png"/><Relationship Id="rId188" Type="http://schemas.openxmlformats.org/officeDocument/2006/relationships/customXml" Target="../ink/ink316.xml"/><Relationship Id="rId311" Type="http://schemas.openxmlformats.org/officeDocument/2006/relationships/image" Target="../media/image380.png"/><Relationship Id="rId71" Type="http://schemas.openxmlformats.org/officeDocument/2006/relationships/customXml" Target="../ink/ink257.xml"/><Relationship Id="rId92" Type="http://schemas.openxmlformats.org/officeDocument/2006/relationships/image" Target="../media/image271.png"/><Relationship Id="rId213" Type="http://schemas.openxmlformats.org/officeDocument/2006/relationships/image" Target="../media/image331.png"/><Relationship Id="rId234" Type="http://schemas.openxmlformats.org/officeDocument/2006/relationships/customXml" Target="../ink/ink339.xml"/><Relationship Id="rId2" Type="http://schemas.openxmlformats.org/officeDocument/2006/relationships/image" Target="../media/image226.png"/><Relationship Id="rId29" Type="http://schemas.openxmlformats.org/officeDocument/2006/relationships/customXml" Target="../ink/ink236.xml"/><Relationship Id="rId255" Type="http://schemas.openxmlformats.org/officeDocument/2006/relationships/image" Target="../media/image352.png"/><Relationship Id="rId276" Type="http://schemas.openxmlformats.org/officeDocument/2006/relationships/customXml" Target="../ink/ink360.xml"/><Relationship Id="rId297" Type="http://schemas.openxmlformats.org/officeDocument/2006/relationships/image" Target="../media/image373.png"/><Relationship Id="rId40" Type="http://schemas.openxmlformats.org/officeDocument/2006/relationships/image" Target="../media/image245.png"/><Relationship Id="rId115" Type="http://schemas.openxmlformats.org/officeDocument/2006/relationships/customXml" Target="../ink/ink279.xml"/><Relationship Id="rId136" Type="http://schemas.openxmlformats.org/officeDocument/2006/relationships/image" Target="../media/image293.png"/><Relationship Id="rId157" Type="http://schemas.openxmlformats.org/officeDocument/2006/relationships/customXml" Target="../ink/ink300.xml"/><Relationship Id="rId178" Type="http://schemas.openxmlformats.org/officeDocument/2006/relationships/customXml" Target="../ink/ink311.xml"/><Relationship Id="rId301" Type="http://schemas.openxmlformats.org/officeDocument/2006/relationships/image" Target="../media/image375.png"/><Relationship Id="rId322" Type="http://schemas.openxmlformats.org/officeDocument/2006/relationships/customXml" Target="../ink/ink383.xml"/><Relationship Id="rId61" Type="http://schemas.openxmlformats.org/officeDocument/2006/relationships/customXml" Target="../ink/ink252.xml"/><Relationship Id="rId82" Type="http://schemas.openxmlformats.org/officeDocument/2006/relationships/image" Target="../media/image266.png"/><Relationship Id="rId199" Type="http://schemas.openxmlformats.org/officeDocument/2006/relationships/image" Target="../media/image324.png"/><Relationship Id="rId203" Type="http://schemas.openxmlformats.org/officeDocument/2006/relationships/image" Target="../media/image326.png"/><Relationship Id="rId19" Type="http://schemas.openxmlformats.org/officeDocument/2006/relationships/customXml" Target="../ink/ink231.xml"/><Relationship Id="rId224" Type="http://schemas.openxmlformats.org/officeDocument/2006/relationships/customXml" Target="../ink/ink334.xml"/><Relationship Id="rId245" Type="http://schemas.openxmlformats.org/officeDocument/2006/relationships/image" Target="../media/image347.png"/><Relationship Id="rId266" Type="http://schemas.openxmlformats.org/officeDocument/2006/relationships/customXml" Target="../ink/ink355.xml"/><Relationship Id="rId287" Type="http://schemas.openxmlformats.org/officeDocument/2006/relationships/image" Target="../media/image368.png"/><Relationship Id="rId30" Type="http://schemas.openxmlformats.org/officeDocument/2006/relationships/image" Target="../media/image240.png"/><Relationship Id="rId105" Type="http://schemas.openxmlformats.org/officeDocument/2006/relationships/customXml" Target="../ink/ink274.xml"/><Relationship Id="rId126" Type="http://schemas.openxmlformats.org/officeDocument/2006/relationships/image" Target="../media/image288.png"/><Relationship Id="rId147" Type="http://schemas.openxmlformats.org/officeDocument/2006/relationships/customXml" Target="../ink/ink295.xml"/><Relationship Id="rId168" Type="http://schemas.openxmlformats.org/officeDocument/2006/relationships/customXml" Target="../ink/ink306.xml"/><Relationship Id="rId312" Type="http://schemas.openxmlformats.org/officeDocument/2006/relationships/customXml" Target="../ink/ink378.xml"/><Relationship Id="rId51" Type="http://schemas.openxmlformats.org/officeDocument/2006/relationships/customXml" Target="../ink/ink247.xml"/><Relationship Id="rId72" Type="http://schemas.openxmlformats.org/officeDocument/2006/relationships/image" Target="../media/image261.png"/><Relationship Id="rId93" Type="http://schemas.openxmlformats.org/officeDocument/2006/relationships/customXml" Target="../ink/ink268.xml"/><Relationship Id="rId189" Type="http://schemas.openxmlformats.org/officeDocument/2006/relationships/image" Target="../media/image319.png"/><Relationship Id="rId3" Type="http://schemas.openxmlformats.org/officeDocument/2006/relationships/customXml" Target="../ink/ink223.xml"/><Relationship Id="rId214" Type="http://schemas.openxmlformats.org/officeDocument/2006/relationships/customXml" Target="../ink/ink329.xml"/><Relationship Id="rId235" Type="http://schemas.openxmlformats.org/officeDocument/2006/relationships/image" Target="../media/image342.png"/><Relationship Id="rId256" Type="http://schemas.openxmlformats.org/officeDocument/2006/relationships/customXml" Target="../ink/ink350.xml"/><Relationship Id="rId277" Type="http://schemas.openxmlformats.org/officeDocument/2006/relationships/image" Target="../media/image363.png"/><Relationship Id="rId298" Type="http://schemas.openxmlformats.org/officeDocument/2006/relationships/customXml" Target="../ink/ink371.xml"/><Relationship Id="rId116" Type="http://schemas.openxmlformats.org/officeDocument/2006/relationships/image" Target="../media/image283.png"/><Relationship Id="rId137" Type="http://schemas.openxmlformats.org/officeDocument/2006/relationships/customXml" Target="../ink/ink290.xml"/><Relationship Id="rId158" Type="http://schemas.openxmlformats.org/officeDocument/2006/relationships/image" Target="../media/image304.png"/><Relationship Id="rId302" Type="http://schemas.openxmlformats.org/officeDocument/2006/relationships/customXml" Target="../ink/ink373.xml"/><Relationship Id="rId323" Type="http://schemas.openxmlformats.org/officeDocument/2006/relationships/image" Target="../media/image386.png"/><Relationship Id="rId20" Type="http://schemas.openxmlformats.org/officeDocument/2006/relationships/image" Target="../media/image235.png"/><Relationship Id="rId41" Type="http://schemas.openxmlformats.org/officeDocument/2006/relationships/customXml" Target="../ink/ink242.xml"/><Relationship Id="rId62" Type="http://schemas.openxmlformats.org/officeDocument/2006/relationships/image" Target="../media/image256.png"/><Relationship Id="rId83" Type="http://schemas.openxmlformats.org/officeDocument/2006/relationships/customXml" Target="../ink/ink263.xml"/><Relationship Id="rId179" Type="http://schemas.openxmlformats.org/officeDocument/2006/relationships/image" Target="../media/image314.png"/><Relationship Id="rId190" Type="http://schemas.openxmlformats.org/officeDocument/2006/relationships/customXml" Target="../ink/ink317.xml"/><Relationship Id="rId204" Type="http://schemas.openxmlformats.org/officeDocument/2006/relationships/customXml" Target="../ink/ink324.xml"/><Relationship Id="rId225" Type="http://schemas.openxmlformats.org/officeDocument/2006/relationships/image" Target="../media/image337.png"/><Relationship Id="rId246" Type="http://schemas.openxmlformats.org/officeDocument/2006/relationships/customXml" Target="../ink/ink345.xml"/><Relationship Id="rId267" Type="http://schemas.openxmlformats.org/officeDocument/2006/relationships/image" Target="../media/image358.png"/><Relationship Id="rId288" Type="http://schemas.openxmlformats.org/officeDocument/2006/relationships/customXml" Target="../ink/ink366.xml"/><Relationship Id="rId106" Type="http://schemas.openxmlformats.org/officeDocument/2006/relationships/image" Target="../media/image278.png"/><Relationship Id="rId127" Type="http://schemas.openxmlformats.org/officeDocument/2006/relationships/customXml" Target="../ink/ink285.xml"/><Relationship Id="rId313" Type="http://schemas.openxmlformats.org/officeDocument/2006/relationships/image" Target="../media/image381.png"/><Relationship Id="rId10" Type="http://schemas.openxmlformats.org/officeDocument/2006/relationships/image" Target="../media/image230.png"/><Relationship Id="rId31" Type="http://schemas.openxmlformats.org/officeDocument/2006/relationships/customXml" Target="../ink/ink237.xml"/><Relationship Id="rId52" Type="http://schemas.openxmlformats.org/officeDocument/2006/relationships/image" Target="../media/image251.png"/><Relationship Id="rId73" Type="http://schemas.openxmlformats.org/officeDocument/2006/relationships/customXml" Target="../ink/ink258.xml"/><Relationship Id="rId94" Type="http://schemas.openxmlformats.org/officeDocument/2006/relationships/image" Target="../media/image272.png"/><Relationship Id="rId148" Type="http://schemas.openxmlformats.org/officeDocument/2006/relationships/image" Target="../media/image299.png"/><Relationship Id="rId169" Type="http://schemas.openxmlformats.org/officeDocument/2006/relationships/image" Target="../media/image309.png"/><Relationship Id="rId4" Type="http://schemas.openxmlformats.org/officeDocument/2006/relationships/image" Target="../media/image227.png"/><Relationship Id="rId180" Type="http://schemas.openxmlformats.org/officeDocument/2006/relationships/customXml" Target="../ink/ink312.xml"/><Relationship Id="rId215" Type="http://schemas.openxmlformats.org/officeDocument/2006/relationships/image" Target="../media/image332.png"/><Relationship Id="rId236" Type="http://schemas.openxmlformats.org/officeDocument/2006/relationships/customXml" Target="../ink/ink340.xml"/><Relationship Id="rId257" Type="http://schemas.openxmlformats.org/officeDocument/2006/relationships/image" Target="../media/image353.png"/><Relationship Id="rId278" Type="http://schemas.openxmlformats.org/officeDocument/2006/relationships/customXml" Target="../ink/ink361.xml"/><Relationship Id="rId303" Type="http://schemas.openxmlformats.org/officeDocument/2006/relationships/image" Target="../media/image376.png"/><Relationship Id="rId42" Type="http://schemas.openxmlformats.org/officeDocument/2006/relationships/image" Target="../media/image246.png"/><Relationship Id="rId84" Type="http://schemas.openxmlformats.org/officeDocument/2006/relationships/image" Target="../media/image267.png"/><Relationship Id="rId138" Type="http://schemas.openxmlformats.org/officeDocument/2006/relationships/image" Target="../media/image294.png"/><Relationship Id="rId191" Type="http://schemas.openxmlformats.org/officeDocument/2006/relationships/image" Target="../media/image320.png"/><Relationship Id="rId205" Type="http://schemas.openxmlformats.org/officeDocument/2006/relationships/image" Target="../media/image327.png"/><Relationship Id="rId247" Type="http://schemas.openxmlformats.org/officeDocument/2006/relationships/image" Target="../media/image348.png"/><Relationship Id="rId107" Type="http://schemas.openxmlformats.org/officeDocument/2006/relationships/customXml" Target="../ink/ink275.xml"/><Relationship Id="rId289" Type="http://schemas.openxmlformats.org/officeDocument/2006/relationships/image" Target="../media/image369.png"/><Relationship Id="rId11" Type="http://schemas.openxmlformats.org/officeDocument/2006/relationships/customXml" Target="../ink/ink227.xml"/><Relationship Id="rId53" Type="http://schemas.openxmlformats.org/officeDocument/2006/relationships/customXml" Target="../ink/ink248.xml"/><Relationship Id="rId149" Type="http://schemas.openxmlformats.org/officeDocument/2006/relationships/customXml" Target="../ink/ink296.xml"/><Relationship Id="rId314" Type="http://schemas.openxmlformats.org/officeDocument/2006/relationships/customXml" Target="../ink/ink379.xml"/><Relationship Id="rId95" Type="http://schemas.openxmlformats.org/officeDocument/2006/relationships/customXml" Target="../ink/ink269.xml"/><Relationship Id="rId160" Type="http://schemas.openxmlformats.org/officeDocument/2006/relationships/image" Target="../media/image305.png"/><Relationship Id="rId216" Type="http://schemas.openxmlformats.org/officeDocument/2006/relationships/customXml" Target="../ink/ink330.xml"/><Relationship Id="rId258" Type="http://schemas.openxmlformats.org/officeDocument/2006/relationships/customXml" Target="../ink/ink351.xml"/><Relationship Id="rId22" Type="http://schemas.openxmlformats.org/officeDocument/2006/relationships/image" Target="../media/image236.png"/><Relationship Id="rId64" Type="http://schemas.openxmlformats.org/officeDocument/2006/relationships/image" Target="../media/image257.png"/><Relationship Id="rId118" Type="http://schemas.openxmlformats.org/officeDocument/2006/relationships/image" Target="../media/image284.png"/><Relationship Id="rId325" Type="http://schemas.openxmlformats.org/officeDocument/2006/relationships/image" Target="../media/image387.png"/><Relationship Id="rId171" Type="http://schemas.openxmlformats.org/officeDocument/2006/relationships/image" Target="../media/image310.png"/><Relationship Id="rId227" Type="http://schemas.openxmlformats.org/officeDocument/2006/relationships/image" Target="../media/image338.png"/><Relationship Id="rId269" Type="http://schemas.openxmlformats.org/officeDocument/2006/relationships/image" Target="../media/image359.png"/><Relationship Id="rId33" Type="http://schemas.openxmlformats.org/officeDocument/2006/relationships/customXml" Target="../ink/ink238.xml"/><Relationship Id="rId129" Type="http://schemas.openxmlformats.org/officeDocument/2006/relationships/customXml" Target="../ink/ink286.xml"/><Relationship Id="rId280" Type="http://schemas.openxmlformats.org/officeDocument/2006/relationships/customXml" Target="../ink/ink362.xml"/><Relationship Id="rId75" Type="http://schemas.openxmlformats.org/officeDocument/2006/relationships/customXml" Target="../ink/ink259.xml"/><Relationship Id="rId140" Type="http://schemas.openxmlformats.org/officeDocument/2006/relationships/image" Target="../media/image295.png"/><Relationship Id="rId182" Type="http://schemas.openxmlformats.org/officeDocument/2006/relationships/customXml" Target="../ink/ink313.xml"/><Relationship Id="rId6" Type="http://schemas.openxmlformats.org/officeDocument/2006/relationships/image" Target="../media/image228.png"/><Relationship Id="rId238" Type="http://schemas.openxmlformats.org/officeDocument/2006/relationships/customXml" Target="../ink/ink341.xml"/><Relationship Id="rId291" Type="http://schemas.openxmlformats.org/officeDocument/2006/relationships/image" Target="../media/image370.png"/><Relationship Id="rId305" Type="http://schemas.openxmlformats.org/officeDocument/2006/relationships/image" Target="../media/image377.png"/><Relationship Id="rId44" Type="http://schemas.openxmlformats.org/officeDocument/2006/relationships/image" Target="../media/image247.png"/><Relationship Id="rId86" Type="http://schemas.openxmlformats.org/officeDocument/2006/relationships/image" Target="../media/image268.png"/><Relationship Id="rId151" Type="http://schemas.openxmlformats.org/officeDocument/2006/relationships/customXml" Target="../ink/ink297.xml"/><Relationship Id="rId193" Type="http://schemas.openxmlformats.org/officeDocument/2006/relationships/image" Target="../media/image321.png"/><Relationship Id="rId207" Type="http://schemas.openxmlformats.org/officeDocument/2006/relationships/image" Target="../media/image328.png"/><Relationship Id="rId249" Type="http://schemas.openxmlformats.org/officeDocument/2006/relationships/image" Target="../media/image349.png"/><Relationship Id="rId13" Type="http://schemas.openxmlformats.org/officeDocument/2006/relationships/customXml" Target="../ink/ink228.xml"/><Relationship Id="rId109" Type="http://schemas.openxmlformats.org/officeDocument/2006/relationships/customXml" Target="../ink/ink276.xml"/><Relationship Id="rId260" Type="http://schemas.openxmlformats.org/officeDocument/2006/relationships/customXml" Target="../ink/ink352.xml"/><Relationship Id="rId316" Type="http://schemas.openxmlformats.org/officeDocument/2006/relationships/customXml" Target="../ink/ink380.xml"/><Relationship Id="rId55" Type="http://schemas.openxmlformats.org/officeDocument/2006/relationships/customXml" Target="../ink/ink249.xml"/><Relationship Id="rId97" Type="http://schemas.openxmlformats.org/officeDocument/2006/relationships/customXml" Target="../ink/ink270.xml"/><Relationship Id="rId120" Type="http://schemas.openxmlformats.org/officeDocument/2006/relationships/image" Target="../media/image285.png"/><Relationship Id="rId162" Type="http://schemas.openxmlformats.org/officeDocument/2006/relationships/image" Target="../media/image306.png"/><Relationship Id="rId218" Type="http://schemas.openxmlformats.org/officeDocument/2006/relationships/customXml" Target="../ink/ink33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4.png"/><Relationship Id="rId13" Type="http://schemas.openxmlformats.org/officeDocument/2006/relationships/customXml" Target="../ink/ink393.xml"/><Relationship Id="rId18" Type="http://schemas.openxmlformats.org/officeDocument/2006/relationships/image" Target="../media/image399.png"/><Relationship Id="rId26" Type="http://schemas.openxmlformats.org/officeDocument/2006/relationships/image" Target="../media/image403.png"/><Relationship Id="rId3" Type="http://schemas.openxmlformats.org/officeDocument/2006/relationships/customXml" Target="../ink/ink388.xml"/><Relationship Id="rId21" Type="http://schemas.openxmlformats.org/officeDocument/2006/relationships/customXml" Target="../ink/ink397.xml"/><Relationship Id="rId7" Type="http://schemas.openxmlformats.org/officeDocument/2006/relationships/customXml" Target="../ink/ink390.xml"/><Relationship Id="rId12" Type="http://schemas.openxmlformats.org/officeDocument/2006/relationships/image" Target="../media/image396.png"/><Relationship Id="rId17" Type="http://schemas.openxmlformats.org/officeDocument/2006/relationships/customXml" Target="../ink/ink395.xml"/><Relationship Id="rId25" Type="http://schemas.openxmlformats.org/officeDocument/2006/relationships/customXml" Target="../ink/ink399.xml"/><Relationship Id="rId2" Type="http://schemas.openxmlformats.org/officeDocument/2006/relationships/image" Target="../media/image391.png"/><Relationship Id="rId16" Type="http://schemas.openxmlformats.org/officeDocument/2006/relationships/image" Target="../media/image398.png"/><Relationship Id="rId20" Type="http://schemas.openxmlformats.org/officeDocument/2006/relationships/image" Target="../media/image400.png"/><Relationship Id="rId29" Type="http://schemas.openxmlformats.org/officeDocument/2006/relationships/customXml" Target="../ink/ink40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3.png"/><Relationship Id="rId11" Type="http://schemas.openxmlformats.org/officeDocument/2006/relationships/customXml" Target="../ink/ink392.xml"/><Relationship Id="rId24" Type="http://schemas.openxmlformats.org/officeDocument/2006/relationships/image" Target="../media/image402.png"/><Relationship Id="rId32" Type="http://schemas.openxmlformats.org/officeDocument/2006/relationships/image" Target="../media/image406.png"/><Relationship Id="rId5" Type="http://schemas.openxmlformats.org/officeDocument/2006/relationships/customXml" Target="../ink/ink389.xml"/><Relationship Id="rId15" Type="http://schemas.openxmlformats.org/officeDocument/2006/relationships/customXml" Target="../ink/ink394.xml"/><Relationship Id="rId23" Type="http://schemas.openxmlformats.org/officeDocument/2006/relationships/customXml" Target="../ink/ink398.xml"/><Relationship Id="rId28" Type="http://schemas.openxmlformats.org/officeDocument/2006/relationships/image" Target="../media/image404.png"/><Relationship Id="rId10" Type="http://schemas.openxmlformats.org/officeDocument/2006/relationships/image" Target="../media/image395.png"/><Relationship Id="rId19" Type="http://schemas.openxmlformats.org/officeDocument/2006/relationships/customXml" Target="../ink/ink396.xml"/><Relationship Id="rId31" Type="http://schemas.openxmlformats.org/officeDocument/2006/relationships/customXml" Target="../ink/ink402.xml"/><Relationship Id="rId4" Type="http://schemas.openxmlformats.org/officeDocument/2006/relationships/image" Target="../media/image392.png"/><Relationship Id="rId9" Type="http://schemas.openxmlformats.org/officeDocument/2006/relationships/customXml" Target="../ink/ink391.xml"/><Relationship Id="rId14" Type="http://schemas.openxmlformats.org/officeDocument/2006/relationships/image" Target="../media/image397.png"/><Relationship Id="rId22" Type="http://schemas.openxmlformats.org/officeDocument/2006/relationships/image" Target="../media/image401.png"/><Relationship Id="rId27" Type="http://schemas.openxmlformats.org/officeDocument/2006/relationships/customXml" Target="../ink/ink400.xml"/><Relationship Id="rId30" Type="http://schemas.openxmlformats.org/officeDocument/2006/relationships/image" Target="../media/image40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3.xml"/><Relationship Id="rId2" Type="http://schemas.openxmlformats.org/officeDocument/2006/relationships/image" Target="../media/image4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9.png"/><Relationship Id="rId5" Type="http://schemas.openxmlformats.org/officeDocument/2006/relationships/customXml" Target="../ink/ink404.xml"/><Relationship Id="rId4" Type="http://schemas.openxmlformats.org/officeDocument/2006/relationships/image" Target="../media/image408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67.png"/><Relationship Id="rId21" Type="http://schemas.openxmlformats.org/officeDocument/2006/relationships/customXml" Target="../ink/ink414.xml"/><Relationship Id="rId42" Type="http://schemas.openxmlformats.org/officeDocument/2006/relationships/image" Target="../media/image430.png"/><Relationship Id="rId63" Type="http://schemas.openxmlformats.org/officeDocument/2006/relationships/image" Target="../media/image441.png"/><Relationship Id="rId84" Type="http://schemas.openxmlformats.org/officeDocument/2006/relationships/customXml" Target="../ink/ink445.xml"/><Relationship Id="rId138" Type="http://schemas.openxmlformats.org/officeDocument/2006/relationships/customXml" Target="../ink/ink473.xml"/><Relationship Id="rId159" Type="http://schemas.openxmlformats.org/officeDocument/2006/relationships/image" Target="../media/image488.png"/><Relationship Id="rId170" Type="http://schemas.openxmlformats.org/officeDocument/2006/relationships/customXml" Target="../ink/ink489.xml"/><Relationship Id="rId191" Type="http://schemas.openxmlformats.org/officeDocument/2006/relationships/image" Target="../media/image504.png"/><Relationship Id="rId205" Type="http://schemas.openxmlformats.org/officeDocument/2006/relationships/image" Target="../media/image511.png"/><Relationship Id="rId226" Type="http://schemas.openxmlformats.org/officeDocument/2006/relationships/customXml" Target="../ink/ink517.xml"/><Relationship Id="rId107" Type="http://schemas.openxmlformats.org/officeDocument/2006/relationships/image" Target="../media/image462.png"/><Relationship Id="rId11" Type="http://schemas.openxmlformats.org/officeDocument/2006/relationships/customXml" Target="../ink/ink409.xml"/><Relationship Id="rId32" Type="http://schemas.openxmlformats.org/officeDocument/2006/relationships/image" Target="../media/image425.png"/><Relationship Id="rId53" Type="http://schemas.openxmlformats.org/officeDocument/2006/relationships/customXml" Target="../ink/ink430.xml"/><Relationship Id="rId74" Type="http://schemas.openxmlformats.org/officeDocument/2006/relationships/customXml" Target="../ink/ink440.xml"/><Relationship Id="rId128" Type="http://schemas.openxmlformats.org/officeDocument/2006/relationships/customXml" Target="../ink/ink468.xml"/><Relationship Id="rId149" Type="http://schemas.openxmlformats.org/officeDocument/2006/relationships/image" Target="../media/image483.png"/><Relationship Id="rId5" Type="http://schemas.openxmlformats.org/officeDocument/2006/relationships/customXml" Target="../ink/ink406.xml"/><Relationship Id="rId95" Type="http://schemas.openxmlformats.org/officeDocument/2006/relationships/image" Target="../media/image456.png"/><Relationship Id="rId160" Type="http://schemas.openxmlformats.org/officeDocument/2006/relationships/customXml" Target="../ink/ink484.xml"/><Relationship Id="rId181" Type="http://schemas.openxmlformats.org/officeDocument/2006/relationships/image" Target="../media/image499.png"/><Relationship Id="rId216" Type="http://schemas.openxmlformats.org/officeDocument/2006/relationships/customXml" Target="../ink/ink512.xml"/><Relationship Id="rId237" Type="http://schemas.openxmlformats.org/officeDocument/2006/relationships/image" Target="../media/image527.png"/><Relationship Id="rId22" Type="http://schemas.openxmlformats.org/officeDocument/2006/relationships/image" Target="../media/image420.png"/><Relationship Id="rId43" Type="http://schemas.openxmlformats.org/officeDocument/2006/relationships/customXml" Target="../ink/ink425.xml"/><Relationship Id="rId64" Type="http://schemas.openxmlformats.org/officeDocument/2006/relationships/customXml" Target="../ink/ink435.xml"/><Relationship Id="rId118" Type="http://schemas.openxmlformats.org/officeDocument/2006/relationships/customXml" Target="../ink/ink463.xml"/><Relationship Id="rId139" Type="http://schemas.openxmlformats.org/officeDocument/2006/relationships/image" Target="../media/image478.png"/><Relationship Id="rId85" Type="http://schemas.openxmlformats.org/officeDocument/2006/relationships/image" Target="../media/image452.png"/><Relationship Id="rId150" Type="http://schemas.openxmlformats.org/officeDocument/2006/relationships/customXml" Target="../ink/ink479.xml"/><Relationship Id="rId171" Type="http://schemas.openxmlformats.org/officeDocument/2006/relationships/image" Target="../media/image494.png"/><Relationship Id="rId192" Type="http://schemas.openxmlformats.org/officeDocument/2006/relationships/customXml" Target="../ink/ink500.xml"/><Relationship Id="rId206" Type="http://schemas.openxmlformats.org/officeDocument/2006/relationships/customXml" Target="../ink/ink507.xml"/><Relationship Id="rId227" Type="http://schemas.openxmlformats.org/officeDocument/2006/relationships/image" Target="../media/image522.png"/><Relationship Id="rId12" Type="http://schemas.openxmlformats.org/officeDocument/2006/relationships/image" Target="../media/image415.png"/><Relationship Id="rId33" Type="http://schemas.openxmlformats.org/officeDocument/2006/relationships/customXml" Target="../ink/ink420.xml"/><Relationship Id="rId108" Type="http://schemas.openxmlformats.org/officeDocument/2006/relationships/customXml" Target="../ink/ink458.xml"/><Relationship Id="rId129" Type="http://schemas.openxmlformats.org/officeDocument/2006/relationships/image" Target="../media/image473.png"/><Relationship Id="rId54" Type="http://schemas.openxmlformats.org/officeDocument/2006/relationships/image" Target="../media/image436.png"/><Relationship Id="rId75" Type="http://schemas.openxmlformats.org/officeDocument/2006/relationships/image" Target="../media/image447.png"/><Relationship Id="rId96" Type="http://schemas.openxmlformats.org/officeDocument/2006/relationships/customXml" Target="../ink/ink452.xml"/><Relationship Id="rId140" Type="http://schemas.openxmlformats.org/officeDocument/2006/relationships/customXml" Target="../ink/ink474.xml"/><Relationship Id="rId161" Type="http://schemas.openxmlformats.org/officeDocument/2006/relationships/image" Target="../media/image489.png"/><Relationship Id="rId182" Type="http://schemas.openxmlformats.org/officeDocument/2006/relationships/customXml" Target="../ink/ink495.xml"/><Relationship Id="rId217" Type="http://schemas.openxmlformats.org/officeDocument/2006/relationships/image" Target="../media/image517.png"/><Relationship Id="rId6" Type="http://schemas.openxmlformats.org/officeDocument/2006/relationships/image" Target="../media/image412.png"/><Relationship Id="rId238" Type="http://schemas.openxmlformats.org/officeDocument/2006/relationships/customXml" Target="../ink/ink523.xml"/><Relationship Id="rId23" Type="http://schemas.openxmlformats.org/officeDocument/2006/relationships/customXml" Target="../ink/ink415.xml"/><Relationship Id="rId119" Type="http://schemas.openxmlformats.org/officeDocument/2006/relationships/image" Target="../media/image468.png"/><Relationship Id="rId44" Type="http://schemas.openxmlformats.org/officeDocument/2006/relationships/image" Target="../media/image431.png"/><Relationship Id="rId65" Type="http://schemas.openxmlformats.org/officeDocument/2006/relationships/image" Target="../media/image442.png"/><Relationship Id="rId86" Type="http://schemas.openxmlformats.org/officeDocument/2006/relationships/customXml" Target="../ink/ink446.xml"/><Relationship Id="rId130" Type="http://schemas.openxmlformats.org/officeDocument/2006/relationships/customXml" Target="../ink/ink469.xml"/><Relationship Id="rId151" Type="http://schemas.openxmlformats.org/officeDocument/2006/relationships/image" Target="../media/image484.png"/><Relationship Id="rId172" Type="http://schemas.openxmlformats.org/officeDocument/2006/relationships/customXml" Target="../ink/ink490.xml"/><Relationship Id="rId193" Type="http://schemas.openxmlformats.org/officeDocument/2006/relationships/image" Target="../media/image505.png"/><Relationship Id="rId207" Type="http://schemas.openxmlformats.org/officeDocument/2006/relationships/image" Target="../media/image512.png"/><Relationship Id="rId228" Type="http://schemas.openxmlformats.org/officeDocument/2006/relationships/customXml" Target="../ink/ink518.xml"/><Relationship Id="rId13" Type="http://schemas.openxmlformats.org/officeDocument/2006/relationships/customXml" Target="../ink/ink410.xml"/><Relationship Id="rId109" Type="http://schemas.openxmlformats.org/officeDocument/2006/relationships/image" Target="../media/image463.png"/><Relationship Id="rId34" Type="http://schemas.openxmlformats.org/officeDocument/2006/relationships/image" Target="../media/image426.png"/><Relationship Id="rId55" Type="http://schemas.openxmlformats.org/officeDocument/2006/relationships/customXml" Target="../ink/ink431.xml"/><Relationship Id="rId76" Type="http://schemas.openxmlformats.org/officeDocument/2006/relationships/customXml" Target="../ink/ink441.xml"/><Relationship Id="rId97" Type="http://schemas.openxmlformats.org/officeDocument/2006/relationships/image" Target="../media/image457.png"/><Relationship Id="rId120" Type="http://schemas.openxmlformats.org/officeDocument/2006/relationships/customXml" Target="../ink/ink464.xml"/><Relationship Id="rId141" Type="http://schemas.openxmlformats.org/officeDocument/2006/relationships/image" Target="../media/image479.png"/><Relationship Id="rId7" Type="http://schemas.openxmlformats.org/officeDocument/2006/relationships/customXml" Target="../ink/ink407.xml"/><Relationship Id="rId162" Type="http://schemas.openxmlformats.org/officeDocument/2006/relationships/customXml" Target="../ink/ink485.xml"/><Relationship Id="rId183" Type="http://schemas.openxmlformats.org/officeDocument/2006/relationships/image" Target="../media/image500.png"/><Relationship Id="rId218" Type="http://schemas.openxmlformats.org/officeDocument/2006/relationships/customXml" Target="../ink/ink513.xml"/><Relationship Id="rId239" Type="http://schemas.openxmlformats.org/officeDocument/2006/relationships/image" Target="../media/image528.png"/><Relationship Id="rId24" Type="http://schemas.openxmlformats.org/officeDocument/2006/relationships/image" Target="../media/image421.png"/><Relationship Id="rId45" Type="http://schemas.openxmlformats.org/officeDocument/2006/relationships/customXml" Target="../ink/ink426.xml"/><Relationship Id="rId66" Type="http://schemas.openxmlformats.org/officeDocument/2006/relationships/customXml" Target="../ink/ink436.xml"/><Relationship Id="rId87" Type="http://schemas.openxmlformats.org/officeDocument/2006/relationships/image" Target="../media/image453.png"/><Relationship Id="rId110" Type="http://schemas.openxmlformats.org/officeDocument/2006/relationships/customXml" Target="../ink/ink459.xml"/><Relationship Id="rId131" Type="http://schemas.openxmlformats.org/officeDocument/2006/relationships/image" Target="../media/image474.png"/><Relationship Id="rId152" Type="http://schemas.openxmlformats.org/officeDocument/2006/relationships/customXml" Target="../ink/ink480.xml"/><Relationship Id="rId173" Type="http://schemas.openxmlformats.org/officeDocument/2006/relationships/image" Target="../media/image495.png"/><Relationship Id="rId194" Type="http://schemas.openxmlformats.org/officeDocument/2006/relationships/customXml" Target="../ink/ink501.xml"/><Relationship Id="rId208" Type="http://schemas.openxmlformats.org/officeDocument/2006/relationships/customXml" Target="../ink/ink508.xml"/><Relationship Id="rId229" Type="http://schemas.openxmlformats.org/officeDocument/2006/relationships/image" Target="../media/image523.png"/><Relationship Id="rId240" Type="http://schemas.openxmlformats.org/officeDocument/2006/relationships/customXml" Target="../ink/ink524.xml"/><Relationship Id="rId14" Type="http://schemas.openxmlformats.org/officeDocument/2006/relationships/image" Target="../media/image416.png"/><Relationship Id="rId35" Type="http://schemas.openxmlformats.org/officeDocument/2006/relationships/customXml" Target="../ink/ink421.xml"/><Relationship Id="rId56" Type="http://schemas.openxmlformats.org/officeDocument/2006/relationships/image" Target="../media/image437.png"/><Relationship Id="rId77" Type="http://schemas.openxmlformats.org/officeDocument/2006/relationships/image" Target="../media/image448.png"/><Relationship Id="rId100" Type="http://schemas.openxmlformats.org/officeDocument/2006/relationships/customXml" Target="../ink/ink454.xml"/><Relationship Id="rId8" Type="http://schemas.openxmlformats.org/officeDocument/2006/relationships/image" Target="../media/image413.png"/><Relationship Id="rId98" Type="http://schemas.openxmlformats.org/officeDocument/2006/relationships/customXml" Target="../ink/ink453.xml"/><Relationship Id="rId121" Type="http://schemas.openxmlformats.org/officeDocument/2006/relationships/image" Target="../media/image469.png"/><Relationship Id="rId142" Type="http://schemas.openxmlformats.org/officeDocument/2006/relationships/customXml" Target="../ink/ink475.xml"/><Relationship Id="rId163" Type="http://schemas.openxmlformats.org/officeDocument/2006/relationships/image" Target="../media/image490.png"/><Relationship Id="rId184" Type="http://schemas.openxmlformats.org/officeDocument/2006/relationships/customXml" Target="../ink/ink496.xml"/><Relationship Id="rId219" Type="http://schemas.openxmlformats.org/officeDocument/2006/relationships/image" Target="../media/image518.png"/><Relationship Id="rId230" Type="http://schemas.openxmlformats.org/officeDocument/2006/relationships/customXml" Target="../ink/ink519.xml"/><Relationship Id="rId25" Type="http://schemas.openxmlformats.org/officeDocument/2006/relationships/customXml" Target="../ink/ink416.xml"/><Relationship Id="rId46" Type="http://schemas.openxmlformats.org/officeDocument/2006/relationships/image" Target="../media/image432.png"/><Relationship Id="rId67" Type="http://schemas.openxmlformats.org/officeDocument/2006/relationships/image" Target="../media/image443.png"/><Relationship Id="rId88" Type="http://schemas.openxmlformats.org/officeDocument/2006/relationships/customXml" Target="../ink/ink447.xml"/><Relationship Id="rId111" Type="http://schemas.openxmlformats.org/officeDocument/2006/relationships/image" Target="../media/image464.png"/><Relationship Id="rId132" Type="http://schemas.openxmlformats.org/officeDocument/2006/relationships/customXml" Target="../ink/ink470.xml"/><Relationship Id="rId153" Type="http://schemas.openxmlformats.org/officeDocument/2006/relationships/image" Target="../media/image485.png"/><Relationship Id="rId174" Type="http://schemas.openxmlformats.org/officeDocument/2006/relationships/customXml" Target="../ink/ink491.xml"/><Relationship Id="rId195" Type="http://schemas.openxmlformats.org/officeDocument/2006/relationships/image" Target="../media/image506.png"/><Relationship Id="rId209" Type="http://schemas.openxmlformats.org/officeDocument/2006/relationships/image" Target="../media/image513.png"/><Relationship Id="rId220" Type="http://schemas.openxmlformats.org/officeDocument/2006/relationships/customXml" Target="../ink/ink514.xml"/><Relationship Id="rId241" Type="http://schemas.openxmlformats.org/officeDocument/2006/relationships/image" Target="../media/image529.png"/><Relationship Id="rId15" Type="http://schemas.openxmlformats.org/officeDocument/2006/relationships/customXml" Target="../ink/ink411.xml"/><Relationship Id="rId36" Type="http://schemas.openxmlformats.org/officeDocument/2006/relationships/image" Target="../media/image427.png"/><Relationship Id="rId57" Type="http://schemas.openxmlformats.org/officeDocument/2006/relationships/customXml" Target="../ink/ink432.xml"/><Relationship Id="rId106" Type="http://schemas.openxmlformats.org/officeDocument/2006/relationships/customXml" Target="../ink/ink457.xml"/><Relationship Id="rId127" Type="http://schemas.openxmlformats.org/officeDocument/2006/relationships/image" Target="../media/image472.png"/><Relationship Id="rId10" Type="http://schemas.openxmlformats.org/officeDocument/2006/relationships/image" Target="../media/image414.png"/><Relationship Id="rId31" Type="http://schemas.openxmlformats.org/officeDocument/2006/relationships/customXml" Target="../ink/ink419.xml"/><Relationship Id="rId52" Type="http://schemas.openxmlformats.org/officeDocument/2006/relationships/image" Target="../media/image435.png"/><Relationship Id="rId73" Type="http://schemas.openxmlformats.org/officeDocument/2006/relationships/image" Target="../media/image446.png"/><Relationship Id="rId78" Type="http://schemas.openxmlformats.org/officeDocument/2006/relationships/customXml" Target="../ink/ink442.xml"/><Relationship Id="rId94" Type="http://schemas.openxmlformats.org/officeDocument/2006/relationships/customXml" Target="../ink/ink451.xml"/><Relationship Id="rId99" Type="http://schemas.openxmlformats.org/officeDocument/2006/relationships/image" Target="../media/image458.png"/><Relationship Id="rId101" Type="http://schemas.openxmlformats.org/officeDocument/2006/relationships/image" Target="../media/image459.png"/><Relationship Id="rId122" Type="http://schemas.openxmlformats.org/officeDocument/2006/relationships/customXml" Target="../ink/ink465.xml"/><Relationship Id="rId143" Type="http://schemas.openxmlformats.org/officeDocument/2006/relationships/image" Target="../media/image480.png"/><Relationship Id="rId148" Type="http://schemas.openxmlformats.org/officeDocument/2006/relationships/customXml" Target="../ink/ink478.xml"/><Relationship Id="rId164" Type="http://schemas.openxmlformats.org/officeDocument/2006/relationships/customXml" Target="../ink/ink486.xml"/><Relationship Id="rId169" Type="http://schemas.openxmlformats.org/officeDocument/2006/relationships/image" Target="../media/image493.png"/><Relationship Id="rId185" Type="http://schemas.openxmlformats.org/officeDocument/2006/relationships/image" Target="../media/image501.png"/><Relationship Id="rId4" Type="http://schemas.openxmlformats.org/officeDocument/2006/relationships/image" Target="../media/image411.png"/><Relationship Id="rId9" Type="http://schemas.openxmlformats.org/officeDocument/2006/relationships/customXml" Target="../ink/ink408.xml"/><Relationship Id="rId180" Type="http://schemas.openxmlformats.org/officeDocument/2006/relationships/customXml" Target="../ink/ink494.xml"/><Relationship Id="rId210" Type="http://schemas.openxmlformats.org/officeDocument/2006/relationships/customXml" Target="../ink/ink509.xml"/><Relationship Id="rId215" Type="http://schemas.openxmlformats.org/officeDocument/2006/relationships/image" Target="../media/image516.png"/><Relationship Id="rId236" Type="http://schemas.openxmlformats.org/officeDocument/2006/relationships/customXml" Target="../ink/ink522.xml"/><Relationship Id="rId26" Type="http://schemas.openxmlformats.org/officeDocument/2006/relationships/image" Target="../media/image422.png"/><Relationship Id="rId231" Type="http://schemas.openxmlformats.org/officeDocument/2006/relationships/image" Target="../media/image524.png"/><Relationship Id="rId47" Type="http://schemas.openxmlformats.org/officeDocument/2006/relationships/customXml" Target="../ink/ink427.xml"/><Relationship Id="rId68" Type="http://schemas.openxmlformats.org/officeDocument/2006/relationships/customXml" Target="../ink/ink437.xml"/><Relationship Id="rId89" Type="http://schemas.openxmlformats.org/officeDocument/2006/relationships/image" Target="../media/image454.png"/><Relationship Id="rId112" Type="http://schemas.openxmlformats.org/officeDocument/2006/relationships/customXml" Target="../ink/ink460.xml"/><Relationship Id="rId133" Type="http://schemas.openxmlformats.org/officeDocument/2006/relationships/image" Target="../media/image475.png"/><Relationship Id="rId154" Type="http://schemas.openxmlformats.org/officeDocument/2006/relationships/customXml" Target="../ink/ink481.xml"/><Relationship Id="rId175" Type="http://schemas.openxmlformats.org/officeDocument/2006/relationships/image" Target="../media/image496.png"/><Relationship Id="rId196" Type="http://schemas.openxmlformats.org/officeDocument/2006/relationships/customXml" Target="../ink/ink502.xml"/><Relationship Id="rId200" Type="http://schemas.openxmlformats.org/officeDocument/2006/relationships/customXml" Target="../ink/ink504.xml"/><Relationship Id="rId16" Type="http://schemas.openxmlformats.org/officeDocument/2006/relationships/image" Target="../media/image417.png"/><Relationship Id="rId221" Type="http://schemas.openxmlformats.org/officeDocument/2006/relationships/image" Target="../media/image519.png"/><Relationship Id="rId242" Type="http://schemas.openxmlformats.org/officeDocument/2006/relationships/customXml" Target="../ink/ink525.xml"/><Relationship Id="rId37" Type="http://schemas.openxmlformats.org/officeDocument/2006/relationships/customXml" Target="../ink/ink422.xml"/><Relationship Id="rId58" Type="http://schemas.openxmlformats.org/officeDocument/2006/relationships/image" Target="../media/image438.png"/><Relationship Id="rId79" Type="http://schemas.openxmlformats.org/officeDocument/2006/relationships/image" Target="../media/image449.png"/><Relationship Id="rId102" Type="http://schemas.openxmlformats.org/officeDocument/2006/relationships/customXml" Target="../ink/ink455.xml"/><Relationship Id="rId123" Type="http://schemas.openxmlformats.org/officeDocument/2006/relationships/image" Target="../media/image470.png"/><Relationship Id="rId144" Type="http://schemas.openxmlformats.org/officeDocument/2006/relationships/customXml" Target="../ink/ink476.xml"/><Relationship Id="rId90" Type="http://schemas.openxmlformats.org/officeDocument/2006/relationships/customXml" Target="../ink/ink448.xml"/><Relationship Id="rId165" Type="http://schemas.openxmlformats.org/officeDocument/2006/relationships/image" Target="../media/image491.png"/><Relationship Id="rId186" Type="http://schemas.openxmlformats.org/officeDocument/2006/relationships/customXml" Target="../ink/ink497.xml"/><Relationship Id="rId211" Type="http://schemas.openxmlformats.org/officeDocument/2006/relationships/image" Target="../media/image514.png"/><Relationship Id="rId232" Type="http://schemas.openxmlformats.org/officeDocument/2006/relationships/customXml" Target="../ink/ink520.xml"/><Relationship Id="rId27" Type="http://schemas.openxmlformats.org/officeDocument/2006/relationships/customXml" Target="../ink/ink417.xml"/><Relationship Id="rId48" Type="http://schemas.openxmlformats.org/officeDocument/2006/relationships/image" Target="../media/image433.png"/><Relationship Id="rId69" Type="http://schemas.openxmlformats.org/officeDocument/2006/relationships/image" Target="../media/image444.png"/><Relationship Id="rId113" Type="http://schemas.openxmlformats.org/officeDocument/2006/relationships/image" Target="../media/image465.png"/><Relationship Id="rId134" Type="http://schemas.openxmlformats.org/officeDocument/2006/relationships/customXml" Target="../ink/ink471.xml"/><Relationship Id="rId80" Type="http://schemas.openxmlformats.org/officeDocument/2006/relationships/customXml" Target="../ink/ink443.xml"/><Relationship Id="rId155" Type="http://schemas.openxmlformats.org/officeDocument/2006/relationships/image" Target="../media/image486.png"/><Relationship Id="rId176" Type="http://schemas.openxmlformats.org/officeDocument/2006/relationships/customXml" Target="../ink/ink492.xml"/><Relationship Id="rId197" Type="http://schemas.openxmlformats.org/officeDocument/2006/relationships/image" Target="../media/image507.png"/><Relationship Id="rId201" Type="http://schemas.openxmlformats.org/officeDocument/2006/relationships/image" Target="../media/image509.png"/><Relationship Id="rId222" Type="http://schemas.openxmlformats.org/officeDocument/2006/relationships/customXml" Target="../ink/ink515.xml"/><Relationship Id="rId243" Type="http://schemas.openxmlformats.org/officeDocument/2006/relationships/image" Target="../media/image530.png"/><Relationship Id="rId17" Type="http://schemas.openxmlformats.org/officeDocument/2006/relationships/customXml" Target="../ink/ink412.xml"/><Relationship Id="rId38" Type="http://schemas.openxmlformats.org/officeDocument/2006/relationships/image" Target="../media/image428.png"/><Relationship Id="rId59" Type="http://schemas.openxmlformats.org/officeDocument/2006/relationships/customXml" Target="../ink/ink433.xml"/><Relationship Id="rId103" Type="http://schemas.openxmlformats.org/officeDocument/2006/relationships/image" Target="../media/image460.png"/><Relationship Id="rId124" Type="http://schemas.openxmlformats.org/officeDocument/2006/relationships/customXml" Target="../ink/ink466.xml"/><Relationship Id="rId70" Type="http://schemas.openxmlformats.org/officeDocument/2006/relationships/customXml" Target="../ink/ink438.xml"/><Relationship Id="rId91" Type="http://schemas.openxmlformats.org/officeDocument/2006/relationships/image" Target="../media/image455.png"/><Relationship Id="rId145" Type="http://schemas.openxmlformats.org/officeDocument/2006/relationships/image" Target="../media/image481.png"/><Relationship Id="rId166" Type="http://schemas.openxmlformats.org/officeDocument/2006/relationships/customXml" Target="../ink/ink487.xml"/><Relationship Id="rId187" Type="http://schemas.openxmlformats.org/officeDocument/2006/relationships/image" Target="../media/image502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510.xml"/><Relationship Id="rId233" Type="http://schemas.openxmlformats.org/officeDocument/2006/relationships/image" Target="../media/image525.png"/><Relationship Id="rId28" Type="http://schemas.openxmlformats.org/officeDocument/2006/relationships/image" Target="../media/image423.png"/><Relationship Id="rId49" Type="http://schemas.openxmlformats.org/officeDocument/2006/relationships/customXml" Target="../ink/ink428.xml"/><Relationship Id="rId114" Type="http://schemas.openxmlformats.org/officeDocument/2006/relationships/customXml" Target="../ink/ink461.xml"/><Relationship Id="rId60" Type="http://schemas.openxmlformats.org/officeDocument/2006/relationships/image" Target="../media/image439.png"/><Relationship Id="rId81" Type="http://schemas.openxmlformats.org/officeDocument/2006/relationships/image" Target="../media/image450.png"/><Relationship Id="rId135" Type="http://schemas.openxmlformats.org/officeDocument/2006/relationships/image" Target="../media/image476.png"/><Relationship Id="rId156" Type="http://schemas.openxmlformats.org/officeDocument/2006/relationships/customXml" Target="../ink/ink482.xml"/><Relationship Id="rId177" Type="http://schemas.openxmlformats.org/officeDocument/2006/relationships/image" Target="../media/image497.png"/><Relationship Id="rId198" Type="http://schemas.openxmlformats.org/officeDocument/2006/relationships/customXml" Target="../ink/ink503.xml"/><Relationship Id="rId202" Type="http://schemas.openxmlformats.org/officeDocument/2006/relationships/customXml" Target="../ink/ink505.xml"/><Relationship Id="rId223" Type="http://schemas.openxmlformats.org/officeDocument/2006/relationships/image" Target="../media/image520.png"/><Relationship Id="rId18" Type="http://schemas.openxmlformats.org/officeDocument/2006/relationships/image" Target="../media/image418.png"/><Relationship Id="rId39" Type="http://schemas.openxmlformats.org/officeDocument/2006/relationships/customXml" Target="../ink/ink423.xml"/><Relationship Id="rId50" Type="http://schemas.openxmlformats.org/officeDocument/2006/relationships/image" Target="../media/image434.png"/><Relationship Id="rId104" Type="http://schemas.openxmlformats.org/officeDocument/2006/relationships/customXml" Target="../ink/ink456.xml"/><Relationship Id="rId125" Type="http://schemas.openxmlformats.org/officeDocument/2006/relationships/image" Target="../media/image471.png"/><Relationship Id="rId146" Type="http://schemas.openxmlformats.org/officeDocument/2006/relationships/customXml" Target="../ink/ink477.xml"/><Relationship Id="rId167" Type="http://schemas.openxmlformats.org/officeDocument/2006/relationships/image" Target="../media/image492.png"/><Relationship Id="rId188" Type="http://schemas.openxmlformats.org/officeDocument/2006/relationships/customXml" Target="../ink/ink498.xml"/><Relationship Id="rId71" Type="http://schemas.openxmlformats.org/officeDocument/2006/relationships/image" Target="../media/image445.png"/><Relationship Id="rId92" Type="http://schemas.openxmlformats.org/officeDocument/2006/relationships/customXml" Target="../ink/ink449.xml"/><Relationship Id="rId213" Type="http://schemas.openxmlformats.org/officeDocument/2006/relationships/image" Target="../media/image515.png"/><Relationship Id="rId234" Type="http://schemas.openxmlformats.org/officeDocument/2006/relationships/customXml" Target="../ink/ink521.xml"/><Relationship Id="rId2" Type="http://schemas.openxmlformats.org/officeDocument/2006/relationships/image" Target="../media/image410.png"/><Relationship Id="rId29" Type="http://schemas.openxmlformats.org/officeDocument/2006/relationships/customXml" Target="../ink/ink418.xml"/><Relationship Id="rId40" Type="http://schemas.openxmlformats.org/officeDocument/2006/relationships/image" Target="../media/image429.png"/><Relationship Id="rId115" Type="http://schemas.openxmlformats.org/officeDocument/2006/relationships/image" Target="../media/image466.png"/><Relationship Id="rId136" Type="http://schemas.openxmlformats.org/officeDocument/2006/relationships/customXml" Target="../ink/ink472.xml"/><Relationship Id="rId157" Type="http://schemas.openxmlformats.org/officeDocument/2006/relationships/image" Target="../media/image487.png"/><Relationship Id="rId178" Type="http://schemas.openxmlformats.org/officeDocument/2006/relationships/customXml" Target="../ink/ink493.xml"/><Relationship Id="rId61" Type="http://schemas.openxmlformats.org/officeDocument/2006/relationships/image" Target="../media/image440.png"/><Relationship Id="rId82" Type="http://schemas.openxmlformats.org/officeDocument/2006/relationships/customXml" Target="../ink/ink444.xml"/><Relationship Id="rId199" Type="http://schemas.openxmlformats.org/officeDocument/2006/relationships/image" Target="../media/image508.png"/><Relationship Id="rId203" Type="http://schemas.openxmlformats.org/officeDocument/2006/relationships/image" Target="../media/image510.png"/><Relationship Id="rId19" Type="http://schemas.openxmlformats.org/officeDocument/2006/relationships/customXml" Target="../ink/ink413.xml"/><Relationship Id="rId224" Type="http://schemas.openxmlformats.org/officeDocument/2006/relationships/customXml" Target="../ink/ink516.xml"/><Relationship Id="rId30" Type="http://schemas.openxmlformats.org/officeDocument/2006/relationships/image" Target="../media/image424.png"/><Relationship Id="rId105" Type="http://schemas.openxmlformats.org/officeDocument/2006/relationships/image" Target="../media/image461.png"/><Relationship Id="rId126" Type="http://schemas.openxmlformats.org/officeDocument/2006/relationships/customXml" Target="../ink/ink467.xml"/><Relationship Id="rId147" Type="http://schemas.openxmlformats.org/officeDocument/2006/relationships/image" Target="../media/image482.png"/><Relationship Id="rId168" Type="http://schemas.openxmlformats.org/officeDocument/2006/relationships/customXml" Target="../ink/ink488.xml"/><Relationship Id="rId51" Type="http://schemas.openxmlformats.org/officeDocument/2006/relationships/customXml" Target="../ink/ink429.xml"/><Relationship Id="rId72" Type="http://schemas.openxmlformats.org/officeDocument/2006/relationships/customXml" Target="../ink/ink439.xml"/><Relationship Id="rId93" Type="http://schemas.openxmlformats.org/officeDocument/2006/relationships/customXml" Target="../ink/ink450.xml"/><Relationship Id="rId189" Type="http://schemas.openxmlformats.org/officeDocument/2006/relationships/image" Target="../media/image503.png"/><Relationship Id="rId3" Type="http://schemas.openxmlformats.org/officeDocument/2006/relationships/customXml" Target="../ink/ink405.xml"/><Relationship Id="rId214" Type="http://schemas.openxmlformats.org/officeDocument/2006/relationships/customXml" Target="../ink/ink511.xml"/><Relationship Id="rId235" Type="http://schemas.openxmlformats.org/officeDocument/2006/relationships/image" Target="../media/image526.png"/><Relationship Id="rId116" Type="http://schemas.openxmlformats.org/officeDocument/2006/relationships/customXml" Target="../ink/ink462.xml"/><Relationship Id="rId137" Type="http://schemas.openxmlformats.org/officeDocument/2006/relationships/image" Target="../media/image477.png"/><Relationship Id="rId158" Type="http://schemas.openxmlformats.org/officeDocument/2006/relationships/customXml" Target="../ink/ink483.xml"/><Relationship Id="rId20" Type="http://schemas.openxmlformats.org/officeDocument/2006/relationships/image" Target="../media/image419.png"/><Relationship Id="rId41" Type="http://schemas.openxmlformats.org/officeDocument/2006/relationships/customXml" Target="../ink/ink424.xml"/><Relationship Id="rId62" Type="http://schemas.openxmlformats.org/officeDocument/2006/relationships/customXml" Target="../ink/ink434.xml"/><Relationship Id="rId83" Type="http://schemas.openxmlformats.org/officeDocument/2006/relationships/image" Target="../media/image451.png"/><Relationship Id="rId179" Type="http://schemas.openxmlformats.org/officeDocument/2006/relationships/image" Target="../media/image498.png"/><Relationship Id="rId190" Type="http://schemas.openxmlformats.org/officeDocument/2006/relationships/customXml" Target="../ink/ink499.xml"/><Relationship Id="rId204" Type="http://schemas.openxmlformats.org/officeDocument/2006/relationships/customXml" Target="../ink/ink506.xml"/><Relationship Id="rId225" Type="http://schemas.openxmlformats.org/officeDocument/2006/relationships/image" Target="../media/image5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92386C-5776-C690-267E-E7CB70D5ABC8}"/>
              </a:ext>
            </a:extLst>
          </p:cNvPr>
          <p:cNvSpPr txBox="1"/>
          <p:nvPr/>
        </p:nvSpPr>
        <p:spPr>
          <a:xfrm>
            <a:off x="619125" y="327363"/>
            <a:ext cx="111442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</a:t>
            </a:r>
            <a:r>
              <a:rPr lang="en-US" dirty="0" err="1"/>
              <a:t>Rancanglah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dekoder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merubah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bilangan</a:t>
            </a:r>
            <a:r>
              <a:rPr lang="en-US" dirty="0"/>
              <a:t> BCD (Binary Code Decimal), </a:t>
            </a:r>
            <a:r>
              <a:rPr lang="en-US" dirty="0" err="1"/>
              <a:t>ke</a:t>
            </a:r>
            <a:r>
              <a:rPr lang="en-US" dirty="0"/>
              <a:t> XS-3 yang mana di </a:t>
            </a:r>
            <a:r>
              <a:rPr lang="en-US" dirty="0" err="1"/>
              <a:t>mulai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0000, 0001, ....</a:t>
            </a:r>
            <a:r>
              <a:rPr lang="en-US" dirty="0" err="1"/>
              <a:t>sampai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1001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keluaran</a:t>
            </a:r>
            <a:r>
              <a:rPr lang="en-US" dirty="0"/>
              <a:t> yang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yang </a:t>
            </a:r>
            <a:r>
              <a:rPr lang="en-US" dirty="0" err="1"/>
              <a:t>dimaksudkan</a:t>
            </a:r>
            <a:r>
              <a:rPr lang="en-US" dirty="0"/>
              <a:t>, </a:t>
            </a:r>
            <a:r>
              <a:rPr lang="en-US" dirty="0" err="1"/>
              <a:t>diluar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dikecualikan</a:t>
            </a:r>
            <a:r>
              <a:rPr lang="en-US" dirty="0"/>
              <a:t>.</a:t>
            </a:r>
          </a:p>
          <a:p>
            <a:r>
              <a:rPr lang="en-US" dirty="0"/>
              <a:t>(</a:t>
            </a:r>
            <a:r>
              <a:rPr lang="en-US" dirty="0" err="1"/>
              <a:t>Petunjuk</a:t>
            </a:r>
            <a:r>
              <a:rPr lang="en-US" dirty="0"/>
              <a:t> : XS-3 </a:t>
            </a:r>
            <a:r>
              <a:rPr lang="en-US" dirty="0" err="1"/>
              <a:t>adalah</a:t>
            </a:r>
            <a:r>
              <a:rPr lang="en-US" dirty="0"/>
              <a:t> Biner + 3 = biner + 0011)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FA5B48E-9D7D-1797-FE58-51FF8D147C27}"/>
              </a:ext>
            </a:extLst>
          </p:cNvPr>
          <p:cNvGrpSpPr/>
          <p:nvPr/>
        </p:nvGrpSpPr>
        <p:grpSpPr>
          <a:xfrm>
            <a:off x="339555" y="1960050"/>
            <a:ext cx="265320" cy="477360"/>
            <a:chOff x="339555" y="1960050"/>
            <a:chExt cx="265320" cy="47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0853111-16BE-BA99-6459-BDF1E81A465E}"/>
                    </a:ext>
                  </a:extLst>
                </p14:cNvPr>
                <p14:cNvContentPartPr/>
                <p14:nvPr/>
              </p14:nvContentPartPr>
              <p14:xfrm>
                <a:off x="425235" y="1960050"/>
                <a:ext cx="179640" cy="16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0853111-16BE-BA99-6459-BDF1E81A465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16235" y="1951050"/>
                  <a:ext cx="197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666F540-4922-7180-3E7F-FC0446B7AECE}"/>
                    </a:ext>
                  </a:extLst>
                </p14:cNvPr>
                <p14:cNvContentPartPr/>
                <p14:nvPr/>
              </p14:nvContentPartPr>
              <p14:xfrm>
                <a:off x="339555" y="1969770"/>
                <a:ext cx="159480" cy="336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666F540-4922-7180-3E7F-FC0446B7AEC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0915" y="1960770"/>
                  <a:ext cx="17712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DE6EC00-00E1-4627-B5B9-3B65AFBB8F35}"/>
                    </a:ext>
                  </a:extLst>
                </p14:cNvPr>
                <p14:cNvContentPartPr/>
                <p14:nvPr/>
              </p14:nvContentPartPr>
              <p14:xfrm>
                <a:off x="481395" y="2277570"/>
                <a:ext cx="65160" cy="114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DE6EC00-00E1-4627-B5B9-3B65AFBB8F3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2755" y="2268570"/>
                  <a:ext cx="828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F36DCE2-614E-3B57-DE66-8DE89A895198}"/>
                    </a:ext>
                  </a:extLst>
                </p14:cNvPr>
                <p14:cNvContentPartPr/>
                <p14:nvPr/>
              </p14:nvContentPartPr>
              <p14:xfrm>
                <a:off x="513075" y="2307450"/>
                <a:ext cx="81720" cy="129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F36DCE2-614E-3B57-DE66-8DE89A89519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04075" y="2298450"/>
                  <a:ext cx="99360" cy="14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A3CCE59-B72A-5159-A659-5792D008F212}"/>
              </a:ext>
            </a:extLst>
          </p:cNvPr>
          <p:cNvGrpSpPr/>
          <p:nvPr/>
        </p:nvGrpSpPr>
        <p:grpSpPr>
          <a:xfrm>
            <a:off x="906555" y="2095050"/>
            <a:ext cx="31680" cy="110880"/>
            <a:chOff x="906555" y="2095050"/>
            <a:chExt cx="31680" cy="11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E18B074-6252-8AB1-F1D3-7C0F29421285}"/>
                    </a:ext>
                  </a:extLst>
                </p14:cNvPr>
                <p14:cNvContentPartPr/>
                <p14:nvPr/>
              </p14:nvContentPartPr>
              <p14:xfrm>
                <a:off x="906555" y="2196930"/>
                <a:ext cx="1440" cy="9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E18B074-6252-8AB1-F1D3-7C0F2942128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97555" y="2188290"/>
                  <a:ext cx="190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DC891A1-F657-50A4-05E4-46412C3943C8}"/>
                    </a:ext>
                  </a:extLst>
                </p14:cNvPr>
                <p14:cNvContentPartPr/>
                <p14:nvPr/>
              </p14:nvContentPartPr>
              <p14:xfrm>
                <a:off x="927075" y="2095050"/>
                <a:ext cx="11160" cy="29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DC891A1-F657-50A4-05E4-46412C3943C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18075" y="2086410"/>
                  <a:ext cx="2880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927C364-BABB-6412-B7F6-75972C29FC18}"/>
              </a:ext>
            </a:extLst>
          </p:cNvPr>
          <p:cNvGrpSpPr/>
          <p:nvPr/>
        </p:nvGrpSpPr>
        <p:grpSpPr>
          <a:xfrm>
            <a:off x="1268355" y="1863570"/>
            <a:ext cx="365400" cy="422640"/>
            <a:chOff x="1268355" y="1863570"/>
            <a:chExt cx="365400" cy="42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41F2021-AA0D-C28C-FA9C-D40967971BE0}"/>
                    </a:ext>
                  </a:extLst>
                </p14:cNvPr>
                <p14:cNvContentPartPr/>
                <p14:nvPr/>
              </p14:nvContentPartPr>
              <p14:xfrm>
                <a:off x="1408035" y="1975170"/>
                <a:ext cx="70200" cy="192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41F2021-AA0D-C28C-FA9C-D40967971BE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99395" y="1966170"/>
                  <a:ext cx="878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CF94002-BFEA-D9F8-8673-B305ACF21B6B}"/>
                    </a:ext>
                  </a:extLst>
                </p14:cNvPr>
                <p14:cNvContentPartPr/>
                <p14:nvPr/>
              </p14:nvContentPartPr>
              <p14:xfrm>
                <a:off x="1268355" y="1863570"/>
                <a:ext cx="365400" cy="422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CF94002-BFEA-D9F8-8673-B305ACF21B6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59355" y="1854930"/>
                  <a:ext cx="383040" cy="44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85556F1-BC35-00B1-25B3-FFFF03F08DD5}"/>
                  </a:ext>
                </a:extLst>
              </p14:cNvPr>
              <p14:cNvContentPartPr/>
              <p14:nvPr/>
            </p14:nvContentPartPr>
            <p14:xfrm>
              <a:off x="1796835" y="2353890"/>
              <a:ext cx="360" cy="14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85556F1-BC35-00B1-25B3-FFFF03F08DD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87835" y="2345250"/>
                <a:ext cx="1800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176DB90D-9A35-1EAE-D15A-0329ABDA5EF1}"/>
              </a:ext>
            </a:extLst>
          </p:cNvPr>
          <p:cNvGrpSpPr/>
          <p:nvPr/>
        </p:nvGrpSpPr>
        <p:grpSpPr>
          <a:xfrm>
            <a:off x="2073315" y="1775730"/>
            <a:ext cx="1464480" cy="385560"/>
            <a:chOff x="2073315" y="1775730"/>
            <a:chExt cx="1464480" cy="38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4D176B1-FCEA-03A2-7AAB-ED916512F83B}"/>
                    </a:ext>
                  </a:extLst>
                </p14:cNvPr>
                <p14:cNvContentPartPr/>
                <p14:nvPr/>
              </p14:nvContentPartPr>
              <p14:xfrm>
                <a:off x="2144595" y="1838010"/>
                <a:ext cx="14760" cy="312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4D176B1-FCEA-03A2-7AAB-ED916512F83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35595" y="1829010"/>
                  <a:ext cx="324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26BFA09-4639-DA59-4D41-15977F44E969}"/>
                    </a:ext>
                  </a:extLst>
                </p14:cNvPr>
                <p14:cNvContentPartPr/>
                <p14:nvPr/>
              </p14:nvContentPartPr>
              <p14:xfrm>
                <a:off x="2073315" y="1857810"/>
                <a:ext cx="238680" cy="11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26BFA09-4639-DA59-4D41-15977F44E96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64675" y="1849170"/>
                  <a:ext cx="256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6643D29-ADDD-FFC7-8E15-96850C5137CA}"/>
                    </a:ext>
                  </a:extLst>
                </p14:cNvPr>
                <p14:cNvContentPartPr/>
                <p14:nvPr/>
              </p14:nvContentPartPr>
              <p14:xfrm>
                <a:off x="2262315" y="1994610"/>
                <a:ext cx="79920" cy="139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6643D29-ADDD-FFC7-8E15-96850C5137C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53675" y="1985610"/>
                  <a:ext cx="975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4D1B206-04FB-30AD-9A10-D870D88996AF}"/>
                    </a:ext>
                  </a:extLst>
                </p14:cNvPr>
                <p14:cNvContentPartPr/>
                <p14:nvPr/>
              </p14:nvContentPartPr>
              <p14:xfrm>
                <a:off x="2359875" y="2005410"/>
                <a:ext cx="85680" cy="116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4D1B206-04FB-30AD-9A10-D870D88996A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350875" y="1996410"/>
                  <a:ext cx="1033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3F7BA9D-FC65-88E5-B921-E79B531CE3F1}"/>
                    </a:ext>
                  </a:extLst>
                </p14:cNvPr>
                <p14:cNvContentPartPr/>
                <p14:nvPr/>
              </p14:nvContentPartPr>
              <p14:xfrm>
                <a:off x="2519715" y="1928370"/>
                <a:ext cx="36360" cy="223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3F7BA9D-FC65-88E5-B921-E79B531CE3F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511075" y="1919730"/>
                  <a:ext cx="540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7385559-B335-E89C-FBA1-FFDA15E8C2CF}"/>
                    </a:ext>
                  </a:extLst>
                </p14:cNvPr>
                <p14:cNvContentPartPr/>
                <p14:nvPr/>
              </p14:nvContentPartPr>
              <p14:xfrm>
                <a:off x="2464275" y="1998930"/>
                <a:ext cx="131400" cy="55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7385559-B335-E89C-FBA1-FFDA15E8C2C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455635" y="1989930"/>
                  <a:ext cx="1490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6125A05-F0B2-BBE3-F0B3-35634493715A}"/>
                    </a:ext>
                  </a:extLst>
                </p14:cNvPr>
                <p14:cNvContentPartPr/>
                <p14:nvPr/>
              </p14:nvContentPartPr>
              <p14:xfrm>
                <a:off x="2623035" y="1895970"/>
                <a:ext cx="101520" cy="265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6125A05-F0B2-BBE3-F0B3-35634493715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14395" y="1887330"/>
                  <a:ext cx="1191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D48AB7D-04A7-5C59-D181-1916F055EE81}"/>
                    </a:ext>
                  </a:extLst>
                </p14:cNvPr>
                <p14:cNvContentPartPr/>
                <p14:nvPr/>
              </p14:nvContentPartPr>
              <p14:xfrm>
                <a:off x="2930835" y="1827930"/>
                <a:ext cx="57240" cy="2822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D48AB7D-04A7-5C59-D181-1916F055EE8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22195" y="1818930"/>
                  <a:ext cx="7488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36798C1-15EE-41E2-B4F9-850A899B5BBD}"/>
                    </a:ext>
                  </a:extLst>
                </p14:cNvPr>
                <p14:cNvContentPartPr/>
                <p14:nvPr/>
              </p14:nvContentPartPr>
              <p14:xfrm>
                <a:off x="2790435" y="1811370"/>
                <a:ext cx="235080" cy="34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36798C1-15EE-41E2-B4F9-850A899B5BB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81795" y="1802730"/>
                  <a:ext cx="2527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10EA7EE-0896-9B36-18D3-87FB4605CFEA}"/>
                    </a:ext>
                  </a:extLst>
                </p14:cNvPr>
                <p14:cNvContentPartPr/>
                <p14:nvPr/>
              </p14:nvContentPartPr>
              <p14:xfrm>
                <a:off x="3082755" y="1942410"/>
                <a:ext cx="112320" cy="167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10EA7EE-0896-9B36-18D3-87FB4605CFE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073755" y="1933410"/>
                  <a:ext cx="1299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202B9E2-9672-FD0A-AF65-38E8E6FDB83F}"/>
                    </a:ext>
                  </a:extLst>
                </p14:cNvPr>
                <p14:cNvContentPartPr/>
                <p14:nvPr/>
              </p14:nvContentPartPr>
              <p14:xfrm>
                <a:off x="3229635" y="1775730"/>
                <a:ext cx="106200" cy="339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202B9E2-9672-FD0A-AF65-38E8E6FDB83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20635" y="1767090"/>
                  <a:ext cx="12384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61AAD1D-AC53-12CF-023C-F4975F2D4B11}"/>
                    </a:ext>
                  </a:extLst>
                </p14:cNvPr>
                <p14:cNvContentPartPr/>
                <p14:nvPr/>
              </p14:nvContentPartPr>
              <p14:xfrm>
                <a:off x="3394515" y="1845210"/>
                <a:ext cx="23400" cy="2775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61AAD1D-AC53-12CF-023C-F4975F2D4B1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85515" y="1836210"/>
                  <a:ext cx="410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6BC9AD5-0EBB-EA1B-2061-992BC2893137}"/>
                    </a:ext>
                  </a:extLst>
                </p14:cNvPr>
                <p14:cNvContentPartPr/>
                <p14:nvPr/>
              </p14:nvContentPartPr>
              <p14:xfrm>
                <a:off x="3435195" y="1955370"/>
                <a:ext cx="102600" cy="145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6BC9AD5-0EBB-EA1B-2061-992BC289313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26555" y="1946730"/>
                  <a:ext cx="12024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258D97D-5FE1-B59F-03A7-085B4CAA1375}"/>
              </a:ext>
            </a:extLst>
          </p:cNvPr>
          <p:cNvGrpSpPr/>
          <p:nvPr/>
        </p:nvGrpSpPr>
        <p:grpSpPr>
          <a:xfrm>
            <a:off x="3798795" y="1935930"/>
            <a:ext cx="34920" cy="96840"/>
            <a:chOff x="3798795" y="1935930"/>
            <a:chExt cx="34920" cy="9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E5EB761-C3A3-044B-55B5-E0AC4E1C1604}"/>
                    </a:ext>
                  </a:extLst>
                </p14:cNvPr>
                <p14:cNvContentPartPr/>
                <p14:nvPr/>
              </p14:nvContentPartPr>
              <p14:xfrm>
                <a:off x="3798795" y="1935930"/>
                <a:ext cx="32760" cy="15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E5EB761-C3A3-044B-55B5-E0AC4E1C160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89795" y="1927290"/>
                  <a:ext cx="504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40A2133-7C6A-50BC-EF88-6C2EFA74718C}"/>
                    </a:ext>
                  </a:extLst>
                </p14:cNvPr>
                <p14:cNvContentPartPr/>
                <p14:nvPr/>
              </p14:nvContentPartPr>
              <p14:xfrm>
                <a:off x="3818955" y="2012970"/>
                <a:ext cx="14760" cy="19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40A2133-7C6A-50BC-EF88-6C2EFA74718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10315" y="2003970"/>
                  <a:ext cx="3240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6514610-7EFC-1EAA-35D4-83848537D15C}"/>
                  </a:ext>
                </a:extLst>
              </p14:cNvPr>
              <p14:cNvContentPartPr/>
              <p14:nvPr/>
            </p14:nvContentPartPr>
            <p14:xfrm>
              <a:off x="2111835" y="2259930"/>
              <a:ext cx="1446480" cy="730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6514610-7EFC-1EAA-35D4-83848537D15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094195" y="2241930"/>
                <a:ext cx="1482120" cy="10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D96688EE-5A80-36DB-A333-87FE5BDF15B1}"/>
              </a:ext>
            </a:extLst>
          </p:cNvPr>
          <p:cNvGrpSpPr/>
          <p:nvPr/>
        </p:nvGrpSpPr>
        <p:grpSpPr>
          <a:xfrm>
            <a:off x="4128195" y="1832610"/>
            <a:ext cx="127800" cy="383040"/>
            <a:chOff x="4128195" y="1832610"/>
            <a:chExt cx="127800" cy="38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0B2353C-DF21-1959-2CF5-02BDAEB5A910}"/>
                    </a:ext>
                  </a:extLst>
                </p14:cNvPr>
                <p14:cNvContentPartPr/>
                <p14:nvPr/>
              </p14:nvContentPartPr>
              <p14:xfrm>
                <a:off x="4128195" y="1867890"/>
                <a:ext cx="25560" cy="15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0B2353C-DF21-1959-2CF5-02BDAEB5A91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10555" y="1849890"/>
                  <a:ext cx="612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82B30A9-029E-8657-736D-EB26894012B9}"/>
                    </a:ext>
                  </a:extLst>
                </p14:cNvPr>
                <p14:cNvContentPartPr/>
                <p14:nvPr/>
              </p14:nvContentPartPr>
              <p14:xfrm>
                <a:off x="4134315" y="1832610"/>
                <a:ext cx="121680" cy="250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82B30A9-029E-8657-736D-EB26894012B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116675" y="1814970"/>
                  <a:ext cx="1573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45892BB-2EBE-1474-7718-9D8B89424438}"/>
                    </a:ext>
                  </a:extLst>
                </p14:cNvPr>
                <p14:cNvContentPartPr/>
                <p14:nvPr/>
              </p14:nvContentPartPr>
              <p14:xfrm>
                <a:off x="4155555" y="2159850"/>
                <a:ext cx="34200" cy="55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45892BB-2EBE-1474-7718-9D8B8942443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37915" y="2142210"/>
                  <a:ext cx="69840" cy="91440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42" name="Table 42">
            <a:extLst>
              <a:ext uri="{FF2B5EF4-FFF2-40B4-BE49-F238E27FC236}">
                <a16:creationId xmlns:a16="http://schemas.microsoft.com/office/drawing/2014/main" id="{64E236EF-461E-6056-2BC4-61C85AB198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611693"/>
              </p:ext>
            </p:extLst>
          </p:nvPr>
        </p:nvGraphicFramePr>
        <p:xfrm>
          <a:off x="2032001" y="1620690"/>
          <a:ext cx="4506048" cy="511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672">
                  <a:extLst>
                    <a:ext uri="{9D8B030D-6E8A-4147-A177-3AD203B41FA5}">
                      <a16:colId xmlns:a16="http://schemas.microsoft.com/office/drawing/2014/main" val="2086693235"/>
                    </a:ext>
                  </a:extLst>
                </a:gridCol>
                <a:gridCol w="500672">
                  <a:extLst>
                    <a:ext uri="{9D8B030D-6E8A-4147-A177-3AD203B41FA5}">
                      <a16:colId xmlns:a16="http://schemas.microsoft.com/office/drawing/2014/main" val="134782648"/>
                    </a:ext>
                  </a:extLst>
                </a:gridCol>
                <a:gridCol w="500672">
                  <a:extLst>
                    <a:ext uri="{9D8B030D-6E8A-4147-A177-3AD203B41FA5}">
                      <a16:colId xmlns:a16="http://schemas.microsoft.com/office/drawing/2014/main" val="265201872"/>
                    </a:ext>
                  </a:extLst>
                </a:gridCol>
                <a:gridCol w="500672">
                  <a:extLst>
                    <a:ext uri="{9D8B030D-6E8A-4147-A177-3AD203B41FA5}">
                      <a16:colId xmlns:a16="http://schemas.microsoft.com/office/drawing/2014/main" val="1250796194"/>
                    </a:ext>
                  </a:extLst>
                </a:gridCol>
                <a:gridCol w="500672">
                  <a:extLst>
                    <a:ext uri="{9D8B030D-6E8A-4147-A177-3AD203B41FA5}">
                      <a16:colId xmlns:a16="http://schemas.microsoft.com/office/drawing/2014/main" val="2767632746"/>
                    </a:ext>
                  </a:extLst>
                </a:gridCol>
                <a:gridCol w="500672">
                  <a:extLst>
                    <a:ext uri="{9D8B030D-6E8A-4147-A177-3AD203B41FA5}">
                      <a16:colId xmlns:a16="http://schemas.microsoft.com/office/drawing/2014/main" val="2320736267"/>
                    </a:ext>
                  </a:extLst>
                </a:gridCol>
                <a:gridCol w="500672">
                  <a:extLst>
                    <a:ext uri="{9D8B030D-6E8A-4147-A177-3AD203B41FA5}">
                      <a16:colId xmlns:a16="http://schemas.microsoft.com/office/drawing/2014/main" val="926778734"/>
                    </a:ext>
                  </a:extLst>
                </a:gridCol>
                <a:gridCol w="500672">
                  <a:extLst>
                    <a:ext uri="{9D8B030D-6E8A-4147-A177-3AD203B41FA5}">
                      <a16:colId xmlns:a16="http://schemas.microsoft.com/office/drawing/2014/main" val="3446939218"/>
                    </a:ext>
                  </a:extLst>
                </a:gridCol>
                <a:gridCol w="500672">
                  <a:extLst>
                    <a:ext uri="{9D8B030D-6E8A-4147-A177-3AD203B41FA5}">
                      <a16:colId xmlns:a16="http://schemas.microsoft.com/office/drawing/2014/main" val="3792111935"/>
                    </a:ext>
                  </a:extLst>
                </a:gridCol>
              </a:tblGrid>
              <a:tr h="46544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10704"/>
                  </a:ext>
                </a:extLst>
              </a:tr>
              <a:tr h="46544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339020"/>
                  </a:ext>
                </a:extLst>
              </a:tr>
              <a:tr h="46544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761535"/>
                  </a:ext>
                </a:extLst>
              </a:tr>
              <a:tr h="46544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681501"/>
                  </a:ext>
                </a:extLst>
              </a:tr>
              <a:tr h="46544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134331"/>
                  </a:ext>
                </a:extLst>
              </a:tr>
              <a:tr h="46544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980032"/>
                  </a:ext>
                </a:extLst>
              </a:tr>
              <a:tr h="46544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346054"/>
                  </a:ext>
                </a:extLst>
              </a:tr>
              <a:tr h="46544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489320"/>
                  </a:ext>
                </a:extLst>
              </a:tr>
              <a:tr h="46544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287082"/>
                  </a:ext>
                </a:extLst>
              </a:tr>
              <a:tr h="46544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638929"/>
                  </a:ext>
                </a:extLst>
              </a:tr>
              <a:tr h="46544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032979"/>
                  </a:ext>
                </a:extLst>
              </a:tr>
            </a:tbl>
          </a:graphicData>
        </a:graphic>
      </p:graphicFrame>
      <p:grpSp>
        <p:nvGrpSpPr>
          <p:cNvPr id="47" name="Group 46">
            <a:extLst>
              <a:ext uri="{FF2B5EF4-FFF2-40B4-BE49-F238E27FC236}">
                <a16:creationId xmlns:a16="http://schemas.microsoft.com/office/drawing/2014/main" id="{B2337A33-F04E-5A27-5BBA-05A8727FAA88}"/>
              </a:ext>
            </a:extLst>
          </p:cNvPr>
          <p:cNvGrpSpPr/>
          <p:nvPr/>
        </p:nvGrpSpPr>
        <p:grpSpPr>
          <a:xfrm>
            <a:off x="2080155" y="1740450"/>
            <a:ext cx="331560" cy="288360"/>
            <a:chOff x="2080155" y="1740450"/>
            <a:chExt cx="331560" cy="28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D01EB76-B818-F9A0-71B6-66C7DA07D1FB}"/>
                    </a:ext>
                  </a:extLst>
                </p14:cNvPr>
                <p14:cNvContentPartPr/>
                <p14:nvPr/>
              </p14:nvContentPartPr>
              <p14:xfrm>
                <a:off x="2090235" y="1740450"/>
                <a:ext cx="24480" cy="246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D01EB76-B818-F9A0-71B6-66C7DA07D1F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085915" y="1736130"/>
                  <a:ext cx="331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410435B-8D99-902E-E59F-58511EAE0416}"/>
                    </a:ext>
                  </a:extLst>
                </p14:cNvPr>
                <p14:cNvContentPartPr/>
                <p14:nvPr/>
              </p14:nvContentPartPr>
              <p14:xfrm>
                <a:off x="2080155" y="1771410"/>
                <a:ext cx="135360" cy="210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410435B-8D99-902E-E59F-58511EAE041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075835" y="1767090"/>
                  <a:ext cx="1440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0588CB2-9198-F032-0334-FC20A9081827}"/>
                    </a:ext>
                  </a:extLst>
                </p14:cNvPr>
                <p14:cNvContentPartPr/>
                <p14:nvPr/>
              </p14:nvContentPartPr>
              <p14:xfrm>
                <a:off x="2222715" y="1877250"/>
                <a:ext cx="98640" cy="148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0588CB2-9198-F032-0334-FC20A908182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18395" y="1872930"/>
                  <a:ext cx="1072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D73C5FD-2641-3151-19D5-2EF8ADF7DF39}"/>
                    </a:ext>
                  </a:extLst>
                </p14:cNvPr>
                <p14:cNvContentPartPr/>
                <p14:nvPr/>
              </p14:nvContentPartPr>
              <p14:xfrm>
                <a:off x="2346555" y="1899210"/>
                <a:ext cx="65160" cy="129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D73C5FD-2641-3151-19D5-2EF8ADF7DF3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342235" y="1894890"/>
                  <a:ext cx="73800" cy="13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BEA325B-8037-720B-5C7E-FB9A8643D675}"/>
                  </a:ext>
                </a:extLst>
              </p14:cNvPr>
              <p14:cNvContentPartPr/>
              <p14:nvPr/>
            </p14:nvContentPartPr>
            <p14:xfrm rot="1173303">
              <a:off x="1696896" y="1816372"/>
              <a:ext cx="1722253" cy="47737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BEA325B-8037-720B-5C7E-FB9A8643D67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 rot="1173303">
                <a:off x="1687900" y="1807372"/>
                <a:ext cx="1739886" cy="4791339"/>
              </a:xfrm>
              <a:prstGeom prst="rect">
                <a:avLst/>
              </a:prstGeom>
            </p:spPr>
          </p:pic>
        </mc:Fallback>
      </mc:AlternateContent>
      <p:pic>
        <p:nvPicPr>
          <p:cNvPr id="49" name="Picture 48">
            <a:extLst>
              <a:ext uri="{FF2B5EF4-FFF2-40B4-BE49-F238E27FC236}">
                <a16:creationId xmlns:a16="http://schemas.microsoft.com/office/drawing/2014/main" id="{AF537576-0999-E333-2470-C47DF949D1E3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2554505" y="1643252"/>
            <a:ext cx="3992364" cy="511993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09375EAC-0DBF-566A-5126-E33C97456B3F}"/>
                  </a:ext>
                </a:extLst>
              </p14:cNvPr>
              <p14:cNvContentPartPr/>
              <p14:nvPr/>
            </p14:nvContentPartPr>
            <p14:xfrm>
              <a:off x="2754435" y="1735770"/>
              <a:ext cx="360" cy="122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09375EAC-0DBF-566A-5126-E33C97456B3F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750115" y="1731450"/>
                <a:ext cx="9000" cy="2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37751AF8-8857-0C0F-E8AA-2507659199F2}"/>
              </a:ext>
            </a:extLst>
          </p:cNvPr>
          <p:cNvGrpSpPr/>
          <p:nvPr/>
        </p:nvGrpSpPr>
        <p:grpSpPr>
          <a:xfrm>
            <a:off x="2655795" y="1715250"/>
            <a:ext cx="277200" cy="298080"/>
            <a:chOff x="2655795" y="1715250"/>
            <a:chExt cx="277200" cy="29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BDA9701-F780-4F28-2898-143DAF5666E7}"/>
                    </a:ext>
                  </a:extLst>
                </p14:cNvPr>
                <p14:cNvContentPartPr/>
                <p14:nvPr/>
              </p14:nvContentPartPr>
              <p14:xfrm>
                <a:off x="2655795" y="1732530"/>
                <a:ext cx="102600" cy="181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BDA9701-F780-4F28-2898-143DAF5666E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651475" y="1728210"/>
                  <a:ext cx="1112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1E6C8DB-47E3-39C5-5AD8-CB5C2DF46EA4}"/>
                    </a:ext>
                  </a:extLst>
                </p14:cNvPr>
                <p14:cNvContentPartPr/>
                <p14:nvPr/>
              </p14:nvContentPartPr>
              <p14:xfrm>
                <a:off x="2777115" y="1715250"/>
                <a:ext cx="16920" cy="219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1E6C8DB-47E3-39C5-5AD8-CB5C2DF46EA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772795" y="1710930"/>
                  <a:ext cx="255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F5BDE87-332F-4135-BBC4-00DF79E7CBB1}"/>
                    </a:ext>
                  </a:extLst>
                </p14:cNvPr>
                <p14:cNvContentPartPr/>
                <p14:nvPr/>
              </p14:nvContentPartPr>
              <p14:xfrm>
                <a:off x="2684595" y="1840890"/>
                <a:ext cx="78480" cy="122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F5BDE87-332F-4135-BBC4-00DF79E7CBB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680275" y="1836570"/>
                  <a:ext cx="871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D3289C4-EAFC-3058-7570-3B37BE9EDC4F}"/>
                    </a:ext>
                  </a:extLst>
                </p14:cNvPr>
                <p14:cNvContentPartPr/>
                <p14:nvPr/>
              </p14:nvContentPartPr>
              <p14:xfrm>
                <a:off x="2848395" y="1875450"/>
                <a:ext cx="84600" cy="137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D3289C4-EAFC-3058-7570-3B37BE9EDC4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844075" y="1871130"/>
                  <a:ext cx="9324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7B56CD3-5328-4FD8-8EE3-DFFEA38892FC}"/>
              </a:ext>
            </a:extLst>
          </p:cNvPr>
          <p:cNvGrpSpPr/>
          <p:nvPr/>
        </p:nvGrpSpPr>
        <p:grpSpPr>
          <a:xfrm>
            <a:off x="3147915" y="1745490"/>
            <a:ext cx="248760" cy="276480"/>
            <a:chOff x="3147915" y="1745490"/>
            <a:chExt cx="248760" cy="27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3E8FD56-97CB-93E3-F0AE-CAC718BB4839}"/>
                    </a:ext>
                  </a:extLst>
                </p14:cNvPr>
                <p14:cNvContentPartPr/>
                <p14:nvPr/>
              </p14:nvContentPartPr>
              <p14:xfrm>
                <a:off x="3173115" y="1747650"/>
                <a:ext cx="71640" cy="2181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3E8FD56-97CB-93E3-F0AE-CAC718BB483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168795" y="1743330"/>
                  <a:ext cx="802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BFED3E8-70AB-5B27-95AD-1A321DB3950F}"/>
                    </a:ext>
                  </a:extLst>
                </p14:cNvPr>
                <p14:cNvContentPartPr/>
                <p14:nvPr/>
              </p14:nvContentPartPr>
              <p14:xfrm>
                <a:off x="3237915" y="1758450"/>
                <a:ext cx="360" cy="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BFED3E8-70AB-5B27-95AD-1A321DB3950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233595" y="175413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94CB0D3-1EA0-5E55-F6A2-DF01BE64BB65}"/>
                    </a:ext>
                  </a:extLst>
                </p14:cNvPr>
                <p14:cNvContentPartPr/>
                <p14:nvPr/>
              </p14:nvContentPartPr>
              <p14:xfrm>
                <a:off x="3147915" y="1745490"/>
                <a:ext cx="129240" cy="234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94CB0D3-1EA0-5E55-F6A2-DF01BE64BB6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143595" y="1741170"/>
                  <a:ext cx="1378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819144C-34FE-A60B-0E23-A12D433A4843}"/>
                    </a:ext>
                  </a:extLst>
                </p14:cNvPr>
                <p14:cNvContentPartPr/>
                <p14:nvPr/>
              </p14:nvContentPartPr>
              <p14:xfrm>
                <a:off x="3308835" y="1911090"/>
                <a:ext cx="87840" cy="110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819144C-34FE-A60B-0E23-A12D433A484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304515" y="1906770"/>
                  <a:ext cx="9648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E56EE52-927E-B55A-EE72-73A5F551B993}"/>
              </a:ext>
            </a:extLst>
          </p:cNvPr>
          <p:cNvGrpSpPr/>
          <p:nvPr/>
        </p:nvGrpSpPr>
        <p:grpSpPr>
          <a:xfrm>
            <a:off x="3678195" y="1754130"/>
            <a:ext cx="267480" cy="253440"/>
            <a:chOff x="3678195" y="1754130"/>
            <a:chExt cx="267480" cy="25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21C2E62-9745-4F29-C656-16E82B900D3F}"/>
                    </a:ext>
                  </a:extLst>
                </p14:cNvPr>
                <p14:cNvContentPartPr/>
                <p14:nvPr/>
              </p14:nvContentPartPr>
              <p14:xfrm>
                <a:off x="3678195" y="1754130"/>
                <a:ext cx="173520" cy="246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21C2E62-9745-4F29-C656-16E82B900D3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673875" y="1749810"/>
                  <a:ext cx="1821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4ABD2CE-7E8E-252B-6BCC-9C8219FF5E00}"/>
                    </a:ext>
                  </a:extLst>
                </p14:cNvPr>
                <p14:cNvContentPartPr/>
                <p14:nvPr/>
              </p14:nvContentPartPr>
              <p14:xfrm>
                <a:off x="3690435" y="1904610"/>
                <a:ext cx="138600" cy="19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4ABD2CE-7E8E-252B-6BCC-9C8219FF5E0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686115" y="1900290"/>
                  <a:ext cx="1472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BAF8C5B-79B6-1362-B036-9E16EEBA7865}"/>
                    </a:ext>
                  </a:extLst>
                </p14:cNvPr>
                <p14:cNvContentPartPr/>
                <p14:nvPr/>
              </p14:nvContentPartPr>
              <p14:xfrm>
                <a:off x="3933795" y="1900290"/>
                <a:ext cx="11880" cy="1072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BAF8C5B-79B6-1362-B036-9E16EEBA786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929475" y="1895970"/>
                  <a:ext cx="2052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3416339-35FD-0D3A-03EA-D26001BD15C3}"/>
              </a:ext>
            </a:extLst>
          </p:cNvPr>
          <p:cNvGrpSpPr/>
          <p:nvPr/>
        </p:nvGrpSpPr>
        <p:grpSpPr>
          <a:xfrm>
            <a:off x="4191915" y="1795170"/>
            <a:ext cx="272520" cy="217080"/>
            <a:chOff x="4191915" y="1795170"/>
            <a:chExt cx="272520" cy="21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B155CB2-31F3-2381-B740-68821AE74048}"/>
                    </a:ext>
                  </a:extLst>
                </p14:cNvPr>
                <p14:cNvContentPartPr/>
                <p14:nvPr/>
              </p14:nvContentPartPr>
              <p14:xfrm>
                <a:off x="4191915" y="1795170"/>
                <a:ext cx="89280" cy="1648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B155CB2-31F3-2381-B740-68821AE7404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187595" y="1790850"/>
                  <a:ext cx="979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4BC68D8-64B1-2E3A-DD96-D5CA6BBA52BD}"/>
                    </a:ext>
                  </a:extLst>
                </p14:cNvPr>
                <p14:cNvContentPartPr/>
                <p14:nvPr/>
              </p14:nvContentPartPr>
              <p14:xfrm>
                <a:off x="4272555" y="1795170"/>
                <a:ext cx="71280" cy="2170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4BC68D8-64B1-2E3A-DD96-D5CA6BBA52B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268235" y="1790850"/>
                  <a:ext cx="799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169387B-44CA-4797-DEB4-71492AD58C1A}"/>
                    </a:ext>
                  </a:extLst>
                </p14:cNvPr>
                <p14:cNvContentPartPr/>
                <p14:nvPr/>
              </p14:nvContentPartPr>
              <p14:xfrm>
                <a:off x="4205235" y="1892730"/>
                <a:ext cx="120600" cy="208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169387B-44CA-4797-DEB4-71492AD58C1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200915" y="1888410"/>
                  <a:ext cx="1292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537193D-03C5-8EBE-1BCC-8EAF8965EC10}"/>
                    </a:ext>
                  </a:extLst>
                </p14:cNvPr>
                <p14:cNvContentPartPr/>
                <p14:nvPr/>
              </p14:nvContentPartPr>
              <p14:xfrm>
                <a:off x="4395315" y="1903530"/>
                <a:ext cx="69120" cy="871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537193D-03C5-8EBE-1BCC-8EAF8965EC1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390995" y="1899210"/>
                  <a:ext cx="77760" cy="9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867144EF-8DE0-AAD6-7656-D07DCF73FBE5}"/>
              </a:ext>
            </a:extLst>
          </p:cNvPr>
          <p:cNvGrpSpPr/>
          <p:nvPr/>
        </p:nvGrpSpPr>
        <p:grpSpPr>
          <a:xfrm>
            <a:off x="4708875" y="1730370"/>
            <a:ext cx="226080" cy="313200"/>
            <a:chOff x="4708875" y="1730370"/>
            <a:chExt cx="226080" cy="31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4175045-D1B6-4383-C134-9693521B318D}"/>
                    </a:ext>
                  </a:extLst>
                </p14:cNvPr>
                <p14:cNvContentPartPr/>
                <p14:nvPr/>
              </p14:nvContentPartPr>
              <p14:xfrm>
                <a:off x="4708875" y="1730370"/>
                <a:ext cx="36000" cy="2257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4175045-D1B6-4383-C134-9693521B318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704555" y="1726050"/>
                  <a:ext cx="446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9502975-7322-207B-5709-9E7F0A40D4A0}"/>
                    </a:ext>
                  </a:extLst>
                </p14:cNvPr>
                <p14:cNvContentPartPr/>
                <p14:nvPr/>
              </p14:nvContentPartPr>
              <p14:xfrm>
                <a:off x="4720395" y="1744410"/>
                <a:ext cx="99360" cy="2257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9502975-7322-207B-5709-9E7F0A40D4A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716075" y="1740090"/>
                  <a:ext cx="1080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9FC5639-D920-D808-4103-836FBBC933CD}"/>
                    </a:ext>
                  </a:extLst>
                </p14:cNvPr>
                <p14:cNvContentPartPr/>
                <p14:nvPr/>
              </p14:nvContentPartPr>
              <p14:xfrm>
                <a:off x="4843515" y="1886250"/>
                <a:ext cx="91440" cy="1573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9FC5639-D920-D808-4103-836FBBC933C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839195" y="1881930"/>
                  <a:ext cx="10008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B2FD7FA-56FA-73BB-6C6E-D5744DF533F0}"/>
              </a:ext>
            </a:extLst>
          </p:cNvPr>
          <p:cNvGrpSpPr/>
          <p:nvPr/>
        </p:nvGrpSpPr>
        <p:grpSpPr>
          <a:xfrm>
            <a:off x="5173275" y="1769250"/>
            <a:ext cx="245160" cy="234720"/>
            <a:chOff x="5173275" y="1769250"/>
            <a:chExt cx="245160" cy="23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BC1D876-0008-656B-EE40-6E8F746F87F7}"/>
                    </a:ext>
                  </a:extLst>
                </p14:cNvPr>
                <p14:cNvContentPartPr/>
                <p14:nvPr/>
              </p14:nvContentPartPr>
              <p14:xfrm>
                <a:off x="5178675" y="1791930"/>
                <a:ext cx="7560" cy="1940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BC1D876-0008-656B-EE40-6E8F746F87F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174355" y="1787610"/>
                  <a:ext cx="162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A9E1724-A783-E37C-2CF8-5CCF3EED4336}"/>
                    </a:ext>
                  </a:extLst>
                </p14:cNvPr>
                <p14:cNvContentPartPr/>
                <p14:nvPr/>
              </p14:nvContentPartPr>
              <p14:xfrm>
                <a:off x="5173275" y="1769250"/>
                <a:ext cx="88920" cy="1782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A9E1724-A783-E37C-2CF8-5CCF3EED433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168955" y="1764930"/>
                  <a:ext cx="975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276A8BC-00F3-2C7F-E8E0-CD6112CF4CDB}"/>
                    </a:ext>
                  </a:extLst>
                </p14:cNvPr>
                <p14:cNvContentPartPr/>
                <p14:nvPr/>
              </p14:nvContentPartPr>
              <p14:xfrm>
                <a:off x="5287035" y="1892370"/>
                <a:ext cx="131400" cy="111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276A8BC-00F3-2C7F-E8E0-CD6112CF4CD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282715" y="1888050"/>
                  <a:ext cx="140040" cy="12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C71DED0-85AB-C1A9-001A-C0951DD8FF45}"/>
              </a:ext>
            </a:extLst>
          </p:cNvPr>
          <p:cNvGrpSpPr/>
          <p:nvPr/>
        </p:nvGrpSpPr>
        <p:grpSpPr>
          <a:xfrm>
            <a:off x="5734155" y="1774650"/>
            <a:ext cx="168840" cy="237600"/>
            <a:chOff x="5734155" y="1774650"/>
            <a:chExt cx="168840" cy="23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B0050B5-1D04-3D7F-D218-EBA9FA3C8F67}"/>
                    </a:ext>
                  </a:extLst>
                </p14:cNvPr>
                <p14:cNvContentPartPr/>
                <p14:nvPr/>
              </p14:nvContentPartPr>
              <p14:xfrm>
                <a:off x="5734155" y="1774650"/>
                <a:ext cx="93960" cy="213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B0050B5-1D04-3D7F-D218-EBA9FA3C8F6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729835" y="1770330"/>
                  <a:ext cx="1026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ACE6358-4F5D-FB44-59C7-C22353D78EF5}"/>
                    </a:ext>
                  </a:extLst>
                </p14:cNvPr>
                <p14:cNvContentPartPr/>
                <p14:nvPr/>
              </p14:nvContentPartPr>
              <p14:xfrm>
                <a:off x="5884635" y="1903530"/>
                <a:ext cx="18360" cy="1087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ACE6358-4F5D-FB44-59C7-C22353D78EF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880315" y="1899210"/>
                  <a:ext cx="27000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0D437B2-4850-7A23-8599-EB857EF05284}"/>
              </a:ext>
            </a:extLst>
          </p:cNvPr>
          <p:cNvGrpSpPr/>
          <p:nvPr/>
        </p:nvGrpSpPr>
        <p:grpSpPr>
          <a:xfrm>
            <a:off x="6210795" y="1775730"/>
            <a:ext cx="217440" cy="209880"/>
            <a:chOff x="6210795" y="1775730"/>
            <a:chExt cx="217440" cy="20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CC593EA-64F1-97EE-5FC0-BAF4633BF434}"/>
                    </a:ext>
                  </a:extLst>
                </p14:cNvPr>
                <p14:cNvContentPartPr/>
                <p14:nvPr/>
              </p14:nvContentPartPr>
              <p14:xfrm>
                <a:off x="6210795" y="1775730"/>
                <a:ext cx="89280" cy="1810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CC593EA-64F1-97EE-5FC0-BAF4633BF43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206475" y="1771410"/>
                  <a:ext cx="979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97DCB20-9BB2-582B-BBD5-E285490740C0}"/>
                    </a:ext>
                  </a:extLst>
                </p14:cNvPr>
                <p14:cNvContentPartPr/>
                <p14:nvPr/>
              </p14:nvContentPartPr>
              <p14:xfrm>
                <a:off x="6349035" y="1910010"/>
                <a:ext cx="79200" cy="756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97DCB20-9BB2-582B-BBD5-E285490740C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344715" y="1905690"/>
                  <a:ext cx="87840" cy="8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8951D1F8-4B61-F4BD-5FC6-FDA8799DB43D}"/>
                  </a:ext>
                </a:extLst>
              </p14:cNvPr>
              <p14:cNvContentPartPr/>
              <p14:nvPr/>
            </p14:nvContentPartPr>
            <p14:xfrm>
              <a:off x="6561075" y="2008650"/>
              <a:ext cx="6480" cy="1332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8951D1F8-4B61-F4BD-5FC6-FDA8799DB43D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6556755" y="2004330"/>
                <a:ext cx="1512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83DAF5A7-C930-4BB7-13A6-8709532B6CF3}"/>
                  </a:ext>
                </a:extLst>
              </p14:cNvPr>
              <p14:cNvContentPartPr/>
              <p14:nvPr/>
            </p14:nvContentPartPr>
            <p14:xfrm>
              <a:off x="2199315" y="2222490"/>
              <a:ext cx="151560" cy="20232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83DAF5A7-C930-4BB7-13A6-8709532B6CF3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2194995" y="2218170"/>
                <a:ext cx="16020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8B0B49D9-D7CE-D3D1-1D45-CEC1374EED06}"/>
                  </a:ext>
                </a:extLst>
              </p14:cNvPr>
              <p14:cNvContentPartPr/>
              <p14:nvPr/>
            </p14:nvContentPartPr>
            <p14:xfrm>
              <a:off x="2728875" y="2215290"/>
              <a:ext cx="142200" cy="2001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8B0B49D9-D7CE-D3D1-1D45-CEC1374EED06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2724555" y="2210970"/>
                <a:ext cx="15084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86DE30F8-1DE7-E169-7CC7-AD7358D0C094}"/>
                  </a:ext>
                </a:extLst>
              </p14:cNvPr>
              <p14:cNvContentPartPr/>
              <p14:nvPr/>
            </p14:nvContentPartPr>
            <p14:xfrm>
              <a:off x="3241515" y="2258490"/>
              <a:ext cx="198360" cy="21924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86DE30F8-1DE7-E169-7CC7-AD7358D0C094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3237195" y="2254170"/>
                <a:ext cx="20700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73B922C6-53AD-458C-28F7-DFA9B27C417C}"/>
                  </a:ext>
                </a:extLst>
              </p14:cNvPr>
              <p14:cNvContentPartPr/>
              <p14:nvPr/>
            </p14:nvContentPartPr>
            <p14:xfrm>
              <a:off x="3697635" y="2284770"/>
              <a:ext cx="177840" cy="17640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73B922C6-53AD-458C-28F7-DFA9B27C417C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3693315" y="2280450"/>
                <a:ext cx="18648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A0114C8F-D04D-7BBB-EA6C-5860DF5A4D9F}"/>
                  </a:ext>
                </a:extLst>
              </p14:cNvPr>
              <p14:cNvContentPartPr/>
              <p14:nvPr/>
            </p14:nvContentPartPr>
            <p14:xfrm>
              <a:off x="4252395" y="2275770"/>
              <a:ext cx="171360" cy="18576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A0114C8F-D04D-7BBB-EA6C-5860DF5A4D9F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4248075" y="2271450"/>
                <a:ext cx="18000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FED10FBF-CFB0-6F23-4009-4649A7DE9A63}"/>
                  </a:ext>
                </a:extLst>
              </p14:cNvPr>
              <p14:cNvContentPartPr/>
              <p14:nvPr/>
            </p14:nvContentPartPr>
            <p14:xfrm>
              <a:off x="2216595" y="2706330"/>
              <a:ext cx="55800" cy="20772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FED10FBF-CFB0-6F23-4009-4649A7DE9A63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2212275" y="2702010"/>
                <a:ext cx="6444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C135441F-8DEB-7BB4-F7A1-1C4E1AD660D6}"/>
                  </a:ext>
                </a:extLst>
              </p14:cNvPr>
              <p14:cNvContentPartPr/>
              <p14:nvPr/>
            </p14:nvContentPartPr>
            <p14:xfrm>
              <a:off x="2721675" y="2704890"/>
              <a:ext cx="184680" cy="17712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C135441F-8DEB-7BB4-F7A1-1C4E1AD660D6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2717355" y="2700570"/>
                <a:ext cx="19332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2FBC3218-A609-D54E-6F4E-73D1BB52C0CF}"/>
                  </a:ext>
                </a:extLst>
              </p14:cNvPr>
              <p14:cNvContentPartPr/>
              <p14:nvPr/>
            </p14:nvContentPartPr>
            <p14:xfrm>
              <a:off x="3259515" y="2726490"/>
              <a:ext cx="176040" cy="22464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2FBC3218-A609-D54E-6F4E-73D1BB52C0CF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3255195" y="2722170"/>
                <a:ext cx="18468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A67ED8F4-67E8-D703-83B0-3EB3C0541113}"/>
                  </a:ext>
                </a:extLst>
              </p14:cNvPr>
              <p14:cNvContentPartPr/>
              <p14:nvPr/>
            </p14:nvContentPartPr>
            <p14:xfrm>
              <a:off x="3719235" y="2750250"/>
              <a:ext cx="180000" cy="20088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A67ED8F4-67E8-D703-83B0-3EB3C0541113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3714915" y="2745930"/>
                <a:ext cx="18864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595D05AA-3338-729C-EF2F-313E8E63ACA7}"/>
                  </a:ext>
                </a:extLst>
              </p14:cNvPr>
              <p14:cNvContentPartPr/>
              <p14:nvPr/>
            </p14:nvContentPartPr>
            <p14:xfrm>
              <a:off x="4277595" y="2739450"/>
              <a:ext cx="24480" cy="15732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595D05AA-3338-729C-EF2F-313E8E63ACA7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4273275" y="2735130"/>
                <a:ext cx="3312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7B82FB52-7267-2DC4-A072-53B95A2AFEEF}"/>
                  </a:ext>
                </a:extLst>
              </p14:cNvPr>
              <p14:cNvContentPartPr/>
              <p14:nvPr/>
            </p14:nvContentPartPr>
            <p14:xfrm>
              <a:off x="2186715" y="3139770"/>
              <a:ext cx="156240" cy="21888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7B82FB52-7267-2DC4-A072-53B95A2AFEEF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2182395" y="3135450"/>
                <a:ext cx="16488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9B472093-5D7B-98E7-DC22-52C623DE736F}"/>
                  </a:ext>
                </a:extLst>
              </p14:cNvPr>
              <p14:cNvContentPartPr/>
              <p14:nvPr/>
            </p14:nvContentPartPr>
            <p14:xfrm>
              <a:off x="2205435" y="3609930"/>
              <a:ext cx="129240" cy="19620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9B472093-5D7B-98E7-DC22-52C623DE736F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2201115" y="3605610"/>
                <a:ext cx="137880" cy="20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7E124A5-60A3-294E-3C4F-F1F0BD375CA9}"/>
              </a:ext>
            </a:extLst>
          </p:cNvPr>
          <p:cNvGrpSpPr/>
          <p:nvPr/>
        </p:nvGrpSpPr>
        <p:grpSpPr>
          <a:xfrm>
            <a:off x="2204715" y="4065690"/>
            <a:ext cx="149400" cy="260280"/>
            <a:chOff x="2204715" y="4065690"/>
            <a:chExt cx="149400" cy="26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D8842B0-6C31-BAB0-D82C-C8BB6BA9332C}"/>
                    </a:ext>
                  </a:extLst>
                </p14:cNvPr>
                <p14:cNvContentPartPr/>
                <p14:nvPr/>
              </p14:nvContentPartPr>
              <p14:xfrm>
                <a:off x="2204715" y="4065690"/>
                <a:ext cx="149400" cy="1400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D8842B0-6C31-BAB0-D82C-C8BB6BA9332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200395" y="4061370"/>
                  <a:ext cx="1580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8463EDA-8C49-337B-2AE6-7DCE94EB689F}"/>
                    </a:ext>
                  </a:extLst>
                </p14:cNvPr>
                <p14:cNvContentPartPr/>
                <p14:nvPr/>
              </p14:nvContentPartPr>
              <p14:xfrm>
                <a:off x="2304075" y="4067490"/>
                <a:ext cx="32040" cy="2584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8463EDA-8C49-337B-2AE6-7DCE94EB689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299755" y="4063170"/>
                  <a:ext cx="40680" cy="26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82FF6CD-3B1C-D273-91D0-D98803979191}"/>
              </a:ext>
            </a:extLst>
          </p:cNvPr>
          <p:cNvGrpSpPr/>
          <p:nvPr/>
        </p:nvGrpSpPr>
        <p:grpSpPr>
          <a:xfrm>
            <a:off x="2181675" y="4536210"/>
            <a:ext cx="162720" cy="257400"/>
            <a:chOff x="2181675" y="4536210"/>
            <a:chExt cx="162720" cy="25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C24051D-65CB-7C26-5699-990A668454DC}"/>
                    </a:ext>
                  </a:extLst>
                </p14:cNvPr>
                <p14:cNvContentPartPr/>
                <p14:nvPr/>
              </p14:nvContentPartPr>
              <p14:xfrm>
                <a:off x="2181675" y="4536210"/>
                <a:ext cx="120240" cy="2574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C24051D-65CB-7C26-5699-990A668454D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177355" y="4531890"/>
                  <a:ext cx="1288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F6472EE-D041-2099-C75D-0D5024D50C73}"/>
                    </a:ext>
                  </a:extLst>
                </p14:cNvPr>
                <p14:cNvContentPartPr/>
                <p14:nvPr/>
              </p14:nvContentPartPr>
              <p14:xfrm>
                <a:off x="2184195" y="4554210"/>
                <a:ext cx="160200" cy="219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F6472EE-D041-2099-C75D-0D5024D50C73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179875" y="4549890"/>
                  <a:ext cx="168840" cy="3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E7581023-F5F2-BA8A-748E-5B65908C120F}"/>
                  </a:ext>
                </a:extLst>
              </p14:cNvPr>
              <p14:cNvContentPartPr/>
              <p14:nvPr/>
            </p14:nvContentPartPr>
            <p14:xfrm>
              <a:off x="2208315" y="5049210"/>
              <a:ext cx="99000" cy="20268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E7581023-F5F2-BA8A-748E-5B65908C120F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2203995" y="5044890"/>
                <a:ext cx="10764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CB57D981-435E-7B98-BBDB-C4864EF01C3C}"/>
                  </a:ext>
                </a:extLst>
              </p14:cNvPr>
              <p14:cNvContentPartPr/>
              <p14:nvPr/>
            </p14:nvContentPartPr>
            <p14:xfrm>
              <a:off x="2211915" y="5483010"/>
              <a:ext cx="102960" cy="19404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CB57D981-435E-7B98-BBDB-C4864EF01C3C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2207595" y="5478690"/>
                <a:ext cx="11160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F509E6B2-29B7-0CF4-51D5-7A66831C4953}"/>
                  </a:ext>
                </a:extLst>
              </p14:cNvPr>
              <p14:cNvContentPartPr/>
              <p14:nvPr/>
            </p14:nvContentPartPr>
            <p14:xfrm>
              <a:off x="2211555" y="5953890"/>
              <a:ext cx="133560" cy="25344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F509E6B2-29B7-0CF4-51D5-7A66831C4953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2207235" y="5949570"/>
                <a:ext cx="14220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A352BADF-0998-DE02-D5BE-B23DAABA6C66}"/>
                  </a:ext>
                </a:extLst>
              </p14:cNvPr>
              <p14:cNvContentPartPr/>
              <p14:nvPr/>
            </p14:nvContentPartPr>
            <p14:xfrm>
              <a:off x="2202195" y="6420450"/>
              <a:ext cx="126720" cy="20592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A352BADF-0998-DE02-D5BE-B23DAABA6C66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2197875" y="6416130"/>
                <a:ext cx="13536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0883F904-74C9-E66A-FD0E-0F21E98035F1}"/>
                  </a:ext>
                </a:extLst>
              </p14:cNvPr>
              <p14:cNvContentPartPr/>
              <p14:nvPr/>
            </p14:nvContentPartPr>
            <p14:xfrm>
              <a:off x="2749395" y="6429810"/>
              <a:ext cx="87480" cy="22716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0883F904-74C9-E66A-FD0E-0F21E98035F1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2745075" y="6425490"/>
                <a:ext cx="9612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9E8F731B-4A41-F1C3-FD0C-D8ADB68B801A}"/>
                  </a:ext>
                </a:extLst>
              </p14:cNvPr>
              <p14:cNvContentPartPr/>
              <p14:nvPr/>
            </p14:nvContentPartPr>
            <p14:xfrm>
              <a:off x="3230355" y="6405690"/>
              <a:ext cx="168840" cy="26352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9E8F731B-4A41-F1C3-FD0C-D8ADB68B801A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3226035" y="6401370"/>
                <a:ext cx="17748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94CF52E0-C440-F8A0-14A5-131DF5E971D2}"/>
                  </a:ext>
                </a:extLst>
              </p14:cNvPr>
              <p14:cNvContentPartPr/>
              <p14:nvPr/>
            </p14:nvContentPartPr>
            <p14:xfrm>
              <a:off x="3683955" y="6441690"/>
              <a:ext cx="152640" cy="23868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94CF52E0-C440-F8A0-14A5-131DF5E971D2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3679635" y="6437370"/>
                <a:ext cx="16128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53B0A533-302D-965D-1E5E-E57427385F7C}"/>
                  </a:ext>
                </a:extLst>
              </p14:cNvPr>
              <p14:cNvContentPartPr/>
              <p14:nvPr/>
            </p14:nvContentPartPr>
            <p14:xfrm>
              <a:off x="4321875" y="6418650"/>
              <a:ext cx="45360" cy="25380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53B0A533-302D-965D-1E5E-E57427385F7C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4317555" y="6414330"/>
                <a:ext cx="54000" cy="262440"/>
              </a:xfrm>
              <a:prstGeom prst="rect">
                <a:avLst/>
              </a:prstGeom>
            </p:spPr>
          </p:pic>
        </mc:Fallback>
      </mc:AlternateContent>
      <p:pic>
        <p:nvPicPr>
          <p:cNvPr id="119" name="Picture 118">
            <a:extLst>
              <a:ext uri="{FF2B5EF4-FFF2-40B4-BE49-F238E27FC236}">
                <a16:creationId xmlns:a16="http://schemas.microsoft.com/office/drawing/2014/main" id="{80B85D50-ABE2-0842-4088-17E9B869CEFC}"/>
              </a:ext>
            </a:extLst>
          </p:cNvPr>
          <p:cNvPicPr>
            <a:picLocks noChangeAspect="1"/>
          </p:cNvPicPr>
          <p:nvPr/>
        </p:nvPicPr>
        <p:blipFill rotWithShape="1">
          <a:blip r:embed="rId171"/>
          <a:srcRect l="-533" t="30937" r="73628" b="42889"/>
          <a:stretch/>
        </p:blipFill>
        <p:spPr>
          <a:xfrm>
            <a:off x="6828209" y="1517940"/>
            <a:ext cx="2432956" cy="4911870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760FD5AA-9E0A-02AF-1D9B-AB1ED76A8916}"/>
              </a:ext>
            </a:extLst>
          </p:cNvPr>
          <p:cNvPicPr>
            <a:picLocks noChangeAspect="1"/>
          </p:cNvPicPr>
          <p:nvPr/>
        </p:nvPicPr>
        <p:blipFill rotWithShape="1">
          <a:blip r:embed="rId172"/>
          <a:srcRect l="65185"/>
          <a:stretch/>
        </p:blipFill>
        <p:spPr>
          <a:xfrm>
            <a:off x="9304032" y="1517939"/>
            <a:ext cx="2738974" cy="501269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60FF4433-FDB7-0718-2C31-3E3BD2492BBF}"/>
                  </a:ext>
                </a:extLst>
              </p14:cNvPr>
              <p14:cNvContentPartPr/>
              <p14:nvPr/>
            </p14:nvContentPartPr>
            <p14:xfrm>
              <a:off x="4729755" y="2221770"/>
              <a:ext cx="201240" cy="28404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60FF4433-FDB7-0718-2C31-3E3BD2492BBF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4712115" y="2204130"/>
                <a:ext cx="23688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CF0C0A48-BDA9-B66A-F0F4-F9416F00EFB1}"/>
                  </a:ext>
                </a:extLst>
              </p14:cNvPr>
              <p14:cNvContentPartPr/>
              <p14:nvPr/>
            </p14:nvContentPartPr>
            <p14:xfrm>
              <a:off x="5207115" y="2240130"/>
              <a:ext cx="158400" cy="25920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CF0C0A48-BDA9-B66A-F0F4-F9416F00EFB1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5189475" y="2222490"/>
                <a:ext cx="19404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23FEAFF1-31F0-F8E2-EF26-7BEC100A1E12}"/>
                  </a:ext>
                </a:extLst>
              </p14:cNvPr>
              <p14:cNvContentPartPr/>
              <p14:nvPr/>
            </p14:nvContentPartPr>
            <p14:xfrm>
              <a:off x="5793195" y="2253090"/>
              <a:ext cx="20520" cy="21600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23FEAFF1-31F0-F8E2-EF26-7BEC100A1E12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5775195" y="2235450"/>
                <a:ext cx="5616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B275E5F4-D6E6-62FA-0071-3FA485156FB4}"/>
                  </a:ext>
                </a:extLst>
              </p14:cNvPr>
              <p14:cNvContentPartPr/>
              <p14:nvPr/>
            </p14:nvContentPartPr>
            <p14:xfrm>
              <a:off x="6301155" y="2241570"/>
              <a:ext cx="5760" cy="25668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B275E5F4-D6E6-62FA-0071-3FA485156FB4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6283155" y="2223930"/>
                <a:ext cx="4140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952BF9AE-80DB-E5A4-15A2-AD2CFC4AFF12}"/>
                  </a:ext>
                </a:extLst>
              </p14:cNvPr>
              <p14:cNvContentPartPr/>
              <p14:nvPr/>
            </p14:nvContentPartPr>
            <p14:xfrm>
              <a:off x="4731915" y="2647650"/>
              <a:ext cx="214920" cy="27180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952BF9AE-80DB-E5A4-15A2-AD2CFC4AFF12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4714275" y="2629650"/>
                <a:ext cx="25056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E625B3A3-0534-CCCE-4682-071D92C396CD}"/>
                  </a:ext>
                </a:extLst>
              </p14:cNvPr>
              <p14:cNvContentPartPr/>
              <p14:nvPr/>
            </p14:nvContentPartPr>
            <p14:xfrm>
              <a:off x="5277315" y="2705970"/>
              <a:ext cx="31680" cy="21816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E625B3A3-0534-CCCE-4682-071D92C396CD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5259315" y="2687970"/>
                <a:ext cx="6732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DF454945-5BD4-584F-7F85-67345C3C6516}"/>
                  </a:ext>
                </a:extLst>
              </p14:cNvPr>
              <p14:cNvContentPartPr/>
              <p14:nvPr/>
            </p14:nvContentPartPr>
            <p14:xfrm>
              <a:off x="5697075" y="2732970"/>
              <a:ext cx="214920" cy="22032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DF454945-5BD4-584F-7F85-67345C3C6516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5679075" y="2714970"/>
                <a:ext cx="25056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D24E42A7-188D-318E-203B-0F553B8219AE}"/>
                  </a:ext>
                </a:extLst>
              </p14:cNvPr>
              <p14:cNvContentPartPr/>
              <p14:nvPr/>
            </p14:nvContentPartPr>
            <p14:xfrm>
              <a:off x="6189195" y="2785530"/>
              <a:ext cx="192240" cy="21276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D24E42A7-188D-318E-203B-0F553B8219AE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6171555" y="2767890"/>
                <a:ext cx="227880" cy="24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78BCF137-5ACD-6247-41CA-3D43CDFAE145}"/>
              </a:ext>
            </a:extLst>
          </p:cNvPr>
          <p:cNvGrpSpPr/>
          <p:nvPr/>
        </p:nvGrpSpPr>
        <p:grpSpPr>
          <a:xfrm>
            <a:off x="4178595" y="3054450"/>
            <a:ext cx="202680" cy="246240"/>
            <a:chOff x="4178595" y="3054450"/>
            <a:chExt cx="202680" cy="2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E5F2DE7-A80A-1C0B-6974-24A66046CB5C}"/>
                    </a:ext>
                  </a:extLst>
                </p14:cNvPr>
                <p14:cNvContentPartPr/>
                <p14:nvPr/>
              </p14:nvContentPartPr>
              <p14:xfrm>
                <a:off x="4308915" y="3104490"/>
                <a:ext cx="360" cy="3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E5F2DE7-A80A-1C0B-6974-24A66046CB5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304595" y="310017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2959448-D12F-A89D-204C-7AE4F87BD239}"/>
                    </a:ext>
                  </a:extLst>
                </p14:cNvPr>
                <p14:cNvContentPartPr/>
                <p14:nvPr/>
              </p14:nvContentPartPr>
              <p14:xfrm>
                <a:off x="4178595" y="3054450"/>
                <a:ext cx="202680" cy="2462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2959448-D12F-A89D-204C-7AE4F87BD23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174275" y="3050130"/>
                  <a:ext cx="211320" cy="25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D5E54AC8-5A03-CD65-DE34-7159D4A6A911}"/>
                  </a:ext>
                </a:extLst>
              </p14:cNvPr>
              <p14:cNvContentPartPr/>
              <p14:nvPr/>
            </p14:nvContentPartPr>
            <p14:xfrm>
              <a:off x="4278675" y="3597330"/>
              <a:ext cx="360" cy="23724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D5E54AC8-5A03-CD65-DE34-7159D4A6A91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274355" y="3593010"/>
                <a:ext cx="900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1FF08522-54DA-18A5-FEBC-8BFF318AB8CC}"/>
                  </a:ext>
                </a:extLst>
              </p14:cNvPr>
              <p14:cNvContentPartPr/>
              <p14:nvPr/>
            </p14:nvContentPartPr>
            <p14:xfrm>
              <a:off x="4236195" y="4142370"/>
              <a:ext cx="190080" cy="23112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1FF08522-54DA-18A5-FEBC-8BFF318AB8CC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231875" y="4138050"/>
                <a:ext cx="19872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E59F4C6E-E084-3BA1-BD64-A4DEB0528064}"/>
                  </a:ext>
                </a:extLst>
              </p14:cNvPr>
              <p14:cNvContentPartPr/>
              <p14:nvPr/>
            </p14:nvContentPartPr>
            <p14:xfrm>
              <a:off x="4291995" y="4580130"/>
              <a:ext cx="24480" cy="20736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E59F4C6E-E084-3BA1-BD64-A4DEB0528064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287675" y="4575810"/>
                <a:ext cx="331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23CA406A-281E-B426-694F-3C3CC479546C}"/>
                  </a:ext>
                </a:extLst>
              </p14:cNvPr>
              <p14:cNvContentPartPr/>
              <p14:nvPr/>
            </p14:nvContentPartPr>
            <p14:xfrm>
              <a:off x="4164555" y="5039850"/>
              <a:ext cx="238680" cy="25344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23CA406A-281E-B426-694F-3C3CC479546C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160235" y="5035530"/>
                <a:ext cx="24732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6D5AE03D-FF40-E939-09E2-C88525B999C3}"/>
                  </a:ext>
                </a:extLst>
              </p14:cNvPr>
              <p14:cNvContentPartPr/>
              <p14:nvPr/>
            </p14:nvContentPartPr>
            <p14:xfrm>
              <a:off x="4257075" y="5544210"/>
              <a:ext cx="16200" cy="24912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6D5AE03D-FF40-E939-09E2-C88525B999C3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4252755" y="5539890"/>
                <a:ext cx="2484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56AFEDEB-0127-9CBF-7D31-8771C4C6D44B}"/>
                  </a:ext>
                </a:extLst>
              </p14:cNvPr>
              <p14:cNvContentPartPr/>
              <p14:nvPr/>
            </p14:nvContentPartPr>
            <p14:xfrm>
              <a:off x="4222155" y="5922930"/>
              <a:ext cx="189360" cy="28188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56AFEDEB-0127-9CBF-7D31-8771C4C6D44B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217835" y="5918610"/>
                <a:ext cx="19800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8051D710-726D-E4BA-3A76-37DB3E5B5650}"/>
                  </a:ext>
                </a:extLst>
              </p14:cNvPr>
              <p14:cNvContentPartPr/>
              <p14:nvPr/>
            </p14:nvContentPartPr>
            <p14:xfrm>
              <a:off x="3771075" y="3131490"/>
              <a:ext cx="10080" cy="20808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8051D710-726D-E4BA-3A76-37DB3E5B5650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3766755" y="3127170"/>
                <a:ext cx="1872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1E7BE539-507C-73CE-F1AB-D55C9A8E7977}"/>
                  </a:ext>
                </a:extLst>
              </p14:cNvPr>
              <p14:cNvContentPartPr/>
              <p14:nvPr/>
            </p14:nvContentPartPr>
            <p14:xfrm>
              <a:off x="3764955" y="3623250"/>
              <a:ext cx="32760" cy="30096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1E7BE539-507C-73CE-F1AB-D55C9A8E7977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3760635" y="3618930"/>
                <a:ext cx="4140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5015B444-85A7-6285-6E3E-48F54093C65C}"/>
                  </a:ext>
                </a:extLst>
              </p14:cNvPr>
              <p14:cNvContentPartPr/>
              <p14:nvPr/>
            </p14:nvContentPartPr>
            <p14:xfrm>
              <a:off x="3696195" y="4097010"/>
              <a:ext cx="190440" cy="24804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5015B444-85A7-6285-6E3E-48F54093C65C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3691875" y="4092690"/>
                <a:ext cx="19908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9E318F1B-012E-1A1D-16F6-5553278ED494}"/>
                  </a:ext>
                </a:extLst>
              </p14:cNvPr>
              <p14:cNvContentPartPr/>
              <p14:nvPr/>
            </p14:nvContentPartPr>
            <p14:xfrm>
              <a:off x="3716715" y="4572570"/>
              <a:ext cx="219960" cy="24048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9E318F1B-012E-1A1D-16F6-5553278ED494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3712395" y="4568250"/>
                <a:ext cx="22860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51877A61-2886-BC8D-A2E9-DF5E0C33EF11}"/>
                  </a:ext>
                </a:extLst>
              </p14:cNvPr>
              <p14:cNvContentPartPr/>
              <p14:nvPr/>
            </p14:nvContentPartPr>
            <p14:xfrm>
              <a:off x="3800595" y="5099610"/>
              <a:ext cx="23760" cy="21600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51877A61-2886-BC8D-A2E9-DF5E0C33EF11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3796275" y="5095290"/>
                <a:ext cx="324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6DCF107F-11B3-D945-0F06-986D7C470FF6}"/>
                  </a:ext>
                </a:extLst>
              </p14:cNvPr>
              <p14:cNvContentPartPr/>
              <p14:nvPr/>
            </p14:nvContentPartPr>
            <p14:xfrm>
              <a:off x="3781875" y="5527650"/>
              <a:ext cx="17280" cy="23616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6DCF107F-11B3-D945-0F06-986D7C470FF6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3777555" y="5523330"/>
                <a:ext cx="2592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A33C27A5-3D6B-00B2-7F56-CCA9E0EE0A91}"/>
                  </a:ext>
                </a:extLst>
              </p14:cNvPr>
              <p14:cNvContentPartPr/>
              <p14:nvPr/>
            </p14:nvContentPartPr>
            <p14:xfrm>
              <a:off x="3703755" y="6010410"/>
              <a:ext cx="183960" cy="22140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A33C27A5-3D6B-00B2-7F56-CCA9E0EE0A91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3699435" y="6006090"/>
                <a:ext cx="19260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040643D1-65E8-4C40-2801-3114CE37C9DD}"/>
                  </a:ext>
                </a:extLst>
              </p14:cNvPr>
              <p14:cNvContentPartPr/>
              <p14:nvPr/>
            </p14:nvContentPartPr>
            <p14:xfrm>
              <a:off x="3226755" y="3125010"/>
              <a:ext cx="192600" cy="27180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040643D1-65E8-4C40-2801-3114CE37C9DD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3222435" y="3120690"/>
                <a:ext cx="20124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85B5B5C2-2DAC-88C1-B829-CEC0B30683FF}"/>
                  </a:ext>
                </a:extLst>
              </p14:cNvPr>
              <p14:cNvContentPartPr/>
              <p14:nvPr/>
            </p14:nvContentPartPr>
            <p14:xfrm>
              <a:off x="3170595" y="3594810"/>
              <a:ext cx="241560" cy="31356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85B5B5C2-2DAC-88C1-B829-CEC0B30683FF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3166275" y="3590490"/>
                <a:ext cx="25020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FA82BB3C-3A71-861B-E1F2-285CA66E48C1}"/>
                  </a:ext>
                </a:extLst>
              </p14:cNvPr>
              <p14:cNvContentPartPr/>
              <p14:nvPr/>
            </p14:nvContentPartPr>
            <p14:xfrm>
              <a:off x="3292275" y="4150290"/>
              <a:ext cx="5040" cy="19620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FA82BB3C-3A71-861B-E1F2-285CA66E48C1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3287955" y="4145970"/>
                <a:ext cx="1368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902D1996-1659-C6E5-439B-744DFBF6025E}"/>
                  </a:ext>
                </a:extLst>
              </p14:cNvPr>
              <p14:cNvContentPartPr/>
              <p14:nvPr/>
            </p14:nvContentPartPr>
            <p14:xfrm>
              <a:off x="3292275" y="4571490"/>
              <a:ext cx="17280" cy="20808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902D1996-1659-C6E5-439B-744DFBF6025E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3287955" y="4567170"/>
                <a:ext cx="2592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790DDD96-FA2A-F32E-C7E0-C47A9373A07D}"/>
                  </a:ext>
                </a:extLst>
              </p14:cNvPr>
              <p14:cNvContentPartPr/>
              <p14:nvPr/>
            </p14:nvContentPartPr>
            <p14:xfrm>
              <a:off x="3285075" y="5093130"/>
              <a:ext cx="17280" cy="20052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790DDD96-FA2A-F32E-C7E0-C47A9373A07D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3280755" y="5088810"/>
                <a:ext cx="2592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5614D775-F97F-D5CE-DB85-6D4161F553F9}"/>
                  </a:ext>
                </a:extLst>
              </p14:cNvPr>
              <p14:cNvContentPartPr/>
              <p14:nvPr/>
            </p14:nvContentPartPr>
            <p14:xfrm>
              <a:off x="3329355" y="5443050"/>
              <a:ext cx="10080" cy="22572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5614D775-F97F-D5CE-DB85-6D4161F553F9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3325035" y="5438730"/>
                <a:ext cx="1872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F83CB9AA-D069-78BA-43CC-D54665CECBA0}"/>
                  </a:ext>
                </a:extLst>
              </p14:cNvPr>
              <p14:cNvContentPartPr/>
              <p14:nvPr/>
            </p14:nvContentPartPr>
            <p14:xfrm>
              <a:off x="3230715" y="5944890"/>
              <a:ext cx="193320" cy="25056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F83CB9AA-D069-78BA-43CC-D54665CECBA0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3226395" y="5940570"/>
                <a:ext cx="20196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DAF65A49-D463-57CB-A332-AF0F37B15352}"/>
                  </a:ext>
                </a:extLst>
              </p14:cNvPr>
              <p14:cNvContentPartPr/>
              <p14:nvPr/>
            </p14:nvContentPartPr>
            <p14:xfrm>
              <a:off x="2672355" y="3088650"/>
              <a:ext cx="205200" cy="30708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DAF65A49-D463-57CB-A332-AF0F37B15352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2668035" y="3084330"/>
                <a:ext cx="21384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0E37AD43-D002-5335-633B-C50D6F3623D4}"/>
                  </a:ext>
                </a:extLst>
              </p14:cNvPr>
              <p14:cNvContentPartPr/>
              <p14:nvPr/>
            </p14:nvContentPartPr>
            <p14:xfrm>
              <a:off x="2707635" y="3599850"/>
              <a:ext cx="204840" cy="25668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0E37AD43-D002-5335-633B-C50D6F3623D4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2703315" y="3595530"/>
                <a:ext cx="21348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40BF37A8-D9E0-3DE1-C891-643D970EF29D}"/>
                  </a:ext>
                </a:extLst>
              </p14:cNvPr>
              <p14:cNvContentPartPr/>
              <p14:nvPr/>
            </p14:nvContentPartPr>
            <p14:xfrm>
              <a:off x="2700075" y="4103130"/>
              <a:ext cx="220680" cy="23112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40BF37A8-D9E0-3DE1-C891-643D970EF29D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2695755" y="4098810"/>
                <a:ext cx="22932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328CFEAA-4E36-B93F-95C4-95927052596B}"/>
                  </a:ext>
                </a:extLst>
              </p14:cNvPr>
              <p14:cNvContentPartPr/>
              <p14:nvPr/>
            </p14:nvContentPartPr>
            <p14:xfrm>
              <a:off x="2703675" y="4564650"/>
              <a:ext cx="188280" cy="28332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328CFEAA-4E36-B93F-95C4-95927052596B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2699355" y="4560330"/>
                <a:ext cx="19692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EEE1ABD6-E511-A451-A8B2-178CF57EF01E}"/>
                  </a:ext>
                </a:extLst>
              </p14:cNvPr>
              <p14:cNvContentPartPr/>
              <p14:nvPr/>
            </p14:nvContentPartPr>
            <p14:xfrm>
              <a:off x="2694675" y="5076930"/>
              <a:ext cx="180360" cy="24588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EEE1ABD6-E511-A451-A8B2-178CF57EF01E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2690355" y="5072610"/>
                <a:ext cx="18900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83B9A1E5-E276-5FA8-E58F-ABF4C903016F}"/>
                  </a:ext>
                </a:extLst>
              </p14:cNvPr>
              <p14:cNvContentPartPr/>
              <p14:nvPr/>
            </p14:nvContentPartPr>
            <p14:xfrm>
              <a:off x="2713395" y="5516490"/>
              <a:ext cx="182520" cy="21492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83B9A1E5-E276-5FA8-E58F-ABF4C903016F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2709075" y="5512170"/>
                <a:ext cx="19116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C065720B-CC6A-1844-C9F2-89EF26194433}"/>
                  </a:ext>
                </a:extLst>
              </p14:cNvPr>
              <p14:cNvContentPartPr/>
              <p14:nvPr/>
            </p14:nvContentPartPr>
            <p14:xfrm>
              <a:off x="2833635" y="5999610"/>
              <a:ext cx="3960" cy="23652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C065720B-CC6A-1844-C9F2-89EF26194433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2829315" y="5995290"/>
                <a:ext cx="1260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277D2E9A-5C4E-BC44-FD06-19B5DEC0C0B1}"/>
                  </a:ext>
                </a:extLst>
              </p14:cNvPr>
              <p14:cNvContentPartPr/>
              <p14:nvPr/>
            </p14:nvContentPartPr>
            <p14:xfrm>
              <a:off x="5227995" y="3157410"/>
              <a:ext cx="47160" cy="22680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277D2E9A-5C4E-BC44-FD06-19B5DEC0C0B1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5209995" y="3139410"/>
                <a:ext cx="8280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DACCA39E-68EE-A1FE-FBAB-65F7831E45DF}"/>
                  </a:ext>
                </a:extLst>
              </p14:cNvPr>
              <p14:cNvContentPartPr/>
              <p14:nvPr/>
            </p14:nvContentPartPr>
            <p14:xfrm>
              <a:off x="5693115" y="3142290"/>
              <a:ext cx="221760" cy="25632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DACCA39E-68EE-A1FE-FBAB-65F7831E45DF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5675475" y="3124290"/>
                <a:ext cx="25740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504701F8-1FC1-CCF8-0C3F-2440A60B0312}"/>
                  </a:ext>
                </a:extLst>
              </p14:cNvPr>
              <p14:cNvContentPartPr/>
              <p14:nvPr/>
            </p14:nvContentPartPr>
            <p14:xfrm>
              <a:off x="6203595" y="3176850"/>
              <a:ext cx="18360" cy="25776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504701F8-1FC1-CCF8-0C3F-2440A60B0312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6185955" y="3159210"/>
                <a:ext cx="5400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D60CD2D2-C3F1-A002-9EF8-70DB6A86BA69}"/>
                  </a:ext>
                </a:extLst>
              </p14:cNvPr>
              <p14:cNvContentPartPr/>
              <p14:nvPr/>
            </p14:nvContentPartPr>
            <p14:xfrm>
              <a:off x="4709235" y="3090450"/>
              <a:ext cx="205200" cy="30240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D60CD2D2-C3F1-A002-9EF8-70DB6A86BA69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4691595" y="3072450"/>
                <a:ext cx="240840" cy="33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E4E2BB53-BB48-765C-2E70-10C8972233E3}"/>
                  </a:ext>
                </a:extLst>
              </p14:cNvPr>
              <p14:cNvContentPartPr/>
              <p14:nvPr/>
            </p14:nvContentPartPr>
            <p14:xfrm>
              <a:off x="4723635" y="3631530"/>
              <a:ext cx="214200" cy="25164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E4E2BB53-BB48-765C-2E70-10C8972233E3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4705995" y="3613530"/>
                <a:ext cx="24984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9A7A7AC5-488C-55F1-B220-80C8EED3D920}"/>
                  </a:ext>
                </a:extLst>
              </p14:cNvPr>
              <p14:cNvContentPartPr/>
              <p14:nvPr/>
            </p14:nvContentPartPr>
            <p14:xfrm>
              <a:off x="5296395" y="3579330"/>
              <a:ext cx="11160" cy="23400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9A7A7AC5-488C-55F1-B220-80C8EED3D920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5278755" y="3561690"/>
                <a:ext cx="4680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7213AB06-DB0B-1E02-4700-87409A23B4E6}"/>
                  </a:ext>
                </a:extLst>
              </p14:cNvPr>
              <p14:cNvContentPartPr/>
              <p14:nvPr/>
            </p14:nvContentPartPr>
            <p14:xfrm>
              <a:off x="5757195" y="3611370"/>
              <a:ext cx="35280" cy="23652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7213AB06-DB0B-1E02-4700-87409A23B4E6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5739555" y="3593730"/>
                <a:ext cx="7092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DC5E62CE-BC5F-ECE8-15FB-83321EAA4E7A}"/>
                  </a:ext>
                </a:extLst>
              </p14:cNvPr>
              <p14:cNvContentPartPr/>
              <p14:nvPr/>
            </p14:nvContentPartPr>
            <p14:xfrm>
              <a:off x="6168675" y="3676530"/>
              <a:ext cx="174960" cy="23292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DC5E62CE-BC5F-ECE8-15FB-83321EAA4E7A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6151035" y="3658530"/>
                <a:ext cx="21060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DCCBCA85-B95B-2E33-6C8F-B9F365669AC5}"/>
                  </a:ext>
                </a:extLst>
              </p14:cNvPr>
              <p14:cNvContentPartPr/>
              <p14:nvPr/>
            </p14:nvContentPartPr>
            <p14:xfrm>
              <a:off x="4709235" y="4082970"/>
              <a:ext cx="185040" cy="29664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DCCBCA85-B95B-2E33-6C8F-B9F365669AC5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4691235" y="4065330"/>
                <a:ext cx="220680" cy="3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80B2A178-2EED-295F-A622-15855D175B10}"/>
                  </a:ext>
                </a:extLst>
              </p14:cNvPr>
              <p14:cNvContentPartPr/>
              <p14:nvPr/>
            </p14:nvContentPartPr>
            <p14:xfrm>
              <a:off x="5294955" y="4101330"/>
              <a:ext cx="19800" cy="26676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80B2A178-2EED-295F-A622-15855D175B10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5277315" y="4083690"/>
                <a:ext cx="5544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A0B934E9-AC45-58F9-C70D-786981D16A4B}"/>
                  </a:ext>
                </a:extLst>
              </p14:cNvPr>
              <p14:cNvContentPartPr/>
              <p14:nvPr/>
            </p14:nvContentPartPr>
            <p14:xfrm>
              <a:off x="5793195" y="4095930"/>
              <a:ext cx="35280" cy="25272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A0B934E9-AC45-58F9-C70D-786981D16A4B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5775555" y="4078290"/>
                <a:ext cx="7092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FAB758A2-D662-4BE7-A79C-E5461102F7D7}"/>
                  </a:ext>
                </a:extLst>
              </p14:cNvPr>
              <p14:cNvContentPartPr/>
              <p14:nvPr/>
            </p14:nvContentPartPr>
            <p14:xfrm>
              <a:off x="6251835" y="4110330"/>
              <a:ext cx="25560" cy="24948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FAB758A2-D662-4BE7-A79C-E5461102F7D7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6233835" y="4092330"/>
                <a:ext cx="6120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A74A6427-1458-A8F9-4828-3D0669DF3E10}"/>
                  </a:ext>
                </a:extLst>
              </p14:cNvPr>
              <p14:cNvContentPartPr/>
              <p14:nvPr/>
            </p14:nvContentPartPr>
            <p14:xfrm>
              <a:off x="4798515" y="4577970"/>
              <a:ext cx="17280" cy="24516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A74A6427-1458-A8F9-4828-3D0669DF3E10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4780515" y="4559970"/>
                <a:ext cx="5292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C90AFB93-8A16-D28A-B4E0-0B0FE5F3E384}"/>
                  </a:ext>
                </a:extLst>
              </p14:cNvPr>
              <p14:cNvContentPartPr/>
              <p14:nvPr/>
            </p14:nvContentPartPr>
            <p14:xfrm>
              <a:off x="5236995" y="4604970"/>
              <a:ext cx="177120" cy="24300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C90AFB93-8A16-D28A-B4E0-0B0FE5F3E384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5218995" y="4586970"/>
                <a:ext cx="21276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53379912-AE3A-4F5A-2A90-E7A2FBA17123}"/>
                  </a:ext>
                </a:extLst>
              </p14:cNvPr>
              <p14:cNvContentPartPr/>
              <p14:nvPr/>
            </p14:nvContentPartPr>
            <p14:xfrm>
              <a:off x="5717595" y="4632690"/>
              <a:ext cx="188280" cy="26028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53379912-AE3A-4F5A-2A90-E7A2FBA17123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5699595" y="4615050"/>
                <a:ext cx="22392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933C91F7-5715-098F-0619-93E2B555EF05}"/>
                  </a:ext>
                </a:extLst>
              </p14:cNvPr>
              <p14:cNvContentPartPr/>
              <p14:nvPr/>
            </p14:nvContentPartPr>
            <p14:xfrm>
              <a:off x="6171195" y="4624410"/>
              <a:ext cx="168840" cy="23724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933C91F7-5715-098F-0619-93E2B555EF05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6153195" y="4606770"/>
                <a:ext cx="20448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F34B5780-5362-2DC1-A7E4-83E69D92E5F3}"/>
                  </a:ext>
                </a:extLst>
              </p14:cNvPr>
              <p14:cNvContentPartPr/>
              <p14:nvPr/>
            </p14:nvContentPartPr>
            <p14:xfrm>
              <a:off x="4798515" y="5028330"/>
              <a:ext cx="47160" cy="21132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F34B5780-5362-2DC1-A7E4-83E69D92E5F3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4780515" y="5010330"/>
                <a:ext cx="8280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D1A41ABB-F2F9-A47D-4FC5-B22AC940ECD1}"/>
                  </a:ext>
                </a:extLst>
              </p14:cNvPr>
              <p14:cNvContentPartPr/>
              <p14:nvPr/>
            </p14:nvContentPartPr>
            <p14:xfrm>
              <a:off x="5248515" y="5006010"/>
              <a:ext cx="187200" cy="26604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D1A41ABB-F2F9-A47D-4FC5-B22AC940ECD1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5230515" y="4988370"/>
                <a:ext cx="22284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3A5AB8FE-982F-49A7-EA47-25A003DC85EA}"/>
                  </a:ext>
                </a:extLst>
              </p14:cNvPr>
              <p14:cNvContentPartPr/>
              <p14:nvPr/>
            </p14:nvContentPartPr>
            <p14:xfrm>
              <a:off x="5741715" y="5070090"/>
              <a:ext cx="174960" cy="19872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3A5AB8FE-982F-49A7-EA47-25A003DC85EA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5723715" y="5052450"/>
                <a:ext cx="21060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60B08421-1CD5-9B92-0704-B526F5D0E8DE}"/>
                  </a:ext>
                </a:extLst>
              </p14:cNvPr>
              <p14:cNvContentPartPr/>
              <p14:nvPr/>
            </p14:nvContentPartPr>
            <p14:xfrm>
              <a:off x="6303315" y="5062890"/>
              <a:ext cx="21960" cy="25344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60B08421-1CD5-9B92-0704-B526F5D0E8DE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6285675" y="5045250"/>
                <a:ext cx="5760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B1B2A84F-F581-F42D-A0FB-EF47D0D4BD2C}"/>
                  </a:ext>
                </a:extLst>
              </p14:cNvPr>
              <p14:cNvContentPartPr/>
              <p14:nvPr/>
            </p14:nvContentPartPr>
            <p14:xfrm>
              <a:off x="4777995" y="5486250"/>
              <a:ext cx="23040" cy="20196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B1B2A84F-F581-F42D-A0FB-EF47D0D4BD2C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4759995" y="5468250"/>
                <a:ext cx="5868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0546DBB5-1778-D483-EB5A-053E62EBF809}"/>
                  </a:ext>
                </a:extLst>
              </p14:cNvPr>
              <p14:cNvContentPartPr/>
              <p14:nvPr/>
            </p14:nvContentPartPr>
            <p14:xfrm>
              <a:off x="5239875" y="5466450"/>
              <a:ext cx="212400" cy="26748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0546DBB5-1778-D483-EB5A-053E62EBF809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5221875" y="5448810"/>
                <a:ext cx="24804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AB166655-CD51-675A-F384-67ACF84C34BC}"/>
                  </a:ext>
                </a:extLst>
              </p14:cNvPr>
              <p14:cNvContentPartPr/>
              <p14:nvPr/>
            </p14:nvContentPartPr>
            <p14:xfrm>
              <a:off x="5735595" y="5518650"/>
              <a:ext cx="38880" cy="17028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AB166655-CD51-675A-F384-67ACF84C34BC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5717595" y="5501010"/>
                <a:ext cx="7452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53D88C7F-E92F-6091-F38D-A3E8CCF9A177}"/>
                  </a:ext>
                </a:extLst>
              </p14:cNvPr>
              <p14:cNvContentPartPr/>
              <p14:nvPr/>
            </p14:nvContentPartPr>
            <p14:xfrm>
              <a:off x="6187755" y="5530890"/>
              <a:ext cx="156600" cy="21420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53D88C7F-E92F-6091-F38D-A3E8CCF9A177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6169755" y="5513250"/>
                <a:ext cx="19224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57907278-6DAC-609D-4291-62139FBB84F9}"/>
                  </a:ext>
                </a:extLst>
              </p14:cNvPr>
              <p14:cNvContentPartPr/>
              <p14:nvPr/>
            </p14:nvContentPartPr>
            <p14:xfrm>
              <a:off x="4795635" y="5957130"/>
              <a:ext cx="23760" cy="25560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57907278-6DAC-609D-4291-62139FBB84F9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4777635" y="5939490"/>
                <a:ext cx="5940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7AC258AB-DEDB-A63A-DDC8-2E311F98C046}"/>
                  </a:ext>
                </a:extLst>
              </p14:cNvPr>
              <p14:cNvContentPartPr/>
              <p14:nvPr/>
            </p14:nvContentPartPr>
            <p14:xfrm>
              <a:off x="5250675" y="5950650"/>
              <a:ext cx="149400" cy="21816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7AC258AB-DEDB-A63A-DDC8-2E311F98C046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5233035" y="5933010"/>
                <a:ext cx="18504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937B9676-2AE8-E61A-C34E-8114427E29FF}"/>
                  </a:ext>
                </a:extLst>
              </p14:cNvPr>
              <p14:cNvContentPartPr/>
              <p14:nvPr/>
            </p14:nvContentPartPr>
            <p14:xfrm>
              <a:off x="5767635" y="5974770"/>
              <a:ext cx="9720" cy="20772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937B9676-2AE8-E61A-C34E-8114427E29FF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5749995" y="5956770"/>
                <a:ext cx="4536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88FFAD4D-9AC7-A696-CE16-6D114E876B74}"/>
                  </a:ext>
                </a:extLst>
              </p14:cNvPr>
              <p14:cNvContentPartPr/>
              <p14:nvPr/>
            </p14:nvContentPartPr>
            <p14:xfrm>
              <a:off x="6259035" y="5996370"/>
              <a:ext cx="46080" cy="22248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88FFAD4D-9AC7-A696-CE16-6D114E876B74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6241035" y="5978370"/>
                <a:ext cx="8172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86886461-121D-B26D-961A-DFB37F45BE9B}"/>
                  </a:ext>
                </a:extLst>
              </p14:cNvPr>
              <p14:cNvContentPartPr/>
              <p14:nvPr/>
            </p14:nvContentPartPr>
            <p14:xfrm>
              <a:off x="4810395" y="6434850"/>
              <a:ext cx="51840" cy="22068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86886461-121D-B26D-961A-DFB37F45BE9B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4792755" y="6416850"/>
                <a:ext cx="8748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88AB43B5-6C23-5408-43E1-FDB95898352B}"/>
                  </a:ext>
                </a:extLst>
              </p14:cNvPr>
              <p14:cNvContentPartPr/>
              <p14:nvPr/>
            </p14:nvContentPartPr>
            <p14:xfrm>
              <a:off x="5339955" y="6440250"/>
              <a:ext cx="46080" cy="24228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88AB43B5-6C23-5408-43E1-FDB95898352B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5321955" y="6422250"/>
                <a:ext cx="8172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482DFCDC-ABE8-A267-9411-055D694BEC0D}"/>
                  </a:ext>
                </a:extLst>
              </p14:cNvPr>
              <p14:cNvContentPartPr/>
              <p14:nvPr/>
            </p14:nvContentPartPr>
            <p14:xfrm>
              <a:off x="5719755" y="6423690"/>
              <a:ext cx="171000" cy="26604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482DFCDC-ABE8-A267-9411-055D694BEC0D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5701755" y="6405690"/>
                <a:ext cx="20664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E6D94939-0DEB-DDC1-03C9-22A992788D8D}"/>
                  </a:ext>
                </a:extLst>
              </p14:cNvPr>
              <p14:cNvContentPartPr/>
              <p14:nvPr/>
            </p14:nvContentPartPr>
            <p14:xfrm>
              <a:off x="6185595" y="6446370"/>
              <a:ext cx="195480" cy="24192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E6D94939-0DEB-DDC1-03C9-22A992788D8D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6167595" y="6428730"/>
                <a:ext cx="231120" cy="27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5710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EDDA04-9425-069F-4FA3-8759124C69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454" b="39567"/>
          <a:stretch/>
        </p:blipFill>
        <p:spPr>
          <a:xfrm>
            <a:off x="414585" y="368134"/>
            <a:ext cx="9166630" cy="5700157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2BD307C4-59FD-520D-0286-529BD988AA86}"/>
              </a:ext>
            </a:extLst>
          </p:cNvPr>
          <p:cNvGrpSpPr/>
          <p:nvPr/>
        </p:nvGrpSpPr>
        <p:grpSpPr>
          <a:xfrm>
            <a:off x="1339995" y="513757"/>
            <a:ext cx="1446480" cy="719640"/>
            <a:chOff x="1339995" y="513757"/>
            <a:chExt cx="1446480" cy="71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023F234-D7A1-8F35-914E-69620DEBC547}"/>
                    </a:ext>
                  </a:extLst>
                </p14:cNvPr>
                <p14:cNvContentPartPr/>
                <p14:nvPr/>
              </p14:nvContentPartPr>
              <p14:xfrm>
                <a:off x="1569675" y="544717"/>
                <a:ext cx="931680" cy="688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023F234-D7A1-8F35-914E-69620DEBC54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551675" y="527077"/>
                  <a:ext cx="967320" cy="72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CCEEAFB-BF0E-CBDA-9CCE-3BB8E2B36CB5}"/>
                    </a:ext>
                  </a:extLst>
                </p14:cNvPr>
                <p14:cNvContentPartPr/>
                <p14:nvPr/>
              </p14:nvContentPartPr>
              <p14:xfrm>
                <a:off x="1339995" y="768997"/>
                <a:ext cx="135360" cy="267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CCEEAFB-BF0E-CBDA-9CCE-3BB8E2B36CB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322355" y="750997"/>
                  <a:ext cx="1710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452334B-4A17-BF11-F920-BD86A01C6E02}"/>
                    </a:ext>
                  </a:extLst>
                </p14:cNvPr>
                <p14:cNvContentPartPr/>
                <p14:nvPr/>
              </p14:nvContentPartPr>
              <p14:xfrm>
                <a:off x="1481115" y="775477"/>
                <a:ext cx="102240" cy="360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452334B-4A17-BF11-F920-BD86A01C6E0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63115" y="757837"/>
                  <a:ext cx="13788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0BFB696-8943-1A77-772B-3CC0B163A1C1}"/>
                    </a:ext>
                  </a:extLst>
                </p14:cNvPr>
                <p14:cNvContentPartPr/>
                <p14:nvPr/>
              </p14:nvContentPartPr>
              <p14:xfrm>
                <a:off x="1353675" y="987517"/>
                <a:ext cx="15624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0BFB696-8943-1A77-772B-3CC0B163A1C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35675" y="969877"/>
                  <a:ext cx="1918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F65479E-35AC-15DE-8967-763146F0A44F}"/>
                    </a:ext>
                  </a:extLst>
                </p14:cNvPr>
                <p14:cNvContentPartPr/>
                <p14:nvPr/>
              </p14:nvContentPartPr>
              <p14:xfrm>
                <a:off x="1599555" y="942877"/>
                <a:ext cx="123480" cy="195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F65479E-35AC-15DE-8967-763146F0A44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81915" y="924877"/>
                  <a:ext cx="1591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FFDC33A-38B8-14A4-7701-D89A68CE266E}"/>
                    </a:ext>
                  </a:extLst>
                </p14:cNvPr>
                <p14:cNvContentPartPr/>
                <p14:nvPr/>
              </p14:nvContentPartPr>
              <p14:xfrm>
                <a:off x="1860915" y="872677"/>
                <a:ext cx="153360" cy="298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FFDC33A-38B8-14A4-7701-D89A68CE266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42915" y="854677"/>
                  <a:ext cx="1890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D0B18C8-1DB5-C840-E997-56119E2A143D}"/>
                    </a:ext>
                  </a:extLst>
                </p14:cNvPr>
                <p14:cNvContentPartPr/>
                <p14:nvPr/>
              </p14:nvContentPartPr>
              <p14:xfrm>
                <a:off x="1866675" y="1018477"/>
                <a:ext cx="111240" cy="13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D0B18C8-1DB5-C840-E997-56119E2A143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848675" y="1000837"/>
                  <a:ext cx="1468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2E0C611-F72E-7CA0-7B58-E7F7052D19CF}"/>
                    </a:ext>
                  </a:extLst>
                </p14:cNvPr>
                <p14:cNvContentPartPr/>
                <p14:nvPr/>
              </p14:nvContentPartPr>
              <p14:xfrm>
                <a:off x="2020395" y="1080757"/>
                <a:ext cx="122040" cy="150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2E0C611-F72E-7CA0-7B58-E7F7052D19C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002755" y="1062757"/>
                  <a:ext cx="1576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8B449FC-1A7F-D0E9-4E02-B201FC9EAC19}"/>
                    </a:ext>
                  </a:extLst>
                </p14:cNvPr>
                <p14:cNvContentPartPr/>
                <p14:nvPr/>
              </p14:nvContentPartPr>
              <p14:xfrm>
                <a:off x="2121555" y="513757"/>
                <a:ext cx="117000" cy="266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8B449FC-1A7F-D0E9-4E02-B201FC9EAC1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103915" y="496117"/>
                  <a:ext cx="1526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8D61BFF-A19E-068E-A0B8-33D0ED2D64AD}"/>
                    </a:ext>
                  </a:extLst>
                </p14:cNvPr>
                <p14:cNvContentPartPr/>
                <p14:nvPr/>
              </p14:nvContentPartPr>
              <p14:xfrm>
                <a:off x="2216235" y="519517"/>
                <a:ext cx="95760" cy="301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8D61BFF-A19E-068E-A0B8-33D0ED2D64A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198235" y="501517"/>
                  <a:ext cx="13140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14E2983-1748-66AC-EF0D-9B8859D67CD4}"/>
                    </a:ext>
                  </a:extLst>
                </p14:cNvPr>
                <p14:cNvContentPartPr/>
                <p14:nvPr/>
              </p14:nvContentPartPr>
              <p14:xfrm>
                <a:off x="2169435" y="672877"/>
                <a:ext cx="142920" cy="7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14E2983-1748-66AC-EF0D-9B8859D67CD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151795" y="655237"/>
                  <a:ext cx="1785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8ED3D03-03CC-7AC3-3F3A-3A44E835E24E}"/>
                    </a:ext>
                  </a:extLst>
                </p14:cNvPr>
                <p14:cNvContentPartPr/>
                <p14:nvPr/>
              </p14:nvContentPartPr>
              <p14:xfrm>
                <a:off x="2399115" y="733717"/>
                <a:ext cx="7920" cy="106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8ED3D03-03CC-7AC3-3F3A-3A44E835E24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381115" y="716077"/>
                  <a:ext cx="435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213E6D2-8EF4-62A8-CA31-005F62025EE1}"/>
                    </a:ext>
                  </a:extLst>
                </p14:cNvPr>
                <p14:cNvContentPartPr/>
                <p14:nvPr/>
              </p14:nvContentPartPr>
              <p14:xfrm>
                <a:off x="2496675" y="621757"/>
                <a:ext cx="143280" cy="224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213E6D2-8EF4-62A8-CA31-005F62025EE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478675" y="603757"/>
                  <a:ext cx="1789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A29DF5E-9F57-FE0D-F22A-81387F13DF1C}"/>
                    </a:ext>
                  </a:extLst>
                </p14:cNvPr>
                <p14:cNvContentPartPr/>
                <p14:nvPr/>
              </p14:nvContentPartPr>
              <p14:xfrm>
                <a:off x="2493435" y="632917"/>
                <a:ext cx="165240" cy="299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A29DF5E-9F57-FE0D-F22A-81387F13DF1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475795" y="615277"/>
                  <a:ext cx="20088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2AB4C05-BE92-647F-C2ED-4912BF4028E4}"/>
                    </a:ext>
                  </a:extLst>
                </p14:cNvPr>
                <p14:cNvContentPartPr/>
                <p14:nvPr/>
              </p14:nvContentPartPr>
              <p14:xfrm>
                <a:off x="2710875" y="768997"/>
                <a:ext cx="75600" cy="109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2AB4C05-BE92-647F-C2ED-4912BF4028E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693235" y="750997"/>
                  <a:ext cx="11124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52B6E6E-50BB-BFBF-1468-84E6208CF722}"/>
              </a:ext>
            </a:extLst>
          </p:cNvPr>
          <p:cNvGrpSpPr/>
          <p:nvPr/>
        </p:nvGrpSpPr>
        <p:grpSpPr>
          <a:xfrm>
            <a:off x="3246195" y="2549197"/>
            <a:ext cx="585720" cy="509400"/>
            <a:chOff x="3246195" y="2549197"/>
            <a:chExt cx="585720" cy="50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E1883B8-DC38-02B0-E7A7-997F11B0202F}"/>
                    </a:ext>
                  </a:extLst>
                </p14:cNvPr>
                <p14:cNvContentPartPr/>
                <p14:nvPr/>
              </p14:nvContentPartPr>
              <p14:xfrm>
                <a:off x="3270675" y="2549197"/>
                <a:ext cx="484920" cy="509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E1883B8-DC38-02B0-E7A7-997F11B0202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252675" y="2531557"/>
                  <a:ext cx="52056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008F95C-F32F-8FEE-52AD-83CDB9512426}"/>
                    </a:ext>
                  </a:extLst>
                </p14:cNvPr>
                <p14:cNvContentPartPr/>
                <p14:nvPr/>
              </p14:nvContentPartPr>
              <p14:xfrm>
                <a:off x="3246195" y="2592397"/>
                <a:ext cx="585720" cy="313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008F95C-F32F-8FEE-52AD-83CDB951242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228195" y="2574757"/>
                  <a:ext cx="621360" cy="34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DD809C6-E7AD-C30B-159E-AA412C447665}"/>
              </a:ext>
            </a:extLst>
          </p:cNvPr>
          <p:cNvGrpSpPr/>
          <p:nvPr/>
        </p:nvGrpSpPr>
        <p:grpSpPr>
          <a:xfrm>
            <a:off x="4676115" y="2708677"/>
            <a:ext cx="415800" cy="322920"/>
            <a:chOff x="4676115" y="2708677"/>
            <a:chExt cx="415800" cy="32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15F144D-0380-C920-8BE9-4F8D53871C01}"/>
                    </a:ext>
                  </a:extLst>
                </p14:cNvPr>
                <p14:cNvContentPartPr/>
                <p14:nvPr/>
              </p14:nvContentPartPr>
              <p14:xfrm>
                <a:off x="4752435" y="2708677"/>
                <a:ext cx="317160" cy="318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15F144D-0380-C920-8BE9-4F8D53871C0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734795" y="2690677"/>
                  <a:ext cx="3528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2386222-56D5-EAE5-BF1D-2A62270B4500}"/>
                    </a:ext>
                  </a:extLst>
                </p14:cNvPr>
                <p14:cNvContentPartPr/>
                <p14:nvPr/>
              </p14:nvContentPartPr>
              <p14:xfrm>
                <a:off x="4676115" y="2708677"/>
                <a:ext cx="415800" cy="322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2386222-56D5-EAE5-BF1D-2A62270B450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658115" y="2690677"/>
                  <a:ext cx="451440" cy="35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345F854-63F3-FAAB-4840-6CE18CB910F5}"/>
              </a:ext>
            </a:extLst>
          </p:cNvPr>
          <p:cNvGrpSpPr/>
          <p:nvPr/>
        </p:nvGrpSpPr>
        <p:grpSpPr>
          <a:xfrm>
            <a:off x="5734875" y="2698957"/>
            <a:ext cx="1253520" cy="377640"/>
            <a:chOff x="5734875" y="2698957"/>
            <a:chExt cx="1253520" cy="37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3E440FE-14A1-A3B3-5589-1ABFA47323C3}"/>
                    </a:ext>
                  </a:extLst>
                </p14:cNvPr>
                <p14:cNvContentPartPr/>
                <p14:nvPr/>
              </p14:nvContentPartPr>
              <p14:xfrm>
                <a:off x="5799315" y="2755117"/>
                <a:ext cx="349920" cy="308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3E440FE-14A1-A3B3-5589-1ABFA47323C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781675" y="2737117"/>
                  <a:ext cx="38556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4A1BE7F-D7FA-A5AD-9C3E-9817FAF79BD5}"/>
                    </a:ext>
                  </a:extLst>
                </p14:cNvPr>
                <p14:cNvContentPartPr/>
                <p14:nvPr/>
              </p14:nvContentPartPr>
              <p14:xfrm>
                <a:off x="5734875" y="2802997"/>
                <a:ext cx="363240" cy="258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4A1BE7F-D7FA-A5AD-9C3E-9817FAF79BD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717235" y="2785357"/>
                  <a:ext cx="39888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19C1A43-327D-38D0-E398-1C5A11AA89C9}"/>
                    </a:ext>
                  </a:extLst>
                </p14:cNvPr>
                <p14:cNvContentPartPr/>
                <p14:nvPr/>
              </p14:nvContentPartPr>
              <p14:xfrm>
                <a:off x="6612555" y="2707237"/>
                <a:ext cx="322920" cy="313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19C1A43-327D-38D0-E398-1C5A11AA89C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594555" y="2689597"/>
                  <a:ext cx="35856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D9A18ED-63E7-BF96-2E2C-EB367F145F35}"/>
                    </a:ext>
                  </a:extLst>
                </p14:cNvPr>
                <p14:cNvContentPartPr/>
                <p14:nvPr/>
              </p14:nvContentPartPr>
              <p14:xfrm>
                <a:off x="6554955" y="2698957"/>
                <a:ext cx="433440" cy="377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D9A18ED-63E7-BF96-2E2C-EB367F145F3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536955" y="2681317"/>
                  <a:ext cx="469080" cy="41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590A5BD-825E-7737-60A9-9FCA64125D8E}"/>
              </a:ext>
            </a:extLst>
          </p:cNvPr>
          <p:cNvGrpSpPr/>
          <p:nvPr/>
        </p:nvGrpSpPr>
        <p:grpSpPr>
          <a:xfrm>
            <a:off x="5730195" y="3336157"/>
            <a:ext cx="365040" cy="326880"/>
            <a:chOff x="5730195" y="3336157"/>
            <a:chExt cx="365040" cy="32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BF74082-EC22-F9DA-80AF-A437046C55E7}"/>
                    </a:ext>
                  </a:extLst>
                </p14:cNvPr>
                <p14:cNvContentPartPr/>
                <p14:nvPr/>
              </p14:nvContentPartPr>
              <p14:xfrm>
                <a:off x="5730195" y="3336157"/>
                <a:ext cx="365040" cy="326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BF74082-EC22-F9DA-80AF-A437046C55E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712195" y="3318517"/>
                  <a:ext cx="40068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4D0C0C8-3651-50C0-BD9F-8FDB6DBCCBB3}"/>
                    </a:ext>
                  </a:extLst>
                </p14:cNvPr>
                <p14:cNvContentPartPr/>
                <p14:nvPr/>
              </p14:nvContentPartPr>
              <p14:xfrm>
                <a:off x="5730195" y="3371437"/>
                <a:ext cx="365040" cy="282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4D0C0C8-3651-50C0-BD9F-8FDB6DBCCBB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712555" y="3353437"/>
                  <a:ext cx="400680" cy="31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E8F1F7E-28A8-DC78-CDA0-4A511FE80969}"/>
              </a:ext>
            </a:extLst>
          </p:cNvPr>
          <p:cNvGrpSpPr/>
          <p:nvPr/>
        </p:nvGrpSpPr>
        <p:grpSpPr>
          <a:xfrm>
            <a:off x="6634875" y="3350197"/>
            <a:ext cx="391680" cy="364680"/>
            <a:chOff x="6634875" y="3350197"/>
            <a:chExt cx="391680" cy="36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16885EC-C28A-1244-E9C5-05539FE012DA}"/>
                    </a:ext>
                  </a:extLst>
                </p14:cNvPr>
                <p14:cNvContentPartPr/>
                <p14:nvPr/>
              </p14:nvContentPartPr>
              <p14:xfrm>
                <a:off x="6671955" y="3350197"/>
                <a:ext cx="239040" cy="2808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16885EC-C28A-1244-E9C5-05539FE012D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654315" y="3332557"/>
                  <a:ext cx="274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06D9750-29E5-29EB-0F5F-06F6D54D9D32}"/>
                    </a:ext>
                  </a:extLst>
                </p14:cNvPr>
                <p14:cNvContentPartPr/>
                <p14:nvPr/>
              </p14:nvContentPartPr>
              <p14:xfrm>
                <a:off x="6634875" y="3356317"/>
                <a:ext cx="391680" cy="358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06D9750-29E5-29EB-0F5F-06F6D54D9D3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617235" y="3338317"/>
                  <a:ext cx="427320" cy="39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BACD9B9-BCB3-94DE-9B89-597BC3CF1FD3}"/>
                  </a:ext>
                </a:extLst>
              </p14:cNvPr>
              <p14:cNvContentPartPr/>
              <p14:nvPr/>
            </p14:nvContentPartPr>
            <p14:xfrm>
              <a:off x="3020115" y="2408077"/>
              <a:ext cx="4238280" cy="15318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BACD9B9-BCB3-94DE-9B89-597BC3CF1FD3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002115" y="2390437"/>
                <a:ext cx="4273920" cy="156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8D8AC5D0-F80E-092A-12C1-5227D73C51B9}"/>
                  </a:ext>
                </a:extLst>
              </p14:cNvPr>
              <p14:cNvContentPartPr/>
              <p14:nvPr/>
            </p14:nvContentPartPr>
            <p14:xfrm>
              <a:off x="4317555" y="1869877"/>
              <a:ext cx="1916280" cy="129420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8D8AC5D0-F80E-092A-12C1-5227D73C51B9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308555" y="1860877"/>
                <a:ext cx="1933920" cy="131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0A0ED0A5-F3FE-B1A5-60A4-9BDD95D8ADCA}"/>
                  </a:ext>
                </a:extLst>
              </p14:cNvPr>
              <p14:cNvContentPartPr/>
              <p14:nvPr/>
            </p14:nvContentPartPr>
            <p14:xfrm>
              <a:off x="4345995" y="1866997"/>
              <a:ext cx="1934280" cy="12808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0A0ED0A5-F3FE-B1A5-60A4-9BDD95D8ADCA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328355" y="1848997"/>
                <a:ext cx="1969920" cy="13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16E1ED49-0806-F660-DD3D-0F68EDF89C00}"/>
                  </a:ext>
                </a:extLst>
              </p14:cNvPr>
              <p14:cNvContentPartPr/>
              <p14:nvPr/>
            </p14:nvContentPartPr>
            <p14:xfrm>
              <a:off x="5576835" y="1971037"/>
              <a:ext cx="1882080" cy="127404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16E1ED49-0806-F660-DD3D-0F68EDF89C00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5558835" y="1953037"/>
                <a:ext cx="1917720" cy="13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AF7AD98-5326-2C2E-B1EE-E68A9A9887F7}"/>
                  </a:ext>
                </a:extLst>
              </p14:cNvPr>
              <p14:cNvContentPartPr/>
              <p14:nvPr/>
            </p14:nvContentPartPr>
            <p14:xfrm>
              <a:off x="5655315" y="2853037"/>
              <a:ext cx="43920" cy="799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AF7AD98-5326-2C2E-B1EE-E68A9A9887F7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5637675" y="2835397"/>
                <a:ext cx="79560" cy="11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7CBEE22E-4349-B75A-E00B-6BADD118A28C}"/>
              </a:ext>
            </a:extLst>
          </p:cNvPr>
          <p:cNvGrpSpPr/>
          <p:nvPr/>
        </p:nvGrpSpPr>
        <p:grpSpPr>
          <a:xfrm>
            <a:off x="1694955" y="4275757"/>
            <a:ext cx="1769400" cy="549720"/>
            <a:chOff x="1694955" y="4275757"/>
            <a:chExt cx="1769400" cy="54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8F7231E-175C-F958-E33D-8C046C01CDD8}"/>
                    </a:ext>
                  </a:extLst>
                </p14:cNvPr>
                <p14:cNvContentPartPr/>
                <p14:nvPr/>
              </p14:nvContentPartPr>
              <p14:xfrm>
                <a:off x="1694955" y="4275757"/>
                <a:ext cx="235080" cy="464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8F7231E-175C-F958-E33D-8C046C01CDD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676955" y="4258117"/>
                  <a:ext cx="27072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6AE3A87-02BA-56A3-E8A7-37715E44E753}"/>
                    </a:ext>
                  </a:extLst>
                </p14:cNvPr>
                <p14:cNvContentPartPr/>
                <p14:nvPr/>
              </p14:nvContentPartPr>
              <p14:xfrm>
                <a:off x="2040555" y="4543237"/>
                <a:ext cx="163800" cy="2674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6AE3A87-02BA-56A3-E8A7-37715E44E75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022915" y="4525597"/>
                  <a:ext cx="1994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1B39E80-EB2A-B32D-E846-4E2331E4897F}"/>
                    </a:ext>
                  </a:extLst>
                </p14:cNvPr>
                <p14:cNvContentPartPr/>
                <p14:nvPr/>
              </p14:nvContentPartPr>
              <p14:xfrm>
                <a:off x="2441235" y="4517317"/>
                <a:ext cx="208440" cy="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1B39E80-EB2A-B32D-E846-4E2331E4897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423595" y="4499677"/>
                  <a:ext cx="244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BFCC7CE-DDE0-9DAC-F313-3D6CB81C5019}"/>
                    </a:ext>
                  </a:extLst>
                </p14:cNvPr>
                <p14:cNvContentPartPr/>
                <p14:nvPr/>
              </p14:nvContentPartPr>
              <p14:xfrm>
                <a:off x="2451315" y="4665997"/>
                <a:ext cx="200520" cy="13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BFCC7CE-DDE0-9DAC-F313-3D6CB81C501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433315" y="4647997"/>
                  <a:ext cx="2361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6FD3458-42E5-D432-6E7F-EA33409D7514}"/>
                    </a:ext>
                  </a:extLst>
                </p14:cNvPr>
                <p14:cNvContentPartPr/>
                <p14:nvPr/>
              </p14:nvContentPartPr>
              <p14:xfrm>
                <a:off x="2968995" y="4308157"/>
                <a:ext cx="231480" cy="517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6FD3458-42E5-D432-6E7F-EA33409D751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951355" y="4290517"/>
                  <a:ext cx="267120" cy="55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369F0DD-B753-0994-21E9-7B6AD0C60320}"/>
                    </a:ext>
                  </a:extLst>
                </p14:cNvPr>
                <p14:cNvContentPartPr/>
                <p14:nvPr/>
              </p14:nvContentPartPr>
              <p14:xfrm>
                <a:off x="3189675" y="4304197"/>
                <a:ext cx="84240" cy="455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369F0DD-B753-0994-21E9-7B6AD0C6032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171675" y="4286557"/>
                  <a:ext cx="11988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CE09672-6FF3-BC7B-57EE-2A2B6E81A97C}"/>
                    </a:ext>
                  </a:extLst>
                </p14:cNvPr>
                <p14:cNvContentPartPr/>
                <p14:nvPr/>
              </p14:nvContentPartPr>
              <p14:xfrm>
                <a:off x="3000675" y="4591837"/>
                <a:ext cx="162360" cy="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CE09672-6FF3-BC7B-57EE-2A2B6E81A97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982675" y="4573837"/>
                  <a:ext cx="198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BF9E73D-C5EA-EC98-2759-F1620332C525}"/>
                    </a:ext>
                  </a:extLst>
                </p14:cNvPr>
                <p14:cNvContentPartPr/>
                <p14:nvPr/>
              </p14:nvContentPartPr>
              <p14:xfrm>
                <a:off x="3315675" y="4568077"/>
                <a:ext cx="148680" cy="2509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BF9E73D-C5EA-EC98-2759-F1620332C52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297675" y="4550437"/>
                  <a:ext cx="184320" cy="28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95B6A349-9CE0-ADEC-8426-12015BFB5E4B}"/>
                  </a:ext>
                </a:extLst>
              </p14:cNvPr>
              <p14:cNvContentPartPr/>
              <p14:nvPr/>
            </p14:nvContentPartPr>
            <p14:xfrm>
              <a:off x="9696315" y="-662003"/>
              <a:ext cx="18360" cy="3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95B6A349-9CE0-ADEC-8426-12015BFB5E4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9678315" y="-680003"/>
                <a:ext cx="54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170F507C-C28E-585E-75C6-531C6E7F3578}"/>
              </a:ext>
            </a:extLst>
          </p:cNvPr>
          <p:cNvGrpSpPr/>
          <p:nvPr/>
        </p:nvGrpSpPr>
        <p:grpSpPr>
          <a:xfrm>
            <a:off x="4181115" y="4366477"/>
            <a:ext cx="1072800" cy="496080"/>
            <a:chOff x="4181115" y="4366477"/>
            <a:chExt cx="1072800" cy="49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05493E3-5506-88B1-FE3A-7E9592ABEEE2}"/>
                    </a:ext>
                  </a:extLst>
                </p14:cNvPr>
                <p14:cNvContentPartPr/>
                <p14:nvPr/>
              </p14:nvContentPartPr>
              <p14:xfrm>
                <a:off x="4196595" y="4366477"/>
                <a:ext cx="93960" cy="421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05493E3-5506-88B1-FE3A-7E9592ABEEE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178955" y="4348477"/>
                  <a:ext cx="12960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AB8126C-4848-7245-1034-19BD4C3C7922}"/>
                    </a:ext>
                  </a:extLst>
                </p14:cNvPr>
                <p14:cNvContentPartPr/>
                <p14:nvPr/>
              </p14:nvContentPartPr>
              <p14:xfrm>
                <a:off x="4317555" y="4426957"/>
                <a:ext cx="66240" cy="4078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AB8126C-4848-7245-1034-19BD4C3C792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299555" y="4409317"/>
                  <a:ext cx="10188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E82B984-BBC7-2B68-838D-22BFCB8100E2}"/>
                    </a:ext>
                  </a:extLst>
                </p14:cNvPr>
                <p14:cNvContentPartPr/>
                <p14:nvPr/>
              </p14:nvContentPartPr>
              <p14:xfrm>
                <a:off x="4181115" y="4700917"/>
                <a:ext cx="162360" cy="136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E82B984-BBC7-2B68-838D-22BFCB8100E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163115" y="4683277"/>
                  <a:ext cx="1980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6A9CF65-12F8-8EB8-28B0-6752DBF87A8F}"/>
                    </a:ext>
                  </a:extLst>
                </p14:cNvPr>
                <p14:cNvContentPartPr/>
                <p14:nvPr/>
              </p14:nvContentPartPr>
              <p14:xfrm>
                <a:off x="4444635" y="4668157"/>
                <a:ext cx="168840" cy="1832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6A9CF65-12F8-8EB8-28B0-6752DBF87A8F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426635" y="4650157"/>
                  <a:ext cx="2044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4B0F062-DB96-5E18-60B1-6D21B7DD5DDF}"/>
                    </a:ext>
                  </a:extLst>
                </p14:cNvPr>
                <p14:cNvContentPartPr/>
                <p14:nvPr/>
              </p14:nvContentPartPr>
              <p14:xfrm>
                <a:off x="4721115" y="4795597"/>
                <a:ext cx="12240" cy="244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4B0F062-DB96-5E18-60B1-6D21B7DD5DD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703115" y="4777597"/>
                  <a:ext cx="478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D5DC2D6-4195-84AF-2111-C89239E886F8}"/>
                    </a:ext>
                  </a:extLst>
                </p14:cNvPr>
                <p14:cNvContentPartPr/>
                <p14:nvPr/>
              </p14:nvContentPartPr>
              <p14:xfrm>
                <a:off x="4843875" y="4437757"/>
                <a:ext cx="151920" cy="3553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D5DC2D6-4195-84AF-2111-C89239E886F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826235" y="4420117"/>
                  <a:ext cx="18756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3527456-01E5-828C-9D6D-6DD55999536A}"/>
                    </a:ext>
                  </a:extLst>
                </p14:cNvPr>
                <p14:cNvContentPartPr/>
                <p14:nvPr/>
              </p14:nvContentPartPr>
              <p14:xfrm>
                <a:off x="4987875" y="4462237"/>
                <a:ext cx="94680" cy="335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3527456-01E5-828C-9D6D-6DD55999536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970235" y="4444237"/>
                  <a:ext cx="13032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60FACC9-E1DC-718E-43E7-C1F1F0E61717}"/>
                    </a:ext>
                  </a:extLst>
                </p14:cNvPr>
                <p14:cNvContentPartPr/>
                <p14:nvPr/>
              </p14:nvContentPartPr>
              <p14:xfrm>
                <a:off x="4851435" y="4630717"/>
                <a:ext cx="168480" cy="219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60FACC9-E1DC-718E-43E7-C1F1F0E6171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833795" y="4613077"/>
                  <a:ext cx="2041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D2DFDA7-1AB2-3F33-5A07-D193EDD7BCC0}"/>
                    </a:ext>
                  </a:extLst>
                </p14:cNvPr>
                <p14:cNvContentPartPr/>
                <p14:nvPr/>
              </p14:nvContentPartPr>
              <p14:xfrm>
                <a:off x="5152755" y="4710637"/>
                <a:ext cx="101160" cy="151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D2DFDA7-1AB2-3F33-5A07-D193EDD7BCC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135115" y="4692637"/>
                  <a:ext cx="13680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91BCA33-29C9-789F-0A69-988A427E421A}"/>
              </a:ext>
            </a:extLst>
          </p:cNvPr>
          <p:cNvGrpSpPr/>
          <p:nvPr/>
        </p:nvGrpSpPr>
        <p:grpSpPr>
          <a:xfrm>
            <a:off x="3705555" y="4449997"/>
            <a:ext cx="298800" cy="440280"/>
            <a:chOff x="3705555" y="4449997"/>
            <a:chExt cx="298800" cy="44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8F42938-5959-C07A-948E-270DB6944343}"/>
                    </a:ext>
                  </a:extLst>
                </p14:cNvPr>
                <p14:cNvContentPartPr/>
                <p14:nvPr/>
              </p14:nvContentPartPr>
              <p14:xfrm>
                <a:off x="3709875" y="4599757"/>
                <a:ext cx="284400" cy="56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8F42938-5959-C07A-948E-270DB694434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705555" y="4595437"/>
                  <a:ext cx="2930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9A16E8E-D901-663E-9EE4-1C81F931548D}"/>
                    </a:ext>
                  </a:extLst>
                </p14:cNvPr>
                <p14:cNvContentPartPr/>
                <p14:nvPr/>
              </p14:nvContentPartPr>
              <p14:xfrm>
                <a:off x="3828675" y="4498597"/>
                <a:ext cx="45360" cy="391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9A16E8E-D901-663E-9EE4-1C81F931548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824355" y="4494277"/>
                  <a:ext cx="5400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AD4E676-BC0E-862F-6631-24FDA8311AEB}"/>
                    </a:ext>
                  </a:extLst>
                </p14:cNvPr>
                <p14:cNvContentPartPr/>
                <p14:nvPr/>
              </p14:nvContentPartPr>
              <p14:xfrm>
                <a:off x="3724275" y="4633237"/>
                <a:ext cx="280080" cy="424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AD4E676-BC0E-862F-6631-24FDA8311AE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706275" y="4615237"/>
                  <a:ext cx="3157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90AF216-6388-1E9C-5920-B1ACB4A76AB4}"/>
                    </a:ext>
                  </a:extLst>
                </p14:cNvPr>
                <p14:cNvContentPartPr/>
                <p14:nvPr/>
              </p14:nvContentPartPr>
              <p14:xfrm>
                <a:off x="3826875" y="4449997"/>
                <a:ext cx="92520" cy="385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90AF216-6388-1E9C-5920-B1ACB4A76AB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809235" y="4432357"/>
                  <a:ext cx="12816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1CA2D09-2FCC-9817-06F5-D4A8E355C8FB}"/>
                    </a:ext>
                  </a:extLst>
                </p14:cNvPr>
                <p14:cNvContentPartPr/>
                <p14:nvPr/>
              </p14:nvContentPartPr>
              <p14:xfrm>
                <a:off x="3705555" y="4672837"/>
                <a:ext cx="271800" cy="90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1CA2D09-2FCC-9817-06F5-D4A8E355C8F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687555" y="4654837"/>
                  <a:ext cx="3074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C479395-6288-A2DC-B6F7-E0241CC88274}"/>
                    </a:ext>
                  </a:extLst>
                </p14:cNvPr>
                <p14:cNvContentPartPr/>
                <p14:nvPr/>
              </p14:nvContentPartPr>
              <p14:xfrm>
                <a:off x="3855675" y="4495717"/>
                <a:ext cx="49680" cy="376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C479395-6288-A2DC-B6F7-E0241CC8827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837675" y="4478077"/>
                  <a:ext cx="85320" cy="41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B10F572B-B398-12C2-F934-60F61FA35259}"/>
              </a:ext>
            </a:extLst>
          </p:cNvPr>
          <p:cNvGrpSpPr/>
          <p:nvPr/>
        </p:nvGrpSpPr>
        <p:grpSpPr>
          <a:xfrm>
            <a:off x="5455515" y="4459357"/>
            <a:ext cx="343080" cy="379080"/>
            <a:chOff x="5455515" y="4459357"/>
            <a:chExt cx="343080" cy="37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3A6F2D2-C89D-FC98-CDBE-1C6035813D81}"/>
                    </a:ext>
                  </a:extLst>
                </p14:cNvPr>
                <p14:cNvContentPartPr/>
                <p14:nvPr/>
              </p14:nvContentPartPr>
              <p14:xfrm>
                <a:off x="5455515" y="4606597"/>
                <a:ext cx="343080" cy="86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3A6F2D2-C89D-FC98-CDBE-1C6035813D8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437515" y="4588597"/>
                  <a:ext cx="3787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FCE364D-5771-CD31-6C83-14C8D24AEB25}"/>
                    </a:ext>
                  </a:extLst>
                </p14:cNvPr>
                <p14:cNvContentPartPr/>
                <p14:nvPr/>
              </p14:nvContentPartPr>
              <p14:xfrm>
                <a:off x="5612115" y="4459357"/>
                <a:ext cx="48600" cy="3790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FCE364D-5771-CD31-6C83-14C8D24AEB2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594115" y="4441717"/>
                  <a:ext cx="84240" cy="41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600A964-D43A-AB9B-F075-8F2FD683FA68}"/>
              </a:ext>
            </a:extLst>
          </p:cNvPr>
          <p:cNvGrpSpPr/>
          <p:nvPr/>
        </p:nvGrpSpPr>
        <p:grpSpPr>
          <a:xfrm>
            <a:off x="6145995" y="4437757"/>
            <a:ext cx="971280" cy="495000"/>
            <a:chOff x="6145995" y="4437757"/>
            <a:chExt cx="971280" cy="49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0C937FC-6F56-6DA0-6A84-4094D8A815DA}"/>
                    </a:ext>
                  </a:extLst>
                </p14:cNvPr>
                <p14:cNvContentPartPr/>
                <p14:nvPr/>
              </p14:nvContentPartPr>
              <p14:xfrm>
                <a:off x="6151755" y="4437757"/>
                <a:ext cx="90000" cy="4446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0C937FC-6F56-6DA0-6A84-4094D8A815D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133755" y="4420117"/>
                  <a:ext cx="12564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BA792A8-7DB2-9EA3-C36B-714AB6F0D794}"/>
                    </a:ext>
                  </a:extLst>
                </p14:cNvPr>
                <p14:cNvContentPartPr/>
                <p14:nvPr/>
              </p14:nvContentPartPr>
              <p14:xfrm>
                <a:off x="6195315" y="4493557"/>
                <a:ext cx="131040" cy="343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BA792A8-7DB2-9EA3-C36B-714AB6F0D79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177675" y="4475557"/>
                  <a:ext cx="16668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64FC2CB-2C1F-06B7-667C-6B9AEBCC14D2}"/>
                    </a:ext>
                  </a:extLst>
                </p14:cNvPr>
                <p14:cNvContentPartPr/>
                <p14:nvPr/>
              </p14:nvContentPartPr>
              <p14:xfrm>
                <a:off x="6145995" y="4710637"/>
                <a:ext cx="141480" cy="475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64FC2CB-2C1F-06B7-667C-6B9AEBCC14D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127995" y="4692637"/>
                  <a:ext cx="1771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CBCEE77-B6AA-6EB7-690E-32D2660A683E}"/>
                    </a:ext>
                  </a:extLst>
                </p14:cNvPr>
                <p14:cNvContentPartPr/>
                <p14:nvPr/>
              </p14:nvContentPartPr>
              <p14:xfrm>
                <a:off x="6423195" y="4634677"/>
                <a:ext cx="171360" cy="190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CBCEE77-B6AA-6EB7-690E-32D2660A683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405555" y="4617037"/>
                  <a:ext cx="2070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367FCA4-8B34-024B-03BE-7F98AD29477F}"/>
                    </a:ext>
                  </a:extLst>
                </p14:cNvPr>
                <p14:cNvContentPartPr/>
                <p14:nvPr/>
              </p14:nvContentPartPr>
              <p14:xfrm>
                <a:off x="6702555" y="4456837"/>
                <a:ext cx="115920" cy="3481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367FCA4-8B34-024B-03BE-7F98AD29477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684555" y="4438837"/>
                  <a:ext cx="15156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070719A-515A-1D81-8DE0-03F9EDF08A1C}"/>
                    </a:ext>
                  </a:extLst>
                </p14:cNvPr>
                <p14:cNvContentPartPr/>
                <p14:nvPr/>
              </p14:nvContentPartPr>
              <p14:xfrm>
                <a:off x="6829995" y="4456477"/>
                <a:ext cx="169920" cy="428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070719A-515A-1D81-8DE0-03F9EDF08A1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811995" y="4438477"/>
                  <a:ext cx="20556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30DF2C7-F723-3286-44C4-B5D9117779E7}"/>
                    </a:ext>
                  </a:extLst>
                </p14:cNvPr>
                <p14:cNvContentPartPr/>
                <p14:nvPr/>
              </p14:nvContentPartPr>
              <p14:xfrm>
                <a:off x="6762315" y="4686157"/>
                <a:ext cx="130680" cy="165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30DF2C7-F723-3286-44C4-B5D9117779E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744675" y="4668517"/>
                  <a:ext cx="1663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35FA925-18BB-E35D-352E-DF1E2A800B0D}"/>
                    </a:ext>
                  </a:extLst>
                </p14:cNvPr>
                <p14:cNvContentPartPr/>
                <p14:nvPr/>
              </p14:nvContentPartPr>
              <p14:xfrm>
                <a:off x="7050315" y="4673917"/>
                <a:ext cx="66960" cy="2588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35FA925-18BB-E35D-352E-DF1E2A800B0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032675" y="4655917"/>
                  <a:ext cx="102600" cy="29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3A71A522-EB64-2B18-500D-9095CA01E114}"/>
                  </a:ext>
                </a:extLst>
              </p14:cNvPr>
              <p14:cNvContentPartPr/>
              <p14:nvPr/>
            </p14:nvContentPartPr>
            <p14:xfrm>
              <a:off x="3292635" y="5054437"/>
              <a:ext cx="265320" cy="33840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3A71A522-EB64-2B18-500D-9095CA01E114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3229635" y="4991437"/>
                <a:ext cx="390960" cy="46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A09777A9-F099-5D80-AB41-B82B36A5AD68}"/>
                  </a:ext>
                </a:extLst>
              </p14:cNvPr>
              <p14:cNvContentPartPr/>
              <p14:nvPr/>
            </p14:nvContentPartPr>
            <p14:xfrm>
              <a:off x="3256995" y="4993957"/>
              <a:ext cx="266400" cy="43740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A09777A9-F099-5D80-AB41-B82B36A5AD68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3194355" y="4931317"/>
                <a:ext cx="392040" cy="56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B63D8B2B-3CFD-0218-D7DD-9D8A0144E123}"/>
                  </a:ext>
                </a:extLst>
              </p14:cNvPr>
              <p14:cNvContentPartPr/>
              <p14:nvPr/>
            </p14:nvContentPartPr>
            <p14:xfrm>
              <a:off x="1589115" y="4919437"/>
              <a:ext cx="5946480" cy="57060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B63D8B2B-3CFD-0218-D7DD-9D8A0144E123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1526115" y="4856797"/>
                <a:ext cx="6072120" cy="69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0049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83DE94-74B6-F8FF-30E3-CDD8BA85EE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861" b="38104"/>
          <a:stretch/>
        </p:blipFill>
        <p:spPr>
          <a:xfrm>
            <a:off x="331457" y="261256"/>
            <a:ext cx="9494043" cy="526077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9EF31F7-580F-804E-3705-13A8C814A64D}"/>
                  </a:ext>
                </a:extLst>
              </p14:cNvPr>
              <p14:cNvContentPartPr/>
              <p14:nvPr/>
            </p14:nvContentPartPr>
            <p14:xfrm>
              <a:off x="1386435" y="1226557"/>
              <a:ext cx="3566880" cy="946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9EF31F7-580F-804E-3705-13A8C814A64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8795" y="1208557"/>
                <a:ext cx="360252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7EA9753-F7B4-87DC-05E0-3885B8A78212}"/>
                  </a:ext>
                </a:extLst>
              </p14:cNvPr>
              <p14:cNvContentPartPr/>
              <p14:nvPr/>
            </p14:nvContentPartPr>
            <p14:xfrm>
              <a:off x="3589275" y="969877"/>
              <a:ext cx="68400" cy="3610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7EA9753-F7B4-87DC-05E0-3885B8A7821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71635" y="952237"/>
                <a:ext cx="104040" cy="36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85BD75F-95D2-FE93-6162-FE624C25E4C2}"/>
                  </a:ext>
                </a:extLst>
              </p14:cNvPr>
              <p14:cNvContentPartPr/>
              <p14:nvPr/>
            </p14:nvContentPartPr>
            <p14:xfrm>
              <a:off x="2320995" y="967357"/>
              <a:ext cx="65160" cy="36187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85BD75F-95D2-FE93-6162-FE624C25E4C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03355" y="949357"/>
                <a:ext cx="100800" cy="36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582FB3F-4CA7-CDE0-849B-72FFEAD00851}"/>
                  </a:ext>
                </a:extLst>
              </p14:cNvPr>
              <p14:cNvContentPartPr/>
              <p14:nvPr/>
            </p14:nvContentPartPr>
            <p14:xfrm>
              <a:off x="4858995" y="1029997"/>
              <a:ext cx="103680" cy="35499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582FB3F-4CA7-CDE0-849B-72FFEAD0085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840995" y="1011997"/>
                <a:ext cx="139320" cy="358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A5B1B85-E925-32BF-6871-4DA1E0D8D875}"/>
                  </a:ext>
                </a:extLst>
              </p14:cNvPr>
              <p14:cNvContentPartPr/>
              <p14:nvPr/>
            </p14:nvContentPartPr>
            <p14:xfrm>
              <a:off x="1339995" y="4496077"/>
              <a:ext cx="3508920" cy="651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A5B1B85-E925-32BF-6871-4DA1E0D8D87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21995" y="4478077"/>
                <a:ext cx="354456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D004072-E219-C92F-6B28-22980AD8C804}"/>
                  </a:ext>
                </a:extLst>
              </p14:cNvPr>
              <p14:cNvContentPartPr/>
              <p14:nvPr/>
            </p14:nvContentPartPr>
            <p14:xfrm>
              <a:off x="5362995" y="1446517"/>
              <a:ext cx="106920" cy="637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D004072-E219-C92F-6B28-22980AD8C80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344995" y="1428517"/>
                <a:ext cx="142560" cy="9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CBA23F0F-9D4F-3ACE-468A-355BFAE00CCA}"/>
              </a:ext>
            </a:extLst>
          </p:cNvPr>
          <p:cNvGrpSpPr/>
          <p:nvPr/>
        </p:nvGrpSpPr>
        <p:grpSpPr>
          <a:xfrm>
            <a:off x="4141515" y="1809757"/>
            <a:ext cx="44280" cy="981720"/>
            <a:chOff x="4141515" y="1809757"/>
            <a:chExt cx="44280" cy="98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420BC25-36D7-55A0-780D-B0CA8ECFD3D8}"/>
                    </a:ext>
                  </a:extLst>
                </p14:cNvPr>
                <p14:cNvContentPartPr/>
                <p14:nvPr/>
              </p14:nvContentPartPr>
              <p14:xfrm>
                <a:off x="4141515" y="1809757"/>
                <a:ext cx="6840" cy="16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420BC25-36D7-55A0-780D-B0CA8ECFD3D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123875" y="1791757"/>
                  <a:ext cx="424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90293DA-1E2A-CFA7-3321-8DA4806A3901}"/>
                    </a:ext>
                  </a:extLst>
                </p14:cNvPr>
                <p14:cNvContentPartPr/>
                <p14:nvPr/>
              </p14:nvContentPartPr>
              <p14:xfrm>
                <a:off x="4172835" y="2085877"/>
                <a:ext cx="12960" cy="6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90293DA-1E2A-CFA7-3321-8DA4806A390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55195" y="2068237"/>
                  <a:ext cx="486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E7B4A32-1AFA-E60F-CBDF-A23533C7D947}"/>
                    </a:ext>
                  </a:extLst>
                </p14:cNvPr>
                <p14:cNvContentPartPr/>
                <p14:nvPr/>
              </p14:nvContentPartPr>
              <p14:xfrm>
                <a:off x="4156995" y="2442997"/>
                <a:ext cx="3240" cy="2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E7B4A32-1AFA-E60F-CBDF-A23533C7D94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138995" y="2425357"/>
                  <a:ext cx="388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FD32919-1B32-36AD-9C9F-DDEB5F739DBE}"/>
                    </a:ext>
                  </a:extLst>
                </p14:cNvPr>
                <p14:cNvContentPartPr/>
                <p14:nvPr/>
              </p14:nvContentPartPr>
              <p14:xfrm>
                <a:off x="4143675" y="2789317"/>
                <a:ext cx="360" cy="2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FD32919-1B32-36AD-9C9F-DDEB5F739DB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125675" y="2771317"/>
                  <a:ext cx="3600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940BB18-82E3-61AA-D78B-DB914EE221DF}"/>
                  </a:ext>
                </a:extLst>
              </p14:cNvPr>
              <p14:cNvContentPartPr/>
              <p14:nvPr/>
            </p14:nvContentPartPr>
            <p14:xfrm>
              <a:off x="4156995" y="4540357"/>
              <a:ext cx="3240" cy="18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940BB18-82E3-61AA-D78B-DB914EE221D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138995" y="4522717"/>
                <a:ext cx="38880" cy="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6476D1A5-FDDE-748F-0977-65A1394E52D4}"/>
              </a:ext>
            </a:extLst>
          </p:cNvPr>
          <p:cNvGrpSpPr/>
          <p:nvPr/>
        </p:nvGrpSpPr>
        <p:grpSpPr>
          <a:xfrm>
            <a:off x="6903435" y="1941877"/>
            <a:ext cx="138240" cy="39600"/>
            <a:chOff x="6903435" y="1941877"/>
            <a:chExt cx="138240" cy="3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0B7AED1-4909-8B93-1AAC-F6084E4BAC12}"/>
                    </a:ext>
                  </a:extLst>
                </p14:cNvPr>
                <p14:cNvContentPartPr/>
                <p14:nvPr/>
              </p14:nvContentPartPr>
              <p14:xfrm>
                <a:off x="6903435" y="1964917"/>
                <a:ext cx="7920" cy="16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0B7AED1-4909-8B93-1AAC-F6084E4BAC1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885435" y="1946917"/>
                  <a:ext cx="435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062A6BF-DCCD-1D7E-44DF-C0A17EC1CEAF}"/>
                    </a:ext>
                  </a:extLst>
                </p14:cNvPr>
                <p14:cNvContentPartPr/>
                <p14:nvPr/>
              </p14:nvContentPartPr>
              <p14:xfrm>
                <a:off x="7006755" y="1941877"/>
                <a:ext cx="34920" cy="18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062A6BF-DCCD-1D7E-44DF-C0A17EC1CEA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989115" y="1924237"/>
                  <a:ext cx="7056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C526D0B-E28C-7635-9C22-00602B9BFC63}"/>
              </a:ext>
            </a:extLst>
          </p:cNvPr>
          <p:cNvGrpSpPr/>
          <p:nvPr/>
        </p:nvGrpSpPr>
        <p:grpSpPr>
          <a:xfrm>
            <a:off x="8152995" y="1891837"/>
            <a:ext cx="42120" cy="78840"/>
            <a:chOff x="8152995" y="1891837"/>
            <a:chExt cx="42120" cy="7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7FD1156-71DC-80C2-9478-57E84E6F7F94}"/>
                    </a:ext>
                  </a:extLst>
                </p14:cNvPr>
                <p14:cNvContentPartPr/>
                <p14:nvPr/>
              </p14:nvContentPartPr>
              <p14:xfrm>
                <a:off x="8169195" y="1937917"/>
                <a:ext cx="25920" cy="32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7FD1156-71DC-80C2-9478-57E84E6F7F9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151555" y="1919917"/>
                  <a:ext cx="615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C0564B6-4379-E62A-825D-4DE9156FBA89}"/>
                    </a:ext>
                  </a:extLst>
                </p14:cNvPr>
                <p14:cNvContentPartPr/>
                <p14:nvPr/>
              </p14:nvContentPartPr>
              <p14:xfrm>
                <a:off x="8152995" y="1891837"/>
                <a:ext cx="360" cy="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C0564B6-4379-E62A-825D-4DE9156FBA8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134995" y="187419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0361770-E649-6CBD-8B2C-C474A4ABC0B1}"/>
              </a:ext>
            </a:extLst>
          </p:cNvPr>
          <p:cNvGrpSpPr/>
          <p:nvPr/>
        </p:nvGrpSpPr>
        <p:grpSpPr>
          <a:xfrm>
            <a:off x="7567995" y="1916317"/>
            <a:ext cx="124560" cy="60840"/>
            <a:chOff x="7567995" y="1916317"/>
            <a:chExt cx="124560" cy="6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A5628BB-A31C-3968-489E-5DC266BFC97B}"/>
                    </a:ext>
                  </a:extLst>
                </p14:cNvPr>
                <p14:cNvContentPartPr/>
                <p14:nvPr/>
              </p14:nvContentPartPr>
              <p14:xfrm>
                <a:off x="7567995" y="1967437"/>
                <a:ext cx="23040" cy="9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A5628BB-A31C-3968-489E-5DC266BFC97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549995" y="1949797"/>
                  <a:ext cx="586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854C15A-5C0A-14D9-3814-71A9753AD612}"/>
                    </a:ext>
                  </a:extLst>
                </p14:cNvPr>
                <p14:cNvContentPartPr/>
                <p14:nvPr/>
              </p14:nvContentPartPr>
              <p14:xfrm>
                <a:off x="7672755" y="1916317"/>
                <a:ext cx="19800" cy="15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854C15A-5C0A-14D9-3814-71A9753AD61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655115" y="1898317"/>
                  <a:ext cx="5544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625B8B3-EC02-D511-5850-B92D793DAFAA}"/>
              </a:ext>
            </a:extLst>
          </p:cNvPr>
          <p:cNvGrpSpPr/>
          <p:nvPr/>
        </p:nvGrpSpPr>
        <p:grpSpPr>
          <a:xfrm>
            <a:off x="6221235" y="1982197"/>
            <a:ext cx="240120" cy="342000"/>
            <a:chOff x="6221235" y="1982197"/>
            <a:chExt cx="240120" cy="34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FF8469B-EA54-0348-AE21-B3C890F10087}"/>
                    </a:ext>
                  </a:extLst>
                </p14:cNvPr>
                <p14:cNvContentPartPr/>
                <p14:nvPr/>
              </p14:nvContentPartPr>
              <p14:xfrm>
                <a:off x="6318435" y="2056717"/>
                <a:ext cx="7920" cy="180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FF8469B-EA54-0348-AE21-B3C890F1008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300435" y="2038717"/>
                  <a:ext cx="435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10C400A-0D06-0DA2-3E34-3CFE84B6B2F2}"/>
                    </a:ext>
                  </a:extLst>
                </p14:cNvPr>
                <p14:cNvContentPartPr/>
                <p14:nvPr/>
              </p14:nvContentPartPr>
              <p14:xfrm>
                <a:off x="6221235" y="1982197"/>
                <a:ext cx="240120" cy="342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10C400A-0D06-0DA2-3E34-3CFE84B6B2F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203235" y="1964197"/>
                  <a:ext cx="275760" cy="37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69D1FCB-9F66-9E95-B10F-77DFA480909F}"/>
              </a:ext>
            </a:extLst>
          </p:cNvPr>
          <p:cNvGrpSpPr/>
          <p:nvPr/>
        </p:nvGrpSpPr>
        <p:grpSpPr>
          <a:xfrm>
            <a:off x="6487995" y="4083157"/>
            <a:ext cx="276480" cy="356760"/>
            <a:chOff x="6487995" y="4083157"/>
            <a:chExt cx="276480" cy="35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1CACE5C-91BF-B6FD-5779-5291CC192071}"/>
                    </a:ext>
                  </a:extLst>
                </p14:cNvPr>
                <p14:cNvContentPartPr/>
                <p14:nvPr/>
              </p14:nvContentPartPr>
              <p14:xfrm>
                <a:off x="6544875" y="4131397"/>
                <a:ext cx="131040" cy="183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1CACE5C-91BF-B6FD-5779-5291CC19207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526875" y="4113397"/>
                  <a:ext cx="1666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3189194-7801-A094-1FF2-29629063D0B3}"/>
                    </a:ext>
                  </a:extLst>
                </p14:cNvPr>
                <p14:cNvContentPartPr/>
                <p14:nvPr/>
              </p14:nvContentPartPr>
              <p14:xfrm>
                <a:off x="6487995" y="4083157"/>
                <a:ext cx="276480" cy="356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3189194-7801-A094-1FF2-29629063D0B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469995" y="4065157"/>
                  <a:ext cx="312120" cy="39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20C7006-7867-1F4A-C381-917D3DE71ED5}"/>
              </a:ext>
            </a:extLst>
          </p:cNvPr>
          <p:cNvGrpSpPr/>
          <p:nvPr/>
        </p:nvGrpSpPr>
        <p:grpSpPr>
          <a:xfrm>
            <a:off x="7871115" y="1963837"/>
            <a:ext cx="280440" cy="352800"/>
            <a:chOff x="7871115" y="1963837"/>
            <a:chExt cx="280440" cy="35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2B8B61C-D63F-0DC2-760B-10D3D7E3D708}"/>
                    </a:ext>
                  </a:extLst>
                </p14:cNvPr>
                <p14:cNvContentPartPr/>
                <p14:nvPr/>
              </p14:nvContentPartPr>
              <p14:xfrm>
                <a:off x="7962195" y="2081557"/>
                <a:ext cx="92160" cy="149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2B8B61C-D63F-0DC2-760B-10D3D7E3D70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944555" y="2063917"/>
                  <a:ext cx="1278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A2177F5-B740-4F07-94A6-4B9C65123579}"/>
                    </a:ext>
                  </a:extLst>
                </p14:cNvPr>
                <p14:cNvContentPartPr/>
                <p14:nvPr/>
              </p14:nvContentPartPr>
              <p14:xfrm>
                <a:off x="7871115" y="1963837"/>
                <a:ext cx="280440" cy="352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A2177F5-B740-4F07-94A6-4B9C6512357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853115" y="1945837"/>
                  <a:ext cx="316080" cy="38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95B66E3-464C-B839-7F66-9A30746E23B5}"/>
              </a:ext>
            </a:extLst>
          </p:cNvPr>
          <p:cNvGrpSpPr/>
          <p:nvPr/>
        </p:nvGrpSpPr>
        <p:grpSpPr>
          <a:xfrm>
            <a:off x="7091355" y="2620477"/>
            <a:ext cx="441360" cy="451800"/>
            <a:chOff x="7091355" y="2620477"/>
            <a:chExt cx="441360" cy="45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7D59201-7C6E-9E04-B8B1-7BA490E0A43B}"/>
                    </a:ext>
                  </a:extLst>
                </p14:cNvPr>
                <p14:cNvContentPartPr/>
                <p14:nvPr/>
              </p14:nvContentPartPr>
              <p14:xfrm>
                <a:off x="7245435" y="2783557"/>
                <a:ext cx="144360" cy="231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7D59201-7C6E-9E04-B8B1-7BA490E0A43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227435" y="2765917"/>
                  <a:ext cx="1800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54443F7-AFC7-5F26-3DC1-3EB81EF9EFB5}"/>
                    </a:ext>
                  </a:extLst>
                </p14:cNvPr>
                <p14:cNvContentPartPr/>
                <p14:nvPr/>
              </p14:nvContentPartPr>
              <p14:xfrm>
                <a:off x="7091355" y="2620477"/>
                <a:ext cx="441360" cy="451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54443F7-AFC7-5F26-3DC1-3EB81EF9EFB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073355" y="2602837"/>
                  <a:ext cx="477000" cy="48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51247CA-2E70-EB4A-2CF8-28516F274E1F}"/>
                  </a:ext>
                </a:extLst>
              </p14:cNvPr>
              <p14:cNvContentPartPr/>
              <p14:nvPr/>
            </p14:nvContentPartPr>
            <p14:xfrm>
              <a:off x="5749995" y="5310037"/>
              <a:ext cx="163440" cy="205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51247CA-2E70-EB4A-2CF8-28516F274E1F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731995" y="5292037"/>
                <a:ext cx="19908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10C51B0-A5D8-9054-67A1-70C7581F617A}"/>
                  </a:ext>
                </a:extLst>
              </p14:cNvPr>
              <p14:cNvContentPartPr/>
              <p14:nvPr/>
            </p14:nvContentPartPr>
            <p14:xfrm>
              <a:off x="5743875" y="5436757"/>
              <a:ext cx="159480" cy="61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10C51B0-A5D8-9054-67A1-70C7581F617A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726235" y="5418757"/>
                <a:ext cx="195120" cy="4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A671D763-E814-C93D-8F70-E2404F98F11B}"/>
              </a:ext>
            </a:extLst>
          </p:cNvPr>
          <p:cNvGrpSpPr/>
          <p:nvPr/>
        </p:nvGrpSpPr>
        <p:grpSpPr>
          <a:xfrm>
            <a:off x="6084435" y="4970917"/>
            <a:ext cx="1405440" cy="508320"/>
            <a:chOff x="6084435" y="4970917"/>
            <a:chExt cx="1405440" cy="50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B798CAD-9034-DB99-633E-53307A5EE08D}"/>
                    </a:ext>
                  </a:extLst>
                </p14:cNvPr>
                <p14:cNvContentPartPr/>
                <p14:nvPr/>
              </p14:nvContentPartPr>
              <p14:xfrm>
                <a:off x="6084435" y="5048677"/>
                <a:ext cx="130320" cy="392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B798CAD-9034-DB99-633E-53307A5EE08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066435" y="5030677"/>
                  <a:ext cx="16596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96C54B7-10A9-2499-8C95-17A1674157C5}"/>
                    </a:ext>
                  </a:extLst>
                </p14:cNvPr>
                <p14:cNvContentPartPr/>
                <p14:nvPr/>
              </p14:nvContentPartPr>
              <p14:xfrm>
                <a:off x="6168315" y="5086117"/>
                <a:ext cx="76680" cy="3877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96C54B7-10A9-2499-8C95-17A1674157C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150675" y="5068117"/>
                  <a:ext cx="11232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4AE6CE4-BEF8-F1EF-64B3-04E734ECC487}"/>
                    </a:ext>
                  </a:extLst>
                </p14:cNvPr>
                <p14:cNvContentPartPr/>
                <p14:nvPr/>
              </p14:nvContentPartPr>
              <p14:xfrm>
                <a:off x="6132315" y="5337037"/>
                <a:ext cx="93240" cy="19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4AE6CE4-BEF8-F1EF-64B3-04E734ECC48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114675" y="5319037"/>
                  <a:ext cx="1288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D5B05AF-E270-2789-49E6-0521308BD7B4}"/>
                    </a:ext>
                  </a:extLst>
                </p14:cNvPr>
                <p14:cNvContentPartPr/>
                <p14:nvPr/>
              </p14:nvContentPartPr>
              <p14:xfrm>
                <a:off x="6312315" y="5324437"/>
                <a:ext cx="131760" cy="135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D5B05AF-E270-2789-49E6-0521308BD7B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294675" y="5306437"/>
                  <a:ext cx="1674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3AAEBF5-2B1E-2672-3189-F2B5E96B486F}"/>
                    </a:ext>
                  </a:extLst>
                </p14:cNvPr>
                <p14:cNvContentPartPr/>
                <p14:nvPr/>
              </p14:nvContentPartPr>
              <p14:xfrm>
                <a:off x="6475755" y="5113477"/>
                <a:ext cx="111240" cy="307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3AAEBF5-2B1E-2672-3189-F2B5E96B486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458115" y="5095477"/>
                  <a:ext cx="14688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247D29B-DBA8-25A4-0170-3D426E55A6F0}"/>
                    </a:ext>
                  </a:extLst>
                </p14:cNvPr>
                <p14:cNvContentPartPr/>
                <p14:nvPr/>
              </p14:nvContentPartPr>
              <p14:xfrm>
                <a:off x="6546315" y="5129677"/>
                <a:ext cx="122400" cy="311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247D29B-DBA8-25A4-0170-3D426E55A6F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528675" y="5111677"/>
                  <a:ext cx="15804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CF0D9C0-4491-5580-2FEF-4A3A1FDD3BDC}"/>
                    </a:ext>
                  </a:extLst>
                </p14:cNvPr>
                <p14:cNvContentPartPr/>
                <p14:nvPr/>
              </p14:nvContentPartPr>
              <p14:xfrm>
                <a:off x="6499875" y="5293837"/>
                <a:ext cx="109800" cy="25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CF0D9C0-4491-5580-2FEF-4A3A1FDD3BD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482235" y="5275837"/>
                  <a:ext cx="1454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A2CAD13-CF37-5E1C-BC00-28535E95CA41}"/>
                    </a:ext>
                  </a:extLst>
                </p14:cNvPr>
                <p14:cNvContentPartPr/>
                <p14:nvPr/>
              </p14:nvContentPartPr>
              <p14:xfrm>
                <a:off x="6718395" y="5296357"/>
                <a:ext cx="14400" cy="159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A2CAD13-CF37-5E1C-BC00-28535E95CA4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700755" y="5278717"/>
                  <a:ext cx="500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8DFECAE-E6D4-9D63-0452-234F7B381D8C}"/>
                    </a:ext>
                  </a:extLst>
                </p14:cNvPr>
                <p14:cNvContentPartPr/>
                <p14:nvPr/>
              </p14:nvContentPartPr>
              <p14:xfrm>
                <a:off x="6520755" y="4976317"/>
                <a:ext cx="168480" cy="190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8DFECAE-E6D4-9D63-0452-234F7B381D8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503115" y="4958677"/>
                  <a:ext cx="2041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5A5169E-0E9C-17F5-3608-2CF16F81115C}"/>
                    </a:ext>
                  </a:extLst>
                </p14:cNvPr>
                <p14:cNvContentPartPr/>
                <p14:nvPr/>
              </p14:nvContentPartPr>
              <p14:xfrm>
                <a:off x="6871755" y="5173597"/>
                <a:ext cx="49680" cy="3056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5A5169E-0E9C-17F5-3608-2CF16F81115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854115" y="5155597"/>
                  <a:ext cx="8532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2A218E5-2A52-A9C8-E882-79AD7C7321DE}"/>
                    </a:ext>
                  </a:extLst>
                </p14:cNvPr>
                <p14:cNvContentPartPr/>
                <p14:nvPr/>
              </p14:nvContentPartPr>
              <p14:xfrm>
                <a:off x="6936555" y="5118157"/>
                <a:ext cx="76680" cy="351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2A218E5-2A52-A9C8-E882-79AD7C7321D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918555" y="5100517"/>
                  <a:ext cx="11232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5A8119F-D46C-106C-E41D-64326E916900}"/>
                    </a:ext>
                  </a:extLst>
                </p14:cNvPr>
                <p14:cNvContentPartPr/>
                <p14:nvPr/>
              </p14:nvContentPartPr>
              <p14:xfrm>
                <a:off x="6892995" y="5354317"/>
                <a:ext cx="118800" cy="48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5A8119F-D46C-106C-E41D-64326E91690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874995" y="5336677"/>
                  <a:ext cx="1544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4E6BB12-090F-809C-0161-318EEFEE9560}"/>
                    </a:ext>
                  </a:extLst>
                </p14:cNvPr>
                <p14:cNvContentPartPr/>
                <p14:nvPr/>
              </p14:nvContentPartPr>
              <p14:xfrm>
                <a:off x="7092435" y="5330197"/>
                <a:ext cx="95040" cy="142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4E6BB12-090F-809C-0161-318EEFEE956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074435" y="5312197"/>
                  <a:ext cx="1306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5996373-B5AD-0953-BD82-14A27028D41A}"/>
                    </a:ext>
                  </a:extLst>
                </p14:cNvPr>
                <p14:cNvContentPartPr/>
                <p14:nvPr/>
              </p14:nvContentPartPr>
              <p14:xfrm>
                <a:off x="6967875" y="4970917"/>
                <a:ext cx="151920" cy="5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5996373-B5AD-0953-BD82-14A27028D41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950235" y="4953277"/>
                  <a:ext cx="1875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951D7A5-EE66-834D-E0C1-3AE945F183AD}"/>
                    </a:ext>
                  </a:extLst>
                </p14:cNvPr>
                <p14:cNvContentPartPr/>
                <p14:nvPr/>
              </p14:nvContentPartPr>
              <p14:xfrm>
                <a:off x="7336875" y="5290957"/>
                <a:ext cx="153000" cy="72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951D7A5-EE66-834D-E0C1-3AE945F183A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318875" y="5273317"/>
                  <a:ext cx="188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1F831EC-A908-6F48-6D71-E211BB7F1CDC}"/>
                    </a:ext>
                  </a:extLst>
                </p14:cNvPr>
                <p14:cNvContentPartPr/>
                <p14:nvPr/>
              </p14:nvContentPartPr>
              <p14:xfrm>
                <a:off x="7416435" y="5145157"/>
                <a:ext cx="24480" cy="241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1F831EC-A908-6F48-6D71-E211BB7F1CD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398435" y="5127517"/>
                  <a:ext cx="60120" cy="27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E30931A-1433-F5D8-D1B4-898747455DDE}"/>
              </a:ext>
            </a:extLst>
          </p:cNvPr>
          <p:cNvGrpSpPr/>
          <p:nvPr/>
        </p:nvGrpSpPr>
        <p:grpSpPr>
          <a:xfrm>
            <a:off x="7651875" y="5014117"/>
            <a:ext cx="358920" cy="480960"/>
            <a:chOff x="7651875" y="5014117"/>
            <a:chExt cx="358920" cy="48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D3EB788-E733-FADD-6954-88C22527A8C4}"/>
                    </a:ext>
                  </a:extLst>
                </p14:cNvPr>
                <p14:cNvContentPartPr/>
                <p14:nvPr/>
              </p14:nvContentPartPr>
              <p14:xfrm>
                <a:off x="7651875" y="5121037"/>
                <a:ext cx="69480" cy="336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D3EB788-E733-FADD-6954-88C22527A8C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633875" y="5103037"/>
                  <a:ext cx="10512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0DCDDDC-3C90-DE94-B05C-56B15D18E31D}"/>
                    </a:ext>
                  </a:extLst>
                </p14:cNvPr>
                <p14:cNvContentPartPr/>
                <p14:nvPr/>
              </p14:nvContentPartPr>
              <p14:xfrm>
                <a:off x="7726755" y="5130757"/>
                <a:ext cx="82800" cy="3643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0DCDDDC-3C90-DE94-B05C-56B15D18E31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709115" y="5112757"/>
                  <a:ext cx="11844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ABCA3D5-C709-652A-1417-8FE7DC7ACA48}"/>
                    </a:ext>
                  </a:extLst>
                </p14:cNvPr>
                <p14:cNvContentPartPr/>
                <p14:nvPr/>
              </p14:nvContentPartPr>
              <p14:xfrm>
                <a:off x="7671315" y="5338117"/>
                <a:ext cx="120240" cy="4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ABCA3D5-C709-652A-1417-8FE7DC7ACA4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653675" y="5320477"/>
                  <a:ext cx="155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D0FCC01-12FC-4EAB-ADEC-B9EBAD27A4E0}"/>
                    </a:ext>
                  </a:extLst>
                </p14:cNvPr>
                <p14:cNvContentPartPr/>
                <p14:nvPr/>
              </p14:nvContentPartPr>
              <p14:xfrm>
                <a:off x="7873995" y="5363677"/>
                <a:ext cx="136800" cy="1278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D0FCC01-12FC-4EAB-ADEC-B9EBAD27A4E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855995" y="5345677"/>
                  <a:ext cx="1724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36C5331-F514-FEE7-145D-4442F48EA4DC}"/>
                    </a:ext>
                  </a:extLst>
                </p14:cNvPr>
                <p14:cNvContentPartPr/>
                <p14:nvPr/>
              </p14:nvContentPartPr>
              <p14:xfrm>
                <a:off x="7655115" y="5014117"/>
                <a:ext cx="198000" cy="478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36C5331-F514-FEE7-145D-4442F48EA4D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637475" y="4996117"/>
                  <a:ext cx="23364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A92E60A-08DC-65B0-51F6-B6B51A091E15}"/>
              </a:ext>
            </a:extLst>
          </p:cNvPr>
          <p:cNvGrpSpPr/>
          <p:nvPr/>
        </p:nvGrpSpPr>
        <p:grpSpPr>
          <a:xfrm>
            <a:off x="8190075" y="4957237"/>
            <a:ext cx="1004040" cy="494640"/>
            <a:chOff x="8190075" y="4957237"/>
            <a:chExt cx="1004040" cy="49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79BB3A8-18BB-72BA-05E6-AD3D1F9AA7A2}"/>
                    </a:ext>
                  </a:extLst>
                </p14:cNvPr>
                <p14:cNvContentPartPr/>
                <p14:nvPr/>
              </p14:nvContentPartPr>
              <p14:xfrm>
                <a:off x="8190075" y="5069557"/>
                <a:ext cx="28440" cy="286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79BB3A8-18BB-72BA-05E6-AD3D1F9AA7A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172435" y="5051917"/>
                  <a:ext cx="640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96B953D-E2BA-06B4-1964-94DD52D3273E}"/>
                    </a:ext>
                  </a:extLst>
                </p14:cNvPr>
                <p14:cNvContentPartPr/>
                <p14:nvPr/>
              </p14:nvContentPartPr>
              <p14:xfrm>
                <a:off x="8235435" y="5002957"/>
                <a:ext cx="103680" cy="3816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96B953D-E2BA-06B4-1964-94DD52D3273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217435" y="4985317"/>
                  <a:ext cx="13932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AFEFF42-F407-39EE-CB17-F399DEFE5F71}"/>
                    </a:ext>
                  </a:extLst>
                </p14:cNvPr>
                <p14:cNvContentPartPr/>
                <p14:nvPr/>
              </p14:nvContentPartPr>
              <p14:xfrm>
                <a:off x="8197995" y="5249197"/>
                <a:ext cx="154800" cy="8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AFEFF42-F407-39EE-CB17-F399DEFE5F7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179995" y="5231197"/>
                  <a:ext cx="1904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14EABC1-CC3A-E1A4-7517-C0D0578B0872}"/>
                    </a:ext>
                  </a:extLst>
                </p14:cNvPr>
                <p14:cNvContentPartPr/>
                <p14:nvPr/>
              </p14:nvContentPartPr>
              <p14:xfrm>
                <a:off x="8482755" y="5320117"/>
                <a:ext cx="7920" cy="1317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14EABC1-CC3A-E1A4-7517-C0D0578B087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465115" y="5302477"/>
                  <a:ext cx="435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4FE1006-DC6D-F930-8EF1-67EE8E5C0197}"/>
                    </a:ext>
                  </a:extLst>
                </p14:cNvPr>
                <p14:cNvContentPartPr/>
                <p14:nvPr/>
              </p14:nvContentPartPr>
              <p14:xfrm>
                <a:off x="8226435" y="4957237"/>
                <a:ext cx="207360" cy="86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4FE1006-DC6D-F930-8EF1-67EE8E5C019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208435" y="4939597"/>
                  <a:ext cx="2430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EFBD4B1-E419-472A-4EFC-0B77272245F4}"/>
                    </a:ext>
                  </a:extLst>
                </p14:cNvPr>
                <p14:cNvContentPartPr/>
                <p14:nvPr/>
              </p14:nvContentPartPr>
              <p14:xfrm>
                <a:off x="8584995" y="5016997"/>
                <a:ext cx="60480" cy="3438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EFBD4B1-E419-472A-4EFC-0B77272245F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566995" y="4998997"/>
                  <a:ext cx="9612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48EF001-A71D-17C4-0AAA-BACF6CBCDF5E}"/>
                    </a:ext>
                  </a:extLst>
                </p14:cNvPr>
                <p14:cNvContentPartPr/>
                <p14:nvPr/>
              </p14:nvContentPartPr>
              <p14:xfrm>
                <a:off x="8628195" y="5023117"/>
                <a:ext cx="87480" cy="3340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48EF001-A71D-17C4-0AAA-BACF6CBCDF5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610555" y="5005117"/>
                  <a:ext cx="12312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B598258-3D45-9BA0-3C6B-F4D7E5914913}"/>
                    </a:ext>
                  </a:extLst>
                </p14:cNvPr>
                <p14:cNvContentPartPr/>
                <p14:nvPr/>
              </p14:nvContentPartPr>
              <p14:xfrm>
                <a:off x="8605875" y="5250637"/>
                <a:ext cx="136800" cy="13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B598258-3D45-9BA0-3C6B-F4D7E591491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587875" y="5232637"/>
                  <a:ext cx="1724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457C059-AD07-3BED-0776-B132943C0906}"/>
                    </a:ext>
                  </a:extLst>
                </p14:cNvPr>
                <p14:cNvContentPartPr/>
                <p14:nvPr/>
              </p14:nvContentPartPr>
              <p14:xfrm>
                <a:off x="8814315" y="5313997"/>
                <a:ext cx="89640" cy="802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457C059-AD07-3BED-0776-B132943C0906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796675" y="5295997"/>
                  <a:ext cx="1252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BC3757E-BC10-6933-477D-4E1DF5152B18}"/>
                    </a:ext>
                  </a:extLst>
                </p14:cNvPr>
                <p14:cNvContentPartPr/>
                <p14:nvPr/>
              </p14:nvContentPartPr>
              <p14:xfrm>
                <a:off x="8973435" y="5197717"/>
                <a:ext cx="220680" cy="28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BC3757E-BC10-6933-477D-4E1DF5152B1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955795" y="5180077"/>
                  <a:ext cx="2563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0062670-879F-569C-0745-539226847B2E}"/>
                    </a:ext>
                  </a:extLst>
                </p14:cNvPr>
                <p14:cNvContentPartPr/>
                <p14:nvPr/>
              </p14:nvContentPartPr>
              <p14:xfrm>
                <a:off x="9048315" y="5108797"/>
                <a:ext cx="51480" cy="295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0062670-879F-569C-0745-539226847B2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030315" y="5090797"/>
                  <a:ext cx="87120" cy="33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A94EA60F-906D-9D51-9A9F-6A79EE391C31}"/>
              </a:ext>
            </a:extLst>
          </p:cNvPr>
          <p:cNvGrpSpPr/>
          <p:nvPr/>
        </p:nvGrpSpPr>
        <p:grpSpPr>
          <a:xfrm>
            <a:off x="9423435" y="5024917"/>
            <a:ext cx="437040" cy="514800"/>
            <a:chOff x="9423435" y="5024917"/>
            <a:chExt cx="437040" cy="51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CAC694D-C517-C7E5-EE6C-94815C55B1F6}"/>
                    </a:ext>
                  </a:extLst>
                </p14:cNvPr>
                <p14:cNvContentPartPr/>
                <p14:nvPr/>
              </p14:nvContentPartPr>
              <p14:xfrm>
                <a:off x="9423435" y="5043997"/>
                <a:ext cx="66240" cy="2988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CAC694D-C517-C7E5-EE6C-94815C55B1F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405435" y="5025997"/>
                  <a:ext cx="10188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E259670-1C2D-938B-8660-DA2892576C65}"/>
                    </a:ext>
                  </a:extLst>
                </p14:cNvPr>
                <p14:cNvContentPartPr/>
                <p14:nvPr/>
              </p14:nvContentPartPr>
              <p14:xfrm>
                <a:off x="9523875" y="5024917"/>
                <a:ext cx="54360" cy="3920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E259670-1C2D-938B-8660-DA2892576C6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505875" y="5007277"/>
                  <a:ext cx="9000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7D7B900-AC25-7B99-2611-3D8F7270D656}"/>
                    </a:ext>
                  </a:extLst>
                </p14:cNvPr>
                <p14:cNvContentPartPr/>
                <p14:nvPr/>
              </p14:nvContentPartPr>
              <p14:xfrm>
                <a:off x="9457635" y="5230117"/>
                <a:ext cx="141480" cy="82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7D7B900-AC25-7B99-2611-3D8F7270D656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439995" y="5212477"/>
                  <a:ext cx="1771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AF51AA3-7AB9-3632-5656-427A8F66FC5B}"/>
                    </a:ext>
                  </a:extLst>
                </p14:cNvPr>
                <p14:cNvContentPartPr/>
                <p14:nvPr/>
              </p14:nvContentPartPr>
              <p14:xfrm>
                <a:off x="9690195" y="5285197"/>
                <a:ext cx="170280" cy="254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AF51AA3-7AB9-3632-5656-427A8F66FC5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672555" y="5267557"/>
                  <a:ext cx="205920" cy="29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4DA31175-21A9-C0B9-1705-BE9E291C042E}"/>
                  </a:ext>
                </a:extLst>
              </p14:cNvPr>
              <p14:cNvContentPartPr/>
              <p14:nvPr/>
            </p14:nvContentPartPr>
            <p14:xfrm>
              <a:off x="9921315" y="5029237"/>
              <a:ext cx="144360" cy="36360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4DA31175-21A9-C0B9-1705-BE9E291C042E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9903315" y="5011237"/>
                <a:ext cx="18000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934405DF-656B-AE00-A8E3-4D4568FA7E15}"/>
                  </a:ext>
                </a:extLst>
              </p14:cNvPr>
              <p14:cNvContentPartPr/>
              <p14:nvPr/>
            </p14:nvContentPartPr>
            <p14:xfrm>
              <a:off x="9966315" y="5220757"/>
              <a:ext cx="117360" cy="1512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934405DF-656B-AE00-A8E3-4D4568FA7E15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9948315" y="5203117"/>
                <a:ext cx="15300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C74A9E8A-5A86-3F03-E45A-A300B295A3A7}"/>
                  </a:ext>
                </a:extLst>
              </p14:cNvPr>
              <p14:cNvContentPartPr/>
              <p14:nvPr/>
            </p14:nvContentPartPr>
            <p14:xfrm>
              <a:off x="10144515" y="5386717"/>
              <a:ext cx="178200" cy="16812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C74A9E8A-5A86-3F03-E45A-A300B295A3A7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10126875" y="5369077"/>
                <a:ext cx="21384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C11298C5-6CB7-46C9-8BAA-41F86AABBEF0}"/>
                  </a:ext>
                </a:extLst>
              </p14:cNvPr>
              <p14:cNvContentPartPr/>
              <p14:nvPr/>
            </p14:nvContentPartPr>
            <p14:xfrm>
              <a:off x="9933195" y="4926637"/>
              <a:ext cx="272520" cy="6120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C11298C5-6CB7-46C9-8BAA-41F86AABBEF0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9915555" y="4908637"/>
                <a:ext cx="30816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12356B28-27A0-FA25-B502-6C319B760613}"/>
                  </a:ext>
                </a:extLst>
              </p14:cNvPr>
              <p14:cNvContentPartPr/>
              <p14:nvPr/>
            </p14:nvContentPartPr>
            <p14:xfrm>
              <a:off x="9470235" y="4938517"/>
              <a:ext cx="296640" cy="5832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12356B28-27A0-FA25-B502-6C319B760613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9452595" y="4920877"/>
                <a:ext cx="332280" cy="9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39D921E5-7C61-7EA5-F15B-5E11CBC85EAA}"/>
              </a:ext>
            </a:extLst>
          </p:cNvPr>
          <p:cNvGrpSpPr/>
          <p:nvPr/>
        </p:nvGrpSpPr>
        <p:grpSpPr>
          <a:xfrm>
            <a:off x="10422435" y="5122117"/>
            <a:ext cx="694440" cy="450000"/>
            <a:chOff x="10422435" y="5122117"/>
            <a:chExt cx="694440" cy="45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A1643B8-731B-922E-3081-A9B36B34E0D9}"/>
                    </a:ext>
                  </a:extLst>
                </p14:cNvPr>
                <p14:cNvContentPartPr/>
                <p14:nvPr/>
              </p14:nvContentPartPr>
              <p14:xfrm>
                <a:off x="10422435" y="5122117"/>
                <a:ext cx="134280" cy="2973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A1643B8-731B-922E-3081-A9B36B34E0D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404435" y="5104477"/>
                  <a:ext cx="16992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D7B5360-05FB-EF8F-9AB3-8D6254AA1343}"/>
                    </a:ext>
                  </a:extLst>
                </p14:cNvPr>
                <p14:cNvContentPartPr/>
                <p14:nvPr/>
              </p14:nvContentPartPr>
              <p14:xfrm>
                <a:off x="10523595" y="5125717"/>
                <a:ext cx="66600" cy="3830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D7B5360-05FB-EF8F-9AB3-8D6254AA134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505595" y="5107717"/>
                  <a:ext cx="10224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763E3FC-1CBF-3A49-6035-B2C218F878DA}"/>
                    </a:ext>
                  </a:extLst>
                </p14:cNvPr>
                <p14:cNvContentPartPr/>
                <p14:nvPr/>
              </p14:nvContentPartPr>
              <p14:xfrm>
                <a:off x="10447635" y="5358637"/>
                <a:ext cx="154800" cy="18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763E3FC-1CBF-3A49-6035-B2C218F878D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429995" y="5340637"/>
                  <a:ext cx="1904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8361B39-6561-4846-6A6D-600E74539BBD}"/>
                    </a:ext>
                  </a:extLst>
                </p14:cNvPr>
                <p14:cNvContentPartPr/>
                <p14:nvPr/>
              </p14:nvContentPartPr>
              <p14:xfrm>
                <a:off x="10707195" y="5368357"/>
                <a:ext cx="54360" cy="2037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8361B39-6561-4846-6A6D-600E74539BB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689555" y="5350717"/>
                  <a:ext cx="900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E5D7787-50E5-8744-A73B-853025E98D74}"/>
                    </a:ext>
                  </a:extLst>
                </p14:cNvPr>
                <p14:cNvContentPartPr/>
                <p14:nvPr/>
              </p14:nvContentPartPr>
              <p14:xfrm>
                <a:off x="10903755" y="5248837"/>
                <a:ext cx="213120" cy="280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E5D7787-50E5-8744-A73B-853025E98D74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885755" y="5231197"/>
                  <a:ext cx="2487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1CE42A5-AFA4-518C-0BC3-1CAF390D9F73}"/>
                    </a:ext>
                  </a:extLst>
                </p14:cNvPr>
                <p14:cNvContentPartPr/>
                <p14:nvPr/>
              </p14:nvContentPartPr>
              <p14:xfrm>
                <a:off x="11031195" y="5180437"/>
                <a:ext cx="14040" cy="2286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1CE42A5-AFA4-518C-0BC3-1CAF390D9F7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1013555" y="5162437"/>
                  <a:ext cx="4968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6283644-B18C-07FB-DFDF-816EF770BDE9}"/>
              </a:ext>
            </a:extLst>
          </p:cNvPr>
          <p:cNvGrpSpPr/>
          <p:nvPr/>
        </p:nvGrpSpPr>
        <p:grpSpPr>
          <a:xfrm>
            <a:off x="11233875" y="5092597"/>
            <a:ext cx="299160" cy="473040"/>
            <a:chOff x="11233875" y="5092597"/>
            <a:chExt cx="299160" cy="47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6BFDF65-0EA5-53AC-53B9-79487D8A99D0}"/>
                    </a:ext>
                  </a:extLst>
                </p14:cNvPr>
                <p14:cNvContentPartPr/>
                <p14:nvPr/>
              </p14:nvContentPartPr>
              <p14:xfrm>
                <a:off x="11233875" y="5095477"/>
                <a:ext cx="66600" cy="3564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6BFDF65-0EA5-53AC-53B9-79487D8A99D0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1215875" y="5077477"/>
                  <a:ext cx="10224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4CCAF15-BF20-2AE8-33D7-70F4EF435D34}"/>
                    </a:ext>
                  </a:extLst>
                </p14:cNvPr>
                <p14:cNvContentPartPr/>
                <p14:nvPr/>
              </p14:nvContentPartPr>
              <p14:xfrm>
                <a:off x="11301195" y="5092597"/>
                <a:ext cx="39240" cy="3510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4CCAF15-BF20-2AE8-33D7-70F4EF435D3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1283555" y="5074597"/>
                  <a:ext cx="748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6236484-60CC-E944-903D-EBBEE557EB22}"/>
                    </a:ext>
                  </a:extLst>
                </p14:cNvPr>
                <p14:cNvContentPartPr/>
                <p14:nvPr/>
              </p14:nvContentPartPr>
              <p14:xfrm>
                <a:off x="11250075" y="5346397"/>
                <a:ext cx="117360" cy="82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6236484-60CC-E944-903D-EBBEE557EB2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1232435" y="5328397"/>
                  <a:ext cx="1530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DAB711F-FC68-1D76-51C6-101A67F5526E}"/>
                    </a:ext>
                  </a:extLst>
                </p14:cNvPr>
                <p14:cNvContentPartPr/>
                <p14:nvPr/>
              </p14:nvContentPartPr>
              <p14:xfrm>
                <a:off x="11401635" y="5396797"/>
                <a:ext cx="131400" cy="1688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DAB711F-FC68-1D76-51C6-101A67F5526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1383995" y="5379157"/>
                  <a:ext cx="16704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51258A6-4B20-0830-A5E9-1FA7C49B5549}"/>
              </a:ext>
            </a:extLst>
          </p:cNvPr>
          <p:cNvGrpSpPr/>
          <p:nvPr/>
        </p:nvGrpSpPr>
        <p:grpSpPr>
          <a:xfrm>
            <a:off x="11715195" y="5181517"/>
            <a:ext cx="317880" cy="394920"/>
            <a:chOff x="11715195" y="5181517"/>
            <a:chExt cx="317880" cy="39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324FF81-C50D-63C5-8711-F5A4DAC9CF9B}"/>
                    </a:ext>
                  </a:extLst>
                </p14:cNvPr>
                <p14:cNvContentPartPr/>
                <p14:nvPr/>
              </p14:nvContentPartPr>
              <p14:xfrm>
                <a:off x="11761635" y="5222197"/>
                <a:ext cx="69480" cy="2152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324FF81-C50D-63C5-8711-F5A4DAC9CF9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743995" y="5204197"/>
                  <a:ext cx="1051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97C7E0D-7C89-D8CB-63F9-43195DEE494C}"/>
                    </a:ext>
                  </a:extLst>
                </p14:cNvPr>
                <p14:cNvContentPartPr/>
                <p14:nvPr/>
              </p14:nvContentPartPr>
              <p14:xfrm>
                <a:off x="11802315" y="5181517"/>
                <a:ext cx="54720" cy="3106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97C7E0D-7C89-D8CB-63F9-43195DEE494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784315" y="5163877"/>
                  <a:ext cx="9036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822C5CF-C42D-68F0-4052-A74945F093F2}"/>
                    </a:ext>
                  </a:extLst>
                </p14:cNvPr>
                <p14:cNvContentPartPr/>
                <p14:nvPr/>
              </p14:nvContentPartPr>
              <p14:xfrm>
                <a:off x="11715195" y="5412637"/>
                <a:ext cx="120240" cy="28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822C5CF-C42D-68F0-4052-A74945F093F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697555" y="5394637"/>
                  <a:ext cx="1558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AF3030C-DA9A-5BEF-37DE-B3988F5F52CD}"/>
                    </a:ext>
                  </a:extLst>
                </p14:cNvPr>
                <p14:cNvContentPartPr/>
                <p14:nvPr/>
              </p14:nvContentPartPr>
              <p14:xfrm>
                <a:off x="11967195" y="5490757"/>
                <a:ext cx="65880" cy="856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AF3030C-DA9A-5BEF-37DE-B3988F5F52C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949555" y="5472757"/>
                  <a:ext cx="10152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4EB708DC-C77D-95FA-D3D3-20BE47D172E5}"/>
              </a:ext>
            </a:extLst>
          </p:cNvPr>
          <p:cNvGrpSpPr/>
          <p:nvPr/>
        </p:nvGrpSpPr>
        <p:grpSpPr>
          <a:xfrm>
            <a:off x="5194875" y="5057317"/>
            <a:ext cx="361440" cy="511920"/>
            <a:chOff x="5194875" y="5057317"/>
            <a:chExt cx="361440" cy="51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15615D5-A5DB-1D9E-AE21-FF6DF7C64BE0}"/>
                    </a:ext>
                  </a:extLst>
                </p14:cNvPr>
                <p14:cNvContentPartPr/>
                <p14:nvPr/>
              </p14:nvContentPartPr>
              <p14:xfrm>
                <a:off x="5194875" y="5057317"/>
                <a:ext cx="177480" cy="4014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15615D5-A5DB-1D9E-AE21-FF6DF7C64BE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177235" y="5039317"/>
                  <a:ext cx="21312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0102E08-199D-7569-C91B-57EECDB2909B}"/>
                    </a:ext>
                  </a:extLst>
                </p14:cNvPr>
                <p14:cNvContentPartPr/>
                <p14:nvPr/>
              </p14:nvContentPartPr>
              <p14:xfrm>
                <a:off x="5418795" y="5407237"/>
                <a:ext cx="137520" cy="1620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0102E08-199D-7569-C91B-57EECDB2909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401155" y="5389237"/>
                  <a:ext cx="173160" cy="19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EBD4A4BC-12F0-6BFB-A4F5-544823720ECD}"/>
                  </a:ext>
                </a:extLst>
              </p14:cNvPr>
              <p14:cNvContentPartPr/>
              <p14:nvPr/>
            </p14:nvContentPartPr>
            <p14:xfrm>
              <a:off x="9531435" y="4503277"/>
              <a:ext cx="403920" cy="35172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EBD4A4BC-12F0-6BFB-A4F5-544823720ECD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9513435" y="4485277"/>
                <a:ext cx="439560" cy="38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B0F9DEF0-8F88-3BD2-333D-8D619EACF110}"/>
              </a:ext>
            </a:extLst>
          </p:cNvPr>
          <p:cNvGrpSpPr/>
          <p:nvPr/>
        </p:nvGrpSpPr>
        <p:grpSpPr>
          <a:xfrm>
            <a:off x="9478875" y="4517317"/>
            <a:ext cx="439560" cy="440640"/>
            <a:chOff x="9478875" y="4517317"/>
            <a:chExt cx="439560" cy="44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8E5603E-CD52-5EF0-8AAA-D3C4449C08FD}"/>
                    </a:ext>
                  </a:extLst>
                </p14:cNvPr>
                <p14:cNvContentPartPr/>
                <p14:nvPr/>
              </p14:nvContentPartPr>
              <p14:xfrm>
                <a:off x="9511635" y="4517317"/>
                <a:ext cx="10800" cy="72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8E5603E-CD52-5EF0-8AAA-D3C4449C08F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493995" y="4499677"/>
                  <a:ext cx="464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B065578-6A26-E088-3DDD-78CEB38A1183}"/>
                    </a:ext>
                  </a:extLst>
                </p14:cNvPr>
                <p14:cNvContentPartPr/>
                <p14:nvPr/>
              </p14:nvContentPartPr>
              <p14:xfrm>
                <a:off x="9522435" y="4517317"/>
                <a:ext cx="360" cy="3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B065578-6A26-E088-3DDD-78CEB38A118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504435" y="449967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1E20AE9-844F-8C79-244A-91AD5D025D62}"/>
                    </a:ext>
                  </a:extLst>
                </p14:cNvPr>
                <p14:cNvContentPartPr/>
                <p14:nvPr/>
              </p14:nvContentPartPr>
              <p14:xfrm>
                <a:off x="9522435" y="4517317"/>
                <a:ext cx="323280" cy="3877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1E20AE9-844F-8C79-244A-91AD5D025D6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504435" y="4499677"/>
                  <a:ext cx="35892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5FBC4F2-8193-07D7-C0E4-0FAD64F081C8}"/>
                    </a:ext>
                  </a:extLst>
                </p14:cNvPr>
                <p14:cNvContentPartPr/>
                <p14:nvPr/>
              </p14:nvContentPartPr>
              <p14:xfrm>
                <a:off x="9478875" y="4635757"/>
                <a:ext cx="361800" cy="3222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5FBC4F2-8193-07D7-C0E4-0FAD64F081C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460875" y="4617757"/>
                  <a:ext cx="39744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0D5A115-3B50-5419-160F-9A65B1221D8D}"/>
                    </a:ext>
                  </a:extLst>
                </p14:cNvPr>
                <p14:cNvContentPartPr/>
                <p14:nvPr/>
              </p14:nvContentPartPr>
              <p14:xfrm>
                <a:off x="9718635" y="4525237"/>
                <a:ext cx="199800" cy="2073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0D5A115-3B50-5419-160F-9A65B1221D8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700995" y="4507237"/>
                  <a:ext cx="235440" cy="24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09EDBEA9-2274-EFD9-9B05-75DAE6314BFD}"/>
              </a:ext>
            </a:extLst>
          </p:cNvPr>
          <p:cNvGrpSpPr/>
          <p:nvPr/>
        </p:nvGrpSpPr>
        <p:grpSpPr>
          <a:xfrm>
            <a:off x="5909700" y="5955690"/>
            <a:ext cx="165960" cy="118800"/>
            <a:chOff x="5909700" y="5955690"/>
            <a:chExt cx="165960" cy="11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7C99387-A371-4EAC-9D3D-B4CB4CA910EC}"/>
                    </a:ext>
                  </a:extLst>
                </p14:cNvPr>
                <p14:cNvContentPartPr/>
                <p14:nvPr/>
              </p14:nvContentPartPr>
              <p14:xfrm>
                <a:off x="5909700" y="5955690"/>
                <a:ext cx="144720" cy="410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7C99387-A371-4EAC-9D3D-B4CB4CA910E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900700" y="5947050"/>
                  <a:ext cx="1623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46BB74C-AC7F-8B0E-0CD0-4E90DCABE6BC}"/>
                    </a:ext>
                  </a:extLst>
                </p14:cNvPr>
                <p14:cNvContentPartPr/>
                <p14:nvPr/>
              </p14:nvContentPartPr>
              <p14:xfrm>
                <a:off x="5914380" y="6056850"/>
                <a:ext cx="161280" cy="176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46BB74C-AC7F-8B0E-0CD0-4E90DCABE6B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905740" y="6048210"/>
                  <a:ext cx="17892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B19F84E4-97C8-1753-D610-7E03E2BE096B}"/>
              </a:ext>
            </a:extLst>
          </p:cNvPr>
          <p:cNvGrpSpPr/>
          <p:nvPr/>
        </p:nvGrpSpPr>
        <p:grpSpPr>
          <a:xfrm>
            <a:off x="6259620" y="5701890"/>
            <a:ext cx="408600" cy="529560"/>
            <a:chOff x="6259620" y="5701890"/>
            <a:chExt cx="408600" cy="52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6187B13-28D7-5AB8-A55E-916705C72831}"/>
                    </a:ext>
                  </a:extLst>
                </p14:cNvPr>
                <p14:cNvContentPartPr/>
                <p14:nvPr/>
              </p14:nvContentPartPr>
              <p14:xfrm>
                <a:off x="6271860" y="5762370"/>
                <a:ext cx="117000" cy="3326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6187B13-28D7-5AB8-A55E-916705C7283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262860" y="5753730"/>
                  <a:ext cx="13464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81A9A6B-EA79-95B0-618C-35ACB406EEE4}"/>
                    </a:ext>
                  </a:extLst>
                </p14:cNvPr>
                <p14:cNvContentPartPr/>
                <p14:nvPr/>
              </p14:nvContentPartPr>
              <p14:xfrm>
                <a:off x="6394620" y="5778930"/>
                <a:ext cx="112320" cy="3409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81A9A6B-EA79-95B0-618C-35ACB406EEE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385620" y="5770290"/>
                  <a:ext cx="12996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5A2594B-E7FD-6CA0-9C01-D9863E56136A}"/>
                    </a:ext>
                  </a:extLst>
                </p14:cNvPr>
                <p14:cNvContentPartPr/>
                <p14:nvPr/>
              </p14:nvContentPartPr>
              <p14:xfrm>
                <a:off x="6259620" y="5979090"/>
                <a:ext cx="218160" cy="230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5A2594B-E7FD-6CA0-9C01-D9863E56136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250980" y="5970090"/>
                  <a:ext cx="2358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11E47C8-5ECE-502A-235D-4053BD168EBB}"/>
                    </a:ext>
                  </a:extLst>
                </p14:cNvPr>
                <p14:cNvContentPartPr/>
                <p14:nvPr/>
              </p14:nvContentPartPr>
              <p14:xfrm>
                <a:off x="6634020" y="6059010"/>
                <a:ext cx="34200" cy="1724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11E47C8-5ECE-502A-235D-4053BD168EB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625020" y="6050370"/>
                  <a:ext cx="518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DCCF74A-2FFD-BE9A-2D19-81E8FB778706}"/>
                    </a:ext>
                  </a:extLst>
                </p14:cNvPr>
                <p14:cNvContentPartPr/>
                <p14:nvPr/>
              </p14:nvContentPartPr>
              <p14:xfrm>
                <a:off x="6349980" y="5701890"/>
                <a:ext cx="236160" cy="111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DCCF74A-2FFD-BE9A-2D19-81E8FB77870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341340" y="5692890"/>
                  <a:ext cx="25380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85C36308-564D-11DC-24C2-0F846E413ED5}"/>
              </a:ext>
            </a:extLst>
          </p:cNvPr>
          <p:cNvGrpSpPr/>
          <p:nvPr/>
        </p:nvGrpSpPr>
        <p:grpSpPr>
          <a:xfrm>
            <a:off x="6888900" y="5619450"/>
            <a:ext cx="2125080" cy="518040"/>
            <a:chOff x="6888900" y="5619450"/>
            <a:chExt cx="2125080" cy="51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827EA91-A56F-244B-16E2-780C584DE24C}"/>
                    </a:ext>
                  </a:extLst>
                </p14:cNvPr>
                <p14:cNvContentPartPr/>
                <p14:nvPr/>
              </p14:nvContentPartPr>
              <p14:xfrm>
                <a:off x="6888900" y="5731050"/>
                <a:ext cx="106200" cy="4064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827EA91-A56F-244B-16E2-780C584DE24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880260" y="5722050"/>
                  <a:ext cx="12384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AA127DC-834E-B224-D4DB-753F4513CFE6}"/>
                    </a:ext>
                  </a:extLst>
                </p14:cNvPr>
                <p14:cNvContentPartPr/>
                <p14:nvPr/>
              </p14:nvContentPartPr>
              <p14:xfrm>
                <a:off x="7091220" y="5732130"/>
                <a:ext cx="65520" cy="2959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AA127DC-834E-B224-D4DB-753F4513CFE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082220" y="5723130"/>
                  <a:ext cx="831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23D6DA1-913C-661F-2495-2643E9B14060}"/>
                    </a:ext>
                  </a:extLst>
                </p14:cNvPr>
                <p14:cNvContentPartPr/>
                <p14:nvPr/>
              </p14:nvContentPartPr>
              <p14:xfrm>
                <a:off x="7153500" y="5711610"/>
                <a:ext cx="78840" cy="3240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23D6DA1-913C-661F-2495-2643E9B1406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144860" y="5702610"/>
                  <a:ext cx="9648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3AB9249-DA44-57C0-2DCE-39DBCC97624E}"/>
                    </a:ext>
                  </a:extLst>
                </p14:cNvPr>
                <p14:cNvContentPartPr/>
                <p14:nvPr/>
              </p14:nvContentPartPr>
              <p14:xfrm>
                <a:off x="7139100" y="5870730"/>
                <a:ext cx="97920" cy="230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3AB9249-DA44-57C0-2DCE-39DBCC97624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130460" y="5861730"/>
                  <a:ext cx="1155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4EB93AE-7138-B1C8-F051-CA5303A3D78B}"/>
                    </a:ext>
                  </a:extLst>
                </p14:cNvPr>
                <p14:cNvContentPartPr/>
                <p14:nvPr/>
              </p14:nvContentPartPr>
              <p14:xfrm>
                <a:off x="7281300" y="5930850"/>
                <a:ext cx="113400" cy="1389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4EB93AE-7138-B1C8-F051-CA5303A3D78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272300" y="5921850"/>
                  <a:ext cx="1310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284AEAB-9656-75BD-6AC9-274BEA07831E}"/>
                    </a:ext>
                  </a:extLst>
                </p14:cNvPr>
                <p14:cNvContentPartPr/>
                <p14:nvPr/>
              </p14:nvContentPartPr>
              <p14:xfrm>
                <a:off x="7490100" y="5740770"/>
                <a:ext cx="94320" cy="2944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284AEAB-9656-75BD-6AC9-274BEA07831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481460" y="5731770"/>
                  <a:ext cx="1119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4FEB5F1-FE64-141F-1513-4DC1F66A726B}"/>
                    </a:ext>
                  </a:extLst>
                </p14:cNvPr>
                <p14:cNvContentPartPr/>
                <p14:nvPr/>
              </p14:nvContentPartPr>
              <p14:xfrm>
                <a:off x="7536180" y="5741490"/>
                <a:ext cx="106200" cy="2714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4FEB5F1-FE64-141F-1513-4DC1F66A726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527540" y="5732490"/>
                  <a:ext cx="1238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7937E0C-07BA-0BB4-AA76-5184FCD8A64F}"/>
                    </a:ext>
                  </a:extLst>
                </p14:cNvPr>
                <p14:cNvContentPartPr/>
                <p14:nvPr/>
              </p14:nvContentPartPr>
              <p14:xfrm>
                <a:off x="7496580" y="5929050"/>
                <a:ext cx="169920" cy="36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7937E0C-07BA-0BB4-AA76-5184FCD8A64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487580" y="5920410"/>
                  <a:ext cx="1875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41EAD34-C339-54F3-F289-10E01399D163}"/>
                    </a:ext>
                  </a:extLst>
                </p14:cNvPr>
                <p14:cNvContentPartPr/>
                <p14:nvPr/>
              </p14:nvContentPartPr>
              <p14:xfrm>
                <a:off x="7744260" y="5940930"/>
                <a:ext cx="52200" cy="972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41EAD34-C339-54F3-F289-10E01399D16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735620" y="5932290"/>
                  <a:ext cx="698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03DDBAE-5A57-F555-4FFF-57D52B5A759E}"/>
                    </a:ext>
                  </a:extLst>
                </p14:cNvPr>
                <p14:cNvContentPartPr/>
                <p14:nvPr/>
              </p14:nvContentPartPr>
              <p14:xfrm>
                <a:off x="7502700" y="5624850"/>
                <a:ext cx="178560" cy="295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03DDBAE-5A57-F555-4FFF-57D52B5A759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493700" y="5616210"/>
                  <a:ext cx="1962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AC7ED3A-04F2-A4DF-ACB9-7E24A91E9B1A}"/>
                    </a:ext>
                  </a:extLst>
                </p14:cNvPr>
                <p14:cNvContentPartPr/>
                <p14:nvPr/>
              </p14:nvContentPartPr>
              <p14:xfrm>
                <a:off x="7856220" y="5919330"/>
                <a:ext cx="185760" cy="122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AC7ED3A-04F2-A4DF-ACB9-7E24A91E9B1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847580" y="5910690"/>
                  <a:ext cx="2034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6A985A7-B688-2269-7D2D-48A13BD51640}"/>
                    </a:ext>
                  </a:extLst>
                </p14:cNvPr>
                <p14:cNvContentPartPr/>
                <p14:nvPr/>
              </p14:nvContentPartPr>
              <p14:xfrm>
                <a:off x="7985100" y="5850210"/>
                <a:ext cx="48600" cy="2005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6A985A7-B688-2269-7D2D-48A13BD5164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976100" y="5841210"/>
                  <a:ext cx="662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B1490D5-423A-F160-F5C2-4F6E7705A0D6}"/>
                    </a:ext>
                  </a:extLst>
                </p14:cNvPr>
                <p14:cNvContentPartPr/>
                <p14:nvPr/>
              </p14:nvContentPartPr>
              <p14:xfrm>
                <a:off x="8189580" y="5722770"/>
                <a:ext cx="137880" cy="2649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B1490D5-423A-F160-F5C2-4F6E7705A0D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180580" y="5714130"/>
                  <a:ext cx="1555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2835130-4864-1CEE-62A9-290411ACCE53}"/>
                    </a:ext>
                  </a:extLst>
                </p14:cNvPr>
                <p14:cNvContentPartPr/>
                <p14:nvPr/>
              </p14:nvContentPartPr>
              <p14:xfrm>
                <a:off x="8301540" y="5685690"/>
                <a:ext cx="72720" cy="3398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2835130-4864-1CEE-62A9-290411ACCE5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292540" y="5676690"/>
                  <a:ext cx="9036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73A6ECE-997F-CF3D-35DE-93D56337264A}"/>
                    </a:ext>
                  </a:extLst>
                </p14:cNvPr>
                <p14:cNvContentPartPr/>
                <p14:nvPr/>
              </p14:nvContentPartPr>
              <p14:xfrm>
                <a:off x="8201460" y="5907450"/>
                <a:ext cx="197640" cy="144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73A6ECE-997F-CF3D-35DE-93D56337264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192820" y="5898810"/>
                  <a:ext cx="2152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CC29DF4-B9F8-82C1-901C-29B6E06F953D}"/>
                    </a:ext>
                  </a:extLst>
                </p14:cNvPr>
                <p14:cNvContentPartPr/>
                <p14:nvPr/>
              </p14:nvContentPartPr>
              <p14:xfrm>
                <a:off x="8456700" y="5966130"/>
                <a:ext cx="143640" cy="1443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CC29DF4-B9F8-82C1-901C-29B6E06F953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447700" y="5957490"/>
                  <a:ext cx="1612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4C1BA2C-EDDB-D87F-CF3C-73EAD0C3FB44}"/>
                    </a:ext>
                  </a:extLst>
                </p14:cNvPr>
                <p14:cNvContentPartPr/>
                <p14:nvPr/>
              </p14:nvContentPartPr>
              <p14:xfrm>
                <a:off x="8272380" y="5645370"/>
                <a:ext cx="153000" cy="57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4C1BA2C-EDDB-D87F-CF3C-73EAD0C3FB4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263740" y="5636730"/>
                  <a:ext cx="170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C11C409-A229-B771-10E3-7AA050B03AD1}"/>
                    </a:ext>
                  </a:extLst>
                </p14:cNvPr>
                <p14:cNvContentPartPr/>
                <p14:nvPr/>
              </p14:nvContentPartPr>
              <p14:xfrm>
                <a:off x="8586300" y="5733210"/>
                <a:ext cx="94320" cy="2631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C11C409-A229-B771-10E3-7AA050B03AD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577660" y="5724210"/>
                  <a:ext cx="1119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0192C33-BE00-00DD-73E1-4F427BC1427C}"/>
                    </a:ext>
                  </a:extLst>
                </p14:cNvPr>
                <p14:cNvContentPartPr/>
                <p14:nvPr/>
              </p14:nvContentPartPr>
              <p14:xfrm>
                <a:off x="8663700" y="5718450"/>
                <a:ext cx="109800" cy="3052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0192C33-BE00-00DD-73E1-4F427BC1427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654700" y="5709450"/>
                  <a:ext cx="12744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765925F-6CA8-7EE5-D77E-53EFA3469D79}"/>
                    </a:ext>
                  </a:extLst>
                </p14:cNvPr>
                <p14:cNvContentPartPr/>
                <p14:nvPr/>
              </p14:nvContentPartPr>
              <p14:xfrm>
                <a:off x="8625180" y="5895570"/>
                <a:ext cx="153000" cy="3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765925F-6CA8-7EE5-D77E-53EFA3469D7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616180" y="5886930"/>
                  <a:ext cx="170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A07EA38-6E29-8637-C881-98574B5D699F}"/>
                    </a:ext>
                  </a:extLst>
                </p14:cNvPr>
                <p14:cNvContentPartPr/>
                <p14:nvPr/>
              </p14:nvContentPartPr>
              <p14:xfrm>
                <a:off x="8823180" y="5913930"/>
                <a:ext cx="77040" cy="1008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A07EA38-6E29-8637-C881-98574B5D699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814180" y="5905290"/>
                  <a:ext cx="946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D7E5B2A-38E4-94E6-B2C4-931298481823}"/>
                    </a:ext>
                  </a:extLst>
                </p14:cNvPr>
                <p14:cNvContentPartPr/>
                <p14:nvPr/>
              </p14:nvContentPartPr>
              <p14:xfrm>
                <a:off x="8872860" y="5619450"/>
                <a:ext cx="141120" cy="4626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D7E5B2A-38E4-94E6-B2C4-93129848182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863860" y="5610810"/>
                  <a:ext cx="158760" cy="48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3744084-FB7D-E20C-5DD6-3B36E3A58A86}"/>
              </a:ext>
            </a:extLst>
          </p:cNvPr>
          <p:cNvGrpSpPr/>
          <p:nvPr/>
        </p:nvGrpSpPr>
        <p:grpSpPr>
          <a:xfrm>
            <a:off x="9266340" y="5828610"/>
            <a:ext cx="197640" cy="245160"/>
            <a:chOff x="9266340" y="5828610"/>
            <a:chExt cx="197640" cy="2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7720690-FC0A-512E-1129-CF1B2DA10286}"/>
                    </a:ext>
                  </a:extLst>
                </p14:cNvPr>
                <p14:cNvContentPartPr/>
                <p14:nvPr/>
              </p14:nvContentPartPr>
              <p14:xfrm>
                <a:off x="9266340" y="5971170"/>
                <a:ext cx="197640" cy="36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7720690-FC0A-512E-1129-CF1B2DA1028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257340" y="5962530"/>
                  <a:ext cx="2152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D1A3746-33AC-4B55-43A2-02BADA2DEC62}"/>
                    </a:ext>
                  </a:extLst>
                </p14:cNvPr>
                <p14:cNvContentPartPr/>
                <p14:nvPr/>
              </p14:nvContentPartPr>
              <p14:xfrm>
                <a:off x="9378300" y="5828610"/>
                <a:ext cx="12240" cy="2451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D1A3746-33AC-4B55-43A2-02BADA2DEC6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369300" y="5819610"/>
                  <a:ext cx="2988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605D2C9B-7A3D-75DC-8F3D-846294C67A1C}"/>
              </a:ext>
            </a:extLst>
          </p:cNvPr>
          <p:cNvGrpSpPr/>
          <p:nvPr/>
        </p:nvGrpSpPr>
        <p:grpSpPr>
          <a:xfrm>
            <a:off x="5963700" y="6570210"/>
            <a:ext cx="159120" cy="92160"/>
            <a:chOff x="5963700" y="6570210"/>
            <a:chExt cx="159120" cy="9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DA5EBE4-CAC6-08C3-9F4F-4D022645FD8B}"/>
                    </a:ext>
                  </a:extLst>
                </p14:cNvPr>
                <p14:cNvContentPartPr/>
                <p14:nvPr/>
              </p14:nvContentPartPr>
              <p14:xfrm>
                <a:off x="5977020" y="6570210"/>
                <a:ext cx="145800" cy="57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DA5EBE4-CAC6-08C3-9F4F-4D022645FD8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968380" y="6561210"/>
                  <a:ext cx="163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4315BA2-09E0-DED8-D358-C9147EEAE910}"/>
                    </a:ext>
                  </a:extLst>
                </p14:cNvPr>
                <p14:cNvContentPartPr/>
                <p14:nvPr/>
              </p14:nvContentPartPr>
              <p14:xfrm>
                <a:off x="5963700" y="6650130"/>
                <a:ext cx="154440" cy="122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4315BA2-09E0-DED8-D358-C9147EEAE91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955060" y="6641490"/>
                  <a:ext cx="17208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0563B7E5-C583-65FE-9932-9955C6675ABD}"/>
              </a:ext>
            </a:extLst>
          </p:cNvPr>
          <p:cNvGrpSpPr/>
          <p:nvPr/>
        </p:nvGrpSpPr>
        <p:grpSpPr>
          <a:xfrm>
            <a:off x="6417300" y="6353490"/>
            <a:ext cx="382680" cy="463680"/>
            <a:chOff x="6417300" y="6353490"/>
            <a:chExt cx="382680" cy="46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07D47E9-1189-2BCA-D0CD-3A399182939A}"/>
                    </a:ext>
                  </a:extLst>
                </p14:cNvPr>
                <p14:cNvContentPartPr/>
                <p14:nvPr/>
              </p14:nvContentPartPr>
              <p14:xfrm>
                <a:off x="6456900" y="6416490"/>
                <a:ext cx="125640" cy="2840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07D47E9-1189-2BCA-D0CD-3A399182939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448260" y="6407490"/>
                  <a:ext cx="1432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2ADFF31-5025-1BE5-0ED7-5B43F1C9BDCC}"/>
                    </a:ext>
                  </a:extLst>
                </p14:cNvPr>
                <p14:cNvContentPartPr/>
                <p14:nvPr/>
              </p14:nvContentPartPr>
              <p14:xfrm>
                <a:off x="6546180" y="6394890"/>
                <a:ext cx="137160" cy="3574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2ADFF31-5025-1BE5-0ED7-5B43F1C9BDC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537180" y="6385890"/>
                  <a:ext cx="15480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AC9A7E1-047C-E61C-B5E7-A170B495E74C}"/>
                    </a:ext>
                  </a:extLst>
                </p14:cNvPr>
                <p14:cNvContentPartPr/>
                <p14:nvPr/>
              </p14:nvContentPartPr>
              <p14:xfrm>
                <a:off x="6417300" y="6572370"/>
                <a:ext cx="204840" cy="176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AC9A7E1-047C-E61C-B5E7-A170B495E74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408660" y="6563370"/>
                  <a:ext cx="2224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52B5FBD-1762-0068-B2C3-060E32289734}"/>
                    </a:ext>
                  </a:extLst>
                </p14:cNvPr>
                <p14:cNvContentPartPr/>
                <p14:nvPr/>
              </p14:nvContentPartPr>
              <p14:xfrm>
                <a:off x="6734820" y="6610890"/>
                <a:ext cx="65160" cy="2062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52B5FBD-1762-0068-B2C3-060E3228973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726180" y="6602250"/>
                  <a:ext cx="828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991B7DA-0EAE-2691-52A5-CDEE4DDA67C3}"/>
                    </a:ext>
                  </a:extLst>
                </p14:cNvPr>
                <p14:cNvContentPartPr/>
                <p14:nvPr/>
              </p14:nvContentPartPr>
              <p14:xfrm>
                <a:off x="6512340" y="6353490"/>
                <a:ext cx="225360" cy="241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991B7DA-0EAE-2691-52A5-CDEE4DDA67C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503700" y="6344850"/>
                  <a:ext cx="24300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F3EB1BBF-2B1C-C4F0-3C3D-9FC6F2DABBF9}"/>
              </a:ext>
            </a:extLst>
          </p:cNvPr>
          <p:cNvGrpSpPr/>
          <p:nvPr/>
        </p:nvGrpSpPr>
        <p:grpSpPr>
          <a:xfrm>
            <a:off x="7099140" y="6295170"/>
            <a:ext cx="3460680" cy="540360"/>
            <a:chOff x="7099140" y="6295170"/>
            <a:chExt cx="3460680" cy="54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EA23F58-DFFE-6758-D893-AA3CB1842729}"/>
                    </a:ext>
                  </a:extLst>
                </p14:cNvPr>
                <p14:cNvContentPartPr/>
                <p14:nvPr/>
              </p14:nvContentPartPr>
              <p14:xfrm>
                <a:off x="7099140" y="6434490"/>
                <a:ext cx="127080" cy="3639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EA23F58-DFFE-6758-D893-AA3CB184272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090500" y="6425850"/>
                  <a:ext cx="14472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2268453-0238-0787-6CBA-C7ECF5916A4F}"/>
                    </a:ext>
                  </a:extLst>
                </p14:cNvPr>
                <p14:cNvContentPartPr/>
                <p14:nvPr/>
              </p14:nvContentPartPr>
              <p14:xfrm>
                <a:off x="7295700" y="6431610"/>
                <a:ext cx="87120" cy="2894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2268453-0238-0787-6CBA-C7ECF5916A4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286700" y="6422970"/>
                  <a:ext cx="1047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FB595BE-78FD-FBC9-4B28-B6B9B4C1EF80}"/>
                    </a:ext>
                  </a:extLst>
                </p14:cNvPr>
                <p14:cNvContentPartPr/>
                <p14:nvPr/>
              </p14:nvContentPartPr>
              <p14:xfrm>
                <a:off x="7367700" y="6452130"/>
                <a:ext cx="66240" cy="2876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FB595BE-78FD-FBC9-4B28-B6B9B4C1EF8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359060" y="6443130"/>
                  <a:ext cx="838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317853F-0B1B-C77A-8DDE-836FD618637B}"/>
                    </a:ext>
                  </a:extLst>
                </p14:cNvPr>
                <p14:cNvContentPartPr/>
                <p14:nvPr/>
              </p14:nvContentPartPr>
              <p14:xfrm>
                <a:off x="7348620" y="6591810"/>
                <a:ext cx="102600" cy="176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317853F-0B1B-C77A-8DDE-836FD618637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339620" y="6582810"/>
                  <a:ext cx="1202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EB9271C-D93D-06B2-FF42-1666A8555FDB}"/>
                    </a:ext>
                  </a:extLst>
                </p14:cNvPr>
                <p14:cNvContentPartPr/>
                <p14:nvPr/>
              </p14:nvContentPartPr>
              <p14:xfrm>
                <a:off x="7533660" y="6644730"/>
                <a:ext cx="144000" cy="1508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EB9271C-D93D-06B2-FF42-1666A8555FD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524660" y="6636090"/>
                  <a:ext cx="1616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8297DDA-0B43-52E9-F148-4AFF62A382BA}"/>
                    </a:ext>
                  </a:extLst>
                </p14:cNvPr>
                <p14:cNvContentPartPr/>
                <p14:nvPr/>
              </p14:nvContentPartPr>
              <p14:xfrm>
                <a:off x="7785300" y="6572370"/>
                <a:ext cx="135000" cy="3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8297DDA-0B43-52E9-F148-4AFF62A382B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776300" y="6563370"/>
                  <a:ext cx="152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D3B581B-F4A5-E1AA-77B4-24252DCA1153}"/>
                    </a:ext>
                  </a:extLst>
                </p14:cNvPr>
                <p14:cNvContentPartPr/>
                <p14:nvPr/>
              </p14:nvContentPartPr>
              <p14:xfrm>
                <a:off x="7832100" y="6497490"/>
                <a:ext cx="20880" cy="1789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D3B581B-F4A5-E1AA-77B4-24252DCA115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823460" y="6488850"/>
                  <a:ext cx="385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DB4E9B1-9972-9469-B005-26C4FB8FCA30}"/>
                    </a:ext>
                  </a:extLst>
                </p14:cNvPr>
                <p14:cNvContentPartPr/>
                <p14:nvPr/>
              </p14:nvContentPartPr>
              <p14:xfrm>
                <a:off x="7703580" y="6405330"/>
                <a:ext cx="275760" cy="3222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DB4E9B1-9972-9469-B005-26C4FB8FCA3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694940" y="6396690"/>
                  <a:ext cx="2934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5A7C63C-85DC-EE65-6CCF-527B8106B43D}"/>
                    </a:ext>
                  </a:extLst>
                </p14:cNvPr>
                <p14:cNvContentPartPr/>
                <p14:nvPr/>
              </p14:nvContentPartPr>
              <p14:xfrm>
                <a:off x="8110020" y="6418650"/>
                <a:ext cx="100080" cy="2631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5A7C63C-85DC-EE65-6CCF-527B8106B43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101380" y="6410010"/>
                  <a:ext cx="11772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88FD259-472B-EA7F-55A2-2CC696C560F2}"/>
                    </a:ext>
                  </a:extLst>
                </p14:cNvPr>
                <p14:cNvContentPartPr/>
                <p14:nvPr/>
              </p14:nvContentPartPr>
              <p14:xfrm>
                <a:off x="8140260" y="6422970"/>
                <a:ext cx="93960" cy="2923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88FD259-472B-EA7F-55A2-2CC696C560F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131260" y="6413970"/>
                  <a:ext cx="1116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5C270D9-35D9-C75D-6F06-A5CF4E91AB06}"/>
                    </a:ext>
                  </a:extLst>
                </p14:cNvPr>
                <p14:cNvContentPartPr/>
                <p14:nvPr/>
              </p14:nvContentPartPr>
              <p14:xfrm>
                <a:off x="8066820" y="6565890"/>
                <a:ext cx="202320" cy="3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5C270D9-35D9-C75D-6F06-A5CF4E91AB0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057820" y="6556890"/>
                  <a:ext cx="219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4C82B1F-AD58-9EAD-4CFF-C3D2D72C56C7}"/>
                    </a:ext>
                  </a:extLst>
                </p14:cNvPr>
                <p14:cNvContentPartPr/>
                <p14:nvPr/>
              </p14:nvContentPartPr>
              <p14:xfrm>
                <a:off x="8317020" y="6616650"/>
                <a:ext cx="70200" cy="939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4C82B1F-AD58-9EAD-4CFF-C3D2D72C56C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308380" y="6608010"/>
                  <a:ext cx="878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F17279E-B2DE-5853-99C2-4A8CF5B13BE4}"/>
                    </a:ext>
                  </a:extLst>
                </p14:cNvPr>
                <p14:cNvContentPartPr/>
                <p14:nvPr/>
              </p14:nvContentPartPr>
              <p14:xfrm>
                <a:off x="8481900" y="6320010"/>
                <a:ext cx="117000" cy="4528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F17279E-B2DE-5853-99C2-4A8CF5B13BE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472900" y="6311370"/>
                  <a:ext cx="13464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9C290E8-7CB1-45A4-6B2D-C5D3A8E809CE}"/>
                    </a:ext>
                  </a:extLst>
                </p14:cNvPr>
                <p14:cNvContentPartPr/>
                <p14:nvPr/>
              </p14:nvContentPartPr>
              <p14:xfrm>
                <a:off x="8754780" y="6579930"/>
                <a:ext cx="239760" cy="219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9C290E8-7CB1-45A4-6B2D-C5D3A8E809C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746140" y="6570930"/>
                  <a:ext cx="2574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4589B2F-9953-5EAE-B10B-C1DB7BE4413B}"/>
                    </a:ext>
                  </a:extLst>
                </p14:cNvPr>
                <p14:cNvContentPartPr/>
                <p14:nvPr/>
              </p14:nvContentPartPr>
              <p14:xfrm>
                <a:off x="8904180" y="6461850"/>
                <a:ext cx="68760" cy="2678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4589B2F-9953-5EAE-B10B-C1DB7BE4413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895180" y="6453210"/>
                  <a:ext cx="864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83B824D-5F48-4182-4154-7829332FA784}"/>
                    </a:ext>
                  </a:extLst>
                </p14:cNvPr>
                <p14:cNvContentPartPr/>
                <p14:nvPr/>
              </p14:nvContentPartPr>
              <p14:xfrm>
                <a:off x="9155460" y="6430530"/>
                <a:ext cx="103680" cy="2559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83B824D-5F48-4182-4154-7829332FA78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146820" y="6421530"/>
                  <a:ext cx="1213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209C922-1F77-19F2-2597-2F6AC74BEC64}"/>
                    </a:ext>
                  </a:extLst>
                </p14:cNvPr>
                <p14:cNvContentPartPr/>
                <p14:nvPr/>
              </p14:nvContentPartPr>
              <p14:xfrm>
                <a:off x="9232500" y="6331890"/>
                <a:ext cx="110880" cy="3348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209C922-1F77-19F2-2597-2F6AC74BEC6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223860" y="6323250"/>
                  <a:ext cx="1285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35032A9-4809-8EEB-2D2E-304ED073E372}"/>
                    </a:ext>
                  </a:extLst>
                </p14:cNvPr>
                <p14:cNvContentPartPr/>
                <p14:nvPr/>
              </p14:nvContentPartPr>
              <p14:xfrm>
                <a:off x="9164100" y="6519090"/>
                <a:ext cx="196560" cy="100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35032A9-4809-8EEB-2D2E-304ED073E37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155100" y="6510450"/>
                  <a:ext cx="2142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FEF82D96-D803-3304-BB55-FDA5D1063826}"/>
                    </a:ext>
                  </a:extLst>
                </p14:cNvPr>
                <p14:cNvContentPartPr/>
                <p14:nvPr/>
              </p14:nvContentPartPr>
              <p14:xfrm>
                <a:off x="9420420" y="6550410"/>
                <a:ext cx="113400" cy="2613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FEF82D96-D803-3304-BB55-FDA5D106382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411420" y="6541770"/>
                  <a:ext cx="1310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DB62B32-ABE5-EBCF-2EF4-880C39EBA052}"/>
                    </a:ext>
                  </a:extLst>
                </p14:cNvPr>
                <p14:cNvContentPartPr/>
                <p14:nvPr/>
              </p14:nvContentPartPr>
              <p14:xfrm>
                <a:off x="9235020" y="6295170"/>
                <a:ext cx="243360" cy="79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DB62B32-ABE5-EBCF-2EF4-880C39EBA052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226020" y="6286170"/>
                  <a:ext cx="2610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5239FBE-A75F-798E-476E-92F85550AC43}"/>
                    </a:ext>
                  </a:extLst>
                </p14:cNvPr>
                <p14:cNvContentPartPr/>
                <p14:nvPr/>
              </p14:nvContentPartPr>
              <p14:xfrm>
                <a:off x="9673860" y="6412530"/>
                <a:ext cx="104040" cy="2530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5239FBE-A75F-798E-476E-92F85550AC4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664860" y="6403530"/>
                  <a:ext cx="1216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5E7E8CB-9A32-9AD4-3A1D-9419EBDD4904}"/>
                    </a:ext>
                  </a:extLst>
                </p14:cNvPr>
                <p14:cNvContentPartPr/>
                <p14:nvPr/>
              </p14:nvContentPartPr>
              <p14:xfrm>
                <a:off x="9775020" y="6381570"/>
                <a:ext cx="63000" cy="3434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5E7E8CB-9A32-9AD4-3A1D-9419EBDD490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766380" y="6372930"/>
                  <a:ext cx="8064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E9CBF8B-366A-1FAD-A77D-C06DD679D65C}"/>
                    </a:ext>
                  </a:extLst>
                </p14:cNvPr>
                <p14:cNvContentPartPr/>
                <p14:nvPr/>
              </p14:nvContentPartPr>
              <p14:xfrm>
                <a:off x="9728220" y="6561570"/>
                <a:ext cx="168840" cy="25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E9CBF8B-366A-1FAD-A77D-C06DD679D65C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719580" y="6552570"/>
                  <a:ext cx="1864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46C0C6C3-8A95-EF1B-26F8-3EF082ADA5FB}"/>
                    </a:ext>
                  </a:extLst>
                </p14:cNvPr>
                <p14:cNvContentPartPr/>
                <p14:nvPr/>
              </p14:nvContentPartPr>
              <p14:xfrm>
                <a:off x="9905340" y="6628530"/>
                <a:ext cx="209520" cy="2012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46C0C6C3-8A95-EF1B-26F8-3EF082ADA5F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896340" y="6619890"/>
                  <a:ext cx="2271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9E6796C8-691D-7D86-234C-97D804ABE375}"/>
                    </a:ext>
                  </a:extLst>
                </p14:cNvPr>
                <p14:cNvContentPartPr/>
                <p14:nvPr/>
              </p14:nvContentPartPr>
              <p14:xfrm>
                <a:off x="9765660" y="6338370"/>
                <a:ext cx="242280" cy="3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9E6796C8-691D-7D86-234C-97D804ABE37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756660" y="6329730"/>
                  <a:ext cx="259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951F31D-74C5-3BE8-706A-2F4C8596F1D9}"/>
                    </a:ext>
                  </a:extLst>
                </p14:cNvPr>
                <p14:cNvContentPartPr/>
                <p14:nvPr/>
              </p14:nvContentPartPr>
              <p14:xfrm>
                <a:off x="10119540" y="6489930"/>
                <a:ext cx="126360" cy="2332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951F31D-74C5-3BE8-706A-2F4C8596F1D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110540" y="6481290"/>
                  <a:ext cx="1440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B8CECA5-2D3D-331E-518C-DDFD0E5D8126}"/>
                    </a:ext>
                  </a:extLst>
                </p14:cNvPr>
                <p14:cNvContentPartPr/>
                <p14:nvPr/>
              </p14:nvContentPartPr>
              <p14:xfrm>
                <a:off x="10263540" y="6430530"/>
                <a:ext cx="82080" cy="3261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B8CECA5-2D3D-331E-518C-DDFD0E5D812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254900" y="6421530"/>
                  <a:ext cx="9972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EB4C6B2-28E4-ADAF-2851-9E7327CE8A84}"/>
                    </a:ext>
                  </a:extLst>
                </p14:cNvPr>
                <p14:cNvContentPartPr/>
                <p14:nvPr/>
              </p14:nvContentPartPr>
              <p14:xfrm>
                <a:off x="10185420" y="6646890"/>
                <a:ext cx="374400" cy="1886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EB4C6B2-28E4-ADAF-2851-9E7327CE8A8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176420" y="6638250"/>
                  <a:ext cx="392040" cy="20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66202FF1-1133-F42B-F3C0-3CAAF95B8C0E}"/>
              </a:ext>
            </a:extLst>
          </p:cNvPr>
          <p:cNvGrpSpPr/>
          <p:nvPr/>
        </p:nvGrpSpPr>
        <p:grpSpPr>
          <a:xfrm>
            <a:off x="10755660" y="6350250"/>
            <a:ext cx="1284480" cy="417240"/>
            <a:chOff x="10755660" y="6350250"/>
            <a:chExt cx="1284480" cy="41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7DA65C3-A783-711C-E85D-911488AF6916}"/>
                    </a:ext>
                  </a:extLst>
                </p14:cNvPr>
                <p14:cNvContentPartPr/>
                <p14:nvPr/>
              </p14:nvContentPartPr>
              <p14:xfrm>
                <a:off x="10755660" y="6502890"/>
                <a:ext cx="239760" cy="219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7DA65C3-A783-711C-E85D-911488AF691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747020" y="6494250"/>
                  <a:ext cx="2574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4EAA200-1FD6-06F0-6F65-F16FC8A077B1}"/>
                    </a:ext>
                  </a:extLst>
                </p14:cNvPr>
                <p14:cNvContentPartPr/>
                <p14:nvPr/>
              </p14:nvContentPartPr>
              <p14:xfrm>
                <a:off x="10849620" y="6418650"/>
                <a:ext cx="30600" cy="2926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4EAA200-1FD6-06F0-6F65-F16FC8A077B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840620" y="6409650"/>
                  <a:ext cx="4824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ABCC1C0-4F24-B06F-9167-C9199BAC1528}"/>
                    </a:ext>
                  </a:extLst>
                </p14:cNvPr>
                <p14:cNvContentPartPr/>
                <p14:nvPr/>
              </p14:nvContentPartPr>
              <p14:xfrm>
                <a:off x="11113140" y="6379410"/>
                <a:ext cx="119520" cy="2613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ABCC1C0-4F24-B06F-9167-C9199BAC152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104140" y="6370770"/>
                  <a:ext cx="1371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03279BED-D497-DE2C-7A29-C78AB74C4158}"/>
                    </a:ext>
                  </a:extLst>
                </p14:cNvPr>
                <p14:cNvContentPartPr/>
                <p14:nvPr/>
              </p14:nvContentPartPr>
              <p14:xfrm>
                <a:off x="11107020" y="6350250"/>
                <a:ext cx="271080" cy="3578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03279BED-D497-DE2C-7A29-C78AB74C415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1098020" y="6341610"/>
                  <a:ext cx="28872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BA5BD74-1213-1B10-F282-FE084CC34DF2}"/>
                    </a:ext>
                  </a:extLst>
                </p14:cNvPr>
                <p14:cNvContentPartPr/>
                <p14:nvPr/>
              </p14:nvContentPartPr>
              <p14:xfrm>
                <a:off x="11410140" y="6528810"/>
                <a:ext cx="147600" cy="2386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BA5BD74-1213-1B10-F282-FE084CC34DF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1401140" y="6520170"/>
                  <a:ext cx="1652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644E9B1-994E-201A-99F1-669775003C31}"/>
                    </a:ext>
                  </a:extLst>
                </p14:cNvPr>
                <p14:cNvContentPartPr/>
                <p14:nvPr/>
              </p14:nvContentPartPr>
              <p14:xfrm>
                <a:off x="11672220" y="6422970"/>
                <a:ext cx="146160" cy="2516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644E9B1-994E-201A-99F1-669775003C31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663580" y="6413970"/>
                  <a:ext cx="1638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F3E5630-4540-2839-590F-B46C8B9195A7}"/>
                    </a:ext>
                  </a:extLst>
                </p14:cNvPr>
                <p14:cNvContentPartPr/>
                <p14:nvPr/>
              </p14:nvContentPartPr>
              <p14:xfrm>
                <a:off x="11789220" y="6392730"/>
                <a:ext cx="90360" cy="3229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F3E5630-4540-2839-590F-B46C8B9195A7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780220" y="6383730"/>
                  <a:ext cx="10800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DCDB460-940D-9DEC-FE34-B06A1DB8188A}"/>
                    </a:ext>
                  </a:extLst>
                </p14:cNvPr>
                <p14:cNvContentPartPr/>
                <p14:nvPr/>
              </p14:nvContentPartPr>
              <p14:xfrm>
                <a:off x="11694180" y="6524490"/>
                <a:ext cx="218160" cy="144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DCDB460-940D-9DEC-FE34-B06A1DB8188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685180" y="6515850"/>
                  <a:ext cx="2358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D767289-3A87-7115-AB3E-05C144AA3427}"/>
                    </a:ext>
                  </a:extLst>
                </p14:cNvPr>
                <p14:cNvContentPartPr/>
                <p14:nvPr/>
              </p14:nvContentPartPr>
              <p14:xfrm>
                <a:off x="11941860" y="6587490"/>
                <a:ext cx="98280" cy="1242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D767289-3A87-7115-AB3E-05C144AA3427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932860" y="6578490"/>
                  <a:ext cx="115920" cy="141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94334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E20B01-7478-848A-35F3-2FC5FBF780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735" t="52987" r="6058" b="11861"/>
          <a:stretch/>
        </p:blipFill>
        <p:spPr>
          <a:xfrm>
            <a:off x="166254" y="154379"/>
            <a:ext cx="7234000" cy="641267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B975041-F407-8C08-FFD4-6748D0B92F54}"/>
                  </a:ext>
                </a:extLst>
              </p14:cNvPr>
              <p14:cNvContentPartPr/>
              <p14:nvPr/>
            </p14:nvContentPartPr>
            <p14:xfrm>
              <a:off x="7043475" y="4282597"/>
              <a:ext cx="649080" cy="835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B975041-F407-8C08-FFD4-6748D0B92F5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25475" y="4264597"/>
                <a:ext cx="684720" cy="87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5D8038-1CE1-D017-EF50-5C087EAA4E33}"/>
                  </a:ext>
                </a:extLst>
              </p14:cNvPr>
              <p14:cNvContentPartPr/>
              <p14:nvPr/>
            </p14:nvContentPartPr>
            <p14:xfrm>
              <a:off x="2601435" y="6261517"/>
              <a:ext cx="165240" cy="19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5D8038-1CE1-D017-EF50-5C087EAA4E3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83795" y="6243517"/>
                <a:ext cx="20088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DAC641F-81C8-4840-1A92-EF79F83C0F9F}"/>
                  </a:ext>
                </a:extLst>
              </p14:cNvPr>
              <p14:cNvContentPartPr/>
              <p14:nvPr/>
            </p14:nvContentPartPr>
            <p14:xfrm>
              <a:off x="2598555" y="6372397"/>
              <a:ext cx="172440" cy="20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DAC641F-81C8-4840-1A92-EF79F83C0F9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80555" y="6354757"/>
                <a:ext cx="208080" cy="5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749B60BC-090D-648D-AB22-C5585740F971}"/>
              </a:ext>
            </a:extLst>
          </p:cNvPr>
          <p:cNvGrpSpPr/>
          <p:nvPr/>
        </p:nvGrpSpPr>
        <p:grpSpPr>
          <a:xfrm>
            <a:off x="3305955" y="5794237"/>
            <a:ext cx="1865160" cy="712440"/>
            <a:chOff x="3305955" y="5794237"/>
            <a:chExt cx="1865160" cy="71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840ED87-1F3A-5D8C-1E2E-E7C09AEDB138}"/>
                    </a:ext>
                  </a:extLst>
                </p14:cNvPr>
                <p14:cNvContentPartPr/>
                <p14:nvPr/>
              </p14:nvContentPartPr>
              <p14:xfrm>
                <a:off x="4109115" y="6186277"/>
                <a:ext cx="189360" cy="255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840ED87-1F3A-5D8C-1E2E-E7C09AEDB13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091115" y="6168637"/>
                  <a:ext cx="2250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E2C9D0C-6801-46FF-44D1-43B3AA3CB106}"/>
                    </a:ext>
                  </a:extLst>
                </p14:cNvPr>
                <p14:cNvContentPartPr/>
                <p14:nvPr/>
              </p14:nvContentPartPr>
              <p14:xfrm>
                <a:off x="4190115" y="6131197"/>
                <a:ext cx="39240" cy="192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E2C9D0C-6801-46FF-44D1-43B3AA3CB10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172115" y="6113197"/>
                  <a:ext cx="748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DAA8F06-D777-06B8-1DF8-B021D0A1A60C}"/>
                    </a:ext>
                  </a:extLst>
                </p14:cNvPr>
                <p14:cNvContentPartPr/>
                <p14:nvPr/>
              </p14:nvContentPartPr>
              <p14:xfrm>
                <a:off x="4066995" y="6068917"/>
                <a:ext cx="317160" cy="3150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DAA8F06-D777-06B8-1DF8-B021D0A1A60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048995" y="6050917"/>
                  <a:ext cx="35280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AE28679-BDF1-BF7A-AF71-9D2BBDC0D1E6}"/>
                    </a:ext>
                  </a:extLst>
                </p14:cNvPr>
                <p14:cNvContentPartPr/>
                <p14:nvPr/>
              </p14:nvContentPartPr>
              <p14:xfrm>
                <a:off x="3305955" y="6006637"/>
                <a:ext cx="234720" cy="455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AE28679-BDF1-BF7A-AF71-9D2BBDC0D1E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288315" y="5988997"/>
                  <a:ext cx="27036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3156B15-04DD-9FC8-09E5-3B58EF6740FB}"/>
                    </a:ext>
                  </a:extLst>
                </p14:cNvPr>
                <p14:cNvContentPartPr/>
                <p14:nvPr/>
              </p14:nvContentPartPr>
              <p14:xfrm>
                <a:off x="3330435" y="6279157"/>
                <a:ext cx="177480" cy="20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3156B15-04DD-9FC8-09E5-3B58EF6740F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312795" y="6261157"/>
                  <a:ext cx="2131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707E8B2-83B3-10BE-FE16-DB685A2B7F62}"/>
                    </a:ext>
                  </a:extLst>
                </p14:cNvPr>
                <p14:cNvContentPartPr/>
                <p14:nvPr/>
              </p14:nvContentPartPr>
              <p14:xfrm>
                <a:off x="3657675" y="6291397"/>
                <a:ext cx="78480" cy="197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707E8B2-83B3-10BE-FE16-DB685A2B7F6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639675" y="6273397"/>
                  <a:ext cx="1141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B922CB6-1EFF-82C7-FC3B-4A90DBB88920}"/>
                    </a:ext>
                  </a:extLst>
                </p14:cNvPr>
                <p14:cNvContentPartPr/>
                <p14:nvPr/>
              </p14:nvContentPartPr>
              <p14:xfrm>
                <a:off x="3678555" y="6313357"/>
                <a:ext cx="172800" cy="193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B922CB6-1EFF-82C7-FC3B-4A90DBB8892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660555" y="6295717"/>
                  <a:ext cx="2084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9CAD70F-5B3C-4978-4A1C-310BE521B4AB}"/>
                    </a:ext>
                  </a:extLst>
                </p14:cNvPr>
                <p14:cNvContentPartPr/>
                <p14:nvPr/>
              </p14:nvContentPartPr>
              <p14:xfrm>
                <a:off x="4757115" y="6018157"/>
                <a:ext cx="75600" cy="246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9CAD70F-5B3C-4978-4A1C-310BE521B4A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739475" y="6000157"/>
                  <a:ext cx="11124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BAEE9B0-1DD2-3435-0098-0E47BA66CED1}"/>
                    </a:ext>
                  </a:extLst>
                </p14:cNvPr>
                <p14:cNvContentPartPr/>
                <p14:nvPr/>
              </p14:nvContentPartPr>
              <p14:xfrm>
                <a:off x="4830555" y="5948677"/>
                <a:ext cx="193680" cy="280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BAEE9B0-1DD2-3435-0098-0E47BA66CED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812555" y="5931037"/>
                  <a:ext cx="22932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9BFAE9E-806E-A3BA-1BC2-1B3F00EF19F3}"/>
                    </a:ext>
                  </a:extLst>
                </p14:cNvPr>
                <p14:cNvContentPartPr/>
                <p14:nvPr/>
              </p14:nvContentPartPr>
              <p14:xfrm>
                <a:off x="4785555" y="6125077"/>
                <a:ext cx="160920" cy="56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9BFAE9E-806E-A3BA-1BC2-1B3F00EF19F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767555" y="6107437"/>
                  <a:ext cx="1965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EB01610-B334-88E1-44F9-F9A94C80FA04}"/>
                    </a:ext>
                  </a:extLst>
                </p14:cNvPr>
                <p14:cNvContentPartPr/>
                <p14:nvPr/>
              </p14:nvContentPartPr>
              <p14:xfrm>
                <a:off x="5113875" y="6222277"/>
                <a:ext cx="57240" cy="197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EB01610-B334-88E1-44F9-F9A94C80FA0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096235" y="6204637"/>
                  <a:ext cx="928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A791576-756E-DE0D-A105-A3782212592B}"/>
                    </a:ext>
                  </a:extLst>
                </p14:cNvPr>
                <p14:cNvContentPartPr/>
                <p14:nvPr/>
              </p14:nvContentPartPr>
              <p14:xfrm>
                <a:off x="3462555" y="5794237"/>
                <a:ext cx="1630800" cy="120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A791576-756E-DE0D-A105-A3782212592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444555" y="5776597"/>
                  <a:ext cx="1666440" cy="156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92095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D9197C-8DEA-D987-BC4B-56C83D9022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415" b="44069"/>
          <a:stretch/>
        </p:blipFill>
        <p:spPr>
          <a:xfrm>
            <a:off x="368021" y="332509"/>
            <a:ext cx="9088547" cy="594953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9089830-7E64-ADD4-326D-EE15C1DAB237}"/>
                  </a:ext>
                </a:extLst>
              </p14:cNvPr>
              <p14:cNvContentPartPr/>
              <p14:nvPr/>
            </p14:nvContentPartPr>
            <p14:xfrm>
              <a:off x="5047275" y="4973797"/>
              <a:ext cx="832320" cy="774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9089830-7E64-ADD4-326D-EE15C1DAB2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29275" y="4956157"/>
                <a:ext cx="867960" cy="81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FF2D7B4-1973-8513-3500-D63969567E33}"/>
                  </a:ext>
                </a:extLst>
              </p14:cNvPr>
              <p14:cNvContentPartPr/>
              <p14:nvPr/>
            </p14:nvContentPartPr>
            <p14:xfrm>
              <a:off x="6400875" y="5562397"/>
              <a:ext cx="1548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FF2D7B4-1973-8513-3500-D63969567E3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83235" y="5544397"/>
                <a:ext cx="5112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1104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28DE244-0C21-A71D-D9AA-51543F7940D8}"/>
              </a:ext>
            </a:extLst>
          </p:cNvPr>
          <p:cNvCxnSpPr/>
          <p:nvPr/>
        </p:nvCxnSpPr>
        <p:spPr>
          <a:xfrm>
            <a:off x="438150" y="318718"/>
            <a:ext cx="0" cy="5553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3F1831E-22F3-CFC7-A802-8BFCF0CDF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076" y="304800"/>
            <a:ext cx="6097" cy="55600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D190C0-FA49-00F6-14B6-474C3C6CE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098" y="318718"/>
            <a:ext cx="6097" cy="55600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266855-C488-F41C-B9E0-2B95F441D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025" y="318718"/>
            <a:ext cx="6097" cy="55600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C34AEC-CADD-EA91-1BAF-D72D26CF8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855" y="318718"/>
            <a:ext cx="6097" cy="55600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9AAC72-9446-D0A5-C011-45FA0C510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6228" y="304800"/>
            <a:ext cx="6097" cy="55600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7C84C1-BC07-8B75-B803-47AC254F9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488" y="304800"/>
            <a:ext cx="6097" cy="55600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48EFE6-6526-B40B-11D4-6E4618F6B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528" y="304800"/>
            <a:ext cx="6097" cy="556003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2EEECD11-4D30-DAC9-E93C-5BFFE396BBE4}"/>
              </a:ext>
            </a:extLst>
          </p:cNvPr>
          <p:cNvGrpSpPr/>
          <p:nvPr/>
        </p:nvGrpSpPr>
        <p:grpSpPr>
          <a:xfrm>
            <a:off x="369165" y="-1950"/>
            <a:ext cx="264960" cy="280080"/>
            <a:chOff x="369165" y="-1950"/>
            <a:chExt cx="264960" cy="28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FBC949F-C468-B1E5-E4A5-9E12C7F4502C}"/>
                    </a:ext>
                  </a:extLst>
                </p14:cNvPr>
                <p14:cNvContentPartPr/>
                <p14:nvPr/>
              </p14:nvContentPartPr>
              <p14:xfrm>
                <a:off x="375285" y="26850"/>
                <a:ext cx="39960" cy="172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FBC949F-C468-B1E5-E4A5-9E12C7F4502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66285" y="18210"/>
                  <a:ext cx="576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4AFA4CC-ED31-4468-87E5-5462D6150DE9}"/>
                    </a:ext>
                  </a:extLst>
                </p14:cNvPr>
                <p14:cNvContentPartPr/>
                <p14:nvPr/>
              </p14:nvContentPartPr>
              <p14:xfrm>
                <a:off x="419925" y="-1950"/>
                <a:ext cx="79560" cy="201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4AFA4CC-ED31-4468-87E5-5462D6150DE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10925" y="-10950"/>
                  <a:ext cx="972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B44756F-956C-583B-F22D-548AEEF14811}"/>
                    </a:ext>
                  </a:extLst>
                </p14:cNvPr>
                <p14:cNvContentPartPr/>
                <p14:nvPr/>
              </p14:nvContentPartPr>
              <p14:xfrm>
                <a:off x="369165" y="126930"/>
                <a:ext cx="60480" cy="11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B44756F-956C-583B-F22D-548AEEF1481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60525" y="117930"/>
                  <a:ext cx="78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87710EE-4286-20B1-05B8-5E9484EC1914}"/>
                    </a:ext>
                  </a:extLst>
                </p14:cNvPr>
                <p14:cNvContentPartPr/>
                <p14:nvPr/>
              </p14:nvContentPartPr>
              <p14:xfrm>
                <a:off x="549525" y="132330"/>
                <a:ext cx="84600" cy="145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87710EE-4286-20B1-05B8-5E9484EC191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40885" y="123330"/>
                  <a:ext cx="10224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3532C16-05EA-288F-4687-0EA7BA4592AB}"/>
              </a:ext>
            </a:extLst>
          </p:cNvPr>
          <p:cNvGrpSpPr/>
          <p:nvPr/>
        </p:nvGrpSpPr>
        <p:grpSpPr>
          <a:xfrm>
            <a:off x="436485" y="370290"/>
            <a:ext cx="675360" cy="522720"/>
            <a:chOff x="436485" y="370290"/>
            <a:chExt cx="675360" cy="52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507FAA0-1A6E-759C-3FBC-9D716D83DB82}"/>
                    </a:ext>
                  </a:extLst>
                </p14:cNvPr>
                <p14:cNvContentPartPr/>
                <p14:nvPr/>
              </p14:nvContentPartPr>
              <p14:xfrm>
                <a:off x="914205" y="370290"/>
                <a:ext cx="360" cy="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507FAA0-1A6E-759C-3FBC-9D716D83DB8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05565" y="3616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7B193D8-9EE1-7B25-8885-E340F5857BFE}"/>
                    </a:ext>
                  </a:extLst>
                </p14:cNvPr>
                <p14:cNvContentPartPr/>
                <p14:nvPr/>
              </p14:nvContentPartPr>
              <p14:xfrm>
                <a:off x="926085" y="556770"/>
                <a:ext cx="185760" cy="247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7B193D8-9EE1-7B25-8885-E340F5857BF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17085" y="547770"/>
                  <a:ext cx="2034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3E96D6C-65B5-2400-78C2-A94123F2BB88}"/>
                    </a:ext>
                  </a:extLst>
                </p14:cNvPr>
                <p14:cNvContentPartPr/>
                <p14:nvPr/>
              </p14:nvContentPartPr>
              <p14:xfrm>
                <a:off x="938685" y="780330"/>
                <a:ext cx="96120" cy="112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3E96D6C-65B5-2400-78C2-A94123F2BB8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30045" y="771690"/>
                  <a:ext cx="1137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49FC1FF-285B-5EF1-64AA-676F11DB39A6}"/>
                    </a:ext>
                  </a:extLst>
                </p14:cNvPr>
                <p14:cNvContentPartPr/>
                <p14:nvPr/>
              </p14:nvContentPartPr>
              <p14:xfrm>
                <a:off x="436485" y="393330"/>
                <a:ext cx="563400" cy="176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49FC1FF-285B-5EF1-64AA-676F11DB39A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27845" y="384330"/>
                  <a:ext cx="581040" cy="19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392E93C-353B-45C0-94B1-F1D2E2FBA79A}"/>
              </a:ext>
            </a:extLst>
          </p:cNvPr>
          <p:cNvGrpSpPr/>
          <p:nvPr/>
        </p:nvGrpSpPr>
        <p:grpSpPr>
          <a:xfrm>
            <a:off x="1483365" y="43410"/>
            <a:ext cx="299880" cy="238680"/>
            <a:chOff x="1483365" y="43410"/>
            <a:chExt cx="299880" cy="23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558B7F8-2540-9828-9E20-5992C9E01B73}"/>
                    </a:ext>
                  </a:extLst>
                </p14:cNvPr>
                <p14:cNvContentPartPr/>
                <p14:nvPr/>
              </p14:nvContentPartPr>
              <p14:xfrm>
                <a:off x="1483365" y="43410"/>
                <a:ext cx="73800" cy="238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558B7F8-2540-9828-9E20-5992C9E01B7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474365" y="34770"/>
                  <a:ext cx="914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EAD8979-B754-1BF1-50A1-175B1FA3BABB}"/>
                    </a:ext>
                  </a:extLst>
                </p14:cNvPr>
                <p14:cNvContentPartPr/>
                <p14:nvPr/>
              </p14:nvContentPartPr>
              <p14:xfrm>
                <a:off x="1547085" y="63930"/>
                <a:ext cx="64080" cy="184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EAD8979-B754-1BF1-50A1-175B1FA3BAB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538085" y="55290"/>
                  <a:ext cx="817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AD9FC6C-7EE7-4702-E671-DE689B16D3C0}"/>
                    </a:ext>
                  </a:extLst>
                </p14:cNvPr>
                <p14:cNvContentPartPr/>
                <p14:nvPr/>
              </p14:nvContentPartPr>
              <p14:xfrm>
                <a:off x="1500285" y="167970"/>
                <a:ext cx="97920" cy="43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AD9FC6C-7EE7-4702-E671-DE689B16D3C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491285" y="158970"/>
                  <a:ext cx="1155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23AA0DE-F6EF-50BB-58C8-83EF5542129F}"/>
                    </a:ext>
                  </a:extLst>
                </p14:cNvPr>
                <p14:cNvContentPartPr/>
                <p14:nvPr/>
              </p14:nvContentPartPr>
              <p14:xfrm>
                <a:off x="1683885" y="162570"/>
                <a:ext cx="99360" cy="114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23AA0DE-F6EF-50BB-58C8-83EF5542129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674885" y="153570"/>
                  <a:ext cx="11700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67DFF90-D890-F624-9568-51FEFA2CC697}"/>
              </a:ext>
            </a:extLst>
          </p:cNvPr>
          <p:cNvGrpSpPr/>
          <p:nvPr/>
        </p:nvGrpSpPr>
        <p:grpSpPr>
          <a:xfrm>
            <a:off x="1558965" y="408450"/>
            <a:ext cx="714960" cy="545400"/>
            <a:chOff x="1558965" y="408450"/>
            <a:chExt cx="714960" cy="54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05A35E8-5E97-197A-2AEF-E80EC8983516}"/>
                    </a:ext>
                  </a:extLst>
                </p14:cNvPr>
                <p14:cNvContentPartPr/>
                <p14:nvPr/>
              </p14:nvContentPartPr>
              <p14:xfrm>
                <a:off x="1558965" y="408450"/>
                <a:ext cx="641520" cy="213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05A35E8-5E97-197A-2AEF-E80EC898351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550325" y="399450"/>
                  <a:ext cx="6591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FF9B98B-5FE3-2F48-5277-15F4994B6397}"/>
                    </a:ext>
                  </a:extLst>
                </p14:cNvPr>
                <p14:cNvContentPartPr/>
                <p14:nvPr/>
              </p14:nvContentPartPr>
              <p14:xfrm>
                <a:off x="2079525" y="604290"/>
                <a:ext cx="194400" cy="214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FF9B98B-5FE3-2F48-5277-15F4994B639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070525" y="595650"/>
                  <a:ext cx="2120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79CC643-74D3-78DD-F047-FC9279EA9D16}"/>
                    </a:ext>
                  </a:extLst>
                </p14:cNvPr>
                <p14:cNvContentPartPr/>
                <p14:nvPr/>
              </p14:nvContentPartPr>
              <p14:xfrm>
                <a:off x="2155125" y="819210"/>
                <a:ext cx="87840" cy="1346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79CC643-74D3-78DD-F047-FC9279EA9D1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146125" y="810210"/>
                  <a:ext cx="10548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EBE8C55-FBC4-F599-6776-D71DD90A3408}"/>
              </a:ext>
            </a:extLst>
          </p:cNvPr>
          <p:cNvGrpSpPr/>
          <p:nvPr/>
        </p:nvGrpSpPr>
        <p:grpSpPr>
          <a:xfrm>
            <a:off x="2688645" y="46650"/>
            <a:ext cx="265320" cy="246240"/>
            <a:chOff x="2688645" y="46650"/>
            <a:chExt cx="265320" cy="2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564420E-6B06-FDCA-E132-E57EA00609D8}"/>
                    </a:ext>
                  </a:extLst>
                </p14:cNvPr>
                <p14:cNvContentPartPr/>
                <p14:nvPr/>
              </p14:nvContentPartPr>
              <p14:xfrm>
                <a:off x="2688645" y="46650"/>
                <a:ext cx="82080" cy="207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564420E-6B06-FDCA-E132-E57EA00609D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680005" y="37650"/>
                  <a:ext cx="997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E2597B4-8DF6-31B4-5888-9915BE376314}"/>
                    </a:ext>
                  </a:extLst>
                </p14:cNvPr>
                <p14:cNvContentPartPr/>
                <p14:nvPr/>
              </p14:nvContentPartPr>
              <p14:xfrm>
                <a:off x="2748765" y="54210"/>
                <a:ext cx="113400" cy="222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E2597B4-8DF6-31B4-5888-9915BE37631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740125" y="45570"/>
                  <a:ext cx="1310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5FF6EA7-E971-CDB6-06F7-2E3B180B6F2D}"/>
                    </a:ext>
                  </a:extLst>
                </p14:cNvPr>
                <p14:cNvContentPartPr/>
                <p14:nvPr/>
              </p14:nvContentPartPr>
              <p14:xfrm>
                <a:off x="2716365" y="172290"/>
                <a:ext cx="113400" cy="6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5FF6EA7-E971-CDB6-06F7-2E3B180B6F2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707725" y="163290"/>
                  <a:ext cx="1310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BEA4007-1763-F7F1-11A5-75CD8BF21142}"/>
                    </a:ext>
                  </a:extLst>
                </p14:cNvPr>
                <p14:cNvContentPartPr/>
                <p14:nvPr/>
              </p14:nvContentPartPr>
              <p14:xfrm>
                <a:off x="2953605" y="165810"/>
                <a:ext cx="360" cy="127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BEA4007-1763-F7F1-11A5-75CD8BF2114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944605" y="156810"/>
                  <a:ext cx="1800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4E908F7-CFA7-ED50-0E92-A18E9F81B041}"/>
              </a:ext>
            </a:extLst>
          </p:cNvPr>
          <p:cNvGrpSpPr/>
          <p:nvPr/>
        </p:nvGrpSpPr>
        <p:grpSpPr>
          <a:xfrm>
            <a:off x="2767125" y="474330"/>
            <a:ext cx="647640" cy="468720"/>
            <a:chOff x="2767125" y="474330"/>
            <a:chExt cx="647640" cy="46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590AD61-C865-9CF4-3E83-C85B847183B2}"/>
                    </a:ext>
                  </a:extLst>
                </p14:cNvPr>
                <p14:cNvContentPartPr/>
                <p14:nvPr/>
              </p14:nvContentPartPr>
              <p14:xfrm>
                <a:off x="2767125" y="474330"/>
                <a:ext cx="578880" cy="220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590AD61-C865-9CF4-3E83-C85B847183B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758125" y="465690"/>
                  <a:ext cx="5965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7279F00-E710-8ED4-8AAE-0AA381D42557}"/>
                    </a:ext>
                  </a:extLst>
                </p14:cNvPr>
                <p14:cNvContentPartPr/>
                <p14:nvPr/>
              </p14:nvContentPartPr>
              <p14:xfrm>
                <a:off x="3247005" y="664770"/>
                <a:ext cx="167760" cy="181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7279F00-E710-8ED4-8AAE-0AA381D4255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238005" y="656130"/>
                  <a:ext cx="1854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00ADE86-34BD-7C47-9897-66BF426E9FC2}"/>
                    </a:ext>
                  </a:extLst>
                </p14:cNvPr>
                <p14:cNvContentPartPr/>
                <p14:nvPr/>
              </p14:nvContentPartPr>
              <p14:xfrm>
                <a:off x="3312165" y="855570"/>
                <a:ext cx="75960" cy="87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00ADE86-34BD-7C47-9897-66BF426E9FC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303525" y="846570"/>
                  <a:ext cx="93600" cy="10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CCE9908-D040-FCD1-AE29-26F6001BBE84}"/>
              </a:ext>
            </a:extLst>
          </p:cNvPr>
          <p:cNvGrpSpPr/>
          <p:nvPr/>
        </p:nvGrpSpPr>
        <p:grpSpPr>
          <a:xfrm>
            <a:off x="3832725" y="18570"/>
            <a:ext cx="344520" cy="241920"/>
            <a:chOff x="3832725" y="18570"/>
            <a:chExt cx="344520" cy="24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F9DDEA1-CD77-3252-1B6F-2E143AFE7212}"/>
                    </a:ext>
                  </a:extLst>
                </p14:cNvPr>
                <p14:cNvContentPartPr/>
                <p14:nvPr/>
              </p14:nvContentPartPr>
              <p14:xfrm>
                <a:off x="3856845" y="32970"/>
                <a:ext cx="68760" cy="195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F9DDEA1-CD77-3252-1B6F-2E143AFE721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848205" y="23970"/>
                  <a:ext cx="864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7D78417-F2F9-2E6D-7F8A-D59820F9A1D5}"/>
                    </a:ext>
                  </a:extLst>
                </p14:cNvPr>
                <p14:cNvContentPartPr/>
                <p14:nvPr/>
              </p14:nvContentPartPr>
              <p14:xfrm>
                <a:off x="3911205" y="18570"/>
                <a:ext cx="102240" cy="2239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7D78417-F2F9-2E6D-7F8A-D59820F9A1D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902205" y="9570"/>
                  <a:ext cx="1198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2576471-858B-F21A-39C5-55FA64F31670}"/>
                    </a:ext>
                  </a:extLst>
                </p14:cNvPr>
                <p14:cNvContentPartPr/>
                <p14:nvPr/>
              </p14:nvContentPartPr>
              <p14:xfrm>
                <a:off x="3832725" y="148530"/>
                <a:ext cx="126720" cy="29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2576471-858B-F21A-39C5-55FA64F3167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824085" y="139530"/>
                  <a:ext cx="1443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2A1E079-24DE-1A73-7693-7810CF4C7412}"/>
                    </a:ext>
                  </a:extLst>
                </p14:cNvPr>
                <p14:cNvContentPartPr/>
                <p14:nvPr/>
              </p14:nvContentPartPr>
              <p14:xfrm>
                <a:off x="4121445" y="159690"/>
                <a:ext cx="55800" cy="100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2A1E079-24DE-1A73-7693-7810CF4C741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112805" y="150690"/>
                  <a:ext cx="7344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DA6DBEE-1186-9279-0BDD-5077F246C0FD}"/>
              </a:ext>
            </a:extLst>
          </p:cNvPr>
          <p:cNvGrpSpPr/>
          <p:nvPr/>
        </p:nvGrpSpPr>
        <p:grpSpPr>
          <a:xfrm>
            <a:off x="3896805" y="474330"/>
            <a:ext cx="700200" cy="457200"/>
            <a:chOff x="3896805" y="474330"/>
            <a:chExt cx="700200" cy="45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BAA4D1F-B62A-A1F7-8E47-EA32E2B5D602}"/>
                    </a:ext>
                  </a:extLst>
                </p14:cNvPr>
                <p14:cNvContentPartPr/>
                <p14:nvPr/>
              </p14:nvContentPartPr>
              <p14:xfrm>
                <a:off x="3896805" y="474330"/>
                <a:ext cx="634320" cy="270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BAA4D1F-B62A-A1F7-8E47-EA32E2B5D60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887805" y="465690"/>
                  <a:ext cx="6519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4E551C8-DB07-BC85-5FA6-D44FA42050C7}"/>
                    </a:ext>
                  </a:extLst>
                </p14:cNvPr>
                <p14:cNvContentPartPr/>
                <p14:nvPr/>
              </p14:nvContentPartPr>
              <p14:xfrm>
                <a:off x="4416285" y="684570"/>
                <a:ext cx="180720" cy="185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4E551C8-DB07-BC85-5FA6-D44FA42050C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407645" y="675570"/>
                  <a:ext cx="1983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102335A-FFBC-A05C-11FD-AB9575505EA2}"/>
                    </a:ext>
                  </a:extLst>
                </p14:cNvPr>
                <p14:cNvContentPartPr/>
                <p14:nvPr/>
              </p14:nvContentPartPr>
              <p14:xfrm>
                <a:off x="4469925" y="818130"/>
                <a:ext cx="79920" cy="113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102335A-FFBC-A05C-11FD-AB9575505EA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461285" y="809130"/>
                  <a:ext cx="97560" cy="1310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2806DF7E-618C-4B79-E72E-1F9073FF4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3249679" y="-502833"/>
            <a:ext cx="45719" cy="338682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E4B3FE0E-1528-210B-8805-9EE40001F449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 flipV="1">
            <a:off x="3911205" y="1415400"/>
            <a:ext cx="1042554" cy="45719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FE026364-2A82-4D20-3CDC-6864B6EDEA30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 flipV="1">
            <a:off x="1565146" y="1787342"/>
            <a:ext cx="3426419" cy="45719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C61B2AEA-5992-A232-087B-78A0DC3F934B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 flipV="1">
            <a:off x="2772903" y="2070594"/>
            <a:ext cx="2231982" cy="4679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696A013-DDC5-5070-5C3C-26C7119EFDDB}"/>
                  </a:ext>
                </a:extLst>
              </p14:cNvPr>
              <p14:cNvContentPartPr/>
              <p14:nvPr/>
            </p14:nvContentPartPr>
            <p14:xfrm>
              <a:off x="4962765" y="1713810"/>
              <a:ext cx="389880" cy="50580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696A013-DDC5-5070-5C3C-26C7119EFDD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954125" y="1705170"/>
                <a:ext cx="407520" cy="523440"/>
              </a:xfrm>
              <a:prstGeom prst="rect">
                <a:avLst/>
              </a:prstGeom>
            </p:spPr>
          </p:pic>
        </mc:Fallback>
      </mc:AlternateContent>
      <p:pic>
        <p:nvPicPr>
          <p:cNvPr id="68" name="Picture 67">
            <a:extLst>
              <a:ext uri="{FF2B5EF4-FFF2-40B4-BE49-F238E27FC236}">
                <a16:creationId xmlns:a16="http://schemas.microsoft.com/office/drawing/2014/main" id="{E6BC8D79-B358-5142-CA92-7292CB97A88A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436485" y="2378493"/>
            <a:ext cx="5560034" cy="609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7F7334A6-E637-8B38-D6AC-2DBFFAEAE8C9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5352645" y="1966710"/>
            <a:ext cx="643874" cy="45719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4E374CDD-A3F3-17FF-F274-AB1C4ECE2AB4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5352645" y="1350761"/>
            <a:ext cx="643874" cy="4571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4673C5BB-6167-169A-35BB-FD3C3E85A2BE}"/>
                  </a:ext>
                </a:extLst>
              </p14:cNvPr>
              <p14:cNvContentPartPr/>
              <p14:nvPr/>
            </p14:nvContentPartPr>
            <p14:xfrm>
              <a:off x="422445" y="2332290"/>
              <a:ext cx="61560" cy="9684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4673C5BB-6167-169A-35BB-FD3C3E85A2B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13445" y="2323650"/>
                <a:ext cx="7920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14B69C74-6D5A-ED1A-9BE2-97843A143681}"/>
                  </a:ext>
                </a:extLst>
              </p14:cNvPr>
              <p14:cNvContentPartPr/>
              <p14:nvPr/>
            </p14:nvContentPartPr>
            <p14:xfrm>
              <a:off x="7692645" y="1756290"/>
              <a:ext cx="154440" cy="16380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14B69C74-6D5A-ED1A-9BE2-97843A14368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684005" y="1747650"/>
                <a:ext cx="172080" cy="181440"/>
              </a:xfrm>
              <a:prstGeom prst="rect">
                <a:avLst/>
              </a:prstGeom>
            </p:spPr>
          </p:pic>
        </mc:Fallback>
      </mc:AlternateContent>
      <p:pic>
        <p:nvPicPr>
          <p:cNvPr id="89" name="Picture 88">
            <a:extLst>
              <a:ext uri="{FF2B5EF4-FFF2-40B4-BE49-F238E27FC236}">
                <a16:creationId xmlns:a16="http://schemas.microsoft.com/office/drawing/2014/main" id="{5ABF4813-251A-77F9-D780-6E4A38E465F9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 flipV="1">
            <a:off x="3888808" y="2971054"/>
            <a:ext cx="1023220" cy="45719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0BA3E050-77F1-3845-1B99-1B731233729D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 flipV="1">
            <a:off x="1565146" y="3303456"/>
            <a:ext cx="3439739" cy="45719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87E171BB-69CA-0FA1-EF97-75AFB4FAA279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 flipV="1">
            <a:off x="3888808" y="3597230"/>
            <a:ext cx="1023220" cy="4571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71AEED58-4821-4E86-1908-97E843400353}"/>
                  </a:ext>
                </a:extLst>
              </p14:cNvPr>
              <p14:cNvContentPartPr/>
              <p14:nvPr/>
            </p14:nvContentPartPr>
            <p14:xfrm>
              <a:off x="-973275" y="4128690"/>
              <a:ext cx="10080" cy="36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71AEED58-4821-4E86-1908-97E84340035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-982275" y="4119690"/>
                <a:ext cx="277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7F86F4E8-D52B-C278-6C12-CFDC065A8200}"/>
                  </a:ext>
                </a:extLst>
              </p14:cNvPr>
              <p14:cNvContentPartPr/>
              <p14:nvPr/>
            </p14:nvContentPartPr>
            <p14:xfrm>
              <a:off x="4868085" y="3276570"/>
              <a:ext cx="124920" cy="44748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7F86F4E8-D52B-C278-6C12-CFDC065A820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859085" y="3267570"/>
                <a:ext cx="142560" cy="465120"/>
              </a:xfrm>
              <a:prstGeom prst="rect">
                <a:avLst/>
              </a:prstGeom>
            </p:spPr>
          </p:pic>
        </mc:Fallback>
      </mc:AlternateContent>
      <p:pic>
        <p:nvPicPr>
          <p:cNvPr id="105" name="Picture 104">
            <a:extLst>
              <a:ext uri="{FF2B5EF4-FFF2-40B4-BE49-F238E27FC236}">
                <a16:creationId xmlns:a16="http://schemas.microsoft.com/office/drawing/2014/main" id="{CE070B80-A3CA-C698-2D5A-3E1B0183A11E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 flipV="1">
            <a:off x="3326903" y="3882451"/>
            <a:ext cx="2419337" cy="4571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9FA2EDF7-19FB-53D9-C03C-1BEB732C634B}"/>
                  </a:ext>
                </a:extLst>
              </p14:cNvPr>
              <p14:cNvContentPartPr/>
              <p14:nvPr/>
            </p14:nvContentPartPr>
            <p14:xfrm>
              <a:off x="5731005" y="3435690"/>
              <a:ext cx="402480" cy="64080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9FA2EDF7-19FB-53D9-C03C-1BEB732C634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722005" y="3426690"/>
                <a:ext cx="420120" cy="65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6440762A-92B8-3811-A67B-0924790139EF}"/>
                  </a:ext>
                </a:extLst>
              </p14:cNvPr>
              <p14:cNvContentPartPr/>
              <p14:nvPr/>
            </p14:nvContentPartPr>
            <p14:xfrm>
              <a:off x="4892925" y="3617130"/>
              <a:ext cx="118800" cy="1800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6440762A-92B8-3811-A67B-0924790139E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883925" y="3608490"/>
                <a:ext cx="136440" cy="35640"/>
              </a:xfrm>
              <a:prstGeom prst="rect">
                <a:avLst/>
              </a:prstGeom>
            </p:spPr>
          </p:pic>
        </mc:Fallback>
      </mc:AlternateContent>
      <p:pic>
        <p:nvPicPr>
          <p:cNvPr id="110" name="Picture 109">
            <a:extLst>
              <a:ext uri="{FF2B5EF4-FFF2-40B4-BE49-F238E27FC236}">
                <a16:creationId xmlns:a16="http://schemas.microsoft.com/office/drawing/2014/main" id="{FACFC3CF-F92B-EA94-9AAD-893551B6B13C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975536" y="4215497"/>
            <a:ext cx="5457167" cy="45719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84C9DE89-49EE-26A9-FF21-58012102D795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 flipV="1">
            <a:off x="2176725" y="4466933"/>
            <a:ext cx="4282320" cy="45719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FA022DB9-BD68-71B3-19AE-9BFC7D1742FF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 flipV="1">
            <a:off x="2762229" y="4723455"/>
            <a:ext cx="3672354" cy="4571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EE489B33-B770-0A64-8F8D-F86ED6CCF7AF}"/>
                  </a:ext>
                </a:extLst>
              </p14:cNvPr>
              <p14:cNvContentPartPr/>
              <p14:nvPr/>
            </p14:nvContentPartPr>
            <p14:xfrm>
              <a:off x="5534085" y="5095650"/>
              <a:ext cx="360" cy="36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EE489B33-B770-0A64-8F8D-F86ED6CCF7A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471085" y="503265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0CF6BF57-E5E9-BF2C-D5C5-65734E2799E8}"/>
                  </a:ext>
                </a:extLst>
              </p14:cNvPr>
              <p14:cNvContentPartPr/>
              <p14:nvPr/>
            </p14:nvContentPartPr>
            <p14:xfrm>
              <a:off x="5758725" y="4209330"/>
              <a:ext cx="891360" cy="71532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0CF6BF57-E5E9-BF2C-D5C5-65734E2799E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696085" y="4146330"/>
                <a:ext cx="1017000" cy="84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E327EEA6-6C1C-44BA-74A2-B549F63E2CCC}"/>
                  </a:ext>
                </a:extLst>
              </p14:cNvPr>
              <p14:cNvContentPartPr/>
              <p14:nvPr/>
            </p14:nvContentPartPr>
            <p14:xfrm>
              <a:off x="5672325" y="4156770"/>
              <a:ext cx="442440" cy="71784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E327EEA6-6C1C-44BA-74A2-B549F63E2CC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663325" y="4148130"/>
                <a:ext cx="460080" cy="73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1FB777B8-7D63-6E65-6B4C-78BE2FFBA1DC}"/>
              </a:ext>
            </a:extLst>
          </p:cNvPr>
          <p:cNvGrpSpPr/>
          <p:nvPr/>
        </p:nvGrpSpPr>
        <p:grpSpPr>
          <a:xfrm>
            <a:off x="4883205" y="1074450"/>
            <a:ext cx="3102840" cy="3522240"/>
            <a:chOff x="4883205" y="1074450"/>
            <a:chExt cx="3102840" cy="352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28F14C2-118B-5D19-A841-82093251EBAA}"/>
                    </a:ext>
                  </a:extLst>
                </p14:cNvPr>
                <p14:cNvContentPartPr/>
                <p14:nvPr/>
              </p14:nvContentPartPr>
              <p14:xfrm>
                <a:off x="4972125" y="1074450"/>
                <a:ext cx="25560" cy="4892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28F14C2-118B-5D19-A841-82093251EBA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963485" y="1065810"/>
                  <a:ext cx="4320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DD7244C-3D05-07D5-F83E-6663A69762D9}"/>
                    </a:ext>
                  </a:extLst>
                </p14:cNvPr>
                <p14:cNvContentPartPr/>
                <p14:nvPr/>
              </p14:nvContentPartPr>
              <p14:xfrm>
                <a:off x="4989045" y="1077330"/>
                <a:ext cx="347400" cy="552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DD7244C-3D05-07D5-F83E-6663A69762D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980045" y="1068330"/>
                  <a:ext cx="365040" cy="57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C9DD764-712D-726B-58C0-40DAD8BDA22E}"/>
                    </a:ext>
                  </a:extLst>
                </p14:cNvPr>
                <p14:cNvContentPartPr/>
                <p14:nvPr/>
              </p14:nvContentPartPr>
              <p14:xfrm>
                <a:off x="4995885" y="1542090"/>
                <a:ext cx="9000" cy="118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C9DD764-712D-726B-58C0-40DAD8BDA22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987245" y="1533090"/>
                  <a:ext cx="266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E8088A1-83DE-686E-96BC-25E7B1A610AE}"/>
                    </a:ext>
                  </a:extLst>
                </p14:cNvPr>
                <p14:cNvContentPartPr/>
                <p14:nvPr/>
              </p14:nvContentPartPr>
              <p14:xfrm>
                <a:off x="4918125" y="1440210"/>
                <a:ext cx="91800" cy="90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E8088A1-83DE-686E-96BC-25E7B1A610A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909125" y="1431210"/>
                  <a:ext cx="1094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4F3A26C-9E34-2449-83B0-7E3E35D0A829}"/>
                    </a:ext>
                  </a:extLst>
                </p14:cNvPr>
                <p14:cNvContentPartPr/>
                <p14:nvPr/>
              </p14:nvContentPartPr>
              <p14:xfrm>
                <a:off x="4940805" y="1205130"/>
                <a:ext cx="50760" cy="25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4F3A26C-9E34-2449-83B0-7E3E35D0A82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932165" y="1196490"/>
                  <a:ext cx="684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F08DA74-F17D-B656-BA16-D8D892FC5FA6}"/>
                    </a:ext>
                  </a:extLst>
                </p14:cNvPr>
                <p14:cNvContentPartPr/>
                <p14:nvPr/>
              </p14:nvContentPartPr>
              <p14:xfrm>
                <a:off x="5992365" y="1389450"/>
                <a:ext cx="360" cy="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F08DA74-F17D-B656-BA16-D8D892FC5FA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983725" y="13804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E4A0897-3D35-8A4B-6C1B-E93BE6216D66}"/>
                    </a:ext>
                  </a:extLst>
                </p14:cNvPr>
                <p14:cNvContentPartPr/>
                <p14:nvPr/>
              </p14:nvContentPartPr>
              <p14:xfrm>
                <a:off x="5992365" y="1389450"/>
                <a:ext cx="360" cy="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E4A0897-3D35-8A4B-6C1B-E93BE6216D6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983725" y="13804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D9C2051-A481-E367-097B-AC47A2F261A6}"/>
                    </a:ext>
                  </a:extLst>
                </p14:cNvPr>
                <p14:cNvContentPartPr/>
                <p14:nvPr/>
              </p14:nvContentPartPr>
              <p14:xfrm>
                <a:off x="5992365" y="1389450"/>
                <a:ext cx="627120" cy="3553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D9C2051-A481-E367-097B-AC47A2F261A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983725" y="1380450"/>
                  <a:ext cx="64476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F75FD62-86C0-F429-93AA-BB470DB6D552}"/>
                    </a:ext>
                  </a:extLst>
                </p14:cNvPr>
                <p14:cNvContentPartPr/>
                <p14:nvPr/>
              </p14:nvContentPartPr>
              <p14:xfrm>
                <a:off x="5992365" y="1948890"/>
                <a:ext cx="569520" cy="496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F75FD62-86C0-F429-93AA-BB470DB6D55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83725" y="1940250"/>
                  <a:ext cx="5871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FE08987-FE1C-1D6B-3F42-B0E0A584677A}"/>
                    </a:ext>
                  </a:extLst>
                </p14:cNvPr>
                <p14:cNvContentPartPr/>
                <p14:nvPr/>
              </p14:nvContentPartPr>
              <p14:xfrm>
                <a:off x="6005685" y="2367930"/>
                <a:ext cx="179640" cy="352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FE08987-FE1C-1D6B-3F42-B0E0A584677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996685" y="2359290"/>
                  <a:ext cx="1972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E0FE13A-BC98-E8B3-7393-67CA0D0B7E70}"/>
                    </a:ext>
                  </a:extLst>
                </p14:cNvPr>
                <p14:cNvContentPartPr/>
                <p14:nvPr/>
              </p14:nvContentPartPr>
              <p14:xfrm>
                <a:off x="6045285" y="2344170"/>
                <a:ext cx="549000" cy="925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E0FE13A-BC98-E8B3-7393-67CA0D0B7E7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036645" y="2335530"/>
                  <a:ext cx="5666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6144902-5594-B350-B2C6-B3F21EAF52EC}"/>
                    </a:ext>
                  </a:extLst>
                </p14:cNvPr>
                <p14:cNvContentPartPr/>
                <p14:nvPr/>
              </p14:nvContentPartPr>
              <p14:xfrm>
                <a:off x="6471165" y="1619850"/>
                <a:ext cx="138960" cy="9072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6144902-5594-B350-B2C6-B3F21EAF52E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462525" y="1611210"/>
                  <a:ext cx="156600" cy="9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4B283F9-8153-14D4-0549-31F73FB10370}"/>
                    </a:ext>
                  </a:extLst>
                </p14:cNvPr>
                <p14:cNvContentPartPr/>
                <p14:nvPr/>
              </p14:nvContentPartPr>
              <p14:xfrm>
                <a:off x="6483405" y="1592850"/>
                <a:ext cx="509400" cy="9748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4B283F9-8153-14D4-0549-31F73FB1037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474765" y="1583850"/>
                  <a:ext cx="527040" cy="9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E540B8A-05C6-4B2C-B686-BA1AF7881E4F}"/>
                    </a:ext>
                  </a:extLst>
                </p14:cNvPr>
                <p14:cNvContentPartPr/>
                <p14:nvPr/>
              </p14:nvContentPartPr>
              <p14:xfrm>
                <a:off x="7017285" y="2043930"/>
                <a:ext cx="649440" cy="766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E540B8A-05C6-4B2C-B686-BA1AF7881E4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008645" y="2035290"/>
                  <a:ext cx="6670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CB81E0C-F16A-3829-6CEB-1AC4D969FF42}"/>
                    </a:ext>
                  </a:extLst>
                </p14:cNvPr>
                <p14:cNvContentPartPr/>
                <p14:nvPr/>
              </p14:nvContentPartPr>
              <p14:xfrm>
                <a:off x="7528845" y="1546410"/>
                <a:ext cx="34200" cy="1854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CB81E0C-F16A-3829-6CEB-1AC4D969FF4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519845" y="1537410"/>
                  <a:ext cx="518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E69F01B-BC13-5E67-ABD6-3C22E5E2EF39}"/>
                    </a:ext>
                  </a:extLst>
                </p14:cNvPr>
                <p14:cNvContentPartPr/>
                <p14:nvPr/>
              </p14:nvContentPartPr>
              <p14:xfrm>
                <a:off x="7522725" y="1524450"/>
                <a:ext cx="168840" cy="253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E69F01B-BC13-5E67-ABD6-3C22E5E2EF3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513725" y="1515810"/>
                  <a:ext cx="1864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729A788-BF4B-868B-1643-8897F1E5B61B}"/>
                    </a:ext>
                  </a:extLst>
                </p14:cNvPr>
                <p14:cNvContentPartPr/>
                <p14:nvPr/>
              </p14:nvContentPartPr>
              <p14:xfrm>
                <a:off x="4883205" y="2387730"/>
                <a:ext cx="254160" cy="4006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729A788-BF4B-868B-1643-8897F1E5B61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874205" y="2378730"/>
                  <a:ext cx="27180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B80F411-FACF-4A6F-66E3-D9E9CD504AAB}"/>
                    </a:ext>
                  </a:extLst>
                </p14:cNvPr>
                <p14:cNvContentPartPr/>
                <p14:nvPr/>
              </p14:nvContentPartPr>
              <p14:xfrm>
                <a:off x="5135925" y="2686530"/>
                <a:ext cx="302400" cy="4366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B80F411-FACF-4A6F-66E3-D9E9CD504AA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126925" y="2677530"/>
                  <a:ext cx="32004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C130BA9-70CA-BB3B-92B1-8A9A3454D8CE}"/>
                    </a:ext>
                  </a:extLst>
                </p14:cNvPr>
                <p14:cNvContentPartPr/>
                <p14:nvPr/>
              </p14:nvContentPartPr>
              <p14:xfrm>
                <a:off x="4889325" y="3002610"/>
                <a:ext cx="253080" cy="165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C130BA9-70CA-BB3B-92B1-8A9A3454D8C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880325" y="2993610"/>
                  <a:ext cx="2707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BB1EE47-01C9-CCAE-4D2E-599B21C10C1D}"/>
                    </a:ext>
                  </a:extLst>
                </p14:cNvPr>
                <p14:cNvContentPartPr/>
                <p14:nvPr/>
              </p14:nvContentPartPr>
              <p14:xfrm>
                <a:off x="4987965" y="3281610"/>
                <a:ext cx="262800" cy="4816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BB1EE47-01C9-CCAE-4D2E-599B21C10C1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978965" y="3272970"/>
                  <a:ext cx="28044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CF88D61-4BF2-EA9E-6726-21422D14CBF6}"/>
                    </a:ext>
                  </a:extLst>
                </p14:cNvPr>
                <p14:cNvContentPartPr/>
                <p14:nvPr/>
              </p14:nvContentPartPr>
              <p14:xfrm>
                <a:off x="5222685" y="3513090"/>
                <a:ext cx="554040" cy="216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CF88D61-4BF2-EA9E-6726-21422D14CBF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213685" y="3504450"/>
                  <a:ext cx="5716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E73F265-2267-7353-B098-4ECA399A87AD}"/>
                    </a:ext>
                  </a:extLst>
                </p14:cNvPr>
                <p14:cNvContentPartPr/>
                <p14:nvPr/>
              </p14:nvContentPartPr>
              <p14:xfrm>
                <a:off x="5420325" y="2879130"/>
                <a:ext cx="1151640" cy="5785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E73F265-2267-7353-B098-4ECA399A87A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411685" y="2870130"/>
                  <a:ext cx="1169280" cy="5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B3E7FB6-4357-B8A1-D068-3F22903034B1}"/>
                    </a:ext>
                  </a:extLst>
                </p14:cNvPr>
                <p14:cNvContentPartPr/>
                <p14:nvPr/>
              </p14:nvContentPartPr>
              <p14:xfrm>
                <a:off x="6129525" y="3763650"/>
                <a:ext cx="391320" cy="133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B3E7FB6-4357-B8A1-D068-3F22903034B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120885" y="3755010"/>
                  <a:ext cx="408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B26524D-8345-D257-BF37-06E1D5C08349}"/>
                    </a:ext>
                  </a:extLst>
                </p14:cNvPr>
                <p14:cNvContentPartPr/>
                <p14:nvPr/>
              </p14:nvContentPartPr>
              <p14:xfrm>
                <a:off x="6096045" y="3919530"/>
                <a:ext cx="414360" cy="6771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B26524D-8345-D257-BF37-06E1D5C0834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087045" y="3910890"/>
                  <a:ext cx="432000" cy="6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97BADB1-2D1F-F70A-BB11-AED536B9EBBC}"/>
                    </a:ext>
                  </a:extLst>
                </p14:cNvPr>
                <p14:cNvContentPartPr/>
                <p14:nvPr/>
              </p14:nvContentPartPr>
              <p14:xfrm>
                <a:off x="6453165" y="3316530"/>
                <a:ext cx="388080" cy="7642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97BADB1-2D1F-F70A-BB11-AED536B9EBB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444525" y="3307530"/>
                  <a:ext cx="405720" cy="78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D576899-0F4C-F93B-D929-40510939649D}"/>
                    </a:ext>
                  </a:extLst>
                </p14:cNvPr>
                <p14:cNvContentPartPr/>
                <p14:nvPr/>
              </p14:nvContentPartPr>
              <p14:xfrm>
                <a:off x="6846645" y="3616410"/>
                <a:ext cx="891720" cy="565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D576899-0F4C-F93B-D929-40510939649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838005" y="3607770"/>
                  <a:ext cx="9093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CD92523-2221-25FA-23B1-C78D589C8AA0}"/>
                    </a:ext>
                  </a:extLst>
                </p14:cNvPr>
                <p14:cNvContentPartPr/>
                <p14:nvPr/>
              </p14:nvContentPartPr>
              <p14:xfrm>
                <a:off x="7645125" y="3631890"/>
                <a:ext cx="73080" cy="630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CD92523-2221-25FA-23B1-C78D589C8AA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636485" y="3623250"/>
                  <a:ext cx="907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559680A-2356-CDE7-A700-FF76CDC81016}"/>
                    </a:ext>
                  </a:extLst>
                </p14:cNvPr>
                <p14:cNvContentPartPr/>
                <p14:nvPr/>
              </p14:nvContentPartPr>
              <p14:xfrm>
                <a:off x="7882365" y="3396810"/>
                <a:ext cx="20880" cy="100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559680A-2356-CDE7-A700-FF76CDC8101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873725" y="3387810"/>
                  <a:ext cx="385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91DCAF6-D373-3501-459A-ECCFF7237214}"/>
                    </a:ext>
                  </a:extLst>
                </p14:cNvPr>
                <p14:cNvContentPartPr/>
                <p14:nvPr/>
              </p14:nvContentPartPr>
              <p14:xfrm>
                <a:off x="7666005" y="3103050"/>
                <a:ext cx="141120" cy="2736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91DCAF6-D373-3501-459A-ECCFF723721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657005" y="3094410"/>
                  <a:ext cx="1587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5FAA832-E9A9-0E99-A5A6-8A90E22F0735}"/>
                    </a:ext>
                  </a:extLst>
                </p14:cNvPr>
                <p14:cNvContentPartPr/>
                <p14:nvPr/>
              </p14:nvContentPartPr>
              <p14:xfrm>
                <a:off x="7833765" y="3338130"/>
                <a:ext cx="152280" cy="1454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5FAA832-E9A9-0E99-A5A6-8A90E22F073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824765" y="3329490"/>
                  <a:ext cx="1699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CFB2E29-D3F7-F789-BCF6-AA4984E587EF}"/>
                    </a:ext>
                  </a:extLst>
                </p14:cNvPr>
                <p14:cNvContentPartPr/>
                <p14:nvPr/>
              </p14:nvContentPartPr>
              <p14:xfrm>
                <a:off x="6453165" y="3979290"/>
                <a:ext cx="118440" cy="252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CFB2E29-D3F7-F789-BCF6-AA4984E587E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444525" y="3970290"/>
                  <a:ext cx="1360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69E9791-AD8E-DBA3-7CFB-1437342813E8}"/>
                    </a:ext>
                  </a:extLst>
                </p14:cNvPr>
                <p14:cNvContentPartPr/>
                <p14:nvPr/>
              </p14:nvContentPartPr>
              <p14:xfrm>
                <a:off x="6477285" y="3776250"/>
                <a:ext cx="138960" cy="158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69E9791-AD8E-DBA3-7CFB-1437342813E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468285" y="3767610"/>
                  <a:ext cx="156600" cy="334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30" name="Picture 129">
            <a:extLst>
              <a:ext uri="{FF2B5EF4-FFF2-40B4-BE49-F238E27FC236}">
                <a16:creationId xmlns:a16="http://schemas.microsoft.com/office/drawing/2014/main" id="{31D45EC0-2D23-B9FD-AEEE-6E66ED11E143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779142" y="5103210"/>
            <a:ext cx="3815143" cy="45719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93856997-360B-E037-46E8-B5DCE9D0E0C7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 flipV="1">
            <a:off x="3902265" y="5447034"/>
            <a:ext cx="2747820" cy="45719"/>
          </a:xfrm>
          <a:prstGeom prst="rect">
            <a:avLst/>
          </a:prstGeom>
        </p:spPr>
      </p:pic>
      <p:grpSp>
        <p:nvGrpSpPr>
          <p:cNvPr id="142" name="Group 141">
            <a:extLst>
              <a:ext uri="{FF2B5EF4-FFF2-40B4-BE49-F238E27FC236}">
                <a16:creationId xmlns:a16="http://schemas.microsoft.com/office/drawing/2014/main" id="{BEF934EF-C8E9-E523-D96B-0E9186AE8373}"/>
              </a:ext>
            </a:extLst>
          </p:cNvPr>
          <p:cNvGrpSpPr/>
          <p:nvPr/>
        </p:nvGrpSpPr>
        <p:grpSpPr>
          <a:xfrm>
            <a:off x="6513645" y="4989450"/>
            <a:ext cx="1758960" cy="681120"/>
            <a:chOff x="6513645" y="4989450"/>
            <a:chExt cx="1758960" cy="68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7C65976-95A5-EE03-F6C9-2A1D7991C675}"/>
                    </a:ext>
                  </a:extLst>
                </p14:cNvPr>
                <p14:cNvContentPartPr/>
                <p14:nvPr/>
              </p14:nvContentPartPr>
              <p14:xfrm>
                <a:off x="6513645" y="5048850"/>
                <a:ext cx="129960" cy="5914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7C65976-95A5-EE03-F6C9-2A1D7991C67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505005" y="5040210"/>
                  <a:ext cx="147600" cy="60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290F3CE-0A18-D46A-4AF0-60927BC99C0B}"/>
                    </a:ext>
                  </a:extLst>
                </p14:cNvPr>
                <p14:cNvContentPartPr/>
                <p14:nvPr/>
              </p14:nvContentPartPr>
              <p14:xfrm>
                <a:off x="6603285" y="5038050"/>
                <a:ext cx="128880" cy="6325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290F3CE-0A18-D46A-4AF0-60927BC99C0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594285" y="5029410"/>
                  <a:ext cx="146520" cy="65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D80CEBD-3164-432F-9F76-D4F3927C426E}"/>
                    </a:ext>
                  </a:extLst>
                </p14:cNvPr>
                <p14:cNvContentPartPr/>
                <p14:nvPr/>
              </p14:nvContentPartPr>
              <p14:xfrm>
                <a:off x="6597165" y="5031930"/>
                <a:ext cx="380880" cy="6267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D80CEBD-3164-432F-9F76-D4F3927C426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588525" y="5023290"/>
                  <a:ext cx="398520" cy="64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AE82F10-DA72-A578-5791-5F9693A18FCF}"/>
                    </a:ext>
                  </a:extLst>
                </p14:cNvPr>
                <p14:cNvContentPartPr/>
                <p14:nvPr/>
              </p14:nvContentPartPr>
              <p14:xfrm>
                <a:off x="6987405" y="5216610"/>
                <a:ext cx="675360" cy="1044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AE82F10-DA72-A578-5791-5F9693A18FC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978405" y="5207970"/>
                  <a:ext cx="6930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0A7720A-D091-AF13-0D55-16C08298FAE7}"/>
                    </a:ext>
                  </a:extLst>
                </p14:cNvPr>
                <p14:cNvContentPartPr/>
                <p14:nvPr/>
              </p14:nvContentPartPr>
              <p14:xfrm>
                <a:off x="7906845" y="4989450"/>
                <a:ext cx="189720" cy="3502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0A7720A-D091-AF13-0D55-16C08298FAE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898205" y="4980450"/>
                  <a:ext cx="20736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E1A03CC-FFF9-D489-E5CB-AC9B1F0FAADE}"/>
                    </a:ext>
                  </a:extLst>
                </p14:cNvPr>
                <p14:cNvContentPartPr/>
                <p14:nvPr/>
              </p14:nvContentPartPr>
              <p14:xfrm>
                <a:off x="8265045" y="5282850"/>
                <a:ext cx="7560" cy="1335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E1A03CC-FFF9-D489-E5CB-AC9B1F0FAAD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256045" y="5273850"/>
                  <a:ext cx="25200" cy="1512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43" name="Picture 142">
            <a:extLst>
              <a:ext uri="{FF2B5EF4-FFF2-40B4-BE49-F238E27FC236}">
                <a16:creationId xmlns:a16="http://schemas.microsoft.com/office/drawing/2014/main" id="{19801E04-3585-C39A-CC8E-D5DA1DC38CC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 flipV="1">
            <a:off x="4488576" y="5808333"/>
            <a:ext cx="3062275" cy="4571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41788B2D-F1F6-5D1C-72DD-3E3CE0C6259E}"/>
                  </a:ext>
                </a:extLst>
              </p14:cNvPr>
              <p14:cNvContentPartPr/>
              <p14:nvPr/>
            </p14:nvContentPartPr>
            <p14:xfrm>
              <a:off x="1550685" y="3297090"/>
              <a:ext cx="82080" cy="6552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41788B2D-F1F6-5D1C-72DD-3E3CE0C6259E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541685" y="3288450"/>
                <a:ext cx="9972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CBA68511-C68D-DF23-F188-90CCDDA3B672}"/>
                  </a:ext>
                </a:extLst>
              </p14:cNvPr>
              <p14:cNvContentPartPr/>
              <p14:nvPr/>
            </p14:nvContentPartPr>
            <p14:xfrm>
              <a:off x="969285" y="4187370"/>
              <a:ext cx="51840" cy="10224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CBA68511-C68D-DF23-F188-90CCDDA3B672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960285" y="4178370"/>
                <a:ext cx="6948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FCEC9713-1E31-97B1-18CB-45EA15503658}"/>
                  </a:ext>
                </a:extLst>
              </p14:cNvPr>
              <p14:cNvContentPartPr/>
              <p14:nvPr/>
            </p14:nvContentPartPr>
            <p14:xfrm>
              <a:off x="1551765" y="1179570"/>
              <a:ext cx="69120" cy="7776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FCEC9713-1E31-97B1-18CB-45EA15503658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542765" y="1170930"/>
                <a:ext cx="8676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4F70C588-0A13-DA5F-A47B-AA192D1FF088}"/>
                  </a:ext>
                </a:extLst>
              </p14:cNvPr>
              <p14:cNvContentPartPr/>
              <p14:nvPr/>
            </p14:nvContentPartPr>
            <p14:xfrm>
              <a:off x="1526205" y="1758450"/>
              <a:ext cx="69120" cy="9144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4F70C588-0A13-DA5F-A47B-AA192D1FF088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517565" y="1749810"/>
                <a:ext cx="8676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088030B4-7248-9154-4B8F-FFBC9B99214B}"/>
                  </a:ext>
                </a:extLst>
              </p14:cNvPr>
              <p14:cNvContentPartPr/>
              <p14:nvPr/>
            </p14:nvContentPartPr>
            <p14:xfrm>
              <a:off x="2749485" y="2048610"/>
              <a:ext cx="57960" cy="7884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088030B4-7248-9154-4B8F-FFBC9B99214B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2740485" y="2039970"/>
                <a:ext cx="7560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B90B39C9-9FD7-D753-F4B3-D165FEEDE58D}"/>
                  </a:ext>
                </a:extLst>
              </p14:cNvPr>
              <p14:cNvContentPartPr/>
              <p14:nvPr/>
            </p14:nvContentPartPr>
            <p14:xfrm>
              <a:off x="3893565" y="1406370"/>
              <a:ext cx="92520" cy="7452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B90B39C9-9FD7-D753-F4B3-D165FEEDE58D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3884925" y="1397730"/>
                <a:ext cx="11016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EE607324-E3E2-72C9-A54C-81E14BD7EE47}"/>
                  </a:ext>
                </a:extLst>
              </p14:cNvPr>
              <p14:cNvContentPartPr/>
              <p14:nvPr/>
            </p14:nvContentPartPr>
            <p14:xfrm>
              <a:off x="4864845" y="2331570"/>
              <a:ext cx="60840" cy="9756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EE607324-E3E2-72C9-A54C-81E14BD7EE47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4855845" y="2322930"/>
                <a:ext cx="7848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CB1790CB-D3A4-D064-A3DB-446284954BA0}"/>
                  </a:ext>
                </a:extLst>
              </p14:cNvPr>
              <p14:cNvContentPartPr/>
              <p14:nvPr/>
            </p14:nvContentPartPr>
            <p14:xfrm>
              <a:off x="3851805" y="2921610"/>
              <a:ext cx="102960" cy="10620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CB1790CB-D3A4-D064-A3DB-446284954BA0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3843165" y="2912970"/>
                <a:ext cx="12060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28E96AE4-8D64-2336-8B87-CAD8C88977F5}"/>
                  </a:ext>
                </a:extLst>
              </p14:cNvPr>
              <p14:cNvContentPartPr/>
              <p14:nvPr/>
            </p14:nvContentPartPr>
            <p14:xfrm>
              <a:off x="3902565" y="3570330"/>
              <a:ext cx="70200" cy="6660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28E96AE4-8D64-2336-8B87-CAD8C88977F5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3893925" y="3561690"/>
                <a:ext cx="8784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44D73D22-9484-5312-542E-DDD1A977E4AB}"/>
                  </a:ext>
                </a:extLst>
              </p14:cNvPr>
              <p14:cNvContentPartPr/>
              <p14:nvPr/>
            </p14:nvContentPartPr>
            <p14:xfrm>
              <a:off x="3315045" y="3863370"/>
              <a:ext cx="66960" cy="5940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44D73D22-9484-5312-542E-DDD1A977E4AB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3306045" y="3854730"/>
                <a:ext cx="8460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AE0FD1B0-B9B1-17ED-3349-3CBB9F216983}"/>
                  </a:ext>
                </a:extLst>
              </p14:cNvPr>
              <p14:cNvContentPartPr/>
              <p14:nvPr/>
            </p14:nvContentPartPr>
            <p14:xfrm>
              <a:off x="2136405" y="4467450"/>
              <a:ext cx="61920" cy="6984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AE0FD1B0-B9B1-17ED-3349-3CBB9F216983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2127765" y="4458450"/>
                <a:ext cx="7956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51661E64-826C-4269-732D-45F149B053FD}"/>
                  </a:ext>
                </a:extLst>
              </p14:cNvPr>
              <p14:cNvContentPartPr/>
              <p14:nvPr/>
            </p14:nvContentPartPr>
            <p14:xfrm>
              <a:off x="2747325" y="4704330"/>
              <a:ext cx="65520" cy="7236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51661E64-826C-4269-732D-45F149B053FD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2738685" y="4695330"/>
                <a:ext cx="8316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92BEEB36-5156-ECFB-834A-31CD31AB445C}"/>
                  </a:ext>
                </a:extLst>
              </p14:cNvPr>
              <p14:cNvContentPartPr/>
              <p14:nvPr/>
            </p14:nvContentPartPr>
            <p14:xfrm>
              <a:off x="2751285" y="5097450"/>
              <a:ext cx="72720" cy="6552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92BEEB36-5156-ECFB-834A-31CD31AB445C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2742285" y="5088810"/>
                <a:ext cx="9036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AFA76363-0B85-BC56-496C-3FA9896760C4}"/>
                  </a:ext>
                </a:extLst>
              </p14:cNvPr>
              <p14:cNvContentPartPr/>
              <p14:nvPr/>
            </p14:nvContentPartPr>
            <p14:xfrm>
              <a:off x="3850725" y="5453130"/>
              <a:ext cx="78840" cy="8676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AFA76363-0B85-BC56-496C-3FA9896760C4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3842085" y="5444130"/>
                <a:ext cx="9648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D7B08A17-6922-C91B-39E7-DD1936A9F5B4}"/>
                  </a:ext>
                </a:extLst>
              </p14:cNvPr>
              <p14:cNvContentPartPr/>
              <p14:nvPr/>
            </p14:nvContentPartPr>
            <p14:xfrm>
              <a:off x="4483245" y="5774250"/>
              <a:ext cx="52920" cy="5436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D7B08A17-6922-C91B-39E7-DD1936A9F5B4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474245" y="5765610"/>
                <a:ext cx="705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C4189C7A-5F77-12F5-290C-184CBDEA5B9C}"/>
                  </a:ext>
                </a:extLst>
              </p14:cNvPr>
              <p14:cNvContentPartPr/>
              <p14:nvPr/>
            </p14:nvContentPartPr>
            <p14:xfrm>
              <a:off x="9685965" y="1441290"/>
              <a:ext cx="11160" cy="1224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C4189C7A-5F77-12F5-290C-184CBDEA5B9C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9676965" y="1432290"/>
                <a:ext cx="2880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3B62B3E9-38D3-6918-8503-C839896ED456}"/>
                  </a:ext>
                </a:extLst>
              </p14:cNvPr>
              <p14:cNvContentPartPr/>
              <p14:nvPr/>
            </p14:nvContentPartPr>
            <p14:xfrm>
              <a:off x="225525" y="300450"/>
              <a:ext cx="7012800" cy="23796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3B62B3E9-38D3-6918-8503-C839896ED456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207885" y="282810"/>
                <a:ext cx="704844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4E4E61A7-5C6B-A104-945A-921AAB2A4407}"/>
                  </a:ext>
                </a:extLst>
              </p14:cNvPr>
              <p14:cNvContentPartPr/>
              <p14:nvPr/>
            </p14:nvContentPartPr>
            <p14:xfrm>
              <a:off x="7232565" y="514290"/>
              <a:ext cx="143640" cy="571932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4E4E61A7-5C6B-A104-945A-921AAB2A4407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7214925" y="496650"/>
                <a:ext cx="179280" cy="575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oup 167">
            <a:extLst>
              <a:ext uri="{FF2B5EF4-FFF2-40B4-BE49-F238E27FC236}">
                <a16:creationId xmlns:a16="http://schemas.microsoft.com/office/drawing/2014/main" id="{DF998ECD-7CFC-CB24-DAAD-A809FA10E125}"/>
              </a:ext>
            </a:extLst>
          </p:cNvPr>
          <p:cNvGrpSpPr/>
          <p:nvPr/>
        </p:nvGrpSpPr>
        <p:grpSpPr>
          <a:xfrm>
            <a:off x="7535685" y="5631690"/>
            <a:ext cx="664920" cy="352080"/>
            <a:chOff x="7535685" y="5631690"/>
            <a:chExt cx="664920" cy="35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2FFF218-5D4F-8F73-256A-490A2DBF8415}"/>
                    </a:ext>
                  </a:extLst>
                </p14:cNvPr>
                <p14:cNvContentPartPr/>
                <p14:nvPr/>
              </p14:nvContentPartPr>
              <p14:xfrm>
                <a:off x="7788765" y="5634570"/>
                <a:ext cx="24480" cy="3189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2FFF218-5D4F-8F73-256A-490A2DBF841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779765" y="5625930"/>
                  <a:ext cx="4212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820F876-5359-DD7D-6FDA-DC91A7BED12A}"/>
                    </a:ext>
                  </a:extLst>
                </p14:cNvPr>
                <p14:cNvContentPartPr/>
                <p14:nvPr/>
              </p14:nvContentPartPr>
              <p14:xfrm>
                <a:off x="7785885" y="5631690"/>
                <a:ext cx="201600" cy="3247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820F876-5359-DD7D-6FDA-DC91A7BED12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777245" y="5623050"/>
                  <a:ext cx="21924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9826FDE-303F-8DE1-37FF-AD8D6A04DFE9}"/>
                    </a:ext>
                  </a:extLst>
                </p14:cNvPr>
                <p14:cNvContentPartPr/>
                <p14:nvPr/>
              </p14:nvContentPartPr>
              <p14:xfrm>
                <a:off x="8125005" y="5881890"/>
                <a:ext cx="75600" cy="1018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9826FDE-303F-8DE1-37FF-AD8D6A04DFE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116005" y="5873250"/>
                  <a:ext cx="932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AD085AE-77A9-52FC-A731-6326085CA1E9}"/>
                    </a:ext>
                  </a:extLst>
                </p14:cNvPr>
                <p14:cNvContentPartPr/>
                <p14:nvPr/>
              </p14:nvContentPartPr>
              <p14:xfrm>
                <a:off x="7535685" y="5801250"/>
                <a:ext cx="69120" cy="705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AD085AE-77A9-52FC-A731-6326085CA1E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527045" y="5792250"/>
                  <a:ext cx="86760" cy="8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1668F1A2-C1C8-2FBA-35BA-B5DACCFD05DA}"/>
                  </a:ext>
                </a:extLst>
              </p14:cNvPr>
              <p14:cNvContentPartPr/>
              <p14:nvPr/>
            </p14:nvContentPartPr>
            <p14:xfrm>
              <a:off x="198885" y="408810"/>
              <a:ext cx="155160" cy="585756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1668F1A2-C1C8-2FBA-35BA-B5DACCFD05DA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81245" y="390810"/>
                <a:ext cx="190800" cy="589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8E29B360-D0B3-4755-E947-E42F5EEE306E}"/>
                  </a:ext>
                </a:extLst>
              </p14:cNvPr>
              <p14:cNvContentPartPr/>
              <p14:nvPr/>
            </p14:nvContentPartPr>
            <p14:xfrm>
              <a:off x="339285" y="6146490"/>
              <a:ext cx="7032240" cy="11160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8E29B360-D0B3-4755-E947-E42F5EEE306E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321285" y="6128850"/>
                <a:ext cx="7067880" cy="14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CBCA866E-34BF-3D04-00FD-12B2C3E94C30}"/>
              </a:ext>
            </a:extLst>
          </p:cNvPr>
          <p:cNvGrpSpPr/>
          <p:nvPr/>
        </p:nvGrpSpPr>
        <p:grpSpPr>
          <a:xfrm>
            <a:off x="2438805" y="6278970"/>
            <a:ext cx="4346640" cy="414360"/>
            <a:chOff x="2438805" y="6278970"/>
            <a:chExt cx="4346640" cy="41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1FA2C52-A22C-7669-C8AE-752A8BF6B09D}"/>
                    </a:ext>
                  </a:extLst>
                </p14:cNvPr>
                <p14:cNvContentPartPr/>
                <p14:nvPr/>
              </p14:nvContentPartPr>
              <p14:xfrm>
                <a:off x="2438805" y="6304530"/>
                <a:ext cx="175320" cy="2664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1FA2C52-A22C-7669-C8AE-752A8BF6B09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430165" y="6295890"/>
                  <a:ext cx="1929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2324143-3DAC-990B-24DC-B2656D0A4E1B}"/>
                    </a:ext>
                  </a:extLst>
                </p14:cNvPr>
                <p14:cNvContentPartPr/>
                <p14:nvPr/>
              </p14:nvContentPartPr>
              <p14:xfrm>
                <a:off x="2667765" y="6453570"/>
                <a:ext cx="160920" cy="1544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2324143-3DAC-990B-24DC-B2656D0A4E1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659125" y="6444930"/>
                  <a:ext cx="1785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74A21D9-609C-8346-124C-385F5C0DC12A}"/>
                    </a:ext>
                  </a:extLst>
                </p14:cNvPr>
                <p14:cNvContentPartPr/>
                <p14:nvPr/>
              </p14:nvContentPartPr>
              <p14:xfrm>
                <a:off x="2845245" y="6439890"/>
                <a:ext cx="165240" cy="1119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74A21D9-609C-8346-124C-385F5C0DC12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836245" y="6430890"/>
                  <a:ext cx="1828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101D89C-625C-042D-6B07-33EB2F656503}"/>
                    </a:ext>
                  </a:extLst>
                </p14:cNvPr>
                <p14:cNvContentPartPr/>
                <p14:nvPr/>
              </p14:nvContentPartPr>
              <p14:xfrm>
                <a:off x="3028485" y="6462930"/>
                <a:ext cx="135720" cy="1389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101D89C-625C-042D-6B07-33EB2F65650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019485" y="6454290"/>
                  <a:ext cx="1533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78DC81B-2FD8-B026-61DF-BE66BBE94468}"/>
                    </a:ext>
                  </a:extLst>
                </p14:cNvPr>
                <p14:cNvContentPartPr/>
                <p14:nvPr/>
              </p14:nvContentPartPr>
              <p14:xfrm>
                <a:off x="3183285" y="6449610"/>
                <a:ext cx="125640" cy="1242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78DC81B-2FD8-B026-61DF-BE66BBE9446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174285" y="6440970"/>
                  <a:ext cx="1432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6CA0F27-5C8D-B03D-4BA5-0CB009AFF84E}"/>
                    </a:ext>
                  </a:extLst>
                </p14:cNvPr>
                <p14:cNvContentPartPr/>
                <p14:nvPr/>
              </p14:nvContentPartPr>
              <p14:xfrm>
                <a:off x="3332325" y="6413970"/>
                <a:ext cx="190800" cy="1558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6CA0F27-5C8D-B03D-4BA5-0CB009AFF84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323325" y="6405330"/>
                  <a:ext cx="2084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EF91B91-65D6-4612-8376-8B0265F3499E}"/>
                    </a:ext>
                  </a:extLst>
                </p14:cNvPr>
                <p14:cNvContentPartPr/>
                <p14:nvPr/>
              </p14:nvContentPartPr>
              <p14:xfrm>
                <a:off x="3553725" y="6295170"/>
                <a:ext cx="32760" cy="2732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EF91B91-65D6-4612-8376-8B0265F3499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545085" y="6286530"/>
                  <a:ext cx="504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6DC9163-F61C-DB1F-BE15-3ED55D3D011C}"/>
                    </a:ext>
                  </a:extLst>
                </p14:cNvPr>
                <p14:cNvContentPartPr/>
                <p14:nvPr/>
              </p14:nvContentPartPr>
              <p14:xfrm>
                <a:off x="3497205" y="6459330"/>
                <a:ext cx="257760" cy="1796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6DC9163-F61C-DB1F-BE15-3ED55D3D011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488565" y="6450690"/>
                  <a:ext cx="2754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D489744-2C8C-8A45-4946-21D6E1C9ADAF}"/>
                    </a:ext>
                  </a:extLst>
                </p14:cNvPr>
                <p14:cNvContentPartPr/>
                <p14:nvPr/>
              </p14:nvContentPartPr>
              <p14:xfrm>
                <a:off x="3821205" y="6471210"/>
                <a:ext cx="182880" cy="2221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D489744-2C8C-8A45-4946-21D6E1C9ADA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812205" y="6462570"/>
                  <a:ext cx="2005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2821BE4-AF60-CDFA-F188-5A83D9DA653D}"/>
                    </a:ext>
                  </a:extLst>
                </p14:cNvPr>
                <p14:cNvContentPartPr/>
                <p14:nvPr/>
              </p14:nvContentPartPr>
              <p14:xfrm>
                <a:off x="4284165" y="6326130"/>
                <a:ext cx="206280" cy="2444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2821BE4-AF60-CDFA-F188-5A83D9DA653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275165" y="6317490"/>
                  <a:ext cx="22392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06BCFA4-D00A-231E-6DD8-44193EFF456E}"/>
                    </a:ext>
                  </a:extLst>
                </p14:cNvPr>
                <p14:cNvContentPartPr/>
                <p14:nvPr/>
              </p14:nvContentPartPr>
              <p14:xfrm>
                <a:off x="4537605" y="6351330"/>
                <a:ext cx="170280" cy="2430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06BCFA4-D00A-231E-6DD8-44193EFF456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528605" y="6342690"/>
                  <a:ext cx="1879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43B0EA5-88B7-4BDC-6758-8171611FFF82}"/>
                    </a:ext>
                  </a:extLst>
                </p14:cNvPr>
                <p14:cNvContentPartPr/>
                <p14:nvPr/>
              </p14:nvContentPartPr>
              <p14:xfrm>
                <a:off x="4741365" y="6331890"/>
                <a:ext cx="40680" cy="2502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43B0EA5-88B7-4BDC-6758-8171611FFF8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732365" y="6323250"/>
                  <a:ext cx="583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FD44C88-A8D0-9E83-B876-71EDFBDC68CD}"/>
                    </a:ext>
                  </a:extLst>
                </p14:cNvPr>
                <p14:cNvContentPartPr/>
                <p14:nvPr/>
              </p14:nvContentPartPr>
              <p14:xfrm>
                <a:off x="4746045" y="6310650"/>
                <a:ext cx="180720" cy="3355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FD44C88-A8D0-9E83-B876-71EDFBDC68C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737045" y="6302010"/>
                  <a:ext cx="19836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0E49124-B9E3-5DC7-0D0F-87083E261E60}"/>
                    </a:ext>
                  </a:extLst>
                </p14:cNvPr>
                <p14:cNvContentPartPr/>
                <p14:nvPr/>
              </p14:nvContentPartPr>
              <p14:xfrm>
                <a:off x="5130885" y="6295170"/>
                <a:ext cx="335880" cy="2678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0E49124-B9E3-5DC7-0D0F-87083E261E6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122245" y="6286170"/>
                  <a:ext cx="3535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3221A8B-5DA1-42B6-A680-4784C12C615D}"/>
                    </a:ext>
                  </a:extLst>
                </p14:cNvPr>
                <p14:cNvContentPartPr/>
                <p14:nvPr/>
              </p14:nvContentPartPr>
              <p14:xfrm>
                <a:off x="5657925" y="6318930"/>
                <a:ext cx="198720" cy="2203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3221A8B-5DA1-42B6-A680-4784C12C615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649285" y="6310290"/>
                  <a:ext cx="2163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2A81CE13-8DAF-96EE-DC17-AC2A0F6152C0}"/>
                    </a:ext>
                  </a:extLst>
                </p14:cNvPr>
                <p14:cNvContentPartPr/>
                <p14:nvPr/>
              </p14:nvContentPartPr>
              <p14:xfrm>
                <a:off x="5680965" y="6278970"/>
                <a:ext cx="195120" cy="2534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2A81CE13-8DAF-96EE-DC17-AC2A0F6152C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671965" y="6269970"/>
                  <a:ext cx="2127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1E09DA5-A456-90AC-C07C-35E4C4187B00}"/>
                    </a:ext>
                  </a:extLst>
                </p14:cNvPr>
                <p14:cNvContentPartPr/>
                <p14:nvPr/>
              </p14:nvContentPartPr>
              <p14:xfrm>
                <a:off x="5959245" y="6314250"/>
                <a:ext cx="92880" cy="2494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1E09DA5-A456-90AC-C07C-35E4C4187B0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950605" y="6305610"/>
                  <a:ext cx="1105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CEA271C3-8426-1361-5906-B667DA145D45}"/>
                    </a:ext>
                  </a:extLst>
                </p14:cNvPr>
                <p14:cNvContentPartPr/>
                <p14:nvPr/>
              </p14:nvContentPartPr>
              <p14:xfrm>
                <a:off x="6139245" y="6430530"/>
                <a:ext cx="96480" cy="25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CEA271C3-8426-1361-5906-B667DA145D4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130245" y="6421530"/>
                  <a:ext cx="1141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13DDC79-426F-18CF-BF74-445DEF34CC83}"/>
                    </a:ext>
                  </a:extLst>
                </p14:cNvPr>
                <p14:cNvContentPartPr/>
                <p14:nvPr/>
              </p14:nvContentPartPr>
              <p14:xfrm>
                <a:off x="6359925" y="6336210"/>
                <a:ext cx="146880" cy="2656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13DDC79-426F-18CF-BF74-445DEF34CC8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351285" y="6327210"/>
                  <a:ext cx="1645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22E9493E-86BE-45DF-8E7D-997127A2232F}"/>
                    </a:ext>
                  </a:extLst>
                </p14:cNvPr>
                <p14:cNvContentPartPr/>
                <p14:nvPr/>
              </p14:nvContentPartPr>
              <p14:xfrm>
                <a:off x="6785085" y="6599370"/>
                <a:ext cx="360" cy="122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22E9493E-86BE-45DF-8E7D-997127A2232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776445" y="6590370"/>
                  <a:ext cx="18000" cy="29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65009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A29B0C-E742-F986-79F4-81BCAAFB4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098" y="23337"/>
            <a:ext cx="9697803" cy="681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845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59</Words>
  <Application>Microsoft Office PowerPoint</Application>
  <PresentationFormat>Widescreen</PresentationFormat>
  <Paragraphs>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MIna Naidah Gani</dc:creator>
  <cp:lastModifiedBy>MIna Naidah Gani</cp:lastModifiedBy>
  <cp:revision>1</cp:revision>
  <dcterms:created xsi:type="dcterms:W3CDTF">2023-05-10T03:22:08Z</dcterms:created>
  <dcterms:modified xsi:type="dcterms:W3CDTF">2023-05-10T03:42:58Z</dcterms:modified>
</cp:coreProperties>
</file>