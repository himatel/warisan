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3" r:id="rId4"/>
    <p:sldId id="264" r:id="rId5"/>
    <p:sldId id="260" r:id="rId6"/>
    <p:sldId id="265" r:id="rId7"/>
    <p:sldId id="268" r:id="rId8"/>
    <p:sldId id="261" r:id="rId9"/>
    <p:sldId id="266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19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944 117 24575,'0'-1'0,"0"0"0,0 0 0,-1 0 0,1 0 0,-1 0 0,1 0 0,0 0 0,-1 0 0,0 0 0,1 0 0,-1 0 0,0 0 0,1 1 0,-1-1 0,0 0 0,0 0 0,0 1 0,-1-2 0,-21-11 0,18 10 0,-24-11 0,-2 1 0,1 1 0,-2 2 0,1 1 0,-2 1 0,1 2 0,-47-3 0,52 8 0,0 1 0,0 1 0,0 1 0,0 1 0,1 2 0,-1 1 0,1 0 0,0 2 0,-37 17 0,51-19 0,1 1 0,-1 0 0,1 1 0,0 0 0,-12 13 0,-44 52 0,35-37 0,20-23 0,0 1 0,1 1 0,1 0 0,0 0 0,1 1 0,0 0 0,2 0 0,0 1 0,0 0 0,2 0 0,0 1 0,-4 33 0,1 30 0,4 0 0,11 135 0,-6-197 0,2 0 0,0 0 0,1 0 0,1-1 0,1 0 0,7 18 0,-9-28 0,0 0 0,1 0 0,-1 0 0,1-1 0,1 1 0,0-1 0,0-1 0,0 1 0,1-1 0,0 0 0,0 0 0,0-1 0,1 0 0,15 7 0,-6-5 0,1-1 0,0-1 0,0-1 0,37 5 0,78-3 0,-112-6 0,304-15 0,-5-23 0,-289 34 0,8-1 36,296-50-1437,-269 39-5425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1 257 24575,'18'-16'0,"1"1"0,0 0 0,1 2 0,1 0 0,0 1 0,1 1 0,42-14 0,272-87 0,-323 108 0,3-1 0,-1 0 0,1 2 0,31-4 0,-44 7 0,0-1 0,0 1 0,0 0 0,0 1 0,0-1 0,0 0 0,0 1 0,0 0 0,0-1 0,0 1 0,0 0 0,0 1 0,0-1 0,-1 0 0,1 1 0,-1 0 0,1-1 0,-1 1 0,1 0 0,-1 0 0,0 0 0,0 1 0,0-1 0,0 0 0,-1 1 0,1 0 0,1 2 0,0 3 0,-1 0 0,0 0 0,-1 1 0,0-1 0,0 0 0,0 0 0,-1 1 0,0-1 0,-1 0 0,0 0 0,0 1 0,-4 9 0,-2 10 0,-2 0 0,-14 29 0,16-42 0,0-1 0,-1 0 0,0-1 0,-2 0 0,1 0 0,-22 22 0,6-13 0,0-1 0,-37 23 0,39-26 0,1 1 0,0 1 0,-29 35 0,-17 16 0,59-62 0,11-9 0,17-16 0,-4 0 0,2 0 0,0 1 0,0 1 0,1 1 0,1 0 0,0 1 0,29-12 0,244-79 336,51-22-2037,-319 114-5125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0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1 192 24575,'4'0'0,"15"-4"0,19-6 0,17-5 0,16-5 0,4-2 0,-2-3 0,-10 0 0,-11-1 0,-14 0 0,-14 9 0,-15 16 0,-14 11 0,-9 9 0,-7 10 0,-4 8 0,-2 6 0,3-4-8191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1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24575,'0'-4'0,"8"-6"0,12-5 0,10 0 0,9-2 0,6 2 0,4 4 0,1-1 0,-2 2 0,-2-1 0,-5 1 0,-8-3 0,-7 2 0,-7-2 0,-7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3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 24575,'-17'16'0,"5"-4"0,-1 1 0,-16 22 0,-26 40 0,-27 42 0,70-98 0,2 1 0,0 1 0,1-1 0,-9 34 0,3 9 0,3 1 0,-5 87 0,7 129 0,13-132 0,6-1 0,7-1 0,6 0 0,71 250 0,-78-344-1365,-4-15-5461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4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24575,'4'0'0,"0"1"0,0 0 0,0 0 0,0 0 0,0 0 0,0 0 0,-1 1 0,1 0 0,0 0 0,-1 0 0,5 3 0,37 32 0,-29-24 0,4 4 0,-1 1 0,-1 0 0,-1 2 0,0 0 0,-1 1 0,-2 0 0,0 1 0,-1 1 0,-1 0 0,-1 0 0,-2 2 0,0-1 0,9 43 0,-3 21 0,3 104 0,-12-105 0,7 485 0,-15-539 0,-2 0 0,-2 0 0,0-1 0,-3 0 0,-19 52 0,-4-12 0,-47 80 0,67-129 0,11-17 171,3-5 0,5-9-1878,5-7-5119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4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24575,'8'0'0,"20"0"0,22 4 0,18 6 0,12 1 0,-1 3 0,-8-1 0,-13-3 0,-17-7 0,-14-4-8191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5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0 24575,'-74'72'0,"-73"78"0,138-140 0,1 1 0,0 0 0,1 1 0,0 0 0,1 0 0,0 1 0,1-1 0,1 1 0,0 0 0,0 1 0,-2 22 0,2 10 0,2 1 0,3 50 0,1-31 0,-2-49 0,22 453 0,7-52 0,-27 0 0,-2-354 0,0-47 0,3 135 0,-1-128 0,1 0 0,1-1 0,1 1 0,10 28 0,-14-49 0,0 1 0,0-1 0,1 0 0,0 1 0,-1-1 0,1 0 0,0 0 0,0 0 0,1 0 0,-1-1 0,6 5 0,-6-5 0,0-1 0,1 0 0,0 0 0,-1 0 0,1 0 0,-1 0 0,1-1 0,0 1 0,0-1 0,-1 0 0,1 0 0,0 0 0,0 0 0,-1 0 0,7-1 0,13-4-136,1-1-1,-1-1 1,-1-1-1,1-1 1,-1-1-1,-1-1 1,0 0-1,0-2 0,35-29 1,-33 24-6690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6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0 24575,'-47'42'0,"36"-34"0,1 0 0,1 1 0,-1 0 0,2 0 0,-1 1 0,1 0 0,1 0 0,-1 1 0,-7 18 0,3 2 0,2 1 0,1 0 0,-5 34 0,-8 104 0,21-159 0,-18 196 0,-15 116 0,25-230-1365,8-73-5461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7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0 162 24575,'0'-4'0,"17"-6"0,39-1 0,48-3 0,48-3 0,27-7 0,1-4-743,-14-1 743,-36 4-7448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7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24575,'-7'17'0,"1"-1"0,0 2 0,1-1 0,1 0 0,-2 21 0,-4 90 0,8-98 0,-1 517 0,16-417 0,0 6 0,-8-96-1365,0-25-5461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29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354 164 24575,'34'-42'0,"2"-1"0,-20 27 0,25-22 0,-37 35 0,0 0 0,-1 0 0,2 0 0,-1 1 0,0-1 0,1 1 0,-1 0 0,6-1 0,-8 3 0,-1-1 0,0 1 0,0 0 0,1 0 0,-1 0 0,0 1 0,1-1 0,-1 0 0,0 0 0,0 1 0,1-1 0,-1 1 0,0-1 0,0 1 0,0-1 0,1 1 0,-1 0 0,0 0 0,0-1 0,0 1 0,0 0 0,0 0 0,-1 0 0,1 0 0,0 0 0,0 0 0,-1 0 0,1 0 0,0 1 0,-1-1 0,1 0 0,-1 0 0,0 1 0,1-1 0,-1 2 0,2 5 0,0 0 0,-1 1 0,0-1 0,0 11 0,-2 14 0,-2 0 0,-1 0 0,-2 0 0,-1 0 0,-1-1 0,-2 0 0,-24 53 0,28-73 0,0-2 0,0 1 0,-1-1 0,-1 0 0,1 0 0,-2-1 0,1 0 0,-1-1 0,-1 0 0,-10 8 0,-8 5 0,2 1 0,0 2 0,-39 45 0,64-68 0,0 0 0,0 0 0,1 0 0,-1 1 0,0-1 0,0 0 0,0 0 0,1 0 0,-1 1 0,0-1 0,1 0 0,0 1 0,-1-1 0,1 0 0,0 1 0,-1-1 0,1 1 0,0-1 0,0 0 0,0 1 0,1 1 0,-1-2 0,1 0 0,0 0 0,-1 0 0,1 0 0,0 0 0,0 0 0,0 0 0,0 0 0,0-1 0,0 1 0,0 0 0,0-1 0,0 1 0,0-1 0,0 1 0,0-1 0,0 0 0,1 1 0,1-1 0,9 2 0,0-1 0,0-1 0,0 0 0,14-1 0,29-5 0,90-22 0,55-27 0,52-12 0,-250 67 0,30-7 0,54-4 0,-75 10 0,0 1 0,0 1 0,0 0 0,0 0 0,0 1 0,-1 1 0,1-1 0,19 9 0,-2 4 0,0 0 0,0 2 0,-2 1 0,28 23 0,89 95 0,-136-130 0,-2 0 0,1 0 0,-1 1 0,0 0 0,0 0 0,-1 0 0,0 1 0,0-1 0,-1 1 0,0 0 0,0 0 0,-1 0 0,0 0 0,0 1 0,-1-1 0,0 0 0,-1 15 0,0 10 0,-1 0 0,-2-1 0,-2 1 0,-1-1 0,-1 0 0,-2 0 0,-1-1 0,-1 0 0,-2-1 0,-19 33 0,-13 11 0,-4-1 0,-62 70 0,-132 116 0,232-248 0,3-2 0,-1 0 0,-1 0 0,0-1 0,-19 12 0,26-19 0,0 1 0,-1-1 0,1 0 0,0 1 0,-1-2 0,1 1 0,-1 0 0,1-1 0,-1 1 0,1-1 0,-1 0 0,1 0 0,-1-1 0,1 1 0,-1-1 0,1 1 0,-1-1 0,1 0 0,-1-1 0,1 1 0,-5-3 0,-3-3 0,0 0 0,0-1 0,0-1 0,1 0 0,1 0 0,-1-1 0,2 0 0,-1-1 0,-7-12 0,-59-110 0,68 118 0,-13-27 0,9 19 0,0 1 0,-20-31 0,27 47 0,-1 1 0,0-1 0,0 1 0,0-1 0,0 2 0,-1-1 0,0 0 0,0 1 0,0 0 0,-1 1 0,1-1 0,-13-3 0,-9-4 0,2 0 0,-1-2 0,1 0 0,-38-28 0,19 7 0,-58-54 0,-18-36 0,106 105 0,0 0 0,1-1 0,0 0 0,2-1 0,-11-26 0,20 42 0,1-1 0,0 1 0,0-1 0,1 0 0,0 0 0,0 0 0,0 0 0,1 0 0,-1-7 0,2 12 11,-1 1 1,0-1-1,0 0 0,0 0 0,1 0 0,-1 1 0,1-1 0,-1 0 0,0 0 1,1 1-1,-1-1 0,1 0 0,0 1 0,-1-1 0,1 1 0,-1-1 1,1 0-1,0 1 0,0 0 0,-1-1 0,1 1 0,0-1 0,0 1 0,-1 0 1,1-1-1,0 1 0,0 0 0,0 0 0,0 0 0,27 1-1086,-23-1 451,40 8-6202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38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24575,'2'0'0,"0"1"0,1 0 0,-1-1 0,0 1 0,0 0 0,1 0 0,-1 0 0,0 1 0,0-1 0,0 0 0,-1 1 0,1-1 0,0 1 0,0 0 0,-1 0 0,1-1 0,-1 1 0,0 0 0,1 0 0,1 4 0,1 0 0,122 201 0,-77-122 0,84 112 0,-115-171 0,-2 0 0,-1 2 0,-1 0 0,-2 1 0,13 39 0,-5-14 0,47 118 0,40 106 0,-96-244 0,-1 0 0,-2 0 0,-2 0 0,4 55 0,-10 140 0,-2-123 0,1-88 0,2 4 0,-6 37 0,3-51 0,1 0 0,-2 1 0,1-1 0,-1 0 0,-1 0 0,0 0 0,-7 11 0,-17 29 0,-23 56 0,33-65 0,-1 0 0,-2-1 0,-30 40 0,28-49 0,0 0 0,-2-2 0,-54 45 0,75-68-114,0 0 1,0 0-1,0 0 0,1 0 0,-1 0 1,1 1-1,0 0 0,1-1 0,-1 1 1,1 0-1,-3 8 0,-1 9-6712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46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47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485 145 24575,'0'-6'0,"-1"0"0,0 0 0,0 0 0,0 1 0,0-1 0,-1 0 0,0 0 0,-1 1 0,1-1 0,-1 1 0,0 0 0,0 0 0,0 0 0,-1 0 0,0 1 0,-8-9 0,7 8 0,-1 1 0,0-1 0,0 1 0,-1 0 0,1 0 0,-1 1 0,0 0 0,1 0 0,-1 1 0,-1 0 0,1 0 0,0 0 0,-8 0 0,11 2 0,0 0 0,0 0 0,0 1 0,0 0 0,1-1 0,-1 1 0,0 0 0,0 1 0,1-1 0,-1 1 0,1 0 0,0-1 0,-1 1 0,1 1 0,-4 2 0,-5 6 0,0 0 0,-14 18 0,10-10 0,-33 37 0,-26 27 0,66-75 0,1 1 0,0 1 0,1 0 0,0 0 0,0 0 0,1 1 0,0-1 0,1 2 0,0-1 0,1 0 0,0 1 0,1 0 0,1 0 0,-1 0 0,2 0 0,0 1 0,0-1 0,1 0 0,3 21 0,16 85 0,6 0 0,66 194 0,-64-239 0,38 71 0,45 64 0,-38-76 0,15 17 0,-69-124 0,1 1 0,2-2 0,33 31 0,27 31 0,-57-59 0,-19-22 0,1 0 0,-1 0 0,1 0 0,0-1 0,0 0 0,0 0 0,1-1 0,-1 0 0,1 0 0,0 0 0,0-1 0,0 0 0,11 2 0,-2-2 0,0-1 0,0 0 0,0-1 0,1-1 0,15-3 0,-29 4 9,-1 0-1,0-1 1,1 1-1,-1-1 1,0 1-1,0-1 1,0 0 0,1 0-1,-1 0 1,0 0-1,0-1 1,0 1-1,-1 0 1,1-1-1,0 0 1,0 1-1,-1-1 1,1 0-1,1-2 1,-2 1 5,1 0 0,-1-1 1,0 1-1,0 0 0,0 0 0,0-1 0,-1 1 1,1 0-1,-1-1 0,0 1 0,-1-7 1,0-1-259,-1-1 0,-1 1 0,0 1 0,0-1 1,-1 0-1,-11-19 0,0 4-6582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58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24575,'1'0'0,"0"0"0,0 0 0,0 1 0,-1-1 0,1 1 0,0-1 0,0 0 0,-1 1 0,1 0 0,0-1 0,-1 1 0,1-1 0,0 1 0,-1 0 0,1-1 0,-1 1 0,1 0 0,-1 0 0,0-1 0,1 1 0,-1 0 0,0 0 0,1 0 0,-1 0 0,0 0 0,0-1 0,0 3 0,4 30 0,-3-26 0,6 330 0,1-4 0,9-172 0,7-2 0,7-1 0,85 254 0,-116-410 0,7 20 0,1-1 0,22 41 0,-30-61 8,1-1 0,-1 1 0,0 0-1,1 0 1,-1-1 0,1 1 0,-1 0-1,1-1 1,0 1 0,-1-1 0,1 1-1,0 0 1,-1-1 0,1 1 0,0-1-1,0 0 1,-1 1 0,1-1 0,0 0-1,0 1 1,1-1 0,-2 0-1,1 0 1,-1-1-1,1 1 1,-1 0-1,1 0 0,-1-1 1,1 1-1,-1 0 1,1-1-1,-1 1 1,0-1-1,1 1 0,-1-1 1,1 1-1,-1-1 1,0 1-1,0-1 0,1 1 1,-1-1-1,0 1 1,0-1-1,1 0 1,6-35-1715,-5-5-5119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1:59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93 180 24575,'1'-6'0,"-1"1"0,1-1 0,0 0 0,0 1 0,1-1 0,-1 1 0,1-1 0,1 1 0,-1 0 0,1 0 0,5-9 0,4-1 0,0 0 0,16-15 0,-13 14 0,-13 13 0,1 0 0,-1 1 0,1-1 0,0 1 0,0-1 0,0 1 0,0 0 0,0 0 0,1 1 0,-1-1 0,0 0 0,7-1 0,-8 3 0,1 0 0,-1 0 0,1 0 0,-1 1 0,1-1 0,-1 0 0,0 1 0,1 0 0,-1-1 0,0 1 0,0 0 0,1 0 0,-1 1 0,0-1 0,0 0 0,0 1 0,0-1 0,0 1 0,-1-1 0,4 5 0,4 4 0,1 1 0,-2 1 0,0 0 0,0 0 0,7 17 0,27 72 0,-30-72 0,5 15 0,-1 1 0,-3 0 0,-1 1 0,-2 0 0,6 88 0,-16-53 0,-3-1 0,-18 101 0,-44 157 0,-31 3 0,-26-10 0,80-221 0,41-107 0,-1 0 0,1 0 0,0 0 0,-1 0 0,1-1 0,-1 1 0,0 0 0,0-1 0,0 1 0,0-1 0,0 0 0,-4 3 0,4-4 0,1 0 0,0-1 0,-1 0 0,1 1 0,0-1 0,-1 0 0,1 1 0,-1-1 0,1 0 0,0 0 0,-1 0 0,1-1 0,-1 1 0,1 0 0,0 0 0,-1-1 0,1 1 0,0-1 0,-1 1 0,1-1 0,0 1 0,0-1 0,0 0 0,-1 0 0,1 1 0,0-1 0,0 0 0,0 0 0,0 0 0,-1-2 0,-5-5-341,-1-1 0,1 1-1,-10-20 1,-3-6-6485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0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0 227 24575,'0'-4'0,"9"-10"0,23-7 0,19-3 0,17-3 0,11-5 0,-1 4 0,-5 1 0,-10 6 0,-13 6 0,-9 6 0,-13 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1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24575,'31'2'0,"0"2"0,-1 0 0,48 15 0,6 0 0,57 11 0,-55-11 0,106 10 0,-185-28 0,1 0 0,-1 0 0,1-1 0,-1 0 0,1-1 0,-1 0 0,1 0 0,-1-1 0,0 1 0,0-2 0,0 1 0,0-1 0,0 0 0,0 0 0,0-1 0,-1 0 0,7-5 0,4-5-1365,-1 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24575,'0'1'0,"1"-1"0,0 0 0,0 1 0,0-1 0,0 1 0,0-1 0,0 1 0,-1 0 0,1-1 0,0 1 0,-1 0 0,1-1 0,0 1 0,-1 0 0,1 0 0,-1-1 0,1 1 0,-1 0 0,1 0 0,-1 0 0,0 0 0,1 1 0,8 26 0,-9-27 0,10 55 0,-3 1 0,-2-1 0,-3 65 0,-1-71 0,-49 1118 0,47-1162 0,0-10 0,1-23 0,-1-41 0,2-38-1365,-1 75-5461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2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0 317 24575,'4'0'0,"-1"0"0,1-1 0,0 0 0,-1 1 0,1-1 0,-1-1 0,0 1 0,1 0 0,-1-1 0,0 1 0,4-4 0,31-26 0,-20 15 0,35-32 0,-29 25 0,30-23 0,-46 40 0,0 1 0,0 0 0,1 0 0,-1 1 0,1 0 0,0 0 0,0 1 0,14-3 0,38-2 142,-27 4-71,43-12 0,-68 14-236,1-1 0,-1-1 0,0 1 0,0-1 0,-1-1 1,1 0-1,-1 0 0,0 0 0,9-9 0,-1-4-6661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3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24575,'1'6'0,"0"0"0,0-1 0,0 1 0,1 0 0,0 0 0,0 0 0,0-1 0,4 6 0,6 16 0,93 336-188,-29 11-169,7 27 141,-78-380 216,134 482 0,-120-460 0,-19-43 0,0 0 0,0 0 0,0 1 0,0-1 0,0 0 0,0 0 0,1 1 0,-1-1 0,0 0 0,0 0 0,0 1 0,0-1 0,1 0 0,-1 0 0,0 0 0,0 1 0,0-1 0,1 0 0,-1 0 0,0 0 0,0 0 0,1 1 0,-1-1 0,0 0 0,0 0 0,1 0 0,-1 0 0,0 0 0,1 0 0,-1 0 0,0 0 0,0 0 0,1 0 0,-1 0 0,0 0 0,1 0 0,-1 0 0,0 0 0,0 0 0,1 0 0,-1 0 0,0 0 0,0-1 0,1 1 0,-1 0 0,0 0 0,0 0 0,1 0 0,-1-1 0,0 1 0,0 0 0,0 0 0,1 0 0,-1-1 0,0 1 0,0 0 0,0 0 0,0-1 0,1 1 0,-1 0 0,0-1 0,0 1 0,0 0 0,0 0 0,0-1 0,0 1 0,0 0 0,0-1 0,4-21 0,-1-13 152,-1 1 0,-2-1 1,-2 1-1,-9-57 0,3 65-328,-1 0-1,-1 1 0,-1-1 1,-14-22-1,20 38-305,-16-28-6344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0 262 24575,'1'-13'0,"0"0"0,1 1 0,0 0 0,1-1 0,0 1 0,1 0 0,0 0 0,1 1 0,8-14 0,-5 10 0,1 1 0,1 0 0,0 1 0,0 0 0,2 1 0,18-17 0,-28 28 0,0-1 0,0 0 0,0 1 0,0 0 0,0-1 0,0 1 0,0 0 0,0 0 0,1 0 0,-1 0 0,0 1 0,1-1 0,-1 1 0,1-1 0,-1 1 0,0 0 0,1 0 0,-1 0 0,1 0 0,-1 0 0,1 1 0,-1-1 0,1 1 0,-1-1 0,0 1 0,0 0 0,1 0 0,-1 0 0,0 0 0,0 0 0,3 3 0,4 3 0,-1 1 0,1 1 0,-2-1 0,1 1 0,8 14 0,-4-7 0,-1-1 0,0 0 0,-1 0 0,0 2 0,-1-1 0,-1 1 0,-1 0 0,0 1 0,-2 0 0,0 0 0,5 32 0,-6-18 0,-2-1 0,-1 1 0,-2 0 0,-1-1 0,-7 38 0,5-49 0,-2 0 0,0 0 0,-1 0 0,-1-1 0,0 0 0,-2 0 0,0-1 0,-25 32 0,34-49 0,-3 4 0,1-1 0,-1 1 0,1 0 0,0 0 0,-4 10 0,7-15 0,0 0 0,0 0 0,1 0 0,-1-1 0,0 1 0,0 0 0,0 0 0,1 0 0,-1 0 0,0-1 0,0 1 0,0 0 0,1 0 0,-1 0 0,0 0 0,0 0 0,1 0 0,-1 0 0,0 0 0,0 0 0,1 0 0,-1 0 0,0 0 0,0 0 0,1 0 0,-1 0 0,0 0 0,0 0 0,1 0 0,-1 0 0,0 0 0,0 1 0,1-1 0,-1 0 0,0 0 0,0 0 0,0 0 0,1 0 0,-1 1 0,0-1 0,0 0 0,0 0 0,0 0 0,1 1 0,-1-1 0,0 0 0,0 0 0,0 1 0,0-1 0,0 0 0,0 0 0,0 1 0,0-1 0,0 0 0,0 0 0,0 1 0,0-1 0,0 0 0,0 0 0,0 1 0,0-1 0,0 0 0,0 0 0,0 1 0,0-1 0,0 0 0,0 0 0,0 0 0,-1 1 0,19-12 0,7-7 0,45-24 0,-60 36 0,1 1 0,0 0 0,1 1 0,-1 1 0,1-1 0,0 2 0,17-2 0,-24 4 0,-1 0 0,1 0 0,0 1 0,0 0 0,0 0 0,0 0 0,0 0 0,-1 1 0,1 0 0,-1 0 0,1 0 0,-1 1 0,0-1 0,0 1 0,6 5 0,4 4 0,-1 1 0,20 27 0,-19-23 0,15 24 0,-1 0 0,-3 2 0,34 76 0,-13-24 0,-36-76 0,-1 1 0,-1 0 0,-1 0 0,-1 1 0,0 0 0,-2 0 0,-1 0 0,0 1 0,-1-1 0,-2 1 0,-2 36 0,1-53 0,0-1 0,1 1 0,-1-1 0,-1 0 0,1 1 0,-1-1 0,1 0 0,-1 0 0,0 0 0,-1 0 0,1-1 0,-1 1 0,1 0 0,-1-1 0,-4 4 0,2-3 0,0-1 0,0 1 0,0-1 0,0 0 0,-1-1 0,1 1 0,-1-1 0,0 0 0,-12 2 0,-3-1 0,-1-1 0,1-1 0,-1-1 0,1-1 0,-26-4 0,9 0 0,-48 0 0,72 6 0,-1 0 0,0 0 0,1 2 0,0 0 0,-1 0 0,-20 9 0,26-8 0,0-1 0,0 0 0,0 0 0,-19 2 0,26-5 0,0 0 0,0 0 0,0 0 0,0 0 0,0 0 0,0 0 0,0 0 0,0-1 0,0 1 0,0-1 0,0 1 0,0-1 0,0 0 0,0 0 0,0 0 0,1 0 0,-1 0 0,0 0 0,1 0 0,-1-1 0,1 1 0,-1-1 0,1 1 0,-1-1 0,1 1 0,0-1 0,0 0 0,0 0 0,-1-2 0,1 3 11,1 0 0,0-1 0,-1 1 0,1 0 0,0-1 0,0 1 0,0 0-1,0-1 1,0 1 0,0 0 0,0-1 0,0 1 0,1 0 0,-1-1 0,0 1 0,1 0-1,-1 0 1,1-1 0,0 1 0,-1 0 0,1 0 0,0 0 0,0 0 0,-1 0 0,1 0 0,0 0-1,0 0 1,1-1 0,4-3-137,0 1 0,0 0 0,1 0 0,7-3-1,-1 1-923,9-7-5776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5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24575,'35'-7'0,"1"2"0,0 1 0,0 2 0,38 2 0,-71 0 0,74 3 0,0 3 0,133 29 0,148 58 0,-261-65 0,-85-25 0,130 33 0,-120-32 0,1 0 0,0-2 0,0-1 0,28-1 0,-43-1 26,0 0-1,0-1 1,0 0 0,0 0-1,0-1 1,0 0-1,-1 0 1,0-1-1,1 0 1,-1 0 0,0-1-1,6-5 1,5-6-367,-1-2 0,26-31 0,-28 31-334,4-5-6151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06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24575,'4'2'0,"-1"-1"0,1 1 0,-1 0 0,0 0 0,1 0 0,-1 0 0,-1 0 0,1 1 0,0 0 0,0-1 0,2 5 0,4 2 0,38 39 0,-3 2 0,39 57 0,14 17 0,-57-77 0,289 369 0,-157-135 0,-135-210 0,-3 1 0,27 86 0,68 278 0,-122-391 0,-1 0 0,-3 0 0,-3 82 0,-2-61 0,1 10 0,-3 0 0,-4 0 0,-3 0 0,-3-2 0,-3 1 0,-49 127 0,61-190 0,-1 2 0,0 1 0,-12 18 0,17-30 0,-1-1 0,1 0 0,0 0 0,-1 0 0,0 0 0,1 0 0,-1 0 0,0 0 0,0-1 0,0 1 0,0-1 0,0 1 0,0-1 0,0 0 0,-1 0 0,1 0 0,-1 0 0,1 0 0,0 0 0,-1-1 0,-4 1 0,4-2-68,0 1 0,0-2-1,0 1 1,0 0 0,0 0 0,1-1-1,-1 0 1,1 0 0,-1 1 0,1-1-1,-1-1 1,1 1 0,0 0 0,0 0-1,0-1 1,0 0 0,1 1-1,-1-1 1,-2-5 0,-7-13-6758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35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1 24575,'-9'1'0,"-1"0"0,1 0 0,0 1 0,0 0 0,-1 1 0,1 0 0,1 0 0,-1 1 0,1 0 0,-1 0 0,1 1 0,0 0 0,-13 12 0,-6 8 0,1 1 0,-29 37 0,17-19 0,25-28 0,1 1 0,-17 30 0,11-17 0,12-18 0,1 0 0,-1 0 0,2 1 0,0 0 0,0 0 0,1 0 0,1 0 0,0 0 0,1 0 0,0 1 0,1-1 0,3 25 0,3 3 0,2 0 0,23 72 0,1-12 0,5-2 0,5-2 0,60 105 0,-98-196 0,0 0 0,0 0 0,0 0 0,1 0 0,-1-1 0,1 0 0,1 0 0,-1 0 0,10 6 0,-10-9 0,-1 1 0,1-1 0,0-1 0,0 1 0,0-1 0,0 1 0,0-1 0,1-1 0,-1 1 0,0-1 0,0 0 0,1 0 0,9-2 0,26-6 0,1-3 0,-2-1 0,41-18 0,-11 4 0,30-8 238,113-42-1841,-161 53-5223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35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24575,'4'17'0,"6"18"0,5 19 0,4 14 0,4 8 0,1-5 0,1-6 0,1-10 0,-4-11 0,-2-12 0,-5-11-8191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36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0 201 24575,'4'0'0,"6"-4"0,5-6 0,5-5 0,-2-5 0,1 2 0,5-1 0,12-1 0,16-5 0,7 1 0,3 5 0,-6 5 0,-7 6 0,-13 3-8191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36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24575,'0'4'0,"17"2"0,30 3 0,29 1 0,18 3 0,13-2 0,2-1 0,-5-8 0,-16-8 0,-23-2-8191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3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24575,'-3'6'0,"0"1"0,0-1 0,0 0 0,-1-1 0,0 1 0,-9 9 0,-2 4 0,-8 13 0,3 0 0,0 2 0,3 0 0,0 1 0,2 0 0,2 1 0,-16 71 0,19-53 0,2 1 0,2-1 0,3 2 0,8 106 0,-2-129 0,1 1 0,2 0 0,1-1 0,2-1 0,1 1 0,1-1 0,2-1 0,1 0 0,2-1 0,0-1 0,34 44 0,-33-51-1365,-4-3-5461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5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24575,'8'0'0,"0"1"0,0 0 0,0 1 0,0-1 0,0 1 0,-1 1 0,9 3 0,50 28 0,-42-20 0,10 5 0,55 39 0,-76-47 0,-1-1 0,1 2 0,-2 0 0,0 0 0,0 1 0,15 24 0,-17-21 0,0 0 0,-1 0 0,-1 1 0,-1 0 0,0 0 0,-1 0 0,-1 1 0,-1 0 0,3 32 0,-1 85 0,-14 149 0,6-242 0,-2 0 0,-1 0 0,-3-1 0,-13 41 0,14-64 0,-1-1 0,0 1 0,-19 23 0,-2 5 0,17-25-1365,1-5-5461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6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24575,'0'-4'0,"0"-6"0,12 0 0,18 0 0,19 3 0,24 2 0,27 10 0,14 5 0,9 5 0,0-1 0,0-2 0,-12-4 0,-21-2 0,-26-3-8191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24575,'0'-4'0,"4"-2"0,27 0 0,41 2 0,42 1 0,35 1 0,18 1 0,10 1 0,-9 8 0,-12 3 0,-28 0 0,-32-2 0,-32-3-8191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8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24575,'0'4'0,"0"14"0,0 17 0,4 15 0,1 11 0,0 13 0,-1 9 0,-1 13 0,-5 2 0,-6-3 0,-7-9 0,0-12 0,-2-13 0,2-13 0,3-10 0,0-13 0,2-9-8191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8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1 180 24575,'0'-9'0,"4"-6"0,14-10 0,16-4 0,20-2 0,8 4 0,3 8 0,-6 6 0,4 5 0,3 5 0,4 2 0,-2 2 0,-8 0 0,-11 1 0,-8-1 0,-13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49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24575,'0'6'0,"1"0"0,0-1 0,0 1 0,3 10 0,4 15 0,-4 12 0,-1 1 0,-2 0 0,-10 81 0,-35 131 0,25-159 0,-35 245 0,50-320-1365,-1-7-5461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0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129 244 24575,'114'-137'0,"-100"122"0,2-4 0,22-18 0,-33 33 0,1 0 0,-1 0 0,1 0 0,0 0 0,0 1 0,0 0 0,0 0 0,0 1 0,8-2 0,-12 4 0,0-1 0,1 1 0,-1 0 0,0 0 0,1 1 0,-1-1 0,0 0 0,1 1 0,-1-1 0,0 1 0,0 0 0,1 0 0,-1 0 0,0 0 0,0 0 0,0 0 0,0 1 0,0-1 0,-1 1 0,1-1 0,0 1 0,-1 0 0,1-1 0,-1 1 0,1 0 0,-1 0 0,0 0 0,0 0 0,0 0 0,1 4 0,4 7 0,-1 0 0,-1 0 0,5 26 0,-4-12 0,-1 1 0,-1-1 0,-1 1 0,-1 0 0,-2 0 0,-1 0 0,-1 0 0,-2-1 0,0 1 0,-2-1 0,-1-1 0,-1 1 0,-2-1 0,-20 38 0,-5-2 0,-3-2 0,-3-2 0,-2-2 0,-78 77 0,21-29 0,93-97 0,8-11 0,12-13 0,9-6 0,-6 5 0,0 2 0,1-1 0,1 2 0,20-15 0,-30 27 0,0-1 0,0 1 0,0 0 0,1 0 0,0 1 0,-1 0 0,1 0 0,0 1 0,10-1 0,12 1 0,34 4 0,-23-1 0,-20-1 0,0 1 0,0 1 0,-1 1 0,35 11 0,-14 0 0,48 25 0,-59-25 0,-2 1 0,28 20 0,-43-26 0,-1 0 0,0 0 0,0 1 0,-2 1 0,1 0 0,11 17 0,-18-22 0,-1 0 0,0 1 0,0-1 0,-1 1 0,0 0 0,0 0 0,0-1 0,-1 1 0,-1 0 0,1 0 0,-2 9 0,0 5 0,-1-1 0,-9 41 0,4-37 0,0-1 0,-2 0 0,-1 0 0,0-1 0,-2 0 0,-1-1 0,0 0 0,-27 31 0,5-8 0,25-30 0,-1 0 0,-1-2 0,-24 24 0,34-35 0,-1 0 0,0-1 0,0 1 0,1-1 0,-1 0 0,0 0 0,0 0 0,0 0 0,0 0 0,-1-1 0,1 1 0,0-1 0,0 0 0,0 0 0,0 0 0,-1-1 0,1 1 0,0-1 0,0 1 0,0-1 0,0 0 0,0 0 0,0 0 0,0-1 0,1 1 0,-5-4 0,-8-4 0,1 0 0,1-2 0,-21-19 0,28 25 0,-25-23 0,3-2 0,-47-60 0,33 42 0,31 37 0,1-1 0,-16-21 0,15 16 0,0-1 0,1 0 0,1 0 0,0-1 0,-11-39 0,13 29 0,1-1 0,1-1 0,-1-51 0,7-58-1365,-1 129-5461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4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250 291 24575,'0'-17'0,"1"-10"0,-2-1 0,-1 0 0,-6-29 0,7 49 0,-1 0 0,0 0 0,-1 0 0,0 0 0,0 0 0,-1 1 0,0 0 0,0-1 0,0 1 0,-1 1 0,0-1 0,-1 1 0,0 0 0,1 0 0,-14-9 0,17 13 0,1 1 0,-1 0 0,0 0 0,0 0 0,0 0 0,0 0 0,0 1 0,0-1 0,0 0 0,0 1 0,0 0 0,-1-1 0,1 1 0,0 0 0,0 0 0,0 0 0,0 0 0,-1 1 0,1-1 0,0 0 0,0 1 0,0 0 0,0-1 0,0 1 0,0 0 0,0 0 0,0 0 0,0 1 0,1-1 0,-1 0 0,0 1 0,1-1 0,-1 1 0,1-1 0,-1 1 0,-1 3 0,-4 4 0,2 0 0,-1 1 0,1 0 0,1 0 0,0 0 0,-3 11 0,-4 21 0,-6 47 0,4-18 0,7-35 0,3 0 0,1 0 0,4 51 0,-1-22 0,-1-57 0,1 0 0,0 1 0,0-1 0,0 0 0,1 0 0,1 0 0,-1 0 0,1-1 0,0 1 0,1-1 0,0 1 0,0-1 0,1 0 0,0-1 0,0 1 0,0-1 0,1 0 0,0 0 0,0-1 0,0 1 0,1-1 0,0-1 0,0 1 0,0-1 0,1-1 0,-1 1 0,1-1 0,0-1 0,11 3 0,-11-3 0,0-1 0,0 0 0,0 0 0,1-1 0,-1-1 0,0 1 0,0-1 0,0 0 0,1-1 0,-1 0 0,-1 0 0,1-1 0,14-7 0,5-4 0,0-2 0,33-25 0,-38 25 0,39-30 0,88-86 0,-137 125 342,-12 7-403,0 0 0,1 0 0,-1 1 0,1-1 0,-1 0 0,0 0 0,1 0 0,-1 1 0,0-1 0,0 0 0,1 1 0,-1-1 0,0 0 0,0 1 0,1-1 0,-1 0 0,0 1 0,0-1 1,0 0-1,1 1 0,-1-1 0,0 1 0,0-1 0,0 0 0,0 1 0,0-1 0,0 1 0,2 11-6765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6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2 24575,'-9'0'0,"5"0"0,-1-1 0,0 1 0,0 0 0,1 0 0,-1 1 0,0-1 0,1 1 0,-1 0 0,0 0 0,1 1 0,-1-1 0,1 1 0,0 0 0,-1 0 0,1 1 0,0-1 0,-4 5 0,-3 4 0,0 1 0,2 1 0,-1 0 0,2 0 0,0 1 0,0 0 0,1 0 0,1 1 0,0 0 0,-5 24 0,7-20 0,0 0 0,1 0 0,1 1 0,1-1 0,1 0 0,1 1 0,0-1 0,7 27 0,-7-39 0,0-1 0,1 0 0,1 0 0,-1 1 0,1-1 0,0 0 0,0-1 0,0 1 0,1-1 0,0 1 0,0-1 0,1 0 0,-1-1 0,1 1 0,0-1 0,0 0 0,1 0 0,-1 0 0,1-1 0,0 0 0,-1 0 0,2 0 0,-1-1 0,0 0 0,0 0 0,1 0 0,-1-1 0,1 0 0,7 0 0,52 8 0,-52-5 0,1-2 0,-1 0 0,24 0 0,-33-2 0,0-1 0,0 0 0,0 0 0,0 0 0,0 0 0,0-1 0,0 1 0,-1-1 0,1-1 0,-1 1 0,1-1 0,-1 1 0,0-1 0,5-5 0,4-4 0,-1-1 0,0-1 0,-1 0 0,12-22 0,32-65 0,-50 89 0,-1 0 0,0 0 0,0 0 0,-1-1 0,-1 1 0,2-24 0,-3 9 0,-2-1 0,-3-29 0,4 54 0,-1 1 0,1-1 0,-1 1 0,0-1 0,0 1 0,0 0 0,0-1 0,0 1 0,0 0 0,-1 0 0,1-1 0,-1 1 0,0 0 0,1 1 0,-1-1 0,0 0 0,0 0 0,0 1 0,0-1 0,0 1 0,-1 0 0,1-1 0,0 1 0,-1 0 0,1 1 0,0-1 0,-1 0 0,1 1 0,-5-1 0,-8-1 0,0 1 0,0 0 0,0 2 0,-16 1 0,4 0 0,13-1 0,-23 0 0,35-1 0,0 0 0,0 0 0,0 0 0,0-1 0,0 1 0,0-1 0,0 1 0,0-1 0,0 0 0,0 0 0,0 0 0,0 0 0,-2-2 0,3-2-1365,6 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8 126 24575,'0'0'0,"-1"0"0,1 0 0,0 0 0,0 0 0,-1 0 0,1 0 0,0 0 0,0 0 0,-1 0 0,1 0 0,0 0 0,0 0 0,-1 0 0,1 0 0,0 0 0,0 0 0,-1 0 0,1 0 0,0-1 0,0 1 0,0 0 0,-1 0 0,1 0 0,0 0 0,0-1 0,0 1 0,0 0 0,0 0 0,-1 0 0,1-1 0,0 1 0,0 0 0,0 0 0,0 0 0,0-1 0,0 1 0,0 0 0,0 0 0,0-1 0,0 1 0,0 0 0,0 0 0,0-1 0,0 1 0,0 0 0,7-15 0,18-12 0,-13 18 0,1 1 0,0 0 0,0 2 0,0-1 0,1 1 0,0 1 0,0 1 0,1 0 0,21-3 0,18 0 0,66 0 0,-116 7 0,203 1 0,-202-1 0,0 0 0,-1 0 0,1 1 0,0 0 0,-1 0 0,1 0 0,5 3 0,-9-4 0,-1 0 0,1 1 0,0-1 0,0 1 0,-1-1 0,1 1 0,0 0 0,-1-1 0,1 1 0,0 0 0,-1-1 0,1 1 0,-1 0 0,1 0 0,-1-1 0,0 1 0,1 0 0,-1 0 0,0 0 0,0 0 0,1 0 0,-1-1 0,0 1 0,0 0 0,0 0 0,0 0 0,0 0 0,0 0 0,0 0 0,0 0 0,-1-1 0,1 1 0,0 0 0,0 0 0,-1 0 0,1 0 0,-1-1 0,1 1 0,0 0 0,-1 0 0,0-1 0,1 1 0,-1 0 0,0 0 0,-6 8-62,-1 0-1,1-1 0,-1 0 0,-13 9 1,10-8-990,-12 11-5774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7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0 165 24575,'8'0'0,"20"-5"0,18-4 0,21-7 0,13-3 0,1-3 0,-10-2 0,-12-2 0,-12 5 0,-18 5 0,-19 10 0,-10 9 0,-6 10 0,-1 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2:59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1 24575,'-1'4'0,"0"0"0,0 0 0,-1 1 0,1-1 0,-1 0 0,0-1 0,-1 1 0,1 0 0,0 0 0,-1-1 0,-5 6 0,-7 11 0,6-5 0,2 0 0,0 1 0,1 0 0,1 0 0,0 0 0,1 1 0,1 0 0,-2 23 0,2 10 0,5 77 0,5-46 0,4-1 0,3 0 0,30 99 0,-10-74 0,88 185 0,-115-275 0,-6-10 0,1-1 0,0 1 0,1-1 0,-1 1 0,1-1 0,0 0 0,0 0 0,5 5 0,-8-9-20,0 0-1,0 0 1,0 0 0,1 0-1,-1 0 1,0 0 0,0 0-1,0 0 1,0 0-1,0 0 1,0 0 0,0 0-1,1 0 1,-1 0 0,0 0-1,0 0 1,0 0-1,0 0 1,0 0 0,0 0-1,0 0 1,0 0 0,1 0-1,-1 0 1,0 0-1,0 0 1,0 0 0,0 0-1,0 0 1,0 0 0,0-1-1,0 1 1,0 0-1,1 0 1,-1 0 0,0 0-1,0 0 1,0 0-1,0 0 1,0 0 0,0 0-1,0-1 1,0 1 0,0 0-1,0 0 1,0 0-1,0 0 1,0 0 0,0 0-1,0 0 1,0-1 0,0 1-1,0 0 1,0 0-1,0 0 1,0 0 0,0 0-1,0 0 1,0 0 0,0-1-1,0 1 1,0 0-1,0 0 1,0 0 0,-1 0-1,1 0 1,-2-15-6806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0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24575,'8'-8'0,"1"0"0,0 1 0,0 0 0,1 1 0,0 0 0,0 0 0,1 1 0,-1 0 0,22-6 0,-26 10 0,0-1 0,0 1 0,0 0 0,1 0 0,-1 1 0,0 0 0,0 0 0,1 1 0,-1-1 0,0 1 0,0 1 0,1-1 0,-1 1 0,0 0 0,-1 0 0,1 1 0,0 0 0,-1 0 0,10 6 0,2 7 0,-1-1 0,20 26 0,18 18 0,-37-42 0,0 2 0,-1-1 0,-1 2 0,-1 0 0,-1 1 0,-1 0 0,17 41 0,-3 9 0,20 85 0,-46-156 0,13 53 0,-2 1 0,-2-1 0,-3 2 0,-1 60 0,-5-110 0,0 1 0,0 0 0,0 0 0,-1 0 0,-2 11 0,3-16 0,0-1 0,-1 1 0,1 0 0,0 0 0,-1 0 0,1 0 0,-1-1 0,1 1 0,-1 0 0,1 0 0,-1-1 0,1 1 0,-1 0 0,0-1 0,1 1 0,-1 0 0,0-1 0,0 1 0,1-1 0,-1 0 0,0 1 0,0-1 0,0 0 0,0 1 0,0-1 0,1 0 0,-1 0 0,0 0 0,0 1 0,0-1 0,0 0 0,0 0 0,0 0 0,0-1 0,0 1 0,0 0 0,1 0 0,-3-1 0,-8-3 0,0-1 0,0-1 0,0 0 0,1 0 0,-1-1 0,1 0 0,-16-17 0,-17-10 0,15 14-1365,1 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24575,'5'-4'0,"0"-1"0,0 1 0,1 0 0,-1 0 0,1 1 0,0-1 0,0 1 0,8-2 0,56-15 0,-53 16 0,51-10 0,1 2 0,0 4 0,0 3 0,87 5 0,-147 0 0,0-1 0,0 0 0,0-1 0,0 1 0,0-2 0,0 1 0,-1-1 0,17-8 0,4-1 0,12 1-1365,-22 8-5461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1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24575,'6'1'0,"-1"-1"0,1 1 0,-1 1 0,1-1 0,-1 1 0,1 0 0,-1 0 0,0 1 0,0-1 0,0 1 0,0 0 0,-1 1 0,1-1 0,-1 1 0,7 7 0,-1 0 0,0 0 0,-1 1 0,0 1 0,13 22 0,-14-17 0,0 0 0,-1 1 0,-1 0 0,-1 0 0,-1 0 0,3 25 0,2 124 0,-6-64 0,-1-71 0,0 12 0,2 0 0,13 59 0,-16-100 0,0 0 0,1-1 0,-1 1 0,1 0 0,0 0 0,0-1 0,0 1 0,0-1 0,3 4 0,-4-7 0,-1 1 0,1-1 0,-1 1 0,1-1 0,-1 1 0,1-1 0,-1 0 0,1 1 0,-1-1 0,1 0 0,0 0 0,-1 1 0,1-1 0,-1 0 0,1 0 0,0 0 0,-1 0 0,1 0 0,0 0 0,-1 0 0,1 0 0,1 0 0,-1-1 0,0 1 0,0-1 0,0 0 0,0 1 0,0-1 0,0 0 0,0 0 0,0 0 0,0 0 0,0 0 0,0 0 0,-1 0 0,1 0 0,0 0 0,-1 0 0,1-2 0,1-1-41,-1 1 0,1 0-1,-1-1 1,0 1-1,0-1 1,-1 1 0,1-1-1,-1 1 1,1-1 0,-1 0-1,0 1 1,-1-1-1,1 0 1,-1 1 0,1-1-1,-1 1 1,0-1 0,0 1-1,-1-1 1,1 1-1,-1 0 1,0 0 0,0 0-1,0 0 1,0 0 0,0 0-1,0 0 1,-1 1-1,0-1 1,1 1 0,-1-1-1,-4-1 1,-12-5-6785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2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1 249 24575,'0'-4'0,"1"0"0,0 0 0,0 0 0,0 0 0,0 0 0,1 0 0,-1 0 0,1 0 0,0 1 0,0-1 0,1 0 0,-1 1 0,1 0 0,0 0 0,0-1 0,0 2 0,0-1 0,0 0 0,0 1 0,7-4 0,7-5 0,1 2 0,35-15 0,-47 21 0,38-13 0,1 1 0,1 2 0,0 3 0,0 1 0,1 2 0,-1 3 0,69 1 0,421 6 0,-526-3-114,0-1 1,-1 0-1,1-1 0,0 0 0,-1-1 1,0 0-1,0 0 0,1-1 0,-2 0 1,1-1-1,8-5 0,3-3-6712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3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0 191 24575,'10'0'0,"6"0"0,0 0 0,0 1 0,16 4 0,-26-4 0,0 1 0,-1-1 0,1 2 0,-1-1 0,0 0 0,1 1 0,-1 0 0,-1 0 0,1 1 0,0-1 0,8 9 0,-4-1 0,0 0 0,-1 0 0,0 1 0,-1 0 0,10 23 0,23 71 0,-22-54 0,72 205 0,77 194 0,-161-437 0,17 46 0,-21-56 0,-1 0 0,0 0 0,0 0 0,-1 0 0,1 1 0,-1-1 0,0 0 0,0 0 0,-1 0 0,1 0 0,-1 0 0,-1 6 0,2-8 0,-1-1 0,1 0 0,-1 0 0,1 1 0,-1-1 0,0 0 0,1 0 0,-1 0 0,0 0 0,0 0 0,0 0 0,0 0 0,1 0 0,-2 0 0,1 0 0,0-1 0,0 1 0,0 0 0,0-1 0,0 1 0,-1-1 0,1 1 0,0-1 0,0 1 0,-1-1 0,1 0 0,0 0 0,-1 0 0,1 0 0,0 0 0,-1 0 0,1 0 0,0 0 0,0 0 0,-1 0 0,1-1 0,0 1 0,-1-1 0,1 1 0,0-1 0,-2 0 0,0-1 0,-1 0 0,0-1 0,1 1 0,0-1 0,-1 1 0,1-1 0,0 0 0,0-1 0,1 1 0,-1 0 0,-4-8 0,0-5 0,1-1 0,0 0 0,1 0 0,1-1 0,1 0 0,-2-28 0,3-114 0,3 116 0,13-230 0,1-10 0,-16 219 0,-1 41 0,2 0 0,0 0 0,2 0 0,0 0 0,7-26 0,-4 39 0,-1 0 0,1 0 0,1 1 0,0 0 0,1 0 0,0 0 0,0 1 0,1 0 0,0 0 0,1 1 0,0 0 0,0 1 0,0 0 0,1 0 0,16-8 0,-24 14 0,0 0 0,0 0 0,0 1 0,0-1 0,0 0 0,0 1 0,1-1 0,-1 1 0,0 0 0,0 0 0,0 0 0,0 0 0,0 0 0,1 0 0,-1 1 0,0-1 0,0 1 0,0-1 0,0 1 0,2 1 0,-1-1 0,-1 1 0,1 0 0,-1 0 0,0 0 0,0 0 0,0 0 0,0 1 0,0-1 0,0 1 0,0-1 0,-1 1 0,3 4 0,0 6 0,0 0 0,0 0 0,-1 0 0,0 0 0,0 20 0,-1 5 0,-2-1 0,-2 1 0,-2 0 0,-1-1 0,-17 64 0,-1-23 0,-52 119 0,19-86 0,39-80 0,30-50 0,28-33 0,2-1 0,-42 51 0,16-22 0,1 1 0,35-34 0,-47 51 0,1 0 0,0 1 0,1 0 0,-1 0 0,1 1 0,0-1 0,0 2 0,0-1 0,0 1 0,1 1 0,-1-1 0,1 1 0,10 0 0,-9 1 0,-1 0 0,0 1 0,0 0 0,1 1 0,-1 0 0,0 0 0,0 1 0,16 6 0,-19-6 0,-1 1 0,1 0 0,-1 0 0,0 1 0,0-1 0,0 1 0,-1 0 0,1 1 0,-1-1 0,0 1 0,0 0 0,-1 0 0,1 0 0,3 7 0,-2-1 0,0-1 0,-1 1 0,0 0 0,-1 0 0,0 1 0,0-1 0,-2 0 0,1 1 0,-1 0 0,-1-1 0,0 1 0,-1-1 0,0 1 0,-1-1 0,0 1 0,-1-1 0,0 0 0,0 0 0,-1 0 0,-9 16 0,11-24 0,-51 76 0,45-69 0,-1 0 0,1-1 0,-1 0 0,-1 0 0,-15 10 0,-39 31 0,49-37 0,0 0 0,-1-2 0,0 0 0,-28 14 0,39-23 17,0-1 0,0 0-1,0 0 1,1 0-1,-1-1 1,0 0 0,0 0-1,0 0 1,0 0 0,0-1-1,0 0 1,0 0 0,1 0-1,-1 0 1,0-1 0,-5-3-1,2 2-291,1 1 1,-1-1-1,0 2 0,1-1 1,-11 0-1,2 3-6551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3:04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0 485 24575,'0'-2'0,"1"1"0,-1-1 0,0 1 0,1-1 0,0 0 0,-1 1 0,1-1 0,0 1 0,0 0 0,0-1 0,0 1 0,0 0 0,0-1 0,0 1 0,0 0 0,0 0 0,1 0 0,-1 0 0,3-2 0,30-15 0,-29 16 0,40-15 0,1 2 0,77-16 0,56-17 0,-161 39 0,0 0 0,0-1 0,-1-1 0,22-19 0,-29 23 0,33-29 0,-33 26 0,1 0 0,1 1 0,0 0 0,0 1 0,1 0 0,23-9 0,-15 8 0,0-1 0,24-15 0,-28 15 0,0 0 0,1 2 0,35-13 0,-4 8 0,75-8 0,-75 11-1365,-28 5-5461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07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1164 249 24575,'-10'-7'0,"0"0"0,0 0 0,-1 1 0,1 0 0,-17-5 0,12 4 0,-36-12 0,-1 2 0,0 2 0,-92-13 0,-20-6 0,67 7 0,37 10 0,-1 2 0,-77-9 0,131 23 0,0 0 0,0 1 0,0 0 0,0 1 0,0-1 0,-9 3 0,12-2 0,1 0 0,0 1 0,0-1 0,0 1 0,0-1 0,0 1 0,0 0 0,1 0 0,-1 0 0,0 1 0,1-1 0,0 0 0,0 1 0,-1 0 0,-1 4 0,-12 20 0,2 0 0,1 1 0,1 1 0,-9 36 0,-23 123 0,20-26 0,22-131 0,1 1 0,1 0 0,5 35 0,0-43 0,1 0 0,2 0 0,0-1 0,1 0 0,20 34 0,15 39 0,6 54 0,4 12 0,-42-131 0,2-1 0,1 0 0,21 31 0,-33-58 0,0 1 0,-1 0 0,2 0 0,-1-1 0,0 0 0,0 0 0,1 0 0,0 0 0,0 0 0,0-1 0,0 1 0,0-1 0,0 0 0,9 2 0,-7-3 0,1 0 0,-1 0 0,1 0 0,0-1 0,-1 0 0,1-1 0,-1 1 0,1-1 0,12-4 0,31-10 0,-1-3 0,60-28 0,90-59 0,-97 49 0,-93 52 7,84-51 326,-83 48-546,-1 0-1,0 0 1,-1-1 0,1 0 0,-2-1 0,1 0 0,7-11 0,-4 0-6613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09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72 154 24575,'14'-19'0,"1"0"0,1 2 0,21-19 0,0 0 0,-35 33 0,0 1 0,0 0 0,1-1 0,0 1 0,-1 0 0,1 1 0,0-1 0,0 0 0,0 1 0,0 0 0,0 0 0,0-1 0,0 2 0,5-2 0,-6 2 0,0 0 0,0 0 0,0 1 0,0-1 0,0 0 0,0 1 0,0 0 0,0-1 0,0 1 0,0 0 0,0 0 0,0 0 0,0 0 0,0 0 0,-1 1 0,1-1 0,0 1 0,-1-1 0,1 1 0,-1-1 0,0 1 0,0 0 0,2 2 0,3 5 0,-1 0 0,0 1 0,-1 0 0,1 0 0,-2 0 0,0 1 0,0-1 0,-1 1 0,0 0 0,0-1 0,-2 1 0,1 0 0,-1 0 0,-1 0 0,0 0 0,0-1 0,-1 1 0,-5 15 0,1-8 0,-1 1 0,-1-1 0,0 0 0,-1 0 0,-1-1 0,-1-1 0,0 0 0,-2 0 0,-16 17 0,20-24 0,-1 0 0,1 0 0,-1-1 0,-1-1 0,0 0 0,0 0 0,0-1 0,-1 0 0,1-1 0,-1-1 0,-1 1 0,-19 3 0,31-8 0,0 0 0,0 0 0,-1 0 0,1 0 0,0 0 0,0 0 0,-1 0 0,1 0 0,0 0 0,0 0 0,0 0 0,-1-1 0,1 1 0,0-1 0,0 1 0,0-1 0,0 1 0,0-1 0,0 0 0,0 1 0,0-1 0,0 0 0,0 0 0,0 0 0,0 1 0,1-1 0,-1 0 0,0 0 0,1 0 0,-1-1 0,0 1 0,1 0 0,-1 0 0,1 0 0,0 0 0,-1 0 0,1-1 0,0 1 0,0 0 0,0 0 0,0-1 0,0 1 0,0-2 0,0 0 0,0 1 0,1-1 0,-1 1 0,1-1 0,0 1 0,-1-1 0,1 1 0,0-1 0,0 1 0,1 0 0,-1-1 0,0 1 0,1 0 0,-1 0 0,1 0 0,0 0 0,0 0 0,0 0 0,0 1 0,3-3 0,4 0 0,-1 1 0,1 0 0,0 1 0,0 0 0,0 0 0,0 1 0,0 0 0,11 1 0,6 0 0,43 7 0,-51-4 0,-1 1 0,1 1 0,-1 1 0,1 0 0,21 12 0,-6 0 0,49 37 0,-75-50-341,1-1 0,-1 1-1,11 3 1,0-1-6485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10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24575,'0'-4'0,"4"-5"0,6-6 0,5-1 0,4 4 0,4 2 0,1 4 0,1 3 0,-3 2-8191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10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24575,'8'0'0,"16"0"0,15 0 0,15 0 0,15 0 0,3 0 0,-1 0 0,-9 0 0,-15 0-8191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29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 24575,'8'0'0,"-1"-1"0,1 1 0,0 1 0,-1-1 0,1 1 0,11 3 0,-18-3 0,0-1 0,0 1 0,1-1 0,-1 1 0,0-1 0,0 1 0,0 0 0,0 0 0,0-1 0,0 1 0,0 0 0,0 0 0,0 0 0,0 0 0,-1 0 0,1 0 0,0 0 0,-1 0 0,1 0 0,-1 1 0,1-1 0,-1 0 0,1 0 0,-1 1 0,0-1 0,0 0 0,0 0 0,1 1 0,-1-1 0,-1 0 0,1 0 0,0 1 0,0-1 0,0 0 0,-1 1 0,1-1 0,0 0 0,-1 0 0,1 0 0,-2 2 0,-2 5 0,0-1 0,0 0 0,-1 0 0,0 0 0,-1 0 0,1-1 0,-1 0 0,-13 10 0,-15 18 0,17-13 0,0 1 0,2 1 0,-24 48 0,-24 80 0,23-53 0,11-29 0,-32 118 0,51-145 0,1 0 0,3 1 0,2-1 0,1 60 0,3-83 0,1 1 0,2 0 0,0 0 0,1-1 0,12 37 0,13 24-682,36 166-1,-60-216-6143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31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24575,'4'-1'0,"-1"0"0,1-1 0,0 1 0,-1-1 0,1 0 0,-1 0 0,0 0 0,0 0 0,0-1 0,0 1 0,0-1 0,3-3 0,5-4 0,4-3 0,0 1 0,0 1 0,2 1 0,19-11 0,-29 18 0,0 0 0,0 1 0,0 0 0,0 0 0,0 1 0,1-1 0,-1 1 0,1 1 0,-1 0 0,0 0 0,1 0 0,-1 1 0,1 0 0,7 2 0,-2 1 0,0 1 0,0 0 0,-1 0 0,0 2 0,0-1 0,0 1 0,15 13 0,4 6 0,31 36 0,2 2 0,84 85 0,-135-136 0,0 1 0,-1 1 0,0 1 0,10 17 0,-10-14 0,2 0 0,16 19 0,-23-30 0,0-1 0,0 1 0,-1 1 0,0 0 0,0-1 0,-1 2 0,0-1 0,-1 1 0,0-1 0,-1 1 0,0 0 0,0 1 0,-1-1 0,0 0 0,-1 1 0,0-1 0,-1 13 0,0 28 0,-4 198 0,2-221 0,-1 0 0,-2-1 0,-11 41 0,-37 77 0,3 5 0,34-109 100,9-21-49,-1 1 1,-1-1-1,-12 18 0,19-33-144,-1-1 0,0 0 1,0 0-1,-1 0 0,1 0 0,-1 0 0,0-1 1,1 0-1,-2 0 0,1 0 0,0 0 1,-1 0-1,1-1 0,-1 0 0,0 0 0,0 0 1,-9 2-1,-7-2-6733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4:32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24575,'157'-1'0,"161"3"0,-282 2 0,-1 1 0,63 19 0,-59-14 0,63 10 0,227-8 0,-317-12-227,1 1-1,-1 1 1,0 0-1,0 0 1,13 5-1,-10-3-6598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09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24575,'29'1'0,"37"6"0,-5 0 0,617 5 0,-438-14 0,118 2 0,-333 1 0,-1 1 0,28 7 0,-25-4 0,42 2 0,110-8 0,67 2 0,-213 3 0,-1 2 0,47 13 0,-33-1 0,-36-13 0,0-1 0,1 0 0,18 5 0,41 3 0,1-3 0,100 1 0,439-11 0,-528-3 0,103-17 0,-108 9 0,132-1 0,198 14 0,-251-1 0,-149 0-273,0 0 0,0-1 0,0 0 0,8-2 0,1-2-6553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16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1 545 24575,'43'5'0,"-17"0"0,516 62 0,460 29-652,-697-71 652,-287-22 99,-1 1 0,-1 0 0,33 13 0,-27-8 29,31 6 0,64 6-128,153 6 0,-177-20 0,-87-7 0,242 17 0,-166-15 0,86-10 0,-111 1 0,0-3 0,86-26 0,107-52 0,12-3 0,-212 75 0,134-31 0,4 25 0,98-10 0,-161 16 0,85-13 0,-70 7 0,183-4 0,579 27 0,-328 1 0,-516-2 0,121-1 0,183 25 0,416 46 0,-442-33 0,-179-18 0,-30-5 0,-43-6 0,132-6 0,-127-3 0,-41-2 0,88-16 0,-7 0 0,448-59 0,-423 51 0,141-34 0,-260 51 0,0 0 0,1 3 0,1 1 0,46-2 0,-39 6 0,48-10 0,-22 2 0,0-1 0,-37 6 0,44-4 0,278 8 0,-192 2 0,-104 1 0,1 2 0,-1 3 0,0 3 0,0 2 0,-1 2 0,71 29 0,22 6 0,-32-11 0,-34-10 0,103 19 0,-138-35 0,83 33 0,23 6 0,-66-35 0,-33-6 0,17-3 0,-51-5 0,43 7 0,-21 2 0,85 22 0,-54-14 0,134 17 0,-55-12 0,-81-15 0,1-2 0,138-7 0,-89-2 0,786 2 0,-852-3 0,0-1 0,-1-4 0,1-2 0,82-25 0,218-93 0,-354 127 0,77-32 0,10-4 0,101-26 0,-50 18 0,15-3 0,-95 33 0,116-23 0,-127 30 0,-7 0 0,66-1 0,333 10 0,-419-2 0,1-1 0,-1-1 0,1-1 0,-1-1 0,26-10 0,114-50 0,-117 44 0,2 2 0,95-25 0,204-2 0,-232 36 0,78-4 0,-160 14 0,-1-1 0,35 4 0,-57-1 0,1 0 0,0 0 0,-1 1 0,0 1 0,0-1 0,18 10 0,244 113 0,-224-108 0,2-2 0,-1-3 0,90 12 0,-126-23 0,-1 0 0,0 1 0,1 1 0,-1 0 0,-1 0 0,1 2 0,-1 0 0,0 0 0,0 1 0,0 0 0,11 10 0,0-1 0,1-1 0,0-2 0,1 0 0,0-2 0,1 0 0,0-2 0,1-1 0,0-1 0,0-1 0,0-2 0,1 0 0,0-2 0,45-3 0,256-19 0,-319 19 0,0-1 0,1 0 0,-1 0 0,0-1 0,0 0 0,11-6 0,4-4 0,24-16 0,-46 28 0,18-12 0,1 2 0,1 0 0,40-12 0,73-12 0,-136 35 0,19-4 0,0 0 0,35-2 0,-49 6 0,1 0 0,-1 1 0,1-1 0,-1 1 0,1 0 0,-1 0 0,0 1 0,0 0 0,1 0 0,-1 0 0,0 0 0,-1 1 0,1 0 0,6 4 0,5 7 0,-9-7 0,0-1 0,0-1 0,0 1 0,0-1 0,1-1 0,0 1 0,0-1 0,0-1 0,1 1 0,8 1 0,-5-3 0,0 0 0,0-1 0,0-1 0,0 0 0,0-1 0,0 0 0,0-1 0,0 0 0,21-7 0,-2-2 0,-1-1 0,39-22 0,-31 11 0,-2-2 0,-1-1 0,39-37 0,-67 57 0,38-38 0,-34 33 0,0 0 0,0 0 0,1 2 0,0-1 0,0 1 0,17-8 0,-15 10 0,0 1 0,0 1 0,0 0 0,0 1 0,1 1 0,26-3 0,76-17 0,-31 4 0,-71 16 0,1 1 0,-1 1 0,1 0 0,27 3 0,-35-1 0,0 1 0,0-1 0,0 2 0,0-1 0,0 1 0,0 0 0,-1 1 0,1 0 0,-1 0 0,10 8 0,9 8 0,1-1 0,31 17 0,-47-30 0,0-1 0,1 0 0,0 0 0,0-1 0,1-1 0,-1 0 0,1-1 0,18 1 0,283-3 0,-135-1 0,289 1 0,-453-1 0,1-1 0,-1 0 0,16-5 0,-21 5 0,-1-1 0,1 1 0,-1 1 0,1 0 0,0 0 0,-1 1 0,1 0 0,0 1 0,0 0 0,13 3 0,-11 1 0,1 0 0,-1 1 0,0 1 0,18 13 0,-17-12 0,-1 0 0,2 0 0,15 6 0,-28-14 0,0 0 0,-1 0 0,1 0 0,0 1 0,0-1 0,0 0 0,-1 0 0,1 1 0,0-1 0,0 0 0,-1 1 0,1-1 0,0 1 0,-1-1 0,1 1 0,0-1 0,-1 1 0,1 0 0,-1-1 0,1 1 0,-1 0 0,1-1 0,-1 1 0,0 0 0,1 0 0,-1-1 0,0 1 0,1 0 0,-1 0 0,0 0 0,0-1 0,0 3 0,-1-1 0,0 1 0,-1-1 0,1 1 0,-1-1 0,1 0 0,-1 1 0,0-1 0,-3 3 0,2-2 0,-110 112 0,98-100-138,2 1-1,-23 35 0,26-37-810,-4 6-5877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51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24575,'2'1'0,"-1"0"0,1 0 0,-1-1 0,1 1 0,-1 1 0,1-1 0,-1 0 0,0 0 0,1 0 0,-1 1 0,0-1 0,0 1 0,0-1 0,0 1 0,0-1 0,0 1 0,-1-1 0,1 1 0,0 0 0,0 2 0,-1-3 0,24 56 0,-2 0 0,-3 2 0,-3 0 0,16 115 0,-26-112 0,-4 1 0,-2 0 0,-3 0 0,-19 110 0,18-147 84,3-14-38,-1-1-1,-1 1 1,0-1-1,-5 15 1,7-24-110,0 0-1,0 1 1,0-1-1,-1 0 1,1 0-1,0 0 1,-1 0-1,0 0 1,1-1-1,-1 1 1,0 0-1,0-1 1,0 1-1,0-1 0,0 0 1,0 1-1,-1-1 1,1 0-1,0 0 1,-1-1-1,1 1 1,0 0-1,-1-1 1,1 0-1,-4 1 1,-12-1-6762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52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24575,'10'1'0,"0"0"0,0 0 0,0 1 0,0 1 0,16 5 0,50 24 0,-53-22 0,9 5 0,-6-2 0,0-2 0,1-1 0,29 7 0,-3-7 0,1-2 0,58 0 0,112-7 0,-159-2 0,-53 1 0,26-1 0,-36 1 0,-1 0 0,1-1 0,-1 1 0,1 0 0,-1-1 0,1 1 0,0-1 0,-1 1 0,0-1 0,1 0 0,-1 0 0,1 1 0,-1-1 0,0 0 0,0 0 0,0 0 0,1-1 0,0 0 0,-2 1 0,0 0 0,1 0 0,-1 0 0,0 1 0,0-1 0,0 0 0,0 0 0,0 0 0,0 1 0,0-1 0,0 0 0,0 0 0,-1 0 0,1 1 0,0-1 0,0 0 0,-1 0 0,1 1 0,-1-1 0,1 0 0,0 1 0,-1-1 0,1 0 0,-1 1 0,0-1 0,1 1 0,-1-1 0,1 0 0,-2 0 0,-20-14 0,-96-39 0,53 26 0,58 25-273,0-1 0,0 0 0,1 0 0,-7-6 0,-2-4-6553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54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495 224 24575,'-2'0'0,"1"-1"0,-1 1 0,0 0 0,1-1 0,-1 0 0,0 1 0,1-1 0,-1 0 0,1 0 0,-1 0 0,1 0 0,0 0 0,-1 0 0,-1-2 0,-19-22 0,13 14 0,-10-10 0,-1 1 0,-1 1 0,-1 1 0,0 0 0,-26-13 0,44 28 0,-1 0 0,0 1 0,-1-1 0,1 1 0,0 1 0,-1-1 0,1 1 0,-1 0 0,1 0 0,-1 0 0,-5 1 0,7 0 0,0 0 0,0 1 0,0 0 0,0 0 0,0 0 0,0 0 0,1 1 0,-1-1 0,0 1 0,1 0 0,-1 0 0,1 0 0,0 1 0,0-1 0,0 1 0,-4 4 0,-27 32 0,-34 52 0,62-81 0,0 1 0,1 0 0,0-1 0,1 2 0,0-1 0,1 0 0,-2 14 0,0 4 0,-2 50 0,6-63 0,2 90 0,0-95 0,0 1 0,1 0 0,1 0 0,0-1 0,0 1 0,10 18 0,12 20 0,40 58 0,116 177 0,-170-268 0,0 0 0,1-1 0,1-1 0,0 0 0,1-1 0,0 0 0,22 15 0,-25-21 0,1-1 0,0 0 0,0 0 0,1-1 0,-1-1 0,1 0 0,0-1 0,1 0 0,-1-1 0,1-1 0,19 2 0,-22-4 0,1-1 0,-1 0 0,0 0 0,1-1 0,-1 0 0,0-1 0,0 0 0,-1-1 0,20-9 0,-21 9 0,0 0 0,0 0 0,0-1 0,-1 0 0,1 0 0,-1-1 0,-1 0 0,1-1 0,-1 1 0,0-1 0,0-1 0,-1 1 0,8-13 0,-3 0 0,0 0 0,-2-1 0,0 0 0,-1 0 0,-1-1 0,-1 0 0,-1 0 0,-1-1 0,-1 1 0,-1-1 0,-2-38 0,1 35 0,-2 1 0,-1-1 0,0 1 0,-2-1 0,-14-44 0,1 17 0,-18-42 0,30 83 0,-1-5 0,-1 1 0,-1 0 0,0 1 0,-1-1 0,-1 2 0,-19-23 0,17 23 0,1-1 0,-15-23 0,14 19 0,-18-21 0,-3 0 0,-30-45 0,57 77-68,-1 0 0,0 0-1,-1 1 1,1-1 0,-1 2 0,-1-1-1,1 1 1,-1 0 0,0 1 0,-1 0-1,1 1 1,-1 0 0,0 0 0,0 1-1,0 0 1,0 1 0,0 0-1,-1 1 1,-19-1 0,10 2-6758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7:56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53 123 24575,'1'1'0,"1"-1"0,0 1 0,0 0 0,0 0 0,0 1 0,-1-1 0,1 0 0,-1 0 0,1 1 0,-1-1 0,1 1 0,-1 0 0,0-1 0,0 1 0,0 0 0,2 2 0,-1 0 0,28 47 0,-2 2 0,-3 1 0,30 92 0,40 192 0,-24-77 0,-65-240 0,99 275 0,-89-259 0,-14-22 0,-2-15 0,-1 0 0,1 0 0,-1 0 0,1 0 0,-1 0 0,1 0 0,0 0 0,-1 0 0,1 0 0,-1 0 0,1 0 0,0-1 0,-1 1 0,1 0 0,0 0 0,-1 0 0,1-1 0,0 1 0,-1 0 0,1 0 0,0-1 0,-1 1 0,1 0 0,0 0 0,0-1 0,-1 1 0,1 0 0,0-1 0,-1 0 0,-8-10 0,0 0 0,0-1 0,1 0 0,1-1 0,-6-13 0,-29-73 0,41 97 0,-61-171 0,-48-114 0,71 209 0,-54-84 0,76 135 0,1-2 0,1 0 0,1 0 0,-13-46 0,23 62 0,1-1 0,1 1 0,0-1 0,1 0 0,1 0 0,0 0 0,2-18 0,-1 23 0,1 1 0,0-1 0,0 1 0,1-1 0,0 1 0,0 0 0,1 0 0,0 0 0,0 1 0,1-1 0,0 1 0,9-10 0,-1 3 0,1 1 0,0 1 0,0 0 0,32-19 0,-41 28 0,1 0 0,-1 1 0,1 0 0,0 0 0,-1 0 0,1 1 0,0-1 0,0 1 0,0 1 0,0-1 0,0 1 0,0 0 0,0 1 0,0-1 0,0 1 0,0 0 0,0 1 0,0 0 0,7 2 0,99 55 0,-88-45 0,-5-3 0,-1 1 0,0 1 0,-1 0 0,0 2 0,-1-1 0,-1 2 0,0 0 0,-1 1 0,-1 1 0,-1 0 0,0 0 0,-1 1 0,-2 1 0,1 0 0,-2 0 0,-1 0 0,-1 1 0,0 0 0,-2 1 0,0-1 0,-1 1 0,-1 40 0,-3-54 0,0 0 0,-1-1 0,0 1 0,0-1 0,-1 0 0,0 1 0,0-1 0,0 0 0,-1-1 0,0 1 0,-1-1 0,-6 9 0,-4 2 0,-1-1 0,-35 29 0,42-38 0,0-1 0,-1 0 0,1 0 0,-1-1 0,0 0 0,-1-1 0,1 0 0,-1-1 0,0 0 0,-12 2 0,19-4 0,-1-1 0,0 0 0,1 1 0,-1-1 0,0-1 0,1 1 0,-1-1 0,0 0 0,1 0 0,-1 0 0,1-1 0,-1 1 0,1-1 0,0 0 0,0 0 0,0-1 0,0 1 0,0-1 0,0 0 0,1 0 0,-1 0 0,1-1 0,0 1 0,0-1 0,0 0 0,-3-5 0,2 2 0,0-1 0,0 0 0,1 0 0,0 0 0,0 0 0,1 0 0,0-1 0,0 1 0,1-1 0,0 1 0,1-16 0,0 19 0,1 0 0,0 0 0,0 0 0,0 1 0,1-1 0,-1 0 0,1 1 0,0 0 0,1-1 0,-1 1 0,1 0 0,0 0 0,0 0 0,0 0 0,0 1 0,1-1 0,-1 1 0,1 0 0,0 0 0,0 0 0,0 1 0,6-3 0,-2 1 0,0 1 0,1 0 0,-1 0 0,1 1 0,-1 0 0,1 1 0,16-1 0,66 5 0,-38 0 0,-39-3 0,1 0 0,-1 2 0,1 0 0,-1 0 0,0 1 0,0 1 0,0 1 0,-1 0 0,0 0 0,1 1 0,12 9 0,39 27 0,-2 3 0,-2 2 0,-2 4 0,78 85 0,-123-121 0,0 0 0,-2 2 0,0-1 0,15 29 0,-23-36 0,0-1 0,-1 0 0,-1 1 0,1-1 0,-1 1 0,0 0 0,-1-1 0,0 1 0,-1 0 0,0 0 0,0 0 0,-1 0 0,-1 10 0,-4 4 0,0-1 0,-2 0 0,0-1 0,-11 22 0,-51 81 0,54-97 0,12-20 0,-99 156 0,85-138 0,0-2 0,-2 0 0,0-1 0,-34 27 0,45-42 0,-1 0 0,0-1 0,-1-1 0,1 1 0,-1-2 0,0 1 0,0-1 0,-1-1 0,1 0 0,-20 2 0,-5-3 0,0 0 0,-40-5 0,18 1 0,51 2 0,1 0 0,0-1 0,-1 0 0,1 0 0,0 0 0,-1-1 0,1 0 0,0 0 0,0 0 0,1-1 0,-1 0 0,0 0 0,1-1 0,0 1 0,0-1 0,0 0 0,0-1 0,0 1 0,1-1 0,0 0 0,0 0 0,0 0 0,-3-7 0,-11-15 0,-64-102 0,70 108 0,2 0 0,0-1 0,1 0 0,-8-33 0,16 50-195,0-1 0,0 1 0,1-1 0,0 1 0,0-1 0,1-8 0,3-7-6631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27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0 24575,'-42'46'0,"29"-30"0,-1 0 0,-28 23 0,-13 2 0,-55 46 0,92-71 0,1 1 0,1 0 0,-26 35 0,39-47 0,0 0 0,-1 0 0,2 1 0,-1-1 0,1 1 0,0-1 0,0 1 0,0 0 0,1 0 0,0 0 0,0 0 0,0 0 0,1 0 0,0 0 0,1 10 0,1-6 0,1 0 0,0-1 0,0 1 0,1-1 0,0 0 0,1 0 0,0 0 0,9 12 0,142 177 0,-116-150 0,-36-43 0,0 0 0,1-1 0,0 1 0,0-1 0,0 0 0,1-1 0,-1 1 0,1-1 0,0 0 0,-1-1 0,2 1 0,-1-1 0,0 0 0,0-1 0,7 1 0,5 0 0,0-1 0,0 0 0,0-2 0,23-3 0,-33 3-227,-1-1-1,1 0 1,-1 0-1,1 0 1,8-5-1,5-4-6598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2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24575,'4'0'0,"6"13"0,5 8 0,0 4 0,2 3 0,2 1 0,-2-1 0,-4-1 0,0-5 0,-3-2 0,-2-4-8191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1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622 201 24575,'1'-25'0,"-1"10"0,0 0 0,0-1 0,-2 1 0,-4-24 0,5 35 0,0 0 0,-1 0 0,1 1 0,-1-1 0,0 0 0,0 1 0,0-1 0,0 1 0,-1-1 0,1 1 0,-1 0 0,0 0 0,0 0 0,0 1 0,-1-1 0,1 1 0,0 0 0,-1-1 0,0 1 0,1 1 0,-8-3 0,7 2 0,-1 1 0,1-1 0,-1 1 0,1 1 0,-1-1 0,1 1 0,-1-1 0,1 1 0,-1 0 0,0 1 0,1-1 0,-1 1 0,1 0 0,0 0 0,-1 1 0,1-1 0,-8 5 0,1 1 0,0 0 0,1 1 0,0 1 0,-17 18 0,27-26 0,-47 45 0,-34 38 0,69-70 0,-26 20 0,29-27 0,0 1 0,0 0 0,0 1 0,1 0 0,1 0 0,-1 0 0,-6 14 0,-12 32 0,3 2 0,2 0 0,3 1 0,3 0 0,2 2 0,3 0 0,2 0 0,0 95 0,8-147 0,0 1 0,0 0 0,1-1 0,0 1 0,1 0 0,3 10 0,-3-15 0,-1 0 0,1-1 0,0 0 0,0 1 0,0-1 0,1 0 0,-1 0 0,1 0 0,0 0 0,0-1 0,0 1 0,0-1 0,0 1 0,0-1 0,1 0 0,4 2 0,11 4 0,1-1 0,0-1 0,0-1 0,0-1 0,37 4 0,110-3 0,-134-5 0,27 1 0,0 0 0,110-11 0,-159 8 0,-1-1 0,1 0 0,-1 0 0,0-1 0,0 0 0,0-1 0,-1 0 0,0 0 0,0-1 0,0-1 0,9-8 0,-2-1 0,0 0 0,-2-1 0,0 0 0,16-26 0,-4 6-1365,-16 21-5461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2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24575,'-2'1'0,"0"-1"0,0 1 0,0 0 0,0 0 0,0 1 0,1-1 0,-1 0 0,0 0 0,1 1 0,-1-1 0,1 1 0,-1-1 0,1 1 0,-2 3 0,-4 3 0,0 0 0,0 1 0,0 0 0,1 0 0,0 1 0,1-1 0,0 1 0,0 0 0,1 1 0,0-1 0,1 1 0,0 0 0,1 0 0,0 0 0,1 0 0,0 0 0,2 21 0,-1 22 0,4 90 0,-4-140 0,1 0 0,-1 0 0,1 0 0,0 0 0,0 0 0,1 0 0,-1 0 0,1 0 0,0-1 0,0 1 0,0-1 0,0 1 0,1-1 0,-1 0 0,7 6 0,-5-5 0,1-1 0,1 1 0,-1-1 0,0 0 0,1 0 0,0-1 0,-1 0 0,1 0 0,10 2 0,5-1 0,-1 0 0,1-2 0,-1-1 0,1 0 0,27-5 0,-43 4 0,1-1 0,0 0 0,-1 0 0,1 0 0,-1-1 0,1 0 0,-1 0 0,0 0 0,0 0 0,-1-1 0,1 0 0,-1 0 0,1 0 0,-1-1 0,4-6 0,1 0 0,-1-1 0,0-1 0,-1 0 0,0 0 0,5-15 0,-3 3 0,-1 0 0,-1 0 0,-2-1 0,0 0 0,-2 0 0,-1 0 0,-1 0 0,-3-43 0,1 66 0,1-1 0,0 1 0,-1-1 0,0 1 0,0 0 0,0 0 0,0-1 0,0 1 0,-1 0 0,1 0 0,-1 0 0,0 0 0,0 1 0,0-1 0,0 0 0,0 1 0,-1-1 0,-3-2 0,1 2 0,1 1 0,-1 0 0,0 0 0,0 0 0,0 1 0,0-1 0,0 1 0,-1 0 0,1 1 0,0-1 0,-7 1 0,-8 0 209,10 1-603,1-1 1,-1-1-1,-11-2 1,4-1-6433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3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24575,'102'-2'0,"110"5"0,-208-3 0,-1 0 0,1 0 0,0 1 0,-1-1 0,1 1 0,0 0 0,-1 0 0,1 1 0,-1-1 0,1 1 0,-1 0 0,0 0 0,0 0 0,0 0 0,0 0 0,0 1 0,0-1 0,-1 1 0,1 0 0,-1-1 0,0 1 0,1 1 0,-1-1 0,-1 0 0,1 0 0,0 1 0,-1-1 0,0 1 0,0-1 0,0 1 0,0 0 0,0-1 0,-1 1 0,0 0 0,0 0 0,0-1 0,0 1 0,0 0 0,-1-1 0,1 1 0,-1 0 0,-2 4 0,1-2-195,-1-1 0,0 0 0,0 0 0,0 0 0,-1 0 0,-4 5 0,-9 8-6631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24575,'4'0'0,"6"0"0,9 0 0,6 0 0,2 0 0,2 0 0,-1 0 0,0 0 0,-1 0 0,-1 0 0,-1 0 0,0 0 0,0-4 0,-5-6 0,-5 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51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24575,'0'4'0,"4"6"0,2 6 0,11 3 0,21-1 0,16 1 0,7 1 0,2-3 0,-6-4 0,-8-4 0,-9-4 0,-6-3 0,-5-2 0,-4 0 0,-5 3 0,-15 10 0,-13 7 0,-4 1-8191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51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24575,'30'1'0,"50"10"0,-64-8 0,1 0 0,0 2 0,0 0 0,21 10 0,-22-8 0,0 0 0,0-2 0,22 5 0,-29-9 0,4 1 0,1 0 0,-1 2 0,0-1 0,13 6 0,-22-7 0,-1-1 0,0 1 0,0-1 0,-1 1 0,1 0 0,0 0 0,0 0 0,-1 1 0,0-1 0,1 0 0,-1 1 0,0 0 0,0-1 0,0 1 0,0 0 0,-1 0 0,1 0 0,-1 0 0,0 1 0,0-1 0,1 6 0,0 26-1365,-5 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6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0 24575,'-1'1'0,"-1"-1"0,0 0 0,0 1 0,1-1 0,-1 1 0,1-1 0,-1 1 0,0 0 0,1 0 0,-1 0 0,1 0 0,0 0 0,-1 0 0,-1 2 0,-19 22 0,13-14 0,-185 172 0,180-170 0,4-6 0,1 0 0,1 1 0,-1 0 0,1 0 0,1 1 0,0 0 0,0 0 0,1 1 0,0-1 0,-8 19 0,5 1 0,1 0 0,1 1 0,1 0 0,-1 38 0,2 124 0,6-158 0,1 0 0,1 0 0,11 42 0,-10-58 0,2-1 0,0 0 0,0 0 0,2 0 0,0-1 0,1 0 0,20 27 0,6 1 0,48 65 0,-70-91 57,0 0 0,2-1 0,0-1 0,1 0 0,22 17 0,-28-25-213,0-1 1,1 0 0,0-1 0,0 0 0,1-1 0,0 0 0,0-1-1,0 0 1,0-1 0,22 3 0,-13-5-6671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6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24575,'-8'30'0,"2"0"0,1 1 0,2 0 0,0 0 0,4 43 0,-2-22 0,0 238 0,-1-271 0,-2-30 0,-4-34 0,-16-94-1365,19 98-5461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7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24575,'21'-29'0,"-18"25"0,-1-1 0,1 1 0,0 0 0,1 0 0,-1 0 0,0 1 0,9-7 0,-7 7 0,1-1 0,1 1 0,-1 0 0,0 0 0,1 1 0,-1 0 0,1 0 0,0 1 0,-1 0 0,1 0 0,0 0 0,0 1 0,0 0 0,0 0 0,0 1 0,0 0 0,-1 0 0,1 0 0,0 1 0,-1 0 0,1 1 0,-1-1 0,0 1 0,0 1 0,0-1 0,0 1 0,0 0 0,-1 0 0,1 0 0,-1 1 0,0 0 0,5 8 0,-6-9 0,5 6 0,1 2 0,-1-1 0,-1 2 0,0-1 0,-1 1 0,10 25 0,-6-1 0,-2 2 0,5 47 0,2 79 0,-16-159 0,3 25 0,3 41 0,-3 0 0,-7 81 0,4-152 0,0 1 0,0-1 0,-1 0 0,1 0 0,0 0 0,0 0 0,-1 0 0,1 0 0,0 0 0,-1 0 0,1 0 0,-1 0 0,1 0 0,-1 0 0,0 0 0,-1 2 0,2-3 0,0 0 0,-1 0 0,1 0 0,-1 0 0,1 0 0,-1 0 0,1 0 0,-1 0 0,1 0 0,-1 0 0,1 0 0,-1 0 0,1 0 0,0 0 0,-1 0 0,1 0 0,-1-1 0,1 1 0,-1 0 0,1 0 0,0-1 0,-1 1 0,1 0 0,0 0 0,-1-1 0,1 1 0,-1-1 0,-4-4 0,0-1 0,1 0 0,-8-11 0,5 6 0,-37-39-1365,23 28-5461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8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24575,'1'-3'0,"0"0"0,0 0 0,0 0 0,1 0 0,-1 0 0,1 0 0,0 1 0,0-1 0,0 0 0,0 1 0,0 0 0,0-1 0,1 1 0,3-3 0,8-8 0,-9 7 0,1 0 0,-1 0 0,1 1 0,0 0 0,1 0 0,-1 1 0,1 0 0,0 0 0,0 0 0,0 1 0,0 0 0,0 0 0,1 1 0,0 0 0,-1 0 0,1 1 0,0 0 0,0 0 0,0 1 0,-1 0 0,16 2 0,11 5 0,1 2 0,-1 1 0,0 2 0,47 23 0,-63-27 0,-2-1 0,-10-6 0,-1 1 0,1 1 0,-1-1 0,1 1 0,-1 0 0,0 0 0,0 1 0,0-1 0,-1 1 0,8 7 0,-12-10 0,0-1 0,0 0 0,1 0 0,-1 0 0,0 1 0,0-1 0,0 0 0,0 0 0,1 1 0,-1-1 0,0 0 0,0 1 0,0-1 0,0 0 0,0 0 0,0 1 0,0-1 0,0 0 0,0 1 0,0-1 0,0 0 0,0 1 0,0-1 0,0 0 0,0 0 0,0 1 0,0-1 0,0 0 0,-1 1 0,1-1 0,-1 0 0,1 0 0,0 0 0,-1 0 0,1 0 0,0 0 0,-1 0 0,1 0 0,-1 0 0,1 0 0,0 0 0,-1 0 0,1 0 0,0-1 0,-1 1 0,1 0 0,0 0 0,-1 0 0,1-1 0,0 1 0,-1 0 0,1 0 0,0-1 0,-1 1 0,1 0 0,0-1 0,-17-21-1365,-2-8-5461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8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24575,'0'0'0,"0"0"0,1 0 0,-1 0 0,0 1 0,0-1 0,1 0 0,-1 0 0,0 0 0,0 0 0,0 1 0,1-1 0,-1 0 0,0 0 0,0 1 0,0-1 0,1 0 0,-1 0 0,0 1 0,0-1 0,0 0 0,0 0 0,0 1 0,0-1 0,0 0 0,0 1 0,0-1 0,0 0 0,0 1 0,0-1 0,0 0 0,0 0 0,0 1 0,0-1 0,0 0 0,0 1 0,0-1 0,0 0 0,0 0 0,-1 1 0,1-1 0,0 0 0,0 0 0,0 1 0,0-1 0,-1 0 0,1 0 0,0 1 0,0-1 0,-1 0 0,1 0 0,0 0 0,0 0 0,-1 0 0,1 1 0,0-1 0,0 0 0,-1 0 0,1 0 0,0 0 0,-1 0 0,1 0 0,0 0 0,0 0 0,-1 0 0,1 0 0,0 0 0,-1 0 0,1 0 0,-1 0 0,21 16 0,2-6 0,1-1 0,0-1 0,1-1 0,25 3 0,6 4 0,26 6 0,133 39 0,-47-14 0,-135-39 0,-1-2 0,1-1 0,46-1 0,-76-3-50,1 1-1,0-1 1,0 1-1,-1 0 0,1 0 1,0 1-1,0-1 1,-1 0-1,1 1 1,0 0-1,-1-1 0,1 1 1,0 0-1,-1 1 1,1-1-1,-1 0 1,0 1-1,1-1 0,-1 1 1,0 0-1,0-1 1,0 1-1,0 0 1,0 1-1,0-1 1,2 4-1,6 14-6775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39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24575,'5'7'0,"-1"0"0,1 0 0,-1 1 0,0 0 0,-1 0 0,0 0 0,0 0 0,0 1 0,1 11 0,0-4 0,8 41 0,-3 1 0,4 86 0,-9-76 0,16 82 0,17 4 0,-31-140 0,-6-14 0,0 0 0,1 0 0,-1 0 0,0 0 0,0 0 0,0 0 0,0 0 0,0 0 0,0 0 0,1 0 0,-1 0 0,0 0 0,0 0 0,0 0 0,0 0 0,0 0 0,0 0 0,1 0 0,-1 0 0,0 0 0,0 0 0,0-1 0,0 1 0,0 0 0,0 0 0,0 0 0,0 0 0,0 0 0,1 0 0,-1 0 0,0 0 0,0 0 0,0 0 0,0-1 0,0 1 0,0 0 0,0 0 0,0 0 0,0 0 0,0 0 0,0 0 0,0-1 0,0 1 0,0 0 0,0 0 0,0 0 0,0 0 0,0 0 0,0-1 0,3-25 0,-3-96-1365,-1 86-5461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0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24575,'0'-1'0,"0"0"0,0 0 0,1 1 0,-1-1 0,1 0 0,-1 0 0,1 0 0,-1 1 0,1-1 0,-1 0 0,1 0 0,0 1 0,-1-1 0,1 0 0,0 1 0,0-1 0,-1 1 0,1-1 0,1 0 0,19-8 0,-19 8 0,16-5 0,0 0 0,1 1 0,0 1 0,0 1 0,29-2 0,102 6 0,-77 1 0,-65-1 31,-2-1-147,0 0-1,0 0 1,0 0 0,0 0-1,0-1 1,0 0 0,0 0-1,0-1 1,0 1 0,-1-2-1,8-2 1,2-6-6710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1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24575,'0'136'0,"-2"47"0,24 194 0,-10-281 0,24 169 0,-24-203 0,3 0 0,24 68 0,-29-105 0,14 28 0,-21-46 0,1 0 0,1 0 0,0 0 0,0-1 0,0 0 0,0 0 0,1 0 0,7 5 0,-12-10 0,0 0 0,1 0 0,-1 0 0,1 0 0,-1-1 0,1 1 0,-1 0 0,1-1 0,-1 1 0,1-1 0,0 1 0,-1-1 0,1 0 0,0 0 0,1 1 0,-2-2 0,1 1 0,-1 0 0,0 0 0,0-1 0,0 1 0,0-1 0,0 1 0,-1-1 0,1 1 0,0-1 0,0 1 0,0-1 0,0 0 0,0 1 0,-1-1 0,1 0 0,0 0 0,0-1 0,1-1 0,-1 0 0,1 0 0,-1 0 0,0-1 0,0 1 0,0 0 0,-1 0 0,1-1 0,-1 1 0,0-1 0,0 1 0,0 0 0,-1-7 0,-1-1 0,-1 0 0,0 0 0,-1 0 0,0 0 0,-11-20 0,-36-49 0,33 55 0,-24-47 0,35 55 0,0-1 0,2 0 0,0 0 0,1-1 0,0 1 0,-1-37 0,11-115 0,-4 154 0,0 0 0,2 1 0,0 0 0,0-1 0,12-22 0,41-73 0,-26 54 0,-13 23 0,52-92 0,-57 105 0,1 1 0,1 1 0,32-33 0,-32 36 0,-10 11 0,-1 0 0,1 1 0,0-1 0,0 1 0,0 0 0,0 0 0,1 0 0,0 1 0,0 0 0,6-2 0,-11 4 0,0 1 0,0 0 0,0 0 0,0 0 0,0-1 0,-1 1 0,1 0 0,0 0 0,0 1 0,0-1 0,0 0 0,0 0 0,0 0 0,0 1 0,0-1 0,0 0 0,0 1 0,-1-1 0,1 0 0,0 1 0,0 0 0,0-1 0,-1 1 0,1-1 0,0 1 0,0 1 0,1 0 0,-1 0 0,0 0 0,0 1 0,0-1 0,0 0 0,-1 0 0,1 1 0,-1-1 0,1 1 0,-1 2 0,1 7 0,-2-1 0,1 0 0,-4 17 0,0-7 0,-1 1 0,-1-1 0,-1-1 0,-1 1 0,0-1 0,-2-1 0,0 1 0,-2-2 0,0 0 0,0 0 0,-2-1 0,0 0 0,-1-1 0,-31 25 0,-20 8 0,78-59 0,-1 0 0,0 0 0,17-22 0,30-28 0,-52 54 0,1 0 0,0 1 0,0 0 0,0 1 0,1-1 0,-1 1 0,13-4 0,-14 6 0,0 0 0,1 0 0,-1 1 0,0 0 0,0 0 0,1 1 0,-1-1 0,1 1 0,-1 1 0,0-1 0,1 1 0,-1 0 0,0 1 0,1-1 0,-1 1 0,0 1 0,0-1 0,-1 1 0,1 0 0,0 0 0,-1 1 0,0-1 0,0 1 0,0 0 0,0 1 0,5 5 0,14 15 0,43 46 0,-58-60 0,-1 0 0,0 0 0,0 1 0,10 23 0,-14-23 0,-1-1 0,0 0 0,0 1 0,-1-1 0,-1 1 0,0 0 0,-1-1 0,0 1 0,-1 0 0,-2 13 0,-2 4 0,-2 0 0,-18 51 0,21-68 0,-2 0 0,0-1 0,0 1 0,-1-1 0,-15 19 0,-49 43 0,59-62 0,-13 15 0,12-13 0,-1 1 0,0-2 0,-1 1 0,-17 9 0,27-19 0,0 0 0,0-1 0,-1 0 0,1 1 0,-1-2 0,0 1 0,0-1 0,1 0 0,-1 0 0,0 0 0,0-1 0,0 0 0,0 0 0,0-1 0,0 1 0,0-1 0,-8-3 0,8 2 0,1 0 0,-1-1 0,0 1 0,1-1 0,-1-1 0,1 1 0,0-1 0,0 0 0,0 0 0,1 0 0,-1-1 0,1 1 0,0-1 0,0 0 0,1 0 0,0-1 0,-3-5 0,4 7 0,0 0 0,1 0 0,-1 0 0,1 0 0,0 0 0,0 0 0,1 0 0,-1-1 0,1 1 0,0 0 0,0 0 0,0-1 0,1 1 0,0 0 0,0 0 0,0 0 0,0 0 0,0 0 0,1 0 0,0 0 0,-1 0 0,2 0 0,-1 1 0,0-1 0,6-5 0,89-83 0,-1 1 0,67-60 0,-50 50 0,-70 54 0,-32 34 0,1 0 0,0 1 0,1 0 0,20-14 0,14-1-1365,-26 17-5461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2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24575,'9'16'0,"0"0"0,2-1 0,12 15 0,15 20 0,10 31 0,-3 2 0,57 149 0,39 188 0,-121-354 0,-13-44 0,-1 0 0,-1 1 0,-1 0 0,1 30 0,-5-42 0,0 0 0,-1 0 0,0-1 0,-1 1 0,0 0 0,0 0 0,-1-1 0,0 0 0,-1 0 0,-1 0 0,-6 12 0,-29 46 0,-48 75 0,82-134 0,-1 0 0,0-1 0,0 0 0,0 0 0,-1-1 0,0 0 0,0 0 0,-1-1 0,0 0 0,0-1 0,-11 5 0,20-9 0,-1-1 0,1 0 0,-1 1 0,0-1 0,1 0 0,-1 0 0,1 1 0,-1-1 0,0 0 0,1 0 0,-1 0 0,0 0 0,1 0 0,-1 0 0,0 0 0,1 0 0,-1 0 0,0 0 0,1 0 0,-1 0 0,-1-1 0,6-9 0,20-16 0,33-21-1365,-30 25-5461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5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498 104 24575,'-6'-1'0,"0"-1"0,0-1 0,-1 1 0,2-1 0,-1 0 0,0-1 0,1 1 0,-1-1 0,-4-5 0,3 4 0,6 4 0,-14-10 0,0 1 0,0 1 0,-31-15 0,43 22 0,-1 1 0,0-1 0,-1 1 0,1 0 0,0 0 0,0 0 0,0 1 0,0 0 0,-1-1 0,1 1 0,0 1 0,-1-1 0,1 1 0,0-1 0,0 1 0,0 0 0,0 1 0,0-1 0,0 1 0,0 0 0,0 0 0,-5 3 0,-56 54 0,54-49 0,0 0 0,2 1 0,-1 0 0,1 1 0,1 0 0,0 0 0,-10 24 0,0 5 0,-14 52 0,21-55 0,2 0 0,2 1 0,2 1 0,-1 40 0,9 161 0,2-173 0,2-1 0,3 0 0,3-1 0,3-1 0,3 0 0,34 80 0,-39-114 0,2 1 0,1-2 0,2 0 0,33 40 0,-38-52 0,1-2 0,1 0 0,0-1 0,1-1 0,1 0 0,0-1 0,1-1 0,24 11 0,-36-20 0,-1-1 0,1 1 0,0-1 0,1-1 0,-1 1 0,0-1 0,0 0 0,1-1 0,-1 0 0,0 0 0,1 0 0,-1-1 0,0 0 0,1-1 0,-1 0 0,0 0 0,0 0 0,-1-1 0,1 0 0,0 0 0,-1 0 0,0-1 0,1 0 0,-2-1 0,1 1 0,0-1 0,-1 0 0,8-10 0,22-24-1365,-19 24-5461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6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177 151 24575,'-1'1'0,"0"-1"0,-1 1 0,1-1 0,0 1 0,0 0 0,0-1 0,0 1 0,0 0 0,0 0 0,0-1 0,0 1 0,0 0 0,1 0 0,-1 0 0,0 0 0,0 0 0,1 0 0,-1 1 0,1-1 0,-1 0 0,1 0 0,-1 2 0,-10 31 0,10-30 0,-6 29 0,1 1 0,-1 49 0,6-58 0,-1 0 0,-1 0 0,-1 0 0,-1-1 0,-2 1 0,-9 25 0,16-49 0,0-1 0,0 1 0,0-1 0,-1 1 0,1-1 0,0 1 0,0-1 0,0 0 0,0 1 0,0-1 0,-1 1 0,1-1 0,0 0 0,0 1 0,-1-1 0,1 1 0,0-1 0,-1 0 0,1 1 0,0-1 0,-1 0 0,1 0 0,0 1 0,-1-1 0,1 0 0,-1 0 0,1 0 0,0 1 0,-1-1 0,1 0 0,-1 0 0,1 0 0,-1 0 0,1 0 0,-1 0 0,1 0 0,-1 0 0,1 0 0,0 0 0,-1 0 0,1 0 0,-1 0 0,1 0 0,-1 0 0,1-1 0,-1 1 0,1 0 0,0 0 0,-1-1 0,1 1 0,-1 0 0,1 0 0,0-1 0,-1 1 0,1 0 0,0-1 0,0 1 0,-1-1 0,-2-3 0,1 0 0,0 1 0,0-1 0,0 0 0,-2-7 0,-10-36 0,3 0 0,1-1 0,3-1 0,2 1 0,1-52 0,4 91 0,0 1 0,1-1 0,0 1 0,1 0 0,0 0 0,0 0 0,1 0 0,0 0 0,0 0 0,1 0 0,0 1 0,0 0 0,1 0 0,0 0 0,0 0 0,0 1 0,1 0 0,0 0 0,0 0 0,1 1 0,0 0 0,0 0 0,0 1 0,0-1 0,1 2 0,-1-1 0,1 1 0,0 0 0,0 1 0,0 0 0,1 0 0,8 0 0,-6 0 0,0 2 0,0 0 0,0 0 0,0 1 0,0 0 0,0 1 0,-1 0 0,13 5 0,-14-4 0,-1 1 0,0 0 0,-1 0 0,1 1 0,-1 0 0,0 1 0,0-1 0,0 1 0,-1 1 0,10 10 0,3 10 0,0 1 0,-2 0 0,0 1 0,-3 1 0,0 0 0,-2 1 0,-1 0 0,12 59 0,-11-24 0,-4 1 0,-2 1 0,-3 87 0,-4-147 0,2-3 0,-1 1 0,-1-1 0,1 0 0,-1 1 0,-2 6 0,3-11 0,0 0 0,-1-1 0,1 1 0,0 0 0,-1-1 0,1 1 0,0 0 0,-1-1 0,1 1 0,-1-1 0,0 1 0,1 0 0,-1-1 0,1 0 0,-1 1 0,0-1 0,1 1 0,-1-1 0,0 0 0,1 1 0,-1-1 0,0 0 0,0 0 0,1 1 0,-1-1 0,0 0 0,0 0 0,1 0 0,-1 0 0,0 0 0,0 0 0,1 0 0,-1 0 0,0-1 0,0 1 0,1 0 0,-1 0 0,0-1 0,0 1 0,1 0 0,-1-1 0,0 1 0,0-1 0,-16-8 57,1-1 0,1-1 0,0 0 0,0 0 0,-16-19 0,-59-72-1764,69 75-5119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6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24575,'3'-1'0,"0"1"0,0-1 0,0 0 0,0 0 0,0 0 0,0-1 0,-1 1 0,1 0 0,0-1 0,-1 0 0,5-3 0,9-6 0,19-8 0,0 2 0,71-23 0,-87 35 0,-1 0 0,0 1 0,1 2 0,-1-1 0,1 2 0,0 1 0,0 0 0,25 4 0,170 40 0,-212-43 13,0-1 1,0 0-1,0 1 0,-1-1 0,1 1 0,0 0 0,0-1 0,-1 1 0,1 0 1,0 0-1,-1 0 0,1 1 0,-1-1 0,1 0 0,-1 0 0,1 1 0,-1-1 1,0 1-1,0-1 0,0 1 0,0-1 0,0 1 0,0 0 0,0 0 0,0 1 1,0 2-185,-1-1 0,1 1 1,-1-1-1,0 1 0,0-1 1,-1 1-1,1-1 0,-1 1 1,-2 6-1,-5 16-6655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7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1 24575,'-9'21'0,"0"0"0,-1-1 0,-15 23 0,-17 34 0,-142 408 0,84-208 0,87-248 0,13-29 0,0 0 0,0 0 0,0 0 0,0 0 0,0 0 0,0 1 0,0-1 0,0 0 0,0 0 0,0 0 0,0 0 0,-1 0 0,1 0 0,0 1 0,0-1 0,0 0 0,0 0 0,0 0 0,0 0 0,0 0 0,0 0 0,-1 0 0,1 0 0,0 0 0,0 1 0,0-1 0,0 0 0,0 0 0,0 0 0,-1 0 0,1 0 0,0 0 0,0 0 0,0 0 0,0 0 0,0 0 0,-1 0 0,1 0 0,0 0 0,0 0 0,0 0 0,0 0 0,0 0 0,0 0 0,-1 0 0,1-1 0,0 1 0,0 0 0,0 0 0,0 0 0,0 0 0,0 0 0,-1 0 0,-2-11 0,2-14 0,4-34-1365,-1 31-5461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7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1 288 24575,'26'-22'0,"1"2"0,0 0 0,2 2 0,33-15 0,46-30 0,-99 56 0,0 1 0,1 1 0,0 0 0,0 0 0,0 1 0,1 0 0,-1 1 0,1 0 0,0 0 0,0 2 0,0-1 0,0 1 0,22 1 0,39 3 0,2 0 0,76-6 0,-141 2 18,-1-1 0,1-1 0,-1 1 0,0-1-1,0-1 1,0 0 0,0 0 0,11-8 0,18-9-1544,-16 12-5300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24575,'7'30'0,"0"1"0,-2 0 0,-1 0 0,-2 1 0,-2 47 0,0-34 0,1 31 0,18 137 0,-11-184 0,-2-20 0,-6-9 0,1 0 0,-1 0 0,0 0 0,0 0 0,1 0 0,-1 0 0,0 0 0,0 0 0,1 0 0,-1 0 0,0-1 0,0 1 0,1 0 0,-1 0 0,0 0 0,0 0 0,0-1 0,0 1 0,1 0 0,-1 0 0,0 0 0,0-1 0,0 1 0,0 0 0,0 0 0,1-1 0,-1 1 0,0 0 0,0 0 0,0-1 0,0 1 0,0 0 0,0-1 0,0 1 0,0 0 0,0 0 0,0-1 0,20-109 0,0-3 0,1 41 0,3 2 0,59-124 0,-77 182 0,1 1 0,0 0 0,0 0 0,1 0 0,1 1 0,0 1 0,0-1 0,1 1 0,15-10 0,-20 15 0,0 1 0,0 0 0,0 0 0,0 0 0,1 1 0,0 0 0,-1 0 0,1 1 0,0-1 0,0 1 0,0 0 0,-1 1 0,1-1 0,0 1 0,0 1 0,0-1 0,0 1 0,0 0 0,0 0 0,0 0 0,-1 1 0,11 4 0,4 6 0,-1 0 0,0 0 0,-1 2 0,32 30 0,-46-39 0,0-1 0,0 0 0,-1 1 0,1 0 0,-1-1 0,0 2 0,0-1 0,0 0 0,-1 0 0,0 1 0,0-1 0,0 1 0,-1 0 0,0 0 0,0-1 0,0 1 0,-1 0 0,0 0 0,0 0 0,0 0 0,-1 0 0,0-1 0,0 1 0,-1 0 0,-3 10 0,1-6 0,-1 0 0,0 0 0,-1-1 0,0 0 0,0 0 0,-1-1 0,0 0 0,0 0 0,-1 0 0,0-1 0,-1 0 0,1-1 0,-13 8 0,3-5 0,12-6 0,0 0 0,0 1 0,0-1 0,1 1 0,-1 0 0,1 0 0,-5 6 0,10-10 0,0 0 0,0 0 0,-1 1 0,1-1 0,0 0 0,0 1 0,0-1 0,-1 0 0,1 1 0,0-1 0,0 0 0,0 1 0,0-1 0,0 0 0,0 1 0,0-1 0,0 0 0,-1 1 0,1-1 0,0 1 0,1-1 0,-1 0 0,0 1 0,0-1 0,0 0 0,0 1 0,0-1 0,0 0 0,0 1 0,0-1 0,1 0 0,-1 1 0,0-1 0,0 0 0,1 1 0,14 6 0,20-3 0,-34-4 0,12 1 0,0 1 0,0 0 0,0 1 0,0 0 0,0 1 0,0 0 0,-1 1 0,0 1 0,0 0 0,0 0 0,-1 1 0,19 16 0,-24-19 0,-1 1 0,0 0 0,0 0 0,-1 1 0,0-1 0,1 1 0,-2 0 0,1 0 0,-1 0 0,0 1 0,0-1 0,-1 1 0,0-1 0,0 1 0,0 0 0,-1 0 0,0 0 0,0 0 0,-1 0 0,0 0 0,0 0 0,-1 0 0,0 0 0,0 0 0,0 0 0,-3 7 0,0-4 0,-1-1 0,1 0 0,-1 1 0,-1-2 0,0 1 0,0-1 0,-1 1 0,0-2 0,-15 15 0,12-14 0,0 0 0,-1 0 0,1-1 0,-2-1 0,1 0 0,-1 0 0,-21 7 0,23-11 0,-1 1 0,0-2 0,1 1 0,-1-1 0,0-1 0,1 0 0,-1-1 0,0 0 0,1 0 0,-1-1 0,1 0 0,-1-1 0,1 0 0,-15-8 0,-1-1 121,15 8-63,1-1 0,-17-11 0,23 14-196,1-1-1,0 0 1,0 1 0,0-1-1,0 0 1,1-1 0,-1 1-1,1 0 1,0-1 0,0 1-1,-2-7 1,-3-9-6688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4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24575,'4'4'0,"1"-1"0,-1 0 0,1 0 0,0 0 0,0-1 0,0 0 0,0 0 0,6 2 0,1 0 0,279 80 0,-224-67 0,407 83 0,-332-74 0,-78-12 0,-26-6 0,0-1 0,0-1 0,61 0 0,-29-7-1365,-49 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39:50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24575,'8'1'0,"0"0"0,0 0 0,0 1 0,0 0 0,0 0 0,0 1 0,-1 0 0,1 0 0,-1 1 0,0 0 0,0 0 0,0 0 0,-1 1 0,1 0 0,-1 1 0,10 11 0,0 2 0,0 1 0,-2 0 0,0 1 0,13 28 0,4 20 0,38 120 0,-32-80 0,-21-61 0,-2 1 0,-3 1 0,-1 0 0,-3 0 0,-2 1 0,-2 0 0,-5 70 0,-2-83 0,-1 0 0,-3-1 0,-1 1 0,-16 44 0,-2-14 0,-44 82 0,49-109 0,-2-2 0,-1 0 0,-40 46 0,48-66 0,-2-1 0,-1-1 0,0 0 0,-43 26 0,60-42 0,0 1 0,0 0 0,-1-1 0,1 0 0,0 1 0,-1-1 0,1-1 0,-1 1 0,0 0 0,1-1 0,-1 0 0,0 0 0,1 0 0,-1 0 0,1-1 0,-1 1 0,-5-2 0,8 1 0,-1 0 0,1 1 0,0-1 0,-1 0 0,1 0 0,-1 0 0,1 0 0,0 0 0,0 0 0,0 0 0,-1 0 0,1-1 0,0 1 0,1 0 0,-1-1 0,-1-1 0,1 0 0,0 1 0,1-1 0,-1 1 0,1-1 0,-1 1 0,1-1 0,0 1 0,0-1 0,0 1 0,1-1 0,-1 1 0,0-1 0,2-3 0,1-2 38,0-1 0,0 1 0,1 0 0,0 1 0,0-1 0,1 1 0,0-1 0,7-6 0,4-4-892,32-26 1,-15 16-5973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9:30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9:39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9:56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514 1 24575,'-6'0'0,"0"-1"0,0 2 0,0-1 0,-1 1 0,1-1 0,0 2 0,0-1 0,0 1 0,0 0 0,1 0 0,-1 0 0,0 1 0,1 0 0,0 0 0,0 0 0,0 1 0,0 0 0,0 0 0,-4 5 0,-40 43 0,-9 9 0,32-37 0,2 1 0,0 1 0,2 1 0,1 1 0,1 1 0,1 1 0,2 1 0,1 0 0,1 1 0,2 1 0,1 0 0,2 1 0,1 0 0,-5 43 0,1 23 0,3 0 0,6 1 0,3-1 0,5 1 0,5-1 0,4-1 0,41 162 0,-51-250 0,6 22 0,1-1 0,1 0 0,27 51 0,-37-81 15,12 18 307,-12-19-370,-1-1-1,0 0 0,1 1 1,-1-1-1,0 1 0,1-1 1,-1 0-1,1 1 1,-1-1-1,1 0 0,-1 0 1,1 1-1,-1-1 0,1 0 1,-1 0-1,1 0 0,-1 1 1,1-1-1,-1 0 1,1 0-1,-1 0 0,1 0 1,-1 0-1,1 0 0,-1 0 1,1 0-1,-1 0 0,1-1 1,-1 1-1,1 0 0,-1 0 1,1 0-1,-1-1 1,2 1-1,7-13-6777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9:5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24575,'0'-1'0,"0"0"0,1 0 0,-1 1 0,1-1 0,-1 0 0,1 1 0,0-1 0,-1 0 0,1 1 0,-1-1 0,1 0 0,0 1 0,0-1 0,-1 1 0,1-1 0,0 1 0,0 0 0,0-1 0,0 1 0,-1 0 0,1 0 0,0-1 0,1 1 0,1-1 0,27-8 0,0 2 0,52-6 0,-4 1 0,-32 3 0,134-23 0,-147 29 0,0 0 0,0 2 0,50 5 0,-75-2 0,-1 0 0,1 0 0,0 1 0,-1-1 0,0 2 0,1-1 0,-1 1 0,-1 0 0,1 1 0,6 4 0,10 11 0,26 27 0,-44-42 0,9 9 0,99 110 0,-100-105 0,0 1 0,-2 0 0,0 0 0,15 43 0,21 92 0,-45-146 0,36 145 0,-7 2 0,-7 1 0,8 286 0,-20-183 0,0 2 0,-10-207 0,3 1 0,17 80 0,-21-115 0,-1-21 0,0 0 0,0 0 0,0 0 0,-1 0 0,1 0 0,0 1 0,0-1 0,0 0 0,-1 0 0,1 0 0,0 0 0,0 0 0,-1 0 0,1 0 0,0 0 0,0 0 0,0 0 0,-1 0 0,1-1 0,0 1 0,0 0 0,0 0 0,0 0 0,-1 0 0,1 0 0,0 0 0,0 0 0,0 0 0,0-1 0,-1 1 0,1 0 0,0 0 0,0 0 0,0 0 0,0-1 0,0 1 0,0 0 0,-1 0 0,1 0 0,0 0 0,0-1 0,0 1 0,0 0 0,-22-35 0,21 34 0,-69-118-1365,47 85-5461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9:59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1 197 24575,'0'-1'0,"0"0"0,0 0 0,0-1 0,0 1 0,0 0 0,0 0 0,1 0 0,-1 0 0,0 0 0,1 0 0,-1 0 0,1 0 0,-1 0 0,1 0 0,-1 0 0,1 0 0,0 0 0,-1 0 0,1 0 0,0 0 0,0 0 0,1 0 0,1-1 0,1 1 0,-1-1 0,1 1 0,-1 0 0,1 0 0,5-1 0,42-5 0,75-2 0,-55 6 0,389-16 0,-337 16 0,-62 1 0,72-12 0,-114 11 0,-1-1 0,-1 0 0,1-1 0,0-1 0,-1-1 0,-1-1 0,1 0 0,24-16 0,-20 5-1365,-7 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0:02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4 24575,'0'-4'0,"0"11"0,0 22 0,-4 26 0,-1 20 0,-1 24 0,-3 32 0,1 19 0,0 25 0,3 1 0,1-26 0,2-34 0,2-33 0,4-30 0,6-25 0,1-12 0,-5-17 0,-4-9-8191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0:03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1062 24575,'0'-2'0,"0"-1"0,0 0 0,1 1 0,-1-1 0,1 1 0,0-1 0,0 1 0,-1-1 0,1 1 0,1 0 0,-1-1 0,0 1 0,1 0 0,-1 0 0,1 0 0,0 0 0,-1 0 0,1 0 0,0 1 0,0-1 0,3-1 0,5-3 0,-1 1 0,1 0 0,20-6 0,-19 7 0,71-23 0,101-19 0,90-4 0,-64 13 0,-202 36 0,118-28 0,-110 25 0,0-2 0,-1 1 0,0-2 0,0 0 0,-1-1 0,16-10 0,-27 15 0,1 1 0,-1-1 0,0 1 0,0-1 0,0 0 0,0 0 0,0 0 0,0 0 0,-1 0 0,0 0 0,1 0 0,-1-1 0,-1 1 0,1 0 0,0-1 0,-1 1 0,1-1 0,-1-5 0,-1-6 0,0-1 0,-6-28 0,4 26 0,-5-23 0,-2 1 0,-29-75 0,-48-71 0,85 181 0,0 0 0,-1 0 0,0 0 0,0 0 0,0 1 0,-1 0 0,1 0 0,-1 0 0,0 0 0,0 0 0,0 1 0,-1-1 0,1 1 0,-1 0 0,0 1 0,0-1 0,0 1 0,0 0 0,0 0 0,-1 1 0,1-1 0,0 1 0,-1 1 0,1-1 0,-1 1 0,1-1 0,-1 2 0,1-1 0,-1 0 0,1 1 0,-9 3 0,-12 5 0,2 1 0,-1 1 0,1 2 0,1 0 0,-23 18 0,-8 3 0,5-1 0,1 1 0,-78 75 0,-21 40 0,124-123 0,1 1 0,2 1 0,0 0 0,-25 51 0,-58 182 0,87-211 0,3 2 0,2 0 0,-6 68 0,10-32 0,8 142 0,2-194 0,1-1 0,2 0 0,1-1 0,2 1 0,1-1 0,30 63 0,-32-81 0,1-1 0,1-1 0,0 1 0,1-2 0,0 1 0,1-2 0,1 1 0,0-2 0,1 0 0,0 0 0,0-1 0,17 7 0,-18-10 0,0-1 0,1 0 0,-1-1 0,1-1 0,0 0 0,1-1 0,-1 0 0,0-1 0,1-1 0,0 0 0,-1-1 0,1-1 0,-1 0 0,27-6 0,-30 3 0,-1 0 0,1 0 0,-1-1 0,0-1 0,0 1 0,-1-2 0,1 1 0,-1-1 0,-1-1 0,14-14 0,2-6 0,-1 0 0,20-34 0,-29 39 0,-2 0 0,0-1 0,-1-1 0,-2 0 0,0 0 0,-2-1 0,-1 1 0,4-32 0,-2-29 0,-3-102 0,0 10 0,32-117 0,-16 160 0,-13 84 0,13-162 0,-21-238 0,0 446 19,0 1-112,0 0 1,0 1 0,0-1 0,0 0-1,0 0 1,-1 0 0,0 1 0,0-1-1,0 0 1,0 0 0,0 1 0,-1-1-1,0 1 1,-2-5 0,-7-2-6734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0:05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24575,'2'1'0,"0"-1"0,0 0 0,0 1 0,0-1 0,0 1 0,0-1 0,0 1 0,0 0 0,-1 0 0,1 0 0,0 0 0,-1 0 0,1 0 0,0 0 0,-1 1 0,3 2 0,21 30 0,-19-24 0,42 68 36,40 92 1,30 97-320,-106-239 202,448 1212-1378,-438-1173 1459,27 79 0,-41-131 0,-7-21 0,-6-28 0,-68-284 495,-23-3 385,15 49-505,56 182-375,-20-143 0,40 191 0,2 1 0,2 0 0,2-1 0,1 1 0,15-81 0,-14 115 0,-1 0 0,1 0 0,0 0 0,1 0 0,-1 1 0,2-1 0,-1 1 0,0 0 0,1 0 0,0 1 0,1-1 0,-1 1 0,1 0 0,0 1 0,7-5 0,-9 6 0,1 0 0,0 0 0,0 1 0,0-1 0,0 1 0,0 0 0,1 1 0,-1-1 0,1 1 0,-1 0 0,1 0 0,-1 1 0,1 0 0,-1 0 0,1 0 0,0 1 0,-1-1 0,1 1 0,-1 0 0,10 4 0,-13-4 0,0 1 0,0-1 0,0 1 0,0-1 0,0 1 0,0 0 0,0-1 0,-1 1 0,1 0 0,-1 0 0,1 0 0,-1 0 0,0 1 0,0-1 0,0 0 0,0 1 0,0-1 0,0 0 0,0 3 0,1 7 0,0 0 0,0 22 0,-1-23 0,0 28 0,-2 1 0,-1 0 0,-2-1 0,-11 47 0,9-59 0,-2 0 0,-1 0 0,-1-1 0,-1 0 0,-2-1 0,-27 42 0,38-63 0,-13 21 0,15-24 0,0-1 0,0 1 0,0 0 0,0-1 0,0 1 0,-1-1 0,1 1 0,0-1 0,0 1 0,1 0 0,-1-1 0,0 1 0,0-1 0,0 1 0,0-1 0,0 1 0,1 0 0,-1-1 0,0 1 0,0-1 0,1 1 0,-1-1 0,0 1 0,1-1 0,-1 0 0,0 1 0,1-1 0,-1 1 0,1-1 0,-1 0 0,1 1 0,-1-1 0,1 0 0,-1 0 0,1 1 0,-1-1 0,1 0 0,-1 0 0,1 0 0,0 0 0,-1 1 0,1-1 0,-1 0 0,1 0 0,0 0 0,18 1 0,0 0 0,0-2 0,28-3 0,-3 0 0,-18 3 0,17-2 0,1 1 0,61 7 0,-92-4 0,0 2 0,0-1 0,0 2 0,0-1 0,-1 2 0,0 0 0,0 0 0,0 1 0,0 0 0,-1 1 0,0 1 0,15 12 0,-14-8 0,1 0 0,-2 1 0,0 0 0,14 22 0,-20-28 0,-1 1 0,-1 0 0,1 0 0,-1 0 0,-1 0 0,1 0 0,-1 0 0,-1 0 0,0 1 0,0-1 0,-1 14 0,-1-4 0,-2 1 0,0 0 0,-1-1 0,0 0 0,-2 0 0,0 0 0,-11 19 0,-69 116 0,55-103 0,6-6 0,7-13 0,0 0 0,-2-2 0,-40 47 0,56-72 0,0-1 0,0 1 0,-1 0 0,1-1 0,-1 0 0,0 0 0,0-1 0,0 1 0,0-1 0,0 0 0,0 0 0,-1-1 0,1 1 0,-1-1 0,-6 0 0,5-1 0,-1 0 0,1-1 0,0 0 0,0 0 0,0 0 0,0-1 0,0 0 0,0-1 0,1 0 0,-1 0 0,-9-5 0,-210-112 334,-43-26-2033,190 94-5127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0:0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0 405 24575,'233'-5'0,"38"0"-1061,137-3-3186,152-7 2391,141-6-1322,134-5 2093,2595-133-2979,-2857 124 3680,-150 9 552,-136 10 887,-14 2 1722,-230 13-1522,-43 1-1056,1 0-1,0 0 1,-1 0 0,1 0-1,-1 0 1,1 0 0,-1 0-1,1 0 1,0-1 0,-1 1-1,1 0 1,-1 0 0,1 0-1,-1-1 1,1 1 0,-1 0-1,1-1 1,-1 1 0,1-1-1,-1 1 1,1 0 0,-1-1-1,0 1 1,1-1 0,-1 1-1,0-1 1,1 1 0,-1-1-1,0 1 1,0-1-1,0 0 1,1 1 0,-1-1-1,0 1 1,0-1 0,0 1-1,0-1 1,0 0 0,0 1-1,0-2 1,0 1-46,0 0 1,0 0-1,0 0 0,1-1 0,-1 1 0,0 0 1,1 0-1,-1 0 0,1 0 0,-1 0 1,1-1-1,-1 1 0,2-1 0,2-1-96,0-1 1,0 1-1,0 0 0,0 0 0,8-3 0,3-3-1435,0 0-5448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0:43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1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199 326 24575,'9'1'0,"-1"0"0,1 0 0,0 1 0,-1 0 0,0 1 0,1 0 0,13 8 0,-12-7 0,0 1 0,0-1 0,0-1 0,18 4 0,5-4 0,0-1 0,0-1 0,40-6 0,-67 5 0,-1-2 0,1 1 0,-1-1 0,0 0 0,1 0 0,8-5 0,-12 6 0,0 0 0,-1 0 0,1-1 0,-1 1 0,0 0 0,1 0 0,-1-1 0,0 1 0,0-1 0,0 1 0,1-3 0,-1 3 0,-1 0 0,0 1 0,1-1 0,-1 0 0,0 0 0,0 0 0,0 0 0,0 0 0,0 0 0,0 1 0,0-1 0,0 0 0,0 0 0,-1 0 0,1 0 0,0 0 0,-1 1 0,1-1 0,0 0 0,-1 0 0,1 0 0,-1 1 0,1-1 0,-2-1 0,0 0 0,-1 0 0,1 0 0,-1 0 0,0 1 0,1-1 0,-1 1 0,0-1 0,0 1 0,0 0 0,-1 0 0,1 0 0,0 1 0,0-1 0,-6 0 0,-4 0 0,0 1 0,-17 1 0,20 1 0,-1 1 0,1 0 0,-1 0 0,1 1 0,0 0 0,0 1 0,1 0 0,0 1 0,-17 12 0,15-10 0,0-1 0,-1 0 0,1 0 0,-26 9 0,36-16 0,1 0 0,-1 0 0,1 1 0,-1-1 0,0 0 0,1 0 0,-1 0 0,0 0 0,1 0 0,-1 0 0,1 0 0,-1 0 0,0 0 0,1 0 0,-1 0 0,0 0 0,1 0 0,-1-1 0,1 1 0,-1 0 0,1 0 0,-1-1 0,0 1 0,1 0 0,-1-1 0,1 1 0,-1 0 0,1-1 0,-1 0 0,0 0 0,1-1 0,-1 1 0,1 0 0,0-1 0,-1 1 0,1 0 0,0-1 0,0 1 0,0-1 0,0 1 0,0 0 0,0-3 0,11-38 0,-6 27 0,-3 11 0,0 0 0,0-1 0,0 1 0,-1 0 0,0-1 0,0 0 0,0 1 0,-1-1 0,1-6 0,-1 11 0,0 0 0,0 0 0,0 0 0,0 0 0,-1-1 0,1 1 0,0 0 0,0 0 0,0 0 0,0 0 0,0 0 0,0-1 0,0 1 0,-1 0 0,1 0 0,0 0 0,0 0 0,0 0 0,0 0 0,0-1 0,-1 1 0,1 0 0,0 0 0,0 0 0,0 0 0,-1 0 0,1 0 0,0 0 0,0 0 0,0 0 0,0 0 0,-1 0 0,1 0 0,0 0 0,0 0 0,0 0 0,-1 0 0,1 0 0,0 0 0,0 0 0,0 0 0,0 1 0,-1-1 0,1 0 0,0 0 0,0 0 0,0 0 0,0 0 0,0 0 0,-1 0 0,1 1 0,0-1 0,0 0 0,0 0 0,-9 8 0,0 2 0,1 0 0,0 1 0,-7 13 0,12-19 0,1 0 0,-1 0 0,1 0 0,0 1 0,0-1 0,1 1 0,-1-1 0,1 1 0,0 9 0,1-13 0,0-1 0,0 1 0,0-1 0,0 1 0,1-1 0,-1 1 0,0-1 0,1 0 0,0 1 0,-1-1 0,1 1 0,0-1 0,-1 0 0,1 0 0,0 0 0,0 1 0,0-1 0,0 0 0,0 0 0,3 1 0,-2 0 0,1-1 0,-1 0 0,1 0 0,0 0 0,-1 0 0,1 0 0,0-1 0,0 1 0,-1-1 0,5 0 0,1 0 0,-1 0 0,1 0 0,-1-1 0,0-1 0,1 1 0,-1-1 0,10-5 0,5-2 0,0-2 0,-1 0 0,-1-2 0,30-23 0,-43 30 0,1-1 0,-1-1 0,0 1 0,-1-1 0,0-1 0,0 1 0,-1-1 0,0 0 0,-1 0 0,1 0 0,-2-1 0,1 1 0,2-14 0,-3 5 0,0 0 0,0-29 0,-3 38 0,0 0 0,-1 1 0,0-1 0,-1 1 0,1 0 0,-1-1 0,-6-13 0,6 20 0,1-1 0,-1 1 0,0-1 0,0 1 0,-1-1 0,1 1 0,0 0 0,-1 0 0,1 0 0,-1 0 0,0 1 0,1-1 0,-1 1 0,0 0 0,0-1 0,0 1 0,0 0 0,0 1 0,0-1 0,-1 1 0,-3-1 0,-7 0 0,1 0 0,-1 1 0,-21 3 0,24-1 0,0 0 0,0 1 0,1 0 0,-1 1 0,1 0 0,0 0 0,0 1 0,0 1 0,-17 11 0,-2 7 0,-43 42 0,21-17 0,38-37 0,1 1 0,0 1 0,0 0 0,2 0 0,-1 1 0,-8 20 0,13-24 0,1 0 0,0 1 0,1-1 0,0 1 0,1 0 0,0 1 0,1-1 0,0 0 0,0 23 0,3-32 0,-1 1 0,0-1 0,1 0 0,0 0 0,-1 1 0,1-1 0,0 0 0,1 0 0,-1 0 0,1 0 0,-1 0 0,1 0 0,0-1 0,0 1 0,0 0 0,0-1 0,1 0 0,-1 1 0,1-1 0,-1 0 0,1 0 0,0-1 0,-1 1 0,1 0 0,0-1 0,0 0 0,1 1 0,-1-1 0,0-1 0,0 1 0,4 0 0,12 2 0,-1-1 0,1-1 0,0-1 0,27-4 0,-10 2 0,-30 2 0,0 0 0,0 0 0,-1-1 0,1 0 0,0 0 0,0 0 0,-1-1 0,1 0 0,-1 0 0,1-1 0,-1 1 0,0-1 0,0 0 0,0 0 0,-1-1 0,1 1 0,-1-1 0,1 0 0,-1-1 0,0 1 0,-1-1 0,1 1 0,4-9 0,7-12 0,22-46 0,-32 59 0,-1 0 0,0 1 0,-1-1 0,-1 0 0,0-1 0,1-22 0,-3 25 0,-1-30 0,1 37 0,-1 1 0,1-1 0,-1 1 0,1 0 0,-1-1 0,0 1 0,0 0 0,0-1 0,0 1 0,0 0 0,-1 0 0,1 0 0,-3-2 0,3 3 0,0 0 0,0 1 0,0-1 0,0 1 0,0-1 0,0 1 0,0 0 0,0-1 0,0 1 0,0 0 0,0 0 0,-1 0 0,1 0 0,0 0 0,0 0 0,0 0 0,0 0 0,0 0 0,0 0 0,-1 0 0,1 1 0,0-1 0,0 1 0,0-1 0,-2 2 0,-27 17 0,27-17 0,-36 30 0,2 2 0,-54 62 0,81-85 0,7-8 0,1 0 0,-1 0 0,1 1 0,0-1 0,-1 1 0,2-1 0,-1 1 0,-2 7 0,4-11 0,-1 1 0,1 0 0,0 0 0,0 0 0,0 0 0,0-1 0,0 1 0,0 0 0,0 0 0,0 0 0,1 0 0,-1-1 0,0 1 0,0 0 0,1 0 0,-1 0 0,1-1 0,-1 1 0,1 1 0,0-1 0,0 0 0,0-1 0,0 1 0,1 0 0,-1 0 0,0-1 0,0 1 0,1-1 0,-1 1 0,0-1 0,1 1 0,-1-1 0,0 0 0,1 0 0,2 1 0,7-2 0,0 0 0,-1-1 0,1 0 0,0 0 0,0-1 0,-1-1 0,0 0 0,15-7 0,-12 5 0,-8 4 0,0-1 0,0 0 0,0 0 0,0 0 0,-1-1 0,0 1 0,1-1 0,-1 0 0,-1 0 0,1-1 0,-1 1 0,1-1 0,-1 0 0,-1 0 0,1 0 0,-1 0 0,0 0 0,0 0 0,0-1 0,-1 1 0,2-8 0,0-12 0,-1 1 0,-1-1 0,-3-41 0,0 21 0,2 36-273,-1 0 0,0-1 0,-1 1 0,-5-18 0,2 12-6553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13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201 146 24575,'-4'-3'0,"1"0"0,-1 0 0,1 0 0,-1 0 0,0 1 0,0 0 0,-8-4 0,11 6 0,0 0 0,0-1 0,0 1 0,1 0 0,-1 0 0,0 0 0,0 0 0,0 0 0,0 0 0,0 0 0,0 0 0,1 0 0,-1 0 0,0 0 0,0 1 0,0-1 0,0 0 0,1 0 0,-2 1 0,1 0 0,0 0 0,1 0 0,-1 0 0,0 0 0,1 0 0,-1 0 0,0 0 0,1 0 0,0 0 0,-1 0 0,1 0 0,-1 0 0,1 0 0,0 0 0,0 0 0,0 0 0,0 1 0,0 1 0,0 8 0,2 1 0,0 0 0,0-1 0,1 0 0,0 0 0,7 15 0,0 3 0,-7-21 0,0-1 0,0 1 0,1-1 0,0 1 0,0-1 0,8 9 0,-10-15 0,-1 1 0,1-1 0,-1 1 0,1-1 0,-1 1 0,1-1 0,0 0 0,0 0 0,0 0 0,0 0 0,0 0 0,4 1 0,-5-2 0,0 0 0,1 0 0,-1 0 0,1 0 0,-1 0 0,0 0 0,1 0 0,-1-1 0,1 1 0,-1 0 0,0-1 0,1 1 0,-1-1 0,0 0 0,0 1 0,0-1 0,1 0 0,-1 0 0,0 0 0,0 0 0,0 0 0,1-1 0,0-2 0,1 0 0,-1 0 0,0 0 0,0 0 0,0 0 0,0 0 0,-1-1 0,0 1 0,0 0 0,0-1 0,0 1 0,-1-1 0,1-5 0,-1 0 0,0 1 0,-1-1 0,0 0 0,0 0 0,-4-11 0,-1 2 0,-2 1 0,0 0 0,-1 0 0,-1 1 0,0 0 0,-15-17 0,22 31 0,1 0 0,-1 0 0,0 1 0,0-1 0,0 1 0,0-1 0,0 1 0,0 0 0,-1 0 0,1 1 0,-1-1 0,1 1 0,-1 0 0,0 0 0,0 0 0,1 0 0,-1 0 0,0 1 0,0 0 0,0 0 0,0 0 0,0 0 0,1 1 0,-1-1 0,0 1 0,0 0 0,0 0 0,1 1 0,-1-1 0,1 1 0,-1-1 0,1 1 0,0 0 0,-1 0 0,1 1 0,0-1 0,0 1 0,1 0 0,-1-1 0,0 1 0,1 0 0,0 1 0,0-1 0,-3 6 0,-3 6 0,1 0 0,1 1 0,1 0 0,0 0 0,1 0 0,1 0 0,0 1 0,1-1 0,1 1 0,1 19 0,-1-15 0,1-12 0,0 0 0,0 0 0,1 0 0,0 0 0,3 11 0,-4-18 0,1 1 0,0-1 0,0 0 0,0 0 0,0 0 0,1 0 0,-1 0 0,0 0 0,1 0 0,-1 0 0,1-1 0,0 1 0,0 0 0,0-1 0,0 1 0,-1-1 0,2 0 0,-1 0 0,0 0 0,0 0 0,0 0 0,0 0 0,1-1 0,4 2 0,0-1 0,0 0 0,1 0 0,-1 0 0,1-1 0,0 0 0,-1-1 0,1 1 0,-1-2 0,0 1 0,1-1 0,-1 0 0,0 0 0,0-1 0,0 0 0,0 0 0,0-1 0,-1 0 0,0 0 0,0 0 0,0-1 0,0 0 0,-1 0 0,1 0 0,-1-1 0,-1 0 0,1 0 0,-1 0 0,0-1 0,0 1 0,2-8 0,-1 3 0,4-6 0,-1-2 0,0 1 0,7-33 0,-14 47 0,0-1 0,0 0 0,0 0 0,-1 0 0,0 0 0,0 0 0,-1 0 0,1 0 0,-1 0 0,0 0 0,0 0 0,-1 1 0,1-1 0,-1 0 0,0 1 0,0-1 0,-1 1 0,1 0 0,-1 0 0,-3-4 0,-2-1 0,0 1 0,-1 0 0,0 1 0,0 0 0,-1 0 0,1 1 0,-19-8 0,24 12 0,0 1 0,0-1 0,-1 1 0,1 0 0,0 0 0,-1 1 0,1-1 0,-1 1 0,-8 0 0,10 1 0,0-1 0,0 1 0,1 0 0,-1 0 0,0 0 0,1 0 0,-1 0 0,1 1 0,-1-1 0,1 1 0,-1-1 0,1 1 0,0 0 0,0 0 0,0 0 0,-3 5 0,-2 3 0,1 1 0,0 0 0,0 1 0,1-1 0,1 1 0,0 0 0,0 1 0,-3 23 0,3 1 0,-1 65 0,5-94 0,0 3 0,0-1 0,1 1 0,0-1 0,3 14 0,-4-22 0,1-1 0,-1 1 0,0-1 0,1 0 0,-1 1 0,1-1 0,-1 1 0,1-1 0,0 0 0,0 1 0,0-1 0,-1 0 0,1 0 0,0 0 0,0 0 0,1 0 0,-1 0 0,0 0 0,0 0 0,0 0 0,1 0 0,-1-1 0,0 1 0,1 0 0,-1-1 0,1 1 0,-1-1 0,1 0 0,-1 1 0,1-1 0,-1 0 0,1 0 0,-1 0 0,1 0 0,-1 0 0,1 0 0,-1-1 0,2 1 0,6-3 0,0-1 0,0 1 0,0-1 0,-1-1 0,1 1 0,-1-2 0,0 1 0,-1-1 0,1 0 0,6-8 0,-4 4 0,0-1 0,-1 0 0,0-1 0,-1 0 0,-1 0 0,7-14 0,-7 12 0,-1-1 0,-1 1 0,0-1 0,-1 0 0,3-19 0,-7 31 0,1 0 0,-1-1 0,0 1 0,0 0 0,0 0 0,0-1 0,0 1 0,-1 0 0,1 0 0,-1 0 0,0 0 0,0 0 0,0 0 0,-1 0 0,1 0 0,-1 0 0,1 0 0,-1 0 0,0 1 0,0-1 0,0 1 0,-1-1 0,1 1 0,0 0 0,-1 0 0,0 0 0,1 0 0,-1 1 0,0-1 0,0 1 0,-4-2 0,1 1 0,1 0 0,-1 0 0,0 1 0,0 0 0,0 0 0,1 1 0,-1-1 0,0 1 0,0 1 0,0-1 0,0 1 0,0 0 0,0 0 0,1 1 0,-1 0 0,-6 2 0,9-2 0,-1 0 0,1 0 0,0 0 0,0 1 0,0-1 0,0 1 0,0 0 0,1-1 0,-1 1 0,1 1 0,0-1 0,0 0 0,0 0 0,0 1 0,1-1 0,-1 1 0,1 0 0,0-1 0,0 1 0,0 0 0,0 0 0,1-1 0,0 1 0,0 0 0,0 5 0,0-6 0,0-1 0,0 0 0,1 0 0,-1 1 0,1-1 0,-1 0 0,1 0 0,0 0 0,0 0 0,2 4 0,-3-5 0,0-1 0,1 1 0,-1-1 0,1 0 0,-1 1 0,1-1 0,-1 0 0,1 1 0,-1-1 0,1 0 0,0 0 0,-1 1 0,1-1 0,-1 0 0,1 0 0,0 0 0,-1 0 0,1 0 0,-1 0 0,1 0 0,0 0 0,-1 0 0,1 0 0,-1 0 0,1 0 0,0-1 0,-1 1 0,1 0 0,-1 0 0,1-1 0,-1 1 0,1 0 0,-1 0 0,1-1 0,-1 1 0,1-1 0,-1 1 0,1-1 0,-1 1 0,0 0 0,1-1 0,-1 1 0,0-1 0,1 0 0,9-10-341,-1-1 0,0 0-1,8-14 1,-4 3-6485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01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24575,'81'-3'0,"88"-16"0,-40 3 0,-89 12 0,-11 0 0,-1 2 0,40 1 0,-64 2 0,0-1 0,0 1 0,0-1 0,0 1 0,0 0 0,-1 1 0,1-1 0,0 1 0,-1-1 0,1 1 0,-1 0 0,0 0 0,0 1 0,0-1 0,0 1 0,0-1 0,0 1 0,0 0 0,-1 0 0,0 0 0,1 1 0,-1-1 0,0 0 0,-1 1 0,1-1 0,1 7 0,2 7 0,-1 0 0,-1 1 0,0 0 0,0 30 0,0 2 0,2-23 0,1-1 0,19 50 0,-5-17 0,-14-32 0,-2 0 0,0 0 0,-2 0 0,-1 1 0,-3 41 0,0-14 0,1 118-1365,1-147-5461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39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34 24575,'0'11'0,"1"1"0,0-1 0,5 21 0,-6-30 0,0 0 0,1 1 0,-1-1 0,1 0 0,0 0 0,0 0 0,0 0 0,0 0 0,0 0 0,0 0 0,0 0 0,1 0 0,-1 0 0,1-1 0,-1 1 0,1 0 0,0-1 0,0 0 0,0 1 0,0-1 0,0 0 0,0 0 0,0 0 0,0 0 0,4 1 0,-3-2 0,-1-1 0,1 1 0,0-1 0,-1 1 0,1-1 0,-1 0 0,1 0 0,-1 0 0,0-1 0,1 1 0,-1 0 0,0-1 0,0 1 0,0-1 0,0 0 0,0 0 0,0 0 0,-1 0 0,1 0 0,1-3 0,19-16 0,-37 54 0,-7-6 0,11-15 0,1 1 0,-13 20 0,21-30 0,1 0 0,-1 0 0,1 0 0,0 0 0,-1 0 0,2 0 0,-1 0 0,0 0 0,0 0 0,1 0 0,0 0 0,0 1 0,0-1 0,0 0 0,0 0 0,0 0 0,1 1 0,1 3 0,-2-6 0,0-1 0,0 1 0,0-1 0,0 1 0,1 0 0,-1-1 0,0 1 0,0-1 0,1 1 0,-1-1 0,0 1 0,1-1 0,-1 1 0,1-1 0,-1 1 0,0-1 0,1 0 0,-1 1 0,1-1 0,-1 0 0,1 1 0,-1-1 0,1 0 0,-1 0 0,1 1 0,0-1 0,-1 0 0,1 0 0,-1 0 0,2 0 0,-1 0 0,0 0 0,0-1 0,0 1 0,0-1 0,0 0 0,0 1 0,0-1 0,0 0 0,0 0 0,0 1 0,-1-1 0,1 0 0,0 0 0,0-1 0,19-36 0,-14 23 0,-1 0 0,-1-1 0,-1 1 0,0-1 0,-1 1 0,0-1 0,-2-31 0,0 45 0,0 0 0,0 0 0,0 0 0,-1 1 0,1-1 0,-1 0 0,1 0 0,-1 0 0,1 0 0,-1 1 0,0-1 0,0 0 0,0 1 0,0-1 0,0 1 0,0-1 0,-1 1 0,-1-3 0,2 4 0,0-1 0,-1 0 0,1 1 0,0 0 0,-1-1 0,1 1 0,0 0 0,-1-1 0,1 1 0,0 0 0,-1 0 0,1 0 0,-1 0 0,1 0 0,0 1 0,-1-1 0,1 0 0,-1 1 0,-1 0 0,-2 1 0,0 0 0,0 1 0,-1 0 0,2 0 0,-1 1 0,0 0 0,1-1 0,-1 1 0,1 1 0,-5 6 0,5-5 0,0 0 0,1 0 0,0 1 0,1-1 0,-1 1 0,1-1 0,0 1 0,1 0 0,-1 0 0,1 7 0,0 3 0,0 0 0,2-1 0,2 19 0,-3-33 0,0 0 0,1 0 0,-1 0 0,0-1 0,1 1 0,0 0 0,-1 0 0,1 0 0,0-1 0,0 1 0,0-1 0,0 1 0,0-1 0,2 3 0,-2-4 0,0 1 0,0 0 0,-1-1 0,1 1 0,0-1 0,0 1 0,1-1 0,-1 1 0,0-1 0,0 0 0,0 1 0,0-1 0,0 0 0,0 0 0,0 0 0,0 0 0,1 0 0,0 0 0,1-1 0,0 0 0,0 0 0,0 0 0,-1 0 0,1 0 0,0-1 0,-1 1 0,1-1 0,-1 0 0,1 1 0,-1-1 0,0 0 0,0-1 0,0 1 0,0 0 0,2-4 0,18-25 0,-2-1 0,-2-1 0,-1-1 0,14-36 0,-30 67 0,-1 0 0,1-1 0,0 1 0,-1 0 0,1 0 0,-1 0 0,0-1 0,0 1 0,0 0 0,-2-5 0,2 7 0,0 0 0,0 0 0,-1 0 0,1 0 0,-1 0 0,1 1 0,-1-1 0,1 0 0,-1 0 0,0 0 0,1 1 0,-1-1 0,0 0 0,0 1 0,1-1 0,-1 1 0,0-1 0,0 1 0,0-1 0,0 1 0,0-1 0,0 1 0,1 0 0,-1-1 0,0 1 0,0 0 0,0 0 0,0 0 0,0 0 0,0 0 0,0 0 0,0 0 0,0 0 0,0 0 0,0 1 0,0-1 0,0 0 0,-1 1 0,-6 1 0,1 0 0,-1 1 0,1 0 0,0 1 0,-1-1 0,2 1 0,-1 1 0,0-1 0,1 1 0,-8 8 0,-4 6 0,-28 39 0,20-24 0,22-30 0,1 1 0,1 0 0,-1 0 0,1 0 0,-1 1 0,2-1 0,-1 0 0,0 1 0,1-1 0,0 1 0,1 0 0,-1-1 0,1 1 0,0-1 0,1 11 0,0-13 0,-1 0 0,0 0 0,1 0 0,0-1 0,0 1 0,0 0 0,0 0 0,0-1 0,0 1 0,1-1 0,-1 1 0,1-1 0,0 0 0,0 1 0,-1-1 0,2 0 0,-1 0 0,0 0 0,0-1 0,1 1 0,-1 0 0,0-1 0,1 0 0,0 1 0,-1-1 0,1 0 0,0 0 0,0-1 0,-1 1 0,1 0 0,6-1 0,-6 0 0,0 0 0,0 0 0,0-1 0,0 0 0,0 1 0,0-1 0,0 0 0,0-1 0,0 1 0,-1 0 0,1-1 0,0 1 0,4-5 0,32-32 0,-17 16 0,4-2 0,24-29 0,-42 44 0,-1 1 0,-1-2 0,0 1 0,0-1 0,-1 0 0,0 0 0,4-16 0,-48 77 0,-9 0 0,39-44 0,0 1 0,1 1 0,0 0 0,0 0 0,1 0 0,1 1 0,-1 0 0,-9 21 0,2 12 0,1 1 0,3 0 0,-8 59 0,12-27 0,2 90 0,5 184 0,-5-279 0,-22 123 0,6-64 0,-117 622 0,116-655 0,4 1 0,-7 131 0,22-121 0,5-1 0,22 151 0,4-84 0,43 322 0,-5 2 0,-42-214 0,-21 1 0,-2-65 0,2-170 0,20 97 0,-16-105 0,-1 4 0,-4-25 0,1-1 0,1 1 0,0 0 0,14 32 0,-8-27 0,-6-13 0,1 0 0,9 16 0,-13-26 0,0-1 0,-1 1 0,1 0 0,1-1 0,-1 0 0,0 1 0,1-1 0,-1 0 0,1 0 0,-1 0 0,1 0 0,0-1 0,0 1 0,0-1 0,3 2 0,12 0 0,1-1 0,-1-1 0,0 0 0,0-2 0,29-3 0,3 0 0,5 2 0,259-6 0,-244 10 0,0 3 0,101 20 0,-35 1 0,0-6 0,265 4 0,-178-15 0,-183-5 0,0 2 0,-1 2 0,61 20 0,4 12 0,-29-11 0,91 23 0,13-13 0,2-7 0,1-8 0,302 1 0,-410-29 0,1-4 0,-1-2 0,0-4 0,-1-3 0,-1-3 0,89-38 0,-104 36 0,1 3 0,1 2 0,97-14 0,-120 27 0,0 1 0,0 2 0,0 2 0,0 1 0,0 1 0,0 2 0,51 15 0,30 21 0,-75-24 0,76 19 0,-108-34 0,-1-1 0,1 1 0,12-2 0,-19 0 0,-1 0 0,0 0 0,1 0 0,-1-1 0,1 1 0,-1-1 0,0 0 0,4-1 0,-5 1 0,0 1 0,-1-1 0,1 1 0,0-1 0,-1 1 0,1-1 0,-1 1 0,1-1 0,-1 1 0,1-1 0,-1 0 0,1 1 0,-1-1 0,0 0 0,1 0 0,-1 1 0,0-1 0,0 0 0,1 0 0,-1 1 0,0-1 0,0 0 0,0 0 0,0 0 0,0-1 0,-1 1 0,1 0 0,0 0 0,-1 0 0,0 0 0,1 0 0,-1 0 0,1 0 0,-1 0 0,0 0 0,0 1 0,0-1 0,0 0 0,1 0 0,-1 1 0,0-1 0,0 0 0,0 1 0,0-1 0,0 1 0,-1 0 0,1-1 0,0 1 0,0 0 0,0-1 0,-2 1 0,-35-5 0,32 4 0,-113-12-1365,54 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0:50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24575,'-2'1'0,"0"-1"0,0 0 0,0 1 0,1 0 0,-1-1 0,0 1 0,0 0 0,1 0 0,-1 0 0,1 0 0,-1 0 0,1 0 0,-1 0 0,1 0 0,-1 1 0,1-1 0,0 1 0,0-1 0,0 1 0,0-1 0,0 1 0,0 0 0,0-1 0,0 1 0,1 0 0,-1 0 0,1-1 0,-1 1 0,1 3 0,-3 9 0,1-1 0,0 28 0,1-35 0,1 31 0,2 0 0,1-1 0,12 53 0,37 108 0,-3-14 0,-29-79-341,-5 0 0,-5 1-1,-2 111 1,-9-176-6485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0:51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1 124 24575,'10'-10'0,"0"0"0,1 1 0,0 0 0,0 0 0,1 2 0,0-1 0,1 1 0,0 1 0,0 0 0,0 1 0,1 0 0,14-2 0,12-2 0,0 2 0,1 2 0,43 0 0,-24 6 0,104 16 0,-126-10 0,0 1 0,-1 2 0,66 28 0,-96-35 0,-1 1 0,1 0 0,0 0 0,-1 0 0,0 1 0,0 0 0,-1 0 0,1 1 0,-1-1 0,6 10 0,-1 0 0,-1 0 0,-1 1 0,8 22 0,15 45 0,-4 0 0,-4 2 0,20 140 0,-39-204 0,-2-1 0,0 1 0,-2 0 0,0 0 0,-1-1 0,-2 1 0,0 0 0,-1-1 0,-6 21 0,2-17-455,0 0 0,-3 28 0,8-27-6371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0:51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24575,'4'0'0,"6"4"0,5 2 0,13-1 0,22-1 0,32-1 0,36-1 0,40-1 0,38 7 0,29 8-1348,9 8 1348,-14 5 0,-32-2 0,-43-7 0,-43-6 0,-38-5-6843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0:53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28 324 24575,'5'5'0,"0"1"0,-1 0 0,0 1 0,0-1 0,0 1 0,-1-1 0,0 1 0,2 9 0,5 8 0,302 731 0,-306-742 0,6 15 0,-11-27 0,-1 0 0,1 0 0,-1 1 0,1-1 0,-1 0 0,0 0 0,0 1 0,1-1 0,-1 0 0,0 1 0,0-1 0,0 0 0,-1 0 0,1 1 0,0 1 0,-1-3 0,1 0 0,-1 0 0,1 0 0,-1 0 0,1 0 0,-1 0 0,1 0 0,-1 0 0,1 0 0,-1 0 0,1 0 0,-1 0 0,1-1 0,-1 1 0,1 0 0,0 0 0,-1 0 0,1-1 0,-1 1 0,1 0 0,0-1 0,-1 1 0,1 0 0,0-1 0,-1 1 0,1 0 0,0-1 0,-1 1 0,1-1 0,0 1 0,-1-1 0,-17-18 0,0-2 0,1 0 0,1-1 0,-14-25 0,-48-103 0,-106-322 0,177 454 0,1-1 0,1 0 0,0 0 0,2 0 0,0 0 0,1-1 0,1 1 0,2-33 0,1 46 0,-1 0 0,1 0 0,0 1 0,0-1 0,1 1 0,0 0 0,0-1 0,0 1 0,0 0 0,1 1 0,0-1 0,0 1 0,0-1 0,1 1 0,-1 1 0,10-7 0,5-2 0,0 0 0,1 2 0,24-10 0,32-9 0,0 4 0,2 3 0,99-16 0,-150 34 0,1 0 0,-1 2 0,44 2 0,-70-1 0,1 1 0,-1 0 0,1 0 0,-1 1 0,0-1 0,1 0 0,-1 0 0,1 1 0,-1-1 0,0 1 0,1-1 0,-1 1 0,0-1 0,1 1 0,-1 0 0,0 0 0,0 0 0,0 0 0,0 0 0,0 0 0,0 0 0,0 0 0,0 0 0,0 0 0,0 0 0,0 1 0,-1-1 0,1 0 0,-1 1 0,1-1 0,-1 0 0,1 1 0,-1-1 0,0 1 0,1-1 0,-1 0 0,0 3 0,-1 0 0,0 1 0,0-1 0,0 0 0,0 1 0,-1-1 0,1 0 0,-1 0 0,0 0 0,-1 0 0,-4 7 0,-8 7 0,-1 1 0,-1-2 0,0 0 0,-1-1 0,-35 23 0,13-14 0,-83 37 0,95-50 0,1 1 0,0 2 0,-27 18 0,35-13 0,19-20 0,-1 0 0,1 0 0,0 1 0,0-1 0,0 0 0,-1 0 0,1 1 0,0-1 0,0 0 0,0 0 0,0 1 0,0-1 0,0 0 0,0 0 0,-1 1 0,1-1 0,0 0 0,0 0 0,0 1 0,0-1 0,0 0 0,0 0 0,0 1 0,0-1 0,1 0 0,-1 1 0,0-1 0,0 0 0,0 0 0,0 1 0,0-1 0,0 0 0,0 0 0,1 1 0,-1-1 0,0 0 0,0 0 0,0 0 0,0 1 0,1-1 0,-1 0 0,0 0 0,0 0 0,1 0 0,-1 1 0,0-1 0,0 0 0,1 0 0,-1 0 0,0 0 0,0 0 0,1 0 0,-1 0 0,1 0 0,18 0 0,-17 0 0,168-25 0,-75 9 0,38-5 0,-12 0 0,145-5 0,-259 25 0,0 1 0,-1 0 0,1 1 0,-1 0 0,1 0 0,-1 0 0,0 1 0,1 0 0,-1 0 0,0 0 0,0 1 0,0 0 0,-1 0 0,1 1 0,-1-1 0,1 1 0,-1 0 0,0 1 0,-1-1 0,1 1 0,-1 0 0,0 0 0,0 1 0,0-1 0,-1 1 0,0 0 0,0-1 0,-1 1 0,1 1 0,-1-1 0,2 12 0,0 3 0,-2 1 0,0-1 0,-2 0 0,0 1 0,-4 23 0,3-37 0,-1 0 0,0 0 0,-1-1 0,0 1 0,0 0 0,-1-1 0,0 0 0,0 0 0,-1 0 0,1 0 0,-1-1 0,-1 0 0,0 0 0,1 0 0,-10 7 0,-8 4 0,0 0 0,-2-2 0,-26 14 0,0-5 57,-1-2 0,-1-2 0,0-3 0,-2-2 0,-88 13 0,35-15-911,-208-3 1,280-11-5973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1:47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0 24575,'-1'2'0,"-1"0"0,1-1 0,-1 1 0,1 0 0,0 0 0,-1 0 0,1 1 0,0-1 0,1 0 0,-1 0 0,0 1 0,0 1 0,-4 14 0,-36 102-377,-37 191 1,3 134-1061,70-414 1345,-144 1528-365,143-1381 457,-46 912 0,30-819-4,-31 421-33,32 4 12,26-581 1428,32 196-1,-32-289-1402,15 43 0,-9-33 0,-9-14 0,-2-17 0,0-1 0,0 1 0,0-1 0,0 0 0,0 1 0,0-1 0,0 1 0,0-1 0,0 1 0,0-1 0,-1 1 0,1-1 0,0 0 0,0 1 0,0-1 0,-1 1 0,1-1 0,0 0 0,-1 1 0,1-1 0,0 0 0,-1 1 0,1-1 0,0 0 0,-1 1 0,1-1 0,-1 0 0,0 0 0,1 0 0,-1 0 0,1 0 0,-1 0 0,1 0 0,-1 0 0,1 0 0,-1 0 0,1 0 0,-1-1 0,1 1 0,-1 0 0,1 0 0,0-1 0,-1 1 0,1 0 0,-1 0 0,1-1 0,0 1 0,-1-1 0,1 1 0,0 0 0,-1-1 0,1 1 0,0-1 0,0 1 0,0-1 0,-1 1 0,1 0 0,0-1 0,0 1 0,0-1 0,0 1 0,0-1 0,0 1 0,0-1 0,0 1 0,0-1 0,0 0 0,1-26 0,15-29-1365,9-7-5461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1:48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24575,'3'0'0,"-1"1"0,1 0 0,-1 0 0,1 0 0,-1 0 0,1 0 0,-1 0 0,0 1 0,1-1 0,-1 1 0,0-1 0,0 1 0,0 0 0,0 0 0,-1 0 0,1 0 0,0 0 0,-1 0 0,1 1 0,1 3 0,15 23 0,-1 2 0,12 31 0,-15-32 0,124 286-1375,175 603-1,-245-641 579,-13 2 0,21 307-1,-55-247-164,-31 481 0,-81 198 962,8-97 0,68-681 0,8 42 0,9-256 852,1 0 1,7 29-1,0-4 745,-8-37-505,0 0 1,-1 15-1,0-26-1216,-2-1 1,1 1-1,0 0 1,-1 0-1,1-1 1,-1 1-1,0 0 1,-1-1-1,1 1 1,-1 0-1,1-1 1,-1 0-1,-3 4 1,-6 4-6703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3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0 124 24575,'425'0'0,"-397"-2"0,-1-1 0,1-1 0,40-12 0,-1 1 0,57-19 0,-82 20 0,72-12 0,-79 21 0,1 2 0,0 2 0,-1 0 0,1 3 0,0 1 0,54 12 0,327 65 0,-100-22 0,-266-47 0,1-2 0,1 2 0,-2 3 0,97 40 0,-132-47 0,-1-1 0,1 0 0,0-1 0,1-1 0,-1-1 0,18 2 0,101-1 0,-125-4 0,483-1 0,-466 3 0,0 1 0,-1 1 0,40 11 0,-32-6 0,42 4 0,362 16 0,0-44 0,-19-11 0,-286 12 0,145-7 0,551 22 0,-803 0 0,0 0 0,1 2 0,-2 1 0,36 10 0,-19-1 0,72 34 0,237 94 0,-299-122 0,-16-6 0,0-1 0,68 13 0,274 6 0,3-33 0,10-22 0,-353 18-1365,-12 0-5461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38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1 470 24575,'7'0'0,"1"-1"0,-1-1 0,0 1 0,0-1 0,0 0 0,1-1 0,-2 0 0,1 0 0,0 0 0,11-9 0,6-5 0,28-26 0,-49 40 0,19-16 0,76-63 0,-82 71 0,-1 0 0,1 2 0,1 0 0,29-12 0,25-1 0,125-20 0,27-7 0,-181 38 0,67-7 0,-7 1 0,9-3 0,196-9 0,115 25 0,-357 5 0,-53-1 0,-1 2 0,1 0 0,0 0 0,0 1 0,-1 0 0,0 1 0,1 0 0,-1 1 0,-1 1 0,12 6 0,-13-7 0,117 54 0,195 62 0,-318-120 0,39 12 0,-28-9 0,0 0 0,0 1 0,-1 0 0,0 1 0,16 10 0,2 1 0,0-1 0,1-1 0,60 18 0,-2 0 0,-83-31 0,13 7 0,0 0 0,1-2 0,1-1 0,-1 0 0,1-2 0,23 2 0,52 6 0,-29-2 0,7-3 0,357 52 0,-375-47 0,0-2 0,1-3 0,80 1 0,-71-10 0,87-14 0,-104 10-455,-1 3 0,52 2 0,-80 1-6371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39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24575,'30'0'0,"66"2"0,-85 0 0,0 0 0,0 0 0,0 1 0,0 0 0,0 1 0,15 7 0,67 43 0,20 9 0,-96-55 0,107 58 0,-108-57 0,-1 1 0,0 1 0,0 1 0,-1 0 0,18 21 0,-24-22 0,0 1 0,-1 0 0,0 0 0,-1 1 0,0 0 0,-1 0 0,-1 1 0,0-1 0,0 1 0,1 21 0,-1 7 0,-1-1 0,-5 55 0,-7 7 0,-35 155 0,-7 49 0,48-271 0,-15 120 0,13-130 0,-1 1 0,-1-1 0,-18 44 0,-17 44 0,-7 15 0,-125 257 0,171-380 0,1 0 0,0 0 0,-1 0 0,0 0 0,-4 5 0,7-10 0,0 0 0,-1-1 0,1 1 0,-1 0 0,1-1 0,-1 1 0,1-1 0,-1 1 0,0 0 0,1-1 0,-1 1 0,1-1 0,-1 0 0,0 1 0,0-1 0,1 0 0,-1 1 0,0-1 0,0 0 0,1 0 0,-1 1 0,0-1 0,0 0 0,1 0 0,-1 0 0,0 0 0,0 0 0,0 0 0,1 0 0,-1-1 0,0 1 0,0 0 0,0 0 0,1-1 0,-1 1 0,0 0 0,1-1 0,-1 1 0,0 0 0,1-1 0,-2 0 0,-3-5-111,0 0 0,0 0 1,1-1-1,-1 1 0,1-1 0,-5-14 0,6 16-478,-16-37-6237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40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1 525 24575,'1'-4'0,"0"1"0,0-1 0,0 1 0,1 0 0,0-1 0,0 1 0,0 0 0,0 0 0,2-3 0,13-13 0,1 1 0,0 1 0,1 0 0,1 2 0,22-14 0,-21 14 0,69-43 0,2 3 0,3 4 0,2 5 0,114-38 0,-170 69 0,1 2 0,0 3 0,1 1 0,0 2 0,1 1 0,-1 3 0,1 2 0,0 1 0,48 8 0,88 18 0,-1 8 0,-1 7 0,240 92 0,-301-84 0,151 89 0,94 86 0,-356-220 0,108 77 0,-103-71 0,1 1 0,-1 0 0,-1 0 0,0 1 0,0 1 0,14 24 0,-4 9 0,-1 1 0,-2 0 0,13 64 0,-1-8 0,-19-69 0,68 199 0,-74-224 0,8 18 0,-12-25 0,1-1 0,-1 0 0,1 1 0,-1-1 0,0 1 0,0-1 0,1 1 0,-1-1 0,0 1 0,0-1 0,-1 1 0,1-1 0,0 1 0,-1 2 0,1-4 0,-1 0 0,1 0 0,0 1 0,0-1 0,-1 0 0,1 0 0,0 0 0,-1 0 0,1 0 0,0 1 0,-1-1 0,1 0 0,0 0 0,-1 0 0,1 0 0,0 0 0,-1 0 0,1 0 0,-1 0 0,1 0 0,0 0 0,-1 0 0,1-1 0,0 1 0,-1 0 0,1 0 0,0 0 0,0 0 0,-1 0 0,1-1 0,0 1 0,-1 0 0,1 0 0,0 0 0,0-1 0,-1 1 0,1 0 0,0-1 0,0 1 0,-1 0 0,-12-14 0,12 12 0,-15-16-1365,1 0-5461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42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1535 24575,'7'0'0,"7"0"0,1 0 0,-1-1 0,0 0 0,0-1 0,0-1 0,19-5 0,22-9 12,99-14-1,59 6-44,-98 13-61,1329-203-1778,-1401 206 1872,24-4 0,118-38 0,-177 47 61,1 1-1,-1-2 1,0 1 0,0-1-1,-1 0 1,1-1-1,-1 0 1,0 0 0,-1-1-1,1 0 1,7-11 0,-8 11 29,66-64 1068,25-59-1158,-8 8 0,-82 114 0,-1 0 0,-1 0 0,1 0 0,-2-1 0,1 0 0,-1 0 0,0-1 0,-1 1 0,0-1 0,-1 1 0,0-1 0,0 0 0,0-20 0,-1 18 0,0-1 0,0 0 0,1 1 0,1-1 0,0 1 0,1 0 0,0 0 0,1 0 0,0 0 0,1 1 0,0 0 0,1 0 0,12-16 0,-12 19 0,161-170 0,-42 51 0,-104 105-682,31-38-1,-42 44-6143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53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832 25 24575,'-11'-1'0,"0"0"0,1 0 0,-13-4 0,-15-1 0,-14 0 0,-2 2 0,1 3 0,0 3 0,-70 10 0,100-9 0,0 2 0,0 1 0,1 1 0,-1 0 0,2 2 0,-1 1 0,1 0 0,1 2 0,0 0 0,0 2 0,1 0 0,-22 21 0,33-26 0,0 1 0,1 0 0,0 0 0,0 1 0,1 0 0,0 0 0,1 0 0,1 1 0,-4 12 0,-3 15 0,-6 54 0,17-91 0,-5 25 0,2 0 0,1 1 0,1 0 0,5 52 0,-3-70 0,1-1 0,0 1 0,0-1 0,1 1 0,0-1 0,1 0 0,0 0 0,1-1 0,-1 1 0,2-1 0,-1 0 0,1 0 0,0-1 0,1 0 0,0 0 0,0 0 0,12 8 0,113 85 0,-118-90 0,0 0 0,1-1 0,0-1 0,1 0 0,-1-1 0,1-1 0,27 7 0,9-2 0,60 6 0,35 6 0,160 71 0,-91-24 0,-176-60-1365,-9-3-5461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2:54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30 24575,'-150'157'0,"145"-152"0,1 0 0,0 0 0,-1 0 0,1 0 0,1 1 0,-1 0 0,1 0 0,0 0 0,1 0 0,-1 0 0,1 1 0,0-1 0,1 1 0,0-1 0,-1 10 0,2-7 0,0-1 0,1 1 0,0-1 0,1 1 0,0-1 0,0 1 0,0-1 0,1 0 0,1 0 0,-1 0 0,8 11 0,-1-4 0,1 0 0,1-1 0,0 0 0,0-1 0,1-1 0,1 0 0,0 0 0,1-2 0,0 1 0,1-2 0,24 11 0,-33-17 0,0 0 0,0-1 0,0 0 0,0-1 0,0 0 0,0 0 0,1 0 0,-1-1 0,0 0 0,1 0 0,-1-1 0,0 0 0,1 0 0,-1-1 0,0 0 0,0 0 0,0 0 0,0-1 0,-1 0 0,1-1 0,8-5 0,-4 1 0,-1 0 0,0 0 0,0-1 0,-1 0 0,0 0 0,0-1 0,-1-1 0,0 1 0,-1-1 0,-1 0 0,8-17 0,-2 0 0,6-12 0,20-70 0,-35 98 0,0 0 0,-1 1 0,-1-1 0,1 0 0,-2 0 0,0 0 0,0-1 0,-1 1 0,-1 1 0,0-1 0,-3-13 0,3 21 0,1 0 0,-1 0 0,0 0 0,0 0 0,0 0 0,-1 0 0,1 1 0,-1-1 0,0 1 0,0 0 0,0 0 0,0 0 0,-1 0 0,-5-4 0,3 4 0,0 1 0,0-1 0,0 1 0,0 0 0,0 0 0,0 1 0,0-1 0,-1 2 0,-6-1 0,-9 1 0,1 1 0,0 1 0,-1 1 0,-40 12 0,-8 6 0,40-11 0,0-2 0,-1-1 0,-38 5 0,63-12 49,1 1 0,0-1 0,-1 1-1,1 0 1,0 1 0,-10 3 0,13-4-131,0 0 1,0 0 0,1 1 0,-1-1-1,1 0 1,-1 1 0,1-1-1,-1 1 1,1 0 0,0-1 0,0 1-1,0 0 1,0 0 0,0 0 0,0 0-1,0 0 1,1 0 0,-1 0 0,1 0-1,-1 4 1,-1 11-6745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06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24575,'7'6'0,"0"-1"0,1 1 0,0-1 0,-1-1 0,2 1 0,-1-1 0,13 4 0,64 14 0,-61-16 0,61 12 0,0-5 0,99 4 0,176-13 0,-359-4 0,1 0 0,0 0 0,0 0 0,0 0 0,-1 0 0,1 0 0,0 1 0,0-1 0,-1 1 0,1-1 0,0 1 0,2 1 0,-4-1 0,0-1 0,1 0 0,-1 0 0,0 1 0,0-1 0,0 0 0,1 1 0,-1-1 0,0 0 0,0 0 0,0 1 0,0-1 0,0 1 0,0-1 0,0 0 0,1 1 0,-1-1 0,0 0 0,0 1 0,0-1 0,0 0 0,-1 1 0,1-1 0,0 1 0,-9 14 0,-20 9-1365,-7 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07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24575,'2'0'0,"0"0"0,0 1 0,0-1 0,0 1 0,0 0 0,0 0 0,0-1 0,0 1 0,0 1 0,0-1 0,0 0 0,0 0 0,-1 1 0,1-1 0,2 4 0,22 27 0,-24-29 0,7 10 0,92 122 0,41 45 0,-135-170 0,-1 1 0,8 20 0,-11-23 0,0 0 0,1 0 0,0 0 0,1-1 0,0 1 0,8 9 0,-11-15 0,0-1 0,0 1 0,0-1 0,1 1 0,-1-1 0,0 0 0,1 0 0,-1 0 0,0 0 0,1 0 0,-1 0 0,1-1 0,0 1 0,-1-1 0,1 0 0,-1 0 0,1 0 0,0 0 0,-1 0 0,1 0 0,-1-1 0,1 0 0,-1 1 0,1-1 0,-1 0 0,4-2 0,9-3 0,-1-1 0,0-1 0,-1 0 0,0-1 0,24-21 0,-15 10 0,-1-2 0,22-28 0,36-66 0,-73 107 0,0 1 0,0-1 0,-1 0 0,-1 0 0,0-1 0,0 1 0,0-1 0,-1 0 0,2-12 0,-19 121 0,-1-37-1365,0-2-5461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09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32 24575,'0'-1'0,"0"0"0,0-1 0,0 1 0,0-1 0,0 1 0,0 0 0,-1-1 0,1 1 0,0-1 0,-1 1 0,1 0 0,-1-1 0,1 1 0,-1 0 0,0 0 0,1 0 0,-1-1 0,0 1 0,0 0 0,-2-1 0,2 1 0,0 1 0,0-1 0,0 1 0,0 0 0,0-1 0,0 1 0,0 0 0,0 0 0,-1 0 0,1 0 0,0 0 0,0 0 0,0 0 0,0 0 0,0 0 0,0 1 0,-1-1 0,1 0 0,-2 2 0,-1 0 0,0 0 0,0 0 0,0 1 0,0 0 0,0 0 0,0 0 0,1 0 0,-1 1 0,1-1 0,0 1 0,-2 4 0,1 0 0,0 0 0,1 0 0,0 0 0,1 0 0,0 1 0,0-1 0,1 1 0,0 0 0,0 15 0,2-8 0,0 0 0,0 1 0,2-1 0,5 21 0,-6-31 0,0 0 0,0 0 0,1 0 0,0 0 0,0 0 0,0-1 0,1 0 0,0 1 0,0-1 0,0 0 0,0-1 0,1 1 0,0-1 0,0 0 0,0 0 0,0 0 0,1-1 0,0 0 0,-1 0 0,1 0 0,0-1 0,0 0 0,1 0 0,-1 0 0,0-1 0,1 0 0,-1 0 0,0-1 0,1 0 0,-1 0 0,1 0 0,-1-1 0,1 0 0,-1 0 0,0-1 0,0 1 0,0-1 0,1-1 0,-2 1 0,1-1 0,11-7 0,-10 5 0,-1-1 0,0 1 0,0-1 0,0-1 0,0 1 0,-1-1 0,0 0 0,-1 0 0,1 0 0,-1-1 0,-1 1 0,1-1 0,-1 0 0,2-9 0,-1-5 0,-1 0 0,0 0 0,-2 0 0,-1-27 0,0 46 0,0-1 0,0 0 0,-1 1 0,1-1 0,-1 1 0,0-1 0,0 1 0,-1-4 0,1 6 0,1 0 0,-1 1 0,1-1 0,-1 0 0,1 0 0,-1 1 0,0-1 0,1 1 0,-1-1 0,0 1 0,0-1 0,1 1 0,-1-1 0,0 1 0,0-1 0,1 1 0,-1 0 0,0 0 0,0-1 0,0 1 0,0 0 0,0 0 0,0 0 0,1 0 0,-1 0 0,0 0 0,0 0 0,0 0 0,0 0 0,0 1 0,1-1 0,-1 0 0,0 1 0,0-1 0,0 0 0,0 1 0,-1 0 0,-28 13 0,5-1 0,0-2 0,-1-1 0,-33 8 0,56-17 22,-1 0 0,1 0 0,0 0-1,0 0 1,0 1 0,0-1 0,0 1-1,0 0 1,0 0 0,0 0 0,1 0-1,-1 0 1,1 0 0,-4 5 0,1 0-191,1 0 1,0 1-1,0-1 1,-3 11 0,0-2-682,0 0-5976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11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24575,'9'-23'0,"-7"15"0,0 1 0,1 0 0,1 0 0,-1 0 0,6-7 0,-9 13 0,1 0 0,0 0 0,-1 0 0,1 1 0,0-1 0,0 0 0,0 0 0,0 1 0,0-1 0,0 0 0,0 1 0,0-1 0,0 1 0,0-1 0,0 1 0,0 0 0,0-1 0,1 1 0,-1 0 0,0 0 0,0 0 0,0 0 0,0 0 0,1 0 0,-1 0 0,0 0 0,0 1 0,0-1 0,0 0 0,0 1 0,1-1 0,-1 1 0,0-1 0,0 1 0,0-1 0,0 1 0,0 0 0,-1-1 0,2 2 0,2 1 0,-1 1 0,1-1 0,-1 1 0,0-1 0,0 1 0,0 0 0,-1 1 0,1-1 0,-1 0 0,0 1 0,0-1 0,2 9 0,1 8 0,4 35 0,-4-25 0,29 174 0,-26-143 0,-4 0 0,-5 103 0,-1-54 0,-1-53 0,-20 109 0,12-106 0,-4 94 0,17 138 0,0-278 0,3-12 0,12-18 0,-7 5 0,4-2 0,1 0 0,0 2 0,1-1 0,0 2 0,1 0 0,0 1 0,34-12 0,-23 13 0,0 1 0,0 0 0,1 3 0,43-2 0,1 4 0,0 2 0,0 4 0,138 27 0,295 104 0,-138-42 0,7-23 0,-264-52 0,12 3 0,278 57 0,-103-5 0,341 83 0,-421-111 0,307 23 0,-117-18 0,85 6 0,33-53 0,-462-8 0,0-3 0,91-22 0,122-53 0,267-151 0,27-10 0,-84 78 0,-337 121 0,158-24 0,-298 66 0,-4 1 0,3-1 0,0 1 0,1-2 0,14-5 0,-23 7 0,0 1 0,0 0 0,0-1 0,0 1 0,0 0 0,0-1 0,0 1 0,0-1 0,-1 0 0,1 1 0,0-1 0,0 0 0,0 1 0,-1-1 0,1 0 0,0 0 0,-1 0 0,1 0 0,-1 0 0,1 1 0,-1-1 0,1 0 0,-1 0 0,0 0 0,1 0 0,-1-1 0,0 1 0,0 0 0,0 0 0,0 0 0,0 0 0,0 0 0,0 0 0,0 0 0,0 0 0,0 0 0,-1 0 0,1 0 0,0 0 0,-1 0 0,1 0 0,-1-1 0,-1 0 0,0 0 0,1 0 0,-1 0 0,0 1 0,0-1 0,0 1 0,0-1 0,0 1 0,0 0 0,0 0 0,0 0 0,-1 0 0,1 0 0,0 1 0,-1-1 0,1 1 0,0-1 0,-1 1 0,1 0 0,-3 0 0,-6 0 0,0 0 0,1 1 0,-16 2 0,-7 6 0,1 0 0,1 3 0,0 0 0,-46 26 0,-212 126-1365,158-82-5461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13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1 910 24575,'56'-3'0,"107"-19"0,-75 8 0,604-79 0,-666 89 0,52-8 0,151-45 0,64-47 0,-145 48 0,17 4 0,210-38 0,-298 77 0,129-7 0,78 17 0,-246 3 0,353-1 0,192 3 0,-98 46 0,-37-2 0,-279-43 0,86 4 0,-186 3 0,100 27 0,-15-2 0,-119-29 0,-1-2 0,55 0 0,-70-8 0,-19 4 0,0 0 0,1 0 0,-1-1 0,0 1 0,0 0 0,1 0 0,-1 0 0,0-1 0,0 1 0,1 0 0,-1-1 0,0 1 0,0 0 0,0 0 0,0-1 0,0 1 0,1 0 0,-1-1 0,0 1 0,0 0 0,0-1 0,0 1 0,0 0 0,0-1 0,0 1 0,0 0 0,0-1 0,0 0 0,-2-2 0,1 0 0,-1 1 0,0-1 0,1 0 0,-1 0 0,0 1 0,-4-4 0,-8-11 0,-59-109 0,65 108 0,0 0 0,1 0 0,1-1 0,1 0 0,-3-27 0,-12-151 0,16 169-1365,1 5-5461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1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24575,'23'-7'0,"1"1"0,0 1 0,0 1 0,27 0 0,96 4 0,-123 2 0,-1 0 0,0 2 0,0 0 0,0 2 0,-1 1 0,40 16 0,-34-9 0,0 1 0,-1 1 0,0 1 0,38 34 0,4 15 0,120 148 0,-141-163 0,-33-37 0,-1 1 0,17 23 0,-15-16 0,19 39 0,-30-51 0,-1 1 0,0-1 0,0 1 0,-2 0 0,1 0 0,1 20 0,0 40 0,-4 0 0,-2 0 0,-3 0 0,-4-1 0,-3 1 0,-3-2 0,-42 121 0,54-181 0,-21 57 0,-35 67 0,43-102 0,9-17 0,0 0 0,0 0 0,-2-1 0,1 0 0,-2-1 0,-15 18 0,-9 4 0,-51 70 0,30-33 0,44-56 0,0-1 0,1 2 0,1 0 0,0 0 0,-9 27 0,13-35 0,1-1 0,-1 1 0,0-1 0,0 0 0,-1-1 0,0 1 0,0-1 0,-1 0 0,1-1 0,-13 8 0,7-4 0,0 1 0,-13 13 0,18-15 0,-34 36 0,37-40 0,-1 0 0,1-1 0,-1 1 0,0-1 0,0 0 0,0 0 0,-10 3 0,13-5 11,1-1 0,0 0-1,0 0 1,0 0-1,0 0 1,0 0 0,-1 0-1,1 0 1,0 0 0,0 0-1,0-1 1,0 1 0,0 0-1,0-1 1,0 1 0,0-1-1,0 1 1,0-1 0,0 0-1,0 1 1,0-1-1,0 0 1,0 1 0,0-1-1,0 0 1,1 0 0,-1 0-1,0 0 1,1 0 0,-1 0-1,0-2 1,-2-3-313,1 0 0,-1 0 0,1 0-1,-1-7 1,2 11 107,-7-38-6631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18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0 126 24575,'1'-3'0,"0"1"0,0-1 0,0 0 0,0 0 0,1 1 0,-1-1 0,1 1 0,-1-1 0,1 1 0,0 0 0,0-1 0,2-1 0,0 0 0,4-4 0,0 1 0,0 0 0,1 0 0,0 0 0,0 1 0,1 1 0,0 0 0,0 0 0,0 1 0,0 0 0,1 0 0,-1 1 0,20-2 0,12 0 0,0 1 0,53 3 0,-84 1 0,85 4 0,0 4 0,-1 4 0,0 4 0,-2 4 0,0 4 0,-1 4 0,154 71 0,-191-73 0,22 9 0,-2 3 0,77 53 0,-100-54 0,-1 3 0,56 56 0,-76-63 0,-2 1 0,-1 1 0,-1 2 0,23 42 0,59 121 0,91 154 0,-100-189 0,70 108 0,-152-247 0,1-1 0,0-1 0,25 23 0,-49-51 0,1 0 0,-1 1 0,0-1 0,0 1 0,-1 0 0,1 1 0,-9-4 0,-28-4-1365,-2 2-5461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19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1088 24575,'167'-1'0,"205"4"0,-288 5 0,0 3 0,133 37 0,-64-12 0,-122-29 0,1-2 0,42 2 0,-61-7 0,-1 0 0,1-1 0,0 0 0,-1-1 0,1-1 0,-1 0 0,0-1 0,22-9 0,310-133 0,-203 89 0,-119 46 0,0-1 0,-1-1 0,-1-1 0,23-20 0,-35 26 0,0 0 0,-1-1 0,0 0 0,0 0 0,-1-1 0,0 0 0,5-14 0,28-79 0,-25 63 0,102-229 0,-109 253 0,-1 0 0,0 0 0,-1 0 0,3-20 0,-7 28 0,0-1 0,0 0 0,0 0 0,-1 0 0,-1 0 0,1 0 0,-1 0 0,-1 0 0,-3-13 0,2 17 0,1 0 0,-1 1 0,0-1 0,0 0 0,0 1 0,-1 0 0,1 0 0,-1 0 0,0 0 0,0 0 0,0 1 0,-1 0 0,-4-3 0,-10-5 0,-39-15 0,41 18 0,-43-15 256,29 11-1066,-56-29-1,62 25-6015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21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0 24575,'-46'3'0,"-62"10"0,59-6 0,26-5 0,1 2 0,-33 10 0,49-12 0,-1 0 0,1 1 0,-1 0 0,1 0 0,0 1 0,0 0 0,1 0 0,-1 0 0,1 0 0,0 1 0,0 0 0,-5 8 0,-11 11 0,17-21 0,1 1 0,-1 1 0,1-1 0,-1 1 0,1-1 0,0 1 0,1 0 0,-1 0 0,1 0 0,0 0 0,-2 8 0,2 6 0,0 0 0,1 0 0,1 0 0,1 0 0,0 0 0,2 0 0,6 25 0,1-6 0,2 0 0,24 54 0,-13-49 0,1-2 0,2 0 0,39 46 0,-59-80 0,0 0 0,0-1 0,0 0 0,1 0 0,0 0 0,0-1 0,0 0 0,1 0 0,-1-1 0,1 0 0,13 5 0,-15-7 0,0-1 0,0 1 0,0-1 0,0 0 0,0-1 0,1 0 0,-1 0 0,0 0 0,0 0 0,1-1 0,-1 0 0,0 0 0,0-1 0,0 0 0,0 0 0,0 0 0,6-5 0,3-3 0,-1 0 0,-1-1 0,0 0 0,0-1 0,-2-1 0,1 0 0,17-27 0,-27 38 0,0-1 0,0 0 0,1 0 0,-1 1 0,1-1 0,3-2 0,-6 5 0,1 0 0,-1 0 0,1-1 0,-1 1 0,1 0 0,-1 0 0,1 0 0,-1 0 0,0-1 0,1 1 0,-1 0 0,1 0 0,-1 0 0,1 0 0,-1 0 0,1 0 0,-1 0 0,1 0 0,-1 1 0,1-1 0,0 0 0,0 1 0,-1-1 0,1 1 0,0-1 0,-1 1 0,1 0 0,0-1 0,-1 1 0,1 0 0,-1 0 0,1 0 0,-1-1 0,0 1 0,1 0 0,-1 0 0,0 0 0,1 1 0,1 10-26,-1-1 1,1 1-1,-2 0 0,0 0 0,0 0 0,-3 15 0,0-4-1158,0 23-5642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21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24575,'2'0'0,"0"0"0,0 1 0,0-1 0,-1 1 0,1-1 0,0 1 0,0-1 0,-1 1 0,1 0 0,0 0 0,-1 0 0,1 0 0,-1 0 0,0 0 0,1 0 0,-1 0 0,0 1 0,1-1 0,-1 1 0,0-1 0,1 3 0,3 4 0,-1 0 0,-1 0 0,4 11 0,-5-15 0,43 169 0,-24-78 0,6 16 0,25 88 0,-50-191-136,0-1-1,1 1 1,0-1-1,0 1 1,1-1-1,0 0 1,0-1-1,1 1 0,6 6 1,0-3-6690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4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24575,'4'0'0,"-1"1"0,0 0 0,0 0 0,0 0 0,1 0 0,-1 0 0,0 1 0,-1 0 0,1-1 0,4 4 0,25 22 0,-24-20 0,-1 1 0,0 0 0,-1 0 0,0 1 0,0-1 0,0 1 0,-2 0 0,1 1 0,5 16 0,-5-10 0,-2 0 0,0 1 0,0 0 0,-2 0 0,0 22 0,-5 305-1365,4-317-5461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47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24575,'4'8'0,"6"16"0,1 8 0,-1 2 0,-2 0 0,1-1 0,-1-3 0,-1-15 0,-3-13 0,-5-16 0,-3-6-8191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49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0 24575,'4'2'0,"0"-1"0,0 1 0,0 0 0,0 0 0,-1 0 0,1 1 0,-1-1 0,0 1 0,0 0 0,1 0 0,-2 0 0,4 4 0,14 15 0,2 3 0,36 30 0,-34-33 0,27 31 0,-29-28 0,31 26 0,85 65 0,-137-116 0,0 1 0,0 0 0,-1 0 0,1 0 0,0 0 0,0-1 0,0 1 0,-1 0 0,1 0 0,0 1 0,-1-1 0,1 0 0,-1 0 0,1 0 0,-1 0 0,0 0 0,1 1 0,-1-1 0,0 0 0,0 0 0,0 0 0,0 1 0,0-1 0,0 0 0,0 0 0,0 0 0,-1 1 0,1-1 0,0 0 0,-1 0 0,1 0 0,-1 0 0,1 0 0,-1 0 0,0 0 0,0 2 0,-4 3 0,0 0 0,0 0 0,-1 0 0,-9 7 0,6-5 0,-67 57 0,-42 40 0,99-85 0,1 0 0,1 1 0,-28 44 0,-50 71 0,44-68 0,47-62 0,-13 17 0,16-22 0,1 0 0,-1 0 0,0 0 0,0 0 0,0 0 0,0 0 0,0 0 0,0 0 0,0 0 0,0-1 0,0 1 0,0 0 0,-1-1 0,1 1 0,-2 0 0,3-2 15,-1 0-1,1 1 1,0-1 0,0 1-1,-1-1 1,1 0-1,0 1 1,0-1-1,0 0 1,0 1-1,0-1 1,0 0 0,0 1-1,0-1 1,1 0-1,-1 1 1,0-1-1,0 0 1,0 1 0,1-1-1,-1 1 1,1-2-1,7-19-1132,-8 20 536,8-19-6244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3:50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53 24575,'-95'99'0,"89"-92"0,0 0 0,1 0 0,-1 0 0,2 1 0,-1 0 0,1 0 0,0 0 0,1 1 0,0-1 0,0 1 0,-1 9 0,1-3 0,1 0 0,1 0 0,1 0 0,0 0 0,4 28 0,-4-42 0,0 1 0,0-1 0,0 1 0,0 0 0,1-1 0,-1 1 0,0-1 0,1 1 0,-1-1 0,1 1 0,0-1 0,0 1 0,-1-1 0,1 0 0,0 1 0,0-1 0,0 0 0,0 0 0,0 1 0,1-1 0,-1 0 0,0 0 0,0 0 0,1-1 0,-1 1 0,1 0 0,-1 0 0,1-1 0,-1 1 0,3 0 0,0-1 0,-1 0 0,0-1 0,0 1 0,0-1 0,0 0 0,0 0 0,0 0 0,0 0 0,0 0 0,0-1 0,0 1 0,0-1 0,0 0 0,3-3 0,84-61 0,-86 63 0,-1 0 0,0-1 0,0 1 0,-1-1 0,1 0 0,-1 0 0,1 0 0,-1 0 0,0 0 0,-1 0 0,1-1 0,-1 1 0,0-1 0,0 1 0,0-5 0,1-8 0,-1-1 0,-3-28 0,0 19 0,2 21 17,-1 1-1,1-1 0,-1 0 0,-1 1 1,1-1-1,-1 1 0,0-1 0,0 1 1,0 0-1,-1 0 0,0 0 0,0 0 1,0 1-1,-1-1 0,1 1 0,-1-1 1,0 1-1,-1 1 0,1-1 0,-9-5 1,2 3-207,0 0 0,0 1 1,0 0-1,-1 1 0,0 0 1,0 1-1,0 0 1,-19-1-1,2 1-6636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14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24575,'1'8'0,"0"0"0,0 0 0,1 0 0,0 0 0,1 0 0,-1 0 0,8 12 0,-5-10 0,-1 1 0,0-1 0,4 20 0,-2 24 0,-2 1 0,-6 80 0,1-53 0,-12 161 0,0 19 0,12-247 0,-1-1 0,0 1 0,-1-1 0,0 0 0,-6 15 0,-9 40 0,11-28 0,-5 31 0,-5 116 0,18 626 0,-16-618 0,7-120 0,-24 122 0,5-40 0,10 204 0,15-201 0,-25 157 0,11-164 0,14-133 0,-27 439 0,47-64 0,23-1 0,-34-334 0,58 300 0,26-5 0,-90-351 0,54 179 0,29 132 0,-70-240 0,-3 1 0,1 137 0,-14-133-1365,2-58-5461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16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24575,'8'0'0,"0"2"0,1-1 0,-1 1 0,0 1 0,0-1 0,0 1 0,0 1 0,-1-1 0,1 1 0,9 7 0,-5-3 0,1-1 0,26 10 0,28 1 0,1-4 0,90 9 0,-149-22 0,332 31 0,348-13 0,-349-19 0,441-11 0,-517 3 0,74-3 0,-4-24 0,-167 10 0,1 7 0,311 8 0,-1 44 0,-32-1 0,252 37 0,-515-47 0,177 31 0,10 1 0,-248-43 0,131-3 0,-194-12 0,0-2 0,70-16 0,115-39 0,-130 31 0,149-43 0,-100 24 0,190-28 0,-190 56 0,52-9 0,-198 27 148,17-3-16,-33 5-223,1-1 0,-1 1-1,1 0 1,-1-1-1,0 0 1,1 1 0,-1-1-1,0 0 1,1 0-1,-1 0 1,0 1-1,0-1 1,0-1 0,0 1-1,0 0 1,0 0-1,1-2 1,2-8-6735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19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0 24575,'1'1'0,"0"-1"0,0 1 0,0 0 0,0 0 0,-1-1 0,1 1 0,0 0 0,0 0 0,0 0 0,-1 0 0,1 0 0,-1 0 0,1 0 0,-1 0 0,1 0 0,-1 0 0,1 1 0,-1-1 0,0 0 0,0 0 0,0 0 0,1 2 0,0 3 0,8 27 0,0 1 0,-3 0 0,-1 0 0,-1 0 0,-2 1 0,-2 0 0,-1-1 0,-1 1 0,-2-1 0,-10 41 0,-75 209 0,36-129 0,42-121 0,0 5 0,-2-1 0,-33 67 0,36-86 0,1 0 0,1 1 0,1 0 0,1 1 0,1-1 0,1 1 0,0 0 0,-1 40 0,5-14 0,3 0 0,14 90 0,-12-112 0,1-1 0,1 1 0,1-1 0,1 0 0,1-1 0,1 0 0,1-1 0,1 0 0,1-1 0,1 0 0,31 33 0,19 20 0,-40-43 0,38 35 0,-53-56 0,0-1 0,-1 1 0,0 1 0,-1 0 0,0 0 0,-1 1 0,0-1 0,-1 1 0,0 1 0,-1-1 0,0 1 0,2 15 0,-6-27 0,11 40 0,-1 0 0,-3 0 0,-1 1 0,3 65 0,-10-78 0,1-17 0,-1 1 0,0-1 0,-1 0 0,-1 1 0,-2 12 0,-2-17 171,2-13 0,-1-16-1878,2-7-5119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20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24575,'9'7'0,"1"0"0,0 0 0,0-1 0,1 0 0,14 6 0,0 0 0,55 25 0,2-5 0,90 24 0,-80-27 0,27 9 0,1-6 0,234 31 0,-77-59 0,-164-6 0,409 18 0,-379-9 0,261 29 0,110 3 0,-450-38 0,175-4 0,-183 0 0,-1-3 0,73-18 0,188-66 0,-32 7 0,237-32 0,-469 106 0,150-26 0,-157 31 0,0 1 0,85 7 0,-33 11 0,-47-6 0,-35-6 0,-1 1 0,1 1 0,-1 0 0,20 11 0,-19-9 0,-1-1 0,1 0 0,30 7 0,-29-10-195,0 0 0,0-1 0,0-1 0,0-1 0,0 0 0,18-3 0,-14-2-6631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24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24575,'2'0'0,"0"0"0,0 0 0,1 1 0,-1-1 0,0 1 0,0-1 0,0 1 0,0 0 0,0 0 0,0 0 0,0 0 0,0 0 0,2 2 0,9 4 0,149 66 0,-91-43 0,78 45 0,-136-67 0,-1 0 0,-1 1 0,0 0 0,0 0 0,-1 2 0,0-1 0,0 1 0,11 19 0,-7-7 0,-1 1 0,-1 1 0,13 39 0,14 40 0,-10-31 0,26 107 0,-38-94 0,-5 2 0,2 92 0,-12 177 0,-4-213 0,-10 173 0,-1-3 0,9-213 0,-4 0 0,-21 100 0,-67 193 0,81-349 0,-2-1 0,-1-1 0,-3 0 0,-28 42 0,48-83 0,0 0 0,-1 0 0,1 0 0,0 0 0,-1 0 0,1 0 0,-1 0 0,0-1 0,1 1 0,-1-1 0,0 1 0,-3 1 0,4-3 0,0 0 0,0 0 0,-1 0 0,1 0 0,0 0 0,0 0 0,-1 0 0,1 0 0,0 0 0,0-1 0,0 1 0,-1 0 0,1-1 0,0 1 0,0-1 0,0 0 0,0 1 0,0-1 0,0 0 0,0 1 0,0-1 0,0 0 0,0 0 0,0 0 0,-1-1 0,-26-32-1365,-1-7-5461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25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24575,'19'-1'0,"34"-6"0,-2 0 0,14 2 0,1 2 0,-1 3 0,106 13 0,-153-9 0,0 1 0,0 0 0,-1 2 0,0 0 0,0 0 0,-1 2 0,0 0 0,0 1 0,22 19 0,8 12 0,62 70 0,-82-83 0,342 318 0,1 1 0,-323-293 0,-2 2 0,-2 1 0,-3 3 0,61 126 0,83 273 0,-161-396 0,42 96 0,-65-156 119,-7-4 67,-13-7-647,14 5-748,-12-4-5617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27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1211 24575,'3'1'0,"-1"1"0,1-1 0,-1 0 0,1 0 0,0 0 0,-1 0 0,1 0 0,0-1 0,0 1 0,0-1 0,-1 1 0,1-1 0,0 0 0,0 0 0,0-1 0,3 0 0,-1 1 0,58-5 0,82-18 0,62-25 0,-190 44 0,95-23 0,-2-5 0,135-59 0,-223 79 0,0-2 0,-1 0 0,0-1 0,-1-1 0,0-1 0,16-20 0,52-42 0,-5 16 0,96-55 0,-129 88 0,-2-2 0,-1-3 0,52-47 0,-68 52 0,-1-1 0,-2-2 0,-1-1 0,43-73 0,31-58-1365,-86 139-5461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44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76 24575,'-1'41'0,"0"-16"0,1 0 0,5 34 0,-4-51 0,1 0 0,0 0 0,0-1 0,1 1 0,0-1 0,0 1 0,1-1 0,0 0 0,0 0 0,1 0 0,7 8 0,69 69 0,-66-71 0,-1-1 0,2 0 0,32 19 0,-41-27 0,1-1 0,-1 0 0,1 0 0,0-1 0,0 0 0,0 0 0,0-1 0,0 0 0,0-1 0,0 0 0,0 0 0,13-2 0,-17 1 0,0 1 0,0-1 0,0-1 0,0 1 0,0-1 0,0 1 0,0-1 0,-1 0 0,1 0 0,-1-1 0,1 1 0,-1-1 0,0 0 0,0 1 0,0-1 0,0-1 0,-1 1 0,1 0 0,-1-1 0,0 1 0,0-1 0,0 0 0,0 0 0,-1 1 0,1-1 0,0-5 0,-1 3 0,0-1 0,0 0 0,-1 1 0,0-1 0,0 0 0,0 1 0,-1-1 0,0 0 0,0 1 0,-1-1 0,0 1 0,0-1 0,0 1 0,-1 0 0,-6-11 0,3 8 0,-1 0 0,1 0 0,-1 1 0,-1 0 0,0 0 0,0 1 0,0 0 0,-1 0 0,-11-5 0,16 9 0,-1 0 0,-1 0 0,1 1 0,0 0 0,0 0 0,-1 1 0,1 0 0,-1 0 0,1 0 0,-1 0 0,0 1 0,1 0 0,-1 0 0,0 0 0,1 1 0,-1 0 0,1 0 0,-1 1 0,1-1 0,-1 1 0,1 0 0,0 0 0,0 1 0,0 0 0,0 0 0,1 0 0,-1 0 0,1 1 0,-1 0 0,1 0 0,-5 6 0,8-9 0,-11 14 0,-17 25 0,27-37 0,-1 1 0,1 0 0,1 0 0,-1-1 0,0 1 0,1 0 0,0 1 0,0-1 0,0 0 0,0 0 0,1 0 0,-1 1 0,1 5 0,0-9 0,0-1 0,0 1 0,0 0 0,0 0 0,0 0 0,1-1 0,-1 1 0,0 0 0,0 0 0,1-1 0,-1 1 0,0 0 0,1-1 0,-1 1 0,0 0 0,1-1 0,-1 1 0,1-1 0,-1 1 0,1 0 0,0-1 0,-1 1 0,1-1 0,0 0 0,-1 1 0,1-1 0,0 1 0,-1-1 0,1 0 0,0 0 0,0 1 0,-1-1 0,1 0 0,0 0 0,0 0 0,-1 0 0,1 0 0,0 0 0,0 0 0,-1 0 0,1 0 0,0 0 0,0 0 0,-1-1 0,1 1 0,0 0 0,0-1 0,-1 1 0,1 0 0,0-1 0,-1 1 0,1-1 0,1 0 0,4-3 0,-1 0 0,1-1 0,0 1 0,6-9 0,-2 3 0,-1 0 0,0-1 0,-1 0 0,0-1 0,7-14 0,-12 20 0,0-1 0,-1 1 0,0-1 0,0 0 0,-1 0 0,0 0 0,0 0 0,0 0 0,-1 0 0,0 0 0,0-1 0,-2-6 0,0 2 0,-1 1 0,0 0 0,0 0 0,-1 0 0,-1 0 0,0 1 0,0 0 0,-1 0 0,0 0 0,-15-17 0,18 23 0,0 1 0,0 0 0,-1 0 0,1 0 0,-1 0 0,1 1 0,-1-1 0,0 1 0,0 0 0,0 0 0,0 0 0,0 1 0,-1-1 0,1 1 0,0 0 0,-1 0 0,1 1 0,-1-1 0,1 1 0,-1 0 0,1 0 0,-1 0 0,1 1 0,-1 0 0,1 0 0,-1 0 0,1 0 0,0 1 0,0-1 0,-7 5 0,0 1 0,1 0 0,-1 1 0,2 0 0,-1 0 0,1 2 0,0-1 0,1 1 0,0 0 0,0 0 0,1 1 0,1 0 0,0 1 0,0-1 0,1 1 0,1 0 0,0 0 0,1 1 0,-3 16 0,5-22 0,1 1 0,0-1 0,1 1 0,0-1 0,0 1 0,1-1 0,-1 0 0,2 1 0,-1-1 0,1 0 0,0 0 0,0-1 0,5 8 0,-5-9 0,1 0 0,-1 0 0,1 0 0,0-1 0,0 0 0,0 1 0,0-2 0,1 1 0,-1 0 0,1-1 0,0 0 0,1 0 0,-1 0 0,0-1 0,1 0 0,-1 0 0,7 2 0,-5-3 0,-1 0 0,0-1 0,0 1 0,1-1 0,-1 0 0,10-2 0,-14 1 0,1 0 0,-1 1 0,1-1 0,-1 0 0,0 0 0,1 0 0,-1-1 0,0 1 0,0-1 0,0 1 0,0-1 0,0 1 0,0-1 0,0 0 0,-1 0 0,1 0 0,-1 0 0,3-4 0,3-9 0,-5 11 0,0 0 0,0 0 0,0 0 0,0 0 0,1 1 0,-1-1 0,1 1 0,5-5 0,-8 8 0,0-1 0,0 1 0,0 0 0,0 0 0,0 0 0,0 0 0,0 0 0,0 0 0,1 0 0,-1 0 0,0 0 0,0 0 0,0 0 0,0 0 0,0 0 0,0 0 0,0 0 0,0 0 0,1 0 0,-1 0 0,0 0 0,0 0 0,0 0 0,0 0 0,0 0 0,0 0 0,0 0 0,1 0 0,-1 0 0,0 0 0,0 0 0,0 0 0,0 0 0,0 0 0,0 0 0,0 1 0,0-1 0,0 0 0,0 0 0,1 0 0,-1 0 0,0 0 0,0 0 0,0 0 0,0 0 0,0 0 0,0 1 0,0-1 0,0 0 0,0 0 0,2 10 0,-3 14 0,1-23 0,-54 374 0,13-191 0,-16 94 0,39-112 0,5 198 0,1 19 0,1-77 0,10 300 0,2-330 0,11-5 0,1-20 0,-12-213 0,7 288 0,-1-225 0,25 122 0,-13-125 0,-4 0 0,2 118 0,-19 243 0,-2-386 0,-20 100 0,-28 69 0,5-32 0,-67 236 0,88-366 0,3 1 0,3 1 0,4 0 0,-6 108 0,12-51 0,-1 156 0,23-180 0,-2-34 0,6 80 0,21 382 0,-39 385 0,-35-360 0,2-93 0,23-198 0,-3 136 0,16-20 0,-1-387 0,0 0 0,1 0 0,-1 0 0,1 0 0,0 0 0,1 0 0,0-1 0,-1 1 0,2 0 0,-1-1 0,1 0 0,4 8 0,-4-10 0,0 1 0,0-1 0,1 1 0,-1-1 0,1 0 0,0 0 0,0-1 0,0 1 0,0-1 0,0 0 0,0 0 0,1 0 0,-1 0 0,1-1 0,-1 0 0,7 1 0,27 2 0,1-1 0,-1-2 0,42-5 0,2 1 0,501 2 0,-301 2 0,-269-1 0,0 2 0,0 0 0,0 1 0,0 0 0,19 8 0,-14-5 0,-1-1 0,24 4 0,51-1 0,140-6 0,-145-3 0,-35-1 0,-2-3 0,1-1 0,82-22 0,142-59 0,-268 84 0,48-14 0,1 2 0,1 3 0,0 2 0,62-2 0,233 6 0,-3 1 0,-258-2 0,116-25 0,-147 22 0,89-3 0,26-4 0,-151 13 0,0-1 0,0-2 0,-1 0 0,0-1 0,26-13 0,-44 18 0,0 0 0,0 0 0,0-1 0,-1 0 0,1 0 0,-1 0 0,0 0 0,0-1 0,6-8 0,-9 12 0,-1 0 0,1 0 0,0-1 0,0 1 0,-1 0 0,1-1 0,-1 1 0,1 0 0,-1-1 0,0 1 0,0-1 0,1 1 0,-1 0 0,0-1 0,0 1 0,0-1 0,-1 1 0,1-1 0,0 1 0,0 0 0,-1-1 0,1 1 0,-1-1 0,1 1 0,-1 0 0,0 0 0,1-1 0,-1 1 0,0 0 0,0 0 0,0 0 0,0 0 0,0 0 0,0 0 0,0 0 0,0 0 0,0 0 0,-1 0 0,1 1 0,0-1 0,0 0 0,-1 1 0,1-1 0,-3 0 0,-4-1-195,0 0 0,0 0 0,-1 1 0,1 0 0,0 0 0,-11 1 0,-3 0-6631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45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77 24575,'0'-4'0,"1"0"0,0 0 0,0 0 0,0 0 0,0 0 0,1 0 0,0 0 0,0 1 0,0-1 0,0 0 0,0 1 0,1 0 0,-1-1 0,1 1 0,0 0 0,0 1 0,0-1 0,1 0 0,-1 1 0,0 0 0,5-3 0,-5 5 0,0 0 0,0-1 0,1 1 0,-1 1 0,0-1 0,0 0 0,0 1 0,1-1 0,-1 1 0,0 0 0,0 0 0,0 0 0,0 1 0,0-1 0,-1 1 0,1-1 0,0 1 0,-1 0 0,1 0 0,-1 0 0,0 1 0,1-1 0,-1 0 0,2 4 0,5 6 0,0 0 0,0 1 0,10 22 0,6 18 0,35 107 0,1 63 0,-57-204 0,42 182 0,17 63 0,-50-212 0,-3 1 0,-2-1 0,2 64 0,-10 160 0,-2-151 0,2-115 0,-5 135 0,3-116 0,-2 0 0,-1-1 0,-10 30 0,0-15 0,-3 0 0,-1 0 0,-2-2 0,-2-1 0,-1 0 0,-2-2 0,-2-1 0,-2-1 0,-1-2 0,-50 44 0,78-75 0,1 0 0,-1-1 0,0 0 0,0 1 0,0-1 0,0 0 0,0-1 0,0 1 0,-1 0 0,1-1 0,-1 0 0,1 0 0,-1 0 0,1 0 0,-1 0 0,0-1 0,1 0 0,-1 1 0,0-1 0,1-1 0,-1 1 0,0 0 0,1-1 0,-1 0 0,1 0 0,-1 0 0,1 0 0,-1-1 0,1 1 0,0-1 0,-1 0 0,1 0 0,0 0 0,0 0 0,-4-5 0,1 2 31,0-1 0,0 1 0,0-1 0,1-1 0,0 1 0,0-1 0,1 1 0,0-2 1,0 1-1,-4-11 0,4 5-316,0 0 1,1 0-1,0 0 1,2-1-1,-2-20 1,3-3-6542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46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24575,'6'-1'0,"1"1"0,-1 0 0,1 0 0,-1 1 0,1 0 0,-1 0 0,0 0 0,0 1 0,1 0 0,-1 0 0,0 0 0,-1 1 0,1 0 0,0 0 0,8 7 0,27 17 0,1-1 0,61 27 0,-43-24 0,156 65 0,-62-30 0,-134-55 0,0 1 0,0 1 0,-1 1 0,-1 0 0,0 2 0,-1 0 0,0 1 0,-1 0 0,-1 2 0,0 0 0,14 23 0,-2 3 0,-2 2 0,-2 1 0,-2 1 0,-3 0 0,22 84 0,97 345 0,-88-295 0,-47-173 0,-1-8 0,-1 1 0,0 0 0,1 0 0,-1 0 0,0 0 0,1-1 0,-1 1 0,0 0 0,0 0 0,0 0 0,0 0 0,0 0 0,0 0 0,0 0 0,0 0 0,0 0 0,0 0 0,-1-1 0,1 1 0,0 0 0,0 0 0,-1 0 0,1 0 0,-1 0 0,1-1 0,-1 1 0,1 0 0,-1 0 0,0-1 0,1 1 0,-1 0 0,0-1 0,1 1 0,-1-1 0,0 1 0,0-1 0,0 1 0,1-1 0,-1 0 0,0 1 0,0-1 0,0 0 0,0 0 0,0 1 0,0-1 0,-1 0 0,-15 6 0,3 2-105,0 1-1,0 1 0,1 0 0,1 1 1,-15 15-1,17-16-625,-26 25-6095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47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1232 24575,'0'2'0,"0"0"0,1 0 0,-1 0 0,1 0 0,0 0 0,-1 0 0,1 0 0,0 0 0,0 0 0,0 0 0,0 0 0,0 0 0,1-1 0,-1 1 0,0-1 0,3 2 0,29 23 0,-17-14 0,-6-6 0,0 1 0,1-1 0,0-1 0,0 0 0,0-1 0,1 0 0,-1 0 0,1-1 0,0-1 0,0 0 0,0 0 0,0-2 0,19 0 0,10-2 0,-1-2 0,67-16 0,-37 2 0,132-52 0,58-48 0,-250 113 0,29-14 0,0-1 0,42-31 0,-64 38 0,-1 0 0,-1-1 0,0 0 0,0-1 0,-1-1 0,19-30 0,-8 3 0,-3-2 0,28-77 0,-28 65 0,34-62 0,-34 81 0,2 2 0,50-59 0,-63 81 0,-1 0 0,-1-1 0,-1 0 0,0 0 0,-1 0 0,0-1 0,-1 0 0,4-18 0,-5 17 0,2-2 0,1 1 0,20-32 0,-18 34 0,-1-1 0,12-32 0,-67 122 0,37-56 68,-2 4-546,-1 0 1,-27 36-1,18-35-6348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49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24575,'3'1'0,"0"-1"0,0 1 0,1 0 0,-1 1 0,0-1 0,0 0 0,0 1 0,0 0 0,0-1 0,-1 1 0,6 5 0,6 3 0,17 9 0,2-2 0,0-1 0,1-2 0,57 17 0,152 25 0,-221-52 0,636 103-1328,8-26-747,-320-41 1650,563 82 464,-200-25-655,-600-83 959,0-6 0,1-3-1,0-6 1,172-23 0,255-95 2348,-522 115-2691,45-9 0,-57 12 0,1 0 0,-1 1 0,1 0 0,-1 0 0,1 0 0,-1 0 0,1 1 0,-1-1 0,1 1 0,-1 0 0,0 0 0,1 0 0,3 2 0,-7-2 10,1 0 0,0-1-1,0 1 1,0 0 0,-1-1-1,1 1 1,-1 0 0,1 0-1,0 0 1,-1 0 0,1 0 0,-1-1-1,0 1 1,1 0 0,-1 0-1,0 0 1,1 0 0,-1 0-1,0 0 1,0 0 0,0 0-1,0 0 1,0 0 0,0 0-1,0 0 1,0 0 0,0 0 0,-1 0-1,1 0 1,0 0 0,-1 0-1,1 0 1,-1 0 0,0 1-1,-2 4-345,0 0-1,-1 0 0,-8 10 0,10-14-20,-39 44-6469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1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1 571 24575,'15'0'0,"137"0"0,201-24 0,371-125 0,-8-60 0,-530 155 0,214-35 0,-268 68 0,1 7 0,203 3 0,-294 15 0,0 1 0,0 1 0,0 3 0,-1 2 0,75 29 0,191 71 0,120 47 0,-394-144 0,-1 2 0,0 1 0,-1 1 0,-1 2 0,45 39 0,-67-53 0,0 0 0,0 0 0,0-1 0,1 0 0,0-1 0,0 0 0,0 0 0,10 2 0,-12-4 0,0 0 0,-1-1 0,1 0 0,0 0 0,0-1 0,0 0 0,0 0 0,-1-1 0,1 1 0,0-2 0,0 1 0,8-4 0,14-5 0,-2-2 0,1-1 0,-2-1 0,0-1 0,-1-2 0,33-26 0,-54 38 0,1 1 0,0-1 0,1 1 0,-1 0 0,11-5 0,-14 12 0,-7 7 0,-5 10 0,-26 31-1365,18-26-5461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3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24575,'7'17'0,"0"1"0,-1-1 0,6 35 0,-1-2 0,83 244 0,-35-117 0,-27-74 0,-4 1 0,-5 1 0,14 150 0,-32 101-804,-5-326 243,0 0-6265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4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24575,'-4'75'0,"-3"-1"0,-20 88 0,4-27 0,5-7 0,-2 244 0,21-366-136,-1 0-1,0-1 1,0 1-1,-1-1 1,0 1-1,0-1 1,0 1-1,-1-1 0,-2 6 1,-1-2-6690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5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24575,'8'4'0,"0"-2"0,0 1 0,0-1 0,1 0 0,-1 0 0,11-1 0,6 3 0,64 11 0,171 24 0,-255-39 0,0 1 0,0-1 0,0 0 0,0 0 0,0-1 0,0 1 0,0-1 0,-1 0 0,1-1 0,0 1 0,0-1 0,5-2 0,-7 2 0,-1 0 0,1 0 0,-1-1 0,0 1 0,1 0 0,-1-1 0,0 0 0,0 1 0,-1-1 0,1 0 0,0 0 0,-1 0 0,0 0 0,0 0 0,0 0 0,0 0 0,0 0 0,-1-1 0,1-3 0,0 0 43,0-1 0,-1 1-1,1 0 1,-2-1 0,1 1-1,-1 0 1,-3-14 0,3 18-129,0 0 1,0 0 0,-1 0-1,1 0 1,-1 0 0,0 0-1,0 0 1,0 0 0,0 1-1,0-1 1,0 1 0,-1 0-1,1-1 1,-1 1 0,0 0-1,0 1 1,0-1 0,1 0-1,-5-1 1,-13-3-6741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6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24575,'45'1'0,"-1"3"0,0 1 0,63 17 0,126 47 0,-176-50 0,8 2 0,131 37 0,-192-56 336,-9-2-1506,4 0 639,-11-1-6295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6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24575,'5'32'0,"0"-10"0,8 120 0,-8 222 0,-7-207 0,-28 309-219,-34-2-181,3-33 203,56-380 197,-15 96 0,12-108 0,4-32 0,1-11 0,0-15 0,1-263 881,3 173-2311,0 51-5396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4:57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24575,'10'-1'0,"1"0"0,-1-1 0,0 0 0,0-1 0,14-4 0,7-3 0,29-5 0,0 2 0,2 4 0,79-4 0,-104 12 0,91 1 0,-113 1 0,0 1 0,-1 1 0,1 0 0,-1 1 0,0 0 0,22 11 0,-5 2 0,-1 2 0,0 1 0,51 46 0,-28-21 0,-15-15 0,61 66 0,-70-63 0,-1 2 0,-2 0 0,-1 2 0,-2 1 0,26 58 0,64 172 0,-100-236 0,-3 1 0,0 0 0,-3 1 0,0 0 0,2 43 0,-6 171 0,-4-214 0,-9 55 0,7-76 0,0-1 0,0 0 0,-1 0 0,-1 0 0,0 0 0,0-1 0,-14 19 0,3-8 0,-1-1 0,-1-1 0,-1 0 0,-1-2 0,0 0 0,-2-1 0,0-1 0,0-1 0,-2-2 0,-32 16 0,-34 14 0,-146 67 0,224-105 0,-1-1 0,0 0 0,0-1 0,0 0 0,0-1 0,0-1 0,0 0 0,0 0 0,-1-2 0,1 1 0,0-2 0,0 0 0,0 0 0,0-1 0,0-1 0,0 0 0,1-1 0,-14-7 0,-40-29 0,42 24 0,-2 1 0,0 1 0,0 2 0,-38-14 0,47 22 0,1-1 0,0-1 0,1 0 0,0-1 0,0 0 0,1-1 0,0-1 0,0-1 0,-17-16 0,23 16-168,1 1 0,0-1 0,0 0 0,-7-18 0,12 23-357,-6-9-6301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01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 24575,'-5'1'0,"-1"1"0,1 0 0,-1 0 0,1 0 0,0 1 0,0 0 0,0 0 0,0 0 0,-6 6 0,-1 0 0,-2 1 0,1 2 0,0-1 0,1 2 0,0 0 0,-17 23 0,14-15 0,-32 31 0,34-39 0,0 1 0,0 0 0,1 1 0,1 1 0,1 0 0,0 0 0,1 1 0,-11 28 0,17-37 0,1 0 0,0-1 0,0 1 0,1 1 0,0-1 0,1 0 0,0 0 0,0 0 0,2 16 0,0-18 0,-1 0 0,1 0 0,0-1 0,1 1 0,-1-1 0,1 1 0,0-1 0,1 0 0,-1 0 0,1 0 0,0-1 0,0 1 0,0-1 0,10 7 0,-8-7 0,0 0 0,1 0 0,0-1 0,0 0 0,0 0 0,0 0 0,0-1 0,1 0 0,7 1 0,14 0 0,31 1 0,-45-4 0,350 26 0,-270-14 0,170 45 0,-208-39 0,45 11 0,-99-29 0,1 1 0,-1-1 0,0 0 0,0 0 0,1 0 0,-1 0 0,0-1 0,0 1 0,0-1 0,1 0 0,-1 0 0,0 0 0,0 0 0,0 0 0,0-1 0,-1 1 0,1-1 0,0 0 0,-1 0 0,1 0 0,-1 0 0,5-5 0,4-3 0,-11 10 6,1-1 0,-1 1-1,0 0 1,0 0 0,0 0-1,0 0 1,0 0 0,1 0-1,-1 0 1,0 0 0,0 0-1,0-1 1,0 1 0,1 0 0,-1 0-1,0 0 1,0 0 0,0 0-1,1 0 1,-1 0 0,0 0-1,0 0 1,0 0 0,1 0-1,-1 0 1,0 0 0,0 1-1,0-1 1,0 0 0,1 0 0,-1 0-1,0 0 1,0 0 0,0 0-1,0 0 1,0 0 0,1 1-1,-1-1 1,0 0 0,0 0-1,0 0 1,0 0 0,0 0-1,0 1 1,0-1 0,1 0 0,-1 0-1,0 0 1,0 0 0,0 1-1,0-1 1,0 0 0,0 0-1,0 0 1,0 1 0,0-1-1,0 0 1,0 0 0,1 14-1146,-1-13 579,0 15-6265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03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46 371 24575,'1'-7'0,"0"1"0,1-1 0,0 1 0,0-1 0,0 1 0,4-7 0,2-6 0,-3 5 0,0-1 0,1 1 0,1 0 0,0 1 0,1-1 0,1 1 0,0 1 0,14-16 0,34-36 0,-35 37 0,29-27 0,-48 52 0,-1 0 0,1 0 0,0 1 0,0-1 0,0 1 0,0-1 0,0 1 0,0 0 0,0 0 0,1 1 0,-1-1 0,0 0 0,1 1 0,-1 0 0,0 0 0,0 0 0,1 0 0,-1 1 0,0-1 0,1 1 0,-1 0 0,0 0 0,0 0 0,0 0 0,0 1 0,0-1 0,0 1 0,0 0 0,3 2 0,0 0 0,-1 0 0,0 0 0,0 0 0,0 0 0,-1 1 0,1 0 0,-1 0 0,0 0 0,-1 0 0,1 1 0,-1-1 0,0 1 0,-1 0 0,5 11 0,-5-3 0,0 0 0,-1 0 0,0 0 0,-1-1 0,-1 1 0,-4 28 0,3-33 0,0 0 0,0 0 0,-1 0 0,-1 0 0,1 0 0,-1 0 0,-1-1 0,0 0 0,0 0 0,0 0 0,-8 8 0,-90 90 0,42-48 0,-8 9 0,52-48 0,7-6 0,-2 0 0,-17 15 0,27-26 0,0 0 0,-1 0 0,1 0 0,-1 0 0,0 0 0,1-1 0,-1 0 0,0 1 0,0-1 0,0 0 0,0 0 0,0-1 0,0 1 0,0-1 0,0 1 0,0-1 0,0 0 0,0 0 0,-4-1 0,6 1 0,-1 0 0,1 0 0,0-1 0,0 1 0,-1-1 0,1 1 0,0-1 0,0 1 0,0-1 0,0 0 0,0 0 0,0 1 0,0-1 0,0 0 0,0 0 0,0 0 0,0 0 0,0 0 0,1 0 0,-1 0 0,0 0 0,1-1 0,-2-1 0,2 1 0,0 0 0,-1-1 0,1 1 0,0 0 0,0-1 0,1 1 0,-1 0 0,0-1 0,1 1 0,-1 0 0,1 0 0,1-3 0,1-3 0,0 1 0,1 0 0,0 0 0,1 0 0,-1 1 0,10-11 0,-7 10 0,2-2 0,0 0 0,1 0 0,0 1 0,17-11 0,-23 17 0,-1 1 0,1-1 0,0 0 0,0 1 0,0 0 0,0 0 0,0 0 0,0 1 0,0-1 0,0 1 0,0 0 0,1 0 0,-1 0 0,0 1 0,0 0 0,0-1 0,0 1 0,5 3 0,4 1 0,-1 0 0,14 10 0,-18-10 0,0 0 0,1-1 0,-1 0 0,1 0 0,0-1 0,15 4 0,-11-6-154,-1 0 0,1-1 0,-1-1 0,1 0 0,-1-1 0,1 0 0,17-6 0,-28 8 21,19-5-6693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0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24575,'-1'1'0,"0"-1"0,0 0 0,0 0 0,0 1 0,1-1 0,-1 0 0,0 1 0,0-1 0,0 1 0,0-1 0,1 1 0,-1-1 0,0 1 0,1 0 0,-1-1 0,0 1 0,1 0 0,-1 0 0,1-1 0,-1 2 0,-10 20 0,8-16 0,-20 52 0,2 2 0,4 1 0,-12 69 0,23-105 0,-30 161 0,8 1 0,-5 204 0,32-350 0,2 1 0,1-1 0,3 0 0,1-1 0,2 1 0,17 50 0,-25-90 11,0 0-1,0 1 1,1-1 0,-1 0-1,1 0 1,-1 0 0,1 0-1,-1 0 1,1 0-1,0 0 1,-1-1 0,1 1-1,0 0 1,0 0 0,0 0-1,0-1 1,0 1-1,0 0 1,0-1 0,0 1-1,0-1 1,0 1-1,0-1 1,0 1 0,0-1-1,0 0 1,0 0 0,0 1-1,0-1 1,1 0-1,1 0 1,2-1-212,-1 0 1,1-1-1,0 1 0,-1-1 1,1 0-1,4-3 1,-6 4-101,26-14-6525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1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673 45 24575,'-3'1'0,"-1"0"0,0 0 0,1 0 0,-1 0 0,1 0 0,-1 1 0,1 0 0,0-1 0,0 1 0,-4 4 0,-10 4 0,-11 2 0,0-1 0,-1-1 0,-1-1 0,1-2 0,-59 6 0,-153-3 0,229-9 0,0-1 0,0-1 0,0 0 0,0-1 0,-17-4 0,26 5 0,0 0 0,0 0 0,1-1 0,-1 1 0,0-1 0,0 0 0,1 1 0,-1-1 0,1 0 0,0-1 0,-1 1 0,1 0 0,0-1 0,0 1 0,1-1 0,-1 1 0,0-1 0,1 0 0,0 0 0,-1 0 0,1 0 0,0 0 0,1 0 0,-1 0 0,0-6 0,-1-36 0,3 43 0,-1 0 0,0 0 0,0 1 0,1-1 0,0 0 0,-1 0 0,1 0 0,0 0 0,1-2 0,-2 4 0,1-1 0,-1 1 0,0-1 0,1 1 0,-1-1 0,1 1 0,-1 0 0,1-1 0,-1 1 0,1 0 0,-1-1 0,1 1 0,0 0 0,-1 0 0,1 0 0,-1-1 0,1 1 0,0 0 0,-1 0 0,1 0 0,-1 0 0,1 0 0,0 0 0,-1 0 0,1 0 0,-1 0 0,1 1 0,1-1 0,3 2 0,0 0 0,0 1 0,0-1 0,0 1 0,-1 0 0,1 0 0,-1 1 0,1-1 0,4 6 0,35 43 0,-33-40 0,62 89 0,102 183 0,-151-242 0,-7-15 0,31 38 0,-29-42 0,29 49 0,-44-64 0,1 0 0,0 0 0,0-1 0,0 0 0,1 1 0,0-2 0,12 11 0,-16-15 0,1-1 0,-1 1 0,1-1 0,0 1 0,0-1 0,-1 0 0,1 0 0,0 0 0,0 0 0,0-1 0,0 1 0,0-1 0,0 0 0,0 0 0,0 0 0,0 0 0,0-1 0,0 1 0,0-1 0,0 1 0,0-1 0,0 0 0,0 0 0,0-1 0,0 1 0,4-3 0,4-4-17,-1-1 0,1 0 0,-1 0 0,-1-1 0,0 0-1,0 0 1,9-17 0,2 0-1211,-2 4-5598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2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0 406 24575,'5'-1'0,"0"0"0,-1 0 0,1-1 0,-1 1 0,1-1 0,-1 0 0,0 0 0,9-5 0,6-4 0,2 3 0,0-1 0,0-1 0,-2-1 0,1-1 0,-1-1 0,-1 0 0,30-29 0,-32 25 0,-6 8 0,0-1 0,-1 1 0,-1-2 0,1 1 0,-2-1 0,1 0 0,-2-1 0,8-16 0,-9 15 0,4-10 0,11-45 0,-20 67 0,1 0 0,-1 1 0,0-1 0,0 0 0,1 0 0,-1 1 0,0-1 0,0 0 0,0 0 0,0 1 0,0-1 0,0 0 0,0 0 0,0 1 0,0-1 0,-1 0 0,1 0 0,0 1 0,0-1 0,-1 0 0,1 1 0,0-1 0,-1 0 0,1 1 0,-1-1 0,1 0 0,0 1 0,-1-1 0,0 1 0,1-1 0,-1 1 0,1-1 0,-1 1 0,0 0 0,1-1 0,-1 1 0,0 0 0,1-1 0,-1 1 0,0 0 0,1 0 0,-1-1 0,0 1 0,0 0 0,1 0 0,-1 0 0,0 0 0,0 0 0,1 0 0,-1 0 0,0 1 0,0-1 0,-4 1 0,0 0 0,0 1 0,1-1 0,-1 1 0,1 0 0,-9 5 0,4 0 0,1 0 0,-1 1 0,1 0 0,0 0 0,1 1 0,0-1 0,-8 15 0,-25 29 0,24-34 0,0-1 0,2 2 0,-21 34 0,29-43 0,1 1 0,0 0 0,1 1 0,0-1 0,1 1 0,0 0 0,1 0 0,0 0 0,0 13 0,1 0 0,1 0 0,1-1 0,2 1 0,0 0 0,11 38 0,-12-55 0,1-1 0,0 0 0,1 1 0,-1-1 0,1-1 0,1 1 0,-1 0 0,1-1 0,9 9 0,-10-12 0,0 1 0,1-1 0,0 0 0,0 0 0,0 0 0,0-1 0,0 1 0,0-1 0,1 0 0,-1-1 0,1 0 0,-1 1 0,1-2 0,10 1 0,-1-1 0,-1-1 0,1-1 0,0 0 0,-1-1 0,1 0 0,-1-1 0,14-6 0,93-47 0,-73 33 0,68-39 0,-106 56 0,1 0 0,-1-1 0,0 0 0,-1-1 0,0 0 0,0-1 0,-1 0 0,7-11 0,4-8 0,-6 9 0,0-1 0,13-30 0,-25 46 0,1 1 0,-1-1 0,-1 1 0,1-1 0,0-8 0,-1 13 0,0-1 0,0 1 0,0-1 0,0 1 0,0-1 0,0 1 0,0-1 0,0 1 0,0-1 0,0 1 0,0-1 0,0 1 0,0-1 0,0 1 0,-1-1 0,1 1 0,0-1 0,0 1 0,0-1 0,-1 1 0,1 0 0,0-1 0,-1 1 0,1-1 0,0 1 0,-1 0 0,1-1 0,-1 1 0,1 0 0,0 0 0,-1-1 0,1 1 0,-1 0 0,1 0 0,-1 0 0,1-1 0,-1 1 0,1 0 0,-1 0 0,1 0 0,-1 0 0,1 0 0,-1 0 0,1 0 0,-1 0 0,1 0 0,-1 0 0,1 1 0,-1-1 0,1 0 0,-1 0 0,1 0 0,-1 0 0,1 1 0,0-1 0,-1 0 0,1 1 0,-1-1 0,1 0 0,0 1 0,-1-1 0,1 0 0,0 1 0,-1 0 0,-7 5 18,0 1 0,1 0 0,-9 10-1,3-2-1453,-5 4-5390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2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24575,'-1'25'0,"-2"1"0,-10 43 0,1-5 0,-35 277 0,44-326 0,0-1 0,-8 21 0,7-25 0,1 1 0,0 0 0,1 0 0,-2 13 0,6-20 171,2-9 0,5-7-1878,-2-4-5119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24575,'0'-4'0,"4"-2"0,6 1 0,5 13 0,5 10 0,-2 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4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98 24575,'0'-5'0,"0"0"0,-1 0 0,1-1 0,-1 1 0,0 0 0,-1 0 0,1 0 0,-1 0 0,0 0 0,0 1 0,-1-1 0,-4-7 0,5 10 0,0 0 0,0 0 0,0 0 0,0 0 0,0 0 0,0 1 0,0-1 0,-1 1 0,1-1 0,0 1 0,-1 0 0,0 0 0,1 0 0,-1 0 0,1 0 0,-1 1 0,0-1 0,0 1 0,1 0 0,-1 0 0,0 0 0,0 0 0,0 0 0,1 0 0,-6 2 0,0 0 0,0 1 0,1 0 0,-1 0 0,0 1 0,1 0 0,0 0 0,0 1 0,0 0 0,-8 8 0,-6 7 0,-25 32 0,4-6 0,24-27 0,0 1 0,-23 33 0,35-45 0,1 0 0,1 1 0,0 0 0,0-1 0,1 2 0,0-1 0,0 0 0,1 0 0,0 1 0,0 13 0,1-15 0,1 0 0,0 0 0,1 0 0,0 1 0,0-1 0,4 15 0,-3-18 0,0-1 0,1 1 0,-1 0 0,1 0 0,0-1 0,0 0 0,1 1 0,-1-1 0,1-1 0,0 1 0,6 5 0,-2-4 0,1 1 0,-1-1 0,1-1 0,0 1 0,0-1 0,0-1 0,1 0 0,-1 0 0,1-1 0,0 0 0,0-1 0,0 0 0,0-1 0,0 1 0,-1-2 0,1 0 0,10-2 0,-4 1 0,-1-2 0,0 0 0,0-1 0,0-1 0,-1 0 0,0-1 0,0 0 0,0-1 0,-1-1 0,13-10 0,-17 10 0,-1 0 0,1 0 0,-2-1 0,0 0 0,11-20 0,-10 16 0,1 1 0,14-18 0,-23 31 12,0-1-1,1 1 0,-1-1 1,1 1-1,-1-1 1,1 1-1,-1-1 0,1 1 1,-1-1-1,1 1 0,0 0 1,-1-1-1,1 1 1,0 0-1,-1 0 0,1-1 1,-1 1-1,1 0 0,0 0 1,0 0-1,-1 0 1,1 0-1,0 0 0,-1 0 1,1 0-1,0 0 0,-1 0 1,1 0-1,1 1 1,15 14-1719,-4 1-5119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5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65 24575,'-4'-4'0,"0"0"0,-1 0 0,1 1 0,-1-1 0,0 1 0,0 0 0,0 0 0,0 0 0,-1 1 0,1 0 0,-1 0 0,1 0 0,-1 1 0,0 0 0,0 0 0,1 0 0,-7 1 0,6 0 0,0 1 0,0 0 0,0 0 0,0 1 0,0 0 0,0 0 0,1 0 0,-1 1 0,1 0 0,-1 0 0,1 0 0,0 0 0,0 1 0,1 0 0,-1 0 0,-5 6 0,-1 3 0,0 1 0,1 0 0,1 0 0,0 1 0,0 0 0,2 1 0,0 0 0,1 0 0,0 0 0,1 1 0,1-1 0,1 1 0,0 0 0,2 1 0,-1 28 0,2-33 0,0 1 0,1-1 0,0 1 0,1-1 0,1 0 0,6 21 0,-8-30 0,1 1 0,0-1 0,1 0 0,-1 0 0,1 0 0,0 0 0,-1-1 0,2 1 0,-1-1 0,0 0 0,1 0 0,-1 0 0,1 0 0,0 0 0,0-1 0,0 0 0,0 0 0,1 0 0,-1 0 0,0-1 0,1 1 0,6 0 0,-3-1 0,0 1 0,0-1 0,0-1 0,0 0 0,0 0 0,0-1 0,-1 1 0,1-2 0,0 1 0,0-1 0,-1 0 0,1-1 0,11-5 0,-11 3 0,0 0 0,0 0 0,0-1 0,-1 0 0,0-1 0,0 1 0,-1-1 0,1-1 0,-1 1 0,-1-1 0,5-9 0,13-27 0,-3-1 0,-2-1 0,22-85 0,-12 38 0,-7 31 0,-14 52 0,-3 16 0,0 24 0,-4-23 0,9 68 0,32 129 0,43 68 0,-84-272 0,15 33 0,-15-33 0,0 1 0,0-1 0,1 0 0,-1 1 0,0-1 0,0 1 0,1-1 0,-1 0 0,0 1 0,1-1 0,-1 0 0,0 1 0,1-1 0,-1 0 0,0 1 0,1-1 0,-1 0 0,1 0 0,-1 1 0,1-1 0,-1 0 0,0 0 0,1 0 0,-1 0 0,1 0 0,-1 0 0,1 1 0,-1-1 0,1 0 0,-1 0 0,1-1 0,-1 1 0,1 0 0,-1 0 0,1 0 0,-1 0 0,0 0 0,1 0 0,-1-1 0,1 1 0,-1 0 0,1 0 0,-1-1 0,0 1 0,1 0 0,-1-1 0,0 1 0,1 0 0,-1-1 0,0 1 0,1 0 0,-1-1 0,0 1 0,0-1 0,1 1 0,-1 0 0,0-1 0,0 1 0,0-1 0,0 1 0,0-1 0,0 1 0,0-1 0,5-14 0,0 1 0,-2-1 0,1 0 0,-2 1 0,0-2 0,-1-27 0,0 16 0,19-215-1365,-16 207-5461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6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2 170 24575,'-1'72'0,"3"77"0,4-109 0,-5-37 0,-1-1 0,1 0 0,-1 0 0,1 1 0,0-1 0,0 0 0,0 0 0,0 0 0,1 0 0,-1 0 0,0 0 0,1 0 0,2 2 0,-4-4 0,1 1 0,-1-1 0,0 0 0,1 0 0,-1 0 0,1 0 0,-1 0 0,0 0 0,1 0 0,-1 0 0,1 0 0,-1 0 0,0-1 0,1 1 0,-1 0 0,1 0 0,-1 0 0,0 0 0,1-1 0,-1 1 0,0 0 0,1 0 0,-1 0 0,0-1 0,0 1 0,1 0 0,-1-1 0,0 1 0,0 0 0,1-1 0,-1 1 0,0 0 0,0-1 0,1 0 0,6-15 0,-6 14 0,7-24 0,10-51 0,0-2 0,-11 55 0,1 1 0,17-34 0,-20 47 0,1 1 0,0 0 0,0 0 0,1 0 0,0 1 0,1 0 0,0 1 0,9-8 0,13-12 0,-25 21 0,1 1 0,-1 0 0,1 0 0,11-6 0,-14 10 0,0-1 0,0 1 0,0 0 0,1 0 0,-1 0 0,0 0 0,1 1 0,-1-1 0,1 1 0,-1 0 0,1 0 0,-1 0 0,7 2 0,-1-1 0,-1 1 0,0 1 0,1 0 0,-1 0 0,0 0 0,-1 1 0,1 0 0,-1 1 0,1-1 0,8 10 0,-5-5 0,-1 1 0,-1 0 0,0 1 0,0 0 0,12 23 0,-6-4 0,-1 0 0,-1 1 0,-2 0 0,12 56 0,0 73 0,-1-3 0,-21-155 0,-1 1 0,1 0 0,0-1 0,0 1 0,0-1 0,0 1 0,0-1 0,0 1 0,1-1 0,-1 0 0,1 0 0,1 3 0,-2-5 0,0 1 0,0-1 0,0 1 0,0-1 0,0 1 0,0-1 0,0 0 0,0 1 0,0-1 0,1 0 0,-1 0 0,0 0 0,0 0 0,0 0 0,0 0 0,0 0 0,0 0 0,0 0 0,0-1 0,0 1 0,0 0 0,0-1 0,0 1 0,0-1 0,0 1 0,0-1 0,0 1 0,0-1 0,0 0 0,0 1 0,1-2 0,9-8 0,-1-1 0,0 0 0,-1 0 0,0-1 0,-1 0 0,0 0 0,9-22 0,-5 13 0,193-393-1365,-177 347-5461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6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24575,'-1'217'0,"3"278"0,0-399 0,4-1 0,5 0 0,3 0 0,33 110 0,-38-185 0,-9-20 0,0 1 0,0-1 0,0 0 0,0 0 0,0 0 0,0 0 0,1 0 0,-1 0 0,0 0 0,0 0 0,0 0 0,0 0 0,0 0 0,0 0 0,1 0 0,-1 0 0,0 0 0,0 0 0,0 0 0,0 0 0,0 0 0,1 0 0,-1 0 0,0 0 0,0 0 0,0 0 0,0 0 0,0 0 0,0 0 0,1 0 0,-1 0 0,0 0 0,0 0 0,0 0 0,0-1 0,0 1 0,0 0 0,0 0 0,0 0 0,1 0 0,-1 0 0,0 0 0,0 0 0,0-1 0,0 1 0,0 0 0,0 0 0,0 0 0,0 0 0,0 0 0,0 0 0,0-1 0,0 1 0,0 0 0,0 0 0,0 0 0,0 0 0,0 0 0,0-1 0,1-4 0,-1-1 0,1 1 0,-1-1 0,-1-10 0,-5-35 0,-2 1 0,-2 0 0,-3 1 0,-1 0 0,-26-56 0,30 85-455,0 1 0,-22-31 0,10 21-6371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1 179 24575,'0'-5'0,"0"-5"0,12-5 0,22-4 0,21-4 0,19-1 0,8-1 0,4 3 0,-5 6 0,-8 6 0,-12 4 0,-12 3 0,-10 2 0,-8 2 0,-9 0-8191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7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24575,'1'20'0,"1"-1"0,1 0 0,1 1 0,1-1 0,8 21 0,5 21 0,-8-25 0,-5-21 0,-1 1 0,0 0 0,1 27 0,-5-43 0,5 33 0,-5-33 0,1 1 0,-1-1 0,0 1 0,0-1 0,1 1 0,-1-1 0,0 1 0,0-1 0,1 1 0,-1-1 0,1 1 0,-1-1 0,0 1 0,1-1 0,-1 0 0,1 1 0,-1-1 0,1 0 0,-1 0 0,1 1 0,-1-1 0,1 0 0,0 0 0,-1 0 0,1 1 0,-1-1 0,1 0 0,-1 0 0,1 0 0,0 0 0,-1 0 0,1 0 0,-1 0 0,1-1 0,0 1 0,-1 0 0,1 0 0,-1 0 0,1 0 0,-1-1 0,1 1 0,-1 0 0,1-1 0,-1 1 0,1 0 0,-1-1 0,1 1 0,-1 0 0,0-1 0,1 1 0,0-2 0,5-4 0,0-1 0,-1 0 0,0 0 0,0 0 0,0-1 0,-1 1 0,0-1 0,3-11 0,0 4 0,15-37-1365,-3 0-5461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7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24575,'0'4'0,"4"14"0,6 13 0,5 13 0,4 16 0,4 6 0,1 0 0,-3-10-8191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8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24575,'-2'3'0,"-1"1"0,1 0 0,0 0 0,1 0 0,-1 0 0,1 0 0,-1 0 0,1 0 0,0 0 0,1 1 0,-1-1 0,1 0 0,0 9 0,-1 1 0,-6 477 0,9-307 0,-1-107 0,3-1 0,3 0 0,33 139 0,-39-208 0,1 0 0,0 0 0,0-1 0,1 1 0,-1-1 0,1 0 0,1 1 0,-1-1 0,6 6 0,-8-11 0,-1 0 0,1-1 0,0 1 0,-1-1 0,1 1 0,-1-1 0,1 1 0,0-1 0,-1 0 0,1 1 0,0-1 0,0 0 0,-1 0 0,1 1 0,0-1 0,0 0 0,-1 0 0,1 0 0,0 0 0,0 0 0,0 0 0,-1 0 0,1 0 0,0 0 0,0 0 0,-1 0 0,1-1 0,0 1 0,1-1 0,0 0 0,0 0 0,0-1 0,0 0 0,-1 1 0,1-1 0,0 0 0,-1 0 0,3-4 0,11-20 0,-1-1 0,-1-1 0,-2 0 0,13-46 0,1-2 0,-7 24 91,34-82 127,-45 119-457,0 0 0,1 1-1,1 0 1,1 0 0,0 1 0,17-17 0,-8 12-6587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48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1 24575,'-1'6'0,"0"0"0,0 0 0,-1 0 0,1 0 0,-1 0 0,-1 0 0,1 0 0,-1 0 0,0-1 0,-6 10 0,0-3 0,0 0 0,0-1 0,-17 15 0,22-22 0,0-1 0,0 1 0,-1-1 0,1 0 0,-1 0 0,0-1 0,0 1 0,1-1 0,-2 0 0,1-1 0,0 1 0,0-1 0,0 0 0,-1 0 0,1-1 0,0 1 0,-1-1 0,1 0 0,-1-1 0,1 1 0,-6-2 0,5 0 0,0 0 0,-1-1 0,1 0 0,0 0 0,0 0 0,1-1 0,-1 1 0,1-1 0,0-1 0,0 1 0,0-1 0,0 0 0,1 0 0,0 0 0,0-1 0,-4-7 0,7 12 0,0-1 0,0 0 0,0 1 0,0-1 0,1 1 0,-1-1 0,1 0 0,-1 1 0,1-1 0,-1 0 0,1 0 0,0-1 0,0 2 0,1 0 0,-1 1 0,0-1 0,0 0 0,1 1 0,-1-1 0,1 1 0,-1-1 0,1 1 0,-1-1 0,1 1 0,-1-1 0,1 1 0,-1-1 0,1 1 0,-1-1 0,1 1 0,0 0 0,-1 0 0,1-1 0,0 1 0,-1 0 0,1 0 0,0 0 0,-1-1 0,1 1 0,0 0 0,0 0 0,-1 0 0,1 0 0,0 0 0,-1 1 0,2-1 0,7 1 0,1 0 0,-1 0 0,0 1 0,0 0 0,0 1 0,0 0 0,10 4 0,2 3 0,34 22 0,-36-19 0,-2 1 0,1 0 0,-2 2 0,0-1 0,-1 2 0,0 0 0,15 26 0,5 14 0,30 69 0,-34-64 0,38 59 0,-65-116 0,-1 0 0,1-1 0,0 1 0,0-1 0,0 1 0,1-1 0,6 4 0,-8-6 0,0 0 0,0-1 0,0 1 0,0-1 0,0 0 0,1 0 0,-1 0 0,1 0 0,-1 0 0,0-1 0,1 0 0,-1 0 0,1 0 0,4 0 0,98-5 0,-81 6 0,-1-2 0,1 0 0,0-2 0,-1-1 0,0 0 0,29-10 0,24-22-1365,-5-4-5461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45:50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246 549 24575,'0'-25'0,"-1"0"0,-1 1 0,-2 0 0,0-1 0,-1 1 0,-2 1 0,0-1 0,-1 1 0,-2 0 0,-18-33 0,-23-52 0,37 74 0,-35-61 0,48 94 0,1 0 0,-1 0 0,1 0 0,-1 0 0,0 0 0,1 0 0,-1 1 0,0-1 0,0 0 0,0 0 0,0 0 0,1 1 0,-1-1 0,0 0 0,0 1 0,-1-1 0,1 1 0,0-1 0,0 1 0,-2-1 0,2 1 0,0 1 0,0-1 0,0 0 0,1 1 0,-1-1 0,0 0 0,0 1 0,1-1 0,-1 1 0,0-1 0,1 1 0,-1 0 0,0-1 0,1 1 0,-1 0 0,1-1 0,-1 1 0,1 0 0,0-1 0,-1 1 0,0 1 0,-2 6 0,0 0 0,1 0 0,0 0 0,-2 15 0,0 18 0,2 1 0,1-1 0,9 64 0,29 125 0,-11-117 0,4-1 0,83 200 0,-108-302 0,10 23 0,-14-31 0,0-1 0,0 1 0,1 0 0,-1-1 0,0 1 0,1 0 0,-1-1 0,1 0 0,-1 1 0,1-1 0,0 0 0,0 0 0,3 2 0,-4-3 0,0 0 0,0 0 0,0 0 0,0 0 0,0 1 0,1-2 0,-1 1 0,0 0 0,0 0 0,0 0 0,0 0 0,0-1 0,0 1 0,1-1 0,-1 1 0,0-1 0,0 1 0,0-1 0,0 1 0,0-1 0,-1 0 0,1 0 0,1-1 0,18-23 0,-20 25 0,17-30 0,-2 0 0,-1-1 0,17-55 0,14-31 0,-19 59 0,2 2 0,3 1 0,2 1 0,3 2 0,72-82 0,-68 90 0,47-45 0,-83 86 0,1-1 0,-1-1 0,-1 1 0,1-1 0,0 1 0,-1-1 0,0 0 0,0-1 0,-1 1 0,1 0 0,-1-1 0,0 1 0,1-10 0,-2 12 0,-1 1 0,0-1 0,0 0 0,0 1 0,0-1 0,-1 0 0,1 1 0,-1-1 0,1 0 0,-1 1 0,0-1 0,0 1 0,0-1 0,-1 1 0,1 0 0,0-1 0,-1 1 0,0 0 0,1 0 0,-1 0 0,0 0 0,0 0 0,0 0 0,0 1 0,0-1 0,-1 1 0,1-1 0,0 1 0,-1 0 0,1 0 0,-4-1 0,1 0 0,0 0 0,0 1 0,0-1 0,0 1 0,-1 0 0,1 1 0,0-1 0,-1 1 0,1 0 0,-1 0 0,1 1 0,0 0 0,-1-1 0,1 2 0,0-1 0,0 1 0,0 0 0,0 0 0,0 0 0,0 1 0,1-1 0,-1 1 0,-4 4 0,-8 8 0,1 0 0,0 1 0,1 1 0,-18 26 0,-20 21 0,24-34 0,1 0 0,-44 64 0,36-49 0,29-37 0,0-1 0,1 1 0,0 1 0,1-1 0,-1 1 0,-5 14 0,4-8 0,0-13 0,6-3 0,0 0 0,0 0 0,0 0 0,0 0 0,0 0 0,0-1 0,0 1 0,1 0 0,-1-1 0,-1-2 0,-1-3 0,4 31 0,13 68-1365,-4-41-5461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0:51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3:08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24575,'481'0'0,"-438"2"0,52 8 0,29 3 0,-96-11 0,40 9 0,-41-6 0,47 3 0,119 3 0,0 0 0,234-9 0,-221-3 0,-139-2 0,101-18 0,-17 1 0,4-3 0,-5 1 0,431 11 0,-358 13 0,289-2 0,-477 2 0,-1 1 0,67 17 0,-63-12 0,75 8 0,-58-14-341,0-2 0,1-2-1,76-14 1,-109 12-6485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5:5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24575,'1'2'0,"-1"-1"0,0 1 0,0-1 0,1 1 0,-1-1 0,0 1 0,1-1 0,0 1 0,-1-1 0,1 0 0,0 1 0,0-1 0,0 0 0,0 0 0,0 0 0,0 1 0,0-1 0,0 0 0,0 0 0,0-1 0,3 3 0,32 13 0,-27-13 0,66 23 0,1-3 0,139 22 0,163-4 0,76-20 0,50 4 0,673 36-316,1-54-65,-996-8 370,75 3 11,260 36 0,355 118 0,-415-66 0,-449-89 0,281 57-29,-203-37 103,108 43-1,-121-36 36,141 53 215,-152-60-245,96 17-1,-122-32-78,0-1 0,42-1 0,-58-4 0,0-1 0,-1-1 0,1-1 0,0-1 0,28-9 0,12-8 0,96-50 0,-134 60 0,1-2 0,-2-1 0,1 0 0,-2-2 0,25-24 0,-40 35 0,0 0 0,-1 0 0,1 0 0,-1-1 0,-1 1 0,1-1 0,-1 0 0,0 0 0,-1-1 0,1 1 0,-1-1 0,0 1 0,-1-1 0,1 1 0,-1-1 0,-1 0 0,1 0 0,-1 0 0,-1 1 0,1-1 0,-1 0 0,0 0 0,-1 1 0,1-1 0,-4-7 0,-2-2 0,-1 0 0,-1 1 0,0 0 0,-16-20 0,11 17 0,-22-41 0,-14-26-1365,32 54-5461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0:01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204 163 24575,'-2'5'0,"1"0"0,-1 0 0,0-1 0,0 1 0,-1 0 0,1-1 0,-1 1 0,0-1 0,-1 0 0,1 0 0,-4 4 0,-4 4 0,-44 56 0,-22 31 0,73-92 0,1 0 0,-1 0 0,1 1 0,1-1 0,-1 1 0,1 0 0,1 0 0,-1-1 0,1 15 0,0 0 0,1-1 0,5 29 0,-4-44 0,0-1 0,0 1 0,1 0 0,0-1 0,0 1 0,1-1 0,-1 0 0,1 0 0,0 0 0,0 0 0,1 0 0,0-1 0,0 0 0,0 1 0,0-1 0,0-1 0,1 1 0,6 3 0,2 1 0,0-1 0,0-1 0,1 0 0,0 0 0,0-2 0,15 4 0,-22-7 0,0 0 0,-1-1 0,1 0 0,0 0 0,-1 0 0,1-1 0,0 0 0,-1 0 0,1-1 0,-1 1 0,0-1 0,1-1 0,-1 1 0,0-1 0,0-1 0,6-3 0,0-1 0,-1 0 0,0-1 0,0-1 0,-1 0 0,0 0 0,15-21 0,-16 16 0,0-1 0,0 0 0,-2-1 0,10-28 0,14-73 0,-27 99 0,-1 0 0,-2 0 0,1 0 0,-2 0 0,-1 0 0,0 0 0,-1 0 0,-1 0 0,-1 0 0,-1 0 0,-8-19 0,9 27 0,-1 1 0,0 1 0,0-1 0,-1 1 0,-1 0 0,0 0 0,0 0 0,0 1 0,-1 1 0,0-1 0,-1 1 0,0 0 0,0 1 0,-14-7 0,20 11 20,-1 2 0,0-1-1,1 0 1,-1 1 0,0-1 0,0 1-1,0 0 1,0 0 0,1 1-1,-1-1 1,0 1 0,0 0 0,1 0-1,-1 0 1,-5 3 0,-6 3-228,0 0 1,-18 14-1,11-8-850,0 0-5768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1:50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52 116 24575,'-1'17'0,"-1"0"0,-1 0 0,-1 0 0,-5 18 0,-3 12 0,4-3 0,2 0 0,-1 50 0,8 90 0,0-149 0,0 31 0,3-1 0,3 1 0,30 127 0,-19-144 0,-9-38 0,-2-11 0,-6-2 0,0 1 0,0-1 0,0 0 0,0 1 0,0-1 0,0 0 0,-1 0 0,1 0 0,0-3 0,9-47 0,-2 0 0,0-56 0,7-53 0,0 66 0,22-163 0,-28 175 0,-4-97 0,-5 173 0,1 0 0,-1 0 0,1-1 0,1 1 0,-1 0 0,6-13 0,-6 17 0,0 1 0,0-1 0,0 1 0,0-1 0,1 1 0,-1-1 0,1 1 0,0 0 0,0 0 0,0 0 0,0 0 0,0 0 0,0 0 0,0 0 0,1 1 0,-1-1 0,0 1 0,1 0 0,0-1 0,3 0 0,-4 2 0,1 0 0,-1 0 0,0 0 0,0 0 0,0 0 0,1 1 0,-1-1 0,0 1 0,0 0 0,0-1 0,0 1 0,0 0 0,0 0 0,0 0 0,0 0 0,-1 1 0,1-1 0,0 0 0,-1 1 0,1 0 0,-1-1 0,3 4 0,1 1 0,-1 0 0,0 0 0,0 1 0,0-1 0,4 13 0,-5-8 0,0 0 0,-1 0 0,0 0 0,-1 0 0,0 0 0,0 0 0,-2 1 0,1-1 0,-1 0 0,-1 0 0,0 0 0,-1 0 0,0 0 0,-7 16 0,-5 10 0,-3-2 0,-37 59 0,39-71 0,-1 0 0,-1-1 0,-1-1 0,-36 31 0,54-51 0,9-7 0,13-14 0,-3-6 0,-15 21 0,0 0 0,1 0 0,0 0 0,-1 0 0,1 0 0,1 1 0,-1-1 0,1 1 0,-1 0 0,1 1 0,1-1 0,-1 1 0,0 0 0,1 0 0,7-2 0,-3 3 0,-1 0 0,0 1 0,1 1 0,-1 0 0,1 0 0,0 0 0,-1 1 0,0 1 0,1 0 0,-1 0 0,0 1 0,0 0 0,0 0 0,11 6 0,1 2 0,0 1 0,-1 1 0,-1 1 0,29 25 0,-43-35 0,0 1 0,-1-1 0,1 1 0,-1 0 0,0 0 0,0 1 0,-1-1 0,1 1 0,-1 0 0,-1 0 0,1 0 0,-1 0 0,0 0 0,0 1 0,-1-1 0,0 1 0,0-1 0,0 1 0,-1-1 0,0 1 0,0 0 0,-1-1 0,0 1 0,0-1 0,0 1 0,-1-1 0,0 0 0,0 0 0,-1 1 0,1-1 0,-1-1 0,-1 1 0,-3 5 0,-9 9 0,-1-1 0,0 0 0,-2-2 0,0 0 0,-25 16 0,36-26 0,4-5 17,1 0 0,-1 0 0,0 0 1,0 0-1,0 0 0,0-1 0,0 1 0,0-1 0,0 0 0,-1-1 0,1 1 0,0-1 0,0 0 0,-1 0 0,1 0 0,0 0 0,-1-1 0,1 0 1,-5-1-1,-2-1-261,1-1 0,0 0 0,0 0 0,0-1 1,0-1-1,-11-8 0,-7-7-6582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1:48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293 470 24575,'4'-5'0,"-1"-1"0,1 0 0,-1 0 0,-1 0 0,1 0 0,-1 0 0,0-1 0,0 1 0,1-9 0,1-2 0,2-6 0,6-43 0,-11 58 0,0 1 0,-1-1 0,0 0 0,-1 1 0,1-1 0,-1 1 0,-1-1 0,0 1 0,-4-13 0,5 18 0,1 0 0,-1 0 0,0 0 0,-1 0 0,1 0 0,0 0 0,0 0 0,-1 1 0,1-1 0,-1 1 0,0-1 0,1 1 0,-1-1 0,0 1 0,0 0 0,0 0 0,0 0 0,0 0 0,0 0 0,-2 0 0,1 0 0,0 1 0,0 0 0,0 0 0,0 0 0,0 0 0,0 0 0,0 1 0,0 0 0,0-1 0,0 1 0,1 0 0,-1 0 0,-3 2 0,-3 2 0,0 1 0,0-1 0,0 2 0,1-1 0,0 1 0,0 1 0,-7 9 0,-37 38 0,40-44 0,1 0 0,0 1 0,1 0 0,0 0 0,1 1 0,0 1 0,1-1 0,0 1 0,-6 19 0,7-8 0,1 1 0,1 0 0,2 0 0,0 0 0,2 1 0,1-1 0,1 1 0,1-1 0,6 31 0,4-1 0,3-2 0,1 1 0,31 63 0,-45-113 0,0 1 0,0 0 0,1-1 0,0 1 0,0-1 0,5 6 0,-8-10 0,1-1 0,-1 1 0,0-1 0,1 0 0,-1 1 0,1-1 0,-1 0 0,1 1 0,-1-1 0,1 0 0,-1 1 0,1-1 0,-1 0 0,1 0 0,-1 0 0,1 1 0,-1-1 0,1 0 0,-1 0 0,1 0 0,0 0 0,-1 0 0,1 0 0,-1 0 0,2-1 0,-1 1 0,0-1 0,0 0 0,0 0 0,0 0 0,0 0 0,0 0 0,0 0 0,0 0 0,0 0 0,0 0 0,-1 0 0,1 0 0,-1-1 0,1 1 0,0-3 0,23-64 0,30-139 0,-48 182 0,17-97 0,14-222 0,-35 321 0,0 0 0,1 1 0,1 0 0,13-38 0,-14 50 0,1 1 0,0 1 0,0-1 0,1 0 0,0 1 0,1 0 0,0 0 0,0 1 0,1 0 0,0 0 0,0 0 0,0 1 0,13-8 0,-17 12 0,0 0 0,0 0 0,1 1 0,-1-1 0,0 1 0,1 0 0,-1 0 0,1 0 0,-1 1 0,1-1 0,-1 1 0,1 0 0,-1 0 0,1 0 0,-1 0 0,6 2 0,-4-1 0,0 1 0,0 0 0,0 0 0,-1 0 0,1 1 0,0 0 0,-1 0 0,0 0 0,0 0 0,4 4 0,3 5 0,-1-1 0,0 1 0,-1 1 0,-1 0 0,0 0 0,11 26 0,-11-17 0,0 0 0,-2 0 0,-1 0 0,-1 1 0,0 0 0,-2 0 0,-1 0 0,0 0 0,-5 33 0,-2-9 0,-2 1 0,-3-1 0,-22 66 0,-13-9 0,16-41 0,29-61 0,1 0 0,-1-1 0,1 1 0,-1-1 0,0 1 0,0-1 0,0 0 0,1 1 0,-1-1 0,-1 0 0,1 0 0,0 1 0,0-1 0,0 0 0,0 0 0,-1 0 0,1 0 0,-3 1 0,2-2 0,1 0 0,-1-1 0,0 1 0,0 0 0,1 0 0,-1-1 0,0 1 0,1-1 0,-1 1 0,1-1 0,-1 0 0,1 0 0,-1 0 0,1 0 0,-1 0 0,1 0 0,-2-1 0,-16-13-1365,1 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1:49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24575,'8'0'0,"16"4"0,24 10 0,17 7 0,14 4 0,6 2 0,1 0 0,-5-4 0,-5-6 0,-5-2 0,-13-3 0,-10-4 0,-14-8 0,-8-11 0,-5-5 0,-6 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1:52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1 24575,'-6'175'0,"-44"273"0,-38-89 0,51-228 0,-163 534 0,86-298 0,89-274 0,-21 148 0,17 101 0,22-215 0,0-6 0,13 204 0,98 443 0,-55-547 0,-8-45 0,60 380 0,-57-322 0,-11 2 0,5 282 0,-41 64 0,0-168 0,3-213 0,1 238 0,4-342 0,5 0 0,26 116 0,64 188 0,-78-317 0,125 437 0,-50-184 0,33 124 0,-112-374 0,-4 2 0,-4-1 0,-3 2 0,-4-1 0,-11 100 0,0-115 0,-30 123 0,-39 67 0,-44 46 0,-21-11 0,113-239 0,17-39 0,-1 0 0,-18 23 0,18-27 0,1 0 0,1 1 0,-9 19 0,19-35 0,-5 16 0,9-12 0,10-9 0,-1-3 0,0-1 0,0 0 0,-1-1 0,15-13 0,43-47 0,-40 38 0,129-139-1365,9-17-5461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1:55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24575,'0'4'0,"1"-1"0,-1 1 0,1 0 0,0 0 0,0-1 0,1 1 0,-1-1 0,1 1 0,0-1 0,0 0 0,3 5 0,28 31 0,-14-20 0,0 0 0,-2 2 0,-1 0 0,0 1 0,-2 1 0,0 0 0,15 37 0,105 223 0,-109-230 0,-2 0 0,-3 1 0,-1 1 0,11 66 0,10 51 0,31 182 0,-51-173 0,-8 1 0,-19 298 0,0-361 0,-11 104 0,12-171 0,-4-1 0,-19 65 0,-39 86 0,-18 57 0,67-192 0,-18 134 0,27 303 0,13-321 0,4 66 0,-2-191 0,3-1 0,20 75 0,-10-65 0,9 26 0,26 180 0,1 786 0,-53-730 0,-4 412 0,-2-659 0,-2 1 0,-32 137 0,-72 154 0,-16 43 0,118-380 0,-58 257 0,54-220 0,3 1 0,1 77 0,8-90 0,2 213 0,3-203 0,24 129 0,-2-84 0,-1-11 0,15 155 0,-24-28 0,11 143 0,-17-225 0,-11 160 0,-4-236 0,-3 0 0,-4 0 0,-22 78 0,28-124 0,1 0 0,2 1 0,1-1 0,3 51 0,-2 35 0,-4-79 0,-1-1 0,-2 0 0,-13 35 0,9-34 0,-9 32 0,0 27-1365,18-74-5461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0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0 348 24575,'14'1'0,"0"0"0,0 1 0,0 1 0,25 8 0,5 1 0,263 53-246,2-12 0,345 13 0,-543-63 246,0-4 0,0-5 0,-1-4 0,161-38 0,572-132 505,9 83-1146,-751 94 860,152 13-1,-207-5-145,-1 3 0,0 1 0,0 2 0,-1 2-1,70 31 1,281 133-73,-358-158 0,51 35 0,-85-52 0,1 0 0,-1 1 0,1-1 0,-1 0 0,1-1 0,6 3 0,-9-4 0,0 0 0,0 0 0,0 0 0,0 0 0,0 0 0,0 0 0,0 0 0,0 0 0,0-1 0,0 1 0,0 0 0,0-1 0,0 1 0,0 0 0,-1-1 0,1 1 0,0-1 0,0 1 0,0-1 0,0 0 0,-1 1 0,1-1 0,0 0 0,0 0 0,-1 0 0,1 1 0,-1-1 0,1 0 0,0-2 0,9-17 0,-2 0 0,0-1 0,-1-1 0,5-26 0,6-17 0,91-223 0,-98 250 0,-10 32 0,0 1 0,0-1 0,1 1 0,0 0 0,0-1 0,3-5 0,-4 11 0,-1-1 0,0 1 0,0 0 0,0-1 0,0 1 0,1 0 0,-1 0 0,0-1 0,0 1 0,1 0 0,-1 0 0,0 0 0,1 0 0,-1-1 0,0 1 0,0 0 0,1 0 0,-1 0 0,0 0 0,1 0 0,-1 0 0,0 0 0,1 0 0,-1 0 0,0 0 0,1 0 0,-1 0 0,0 0 0,1 0 0,-1 0 0,0 0 0,1 0 0,-1 0 0,0 0 0,1 0 0,-1 1 0,0-1 0,0 0 0,1 0 0,-1 0 0,0 0 0,0 1 0,1-1 0,-1 0 0,0 0 0,0 1 0,0-1 0,1 0 0,-1 1 0,0-1 0,0 0 0,11 20 0,11 38 0,-2 1 0,19 101 0,6 130 0,-33-202 0,3 25 0,9 62 0,-24-163 0,-4-26 0,-13-61 171,-13-139 0,18-80-1878,12 230-5119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24575,'47'0'0,"-1"2"0,0 2 0,0 3 0,0 1 0,-1 2 0,0 3 0,-1 1 0,0 2 0,-1 2 0,56 33 0,-85-42 0,-1 1 0,0 0 0,-1 1 0,0 0 0,-1 1 0,0 0 0,-1 1 0,0 0 0,-1 1 0,-1 0 0,0 0 0,-1 1 0,6 15 0,-9-16 0,-1-1 0,-1 0 0,0 1 0,0 0 0,-2-1 0,0 1 0,0 0 0,-1-1 0,-1 1 0,0-1 0,-1 1 0,0-1 0,-9 23 0,-1-7 0,-1-1 0,-1-1 0,-2 0 0,-36 47 0,31-45 0,14-18 0,1 0 0,-2-1 0,1 0 0,-1 0 0,-1-1 0,0 0 0,0-1 0,-19 12 0,3-9 0,0-1 0,0-1 0,-1-1 0,0-1 0,0-1 0,-1-2 0,0-1 0,1-1 0,-31-2 0,51 0 0,0-1 0,0 1 0,1-1 0,-1-1 0,0 1 0,1-1 0,-1 0 0,1-1 0,0 0 0,-11-6 0,15 8 0,-1-1 0,1 0 0,0 0 0,0 0 0,0 0 0,0 0 0,0 0 0,0 0 0,1-1 0,-1 1 0,1-1 0,0 1 0,-1-1 0,1 0 0,0 1 0,1-1 0,-1 0 0,0 0 0,1 0 0,0 1 0,-1-1 0,1 0 0,0 0 0,1 0 0,-1 0 0,0 0 0,2-3 0,-1 1 0,1 1 0,-1 0 0,1 1 0,0-1 0,0 0 0,0 0 0,1 1 0,-1 0 0,1-1 0,0 1 0,0 0 0,0 0 0,0 0 0,0 1 0,1-1 0,-1 1 0,1 0 0,0 0 0,0 0 0,-1 0 0,1 1 0,0-1 0,7 0 0,9-3 0,0 2 0,0 0 0,32 1 0,-51 2 0,232 2 0,12-1 0,-235-1 0,-1-1 0,1 0 0,-1-1 0,0 0 0,1-1 0,-1 1 0,0-2 0,0 1 0,-1-1 0,1-1 0,-1 0 0,0 0 0,0 0 0,0-1 0,-1 0 0,8-8 0,-12 9 0,0 0 0,0 0 0,0 0 0,-1-1 0,1 1 0,-1-1 0,-1 1 0,1-1 0,-1 0 0,0 1 0,0-1 0,-1 0 0,1-9 0,-1-1 0,-1-1 0,-1 1 0,-5-26 0,2 25 0,-1 1 0,-1-1 0,0 1 0,-1 1 0,-1 0 0,-11-15 0,-23-43 0,40 68 0,1-1 0,-2 1 0,1 0 0,0-1 0,-1 2 0,0-1 0,0 0 0,-1 1 0,-5-5 0,9 8 0,-1 0 0,0 0 0,1 0 0,-1 0 0,0 0 0,0 1 0,0-1 0,1 1 0,-1-1 0,0 1 0,0-1 0,0 1 0,0 0 0,0 0 0,0 0 0,0 0 0,0 1 0,0-1 0,0 0 0,0 1 0,1-1 0,-1 1 0,0 0 0,0 0 0,0-1 0,1 1 0,-1 0 0,1 1 0,-1-1 0,1 0 0,-1 0 0,-2 3 0,1 0 0,-1-1 0,1 1 0,0 0 0,0 0 0,0 0 0,0 1 0,1-1 0,0 1 0,0-1 0,0 1 0,0 0 0,1-1 0,0 1 0,0 0 0,0 0 0,0 7 0,1-4 0,1-1 0,0 1 0,0-1 0,0 1 0,1-1 0,0 0 0,0 0 0,1 0 0,0 0 0,5 9 0,-3-7 0,1-1 0,-1 0 0,1-1 0,1 1 0,-1-1 0,1 0 0,0-1 0,9 6 0,-11-8 0,1 0 0,0-1 0,-1 0 0,1 0 0,0-1 0,1 1 0,-1-1 0,0-1 0,1 1 0,-1-1 0,13 1 0,-15-2 0,0 0 0,-1 0 0,1 0 0,0-1 0,0 0 0,0 0 0,0 0 0,-1 0 0,1 0 0,0-1 0,-1 1 0,1-1 0,-1 0 0,0 0 0,0 0 0,1-1 0,-1 1 0,-1-1 0,1 0 0,0 0 0,-1 0 0,1 0 0,-1 0 0,0 0 0,0-1 0,0 1 0,-1-1 0,1 1 0,-1-1 0,0 0 0,1-4 0,2-12 0,-1 1 0,-1-1 0,-1 1 0,-3-39 0,1 42 0,1 9 0,0 1 0,-1-1 0,0 0 0,0 1 0,-1-1 0,0 1 0,0-1 0,0 1 0,-1 0 0,0 0 0,0 0 0,-1 0 0,1 1 0,-1-1 0,0 1 0,-1 0 0,-8-8 0,-21-21 0,-27-24 0,55 52 0,-1 1 0,0 0 0,0 1 0,0 0 0,-1 0 0,1 0 0,-13-3 0,14 7 171,6 2 0,8 5-1878,7 5-5119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3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24575,'293'21'0,"-163"-8"0,206 12-494,557-31 0,-737-6 479,306-20 78,2 22 255,-458 10-348,-5 0 5,0-1-1,1 1 1,-1 0-1,0 0 1,0 0-1,1 0 1,-1 0-1,0 0 1,1 0-1,-1 1 1,0-1 0,1 0-1,-1 1 1,0-1-1,0 1 1,1-1-1,-1 1 1,0 0-1,0-1 1,0 1-1,0 0 1,0 0-1,0 0 1,0 0-1,0 0 1,0 0-1,1 2 1,-1 13-6801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5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0 558 24575,'512'-13'0,"-26"0"0,-307 13 0,511-18 0,-43-47 0,-319 36 0,481 18 0,-620 24 0,53 1 0,386-14 0,-276-1 0,-304-1 0,-1-3 0,-1-1 0,58-16 0,-92 19 0,7-1 0,-1 1 0,0 1 0,1 0 0,34 2 0,-40 1 0,-1 1 0,0 0 0,0 1 0,0 0 0,0 1 0,0 1 0,-1 0 0,13 7 0,-14-6 0,1-1 0,-1 0 0,1 0 0,0-1 0,0 0 0,0-1 0,0-1 0,1 0 0,-1 0 0,1-1 0,0 0 0,-1-1 0,1 0 0,0-1 0,-1-1 0,15-3 0,-21 3 0,1 0 0,-1-1 0,0 0 0,0 0 0,0-1 0,0 1 0,0-1 0,-1 0 0,0 0 0,0-1 0,0 1 0,0-1 0,-1 0 0,5-8 0,5-10 0,18-50 0,-23 54 0,55-158-336,-52 143-693,10-30-5797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6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 24575,'-1'13'0,"-1"0"0,0 0 0,0 0 0,-8 21 0,-2 9 0,-2 21 0,-2-1 0,-3-1 0,-52 114 0,66-167 18,-1-1 0,0 0 0,-10 11 0,4-4-1455,-2 1-5389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7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24575,'9'0'0,"19"-4"0,21-1 0,20 0 0,11 0 0,8 2 0,2 2 0,-2 0 0,-12 0 0,-14 1 0,-31 0 0,-24 1 0,-22-1 0,-9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8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0 237 24575,'0'-5'0,"5"-4"0,17-6 0,18-5 0,15-2 0,15-3 0,7-4 0,-4 2 0,-11 1 0,-15 2 0,-13 4 0,-11 5-8191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19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 24575,'1'8'0,"0"0"0,0 0 0,1 0 0,0 0 0,0 0 0,5 9 0,1 6 0,11 36 0,22 77 0,-36-112 0,0 0 0,-2 1 0,1 44 0,-5-43 0,-1-1 0,-2 0 0,0-1 0,-2 1 0,0-1 0,-13 31 0,-12 28 0,-70 167 0,82-210 0,-2-1 0,-1-1 0,-2-1 0,-32 36 0,-4 0 0,59-72 0,1-1 0,-1 1 0,1 0 0,-1-1 0,1 1 0,-1-1 0,1 1 0,-1-1 0,1 1 0,-1-1 0,0 1 0,1-1 0,-1 0 0,0 1 0,1-1 0,-1 0 0,0 0 0,0 1 0,1-1 0,-1 0 0,0 0 0,0 0 0,1 0 0,-1 0 0,0 0 0,0 0 0,1 0 0,-1 0 0,0 0 0,0 0 0,1-1 0,-1 1 0,0 0 0,1-1 0,-1 1 0,0 0 0,1-1 0,-1 1 0,0-1 0,1 1 0,-1-1 0,1 1 0,-1-1 0,1 1 0,-1-1 0,1 1 0,-1-1 0,1 0 0,0 1 0,-1-1 0,1 0 0,-1-1 0,-1-3 0,0-1 0,1 0 0,-1 1 0,1-1 0,-1-11 0,2-3-341,1-1 0,0 1-1,6-23 1,3-12-6485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0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24575,'-1'0'0,"0"1"0,0 0 0,1-1 0,-1 1 0,0 0 0,1-1 0,-1 1 0,0 0 0,1 0 0,-1-1 0,1 1 0,-1 0 0,1 0 0,-1 0 0,1 0 0,0 0 0,-1 0 0,1 0 0,0 0 0,0 0 0,0 0 0,0 0 0,0 2 0,1-2 0,0 0 0,0 0 0,1 0 0,-1 0 0,1 0 0,-1 0 0,1 0 0,-1-1 0,1 1 0,-1 0 0,1-1 0,0 0 0,-1 1 0,1-1 0,0 0 0,1 1 0,69 8 0,1-3 0,87-5 0,-81-1 0,9 0 0,148 7 0,-210-4 0,0 1 0,0 1 0,-1 1 0,1 1 0,-1 2 0,42 20 0,-49-18 0,0 1 0,-1 1 0,-1 0 0,18 18 0,-14-11 0,36 25 0,-18-22 0,0-3 0,2-1 0,0-2 0,50 15 0,62 25 0,-130-46 0,0 0 0,0 1 0,-1 2 0,30 24 0,-38-27 0,0 1 0,-1 1 0,0 0 0,-1 0 0,0 2 0,10 17 0,-18-26 0,1 0 0,-2 1 0,1-1 0,-1 1 0,0-1 0,0 1 0,0 0 0,-1-1 0,0 1 0,-1 0 0,0 0 0,0 0 0,0 0 0,-1 0 0,0 0 0,0-1 0,0 1 0,-5 11 0,1-5 0,0-1 0,-1 1 0,0-1 0,-1 0 0,0-1 0,-1 1 0,-1-1 0,1-1 0,-2 0 0,1 0 0,-19 13 0,-17 10-1365,-6 4-5461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1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0 693 24575,'272'-5'0,"-4"-24"0,321-108 0,-549 126 0,0-3 0,61-28 0,-82 32 0,-1 0 0,-1-2 0,0 0 0,0-1 0,-2 0 0,1-2 0,16-20 0,69-78 0,62-79 0,-162 190 0,14-18 0,-7 13 0,-8 7 0,1 0 0,-1 0 0,0 0 0,0 0 0,0 0 0,0 0 0,0 0 0,0 0 0,0 0 0,1 0 0,-1 0 0,0 0 0,0 0 0,0 0 0,0 0 0,0 0 0,0 0 0,0 0 0,1 0 0,-1 0 0,0 0 0,0 0 0,0 0 0,0 0 0,0 0 0,0 0 0,0 0 0,0 0 0,1 1 0,-1-1 0,0 0 0,0 0 0,0 0 0,0 0 0,0 0 0,0 0 0,0 0 0,0 0 0,0 0 0,0 1 0,0-1 0,0 0 0,0 0 0,1 0 0,-1 0 0,0 0 0,0 0 0,0 1 0,0-1 0,0 0 0,0 0 0,0 0 0,-2 10-1365,-4 2-5461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1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0 707 24575,'7'0'0,"0"-1"0,0 0 0,0 0 0,10-4 0,9-1 0,296-64-198,518-102-646,80 35-343,-123 21 846,-785 114 327,369-77-382,-373 77 470,-1 0 1,0-1-1,0 1 0,0-1 1,0-1-1,-1 1 1,8-6-1,-13 8-99,1-1 0,-1 1 0,0 0 0,0 0-1,0-1 1,0 1 0,0 0 0,-1-1 0,1 1-1,0-1 1,-1 1 0,1-1 0,-1 1 0,1-1-1,-1 0 1,0 1 0,1-1 0,-1 0 0,0 1-1,0-1 1,0 0 0,-1 1 0,1-1 0,0 1 0,0-1-1,-1 0 1,1 1 0,-1-1 0,0 1 0,1-1-1,-1 1 1,0-1 0,0 1 0,-2-3 0,-23-29-4900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8:57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128 197 24575,'1'1'0,"1"-1"0,-1 0 0,1 0 0,-1 1 0,1-1 0,-1 1 0,1 0 0,-1-1 0,1 1 0,-1 0 0,0 0 0,1 0 0,-1 0 0,0 0 0,0 0 0,0 0 0,1 0 0,-1 1 0,0 0 0,18 30 0,-17-27 0,32 67 0,29 91 0,11 82 0,-46-149 0,66 170 0,12 44 0,-95-270 0,-5-21 0,0 1 0,-1 0 0,3 34 0,-8-54 0,0 0 0,0 0 0,0 1 0,0-1 0,0 0 0,0 0 0,0 1 0,0-1 0,0 0 0,1 0 0,-1 1 0,0-1 0,0 0 0,0 0 0,-1 1 0,1-1 0,0 0 0,0 0 0,0 1 0,0-1 0,0 0 0,0 0 0,0 1 0,0-1 0,0 0 0,-1 0 0,1 1 0,0-1 0,0 0 0,0 0 0,0 0 0,-1 0 0,1 1 0,0-1 0,0 0 0,0 0 0,-1 0 0,-5-9 0,-7-19 0,-36-144 0,2 9 0,45 159 0,-21-64 0,-59-122 0,68 169 0,0 1 0,-1 1 0,0 1 0,-33-29 0,25 24 0,-34-41 0,8 1 0,20 27 0,-43-71 0,64 93 0,1 0 0,1-1 0,0 1 0,1-1 0,1 0 0,0 0 0,1-1 0,0 1 0,0-21 0,3 20 0,0 0 0,1 0 0,0 1 0,1-1 0,6-21 0,-5 29 0,0 0 0,0 0 0,1 0 0,0 0 0,1 1 0,0-1 0,0 1 0,0 0 0,1 1 0,0-1 0,9-7 0,13-10 0,1 1 0,1 1 0,49-26 0,-74 45 0,2 1 0,-1 0 0,0 0 0,0 0 0,1 1 0,-1 0 0,0 1 0,1-1 0,-1 1 0,1 0 0,-1 1 0,1 0 0,-1 0 0,0 0 0,11 4 0,6 3 0,1 2 0,38 22 0,-13-7 0,120 64 0,-150-79 0,-1 2 0,0 0 0,-1 1 0,0 0 0,23 24 0,-25-21 0,1-1 0,24 16 0,-27-21 0,0 0 0,-1 0 0,0 1 0,-1 1 0,18 23 0,13 23 0,-21-29 0,20 36 0,-35-53 0,0 0 0,-1 0 0,0 1 0,-1-1 0,-1 1 0,4 24 0,-5-15 0,-2 0 0,0 0 0,-1 0 0,-2 0 0,0 0 0,-1 0 0,-1-1 0,-1 0 0,-1 0 0,-1 0 0,-1-1 0,-15 26 0,2-9 0,-1-2 0,-2 0 0,-2-2 0,-1-1 0,-49 44 0,25-32 0,-25 24 0,72-63 0,-1 0 0,1 0 0,-1-1 0,-10 6 0,15-9 0,-1-1 0,0 1 0,1 0 0,-1-1 0,0 1 0,1-1 0,-1 1 0,0-1 0,0 0 0,-2 0 0,3 0 0,0 0 0,1 0 0,-1 0 0,0 0 0,1-1 0,-1 1 0,0 0 0,1 0 0,-1-1 0,1 1 0,-1 0 0,1-1 0,-1 1 0,1-1 0,-1 1 0,1-1 0,-1 1 0,1-1 0,-1 1 0,1-1 0,0 0 0,-1 1 0,1-1 0,0 1 0,0-1 0,-1 0 0,1-1 0,0 0-91,0 0 0,0 0 0,0 0 0,0-1 0,1 1 0,-1 0 0,1 0 0,-1 0 0,1 0 0,0 0 0,0 0 0,0 0 0,0 0 0,2-3 0,9-14-6735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8:58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131 322 24575,'-3'1'0,"0"-1"0,0 1 0,1 0 0,-1 0 0,0 0 0,1 0 0,-1 0 0,1 0 0,-1 1 0,1-1 0,-5 5 0,-24 22 0,27-23 0,-3 1 0,1 1 0,1 0 0,0 1 0,0 0 0,0-1 0,1 1 0,0 1 0,0-1 0,1 1 0,1-1 0,-1 1 0,1 0 0,0 0 0,1 0 0,0 0 0,1 0 0,0 0 0,2 16 0,-2-21 0,1 0 0,0 0 0,0-1 0,1 1 0,-1 0 0,1-1 0,0 1 0,-1-1 0,2 1 0,-1-1 0,0 0 0,1 0 0,-1 0 0,1 0 0,0 0 0,5 3 0,4 3 0,0-1 0,1-1 0,15 7 0,-6-3 0,-6-4 0,0 0 0,0-1 0,1 0 0,25 4 0,-34-8 0,0 0 0,1-1 0,-1-1 0,1 1 0,-1-1 0,1-1 0,-1 0 0,0 0 0,1 0 0,-1-1 0,10-4 0,-14 4 0,0 0 0,-1-1 0,1 1 0,-1-1 0,1 0 0,-1 0 0,0 0 0,0-1 0,0 1 0,0-1 0,-1 1 0,1-1 0,-1 0 0,0 0 0,2-7 0,3-7 0,-1-1 0,4-24 0,-4 19 0,3-13 0,-2 0 0,-1-1 0,-1 0 0,-3 0 0,-2-51 0,0 84 0,-1 1 0,0 0 0,0 0 0,0 0 0,0 0 0,0 0 0,-1 1 0,0-1 0,0 0 0,0 1 0,0-1 0,-1 1 0,-2-4 0,-4-1 0,1 0 0,-1 0 0,-12-7 0,-20-17 0,12 2 0,17 17 0,0-1 0,-2 2 0,-24-19 0,35 29 0,-1-1 0,1 2 0,0-1 0,0 0 0,-1 1 0,1-1 0,-1 1 0,1 0 0,-1 0 0,0 0 0,1 1 0,-1-1 0,0 1 0,0 0 0,1 0 0,-1 0 0,0 1 0,0-1 0,1 1 0,-1 0 0,1 0 0,-1 0 0,-5 3 0,6-2-76,0 0 1,0 1-1,0-1 0,1 0 0,-1 1 0,0 0 0,1 0 0,0 0 1,0 0-1,0 0 0,0 0 0,0 0 0,0 1 0,1-1 1,0 1-1,0-1 0,-2 7 0,-1 13-6750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8:59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24575,'7'5'0,"0"0"0,1 0 0,-1-1 0,1 1 0,0-2 0,0 1 0,0-1 0,0 0 0,16 2 0,-3 1 0,52 14 0,118 15 0,79-10 0,-264-25 0,-1 0 0,1 1 0,-1 0 0,1 0 0,-1 0 0,11 5 0,-14-5 0,0 0 0,0 0 0,-1 1 0,1-1 0,0 1 0,0-1 0,-1 1 0,1 0 0,-1 0 0,0 0 0,1-1 0,-1 1 0,0 0 0,0 1 0,0-1 0,0 0 0,-1 0 0,1 0 0,0 3 0,3 14 0,-2 1 0,0 0 0,-1 0 0,-1 0 0,-2 21 0,-20 100 0,15-106 0,1 1 0,-1 57 0,7-84-273,0-1 0,-1 0 0,-1 0 0,-3 15 0,-5 8-6553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01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24575,'5'1'0,"0"0"0,0 0 0,0 1 0,0-1 0,-1 1 0,1 0 0,-1 1 0,1-1 0,-1 1 0,0 0 0,0 0 0,0 0 0,6 7 0,20 14 0,-14-15 0,1 0 0,0-1 0,1 0 0,0-2 0,0 0 0,0-1 0,30 4 0,-20-6 0,1-1 0,0-1 0,-1-1 0,38-6 0,-58 5 0,0 0 0,0-1 0,1 0 0,-1 0 0,0 0 0,-1-1 0,1-1 0,0 1 0,-1-1 0,0 0 0,0-1 0,0 0 0,0 0 0,-1 0 0,0-1 0,0 0 0,-1 0 0,1-1 0,-1 1 0,-1-1 0,1 0 0,-1-1 0,0 1 0,4-13 0,35-123 0,0-2 0,-35 127 0,-2 0 0,0 0 0,-1 0 0,0-1 0,-2 0 0,0 0 0,0-25 0,-3 43 0,0 1 0,0-1 0,0 0 0,0 0 0,0 1 0,0-1 0,0 0 0,0 1 0,1-1 0,-1 0 0,0 1 0,1-1 0,-1 0 0,0 1 0,1-1 0,-1 0 0,1 1 0,-1-1 0,1 1 0,-1-1 0,1 1 0,-1-1 0,1 1 0,-1 0 0,1-1 0,0 1 0,0-1 0,23-4 0,-20 4 0,142-9 0,-35 5 0,-60 0 0,37-1 0,169-35 0,-250 39 0,-1 1 0,1-1 0,-1 0 0,0-1 0,1 1 0,-1-1 0,0 0 0,-1-1 0,1 0 0,9-7 0,-15 11 0,1-1 0,-1 1 0,1-1 0,-1 1 0,0-1 0,1 0 0,-1 1 0,1-1 0,-1 0 0,0 1 0,0-1 0,1 0 0,-1 1 0,0-1 0,0 0 0,0 0 0,0 1 0,0-1 0,0 0 0,0 1 0,0-1 0,0 0 0,0 0 0,0 1 0,0-1 0,-1 0 0,1 1 0,0-1 0,0 0 0,-1 1 0,1-1 0,-1 0 0,1 1 0,0-1 0,-1 1 0,1-1 0,-1 0 0,1 1 0,-1 0 0,0-1 0,1 1 0,-1-1 0,1 1 0,-1 0 0,0-1 0,1 1 0,-1 0 0,0 0 0,-1-1 0,-3-1 0,-1 0 0,0 0 0,0 1 0,-10-2 0,-1 2 0,1 0 0,0 2 0,-1 0 0,1 0 0,0 2 0,-17 4 0,-97 34 0,97-30 0,-234 74-1365,194-64-5461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02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24575,'4'0'0,"18"0"0,23-4 0,24-2 0,13 1 0,5 1 0,-4-4 0,-7 1 0,-13 0 0,-13 2 0,-10 2 0,-13-3 0,-10-4 0,-5-1 0,-3 2-8191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05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24575,'14'16'0,"0"1"0,2-2 0,-1 0 0,35 25 0,77 40 0,-83-54 0,67 48 0,-92-60 0,-2 1 0,0 1 0,26 30 0,48 65 0,-86-104 0,0 0 0,-1 0 0,0 0 0,0 0 0,0 1 0,-1 0 0,0 0 0,-1 0 0,0 0 0,0 0 0,1 15 0,-1 4 0,-1 0 0,-4 37 0,0-34 0,-2 1 0,-2-1 0,0 0 0,-2 0 0,-19 42 0,-2-8 0,-48 77 0,52-101 0,-39 50 0,51-74 0,-1 0 0,0 0 0,-1-2 0,0 0 0,-25 15 0,16-12 100,16-11-59,1 0 0,-1-1 0,0 0 0,-14 6 0,20-10-125,0 0 1,0-1-1,0 1 1,0-1-1,0 1 1,0-1-1,0 0 1,0 0-1,0 0 1,0-1-1,0 1 1,1-1-1,-1 1 1,0-1-1,0 0 1,0 0-1,0 0 1,1-1-1,-5-2 1,-14-11-6743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06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0 151 24575,'1'-1'0,"0"0"0,0 0 0,-1 0 0,1 0 0,0 1 0,0-1 0,0 0 0,1 1 0,-1-1 0,0 1 0,0-1 0,0 1 0,0 0 0,0-1 0,1 1 0,-1 0 0,0 0 0,0 0 0,0 0 0,2 0 0,7-2 0,564-64-897,-371 50 433,-80 4 278,567-32 495,-678 44-297,-1 0 0,1 0 1,-1 2-1,0-1 0,0 1 0,0 1 0,0 0 0,0 1 0,0 0 1,-1 0-1,0 1 0,0 1 0,0-1 0,0 2 0,-1-1 0,10 10 0,124 109 504,199 225 0,-318-326-516,13 18 0,-34-39 0,-1 1 0,1 0 0,-1 0 0,0 0 0,0 0 0,-1 0 0,1 0 0,-1 0 0,0 1 0,1 4 0,-2 0 0,0 0 0,0-1 0,-1 1 0,0 0 0,-1-1 0,0 1 0,0-1 0,-5 12 0,-33 65 0,37-79 0,-38 66-1365,0-7-5461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07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1 788 24575,'93'110'0,"-88"-105"0,-1 0 0,1 0 0,-1-1 0,1 1 0,0-1 0,1 0 0,-1 0 0,1 0 0,0-1 0,-1 0 0,1 0 0,1 0 0,-1-1 0,0 0 0,9 2 0,29 0 0,-1-2 0,49-4 0,91-15 0,-168 15 0,1108-172-1032,-1121 174 1032,95-20 0,139-47 0,-224 62-2,-1 1 0,1-2 0,-1 1 0,0-2 0,-1 1 0,12-10-1,-15 10 22,-1 0 0,0-1-1,0 1 1,-1-1 0,0-1 0,0 1-1,0 0 1,-1-1 0,4-12-1,14-43 312,15-75 0,-1 6-130,-24 95-200,-1 4 0,-2 0 0,11-62 0,-20 95 12,0-1 1,0 0-1,0 0 0,0 1 0,1-1 0,-1 0 1,0 1-1,0-1 0,0 0 0,-1 0 0,1 1 1,0-1-1,0 0 0,0 0 0,0 1 0,-1-1 0,1 0 1,0 1-1,-1-1 0,1 0 0,0 1 0,-1-1 1,1 1-1,-1-1 0,1 1 0,-1-1 0,0 0 1,0 1-135,-1 0 0,1 0 0,-1 0 0,1 0 0,0 0 0,-1 0 0,1 0 0,-1 1 0,1-1 1,0 0-1,-1 1 0,1 0 0,-2 0 0,-29 16-6704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3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24575,'8'1'0,"-1"-1"0,1 1 0,0 1 0,11 3 0,2 1 0,101 23 0,189 22 0,-147-42-234,202-15-1,166-40-652,34-1 359,-558 46 528,7 0 0,0 1 0,0 0 0,-1 1 0,22 3 0,-33-3 0,1 0 0,-1 0 0,0 0 0,1 0 0,-1 1 0,0-1 0,0 1 0,0 0 0,0 0 0,0 0 0,0 0 0,-1 1 0,1-1 0,-1 1 0,1-1 0,-1 1 0,0 0 0,0 0 0,0 0 0,-1 0 0,1 1 0,-1-1 0,2 4 0,0 3 110,-1 1 1,0 0-1,-1 0 1,0 0-1,0 21 0,-10 59 733,6-71-883,-56 290 246,7-52-56,44-200-129,2 1 0,3 89 0,5-81-1386,-2-47-5461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4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1550 24575,'1'-15'0,"1"1"0,1-1 0,1 1 0,0-1 0,10-23 0,-8 24 0,65-165 0,30-82 0,-84 207 0,-2-1 0,15-107 0,-23 82 0,-4 0 0,-3 0 0,-16-129 0,13 191 0,-1 1 0,-1-1 0,-1 1 0,0 0 0,-1 0 0,-1 1 0,-11-18 0,5 7 0,10 20 0,1-1 0,-1 1 0,-10-12 0,12 16 0,-1 0 0,0 0 0,0 1 0,1 0 0,-2 0 0,1-1 0,0 2 0,0-1 0,-1 0 0,1 1 0,-1-1 0,-4 0 0,-10-3 67,-2 2-1,1 0 0,0 1 1,-20 1-1,-77 6-1065,91-3 301,-85 7-6128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5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24575,'1114'0'0,"-1077"0"0,1-2 0,0-1 0,-1-2 0,54-15 0,-35 7 0,0 2 0,94-7 0,119 14 0,-159 12 0,198 38 0,-41-2 0,-247-43 0,-15-1 0,-1 0 0,1 0 0,0 1 0,-1-1 0,1 1 0,0 0 0,-1 0 0,1 0 0,-1 1 0,0 0 0,1 0 0,-1 0 0,7 5 0,-10-6 0,-1-1 0,1 1 0,-1-1 0,1 1 0,-1-1 0,1 1 0,-1 0 0,0-1 0,1 1 0,-1 0 0,0-1 0,0 1 0,0 0 0,1 0 0,-1-1 0,0 1 0,0 0 0,0 0 0,0-1 0,0 1 0,0 0 0,0 0 0,-1-1 0,1 1 0,0 0 0,0-1 0,-1 1 0,1 0 0,0-1 0,-1 1 0,1 0 0,0-1 0,-1 1 0,1 0 0,-1-1 0,1 1 0,-1-1 0,1 1 0,-2 0 0,-2 2 0,1-1 0,-1 1 0,0-1 0,0 0 0,-7 3 0,-41 14-243,-79 16-1,104-28-634,-57 13-5948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6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24575,'5'-4'0,"4"-6"0,7-5 0,3 0 0,16 2 0,14 4 0,16 3 0,14 7 0,-3 3 0,-1 6 0,-10 0 0,-11-5 0,-16-4-8191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7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24575,'-8'9'0,"0"0"0,0 0 0,1 1 0,0 0 0,1 0 0,0 0 0,1 1 0,0 0 0,1 0 0,0 1 0,-4 17 0,1 12 0,2 0 0,-1 42 0,5-71 0,-14 244-102,-13 266-447,23-2 193,21-236 356,-7-212 0,35 135 0,-38-186 252,1-1 0,0-1 0,15 28-1,-20-46-80,-2-5 0,-3-9-1878,-6-13-5119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29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24575,'2'3'0,"-1"0"0,1 0 0,-1 0 0,1 0 0,0-1 0,0 1 0,0 0 0,0-1 0,1 0 0,-1 1 0,1-1 0,3 2 0,3 4 0,9 10 0,90 94 0,-93-94 0,-1 0 0,-1 2 0,-1-1 0,18 40 0,-10-5 0,-2 0 0,-2 2 0,-3 0 0,11 110 0,-14 234 0,-14-318 0,-3 1 0,-21 99 0,15-125 0,-2-1 0,-3-1 0,-49 105 0,57-142 0,-1-1 0,-1 0 0,-1-1 0,-1 0 0,-26 23 0,0 2 0,38-38 0,0-1 0,0 0 0,0 0 0,0 0 0,0 0 0,-1 0 0,1-1 0,0 1 0,-3 1 0,4-3 0,1 0 0,0 0 0,-1 0 0,1 0 0,0 0 0,0 0 0,-1 0 0,1 0 0,0 0 0,-1 0 0,1 0 0,0 0 0,0 0 0,-1 0 0,1 0 0,0 0 0,-1 0 0,1-1 0,0 1 0,0 0 0,-1 0 0,1 0 0,0 0 0,0-1 0,0 1 0,-1 0 0,1 0 0,0-1 0,0 1 0,-1 0 0,-3-20 0,5-24-1365,4-6-5461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0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24575,'1'-1'0,"-1"0"0,0 0 0,0-1 0,1 1 0,-1 0 0,1 0 0,-1 0 0,1 0 0,-1 0 0,1-1 0,0 1 0,0 0 0,-1 1 0,1-1 0,0 0 0,0 0 0,0 0 0,0 0 0,0 1 0,0-1 0,0 0 0,0 1 0,0-1 0,1 1 0,-1-1 0,1 1 0,36-10 0,-33 9 0,50-7 0,1 3 0,-1 1 0,104 8 0,-146-2 0,0 0 0,0 1 0,0 0 0,0 1 0,0 0 0,-1 1 0,0 1 0,0 0 0,0 0 0,-1 1 0,20 16 0,109 74 0,-77-56 0,79 67 0,-95-63 0,-2 1 0,-1 3 0,-3 2 0,-2 1 0,-2 2 0,-3 1 0,-2 2 0,-3 1 0,-2 2 0,32 106 0,-5 38 0,52 163 0,-99-349 74,-2-7-279,-1-1-1,-1 1 0,0 0 1,0 0-1,-1 1 1,2 21-1,-7-8-6620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0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1 910 24575,'1'0'0,"-1"0"0,1 0 0,0 0 0,0 1 0,0-1 0,0 0 0,-1 1 0,1-1 0,0 1 0,0-1 0,-1 1 0,1-1 0,0 1 0,-1-1 0,1 1 0,0 0 0,7 6 0,-1-3 0,1 0 0,0-1 0,0 1 0,1-2 0,-1 1 0,1-1 0,-1 0 0,17 0 0,77-1 0,-95-1 0,105-6 0,-1-5 0,-1-4 0,0-6 0,178-56 0,-246 62 0,-1-1 0,60-33 0,-88 41 0,-1 0 0,1 0 0,-1-2 0,0 1 0,-1-1 0,-1-1 0,1 0 0,-2-1 0,1 0 0,-2 0 0,10-17 0,2-18 0,-2-1 0,17-68 0,-17 53 0,4-17-682,20-125-1,-38 164-6143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1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24575,'19'-5'0,"0"0"0,0 2 0,1 0 0,-1 1 0,39 1 0,-22 1 0,554 28-544,-355-10 222,982 26-1419,6-39 1574,291-80-4105,-886 4 4515,-570 65-1631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0 24575,'-1'151'0,"-26"251"-836,-24 10-632,37-300 1162,-51 368-1311,-74 628 224,117-855 1397,-21 159 4328,2-187-3048,41-223-1284,-1 0 0,1-1 0,0 1 0,0 0 0,0 0 0,0-1 0,0 1 0,0 0 0,0 0 0,1-1 0,-1 1 0,0 0 0,1-1 0,0 1 0,-1-1 0,1 1 0,0-1 0,0 1 0,0-1 0,0 1 0,0-1 0,0 0 0,0 1 0,0-1 0,1 0 0,-1 0 0,0 0 0,1 0 0,-1 0 0,1 0 0,-1 0 0,1-1 0,0 1 0,-1-1 0,1 1 0,0-1 0,1 1 0,9 1 0,0 0 0,0-1 0,0 0 0,18-1 0,-12 0 0,213-5-1365,-172 3-5461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4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1 24575,'0'4'0,"-4"23"0,-6 27 0,-13 25 0,-8 25 0,-10 24 0,-3 12 0,2-3 0,4-10 0,4-12 0,8-15 0,8-22 0,4-23 0,-1-22 0,-2-28 0,2-28 0,4-11-8191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6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69 24575,'12'-1'0,"0"0"0,0-1 0,-1 0 0,12-4 0,10-2 0,49-11 0,-37 8 0,64-8 0,-103 19 0,0 1 0,0-1 0,0 1 0,0 0 0,0 0 0,-1 1 0,1 0 0,0 0 0,-1 0 0,1 1 0,-1 0 0,0 0 0,0 0 0,0 0 0,0 1 0,0 0 0,5 6 0,4 4 0,-1 1 0,0 0 0,-2 1 0,11 18 0,1 5 0,-4-7 0,0-1 0,2-1 0,27 30 0,-41-51 0,0 1 0,0 0 0,-1 0 0,-1 1 0,0 0 0,0 0 0,-1 0 0,4 14 0,16 37 0,15 11 0,56 76 0,-91-143 0,0 0 0,-1 0 0,1 1 0,-1 0 0,-1-1 0,1 1 0,-1 0 0,-1 0 0,1 0 0,-1 0 0,0 1 0,-1-1 0,0 9 0,0-9 0,-1-1 0,0 0 0,-1 0 0,1 0 0,-1-1 0,-1 1 0,1 0 0,-1-1 0,0 1 0,0-1 0,0 0 0,-1 0 0,0 0 0,0 0 0,-8 7 0,-26 24 0,20-19 0,0 0 0,-1-1 0,0 0 0,-28 15 0,4-10 0,-1-1 0,-61 19 0,-98 18 0,19-7 0,112-27 0,-113 52 0,181-74 0,4-3 0,10-8 0,17-13 0,35-15-1365,-30 21-5461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7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1 154 24575,'4'0'0,"0"-1"0,0 0 0,-1 0 0,1-1 0,0 1 0,0-1 0,0 1 0,-1-1 0,5-4 0,8-3 0,69-38 0,-59 32 0,0 0 0,51-20 0,-74 34 0,0 0 0,0 0 0,0 0 0,0 0 0,0 1 0,0-1 0,0 1 0,0 0 0,0 0 0,0 0 0,0 0 0,1 1 0,-1-1 0,0 1 0,0 0 0,0-1 0,-1 2 0,1-1 0,4 2 0,-4-1 0,0 1 0,0 0 0,0 0 0,-1 0 0,1 0 0,-1 0 0,0 0 0,0 1 0,0-1 0,0 1 0,-1-1 0,1 1 0,-1 0 0,2 7 0,17 107 0,-17-90 0,1-1 0,1 1 0,2-1 0,15 43 0,-14-52 0,-3-5 0,1 1 0,0-1 0,1 0 0,12 17 0,-17-28 0,-1 0 0,0-1 0,1 1 0,-1 0 0,1-1 0,-1 1 0,1-1 0,0 1 0,-1-1 0,1 0 0,0 0 0,0 0 0,0 0 0,0 0 0,0 0 0,0 0 0,0-1 0,1 1 0,-1-1 0,0 0 0,0 1 0,0-1 0,1 0 0,-1 0 0,0-1 0,0 1 0,0 0 0,0-1 0,1 1 0,-1-1 0,0 0 0,0 1 0,0-1 0,0 0 0,0 0 0,2-3 0,2 0 0,0-1 0,-1 0 0,0 0 0,0 0 0,0-1 0,-1 0 0,0 0 0,0 0 0,0 0 0,-1 0 0,3-8 0,4-12 0,9-41 0,-13 46 0,1-8 0,-2 1 0,-1-1 0,-1-1 0,-1 1 0,-1 0 0,-6-44 0,5 71 0,-1-1 0,0 1 0,0-1 0,1 1 0,-1-1 0,-1 1 0,1 0 0,0 0 0,-1-1 0,1 1 0,-1 0 0,1 0 0,-1 1 0,0-1 0,0 0 0,0 0 0,0 1 0,0-1 0,0 1 0,-1 0 0,1 0 0,0 0 0,-1 0 0,1 0 0,-1 0 0,1 1 0,-6-2 0,-2 1 0,0-1 0,0 2 0,0-1 0,-1 1 0,-18 3 0,26-2-45,-1-1-1,1 1 1,-1 1-1,1-1 1,0 0-1,0 1 1,0 0-1,0 0 1,0 0-1,0 0 1,0 0-1,0 0 1,1 1-1,-1-1 1,1 1-1,0 0 1,0 0-1,0 0 1,0 0-1,0 0 1,1 0-1,-1 0 1,1 1-1,0-1 0,0 1 1,0-1-1,0 1 1,1-1-1,-1 5 1,-2 25-6781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4:59:38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0 534 24575,'665'-61'-1437,"-415"46"666,99-10-324,2170-106-5257,-2214 121 5540,-68 4 610,131-12 1869,-353 17-958,-9 1-309,-1 0 1,1-1-1,-1 1 0,0-1 1,9-3-1,-13 4-257,0-1 0,0 1 1,0-1-1,1 0 0,-1 0 0,0 1 0,0-1 0,0 0 0,-1 0 0,1 0 0,0 0 0,0 0 0,0 0 1,-1 0-1,1 0 0,0 0 0,-1-1 0,1 1 0,-1 0 0,0 0 0,1 0 0,-1-1 0,0 1 0,0 0 0,1-1 1,-1 1-1,0-2 0,0-4 10,1 1 1,0-1 0,0 0-1,1 0 1,0 1-1,1-1 1,-1 1 0,1-1-1,0 1 1,1 0-1,4-7 1,-1 2-113,-4 4-146,1 0 0,-1 0 0,0-1 0,0 1 0,-1-1 0,0 1 0,0-1 0,-1 0 0,0 0 0,0 0 0,-1 0 0,0-10 0,-4-8-6721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1:15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1218 573 24575,'-1'-6'0,"-1"0"0,1 0 0,-1 0 0,0 0 0,0 0 0,-1 1 0,0-1 0,0 1 0,0-1 0,-1 1 0,-6-8 0,-3-5 0,-112-152 0,100 142 0,-1 2 0,-1 0 0,-51-37 0,-59-28 0,112 76 0,-1 2 0,0 0 0,-47-14 0,68 25 0,0 1 0,0 0 0,0 0 0,0 0 0,0 0 0,0 1 0,0 0 0,0 0 0,-1 1 0,-8 1 0,8 0 0,0 0 0,0 1 0,1 0 0,0 0 0,-1 0 0,1 1 0,0-1 0,0 1 0,-4 5 0,-303 299 0,291-286 0,2 2 0,0 0 0,-28 51 0,38-57 0,0 0 0,2 1 0,0 0 0,2 0 0,0 1 0,-5 37 0,5 4 0,3 1 0,2-1 0,3 0 0,3 1 0,22 97 0,-17-112 0,3-1 0,2 0 0,1-1 0,3-1 0,1-1 0,3-1 0,47 65 0,-63-97 0,0 0 0,1-1 0,0 0 0,1-1 0,0 0 0,0 0 0,1-1 0,0 0 0,0-1 0,0 0 0,1-1 0,0-1 0,0 0 0,0 0 0,1-1 0,-1-1 0,1 0 0,-1 0 0,1-1 0,0-1 0,0 0 0,17-3 0,-18 1-80,0 1 0,0-2-1,-1 0 1,1 0 0,-1-1-1,0 0 1,0-1 0,0-1-1,-1 1 1,0-2 0,0 1 0,0-1-1,-1-1 1,0 0 0,0 0-1,14-19 1,-10 9-6746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1:16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24575,'4'0'0,"6"0"0,0 5 0,4 12 0,-1 18 0,2 14 0,6 13 0,-1 11 0,-3 7 0,-4 2 0,-1-1 0,-2-1 0,-3-6 0,2-11 0,-1-12 0,-1-11 0,-3-8 0,-1-9-8191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1:17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412 129 24575,'0'-9'0,"0"0"0,0 0 0,-1-1 0,-1 1 0,-2-12 0,3 18 0,0 1 0,-1-1 0,1 0 0,0 0 0,-1 1 0,0-1 0,0 1 0,0 0 0,0-1 0,0 1 0,0 0 0,0 0 0,-1 0 0,1 1 0,-1-1 0,1 0 0,-1 1 0,0 0 0,0 0 0,-3-2 0,-9-1 0,0 0 0,-1 1 0,1 0 0,-28 0 0,-66 5 0,56 0 0,42-1 0,0-1 0,-20 5 0,29-5 0,0 1 0,0-1 0,0 1 0,0-1 0,0 1 0,0 0 0,0 0 0,1 0 0,-1 0 0,0 0 0,0 0 0,1 0 0,-1 0 0,1 1 0,-1-1 0,1 1 0,0-1 0,-1 1 0,1 0 0,0-1 0,0 1 0,0 0 0,-1 2 0,2-3 0,0 0 0,0 0 0,0 0 0,1 0 0,-1 0 0,0 0 0,0 0 0,0 0 0,1 0 0,-1 0 0,1 0 0,-1 0 0,1 0 0,-1 0 0,1 0 0,-1-1 0,1 1 0,0 0 0,-1 0 0,1-1 0,0 1 0,0 0 0,0-1 0,0 1 0,-1-1 0,1 1 0,0-1 0,0 1 0,2 0 0,36 13 0,-24-9 0,-11-3 0,0 0 0,0 0 0,0 0 0,0 1 0,0 0 0,0 0 0,-1 0 0,0 0 0,1 1 0,-1-1 0,0 1 0,-1 0 0,1 0 0,-1 0 0,1 0 0,-1 0 0,2 7 0,1 6 0,0 0 0,-1 1 0,2 23 0,-3-17 0,23 129 0,7-2 0,7-1 0,69 170 0,-92-274 0,-8-20 0,1-1 0,15 27 0,-23-50 20,-1 0 0,1 0 0,-1 0 1,1 0-1,0 0 0,0 0 0,0 0 0,0-1 0,0 1 0,0-1 0,0 1 0,0-1 0,1 0 0,-1 0 0,1 0 0,4 1 1,0 0-363,0-1 1,0-1 0,0 1-1,12-2 1,1 0-6485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1:18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1 173 24575,'14'-2'0,"1"0"0,-1 0 0,0-2 0,1 0 0,-1 0 0,-1-1 0,1-1 0,14-9 0,5 0 0,-14 6 0,40-18 0,1 3 0,87-24 0,-140 46 0,-1 1 0,1 0 0,-1 0 0,1 1 0,0 0 0,-1 0 0,1 0 0,11 3 0,-14-2 0,-1 0 0,1 0 0,0 1 0,-1 0 0,0-1 0,1 1 0,-1 0 0,0 1 0,0-1 0,0 1 0,0-1 0,-1 1 0,1 0 0,-1 0 0,1 0 0,1 4 0,8 12 0,0 0 0,-1 2 0,-2-1 0,14 41 0,-21-52 0,0-1 0,0 1 0,-1 0 0,0 0 0,-1 0 0,0 0 0,0 0 0,-1 0 0,0 0 0,-1 0 0,0 0 0,0 0 0,-1-1 0,-7 17 0,2-9 0,0 0 0,-1 0 0,-1-1 0,-1 0 0,0-1 0,0 0 0,-2-1 0,0 0 0,0-1 0,-16 11 0,25-21 0,-1 1 0,1 0 0,-1-1 0,0 0 0,0 0 0,0-1 0,0 1 0,0-1 0,-1 0 0,1 0 0,0-1 0,-11 0 0,42-10 0,61 0 0,170 2 0,-176 8 0,223 1 0,-1 21 0,-275-16-1365,-9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35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1382 24575,'39'0'0,"18"2"0,-1-4 0,0-1 0,87-18 0,-113 14 0,-1-1 0,43-18 0,-63 22 0,1-1 0,-1 0 0,-1-1 0,1 0 0,-1 0 0,0 0 0,0-1 0,-1-1 0,0 1 0,0-1 0,7-11 0,-2-1 0,-1 0 0,-1-1 0,-1 0 0,-1-1 0,-1 1 0,0-2 0,-2 1 0,-1-1 0,3-36 0,-7 55 0,0 0 0,0 0 0,0 0 0,-1 1 0,0-1 0,1 0 0,-1 1 0,0-1 0,-1 0 0,-1-4 0,2 7 0,0 0 0,1 1 0,-1-1 0,0 0 0,1 0 0,-1 1 0,0-1 0,0 0 0,1 1 0,-1-1 0,0 0 0,0 1 0,0 0 0,0-1 0,0 1 0,0-1 0,0 1 0,0 0 0,0 0 0,0 0 0,0-1 0,0 1 0,0 0 0,0 0 0,0 0 0,0 1 0,0-1 0,0 0 0,-1 0 0,1 0 0,0 1 0,1-1 0,-1 1 0,0-1 0,0 1 0,0-1 0,0 1 0,0-1 0,-1 2 0,-6 4 0,0 0 0,1 0 0,0 1 0,0 0 0,0 0 0,1 1 0,0 0 0,-6 10 0,-35 73 0,-32 99 0,70-166 0,2 0 0,1 1 0,1 0 0,1 1 0,2-1 0,-1 28 0,3-50 0,0 0 0,0 0 0,1 1 0,-1-1 0,1 0 0,0 0 0,-1 0 0,1 0 0,1 0 0,-1 0 0,0 0 0,1 0 0,-1 0 0,1 0 0,0-1 0,0 1 0,0-1 0,0 1 0,1-1 0,-1 0 0,1 0 0,-1 0 0,1 0 0,0 0 0,-1-1 0,1 1 0,0-1 0,0 0 0,0 0 0,0 0 0,1 0 0,-1 0 0,0-1 0,0 1 0,0-1 0,1 0 0,-1 0 0,0 0 0,7-2 0,-2 1 0,1-1 0,0-1 0,0 0 0,-1 0 0,0-1 0,0 0 0,0 0 0,15-11 0,56-51 0,-75 63 0,31-30 0,-1-3 0,-2 0 0,33-49 0,66-131 0,-86 122 0,47-138 0,-88 219 0,-2 7 0,0 1 0,0-1 0,0 0 0,0 1 0,1-1 0,0 1 0,0-1 0,1 1 0,-1 0 0,6-5 0,-8 9 0,-1 1 0,1 0 0,0-1 0,-1 1 0,1 0 0,-1 0 0,1-1 0,0 1 0,-1 0 0,1 0 0,0 0 0,-1 0 0,1 0 0,-1 0 0,1 0 0,0 0 0,-1 0 0,1 0 0,0 0 0,-1 1 0,1-1 0,0 0 0,-1 0 0,1 1 0,-1-1 0,1 0 0,-1 1 0,1-1 0,-1 0 0,1 1 0,-1-1 0,1 1 0,-1-1 0,1 1 0,-1-1 0,0 1 0,1-1 0,0 2 0,11 26 0,-5-2 0,-1 1 0,-2 0 0,3 38 0,-5 87 0,-2-120 0,-2 49 0,1-99 0,0 1 0,2 0 0,-1 0 0,2 0 0,0 0 0,1 1 0,1-1 0,1 0 0,0 1 0,1 0 0,1 0 0,0 1 0,1 0 0,1 0 0,0 1 0,14-17 0,-2 7 0,0 1 0,2 0 0,47-35 0,-65 55 0,0 1 0,0-1 0,0 1 0,0 0 0,1 0 0,-1 0 0,0 1 0,1 0 0,-1 0 0,1 0 0,0 1 0,-1 0 0,1 0 0,0 0 0,-1 0 0,1 1 0,-1 0 0,1 1 0,-1-1 0,1 1 0,-1 0 0,0 0 0,0 1 0,0-1 0,5 5 0,12 7 0,-1 2 0,-1 0 0,-1 2 0,21 23 0,-20-21 0,10 12 0,-2 1 0,-1 1 0,-2 1 0,42 77 0,-42-60 0,-3 0 0,-2 2 0,18 72 0,-24-61 0,-7-32 0,18 54 0,-25-85 0,0-1 0,1 0 0,-1 1 0,1-1 0,-1 0 0,1 0 0,-1 0 0,1 1 0,0-1 0,-1 0 0,1 0 0,0 0 0,0 0 0,0 0 0,0 0 0,0 0 0,0-1 0,0 1 0,0 0 0,0 0 0,0-1 0,1 1 0,1 0 0,-2-1 0,0-1 0,0 1 0,1 0 0,-1-1 0,0 1 0,0-1 0,0 1 0,0-1 0,0 0 0,0 1 0,0-1 0,0 0 0,0 0 0,0 0 0,0 0 0,0 0 0,-1 0 0,1 0 0,1-2 0,5-10 0,0 0 0,-1 0 0,5-17 0,-9 27 0,72-218 0,-42 123 0,-14 40 0,-2 0 0,10-74 0,-22 103 0,-1 0 0,-2 0 0,-1 0 0,-1 0 0,-2 0 0,-10-50 0,11 73 0,1-1 0,-2 1 0,1-1 0,-1 1 0,0 0 0,0 0 0,0 0 0,-1 1 0,-8-11 0,10 15 0,1-1 0,-1 1 0,0-1 0,0 1 0,0 0 0,0 0 0,0 0 0,0 0 0,-1 0 0,1 0 0,0 0 0,0 1 0,-1-1 0,1 1 0,0 0 0,-1-1 0,1 1 0,0 0 0,-1 0 0,1 1 0,0-1 0,-1 0 0,1 1 0,0 0 0,0-1 0,-1 1 0,1 0 0,0 0 0,0 0 0,0 0 0,-2 2 0,-4 3 0,0 0 0,1 0 0,0 0 0,0 1 0,0 0 0,1 1 0,0-1 0,0 1 0,1 0 0,0 1 0,1-1 0,0 1 0,0 0 0,-2 9 0,4-12 0,0 0 0,1 0 0,0 0 0,1 0 0,-1 0 0,1 1 0,0-1 0,0 0 0,1 0 0,1 7 0,0-9 0,-1 1 0,0-1 0,1 0 0,0 0 0,0-1 0,0 1 0,1 0 0,-1-1 0,1 1 0,0-1 0,0 0 0,0 0 0,0 0 0,0 0 0,6 3 0,2 0 0,0-1 0,0 0 0,0-1 0,1 0 0,-1-1 0,1 0 0,0-1 0,0 0 0,0-1 0,0 0 0,0-1 0,0-1 0,1 1 0,-1-2 0,0 0 0,-1 0 0,23-9 0,-28 8 0,0 0 0,-1-1 0,0 0 0,1 0 0,-1 0 0,8-10 0,-9 9 0,0 1 0,0 0 0,1 0 0,-1 1 0,1-1 0,0 1 0,-1 0 0,12-5 0,-14 8 0,0-1 0,1 1 0,-1 0 0,0 0 0,1 0 0,-1 0 0,0 0 0,0 0 0,1 1 0,-1-1 0,0 1 0,0 0 0,1-1 0,-1 1 0,0 0 0,0 0 0,0 0 0,0 1 0,0-1 0,-1 0 0,1 1 0,0-1 0,0 1 0,-1 0 0,1 0 0,1 2 0,5 7 0,0 0 0,-1 1 0,8 16 0,-11-21 0,41 87 0,-4 1 0,-4 2 0,47 201 0,-72-237 0,-2 0 0,-2 1 0,-4 0 0,-5 117 0,0-173 0,0 1 0,0-1 0,-1 0 0,0 0 0,0 0 0,0 0 0,-1 0 0,0 0 0,0-1 0,0 1 0,-1-1 0,0 0 0,0 0 0,0 0 0,-6 5 0,6-7 0,1-1 0,0 1 0,0-1 0,-1 0 0,1 0 0,-1 0 0,0 0 0,0-1 0,0 0 0,1 0 0,-1 0 0,0 0 0,0 0 0,0-1 0,-1 0 0,1 1 0,0-2 0,0 1 0,0 0 0,0-1 0,0 0 0,0 0 0,0 0 0,-6-3 0,-4-4 0,1 0 0,1-1 0,-1-1 0,2 0 0,-1 0 0,1-1 0,-15-20 0,12 15 0,5 6 0,1 0 0,0 0 0,1-1 0,0 0 0,1-1 0,0 1 0,-4-14 0,8 19 0,0 1 0,1 0 0,-1-1 0,1 1 0,1-1 0,-1 0 0,1 1 0,0-1 0,0 1 0,1-1 0,0 1 0,0-1 0,0 1 0,0-1 0,1 1 0,0-1 0,0 1 0,1 0 0,2-5 0,11-12 0,1 0 0,0 1 0,36-33 0,71-51 0,-73 64 0,52-46 0,111-89 0,-167 137 0,73-80 0,-99 98 0,-17 16 0,29-31 0,-31 34 0,0-1 0,0 1 0,-1-1 0,1 1 0,-1-1 0,1 1 0,-1-1 0,0 0 0,0 1 0,0-1 0,1-6 0,-4 9 0,-1 4 0,-7 12 0,2 0 0,0 0 0,1 0 0,1 1 0,1 0 0,0 1 0,1-1 0,1 1 0,0 0 0,2 0 0,0 0 0,1 0 0,4 32 0,-4-46 0,1 0 0,-1 0 0,1 0 0,0 0 0,1-1 0,-1 1 0,1-1 0,-1 1 0,1-1 0,0 1 0,0-1 0,1 0 0,-1 0 0,1 0 0,-1 0 0,1 0 0,0-1 0,0 1 0,0-1 0,0 0 0,1 0 0,-1 0 0,1 0 0,-1-1 0,1 1 0,-1-1 0,1 0 0,0 0 0,0 0 0,5 0 0,2 0 0,0-1 0,0 0 0,1-1 0,-1-1 0,0 1 0,-1-2 0,1 0 0,0 0 0,-1 0 0,1-2 0,-1 1 0,0-1 0,-1-1 0,1 0 0,-1 0 0,14-12 0,-15 11 0,0 0 0,-1-1 0,0 0 0,0 0 0,-1 0 0,0-1 0,0 1 0,-1-2 0,0 1 0,0 0 0,-1-1 0,-1 0 0,0 0 0,0 0 0,-1-1 0,0 1 0,1-20 0,-4 22 0,-1 1 0,0 0 0,0 0 0,0 0 0,-1 0 0,0 0 0,0 1 0,-1-1 0,0 1 0,0 0 0,0 0 0,-1 0 0,0 0 0,0 1 0,-8-7 0,10 10 0,0 1 0,-1 0 0,1 0 0,0 0 0,0 0 0,0 0 0,-1 1 0,1-1 0,0 1 0,-1 0 0,1 0 0,0 0 0,-1 1 0,1-1 0,0 1 0,-1-1 0,1 1 0,0 0 0,0 1 0,0-1 0,0 0 0,0 1 0,0 0 0,-4 3 0,-3 2 0,0 0 0,1 1 0,0 0 0,1 0 0,-13 17 0,10-10 0,1 2 0,1-1 0,1 1 0,0 0 0,1 1 0,1 0 0,0 0 0,2 1 0,-4 27 0,1 19 0,2 89 0,5-134 0,0-7 0,-1 11 0,1 0 0,1 0 0,2 0 0,0 0 0,8 29 0,-10-50 0,0 0 0,0 0 0,0 0 0,0-1 0,1 1 0,-1 0 0,1 0 0,0-1 0,0 1 0,0-1 0,0 1 0,0-1 0,0 0 0,1 0 0,3 3 0,-3-4 0,-1 0 0,1 0 0,-1 0 0,1-1 0,-1 1 0,1 0 0,0-1 0,-1 0 0,1 0 0,0 0 0,-1 0 0,1 0 0,0 0 0,4-2 0,2 0 0,-1-1 0,0-1 0,-1 0 0,1 0 0,0 0 0,-1-1 0,0 0 0,0 0 0,-1-1 0,7-6 0,85-88 0,-84 85 0,-1 0 0,-1-1 0,0-1 0,17-31 0,30-77 0,-53 109 0,19-47 0,-16 37 0,1 1 0,17-31 0,-27 55 0,1-1 0,0 1 0,0 0 0,0-1 0,-1 1 0,1 0 0,0 0 0,0 0 0,1 0 0,-1 0 0,0 0 0,0 0 0,0 0 0,1 0 0,-1 1 0,0-1 0,1 0 0,2 0 0,-3 1 0,0 0 0,0 0 0,0 0 0,1 0 0,-1 1 0,0-1 0,0 0 0,0 1 0,0-1 0,0 1 0,0-1 0,0 1 0,0-1 0,0 1 0,0 0 0,-1 0 0,1-1 0,0 1 0,1 1 0,4 6 0,-1 0 0,0 1 0,0-1 0,5 17 0,-7-18 0,17 39 0,53 107 0,-73-152 0,1 0 0,0 0 0,-1 1 0,1-1 0,0 0 0,-1 0 0,1 0 0,0 0 0,0-1 0,0 1 0,0 0 0,0 0 0,0 0 0,0-1 0,2 2 0,-3-2 0,1 0 0,-1 0 0,1 0 0,-1 0 0,0-1 0,1 1 0,-1 0 0,1 0 0,-1 0 0,0-1 0,1 1 0,-1 0 0,0 0 0,1-1 0,-1 1 0,0 0 0,1 0 0,-1-1 0,0 1 0,0 0 0,1-1 0,-1 1 0,0-1 0,0 1 0,0 0 0,0-1 0,1 1 0,-1-1 0,0 0 0,2-6 0,0-1 0,-1 0 0,1-14 0,2-59 0,7-81 0,-8 134 0,2 0 0,1 0 0,15-42 0,-21 67 0,1 0 0,0 1 0,0-1 0,1 0 0,-1 1 0,0-1 0,1 1 0,0-1 0,-1 1 0,1 0 0,0 0 0,0 0 0,0 0 0,0 0 0,1 0 0,3-2 0,-5 4 0,-1-1 0,1 1 0,0 0 0,0 0 0,0 0 0,0 0 0,0 0 0,0 0 0,-1 0 0,1 0 0,0 1 0,0-1 0,0 0 0,0 0 0,-1 1 0,1-1 0,0 0 0,0 1 0,0-1 0,1 2 0,0 0 0,0 0 0,1 1 0,-1-1 0,0 1 0,0-1 0,0 1 0,-1 0 0,2 3 0,22 47 0,-3 2 0,17 65 0,22 55 0,-48-143 0,2-1 0,26 44 0,-29-61 0,-12-14 0,1 0 0,-1 0 0,0 0 0,0 1 0,0-1 0,0 0 0,1 0 0,-1 0 0,0 0 0,0 0 0,0 0 0,1 0 0,-1 0 0,0 0 0,0 0 0,0 1 0,1-1 0,-1 0 0,0 0 0,0 0 0,0 0 0,1 0 0,-1-1 0,0 1 0,0 0 0,1 0 0,-1 0 0,0 0 0,0 0 0,0 0 0,0 0 0,1 0 0,-1 0 0,0 0 0,0-1 0,1-1 0,0 0 0,0-1 0,-1 1 0,1 0 0,-1-1 0,1 1 0,-1-1 0,0 1 0,0-1 0,-1-3 0,-4-99 0,1 49 0,3-1 0,7-70 0,-6 123 0,1-1 0,0 1 0,0-1 0,0 1 0,0 0 0,1 0 0,-1 0 0,1 0 0,5-8 0,-6 11 0,0 0 0,0 0 0,0 0 0,0 0 0,0 1 0,0-1 0,0 0 0,0 1 0,1-1 0,-1 1 0,0-1 0,0 1 0,1-1 0,-1 1 0,0 0 0,1 0 0,-1-1 0,0 1 0,1 0 0,-1 0 0,0 1 0,1-1 0,-1 0 0,0 0 0,0 1 0,1-1 0,-1 0 0,0 1 0,0-1 0,1 1 0,-1 0 0,0-1 0,0 1 0,0 0 0,0 0 0,2 1 0,5 5 0,0 0 0,0 0 0,-1 1 0,0 0 0,0 0 0,-1 1 0,0-1 0,8 16 0,33 82 0,-45-100 0,29 79 0,-16-41 0,3 0 0,0-1 0,30 47 0,-43-84 0,-3-8 0,-3-15 0,0 14 0,-10-86 0,-36-405 0,45 383 0,19-192 0,-17 301 0,0 0 0,1-1 0,-1 1 0,0 0 0,1 0 0,-1 0 0,1 1 0,0-1 0,-1 0 0,1 0 0,0 0 0,0 0 0,1 1 0,-1-1 0,0 0 0,0 1 0,1-1 0,2-2 0,-3 4 0,0 0 0,-1 0 0,1 0 0,0-1 0,-1 1 0,1 0 0,0 0 0,-1 0 0,1 0 0,0 0 0,0 0 0,-1 1 0,1-1 0,0 0 0,-1 0 0,1 0 0,0 1 0,-1-1 0,1 0 0,0 1 0,-1-1 0,1 1 0,2 1 0,-1 0 0,1 0 0,-1 1 0,0-1 0,0 1 0,0-1 0,2 5 0,10 19 0,-2 0 0,-2 1 0,16 56 0,-18-54 0,102 395-276,14 49-46,-116-446 322,-7-19 0,1 0 0,0 0 0,1 0 0,0-1 0,0 0 0,1 1 0,8 12 0,-12-19 0,0-1 0,0 0 0,1 0 0,-1 0 0,0 0 0,0 1 0,0-1 0,0 0 0,1 0 0,-1 0 0,0 0 0,0 0 0,0 0 0,1 0 0,-1 0 0,0 0 0,0 1 0,1-1 0,-1 0 0,0 0 0,0 0 0,0 0 0,1 0 0,-1 0 0,0 0 0,0-1 0,1 1 0,-1 0 0,0 0 0,0 0 0,0 0 0,1 0 0,-1 0 0,0 0 0,0 0 0,0 0 0,1-1 0,-1 1 0,0 0 0,0 0 0,0 0 0,0 0 0,1-1 0,-1 1 0,0 0 0,0 0 0,0 0 0,0-1 0,0 1 0,0 0 0,0 0 0,0 0 0,0-1 0,0 1 0,0 0 0,0 0 0,0-1 0,0 1 0,0 0 0,0 0 0,0-1 0,4-15 44,-2 0-1,0 0 1,-1 0-1,0-1 1,-4-26-1,2 3 195,-1-43-142,-1 34-95,2 1 0,3 0 0,12-78-1,-13 123 0,-1-1 0,1 1 0,0 0 0,0-1 0,0 1 0,1 0 0,-1 0 0,1 0 0,0 0 0,0 0 0,0 0 0,0 0 0,0 0 0,1 1 0,-1-1 0,1 1 0,4-3 0,-4 3 0,0 1 0,1 0 0,-1 0 0,0 0 0,1 0 0,-1 1 0,0-1 0,1 1 0,-1 0 0,1 0 0,-1 0 0,0 0 0,1 1 0,-1-1 0,0 1 0,1 0 0,4 2 0,-3-1 0,0 0 0,0 0 0,0 1 0,0-1 0,-1 1 0,1 0 0,-1 1 0,0-1 0,0 1 0,0 0 0,0 0 0,0 0 0,-1 0 0,3 5 0,-4-5 0,0-1 0,0 1 0,-1-1 0,1 1 0,-1 0 0,0-1 0,0 1 0,-1 0 0,1 0 0,-1 0 0,1 0 0,-1-1 0,0 1 0,-1 0 0,1 0 0,-1 0 0,0 0 0,0 0 0,0-1 0,-2 6 0,-3 3 0,0 0 0,-1-1 0,0 0 0,-1 0 0,-13 14 0,-50 42 0,34-34 0,32-27 0,-1 0 0,1 0 0,0 0 0,1 1 0,0 0 0,0 0 0,0 0 0,1 0 0,0 0 0,0 1 0,1-1 0,-2 13 0,3-17 0,0 0 0,1 0 0,0 0 0,0 0 0,0 0 0,0 0 0,0 0 0,0 0 0,1 0 0,0 0 0,-1 0 0,1 0 0,0 0 0,1 0 0,-1 0 0,0 0 0,1-1 0,-1 1 0,1-1 0,0 1 0,0-1 0,0 0 0,0 1 0,1-1 0,-1 0 0,0-1 0,1 1 0,-1 0 0,1-1 0,0 1 0,0-1 0,-1 0 0,1 0 0,6 2 0,17 1 0,-1-1 0,1 0 0,0-2 0,45-4 0,-60 2 0,15-1 0,0-2 0,-1 0 0,0-2 0,0-1 0,0-1 0,40-19 0,131-82 0,-178 98 0,31-19 0,0-2 0,47-41 0,-84 62 0,0 0 0,0-1 0,-1 0 0,-1-1 0,0 0 0,-1-1 0,0 0 0,-1 0 0,0-1 0,-2 0 0,1 0 0,4-20 0,-7 14 0,0 0 0,-1-1 0,0-38 0,-3 52 0,0 1 0,-1 0 0,0 0 0,0 0 0,0 0 0,-1 0 0,0 0 0,0 0 0,-1 0 0,0 1 0,0-1 0,-1 1 0,0 0 0,0 0 0,-5-6 0,7 10 0,0 0 0,0 0 0,0 0 0,0 1 0,0-1 0,-1 1 0,1 0 0,0-1 0,-1 1 0,1 0 0,-1 1 0,1-1 0,-1 0 0,1 1 0,-1-1 0,0 1 0,1 0 0,-1 0 0,1 0 0,-4 0 0,2 1 0,-1 0 0,1 1 0,0-1 0,-1 1 0,1 0 0,0 0 0,0 0 0,1 1 0,-1-1 0,-6 7 0,-2 3 0,0 0 0,1 1 0,1 1 0,0-1 0,-10 21 0,9-12 0,1 1 0,0 0 0,2 1 0,1-1 0,-7 42 0,8-28 0,3 0 0,0 1 0,4 39 0,0-68 0,-1-1 0,1 1 0,1-1 0,0 1 0,0-1 0,0 0 0,6 12 0,-6-17 0,-1 0 0,1-1 0,-1 1 0,1-1 0,0 1 0,0-1 0,0 0 0,0 0 0,0 0 0,1 0 0,-1 0 0,1 0 0,-1-1 0,1 1 0,0-1 0,-1 0 0,1 0 0,0 0 0,0 0 0,0 0 0,0 0 0,0-1 0,0 0 0,5 1 0,3-2 0,1 0 0,0-1 0,-1-1 0,1 1 0,-1-2 0,0 0 0,0 0 0,0-1 0,0 0 0,-1-1 0,12-8 0,16-13 0,50-47 0,-83 69 0,139-141 0,-46 44 0,-95 99 0,0 0 0,0 1 0,0-1 0,0 0 0,1 1 0,-1 0 0,8-4 0,-10 6 0,0 0 0,0 0 0,0 0 0,-1 0 0,1 0 0,0 0 0,0 0 0,0 0 0,0 0 0,0 0 0,0 1 0,0-1 0,0 0 0,0 0 0,-1 1 0,1-1 0,0 1 0,0-1 0,0 1 0,-1-1 0,1 1 0,0 0 0,0-1 0,-1 1 0,1 0 0,-1-1 0,1 1 0,-1 0 0,1 0 0,-1 0 0,1-1 0,-1 1 0,0 0 0,1 0 0,-1 0 0,0 0 0,1 1 0,8 32 0,-6-21 0,0 0 0,8 18 0,-10-29 0,0 1 0,0-1 0,0 0 0,0 0 0,1 0 0,-1 1 0,1-1 0,0-1 0,-1 1 0,1 0 0,0 0 0,0-1 0,0 1 0,0-1 0,1 1 0,-1-1 0,0 0 0,4 1 0,-5-1 0,1-1 0,0 0 0,0 0 0,-1 0 0,1 0 0,0 0 0,-1 0 0,1 0 0,0-1 0,-1 1 0,1 0 0,0-1 0,-1 0 0,1 1 0,-1-1 0,3-1 0,24-20 0,-22 17 0,48-45 0,-3-3 0,-3-2 0,-1-1 0,-4-3 0,66-116 0,-83 127 0,-2-1 0,-3-1 0,-1-1 0,-3-1 0,-2-1 0,-3 0 0,-2-1 0,4-65 0,-13 118 0,0-10 0,-1 0 0,1 0 0,-2 0 0,1 0 0,-2 0 0,-3-16 0,5 26 0,0 0 0,0 0 0,-1 0 0,1 0 0,0 0 0,-1 0 0,1 0 0,-1 0 0,0 0 0,1 0 0,-1 0 0,0 0 0,1 0 0,-1 1 0,0-1 0,0 0 0,0 1 0,1-1 0,-1 0 0,0 1 0,0-1 0,0 1 0,0-1 0,-2 0 0,2 2 0,-1-1 0,1 0 0,0 0 0,-1 0 0,1 1 0,0-1 0,-1 1 0,1-1 0,0 1 0,0-1 0,-1 1 0,1 0 0,0 0 0,0-1 0,0 1 0,-1 2 0,-4 3 0,0 0 0,1 1 0,0 0 0,0 0 0,-4 9 0,-9 22 0,2 2 0,2-1 0,1 2 0,2 0 0,2 1 0,-5 61 0,1 262 0,13-338 0,5 212 0,-1-179 0,24 115 0,-26-166 0,-1-1 0,1 0 0,0-1 0,1 1 0,-1 0 0,1-1 0,1 1 0,-1-1 0,6 7 0,-9-13 0,1-1 0,-1 1 0,1 0 0,-1-1 0,1 1 0,-1-1 0,1 1 0,-1-1 0,1 0 0,0 1 0,-1-1 0,1 0 0,0 1 0,-1-1 0,1 0 0,0 1 0,-1-1 0,1 0 0,0 0 0,-1 0 0,1 0 0,0 0 0,0 0 0,-1 0 0,1 0 0,0 0 0,0 0 0,-1 0 0,1-1 0,1 1 0,-1-1 0,1 0 0,0-1 0,0 1 0,-1 0 0,1-1 0,0 1 0,-1-1 0,0 0 0,3-2 0,6-13 0,0-1 0,-1 0 0,-1-1 0,-1 0 0,8-28 0,-4 11 0,12-39 0,-1 3 0,53-117 0,-74 188 0,-1-1 0,1 0 0,0 1 0,0-1 0,0 0 0,0 1 0,0-1 0,0 1 0,0 0 0,0-1 0,0 1 0,1 0 0,-1 0 0,0 0 0,1-1 0,-1 2 0,1-1 0,0 0 0,2-1 0,-3 2 0,0 0 0,-1 0 0,1 0 0,0 0 0,-1 1 0,1-1 0,0 0 0,-1 0 0,1 1 0,-1-1 0,1 0 0,0 1 0,-1-1 0,1 0 0,-1 1 0,1-1 0,-1 1 0,1-1 0,-1 2 0,12 20 0,-3 4 0,8 47 0,-13-50 0,1-1 0,1 0 0,11 25 0,-10-38 0,-3-12 0,1-20 0,1-190 0,-6 91 0,0 115 0,0 0 0,1 0 0,0-1 0,0 1 0,1 0 0,0 0 0,0 0 0,5-9 0,-4 10 0,0 1 0,0 1 0,1-1 0,0 0 0,0 1 0,0 0 0,1 0 0,-1 0 0,1 0 0,9-4 0,6-6 0,-1 0 0,0-1 0,-1-2 0,0 1 0,-2-2 0,0 0 0,26-39 0,-3-8 0,36-80 0,-60 114 0,9-13 0,-13 34 0,-10 10 0,-1 0 0,0 0 0,1 0 0,-1 0 0,0 0 0,0 0 0,1 0 0,-1 0 0,0 0 0,1 0 0,-1 0 0,0 0 0,0 0 0,1 1 0,-1-1 0,0 0 0,1 0 0,-1 0 0,0 0 0,0 0 0,0 1 0,1-1 0,-1 0 0,0 0 0,0 0 0,0 1 0,1-1 0,-1 1 0,1 1 0,1 1 0,-1 0 0,0 0 0,0 0 0,-1 0 0,2 7 0,3 50 0,-3 118 0,-3-97 0,0-23 0,3 179 0,2-164 0,15 89 0,-19-162 0,5 29 0,11 32 0,-14-53 0,1-1 0,-1 0 0,2 0 0,-1 0 0,1 0 0,0 0 0,1-1 0,0 0 0,6 7 0,-10-12 0,1 1 0,-1-1 0,0 0 0,1 0 0,-1 0 0,1 0 0,-1-1 0,1 1 0,-1 0 0,1-1 0,0 1 0,-1-1 0,1 1 0,0-1 0,0 0 0,-1 0 0,1 0 0,0 0 0,0 0 0,-1 0 0,1 0 0,0 0 0,-1-1 0,1 1 0,0-1 0,-1 1 0,1-1 0,0 0 0,1-1 0,4-2 0,0-1 0,0 0 0,0-1 0,10-10 0,-11 10 0,189-218 0,0 1 0,-183 212 0,-4 4 0,-7 5 0,-3 3 0,-26 16 0,0-2 0,0-1 0,-2-1 0,-41 12 0,56-18 0,15-7 0,0 1 0,0-1 0,0 0 0,0 0 0,0 1 0,0-1 0,0 0 0,0 0 0,0 1 0,0-1 0,0 0 0,0 0 0,1 1 0,-1-1 0,0 0 0,0 0 0,0 0 0,0 1 0,0-1 0,0 0 0,1 0 0,-1 0 0,0 0 0,0 1 0,0-1 0,1 0 0,-1 0 0,0 0 0,0 0 0,1 0 0,-1 0 0,0 1 0,0-1 0,1 0 0,35 10 0,-25-8 0,63 20 0,-1 2 0,-1 4 0,94 50 0,192 135 0,-337-200 0,-12-6 0,0-1 0,1 0 0,-1 0 0,1-1 0,0-1 0,0 0 0,21 6 0,-29-10 0,0 0 0,0 0 0,0 0 0,0 0 0,0-1 0,0 1 0,0 0 0,0-1 0,0 1 0,0-1 0,0 0 0,0 0 0,-1 0 0,1 0 0,0 0 0,0 0 0,-1 0 0,1 0 0,-1-1 0,1 1 0,-1-1 0,0 1 0,1-1 0,0-2 0,4-5 0,-1 0 0,-1 0 0,7-16 0,-10 22 0,94-331 0,-91 317 0,25-120 0,-25 112 0,-1 1 0,-1-1 0,-3-39 0,1 59 0,-1-1 0,0 1 0,-1-1 0,1 1 0,-1-1 0,0 1 0,0 0 0,-1 0 0,0 0 0,1 0 0,-2 0 0,1 1 0,-5-6 0,6 8 0,1 1 0,-1-1 0,1 1 0,-1 0 0,0 0 0,0 0 0,1 0 0,-1 0 0,0 0 0,0 1 0,0-1 0,0 0 0,0 1 0,0 0 0,0-1 0,-3 1 0,3 0 0,-1 1 0,1-1 0,-1 1 0,1 0 0,-1 0 0,1-1 0,0 2 0,-1-1 0,1 0 0,0 0 0,0 1 0,0-1 0,-1 1 0,2 0 0,-5 3 0,-10 13 0,0 1 0,2 1 0,0 0 0,1 0 0,1 1 0,-15 36 0,16-28 0,1 0 0,1 1 0,2 0 0,-7 54 0,13-74 0,1-1 0,0 0 0,1 1 0,0-1 0,0 0 0,1 0 0,0 0 0,0 0 0,1 0 0,0 0 0,1-1 0,6 11 0,-8-15 0,1 1 0,0-1 0,0 0 0,0 0 0,1 0 0,0-1 0,0 1 0,0-1 0,0 0 0,0 0 0,0 0 0,1-1 0,-1 1 0,1-1 0,0 0 0,0 0 0,0-1 0,0 1 0,0-1 0,0 0 0,0-1 0,0 1 0,8-1 0,-4-1 0,-1-1 0,1 0 0,0 0 0,-1 0 0,0-1 0,1-1 0,-1 1 0,-1-1 0,1-1 0,0 1 0,-1-1 0,7-7 0,15-12 0,37-42 0,-47 46 0,177-204 0,-184 208 0,-9 11 0,0 0 0,1 1 0,-1-1 0,1 1 0,0 0 0,0 0 0,1 0 0,-1 0 0,1 1 0,0-1 0,8-3 0,-12 7 0,0 0 0,0 0 0,0 0 0,0 0 0,0 0 0,0 0 0,0 0 0,0 0 0,0 0 0,0 0 0,0 0 0,0 1 0,0-1 0,0 0 0,0 1 0,0-1 0,0 1 0,0-1 0,0 1 0,-1-1 0,1 1 0,0 0 0,0-1 0,-1 1 0,1 0 0,0 0 0,-1 0 0,1-1 0,0 1 0,-1 0 0,1 0 0,-1 1 0,12 35 0,-10-33 0,-2-2 0,1 5 0,1-1 0,0 1 0,0-1 0,1 0 0,3 7 0,-6-13 0,1 1 0,-1 0 0,0 0 0,1-1 0,0 1 0,-1-1 0,1 1 0,-1 0 0,1-1 0,0 1 0,-1-1 0,1 0 0,0 1 0,0-1 0,-1 0 0,1 1 0,0-1 0,0 0 0,1 1 0,-1-1 0,0-1 0,0 1 0,1 0 0,-1 0 0,0-1 0,0 1 0,0-1 0,0 1 0,0-1 0,0 0 0,0 1 0,0-1 0,0 0 0,0 0 0,0 1 0,0-1 0,0 0 0,0-1 0,17-26 0,-16 24 0,0 0 0,0 0 0,0 1 0,1-1 0,-1 1 0,1 0 0,0 0 0,0 0 0,0 0 0,0 0 0,5-3 0,-7 6 0,0-1 0,0 1 0,0 0 0,0-1 0,-1 1 0,1 0 0,0 0 0,0 0 0,0 0 0,0 0 0,0 0 0,0 0 0,0 0 0,0 0 0,0 1 0,0-1 0,-1 0 0,1 1 0,0-1 0,0 0 0,0 1 0,0-1 0,-1 1 0,1-1 0,0 1 0,1 1 0,16 22 0,-17-23 0,23 43 0,-2 1 0,-1 0 0,-3 2 0,-2 1 0,19 91 0,-29-109 0,2 44 0,-9-100 0,2-1 0,0 1 0,9-41 0,-8 53 0,1 1 0,1 0 0,0 1 0,1-1 0,0 1 0,1-1 0,1 2 0,0-1 0,9-11 0,-14 20 0,0 1 0,1-1 0,-1 0 0,1 1 0,0-1 0,0 1 0,0 0 0,0 0 0,0 0 0,0 1 0,0-1 0,1 1 0,-1-1 0,1 1 0,-1 0 0,1 1 0,3-2 0,-2 2 0,-1 1 0,1-1 0,0 1 0,-1 0 0,1 0 0,-1 0 0,0 0 0,1 1 0,-1 0 0,0 0 0,0 0 0,0 0 0,4 4 0,157 109 0,-155-108 0,-1 0 0,0 1 0,0 1 0,-1 0 0,0 0 0,0 0 0,7 14 0,-11-16 0,0 0 0,0 1 0,-1-1 0,-1 1 0,1-1 0,-1 1 0,0 0 0,-1 0 0,0 0 0,0 0 0,-1 0 0,-1 9 0,-1 3 0,-2-1 0,0 1 0,-1-1 0,-1-1 0,-1 1 0,-13 24 0,-65 105 0,69-122 0,-75 118-1365,60-94-5461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1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351 215 24575,'-2'0'0,"-1"-1"0,0 0 0,1 1 0,-1-1 0,0 0 0,1 0 0,-1-1 0,1 1 0,0 0 0,-1-1 0,-3-3 0,-25-23 0,26 23 0,-43-44 0,-56-50 0,102 97 0,0 0 0,0 1 0,0-1 0,0 1 0,-1-1 0,1 1 0,-1 0 0,1 0 0,-1 0 0,1 0 0,-1 0 0,0 0 0,1 1 0,-1 0 0,0-1 0,1 1 0,-1 0 0,0 0 0,1 0 0,-1 1 0,0-1 0,1 1 0,-1-1 0,0 1 0,1 0 0,-5 2 0,3 0 0,1-1 0,-1 1 0,1 0 0,0 0 0,-1 0 0,1 1 0,1-1 0,-1 1 0,0-1 0,1 1 0,0 0 0,0 0 0,0 0 0,0 1 0,-1 6 0,-1 9 0,1 0 0,0 0 0,2 0 0,1 0 0,0 0 0,4 25 0,-3-38 0,0-1 0,1 1 0,-1 0 0,1-1 0,1 1 0,-1-1 0,1 1 0,0-1 0,1 0 0,-1-1 0,9 11 0,3 0 0,0-1 0,25 20 0,2 1 0,67 69 0,-107-103 0,1 0 0,-1 0 0,0-1 0,1 1 0,0-1 0,-1 1 0,1-1 0,0 0 0,-1 0 0,1 0 0,0-1 0,0 1 0,0-1 0,0 1 0,0-1 0,4 0 0,-2-1 0,-1 1 0,0-1 0,1-1 0,-1 1 0,0 0 0,0-1 0,0 0 0,0 0 0,7-5 0,3-4 0,-1 0 0,0-1 0,-1 0 0,15-20 0,-11 10-1365,-4 4-5461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2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24575,'-5'0'0,"-9"4"0,-2 6 0,-3 5 0,-3 0 0,-1 1 0,-1 3 0,-1-2 0,0-4 0,0 0 0,0-2 0,0-3 0,4-3-8191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3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24575,'3'1'0,"-1"-1"0,1 1 0,0 1 0,0-1 0,-1 0 0,1 1 0,-1-1 0,1 1 0,-1 0 0,0 0 0,1 0 0,1 2 0,0 0 0,16 17 0,-1 0 0,-1 1 0,-1 1 0,18 32 0,-12-20 0,-15-22 0,-1-4 0,-1 0 0,0 1 0,5 12 0,-12-34 0,-3-13 0,2-1 0,2-48 0,0 66 0,1 0 0,1 0 0,-1 0 0,2 0 0,-1 0 0,1 0 0,0 1 0,0 0 0,1-1 0,0 1 0,0 0 0,1 1 0,9-11 0,-3 5 0,0 1 0,1 0 0,0 1 0,17-11 0,-26 19 0,1 0 0,0-1 0,0 2 0,0-1 0,0 0 0,0 1 0,0 0 0,0 0 0,0 0 0,1 0 0,-1 1 0,0-1 0,1 1 0,-1 0 0,0 1 0,1-1 0,-1 1 0,0 0 0,0 0 0,8 2 0,-1 3 0,-1 0 0,1 1 0,-1 0 0,0 0 0,0 1 0,-1 0 0,0 1 0,0 0 0,11 17 0,-8-9 0,-1 0 0,0 1 0,-1 1 0,-1 0 0,6 20 0,-9-16 0,0 1 0,-2-1 0,-1 1 0,-1 0 0,-1 32 0,-1-52 88,0-3-157,0 0 0,-1 0 0,1 0 0,0 0-1,0-1 1,0 1 0,0 0 0,0 0-1,0 0 1,0 0 0,1 0 0,-1 0 0,0 0-1,0 0 1,1 0 0,-1 0 0,1-1 0,-1 1-1,1 0 1,0 1 0,4-5-6757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4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252 153 24575,'0'-24'0,"1"15"0,-1-1 0,0 1 0,-1-1 0,0 1 0,-3-14 0,3 20 0,0 0 0,-1 0 0,1 0 0,0 0 0,-1 1 0,0-1 0,0 1 0,1-1 0,-2 1 0,1 0 0,0 0 0,0 0 0,-1 0 0,1 0 0,-1 0 0,1 0 0,-1 1 0,0 0 0,0-1 0,1 1 0,-5-1 0,0 0 0,0 0 0,0 0 0,-1 0 0,1 1 0,0 0 0,-1 0 0,0 1 0,1 0 0,-1 1 0,1-1 0,-1 2 0,1-1 0,0 1 0,-11 3 0,13-2 0,0-1 0,1 0 0,0 1 0,0 0 0,0 0 0,0 0 0,0 1 0,0-1 0,1 1 0,0 0 0,0 0 0,0 0 0,0 0 0,1 1 0,-1-1 0,1 1 0,0 0 0,0-1 0,1 1 0,0 0 0,0 0 0,-1 7 0,-1 8 0,1 0 0,1 0 0,0 0 0,2 0 0,1-1 0,4 28 0,-2-37 0,0 0 0,0 0 0,1-1 0,0 1 0,0-1 0,1 0 0,14 15 0,2 1 0,31 26 0,-16-20 0,75 48 0,-107-76 0,0 0 0,0-1 0,0 1 0,0-1 0,1 0 0,-1-1 0,1 1 0,-1-1 0,1 0 0,0-1 0,-1 1 0,1-1 0,0 0 0,0-1 0,-1 1 0,1-1 0,0 0 0,9-3 0,-5-1 0,0 1 0,0-1 0,0 0 0,0-1 0,-1 0 0,0-1 0,0 0 0,13-14 0,17-21-1365,-23 26-5461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5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102 192 24575,'-1'13'0,"0"0"0,-1-1 0,-4 17 0,3-20 0,1 0 0,0 1 0,1-1 0,0 1 0,0-1 0,1 1 0,2 18 0,7 2 0,0 0 0,2-1 0,2 0 0,0-1 0,2-1 0,25 37 0,-21-36 0,1-2 0,35 39 0,-47-57 0,-1-1 0,1 0 0,0-1 0,0 1 0,1-2 0,0 1 0,0-1 0,0 0 0,1-1 0,-1 0 0,1-1 0,13 3 0,-17-5 0,1-1 0,-1-1 0,0 1 0,0-1 0,0 0 0,0 0 0,0-1 0,0 1 0,0-1 0,0-1 0,-1 1 0,1-1 0,-1 0 0,0 0 0,0-1 0,0 1 0,0-1 0,0 0 0,-1-1 0,7-6 0,-2-1 0,0 1 0,0-1 0,-1-1 0,0 1 0,-1-1 0,-1-1 0,8-20 0,-11 24 0,0-1 0,-1 1 0,0-1 0,-1 1 0,0-1 0,-1 0 0,0 1 0,0-1 0,-1 1 0,-1-1 0,0 1 0,0-1 0,-5-11 0,0 4 0,-1 0 0,-1 1 0,-1 1 0,0 0 0,-1 0 0,-20-22 0,4 8 0,-2 2 0,-1 1 0,0 2 0,-53-33 0,18 19 0,-103-46 0,163 83 20,-31-12 296,34 14-422,0-1-1,0 1 1,0 0 0,0-1-1,0 1 1,-1 0 0,1 0-1,0 0 1,0 1 0,0-1 0,0 1-1,0-1 1,0 1 0,0-1-1,-3 2 1,-5 7-6720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6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871 1 24575,'1'0'0,"0"1"0,0-1 0,-1 1 0,1-1 0,0 1 0,0-1 0,0 1 0,-1 0 0,1 0 0,0-1 0,-1 1 0,1 0 0,-1 0 0,1 0 0,-1-1 0,1 1 0,-1 0 0,1 0 0,-1 0 0,0 0 0,0 0 0,1 0 0,-1 0 0,0 0 0,0 0 0,0 0 0,0 0 0,0 0 0,0 1 0,0 2 0,8 83 0,-4 147 0,-5-132 0,0 234 0,0-297 0,-1-30 0,-2-11 0,-3-13 0,-9-32 0,-15-79 0,20 74 0,-24-70 0,26 100 0,-4-15 0,-1 2 0,-25-43 0,33 68 0,-1 0 0,1 0 0,-2 1 0,1 0 0,-1 0 0,-1 1 0,0 0 0,0 1 0,0-1 0,-1 2 0,-19-11 0,5 8 0,1 0 0,-1 2 0,-1 1 0,1 1 0,-1 1 0,-25-1 0,-154 3 0,177 2 0,2 0 0,12 0 0,1 0 0,-1 0 0,0 2 0,-15 2 0,25-3 0,0 0 0,0 0 0,0 0 0,0 0 0,0 1 0,1-1 0,-1 1 0,0 0 0,1-1 0,-1 1 0,1 0 0,-1 1 0,1-1 0,0 0 0,0 1 0,0-1 0,0 1 0,1 0 0,-1-1 0,1 1 0,-3 6 0,1 3 0,0 1 0,1 0 0,0 0 0,1 0 0,0 0 0,2 19 0,1-2 0,11 49 0,-11-70 0,0 1 0,1 0 0,0 0 0,1-1 0,0 0 0,0 0 0,1 0 0,0 0 0,1-1 0,-1 0 0,2 0 0,-1 0 0,1-1 0,0 0 0,1 0 0,0-1 0,0 0 0,0 0 0,1-1 0,-1 0 0,1 0 0,1-1 0,-1 0 0,0-1 0,1 0 0,0-1 0,13 3 0,13 0 0,0-2 0,0-1 0,1-1 0,-1-3 0,38-5 0,-18-2 0,0-2 0,81-28 0,-106 27 0,42-23 0,-26 11 0,-41 22-105,-1 0 0,1 0 0,0 0 0,0 1 0,0 0 0,0 0 0,0 0 0,0 1 0,0-1 0,0 2 0,0-1 0,12 3 0,6 3-6721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7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0 373 24575,'133'-6'0,"205"-37"0,-311 39 0,-15 2 0,105-20 0,-103 18 0,0 0 0,-1-1 0,0 0 0,0-1 0,0 0 0,14-10 0,-23 13 0,-1 0 0,1-1 0,0 1 0,-1-1 0,0 1 0,0-1 0,0 0 0,0 0 0,-1 0 0,1 0 0,-1-1 0,0 1 0,-1-1 0,1 1 0,-1-1 0,0 0 0,0 0 0,0 1 0,-1-1 0,1 0 0,-1 0 0,0 0 0,-1 0 0,1 0 0,-1 1 0,0-1 0,-3-8 0,2 6 0,0 0 0,-1 1 0,0-1 0,0 1 0,-1 0 0,0 0 0,0 1 0,0-1 0,-1 1 0,1 0 0,-1 0 0,0 0 0,-1 1 0,1-1 0,-1 1 0,0 1 0,0-1 0,-11-4 0,6 4 0,0 1 0,-1 0 0,1 1 0,-1 0 0,1 1 0,-1 0 0,0 1 0,0 0 0,1 1 0,-1 0 0,0 1 0,1 0 0,-20 7 0,18-4 0,0 0 0,0 1 0,1 1 0,0 1 0,0-1 0,1 2 0,0-1 0,1 2 0,0-1 0,0 2 0,-10 12 0,-6 11 0,1 2 0,-30 56 0,46-75 0,1 1 0,1 0 0,1 1 0,0-1 0,1 1 0,1 0 0,-2 37 0,5-34 0,1 0 0,5 39 0,-3-50 0,1 0 0,0 0 0,0 0 0,1-1 0,1 1 0,0-1 0,8 13 0,-7-14 0,0 0 0,1-1 0,0 0 0,0 0 0,1 0 0,0-1 0,0 0 0,0-1 0,1 0 0,0 0 0,1-1 0,-1 0 0,1-1 0,17 6 0,-19-8 0,0 0 0,1-1 0,-1 0 0,0 0 0,1-1 0,-1 0 0,1-1 0,-1 1 0,1-2 0,-1 1 0,0-1 0,0 0 0,0-1 0,0 0 0,0 0 0,0-1 0,-1 0 0,14-9 0,-3 0 0,0-1 0,-1-1 0,-1 0 0,0-1 0,-1-1 0,-1 0 0,22-35 0,-26 37 86,1 0 0,21-23-1,0 1-1707,-8 5-5204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7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24575,'1'0'0,"-1"1"0,1-1 0,0 0 0,-1 1 0,1-1 0,-1 0 0,1 1 0,-1-1 0,1 1 0,-1-1 0,0 0 0,1 1 0,-1-1 0,1 1 0,-1 0 0,0-1 0,1 1 0,-1-1 0,0 1 0,0-1 0,0 1 0,1 0 0,-1-1 0,0 2 0,4 18 0,-3-17 0,13 155 0,-8-64 0,-1-33 0,20 165 0,-20-209 0,-3-21 0,1-29 0,4-44 0,3 0 0,26-100 0,-19 102 0,-16 68 0,0 0 0,1 0 0,0 0 0,0 1 0,1-1 0,0 1 0,0 0 0,0 0 0,1 0 0,0 0 0,0 0 0,0 1 0,1 0 0,0 0 0,0 0 0,0 0 0,1 1 0,-1 0 0,1 0 0,0 0 0,0 1 0,0 0 0,1 0 0,-1 1 0,1 0 0,12-3 0,5 0 0,1 2 0,-1 0 0,1 2 0,0 1 0,47 5 0,120 32 0,-133-21 0,-39-10 0,-1 0 0,34 4 0,-52-10-52,1 0-1,-1 0 1,0 1-1,1-1 1,-1 0-1,1 0 1,-1 0-1,0 0 1,1-1-1,-1 1 1,0 0-1,1-1 1,-1 1-1,0-1 1,1 1-1,-1-1 1,0 1-1,0-1 1,0 0-1,0 0 0,1 1 1,-1-1-1,0 0 1,0 0-1,1-2 1,2-9-6774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8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24575,'12'0'0,"14"9"0,13 6 0,10 1 0,0-2 0,-4-4 0,-5-3 0,-6-3 0,-8-2-8191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39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24575,'8'0'0,"16"0"0,12 0 0,8 0 0,1 0 0,-3 0 0,-5 0 0,-3 0 0,-9-5 0,-12 0 0,-9-1-8191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19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24575,'0'16'0,"0"32"0,0 32 0,0 24 0,0 10 0,0-1 0,0-15 0,-4-38 0,-6-45 0,-1-26-8191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20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24575,'6'7'0,"1"0"0,-2 1 0,1 0 0,5 10 0,7 11 0,31 44 0,-21-30 0,64 75 0,-88-114 0,-1-1 0,1 1 0,0-1 0,0 1 0,0-1 0,1 0 0,-1-1 0,1 1 0,0-1 0,-1 0 0,1 0 0,0 0 0,0-1 0,0 0 0,1 0 0,-1 0 0,0 0 0,0-1 0,0 0 0,1 0 0,-1 0 0,0-1 0,0 0 0,0 0 0,1 0 0,-1-1 0,0 1 0,-1-1 0,1 0 0,0-1 0,0 1 0,-1-1 0,0 0 0,6-5 0,9-7 0,25-27 0,-34 31 0,0 1 0,1 0 0,0 0 0,0 1 0,1 1 0,0 0 0,23-11 0,-32 18 0,0 0 0,-1 0 0,1 0 0,0 1 0,-1-1 0,1 1 0,0 0 0,0-1 0,-1 1 0,1 1 0,0-1 0,0 0 0,-1 1 0,1-1 0,0 1 0,-1 0 0,4 1 0,-2 0 0,0 1 0,0-1 0,-1 1 0,1 0 0,-1 0 0,1 0 0,-1 0 0,0 1 0,4 5 0,2 5 0,-2 0 0,1 0 0,-2 0 0,10 31 0,-3 6-20,-3 0 0,-2 1 0,2 58 0,-3-34-1265,-2-22-5541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24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0 755 24575,'43'0'0,"-1"-2"0,0-2 0,-1-1 0,1-3 0,-1-1 0,66-24 0,-98 29 0,0 0 0,-1-1 0,1 1 0,-1-2 0,0 1 0,13-12 0,-20 16 0,0-1 0,1 1 0,-1 0 0,0-1 0,0 1 0,0-1 0,0 1 0,0-1 0,-1 0 0,1 1 0,0-1 0,-1 0 0,0 0 0,1 1 0,-1-1 0,0 0 0,0-2 0,0 2 0,0 0 0,-1 0 0,0 0 0,1 1 0,-1-1 0,0 0 0,0 0 0,0 0 0,0 1 0,-1-1 0,1 1 0,0-1 0,-1 1 0,1-1 0,-1 1 0,1 0 0,-1 0 0,0 0 0,-1-2 0,-3 0 0,0-1 0,-1 1 0,1 0 0,-1 0 0,1 1 0,-1 0 0,0 0 0,0 0 0,0 1 0,0 0 0,-11 0 0,14 1 0,0 0 0,1 1 0,-1-1 0,0 1 0,1 0 0,-1 0 0,0 0 0,1 0 0,-1 1 0,1-1 0,0 1 0,-1 0 0,1 0 0,0 0 0,0 1 0,0-1 0,0 1 0,1-1 0,-1 1 0,1 0 0,0 0 0,-4 6 0,-4 9 0,3-4 0,0-1 0,-11 14 0,13-19 0,0 0 0,0 0 0,1 1 0,0 0 0,1 0 0,0 0 0,0 0 0,1 1 0,0-1 0,1 1 0,-1 9 0,1 14 0,5 60 0,-4-88 0,0 1 0,1-1 0,0 1 0,0-1 0,0 0 0,1 0 0,0 1 0,0-1 0,0 0 0,0 0 0,1-1 0,0 1 0,0-1 0,0 1 0,1-1 0,-1 0 0,1 0 0,0 0 0,0-1 0,0 1 0,1-1 0,-1 0 0,1 0 0,0-1 0,0 1 0,0-1 0,0 0 0,8 2 0,16 2 0,1-1 0,-1-1 0,58-1 0,-37-5 0,75-13 0,-101 11 0,0-2 0,0 0 0,-1-2 0,0 0 0,26-15 0,-36 16 0,0 0 0,-1-1 0,0-1 0,0 0 0,-1 0 0,0-2 0,-1 1 0,0-1 0,16-23 0,-22 26 0,0 1 0,-1 0 0,0-1 0,-1 0 0,0 0 0,0 0 0,1-12 0,0 4 0,-3 16 0,0 0 0,0 0 0,0 0 0,0 0 0,0 0 0,0 0 0,0 0 0,-1 0 0,1-1 0,0 1 0,0 0 0,0 0 0,0 0 0,0 0 0,1 0 0,-1 0 0,0 0 0,0 0 0,0-1 0,0 1 0,0 0 0,0 0 0,0 0 0,0 0 0,0 0 0,0 0 0,0 0 0,0 0 0,0 0 0,0-1 0,0 1 0,0 0 0,1 0 0,-1 0 0,0 0 0,0 0 0,0 0 0,0 0 0,0 0 0,0 0 0,0 0 0,0 0 0,0 0 0,1 0 0,-1 0 0,0 0 0,0 0 0,0 0 0,0 0 0,0 0 0,0 0 0,0 0 0,1 0 0,-1 0 0,0 0 0,0 0 0,5 8 0,4 20 0,-8-23 0,5 15 0,-5-13 0,1 0 0,-1 0 0,2 0 0,-1-1 0,1 1 0,0-1 0,0 1 0,1-1 0,0 0 0,5 7 0,-8-13 0,-1 1 0,1-1 0,0 0 0,-1 1 0,1-1 0,-1 0 0,1 1 0,0-1 0,-1 0 0,1 0 0,0 0 0,-1 0 0,1 1 0,0-1 0,-1 0 0,1 0 0,0 0 0,-1 0 0,1-1 0,0 1 0,-1 0 0,1 0 0,0 0 0,-1 0 0,1-1 0,0 1 0,-1 0 0,1-1 0,-1 1 0,1 0 0,-1-1 0,1 1 0,0-1 0,15-21 0,-2-3 0,-2-1 0,18-54 0,10-64 0,-26 88 0,-8 33 0,24-76 0,-26 88 0,1 0 0,0 1 0,1-1 0,0 1 0,0 0 0,13-14 0,-6 9 0,-11 12 0,0 0 0,0 0 0,0 1 0,1-1 0,-1 0 0,1 1 0,0-1 0,0 1 0,0 0 0,0 0 0,0 0 0,0 0 0,0 1 0,1-1 0,-1 1 0,1 0 0,-1 0 0,4-1 0,3 3 0,0 0 0,-1 0 0,1 1 0,-1 0 0,0 0 0,0 1 0,0 1 0,0-1 0,11 8 0,5 2 0,44 35 0,-56-38 0,-2 1 0,1 1 0,-1 0 0,-1 0 0,0 1 0,-1 0 0,11 20 0,-3 2 0,25 70 0,-40-100 0,-1-1 0,0 1 0,1-1 0,0 0 0,0 0 0,5 8 0,-7-12 0,1 1 0,0 0 0,-1 0 0,1-1 0,0 1 0,0-1 0,-1 1 0,1-1 0,0 1 0,0-1 0,0 1 0,-1-1 0,1 0 0,0 1 0,0-1 0,0 0 0,0 0 0,0 0 0,0 0 0,0 0 0,0 0 0,0 0 0,0 0 0,0 0 0,-1 0 0,1 0 0,0 0 0,0-1 0,0 1 0,0 0 0,0-1 0,0 1 0,-1-1 0,1 1 0,1-2 0,3-1 0,0-1 0,-1 0 0,1 0 0,-1 0 0,0 0 0,0-1 0,-1 0 0,1 0 0,3-6 0,24-56 0,-22 45 0,68-175 0,-72 178 0,-11 25 0,-12 32 0,4-2 0,1 1 0,2 0 0,1 0 0,2 1 0,2 0 0,1 0 0,2 1 0,2-1 0,1 1 0,2-1 0,8 42 0,-7-67 0,0 0 0,1 0 0,1-1 0,0 1 0,1-1 0,11 18 0,-14-24 0,1-1 0,0 0 0,0 0 0,0-1 0,0 1 0,0-1 0,1 0 0,0 0 0,0 0 0,0-1 0,1 1 0,-1-1 0,1-1 0,-1 1 0,12 3 0,-13-6 0,-1 0 0,0 0 0,1 0 0,-1-1 0,0 1 0,0-1 0,0 0 0,0 0 0,1 0 0,-1 0 0,0 0 0,-1-1 0,1 1 0,0-1 0,0 0 0,-1 0 0,1 0 0,-1 0 0,4-5 0,6-4 0,-2-1 0,15-21 0,27-46 0,-3-2 0,-4-1 0,-4-3 0,49-143 0,-87 217 0,-2 8 0,0 0 0,0-1 0,0 1 0,0 0 0,0 0 0,1 0 0,0 0 0,-1 0 0,1 0 0,0 0 0,5-5 0,-7 8 0,0 0 0,1 0 0,-1 0 0,0 0 0,0 0 0,1 0 0,-1 0 0,0 0 0,1 0 0,-1 0 0,0 0 0,0 0 0,1 0 0,-1 0 0,0 1 0,0-1 0,1 0 0,-1 0 0,0 0 0,0 0 0,0 0 0,1 1 0,-1-1 0,0 0 0,0 0 0,0 0 0,1 1 0,-1-1 0,0 0 0,0 0 0,0 1 0,0-1 0,0 0 0,0 0 0,1 1 0,-1-1 0,0 0 0,0 0 0,0 1 0,0-1 0,7 21 0,-1-1 0,-1 1 0,4 33 0,-2-8 0,-1-17 0,1 0 0,15 36 0,-22-64 0,0 0 0,0 0 0,0-1 0,1 1 0,-1 0 0,0 0 0,1-1 0,-1 1 0,0 0 0,1-1 0,-1 1 0,1 0 0,-1-1 0,1 1 0,0-1 0,-1 1 0,1-1 0,0 1 0,-1-1 0,1 0 0,0 1 0,-1-1 0,1 0 0,0 1 0,0-1 0,-1 0 0,1 0 0,1 1 0,-1-2 0,1 1 0,-1-1 0,1 1 0,-1-1 0,0 1 0,0-1 0,1 0 0,-1 0 0,0 0 0,0 0 0,0 0 0,0 0 0,0 0 0,1-2 0,6-6 0,-1-1 0,10-22 0,-16 31 0,30-71 0,-2-1 0,28-114 0,-11 35 0,-41 137 0,13-36 0,-16 47 0,-1-1 0,1 2 0,1-1 0,-1 0 0,1 0 0,-1 1 0,1-1 0,6-5 0,-9 9 0,1-1 0,0 1 0,0-1 0,-1 1 0,1 0 0,0-1 0,0 1 0,-1-1 0,1 1 0,0 0 0,0 0 0,0 0 0,0-1 0,-1 1 0,1 0 0,0 0 0,0 0 0,0 0 0,0 0 0,0 1 0,-1-1 0,1 0 0,0 0 0,0 1 0,0-1 0,-1 0 0,1 1 0,0-1 0,0 0 0,-1 1 0,1-1 0,0 1 0,-1 0 0,1-1 0,0 2 0,3 2 0,-1 0 0,0 0 0,0 1 0,4 7 0,-5-10 0,12 28 0,0 1 0,-2 0 0,-2 0 0,0 1 0,8 56 0,6 169 0,-24-255 0,0 2 0,0-1 0,0 0 0,1 1 0,-1-1 0,1 1 0,0-1 0,0 0 0,0 1 0,0-1 0,3 5 0,-3-8 0,-1 1 0,1-1 0,-1 1 0,1-1 0,-1 1 0,1-1 0,-1 0 0,1 1 0,-1-1 0,1 0 0,0 1 0,-1-1 0,1 0 0,0 0 0,-1 1 0,1-1 0,0 0 0,0 0 0,0 0 0,1 0 0,0 0 0,0-1 0,0 1 0,0-1 0,0 1 0,0-1 0,-1 0 0,1 0 0,3-1 0,2-2 0,0 0 0,0 0 0,1 1 0,-1 0 0,1 1 0,0-1 0,-1 2 0,1-1 0,0 1 0,0 0 0,1 0 0,-1 1 0,0 1 0,0-1 0,0 1 0,0 0 0,0 1 0,0 0 0,-1 0 0,1 1 0,0 0 0,-1 0 0,0 1 0,0 0 0,0 0 0,12 10 0,-18-13 0,0-1 0,0 1 0,0 0 0,-1 0 0,1-1 0,0 1 0,-1 0 0,1 0 0,0 0 0,-1 0 0,1 0 0,-1 0 0,1 0 0,-1 0 0,0 0 0,1 0 0,-1 0 0,0 0 0,0 0 0,0 1 0,0-1 0,0 0 0,0 0 0,0 0 0,-1 2 0,1-1 0,-1 0 0,0 0 0,0-1 0,-1 1 0,1 0 0,0 0 0,-1-1 0,1 1 0,-1 0 0,1-1 0,-1 0 0,-2 2 0,-7 4 0,1-1 0,-1 0 0,-22 7 0,-15 2 0,-78 15 0,4-3 0,115-25 0,0 0 0,1 0 0,-1 1 0,-9 5 0,15-8 0,1 0 0,-1 0 0,1 1 0,0-1 0,-1 0 0,1 0 0,-1 1 0,1-1 0,0 0 0,-1 1 0,1-1 0,0 0 0,-1 1 0,1-1 0,0 0 0,0 1 0,-1-1 0,1 1 0,0-1 0,0 0 0,0 1 0,0-1 0,-1 1 0,1-1 0,0 1 0,0-1 0,0 1 0,0-1 0,0 1 0,0-1 0,0 1 0,0-1 0,0 0 0,0 1 0,1-1 0,-1 1 0,0-1 0,0 1 0,0-1 0,0 0 0,1 1 0,-1-1 0,0 1 0,1-1 0,-1 0 0,0 1 0,0-1 0,1 1 0,4 2 0,0 1 0,-1-1 0,1 0 0,1-1 0,-1 1 0,0-1 0,9 3 0,49 10 0,-32-8 0,619 131 0,-631-135 0,-1 2 0,1-2 0,-1 0 0,1-1 0,-1-1 0,21-2 0,-36 1 0,0 0 0,0-1 0,0 1 0,0-1 0,0 0 0,-1 0 0,1 0 0,0 0 0,-1-1 0,1 1 0,0-1 0,-1 1 0,0-1 0,1 0 0,-1 0 0,0 0 0,0 0 0,0 0 0,2-4 0,-2 2 0,0 0 0,0 0 0,-1 0 0,1 0 0,-1 0 0,0 0 0,-1-1 0,1 1 0,-1 0 0,0-1 0,0-7 0,-2-5 0,-1 1 0,-1-1 0,0 1 0,-1 0 0,-11-24 0,13 31 0,0 1 0,-1 0 0,0 1 0,-1-1 0,1 1 0,-1 0 0,-1 0 0,0 0 0,1 1 0,-2 0 0,1 0 0,-1 0 0,0 1 0,0 0 0,0 0 0,-1 1 0,0 0 0,0 0 0,-13-4 0,3 3 0,0 0 0,0 1 0,-32-3 0,43 7 0,0-1 0,0 1 0,0 1 0,0-1 0,0 1 0,0 1 0,0-1 0,1 1 0,-1 0 0,1 1 0,-1-1 0,1 2 0,-7 3 0,5-2 0,1 1 0,0 0 0,0 1 0,1 0 0,0 0 0,0 0 0,0 1 0,1 0 0,0 0 0,1 0 0,-1 0 0,2 1 0,-1 0 0,1 0 0,1 0 0,-1 0 0,2 0 0,-1 0 0,1 1 0,1-1 0,0 11 0,0-9 0,1 1 0,1-1 0,0 0 0,0 0 0,1 0 0,0-1 0,1 1 0,0-1 0,1 1 0,0-1 0,1-1 0,0 1 0,0-1 0,1 0 0,0 0 0,1-1 0,13 11 0,-12-13 0,0 0 0,0 0 0,1-1 0,0-1 0,0 1 0,0-2 0,0 1 0,1-1 0,0-1 0,-1 0 0,1-1 0,0 0 0,15 0 0,-9-2 0,0 0 0,1 0 0,-1-2 0,0 0 0,0-1 0,0-1 0,24-10 0,-31 10 0,0-1 0,0 1 0,-1-2 0,0 1 0,0-1 0,-1 0 0,0-1 0,0 0 0,7-10 0,3-7 0,29-52 0,-24 35 0,-16 31 0,-1 0 0,1 1 0,11-12 0,-14 18 0,0 0 0,0 0 0,1 1 0,-1 0 0,1 0 0,-1 0 0,1 1 0,0-1 0,0 1 0,6-2 0,-7 3 0,1-1 0,-1-1 0,0 1 0,0 0 0,0-1 0,0 0 0,0 0 0,0 0 0,-1-1 0,0 1 0,0-1 0,1 0 0,-2 0 0,4-5 0,4-9 0,-1 0 0,8-22 0,-9 22 0,82-246 0,-42 112 0,-32 117 0,-15 35 0,-1-1 0,0 1 0,0 0 0,0 0 0,0-1 0,0 1 0,1 0 0,-1 0 0,0 0 0,0 0 0,0-1 0,1 1 0,-1 0 0,0 0 0,0 0 0,0 0 0,1 0 0,-1 0 0,0 0 0,0 0 0,1 0 0,-1 0 0,0-1 0,0 1 0,1 0 0,-1 0 0,0 0 0,0 1 0,1-1 0,-1 0 0,0 0 0,0 0 0,1 0 0,-1 0 0,0 0 0,0 0 0,0 0 0,1 0 0,-1 1 0,0-1 0,0 0 0,0 0 0,1 0 0,-1 0 0,0 1 0,0-1 0,0 0 0,0 0 0,1 0 0,-1 1 0,0-1 0,0 0 0,0 0 0,0 1 0,0-1 0,0 0 0,0 0 0,0 0 0,0 1 0,4 9 0,0 1 0,-1-1 0,-1 1 0,3 18 0,-1-2 0,11 57 0,84 367 0,-82-394 0,31 97 0,-37-132 0,-11-22 0,0 1 0,0-1 0,0 0 0,1 0 0,-1 0 0,0 0 0,0 1 0,0-1 0,0 0 0,0 0 0,1 0 0,-1 0 0,0 0 0,0 0 0,0 0 0,0 1 0,1-1 0,-1 0 0,0 0 0,0 0 0,0 0 0,0 0 0,1 0 0,-1 0 0,0 0 0,0 0 0,0 0 0,1 0 0,-1 0 0,0 0 0,0 0 0,0 0 0,1 0 0,-1 0 0,0 0 0,0 0 0,0 0 0,0-1 0,1 1 0,-1 0 0,0 0 0,0 0 0,0 0 0,0 0 0,1-1 0,0-2 0,0 0 0,1-1 0,-1 1 0,-1 0 0,1-1 0,0 1 0,-1-1 0,0-5 0,1-148 0,-2 34 0,1 118 0,0 0 0,1-1 0,0 1 0,0 0 0,0 0 0,0-1 0,1 1 0,0 0 0,0 1 0,0-1 0,1 0 0,0 1 0,5-9 0,-5 10 0,1 0 0,-1 0 0,0 0 0,1 1 0,-1-1 0,1 1 0,0 0 0,0 0 0,0 0 0,0 1 0,0-1 0,0 1 0,0 0 0,1 0 0,-1 0 0,0 1 0,6-1 0,2 2 0,-1 0 0,0 0 0,0 1 0,0 0 0,0 1 0,0 0 0,0 1 0,-1 1 0,18 9 0,2 3 0,52 41 0,-35-20 0,-1 3 0,-2 1 0,46 58 0,-69-69 0,-17-24 0,1 1 0,1 0 0,-1-1 0,9 9 0,-12-15 0,0 1 0,0-1 0,0 1 0,0-1 0,0 0 0,0 1 0,1-1 0,-1 0 0,0-1 0,1 1 0,-1 0 0,0-1 0,1 1 0,-1-1 0,1 0 0,-1 1 0,1-1 0,-1-1 0,1 1 0,2-1 0,3-1 19,-1 0 0,1-1-1,-1 0 1,0 0 0,0-1-1,0 1 1,-1-2 0,1 1-1,-1-1 1,0 0 0,0 0 0,-1-1-1,0 1 1,0-1 0,0-1-1,0 1 1,4-9 0,7-14-413,-2 0 1,20-55 0,-27 65-129,16-43-6304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1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1 24575,'-149'697'-431,"73"6"52,74-651 466,5 60-1,3-79-86,-6-34 0,0 1 0,0 0 0,0 0 0,0 0 0,0 0 0,0 0 0,0-1 0,1 1 0,-1 0 0,0 0 0,0 0 0,0 0 0,0 0 0,0 0 0,0 0 0,0-1 0,0 1 0,0 0 0,1 0 0,-1 0 0,0 0 0,0 0 0,0 0 0,0 0 0,0 0 0,1 0 0,-1 0 0,0 0 0,0 0 0,0 0 0,0 0 0,0 0 0,1 0 0,-1 0 0,0 0 0,0 0 0,0 0 0,0 0 0,0 0 0,1 0 0,-1 0 0,0 0 0,0 0 0,0 0 0,0 0 0,0 0 0,0 0 0,1 0 0,-1 0 0,0 0 0,0 1 0,0-1 0,0 0 0,0 0 0,0 0 0,0 0 0,0 0 0,1 0 0,-1 0 0,0 1 0,0-1 0,0 0 0,0 0 0,3-13 54,1 0-1,-2-1 1,0 1-1,-1-1 0,0 0 1,-2-15-1,2-4 104,3-45-130,4 1-1,3 1 1,38-139-1,98-272-26,-125 428 0,2 0 0,39-66 0,-46 93 0,-11 23 0,-1 0 0,1 0 0,1 1 0,-1-1 0,1 2 0,1-1 0,-1 1 0,1 0 0,1 1 0,-1-1 0,1 2 0,0-1 0,1 1 0,16-6 0,-7 4 0,0 2 0,1 0 0,0 1 0,0 1 0,0 1 0,36 0 0,-43 2 0,1 1 0,-1 0 0,0 1 0,0 0 0,0 1 0,17 7 0,-23-7 0,0 0 0,0 1 0,-1-1 0,1 1 0,-1 1 0,0-1 0,-1 1 0,1 0 0,-1 0 0,0 1 0,0-1 0,0 1 0,3 7 0,11 20 0,-3 1 0,0 0 0,-3 2 0,0-1 0,-3 1 0,-1 1 0,7 62 0,-9-30 0,-4 0 0,-3 0 0,-11 88 0,8-128 0,-2 0 0,-1 0 0,-1 0 0,-1-1 0,-2 0 0,-1 0 0,-1-1 0,-1-1 0,-1 0 0,-1-1 0,-2-1 0,-31 37 0,-9 3 0,-4-2 0,-2-2 0,-112 80 0,136-113 0,0-2 0,-2-2 0,-1-2 0,-1-1 0,0-2 0,-1-3 0,-1-1 0,-59 10 0,88-21 0,-1-1 0,1-1 0,-27 0 0,37-2 0,0 0 0,0 0 0,0 0 0,0-1 0,0 1 0,1-2 0,-1 1 0,1 0 0,-1-1 0,1 0 0,0 0 0,-9-8 0,-59-56 0,73 66 0,-1 1 0,0 0 0,0-1 0,1 1 0,-1-1 0,0 1 0,1-1 0,-1 1 0,0-1 0,1 0 0,-1 1 0,1-1 0,-1 0 0,1 1 0,0-1 0,-1 0 0,1 0 0,0 0 0,-1 1 0,1-1 0,0 0 0,0 0 0,0 0 0,-1 0 0,1 1 0,0-1 0,0 0 0,0 0 0,0 0 0,1 0 0,-1 1 0,0-1 0,0 0 0,0 0 0,1 0 0,-1 1 0,1-1 0,-1 0 0,0 0 0,1 1 0,-1-1 0,1 0 0,-1 1 0,1-1 0,0 0 0,-1 1 0,1-1 0,0 1 0,0-1 0,3-2 0,0 1 0,0-1 0,0 1 0,0 0 0,1 1 0,-1-1 0,0 1 0,6-1 0,16-2-341,0 2 0,0 1-1,41 4 1,-7 2-6485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2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1 393 24575,'26'-1'0,"0"-2"0,0 0 0,-1-1 0,46-14 0,93-44 0,-161 61 0,10-5 0,13-5 0,50-27 0,-68 33 0,-1 0 0,0 0 0,-1 0 0,1-1 0,-1 0 0,0 0 0,-1-1 0,1 0 0,-1 0 0,0 0 0,3-8 0,4-10 0,-1-1 0,-1 0 0,9-38 0,-19 64 0,0-1 0,0 0 0,1 1 0,-1-1 0,0 0 0,0 1 0,0-1 0,0 0 0,0 0 0,0 1 0,0-1 0,0 0 0,0 1 0,0-1 0,0 0 0,0 0 0,-1 1 0,1-1 0,0 0 0,-1 1 0,1-1 0,0 0 0,-1 1 0,1-1 0,0 1 0,-1-1 0,1 1 0,-1-1 0,0 1 0,1-1 0,-1 1 0,1-1 0,-1 1 0,1 0 0,-1-1 0,0 1 0,1 0 0,-1-1 0,0 1 0,0 0 0,1 0 0,-1 0 0,0 0 0,1 0 0,-1 0 0,0 0 0,0 0 0,1 0 0,-1 0 0,0 0 0,1 0 0,-2 1 0,-6 0 0,0 1 0,0 1 0,-13 6 0,14-6 0,-18 7 0,1 2 0,-41 26 0,53-31 0,1 2 0,1 0 0,-1 0 0,1 1 0,1 0 0,0 1 0,-10 14 0,-11 20 0,-18 31 0,43-66 0,0 0 0,1 1 0,0-1 0,1 1 0,0 0 0,-1 14 0,1-6 0,2 0 0,0 1 0,1-1 0,4 30 0,-3-44 0,0 0 0,0 1 0,0-1 0,0 0 0,1-1 0,0 1 0,0 0 0,0 0 0,1-1 0,-1 1 0,1-1 0,0 0 0,1 0 0,-1 0 0,1 0 0,-1-1 0,1 1 0,0-1 0,0 0 0,1 0 0,-1-1 0,7 4 0,-7-5 0,0 0 0,0 0 0,0 0 0,0-1 0,0 1 0,0-1 0,0 0 0,0 0 0,0-1 0,0 1 0,0-1 0,0 0 0,6-1 0,4-4 0,1 0 0,15-8 0,-27 12 0,90-50 0,-3-5 0,150-121 0,-144 87-1170,-94 89 975,15-15-6631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3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76 24575,'0'-7'0,"0"0"0,0 1 0,0-1 0,0 0 0,-1 1 0,0-1 0,-3-7 0,4 13 0,0 0 0,-1 0 0,1 0 0,-1 0 0,1 1 0,-1-1 0,1 0 0,-1 1 0,1-1 0,-1 0 0,0 1 0,1-1 0,-1 1 0,0-1 0,0 0 0,1 1 0,-1 0 0,0-1 0,0 1 0,0 0 0,0-1 0,-1 1 0,0 0 0,0 0 0,0 0 0,0 0 0,1 1 0,-1-1 0,0 0 0,0 1 0,1 0 0,-1-1 0,0 1 0,1 0 0,-1 0 0,-2 1 0,-22 16 0,1 1 0,1 0 0,0 2 0,-36 43 0,32-34 0,-29 43 0,50-64 0,1 1 0,0 0 0,1 0 0,0 0 0,1 1 0,0 0 0,0 0 0,1 0 0,-2 17 0,5-22 0,0 0 0,1 0 0,-1-1 0,1 1 0,1 0 0,-1 0 0,1-1 0,0 1 0,1-1 0,-1 0 0,1 0 0,0 0 0,0 0 0,0 0 0,1 0 0,7 7 0,7 6 0,1-1 0,29 22 0,-46-38 0,6 5 0,1 0 0,0 0 0,0-1 0,1 0 0,-1-1 0,1 0 0,17 4 0,-21-6 0,1-1 0,0 0 0,-1-1 0,1 1 0,0-1 0,0-1 0,-1 1 0,1-1 0,0 0 0,-1-1 0,1 0 0,-1 0 0,7-3 0,0-1 0,-1-1 0,-1-1 0,1 0 0,-1-1 0,-1 0 0,0 0 0,0-1 0,-1 0 0,13-19 0,-1 3 0,-14 19-341,-1 0 0,1 1-1,10-9 1,0 4-6485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72 24575,'-2'79'0,"4"90"0,0-159 0,0 1 0,0 0 0,1-1 0,0 1 0,1-1 0,0 0 0,1 0 0,0 0 0,0-1 0,1 0 0,12 15 0,-3-7 0,1 0 0,0-1 0,1-1 0,30 21 0,-40-32 0,0 1 0,0-1 0,0-1 0,0 1 0,0-1 0,1 0 0,0-1 0,-1 0 0,1 0 0,0-1 0,0 1 0,0-2 0,0 1 0,13-2 0,-14 0 0,0-1 0,-1 1 0,1-1 0,-1 0 0,1-1 0,-1 0 0,0 0 0,0 0 0,0-1 0,0 0 0,0 0 0,-1 0 0,0-1 0,0 1 0,0-1 0,-1-1 0,5-6 0,-5 8 0,17-25 0,0 0 0,-2-2 0,16-33 0,-32 54 0,0 0 0,0 0 0,-1-1 0,0 1 0,-1 0 0,0-1 0,0 1 0,-2-1 0,1 1 0,-1-1 0,-1 1 0,1-1 0,-2 1 0,0 0 0,0 0 0,0 0 0,-2 1 0,1-1 0,-9-13 0,5 11 0,1 1 0,-2-1 0,1 2 0,-1-1 0,-1 1 0,0 1 0,0 0 0,-1 0 0,0 1 0,-1 1 0,0-1 0,0 2 0,0 0 0,-19-7 0,25 11 0,0 1 0,0-1 0,-1 1 0,1 0 0,0 1 0,0-1 0,-1 1 0,1 1 0,0-1 0,-1 1 0,1 0 0,0 0 0,0 1 0,0 0 0,0 0 0,0 0 0,0 1 0,1 0 0,-1 0 0,1 0 0,0 1 0,0 0 0,0 0 0,0 0 0,1 0 0,-1 1 0,1 0 0,1 0 0,-5 6 0,-35 48 0,26-38 0,-18 31 0,32-47 0,0 0 0,1 1 0,0-1 0,0 1 0,0-1 0,-1 8 0,2-11 0,1 0 0,0 0 0,0 0 0,0-1 0,0 1 0,0 0 0,0 0 0,0 0 0,1 0 0,-1 0 0,1 0 0,-1-1 0,1 1 0,0 0 0,0 0 0,0-1 0,0 1 0,0-1 0,0 1 0,0-1 0,0 1 0,1-1 0,1 2 0,4 1-151,0 0-1,0-1 0,1 0 0,-1 0 1,1-1-1,-1 0 0,1 0 1,13 0-1,29 4-6674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5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828 0 24575,'-1'0'0,"-1"1"0,1-1 0,0 1 0,-1-1 0,1 1 0,0 0 0,0-1 0,-1 1 0,1 0 0,0 0 0,0 0 0,0-1 0,0 1 0,0 0 0,-1 3 0,-16 20 0,16-21 0,-13 23 0,0 1 0,2 0 0,-19 56 0,-14 93 0,38-137 0,2 1 0,2 0 0,1 1 0,3-1 0,1 0 0,2 0 0,1 1 0,3-2 0,1 1 0,1-1 0,3 0 0,1-1 0,22 44 0,-32-75 0,9 19 0,-11-25 0,-1 0 0,0 0 0,1 0 0,-1-1 0,1 1 0,-1 0 0,1 0 0,-1-1 0,1 1 0,-1 0 0,1-1 0,-1 1 0,1-1 0,0 1 0,0-1 0,-1 1 0,1-1 0,0 1 0,0-1 0,1 1 0,-1-2 0,-1 1 0,1-1 0,-1 0 0,1 0 0,-1 1 0,0-1 0,1 0 0,-1 0 0,0 0 0,1 1 0,-1-1 0,0 0 0,0 0 0,0 0 0,0 0 0,0 0 0,0 0 0,0 1 0,0-1 0,0 0 0,0 0 0,-1 0 0,1-1 0,-5-25 0,-7-11 0,-1 0 0,-2 1 0,-1 0 0,-24-38 0,32 61 0,-2-1 0,1 2 0,-2-1 0,0 1 0,-1 1 0,0 0 0,-1 0 0,0 2 0,-18-13 0,18 15 0,0 2 0,-1-1 0,1 1 0,-1 1 0,0 1 0,-1 0 0,1 1 0,-1 0 0,1 1 0,-29 0 0,34 1 0,0 1 0,1 1 0,-1 0 0,0 0 0,0 0 0,1 1 0,-1 1 0,1-1 0,-1 2 0,1-1 0,0 1 0,0 0 0,1 0 0,-1 1 0,1 0 0,-9 8 0,-112 119 0,80-80 0,44-48 0,1-1 0,0 1 0,0 0 0,0 0 0,0 0 0,1 0 0,0 1 0,0-1 0,0 0 0,-3 10 0,5-11 0,0-1 0,0 0 0,0 1 0,0-1 0,0 0 0,0 0 0,1 1 0,-1-1 0,1 0 0,0 0 0,-1 1 0,1-1 0,0 0 0,0 0 0,0 0 0,1 0 0,-1 0 0,0 0 0,1-1 0,-1 1 0,1 0 0,0-1 0,-1 1 0,1-1 0,2 2 0,3 1 0,-1 0 0,1-1 0,0 0 0,0 0 0,0 0 0,1-1 0,-1 0 0,0 0 0,11 0 0,74 2 0,-65-3 0,18 0-195,-1-2 0,1-2 0,-1-1 0,0-3 0,0-2 0,59-19 0,-55 9-6631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6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1 298 24575,'8'-1'0,"1"1"0,-1 0 0,1 1 0,-1 0 0,1 0 0,-1 1 0,0 0 0,16 7 0,-8-2 0,10 6 0,0-2 0,41 13 0,-60-22 0,0-1 0,0 1 0,1-1 0,-1 0 0,0-1 0,1 0 0,-1 0 0,0 0 0,1-1 0,-1 0 0,0-1 0,1 1 0,-1-1 0,0-1 0,6-2 0,-2-1 0,-1 0 0,1 0 0,-2-1 0,1-1 0,-1 1 0,0-1 0,-1-1 0,16-18 0,-21 22 0,0-1 0,0 1 0,0-1 0,-1 1 0,1-1 0,-1 0 0,0 0 0,-1 0 0,0 0 0,0 0 0,0 0 0,-1 0 0,0 0 0,0-1 0,0 1 0,-1 0 0,0 0 0,0 0 0,-3-8 0,1 5 0,-1 1 0,0 0 0,0 0 0,-1 0 0,0 1 0,-1 0 0,0 0 0,0 0 0,0 1 0,-1-1 0,0 2 0,0-1 0,-11-6 0,8 5 0,0 2 0,0 0 0,0 0 0,0 0 0,-1 2 0,1-1 0,-1 1 0,0 1 0,0 0 0,-17-1 0,24 3 0,1 1 0,-1-1 0,1 1 0,0 0 0,0 0 0,-1 0 0,1 1 0,0-1 0,0 1 0,0 0 0,1 0 0,-1 0 0,0 0 0,1 0 0,-1 0 0,1 1 0,-3 3 0,-6 7 0,2 0 0,-11 19 0,13-21 0,-6 10 0,1 0 0,1 1 0,1 0 0,-7 25 0,14-38 0,1-1 0,0 1 0,1 0 0,-1 0 0,2 0 0,-1 0 0,1 0 0,1 0 0,0 0 0,0 0 0,1-1 0,0 1 0,0 0 0,6 12 0,7 7 0,1-1 0,2-1 0,1 0 0,22 23 0,-32-37 0,2 1 0,1 0 0,0-1 0,25 20 0,-32-28 0,0-1 0,1 1 0,0-1 0,-1-1 0,1 1 0,0-1 0,0 0 0,1 0 0,-1 0 0,0-1 0,1 0 0,-1-1 0,10 1 0,-14-1 0,0 0 0,0 0 0,0 0 0,0 0 0,0-1 0,-1 1 0,1 0 0,0-1 0,0 1 0,0-1 0,0 0 0,-1 0 0,1 0 0,0 0 0,-1 0 0,1 0 0,-1 0 0,1 0 0,-1 0 0,1-1 0,-1 1 0,0-1 0,0 1 0,0-1 0,0 1 0,0-1 0,0 0 0,0 0 0,0 1 0,-1-1 0,1 0 0,-1 0 0,1 0 0,-1 0 0,0 1 0,1-1 0,-1 0 0,-1-3 0,1-4 0,-2 0 0,1 0 0,-1 0 0,0 0 0,-1 0 0,-6-13 0,3 7 57,1 0 0,0 0 0,1 0 0,0 0 0,-1-23 0,4 28-228,1 0 0,0 0 1,1 0-1,0 0 0,0 0 1,1 0-1,0 0 0,1 0 1,6-13-1,1 2-6655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6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24575,'6'7'0,"0"1"0,-1 0 0,0 0 0,0 0 0,-1 0 0,0 1 0,0 0 0,3 15 0,6 11 0,11 26 0,-6-15 0,33 62 0,5 0 0,-56-108 0,0 1 0,0-1 0,1 1 0,-1-1 0,0 1 0,0-1 0,1 0 0,-1 1 0,0-1 0,0 1 0,1-1 0,-1 0 0,0 1 0,1-1 0,-1 0 0,0 1 0,1-1 0,-1 0 0,1 0 0,-1 1 0,1-1 0,-1 0 0,1 0 0,4-8 0,-2-23 0,-3 28 0,1-260 0,-3 130 0,1 128 0,1 0 0,1-1 0,-1 1 0,1 0 0,0-1 0,0 1 0,0 0 0,1 0 0,0 0 0,4-9 0,-4 12 0,0 0 0,-1 0 0,1 0 0,0 0 0,0 0 0,0 0 0,1 0 0,-1 1 0,0-1 0,1 1 0,-1 0 0,1 0 0,-1 0 0,1 0 0,0 0 0,-1 0 0,1 0 0,0 1 0,0 0 0,-1-1 0,1 1 0,4 1 0,8 0 0,-1 1 0,1 1 0,-1 1 0,0 0 0,0 0 0,0 2 0,14 7 0,-9-4 0,0-2 0,0 0 0,21 5 0,17-8 0,1 2 0,-53-5 0,0 0 0,-1 0 0,1 1 0,0 0 0,-1 0 0,1 0 0,-1 0 0,0 1 0,7 5 0,69 71-1365,-61-62-5461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7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24575,'9'0'0,"15"-4"0,8-2 0,6 0 0,2-2 0,1 0 0,-1 0 0,1 3 0,-3 2 0,-3 1 0,-3 1 0,-4 1 0,-1 0 0,-2 1 0,-1-1 0,-4 0-8191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3:48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24575,'7'1'0,"1"0"0,-1 0 0,1 1 0,-1 0 0,0 0 0,13 6 0,14 4 0,-2-4 0,1-1 0,0-3 0,1 0 0,-1-2 0,0-1 0,44-6 0,-68 4 0,0 0 0,0-1 0,17-6 0,-24 8 0,-1-1 0,1 1 0,0-1 0,0 0 0,0 0 0,-1 1 0,1-1 0,-1-1 0,1 1 0,-1 0 0,1 0 0,-1-1 0,1 1 0,-1 0 0,0-1 0,0 1 0,0-1 0,0 0 0,0 1 0,0-1 0,0 0 0,-1 0 0,1 1 0,-1-1 0,1-2 0,-1 2 15,0 1 0,-1-1 0,1 1 0,-1-1-1,1 1 1,-1-1 0,0 1 0,1 0 0,-1-1 0,0 1-1,0 0 1,0-1 0,0 1 0,0 0 0,0 0 0,0 0 0,-1 0-1,1 0 1,0 0 0,-1 0 0,1 1 0,-2-2 0,-32-12-1722,13 8-5119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27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0 24575,'0'13'0,"0"29"0,-8 40 0,-7 41 0,-6 37 0,-7 25 0,-2 9-1080,-2-10 1080,-3-16 0,1-24 0,5-32 265,8-40-265,7-44 0,15-40 0,7-30 0,6-25 0,6-17 815,-2 4-9006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28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24575,'6'4'0,"0"0"0,-1 0 0,1 1 0,-1-1 0,0 1 0,-1 0 0,1 1 0,-1-1 0,0 1 0,6 11 0,8 11 0,14 15 0,505 659 0,-487-643 0,176 197 0,-224-254 0,0 1 0,1-1 0,-1 0 0,0 0 0,1 0 0,0 0 0,-1 0 0,1 0 0,0-1 0,0 1 0,0-1 0,0 0 0,0 0 0,0 0 0,0 0 0,6 0 0,-5-2 0,0 1 0,0-1 0,-1 0 0,1-1 0,0 1 0,-1-1 0,0 0 0,1 1 0,-1-2 0,0 1 0,0 0 0,0 0 0,5-6 0,118-122 0,-56 54 0,108-102 0,78-84 0,-237 246 0,-19 16 0,1 0 0,-1 0 0,1-1 0,-1 1 0,1 0 0,-1 0 0,1 0 0,-1 0 0,1 0 0,-1-1 0,1 1 0,-1 0 0,1 0 0,-1 0 0,1 0 0,-1 1 0,0-1 0,1 0 0,-1 0 0,1 0 0,-1 0 0,1 0 0,-1 1 0,1-1 0,0 0 0,0 3 0,1-1 0,-1 1 0,1 0 0,-1-1 0,0 1 0,0 0 0,0 0 0,0 0 0,-1 0 0,1 0 0,-1 0 0,0 0 0,0 3 0,3 64 0,-2-1 0,-13 92 0,5-82 0,-14 163-127,-18 399-428,39-623 555,-1-8 0,1 1 0,0-1 0,0 1 0,1-1 0,1 0 0,0 1 0,0-1 0,5 12 0,-3-20-12,0-9-4,3-10 98,-6 14-22,5-16-971,0 0-5801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4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1 176 24575,'57'-53'0,"-39"37"0,0-1 0,19-22 0,-29 30 0,-5 4 0,0 0 0,1 1 0,0 0 0,0 0 0,0 0 0,1 0 0,6-4 0,-10 7 0,1 1 0,-1-1 0,1 1 0,0-1 0,-1 1 0,1 0 0,0 0 0,0-1 0,-1 1 0,1 0 0,0 1 0,-1-1 0,1 0 0,0 0 0,-1 1 0,1-1 0,0 1 0,-1 0 0,1-1 0,-1 1 0,1 0 0,-1 0 0,1 0 0,-1 0 0,0 0 0,1 0 0,-1 0 0,0 1 0,0-1 0,1 2 0,7 7 0,-1 0 0,-1 0 0,0 1 0,-1 0 0,0 1 0,0 0 0,-1-1 0,-1 1 0,5 18 0,0 9 0,6 68 0,-12-73 0,-1-1 0,-2 0 0,-5 44 0,2-57 0,0-1 0,-2 0 0,0 0 0,-1 0 0,-1-1 0,-19 35 0,4-18 0,-2-2 0,-2-1 0,-49 49 0,23-25 0,45-48 0,-16 16 0,22-23 0,0 0 0,-1 0 0,1 0 0,0 0 0,0 0 0,-1 0 0,1 0 0,0 0 0,-1-1 0,1 1 0,-1-1 0,1 1 0,-1-1 0,1 1 0,-3-1 0,4-1 0,1-1 0,-1 1 0,0-1 0,1 1 0,-1 0 0,1-1 0,0 1 0,-1 0 0,1-1 0,0 1 0,0 0 0,0 0 0,0 0 0,1-2 0,135-146 0,-135 147 0,7-9 0,1 1 0,0 0 0,16-10 0,-22 17 0,0 0 0,1 1 0,-1 0 0,1 0 0,0 0 0,0 0 0,0 1 0,0 0 0,0 0 0,0 0 0,0 1 0,8 0 0,5 0-341,-1 1 0,0 2-1,33 7 1,-22-1-6485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5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391 126 24575,'0'-9'0,"0"0"0,-1 1 0,1-1 0,-1 0 0,-1 1 0,0-1 0,-3-8 0,4 14 0,-1 0 0,0 0 0,0 0 0,1 0 0,-1 1 0,-1-1 0,1 1 0,0 0 0,-1-1 0,1 1 0,-1 0 0,0 0 0,1 0 0,-1 1 0,0-1 0,0 1 0,0 0 0,0 0 0,-1 0 0,1 0 0,-6-1 0,4 1 0,-1 1 0,0-1 0,0 1 0,0 0 0,1 0 0,-1 1 0,0 0 0,1 0 0,-1 0 0,0 1 0,1 0 0,-1 0 0,1 0 0,0 1 0,0-1 0,0 1 0,-7 5 0,-5 6 0,1 1 0,0 1 0,-18 22 0,-3 2 0,24-27 0,2-3 0,1 1 0,-1 0 0,2 0 0,0 1 0,0 1 0,-7 13 0,15-24 0,1-1 0,-1 1 0,0-1 0,1 1 0,-1-1 0,1 1 0,0-1 0,-1 1 0,1-1 0,0 1 0,0-1 0,0 1 0,0 0 0,0-1 0,1 1 0,-1-1 0,0 1 0,1-1 0,-1 1 0,1-1 0,-1 1 0,1-1 0,1 3 0,0-2 0,0-1 0,0 1 0,0 0 0,0 0 0,0-1 0,0 0 0,1 1 0,-1-1 0,0 0 0,1 0 0,-1 0 0,6 1 0,2 0 0,0 0 0,1-1 0,-1 0 0,1-1 0,-1 0 0,14-2 0,-11 0 0,1-1 0,-1-1 0,0 0 0,0-1 0,0-1 0,0 1 0,-1-2 0,0 0 0,0-1 0,-1 0 0,11-9 0,-10 5 0,1 0 0,-1-1 0,-1 0 0,0-1 0,-1 0 0,-1 0 0,0-1 0,10-23 0,-17 33 0,10-19 0,-11 24 0,-1-1 0,0 1 0,1 0 0,-1-1 0,1 1 0,-1 0 0,0 0 0,1-1 0,-1 1 0,1 0 0,-1 0 0,1-1 0,-1 1 0,1 0 0,-1 0 0,1 0 0,-1 0 0,1 0 0,-1 0 0,1 0 0,-1 0 0,1 0 0,-1 0 0,1 0 0,-1 0 0,1 0 0,-1 0 0,1 1 0,-1-1 0,1 0 0,-1 0 0,1 1 0,-1-1 0,1 0 0,-1 0 0,0 1 0,1-1 0,-1 0 0,0 1 0,1-1 0,-1 1 0,0-1 0,1 1 0,-1-1 0,0 0 0,1 2 0,3 4 0,0 0 0,-1 1 0,1 0 0,-1 0 0,0 0 0,-1 0 0,2 8 0,10 58 0,-9-49 0,0 18 0,2 16 0,-6-53 0,0 0 0,1 0 0,-1-1 0,1 1 0,0-1 0,0 1 0,0-1 0,5 7 0,-6-10-65,0 0 0,1 0 0,-1 0 0,0 0 0,0 0 0,1 0 0,-1 0 0,1 0 0,-1-1 0,1 1 0,-1-1 0,1 1 0,-1-1 0,1 1 0,-1-1 0,1 0 0,0 0 0,-1 0 0,1 0 0,2 0 0,14-3-6761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5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4 0,5 6 0,2 1 0,7 2 0,6 0 0,6 2 0,4-3 0,-1-2 0,0 1 0,-3-2 0,-5-2 0,-3-2 0,-8 2 0,-8 5 0,-7-1-8191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6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24575,'16'0'0,"15"4"0,10 6 0,2 5 0,2 4 0,-2-1 0,-4-3 0,-5-5 0,-4-4 0,-7-3-8191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7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 24575,'-1'38'0,"-2"1"0,-14 66 0,-28 69 0,2-9 0,40-150 0,0 0 0,1 0 0,-1 30 0,3-39 0,1-1 0,-1 1 0,1-1 0,0 1 0,1-1 0,0 0 0,0 0 0,0 0 0,0 0 0,1 0 0,-1 0 0,1-1 0,0 1 0,6 6 0,2-1 0,0-1 0,0 1 0,1-2 0,0 0 0,0 0 0,1-1 0,0 0 0,0-2 0,21 8 0,0-3 0,0-2 0,65 8 0,-80-14 0,0 0 0,0-2 0,0 0 0,1-1 0,-1-1 0,0-1 0,37-10 0,-47 10 0,0-1 0,0 0 0,0-1 0,0 0 0,-1 0 0,1 0 0,-1-1 0,-1-1 0,1 1 0,-1-1 0,0-1 0,-1 1 0,0-1 0,0 0 0,0 0 0,-1-1 0,5-11 0,-5 6 0,-1 1 0,-1-1 0,0 0 0,-1 0 0,0 0 0,-1-1 0,-1 1 0,-2-23 0,2-20 0,-2 426 0,3-199 0,0 20 0,-1-193-76,1 1 1,0-1-1,-1 0 0,1 0 0,0 0 0,0 0 0,1 1 0,-1-1 1,0 0-1,1 1 0,0-1 0,0 1 0,-1 0 0,1 0 1,1-1-1,-1 1 0,3-2 0,10-6-6750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8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 24575,'-2'0'0,"-1"0"0,1 0 0,-1 1 0,1-1 0,-1 1 0,1-1 0,-1 1 0,1 0 0,0 0 0,-1 0 0,1 0 0,0 0 0,0 1 0,0-1 0,0 1 0,0-1 0,-3 4 0,2-1 0,0 0 0,0 0 0,0 1 0,1-1 0,0 0 0,0 1 0,0-1 0,-2 9 0,1 0 0,1 1 0,0 0 0,1 0 0,0-1 0,2 25 0,0-32 0,0 0 0,1 0 0,-1 0 0,1 0 0,1 0 0,-1 0 0,1-1 0,0 1 0,0-1 0,0 0 0,6 6 0,6 7 0,30 26 0,-4-4 0,14 10 0,-35-33 0,21 21 0,-36-33 0,-1 1 0,1-1 0,-1 1 0,0 0 0,0 0 0,-1 1 0,0-1 0,4 13 0,-6-16 0,0 0 0,-1 0 0,1 0 0,-1 0 0,0 0 0,0 0 0,0 0 0,0 0 0,0 0 0,-1 0 0,1-1 0,-1 1 0,0 0 0,0 0 0,0 0 0,-2 4 0,1-4 0,-1 1 0,0 0 0,0-1 0,0 1 0,0-1 0,0 0 0,-1 0 0,1 0 0,-8 4 0,-3 0 0,-1-1 0,1 0 0,-1 0 0,0-1 0,-17 2 0,5-1 0,-1-1 0,0-2 0,0-1 0,1-1 0,-35-3 0,45 0 0,-1 0 0,1-2 0,0 0 0,0 0 0,0-2 0,1 0 0,0-1 0,0-1 0,-21-13 0,-19-16-1365,35 25-5461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8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24575,'14'1'0,"0"0"0,1 1 0,-1 1 0,-1 0 0,15 6 0,10 2 0,97 25 0,99 23 0,-182-49 0,0-2 0,84 2 0,-129-11 0,0 1 0,0-1 0,-1 0 0,1-1 0,0 0 0,0 0 0,-1 0 0,1-1 0,-1 0 0,0 0 0,0-1 0,0 1 0,9-8 0,-9 7 0,2-1-170,1 0-1,1 1 0,-1 0 1,0 1-1,1 0 0,0 0 1,16-2-1,10 0-6655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5:59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525 1 24575,'0'2'0,"-1"0"0,1-1 0,-1 1 0,1 0 0,-1 0 0,0-1 0,0 1 0,0 0 0,0-1 0,0 1 0,0-1 0,0 1 0,0-1 0,-1 0 0,1 0 0,0 1 0,-1-1 0,-2 1 0,-34 21 0,24-15 0,-43 24 0,11-6 0,-42 31 0,73-45 0,0 0 0,1 0 0,0 2 0,1 0 0,1 0 0,-16 25 0,17-21 0,1 1 0,1 1 0,1-1 0,0 2 0,2-1 0,0 1 0,1-1 0,-3 40 0,7-41 0,0 0 0,1 0 0,1 0 0,1 0 0,0 0 0,2 0 0,0-1 0,1 1 0,1-1 0,9 20 0,-9-28 0,0 0 0,0 0 0,1 0 0,0-1 0,0 0 0,1-1 0,0 0 0,1 0 0,0 0 0,0-1 0,19 11 0,-23-16 0,0 1 0,0-1 0,-1 0 0,1 0 0,0 0 0,1-1 0,-1 0 0,0 0 0,0 0 0,0-1 0,1 0 0,-1 0 0,0 0 0,1 0 0,-1-1 0,0 0 0,0 0 0,0 0 0,0-1 0,0 0 0,0 0 0,0 0 0,0 0 0,-1-1 0,1 0 0,-1 0 0,8-7 0,-6 4 0,-1 1 0,0-1 0,0-1 0,-1 1 0,0-1 0,0 0 0,0 0 0,-1 0 0,0 0 0,0-1 0,-1 1 0,3-15 0,-3 4 0,0 1 0,-1 0 0,-1 0 0,-4-33 0,4 45 0,-1 0 0,0 0 0,0-1 0,-1 1 0,0 0 0,0 1 0,0-1 0,0 0 0,-1 1 0,1-1 0,-1 1 0,0-1 0,-1 1 0,-4-5 0,2 5 0,1-1 0,-1 1 0,0 0 0,-1 0 0,1 1 0,-1 0 0,0 0 0,1 0 0,-10-1 0,-11-1 0,0 1 0,0 1 0,0 1 0,-37 3 0,57-1 0,-2 0 0,-1 1 0,1-1 0,0 2 0,0-1 0,0 1 0,-17 6 0,23-6 0,-1-1 0,1 1 0,0 0 0,0 0 0,0 1 0,0-1 0,0 1 0,0-1 0,1 1 0,-1 0 0,1 0 0,0 0 0,0 0 0,0 1 0,0-1 0,0 1 0,1-1 0,-1 1 0,0 5 0,0-2-72,0 0 1,0 1-1,1-1 0,0 0 0,1 0 0,0 1 0,0-1 0,0 0 1,1 1-1,0-1 0,1 0 0,-1 0 0,1 0 0,1 0 0,-1 0 1,1 0-1,0-1 0,5 7 0,14 13-6754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0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24575,'27'1'0,"-1"1"0,0 1 0,0 1 0,0 1 0,29 10 0,134 50 0,-105-34 0,2-3 0,130 24 0,74-31 0,-250-20 0,-31-1 0,0 0 0,1 1 0,-1 0 0,0 1 0,0 0 0,14 4 0,-21-5 0,0 0 0,0 0 0,0 0 0,-1 1 0,1-1 0,0 0 0,-1 1 0,1-1 0,-1 1 0,1-1 0,-1 1 0,0 0 0,0-1 0,1 1 0,-1 0 0,-1 0 0,1 0 0,0 0 0,0 0 0,-1 0 0,1 0 0,-1 0 0,0 0 0,1 0 0,-1 0 0,0 0 0,0 0 0,0 1 0,-1-1 0,1 0 0,0 0 0,-1 0 0,1 0 0,-2 2 0,-8 28 0,-26 57 0,4-14 0,10-11 0,2 0 0,3 1 0,-10 85 0,27-148 0,0 1 0,-1-1 0,1 1 0,-1-1 0,1 1 0,-1-1 0,0 0 0,0 0 0,0 1 0,0-1 0,-1 0 0,1 0 0,0 0 0,-1 0 0,0 0 0,1-1 0,-3 3 0,2-3 0,1-1 0,0 1 0,-1-1 0,1 1 0,-1-1 0,1 0 0,-1 1 0,1-1 0,-1 0 0,1 0 0,-1 0 0,1 0 0,-1 0 0,1 0 0,-1-1 0,1 1 0,-1-1 0,1 1 0,-1-1 0,1 1 0,-1-1 0,1 0 0,0 1 0,-1-1 0,1 0 0,0 0 0,0 0 0,-2-2 0,1 2-85,1-1 0,-1 1-1,1-1 1,-1 0 0,1 0-1,-1 0 1,1 0 0,0 0-1,0 0 1,0 0 0,0 0-1,0 0 1,1-1 0,-1 1-1,0-3 1,0-14-6741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0 158 24575,'17'0'0,"35"0"0,33 0 0,20 0 0,21 0 0,5 0 0,2 0 0,-9 0 0,-9-8 0,-7-7 0,-14-5 0,-14-4 0,-17-1 0,-14 3 0,-12 6 0,-12 0 0,-11 4-8191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2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24575,'62'64'0,"-21"-24"0,53 70 0,-89-103 31,-1 0 0,-1 0 0,1 1 0,-1-1 0,-1 1 0,1 0 0,-2 0 0,1 0 1,-1 0-1,1 16 0,-2-7-373,0 0 1,-1 0 0,-1 0-1,-5 21 1,2-17-6485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2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0 194 24575,'0'-9'0,"5"-10"0,4-8 0,7-2 0,3 0 0,-1-1 0,1 2 0,-3 5-8191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4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24575,'-4'5'0,"0"0"0,-1 0 0,2 0 0,-1 1 0,1-1 0,-1 1 0,2 0 0,-5 10 0,-10 52 0,12-42 0,-68 526 0,63-446 0,5-58 0,5-47 0,-1 1 0,1-1 0,0 0 0,0 1 0,-1-1 0,1 0 0,-1 0 0,1 1 0,-1-1 0,1 0 0,-1 0 0,0 0 0,1 0 0,-2 1 0,1-1 0,1-1 0,0 0 0,-1 0 0,1 0 0,0 0 0,-1 0 0,1 0 0,0 0 0,-1 1 0,1-1 0,0 0 0,-1 0 0,1 0 0,0-1 0,-1 1 0,1 0 0,-1 0 0,1 0 0,0 0 0,-1 0 0,1 0 0,0 0 0,-1-1 0,1 1 0,0 0 0,0 0 0,-1 0 0,1-1 0,0 1 0,-1-1 0,-2-2 0,1 0 0,-1 0 0,1 0 0,0-1 0,0 1 0,0-1 0,-1-5 0,-7-23 0,1-1 0,2 0 0,1 0 0,2-1 0,1 0 0,2-39 0,1 62 0,1 0 0,-1 0 0,2 0 0,-1 0 0,6-17 0,-6 26 0,0-1 0,0 1 0,0-1 0,0 1 0,1 0 0,-1 0 0,1-1 0,-1 1 0,1 0 0,0 0 0,0 0 0,0 1 0,0-1 0,0 0 0,0 1 0,0-1 0,1 1 0,-1 0 0,0 0 0,1 0 0,-1 0 0,1 0 0,0 0 0,-1 1 0,1-1 0,0 1 0,-1 0 0,6 0 0,3 1 0,1 0 0,0 2 0,0-1 0,-1 1 0,0 1 0,1 0 0,-1 1 0,-1 0 0,1 0 0,-1 1 0,0 0 0,0 1 0,-1 1 0,14 12 0,-21-18 0,1 1 0,-1 0 0,1 0 0,-1 0 0,0 1 0,0-1 0,-1 1 0,1-1 0,-1 1 0,1-1 0,-1 1 0,0 0 0,0 0 0,-1-1 0,1 1 0,-1 6 0,-1-4 0,1 1 0,-1-1 0,-1 0 0,1 0 0,-1-1 0,0 1 0,-1 0 0,1-1 0,-6 9 0,-3 2 0,0 0 0,-1-2 0,-1 1 0,-1-2 0,-25 22 0,34-31 19,-1-1 0,1 1 0,-1-1 0,0 0 0,0 0 0,0-1 0,0 0 0,-1 0 0,1 0 0,-1-1 0,1 0 0,-1 0 0,1-1 0,-1 1 0,1-1 0,-1-1 0,-9-1 0,-1-1-304,0-2 1,1 0-1,-1 0 1,1-2-1,-21-11 1,7 2-6542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5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 24575,'-5'4'0,"-4"5"0,-2 10 0,1 6 0,3 3 0,2 1 0,2-1 0,2 0 0,-4-5 0,-4-7 0,-2-14 0,1-12 0,3-12 0,3-12 0,1 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6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1 106 24575,'0'102'0,"-1"-110"0,1 1 0,1-1 0,0 0 0,0 1 0,0-1 0,1 1 0,0-1 0,0 1 0,1 0 0,0-1 0,0 1 0,8-11 0,-5 8 0,1 0 0,0 1 0,1 0 0,0 0 0,15-12 0,-18 17 0,1 1 0,-1-1 0,1 1 0,0 0 0,-1 1 0,1 0 0,1 0 0,-1 0 0,0 0 0,0 1 0,1 0 0,6 0 0,-4 1 0,8-1 0,0 0 0,0 1 0,19 3 0,-31-2 0,-1 0 0,0-1 0,0 2 0,1-1 0,-1 0 0,0 1 0,0 0 0,-1 0 0,1 0 0,0 1 0,0-1 0,-1 1 0,0 0 0,1 0 0,-1 0 0,0 0 0,3 5 0,-1 0 0,-1 1 0,1-1 0,-1 1 0,-1 0 0,0 0 0,0 0 0,-1 0 0,0 1 0,0 9 0,0 11 0,-3 46 0,0 4 0,1-78-54,0 0-1,0 0 0,1 0 1,-1 0-1,0 0 1,1 0-1,-1 0 0,1 0 1,0 0-1,0 0 1,0 0-1,0-1 0,0 1 1,0 0-1,0-1 0,0 1 1,0 0-1,1-1 1,-1 0-1,1 1 0,-1-1 1,1 0-1,0 0 1,3 2-1,10 3-6771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7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 24575,'22'1'0,"-1"1"0,29 7 0,-25-5 0,29 3 0,-46-6 0,0-1 0,0 0 0,0-1 0,-1 0 0,1 0 0,0-1 0,0 1 0,13-7 0,-15 6 0,-1-1 0,0 0 0,0 0 0,0-1 0,0 0 0,0 0 0,-1 0 0,0 0 0,0 0 0,0-1 0,0 0 0,3-6 0,-6 10 0,0-1 0,0 1 0,-1 0 0,1 0 0,0-1 0,-1 1 0,1 0 0,-1-1 0,1 1 0,-1 0 0,1-1 0,-1 1 0,0-1 0,0 1 0,0-1 0,0 1 0,0 0 0,0-1 0,0 1 0,0-1 0,0 1 0,-1-1 0,1 1 0,-1 0 0,1-1 0,-2-1 0,1 2 0,-1-1 0,0 0 0,0 1 0,0 0 0,0-1 0,0 1 0,0 0 0,0 0 0,0 0 0,0 0 0,0 0 0,-1 1 0,1-1 0,-4 0 0,-8 0 0,0 0 0,0 0 0,0 1 0,-18 3 0,29-3 0,1 1 0,-1 0 0,0 0 0,0 0 0,1 0 0,-1 0 0,0 1 0,1-1 0,-1 1 0,1-1 0,0 1 0,0 0 0,-1 0 0,1 0 0,0 1 0,1-1 0,-1 0 0,0 1 0,1-1 0,-1 1 0,1-1 0,0 1 0,0 0 0,0-1 0,0 1 0,0 0 0,0 4 0,-1 4 0,0 1 0,1-1 0,1 1 0,0-1 0,2 21 0,-1-28 0,1 0 0,-1 0 0,1 0 0,-1 0 0,1 0 0,1 0 0,-1 0 0,0-1 0,1 1 0,0-1 0,0 1 0,0-1 0,0 0 0,0 0 0,1-1 0,-1 1 0,1-1 0,0 1 0,0-1 0,0 0 0,7 2 0,5 2 0,1 0 0,0-1 0,0-1 0,20 2 0,-23-4 0,-1 0 0,1-2 0,25-1 0,-33 1 0,-1-1 0,1-1 0,0 1 0,0-1 0,-1 0 0,1 0 0,-1-1 0,0 1 0,1-1 0,-1 0 0,5-5 0,33-24 0,-32 25 0,1-1 0,-2 0 0,1-1 0,-1 0 0,0-1 0,-1 0 0,12-17 0,-11 11-341,1 0 0,1 1-1,21-21 1,-15 19-6485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7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1 203 24575,'2'3'0,"0"1"0,0-1 0,0 1 0,-1-1 0,1 1 0,-1-1 0,0 1 0,0 0 0,1 5 0,1 4 0,11 43 0,-9-32 0,1-1 0,19 44 0,-25-65 0,1-1 0,-1 0 0,1 0 0,0 1 0,-1-1 0,1 0 0,0 0 0,0 0 0,0 0 0,0 0 0,0 0 0,2 1 0,-3-1 0,1-1 0,-1 0 0,0 0 0,1 0 0,-1 0 0,0 0 0,0 0 0,1 0 0,-1 0 0,0 0 0,1-1 0,-1 1 0,0 0 0,0 0 0,1 0 0,-1 0 0,0 0 0,1 0 0,-1-1 0,0 1 0,0 0 0,0 0 0,1 0 0,-1-1 0,0 1 0,0 0 0,0 0 0,1-1 0,-1 1 0,0 0 0,0 0 0,0-1 0,0 1 0,0-1 0,2-3 0,0-1 0,-1 0 0,0 0 0,0 1 0,0-10 0,0-7 0,1 0 0,1 0 0,1 0 0,1 0 0,0 1 0,2 0 0,0 0 0,2 0 0,0 1 0,16-26 0,-2 9 0,-14 22 0,-1 0 0,16-16 0,-20 25 0,0 1 0,1 0 0,-1 1 0,1-1 0,0 1 0,0 0 0,0 0 0,0 0 0,0 1 0,8-3 0,7 0 0,1 0 0,-1 2 0,37-3 0,66 7 0,-69 0 0,428 3 0,-470-4 65,-7 0-22,1-1-1,-1 2 1,0-1-1,1 0 0,5 2 1,-10-1-85,-1-1-1,1 0 1,0 0 0,0 1 0,-1-1 0,1 0 0,0 1 0,-1-1 0,1 1-1,-1-1 1,1 1 0,0-1 0,-1 1 0,1-1 0,-1 1 0,1 0 0,-1-1 0,0 1-1,1 0 1,-1-1 0,1 1 0,-1 0 0,0 0 0,0-1 0,0 1 0,1 0-1,-1 0 1,0-1 0,0 1 0,0 0 0,0 0 0,0 0 0,0-1 0,0 1 0,-1 0-1,1 0 1,0-1 0,0 1 0,-1 1 0,-11 25-6784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13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1679 0 24575,'-40'13'0,"-1"-2"0,-1-2 0,0-1 0,0-2 0,-71 0 0,101-6 0,1 0 0,0 1 0,0 1 0,0 0 0,0 0 0,0 1 0,0 1 0,1 0 0,-1 0 0,1 1 0,0 0 0,1 1 0,-1 0 0,1 1 0,0 0 0,1 0 0,-1 1 0,-12 15 0,-129 116 0,96-92 0,-59 64 0,90-85 0,0 1 0,2 1 0,0 0 0,-26 53 0,-38 116 0,36-80 0,-64 107 0,17-39 0,87-168 0,-1 0 0,-1-1 0,0 0 0,-18 18 0,17-21 0,1 1 0,0 0 0,1 1 0,0 0 0,-11 26 0,-32 118 0,22-61 0,-63 232 0,82-270 0,2 1 0,3 0 0,1 99 0,7 52 0,1 53 0,2-206 0,2 0 0,21 83 0,86 223 0,-68-230 0,189 481 0,-161-419 0,-42-106 0,53 107 0,-70-174 0,0-1 0,2 0 0,0-1 0,1-1 0,2 0 0,0-1 0,43 33 0,-48-40 0,25 28 0,-31-31 0,0-1 0,0 0 0,1-1 0,0 0 0,1 0 0,0-1 0,0 0 0,12 6 0,-4-7 0,0 0 0,1-1 0,-1-1 0,29 3 0,3 0 0,310 46 0,-351-52 0,42 1 0,-48-2 0,-1 0 0,1 0 0,0-1 0,0 1 0,-1-1 0,1 1 0,-1-1 0,1 0 0,0 0 0,-1 0 0,0-1 0,1 1 0,-1-1 0,0 1 0,3-3 0,-5 3-49,1 0 1,-1 0-1,1 0 0,-1 0 0,1 0 1,-1 0-1,0 0 0,1 0 0,-1 0 1,0 0-1,0 0 0,0 0 0,0 0 1,0 0-1,0 0 0,0 0 0,-1-1 1,1 1-1,0 0 0,0 0 0,-1 0 1,1 0-1,-1 0 0,1 0 0,-1 1 0,1-1 1,-2-1-1,-8-15-6777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15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815 0 24575,'-44'45'0,"-116"107"0,149-143 0,-126 109 0,108-90 0,1 1 0,-36 49 0,49-55 0,1 0 0,1 1 0,-17 43 0,-19 82 0,24-68 0,-26 64 0,20-62 0,-38 163 0,50-124 0,-3 153 0,18 124 0,5-338 0,0 14 0,18 122 0,-11-155 0,1 1 0,2-2 0,2 0 0,25 53 0,38 66 0,143 329 0,-182-397 0,52 90 0,-59-127 0,57 98 0,-68-122 0,2-2 0,48 52 0,30 7 0,-44-41 0,-35-32 0,1 0 0,0-2 0,1 0 0,44 18 0,-21-11 0,171 80 0,167 85 0,128 58 0,-488-235 0,0-1 0,1-1 0,1-1 0,-1-2 0,0 0 0,1-1 0,0-2 0,-1 0 0,41-7 0,12-7 0,124-39 0,-150 38 0,11-2 0,-26 8 0,0-2 0,41-18 0,-75 29-85,1-1 0,-1 0-1,0 0 1,0-1 0,0 1-1,0 0 1,0-1 0,0 1-1,-1-1 1,1 0 0,0 1-1,-1-1 1,1 0 0,-1 0-1,3-4 1,-3-5-6741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19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249 217 24575,'9'-25'0,"2"0"0,1 1 0,1 1 0,28-39 0,-37 56 0,0 1 0,0 0 0,1 0 0,0 0 0,0 0 0,0 1 0,1 0 0,-1 0 0,13-6 0,-16 9 0,1 0 0,-1 1 0,1-1 0,-1 0 0,1 1 0,-1-1 0,1 1 0,0 0 0,-1 0 0,1 0 0,0 1 0,-1-1 0,1 0 0,-1 1 0,1 0 0,0-1 0,-1 1 0,0 0 0,1 0 0,-1 1 0,1-1 0,-1 0 0,0 1 0,0 0 0,0-1 0,0 1 0,0 0 0,2 3 0,10 11 0,-1 2 0,0-1 0,-2 1 0,0 1 0,-1 0 0,-1 1 0,0 0 0,9 37 0,-11-29 0,-1 0 0,-1 1 0,-2-1 0,-1 1 0,-1 0 0,-3 33 0,1-53 0,-1 1 0,0-1 0,-1 1 0,0-1 0,0 0 0,-1 0 0,0 0 0,0 0 0,-1-1 0,0 0 0,-1 0 0,0 0 0,0 0 0,-1-1 0,0 0 0,0-1 0,0 1 0,-1-2 0,0 1 0,0-1 0,-1 0 0,1 0 0,-1-1 0,0 0 0,0-1 0,-1 0 0,1-1 0,-13 3 0,-3-4 0,0 0 0,0-2 0,-1 0 0,1-2 0,0-1 0,1 0 0,-1-2 0,1-1 0,0-1 0,1-1 0,-35-19 0,52 25 0,1-1 0,-1 0 0,1 0 0,0 0 0,0-1 0,1 0 0,-1 0 0,1 0 0,0 0 0,0-1 0,1 1 0,0-1 0,0 0 0,0 0 0,1 0 0,-1-1 0,2 1 0,-1-1 0,-1-11 0,2 12 0,1-1 0,0 1 0,0 0 0,0 0 0,1-1 0,0 1 0,0 0 0,0 0 0,1 0 0,0 0 0,0 0 0,1 0 0,-1 1 0,1-1 0,0 1 0,1-1 0,0 1 0,-1 0 0,2 1 0,7-9 0,-8 11 0,-1-1 0,1 1 0,0 0 0,0 0 0,0 1 0,0-1 0,0 1 0,0 0 0,0 0 0,0 0 0,0 0 0,1 1 0,-1 0 0,0-1 0,1 2 0,-1-1 0,0 0 0,0 1 0,1 0 0,5 2 0,8 3 0,0 1 0,0 0 0,21 13 0,-22-11 0,218 110-1365,-214-109-5461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0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298 269 24575,'1'-64'0,"-3"-69"0,2 131 0,0 0 0,0 0 0,0 0 0,-1 0 0,1 0 0,0 0 0,-1 1 0,1-1 0,-1 0 0,0 0 0,0 0 0,0 1 0,0-1 0,0 1 0,0-1 0,0 1 0,0-1 0,0 1 0,-1-1 0,1 1 0,-1 0 0,1 0 0,-1 0 0,1 0 0,-1 0 0,0 0 0,1 0 0,-1 0 0,-3 0 0,1 0 0,1 1 0,0 0 0,0 0 0,0 1 0,0-1 0,0 1 0,0 0 0,0-1 0,0 1 0,0 0 0,0 1 0,1-1 0,-1 0 0,0 1 0,1 0 0,-1-1 0,1 1 0,-3 3 0,-28 24 0,1 3 0,2 0 0,-51 70 0,57-57 0,23-42 0,0-1 0,0 1 0,0-1 0,1 1 0,-1 0 0,0-1 0,1 1 0,0 0 0,0-1 0,0 1 0,0 0 0,0 0 0,0-1 0,1 1 0,0 4 0,0-6 0,-1 0 0,1-1 0,-1 1 0,1-1 0,-1 1 0,1-1 0,-1 1 0,1-1 0,0 0 0,-1 1 0,1-1 0,0 0 0,-1 1 0,1-1 0,0 0 0,0 0 0,-1 0 0,1 1 0,0-1 0,-1 0 0,1 0 0,0 0 0,0 0 0,-1 0 0,1-1 0,0 1 0,0 0 0,-1 0 0,1 0 0,1-1 0,21-9 0,-13 4 0,-1-1 0,0-1 0,0 1 0,-1-1 0,0-1 0,0 0 0,-1 0 0,11-17 0,-6 9 0,24-27 0,-23 31 0,-3 4 0,-1 0 0,1-1 0,-1-1 0,-1 0 0,0 0 0,-1 0 0,9-18 0,-13 22 0,-1 0 0,2 0 0,-1 0 0,1 1 0,7-10 0,-10 15 0,0 0 0,0-1 0,0 1 0,0 0 0,0 0 0,1 0 0,-1 0 0,0 0 0,1 1 0,-1-1 0,1 0 0,-1 0 0,1 1 0,-1-1 0,1 1 0,-1 0 0,1-1 0,0 1 0,-1 0 0,1 0 0,-1 0 0,1 0 0,0 0 0,-1 0 0,1 1 0,0-1 0,-1 0 0,1 1 0,-1-1 0,1 1 0,-1 0 0,2 0 0,2 3 0,1-1 0,-1 1 0,0 0 0,-1 1 0,1-1 0,-1 1 0,0-1 0,0 2 0,0-1 0,5 11 0,3 7 0,12 33 0,-18-40 0,31 82 0,-17-42 0,50 99 0,-69-152 0,1 0 0,-1 0 0,1 0 0,0-1 0,0 1 0,0 0 0,0-1 0,1 1 0,-1-1 0,0 0 0,1 0 0,0 0 0,0 0 0,-1 0 0,1-1 0,0 1 0,0-1 0,1 1 0,-1-1 0,0 0 0,0-1 0,1 1 0,-1 0 0,0-1 0,1 0 0,-1 0 0,0 0 0,1 0 0,-1 0 0,0-1 0,0 0 0,7-1 0,62-15-1365,-50 13-5461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1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24575,'17'0'0,"22"0"0,17 0 0,16 0 0,9 0 0,2 0 0,-4 5 0,-11 0 0,-14 5 0,-15 4 0,-10 0 0,-11 2 0,-7-2-8191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1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24575,'4'0'0,"14"0"0,17 4 0,14 2 0,8-1 0,7-1 0,-4 0 0,-7-3 0,-10 1 0,-6-2 0,-7 0 0,-3 0 0,-7 0-8191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24575,'1'1'0,"0"-1"0,0 0 0,0 1 0,0-1 0,0 1 0,0-1 0,0 1 0,-1 0 0,1-1 0,0 1 0,0 0 0,0 0 0,-1-1 0,1 1 0,0 0 0,-1 0 0,1 0 0,-1 0 0,2 2 0,9 23 0,-10-23 0,19 57 0,18 100 0,-19-76 0,84 391 0,-97-448 0,-9-45 0,-2-23 0,2 8 0,1 0 0,2-1 0,8-63 0,-5 83 0,0 1 0,0-1 0,1 1 0,1 0 0,0 0 0,1 1 0,1 0 0,-1 0 0,2 0 0,0 1 0,0 0 0,16-15 0,-20 21 0,1 1 0,0-1 0,0 1 0,1 0 0,-1 0 0,1 1 0,8-4 0,-10 5 0,0 1 0,0 0 0,0 1 0,0-1 0,0 1 0,0-1 0,1 1 0,-1 1 0,0-1 0,0 0 0,0 1 0,0 0 0,5 1 0,8 4 0,-1 1 0,0 0 0,0 1 0,-1 1 0,0 1 0,0 0 0,-1 0 0,25 25 0,-35-30 0,0-1 0,0 1 0,0 0 0,-1 1 0,0-1 0,0 0 0,0 1 0,-1 0 0,1 0 0,-1-1 0,-1 1 0,1 1 0,-1-1 0,0 0 0,-1 0 0,1 0 0,-1 1 0,0-1 0,-1 0 0,1 0 0,-1 0 0,-1 0 0,1 1 0,-5 9 0,2-6 0,0 1 0,0-1 0,-1 0 0,-1 0 0,0 0 0,0-1 0,-1 0 0,0 0 0,-1-1 0,0 0 0,0 0 0,-18 12 0,-11 2-1365,24-13-5461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2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24575,'4'5'0,"0"1"0,0-1 0,-1 1 0,0 0 0,0 1 0,0-1 0,0 0 0,1 8 0,9 20 0,4 6 0,16 53 0,-2-6 0,-21-66 0,-6-17 0,-4-15 0,-23-129-1365,15 86-5461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3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24575,'-4'9'0,"-2"6"0,0 9 0,2 1-8191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3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1 303 24575,'0'0'0,"0"1"0,-1 0 0,1-1 0,0 1 0,0-1 0,0 1 0,0 0 0,0-1 0,0 1 0,0 0 0,0-1 0,0 1 0,1-1 0,-1 1 0,0-1 0,0 1 0,1 0 0,-1-1 0,0 1 0,0-1 0,1 1 0,-1-1 0,1 1 0,-1-1 0,0 1 0,1-1 0,-1 0 0,1 1 0,-1-1 0,1 1 0,-1-1 0,1 0 0,-1 0 0,1 1 0,0-1 0,-1 0 0,1 0 0,-1 0 0,1 0 0,0 1 0,-1-1 0,1 0 0,-1 0 0,1 0 0,0 0 0,-1 0 0,1-1 0,-1 1 0,1 0 0,0 0 0,-1 0 0,1 0 0,-1-1 0,1 1 0,-1 0 0,1-1 0,0 1 0,0-1 0,3-1 0,1-1 0,0 0 0,-1-1 0,8-6 0,3-7 0,0 0 0,-2-1 0,12-21 0,-10 16 0,24-29 0,-24 33 0,2 2 0,0 0 0,0 1 0,21-14 0,-33 26 0,1 0 0,-1 1 0,0 0 0,1 0 0,-1 1 0,1-1 0,0 1 0,0 1 0,0-1 0,0 1 0,0 0 0,1 0 0,-1 0 0,0 1 0,0 0 0,0 1 0,1-1 0,-1 1 0,0 0 0,0 1 0,6 1 0,-7 0 0,0 0 0,0 0 0,0 0 0,0 0 0,-1 1 0,1-1 0,-1 1 0,0 0 0,7 9 0,27 46 0,-25-38 0,-1 2 0,-1-1 0,-2 1 0,0 1 0,-1 0 0,-1 0 0,-1 0 0,-2 1 0,0 0 0,-1 0 0,-2 34 0,-1-55 34,0 1 1,0-1-1,1 0 0,-1 1 0,1-1 0,0 0 0,0 1 0,0-1 0,3 4 1,-3-6-121,0 0 1,0 0 0,1 0-1,-1-1 1,1 1 0,-1-1-1,1 1 1,0-1 0,0 1-1,-1-1 1,1 0 0,0 0-1,0 0 1,0 0 0,0 0-1,0 0 1,1-1 0,-1 1-1,3 0 1,14 1-6741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4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24575,'6'1'0,"1"0"0,0 0 0,-1 1 0,0 0 0,1 1 0,6 3 0,6 2 0,-11-5 0,0 0 0,1-1 0,0 0 0,-1 0 0,1-1 0,0 0 0,0-1 0,0 1 0,-1-2 0,1 1 0,0-1 0,0-1 0,-1 1 0,1-2 0,0 1 0,-1-1 0,0 0 0,0-1 0,0 0 0,0 0 0,-1-1 0,1 0 0,-1 0 0,0 0 0,6-8 0,-5 5 0,0 0 0,0 0 0,7-12 0,-13 17 0,-1 1 0,1-1 0,-1 1 0,0-1 0,0 1 0,0-1 0,0 0 0,0 0 0,0 1 0,-1-1 0,1 0 0,-1 0 0,0 0 0,0 0 0,0 1 0,0-1 0,0 0 0,-1-3 0,0 5 0,1 0 0,0 0 0,-1 0 0,0 0 0,1 0 0,-1 0 0,1 0 0,-1 0 0,0 0 0,0 0 0,1 0 0,-1 0 0,0 0 0,0 1 0,0-1 0,0 0 0,0 1 0,0-1 0,0 1 0,0-1 0,-2 0 0,0 1 0,0-1 0,0 1 0,0 0 0,0-1 0,1 1 0,-1 1 0,0-1 0,-5 1 0,1 1 0,0 0 0,0 0 0,1 1 0,-1-1 0,1 1 0,-12 8 0,-18 19 0,-36 39 0,68-64 0,-1 0 0,1 0 0,-1 0 0,1 1 0,0 0 0,1-1 0,-1 1 0,1 1 0,0-1 0,1 0 0,0 1 0,0 0 0,-2 8 0,3-5 0,0 0 0,1 0 0,0 0 0,0 0 0,1 0 0,1 0 0,4 18 0,-1-11 0,2 1 0,0-1 0,0-1 0,2 1 0,0-1 0,1-1 0,1 0 0,22 26 0,-26-34 0,0 0 0,0 0 0,1-1 0,-1 0 0,1 0 0,1-1 0,-1 0 0,1-1 0,0 0 0,10 4 0,-14-7 0,0 0 0,0 0 0,0 0 0,1-1 0,-1 0 0,0 0 0,0 0 0,1 0 0,-1-1 0,0 0 0,0 0 0,0 0 0,1-1 0,-2 0 0,1 0 0,0 0 0,0-1 0,-1 1 0,9-7 0,3-3 0,-5 4 0,0 0 0,0 0 0,0 1 0,1 0 0,21-7 0,63-27-1365,-74 34-5461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5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0 227 24575,'36'33'0,"-27"-26"0,-1 0 0,0 1 0,-1 0 0,0 0 0,0 0 0,6 11 0,0 12 0,-12-27 0,1 1 0,0 0 0,0-1 0,0 0 0,0 1 0,1-1 0,-1 0 0,1 0 0,0 0 0,6 5 0,-8-8 0,0-1 0,0 1 0,0-1 0,0 1 0,0-1 0,0 1 0,0-1 0,1 0 0,-1 0 0,0 0 0,0 1 0,0-1 0,0 0 0,0 0 0,1-1 0,-1 1 0,0 0 0,0 0 0,0-1 0,0 1 0,0 0 0,0-1 0,0 1 0,0-1 0,0 1 0,0-1 0,0 0 0,0 1 0,0-1 0,0 0 0,0 0 0,0-1 0,5-3 0,-1-1 0,0 0 0,6-11 0,-11 17 0,55-95 0,-35 58 0,1 1 0,27-35 0,-30 47 0,-6 9 0,0 0 0,0 0 0,1 1 0,16-13 0,-25 25 0,0 0 0,0-1 0,0 2 0,0-1 0,0 0 0,0 1 0,0 0 0,0 0 0,8-1 0,43 0 0,-35 3 0,39 2 0,0 2 0,0 4 0,65 17 0,18 3 0,-108-24-1365,-8-2-5461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5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0 303 24575,'33'-5'0,"-6"0"0,232-8 0,7 20 0,-124-2 0,1342-9-836,-1465 3 836,174-12 0,-151 8 0,-1-2 0,59-17 0,-94 22 52,1 0 1,-1 0-1,0-1 0,0 0 0,0 0 1,0-1-1,8-6 0,-13 9-36,1-1 0,-1 1 0,1-1 0,-1 0 1,0 1-1,1-1 0,-1 0 0,0 0 0,0 0 0,0 0 0,0 0 0,-1 0 0,1 0 0,0 0 0,-1 0 0,0-1 1,1 1-1,-1 0 0,0 0 0,0 0 0,0-1 0,-1 1 0,1 0 0,0 0 0,-2-3 0,-3-10-167,-2 1-1,0 0 0,-1 1 0,0 0 1,-1 0-1,0 1 0,-1 0 1,-19-18-1,10 12-6674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6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24575,'1'4'0,"0"0"0,1 1 0,-1-1 0,1 0 0,0 0 0,0 0 0,0 0 0,0 0 0,1 0 0,4 6 0,-2-4 0,24 31 0,35 34 0,-34-38 0,7 3 0,-22-22 0,19 22 0,-30-30 0,0-1 0,0 0 0,-1 1 0,0 0 0,0 0 0,0 0 0,-1 0 0,3 10 0,-2-3 0,4 23 0,-7-35 0,0 0 0,0 0 0,0 0 0,0 0 0,0 0 0,-1 1 0,1-1 0,0 0 0,-1 0 0,1 0 0,-1 0 0,1 0 0,-1 0 0,1 0 0,-1 0 0,0 0 0,1 0 0,-1 0 0,0-1 0,0 1 0,0 0 0,0 0 0,0-1 0,0 1 0,0-1 0,-2 2 0,-8 2-341,-1 0 0,0-1-1,-13 3 1,3-3-6485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6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0 232 24575,'0'-4'0,"9"-14"0,6-8 0,6-9 0,2-1 0,3 0 0,0 3 0,0 6 0,-4 12 0,-6 14 0,-6 10 0,-4 8 0,1 5 0,3 0 0,4-1 0,0-3-8191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7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24575,'-3'46'0,"-2"0"0,-2 0 0,-2-1 0,-22 64 0,14-48 0,-12 75 0,28-133 0,1 0 0,0 0 0,-1 0 0,1 0 0,0 0 0,1 0 0,-1 0 0,0-1 0,1 1 0,1 3 0,-2-5 0,1 0 0,-1-1 0,0 1 0,1-1 0,-1 1 0,1-1 0,0 1 0,-1-1 0,1 1 0,-1-1 0,1 1 0,0-1 0,-1 0 0,1 1 0,0-1 0,-1 0 0,1 0 0,0 0 0,0 1 0,-1-1 0,1 0 0,0 0 0,0 0 0,-1 0 0,1 0 0,0 0 0,0 0 0,-1-1 0,1 1 0,0 0 0,-1 0 0,1-1 0,0 1 0,-1 0 0,1-1 0,0 1 0,-1 0 0,1-1 0,1 0 0,19-10 0,21-11 0,49-17 0,-79 35 0,0-1 0,-1 0 0,0-1 0,0 0 0,0-1 0,-1 0 0,0 0 0,11-12 0,-15 13 0,-1 0 0,0 0 0,0 0 0,-1-1 0,0 0 0,0 1 0,0-2 0,-1 1 0,0 0 0,-1-1 0,1 1 0,-2-1 0,3-14 0,-5 8 0,-6 18 0,-9 21 0,6 3 0,2 1 0,0 0 0,2 0 0,-4 47 0,2 124 0,8-166 0,1 239-1365,0-247-5461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8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 24575,'2'0'0,"-1"0"0,1 0 0,0 1 0,0-1 0,-1 1 0,1-1 0,0 1 0,-1 0 0,1 0 0,-1 0 0,1 0 0,-1 0 0,1 0 0,-1 0 0,0 0 0,1 0 0,-1 1 0,0-1 0,0 0 0,0 1 0,0-1 0,0 1 0,0 0 0,-1-1 0,1 1 0,0 0 0,-1-1 0,1 4 0,2 6 0,-1 1 0,0-1 0,0 16 0,-1-16 0,4 44 0,2 1 0,18 63 0,-18-92 0,2-1 0,0 0 0,2 0 0,1-1 0,1-1 0,23 33 0,-25-44 0,0-1 0,1-1 0,1 0 0,-1-1 0,2 0 0,-1-1 0,21 11 0,-21-13 0,1 1 0,-1 0 0,0 1 0,-1 1 0,0 0 0,-1 0 0,0 1 0,12 16 0,-20-22 0,-1-1 0,1 1 0,-1-1 0,0 1 0,-1 0 0,1 0 0,-1 0 0,0 0 0,0 0 0,0 0 0,-1 7 0,0-10 0,0 0 0,0-1 0,0 1 0,-1 0 0,1-1 0,0 1 0,-1 0 0,1-1 0,-1 1 0,0-1 0,0 1 0,1-1 0,-1 1 0,0-1 0,0 1 0,0-1 0,-1 0 0,1 0 0,0 1 0,0-1 0,-1 0 0,1 0 0,0 0 0,-1 0 0,1-1 0,-1 1 0,0 0 0,1-1 0,-1 1 0,1-1 0,-1 1 0,0-1 0,1 0 0,-1 0 0,0 1 0,0-1 0,-3-1 0,-4 1 0,-1-1 0,0-1 0,0 0 0,1 0 0,-1-1 0,-13-5 0,-55-30 0,69 33 0,-89-54 0,-178-139 0,255 182 0,-14-10-1365,8 9-5461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9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24575,'5'-3'0,"0"-1"0,0 2 0,1-1 0,-1 1 0,1 0 0,-1 0 0,1 0 0,0 1 0,-1 0 0,1 0 0,11 0 0,7-2 0,112-18 0,1 6 0,186 3 0,-213 12 0,71 1 0,-170 0 0,-1-1 0,1 1 0,-1 1 0,0 0 0,0 0 0,0 1 0,0 0 0,0 1 0,0 0 0,-1 1 0,0-1 0,0 2 0,0 0 0,0 0 0,-1 0 0,9 10 0,26 28-1365,-22-27-5461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29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1 24575,'-1'6'0,"0"-1"0,-1 1 0,0 0 0,0-1 0,0 1 0,0-1 0,-1 0 0,0 0 0,0 0 0,-1 0 0,0-1 0,-6 7 0,-12 20 0,-6 15 0,3 2 0,2 1 0,-26 78 0,38-93 0,3 0 0,0 1 0,3 0 0,1 0 0,1 1 0,3 48 0,1-76 0,0 1 0,0-1 0,1 0 0,0 0 0,1 0 0,0-1 0,0 1 0,1-1 0,0 1 0,0-1 0,0 0 0,1-1 0,0 1 0,1-1 0,10 11 0,-10-13 0,-1 1 0,1-1 0,0 0 0,0 0 0,0-1 0,1 0 0,-1 0 0,1 0 0,0-1 0,0 0 0,0 0 0,0-1 0,0 0 0,0 0 0,0 0 0,0-1 0,0 0 0,12-2 0,-13 0 0,0 1 0,-1-1 0,1 0 0,0-1 0,-1 0 0,1 0 0,-1 0 0,0 0 0,0-1 0,0 0 0,-1 0 0,1 0 0,-1 0 0,0-1 0,0 0 0,-1 0 0,1 0 0,-1 0 0,0 0 0,0-1 0,-1 1 0,3-9 0,0 0 0,-1-1 0,0 1 0,-1-1 0,-1 0 0,0 0 0,-1 0 0,-1 0 0,-1-17 0,0 30 0,1 0 0,0 0 0,-1 0 0,1 1 0,-1-1 0,0 0 0,0 0 0,0 0 0,0 1 0,0-1 0,0 0 0,0 1 0,0-1 0,0 1 0,-1 0 0,1-1 0,-1 1 0,1 0 0,-1 0 0,1 0 0,-1 0 0,0 0 0,0 0 0,1 0 0,-1 1 0,0-1 0,0 0 0,0 1 0,0 0 0,0-1 0,-4 1 0,-5-1 0,-1 1 0,0 1 0,1 0 0,-13 2 0,22-3 0,-24 4 0,1 1 0,1 1 0,-1 1 0,-23 11 0,41-16 0,0 1 0,0 1 0,0-1 0,1 1 0,0 0 0,-1 1 0,1-1 0,1 1 0,-1 0 0,1 1 0,0-1 0,0 1 0,0 0 0,1 1 0,0-1 0,0 1 0,-5 13 0,8-18 11,0 1 0,1 0 0,-1-1 0,1 1 0,-1-1 0,1 1 0,0 0 0,0-1 0,0 1 0,1 0 0,-1-1 0,1 1 0,-1-1 0,1 1 0,0-1 0,0 1 0,0-1 0,0 1 0,0-1 0,1 0 0,-1 1 1,1-1-1,0 0 0,-1 0 0,1 0 0,0-1 0,0 1 0,0 0 0,0-1 0,4 3 0,-1-2-112,-1 0 1,0 0-1,1 0 1,-1-1 0,1 1-1,-1-1 1,1 0-1,0-1 1,-1 1 0,1-1-1,0 0 1,-1 0 0,1-1-1,0 1 1,0-1-1,6-2 1,15-7-6726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30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24575,'397'23'-301,"-8"29"-272,-363-49 537,918 154-147,-924-153 183,8 1 0,-1 1 0,37 14 0,-60-18 19,0 0 0,0 0 0,0 0 0,-1 0-1,1 1 1,-1 0 0,1-1 0,-1 1 0,0 0-1,0 1 1,0-1 0,-1 0 0,1 1-1,-1 0 1,0 0 0,1-1 0,-2 1 0,1 0-1,0 1 1,-1-1 0,0 0 0,1 5-1,0 8 103,-1 0-1,0 1 1,-1-1-1,-4 23 1,2-6-63,-3 17-58,-2 0 0,-21 82 0,-43 93 0,49-159 0,12-39 114,0 0 0,-17 29 0,20-44-358,-1-1 0,0 0 0,-1-1 0,0 1 1,0-2-1,-15 14 0,3-8-6582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6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7:35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7:32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319 168 24575,'1'-5'0,"-1"1"0,1-1 0,1 1 0,-1-1 0,0 1 0,1 0 0,0-1 0,0 1 0,0 0 0,1 0 0,-1 0 0,5-4 0,1-2 0,1-1 0,20-15 0,-21 18 0,2 0 0,-1 1 0,1 0 0,0 1 0,1 0 0,15-6 0,-21 10 0,0 1 0,0 0 0,0 0 0,0 0 0,0 1 0,0 0 0,0 0 0,0 0 0,0 0 0,1 1 0,-1 0 0,0 0 0,-1 0 0,1 1 0,0 0 0,0 0 0,7 4 0,-5-2 0,-1 1 0,0-1 0,0 1 0,0 0 0,-1 1 0,1 0 0,-1 0 0,-1 0 0,1 0 0,-1 1 0,0-1 0,-1 1 0,1 0 0,-1 0 0,-1 1 0,3 9 0,0 1 0,-2 0 0,0 0 0,-1 0 0,-1 1 0,-1 34 0,-2-43 0,0 0 0,0 0 0,0 1 0,-1-2 0,-1 1 0,0 0 0,0-1 0,-1 1 0,0-1 0,-1-1 0,-7 11 0,-11 10 0,-49 46 0,19-22 0,17-16 0,-1-2 0,-2-1 0,-2-2 0,0-2 0,-2-1 0,-58 26 0,88-48 0,-30 9 0,41-15 0,-1 1 0,1-2 0,0 1 0,-1 0 0,1-1 0,-1 1 0,1-1 0,-1 0 0,1 0 0,-1 0 0,1-1 0,-1 1 0,1-1 0,-6-2 0,8 3 0,1 0 0,0 0 0,0-1 0,-1 1 0,1 0 0,0 0 0,0-1 0,0 1 0,-1 0 0,1 0 0,0-1 0,0 1 0,0 0 0,0 0 0,0-1 0,-1 1 0,1 0 0,0-1 0,0 1 0,0 0 0,0-1 0,0 1 0,0 0 0,0-1 0,0 1 0,0 0 0,0-1 0,0 1 0,0 0 0,0-1 0,1 1 0,-1 0 0,0 0 0,0-1 0,0 1 0,0 0 0,0-1 0,1 1 0,-1 0 0,0 0 0,0-1 0,1 1 0,-1 0 0,1-1 0,13-11 0,12-3 0,1 0 0,0 2 0,58-19 0,-25 10 0,0-1 0,239-87 0,-259 99-1365,-10 5-5461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7:34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95 24575,'0'-5'0,"-1"1"0,0 0 0,1 0 0,-1 1 0,-1-1 0,1 0 0,-1 0 0,1 0 0,-1 1 0,0-1 0,0 1 0,-1-1 0,1 1 0,-1 0 0,1 0 0,-1 0 0,0 0 0,0 1 0,0-1 0,-1 1 0,1-1 0,-5-1 0,4 2 0,0 0 0,0 0 0,0 0 0,-1 0 0,1 1 0,0 0 0,-1 0 0,1 0 0,-1 0 0,0 1 0,1-1 0,-1 1 0,1 1 0,-1-1 0,0 1 0,1-1 0,-1 1 0,1 0 0,-6 3 0,2 0 0,0 1 0,0 0 0,1 0 0,0 1 0,0 0 0,0 0 0,0 0 0,1 1 0,0 0 0,1 1 0,0-1 0,0 1 0,0 0 0,-5 15 0,-1 5 0,2 0 0,0 1 0,-4 35 0,10-53 0,1 0 0,0 1 0,1-1 0,0 1 0,1 0 0,0-1 0,1 1 0,3 14 0,-4-26 0,0 1 0,0 0 0,1 0 0,-1 0 0,0-1 0,1 1 0,-1 0 0,1 0 0,-1-1 0,1 1 0,-1 0 0,1-1 0,0 1 0,-1-1 0,1 1 0,0-1 0,-1 1 0,1-1 0,0 1 0,-1-1 0,1 0 0,0 1 0,0-1 0,0 0 0,0 1 0,-1-1 0,1 0 0,0 0 0,0 0 0,0 0 0,0 0 0,-1 0 0,1 0 0,0 0 0,0-1 0,0 1 0,0 0 0,-1 0 0,1-1 0,0 1 0,0 0 0,0-1 0,-1 1 0,2-2 0,5-1 0,-1-1 0,0-1 0,0 1 0,5-6 0,-8 7 0,47-46 0,17-13 0,-43 40 0,-1-2 0,-1 0 0,25-35 0,-46 58 0,0 0 0,0-1 0,0 1 0,0 0 0,0 0 0,0 0 0,0 0 0,0 0 0,0 0 0,0 0 0,1 1 0,-1-1 0,0 0 0,1 1 0,-1-1 0,1 1 0,-1-1 0,0 1 0,1-1 0,-1 1 0,1 0 0,2 0 0,-2 1 0,0-1 0,0 1 0,0 0 0,0-1 0,0 1 0,0 0 0,0 0 0,0 1 0,-1-1 0,1 0 0,0 1 0,-1-1 0,1 1 0,1 1 0,4 8 0,1 0 0,-1 0 0,-1 0 0,6 14 0,-10-21 0,14 30 0,-2-8 0,-2 1 0,0 0 0,-2 1 0,-1 0 0,6 35 0,-14-58 322,-1-8-1060,0 1-211,-1-8-5877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7:36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07:59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0.38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8976.97461"/>
      <inkml:brushProperty name="anchorY" value="-30060.63867"/>
      <inkml:brushProperty name="scaleFactor" value="0.5"/>
    </inkml:brush>
  </inkml:definitions>
  <inkml:trace contextRef="#ctx0" brushRef="#br0">0 1 24575,'0'0'0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1.037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9823.64063"/>
      <inkml:brushProperty name="anchorY" value="-30907.30469"/>
      <inkml:brushProperty name="scaleFactor" value="0.5"/>
    </inkml:brush>
  </inkml:definitions>
  <inkml:trace contextRef="#ctx0" brushRef="#br0">1 0 24575,'0'0'0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1.664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0670.30859"/>
      <inkml:brushProperty name="anchorY" value="-31753.97266"/>
      <inkml:brushProperty name="scaleFactor" value="0.5"/>
    </inkml:brush>
  </inkml:definitions>
  <inkml:trace contextRef="#ctx0" brushRef="#br0">1 1 24575,'0'0'0,"0"4"0,0 6 0,0-4 0,0-2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2.124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1516.97461"/>
      <inkml:brushProperty name="anchorY" value="-32624.29297"/>
      <inkml:brushProperty name="scaleFactor" value="0.5"/>
    </inkml:brush>
  </inkml:definitions>
  <inkml:trace contextRef="#ctx0" brushRef="#br0">1 1 24575,'0'0'0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2.615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2363.64063"/>
      <inkml:brushProperty name="anchorY" value="-33470.96094"/>
      <inkml:brushProperty name="scaleFactor" value="0.5"/>
    </inkml:brush>
  </inkml:definitions>
  <inkml:trace contextRef="#ctx0" brushRef="#br0">1 1 24575,'0'0'0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2.84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3210.30859"/>
      <inkml:brushProperty name="anchorY" value="-34317.625"/>
      <inkml:brushProperty name="scaleFactor" value="0.5"/>
    </inkml:brush>
  </inkml:definitions>
  <inkml:trace contextRef="#ctx0" brushRef="#br0">1 1 24575,'0'0'0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3.031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4056.97656"/>
      <inkml:brushProperty name="anchorY" value="-35164.29297"/>
      <inkml:brushProperty name="scaleFactor" value="0.5"/>
    </inkml:brush>
  </inkml:definitions>
  <inkml:trace contextRef="#ctx0" brushRef="#br0">1 1 24575,'0'0'0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3.183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4903.64063"/>
      <inkml:brushProperty name="anchorY" value="-36010.96094"/>
      <inkml:brushProperty name="scaleFactor" value="0.5"/>
    </inkml:brush>
  </inkml:definitions>
  <inkml:trace contextRef="#ctx0" brushRef="#br0">1 1 24575,'0'0'0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9:43.707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35750.30859"/>
      <inkml:brushProperty name="anchorY" value="-36857.625"/>
      <inkml:brushProperty name="scaleFactor" value="0.5"/>
    </inkml:brush>
  </inkml:definitions>
  <inkml:trace contextRef="#ctx0" brushRef="#br0">774 126 24575,'0'0'0,"-17"-4"0,-26-2 0,-27-4 0,-22-4 0,-2 1 0,9-3 0,14 2 0,15 4 0,13-2 0,9 3 0,-3 1 0,-7 3 0,-3 2 0,7 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47.1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54889.67188"/>
      <inkml:brushProperty name="anchorY" value="-55661.36719"/>
      <inkml:brushProperty name="scaleFactor" value="0.5"/>
    </inkml:brush>
  </inkml:definitions>
  <inkml:trace contextRef="#ctx0" brushRef="#br0">0 0 24575,'0'0'0,"5"8"0,5 23 0,6 19 0,3 33 0,3 15 0,7 25 0,2 8 0,-1 20 0,-5-10 0,-6-17 0,-7-20 0,0-26 0,-4-20 0,-2-15 0,-3-12 0,4-7 0,-1-3 0,-6-5 0,-7-6 0,-5-9 0,-6-13 0,-3-17 0,-3-15 0,4 1-1147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47.94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55893.68359"/>
      <inkml:brushProperty name="anchorY" value="-57706.21875"/>
      <inkml:brushProperty name="scaleFactor" value="0.5"/>
    </inkml:brush>
  </inkml:definitions>
  <inkml:trace contextRef="#ctx0" brushRef="#br0">1 1 24575,'0'0'0,"4"4"0,2 6 0,4 0 0,-1 4 0,4-1 0,3 2 0,4-3 0,1-3 0,-3 3 0,2-3 0,5 3 0,1 3 0,11-2 0,10-3 0,20 3 0,13 1 0,15-1 0,7 2 0,9-2 0,-5-4 0,4-2 0,-7-3 0,-8 7 0,-6 0 0,-1-1 0,-15-2 0,-8 2 0,-12-1 0,-11-3 0,-8-1 0,-5-2 0,-4-1 0,-2-2 0,0 0 0,4 0 0,1-5 0,-4-1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54.78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0316.85938"/>
      <inkml:brushProperty name="anchorY" value="-60284.32031"/>
      <inkml:brushProperty name="scaleFactor" value="0.5"/>
    </inkml:brush>
  </inkml:definitions>
  <inkml:trace contextRef="#ctx0" brushRef="#br0">1 0 24575,'0'0'0,"0"13"0,0 19 0,5 18 0,0 12 0,5 10 0,4 9 0,-1 3 0,8 0 0,2-7 0,3-7 0,-5-12 0,-5-11 0,-5-4 0,1-12 0,2-5 0,-3 2 0,3-2 0,-3 6 0,3-1 0,-3-1 0,3 10 0,-3-2 0,-2-1 0,-8-8 0,-1-29 0,0 1 0,0 0 0,0 1 0,-1-1 0,1 0 0,0 0 0,-1 0 0,1 0 0,-1 0 0,1 0 0,-1 0 0,1 1 0,-2 0 0,2-2 0,-1 1 0,1-1 0,-1 0 0,1 1 0,-1-1 0,1 0 0,-1 1 0,0-1 0,1 0 0,-1 0 0,1 0 0,-1 1 0,1-1 0,-1 0 0,0 0 0,1 0 0,-1 0 0,1 0 0,-1 0 0,0 0 0,0-1 0,-18-6 0,-4-14 0,-1-6 0,-2-8 0,0-6 0,0-9 0,0-13 0,5 7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56.18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1241.25781"/>
      <inkml:brushProperty name="anchorY" value="-61971.38281"/>
      <inkml:brushProperty name="scaleFactor" value="0.5"/>
    </inkml:brush>
  </inkml:definitions>
  <inkml:trace contextRef="#ctx0" brushRef="#br0">1 447 24575,'0'0'0,"4"-4"0,6-12 0,6-4 0,3-9 0,3-8 0,2-5 0,1-9 0,1 2 0,-6 3 0,1 7 0,-1 9 0,1 5 0,1 8 0,1 6 0,1 0 0,5 3 0,10 3 0,6 1 0,14 2 0,7 2 0,-3 0 0,-3 0 0,-9 5 0,-7 1 0,-8 4 0,-5 5 0,-5 3 0,-1 3 0,-6 2 0,-1 2 0,0-5 0,1 1 0,2-1 0,1 1 0,1 1 0,-4 1 0,-4 1 0,-5 0 0,-5 1 0,-2 0 0,-2 0 0,-2 0 0,-4-1 0,-6 1 0,-10 10 0,-8 4 0,-14 6 0,-6-2 0,7-3 0,3-4 0,5-10 0,4-7 0,9-3 0,1-5 0,1-4 0,-1-3 0,5-8 0,-2-1 0,4-5 0,8 5 0,23 6 0,19 12 0,15 7 0,18 5 0,7 2 0,4 1 0,5 0 0,-5-1 0,-6 4 0,-14-5 0,-16-1 0,-10-6 0,-8-6 0,-9 1 0,-7 0 0,-6 3 0,2-2 0,-2-4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57.46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3509.78125"/>
      <inkml:brushProperty name="anchorY" value="-63469.96094"/>
      <inkml:brushProperty name="scaleFactor" value="0.5"/>
    </inkml:brush>
  </inkml:definitions>
  <inkml:trace contextRef="#ctx0" brushRef="#br0">0 248 24575,'0'0'0,"9"0"0,7 0 0,4 0 0,3 4 0,-2 6 0,0 5 0,0 14 0,1 14 0,5 11 0,2 10 0,0 11 0,-5 4 0,-2 1 0,-5 1 0,0-6 0,0-3 0,-3-10 0,1-11 0,2-9 0,-2-9 0,-4-5 0,-3-3 0,-4-1 0,4-7 0,-3 1 0,5-5 0,-1 1 0,-2 2 0,4 2 0,-3 3 0,4 1 0,3-3 0,-1 0 0,2-4 0,-3 1 0,2 1 0,1-3 0,3-3 0,2-4 0,2-7 0,1-8 0,1-1 0,0 0 0,0 1 0,0-3 0,-5-2 0,0 1 0,0-3 0,-4-3 0,0 4 0,2-3 0,1 4 0,3 3 0,-5-2 0,2 3 0,-5-3 0,2-3 0,-4-8 0,2-7 0,-3-8 0,-3-5 0,-2-4 0,2 3 0,-1-6 0,-2 3 0,-1-9 0,-2-5 0,-5-7 0,-1-3 0,-1-7 0,1 3 0,0 4 0,2 12 0,1 5 0,0 5 0,1-3 0,0 0 0,1 5 0,-1 6 0,0 5 0,0 5 0,0 8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58.0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5392.38281"/>
      <inkml:brushProperty name="anchorY" value="-64068.94531"/>
      <inkml:brushProperty name="scaleFactor" value="0.5"/>
    </inkml:brush>
  </inkml:definitions>
  <inkml:trace contextRef="#ctx0" brushRef="#br0">1 1 24575,'0'0'0,"4"0"0,7 0 0,4 0 0,4 0 0,3 0 0,2 0 0,1 4 0,1 11 0,-1 15 0,1 24 0,4 22 0,0 15 0,0 14 0,-6 4 0,-1 2 0,-1-7 0,-6-12 0,1-18 0,-4-16 0,-9-20 0,-4-35 0,0-1 0,0 0 0,0 0 0,-1 0 0,1 0 0,0 0 0,-1 0 0,1 0 0,-2 3 0,-5 7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0:58.86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6634.04688"/>
      <inkml:brushProperty name="anchorY" value="-65912.54688"/>
      <inkml:brushProperty name="scaleFactor" value="0.5"/>
    </inkml:brush>
  </inkml:definitions>
  <inkml:trace contextRef="#ctx0" brushRef="#br0">0 54 24575,'0'0'0,"0"-4"0,5-1 0,5 0 0,5 1 0,9 1 0,4 1 0,11 1 0,10 1 0,10 0 0,17 5 0,10 0 0,13 0 0,0-1 0,2-1 0,5-1 0,5-1 0,-1-5 0,3-1 0,9 0 0,-3 1 0,1 0 0,-8 2 0,-10-4 0,-19 1 0,-24-6 0,-20 2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0.15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9366.14063"/>
      <inkml:brushProperty name="anchorY" value="-66704.76563"/>
      <inkml:brushProperty name="scaleFactor" value="0.5"/>
    </inkml:brush>
  </inkml:definitions>
  <inkml:trace contextRef="#ctx0" brushRef="#br0">0 11 24575,'0'0'0,"0"-5"0,5-1 0,6 16 0,4 6 0,-1 16 0,3 13 0,-3 13 0,-2 7 0,-5 7 0,2 13 0,4 11 0,-3 6 0,4 8 0,3-5 0,-3-6 0,3-2 0,1-16 0,-3-16 0,-3-15 0,1-16 0,-3-8 0,-2-6 0,-8-16 0,-7-15 0,-7-20 0,0-20 0,1-14 0,4-3 0,2 0 0,3 9 0,2 9 0,2 9 0,5 7 0,6 6 0,4 7 0,5 3 0,3 0 0,1-1 0,2-1 0,-1 3 0,1 0 0,-5-2 0,-1 3 0,0 4 0,1 4 0,0 3 0,7 3 0,1 1 0,0 2 0,0 4 0,3 1 0,5 5 0,-1 4 0,3 3 0,3 8 0,3 3 0,2 5 0,1 1 0,1 3 0,6 14 0,0-3 0,-5 3 0,-6-5 0,-7-1 0,-5-1 0,-3 11 0,-4 1 0,-1 1 0,0-2 0,-6-6 0,-4-21 0,-14-30 0,0 1 0,0 0 0,0 0 0,0 0 0,0 1 0,0-1 0,0 0 0,0 0 0,0 0 0,1 1 0,-1-1 0,0 0 0,0 0 0,0 0 0,0 0 0,0 1 0,0-1 0,0 0 0,1 0 0,-1 0 0,0 0 0,0 0 0,0 1 0,1-1 0,-1 0 0,0 0 0,0 0 0,0 0 0,0 0 0,1 0 0,-1 0 0,0 0 0,0 0 0,1 0 0,-1 0 0,0 0 0,0 0 0,0 0 0,1 0 0,-1 0 0,0 0 0,0 0 0,0 0 0,1 0 0,-1 0 0,0 0 0,0 0 0,0 0 0,0-1 0,1 1 0,-1 0 0,0 0 0,0 0 0,0 0 0,0 0 0,1-1 0,9-28 0,7-21 0,-2-1-1147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0.77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1633.72656"/>
      <inkml:brushProperty name="anchorY" value="-68799.47656"/>
      <inkml:brushProperty name="scaleFactor" value="0.5"/>
    </inkml:brush>
  </inkml:definitions>
  <inkml:trace contextRef="#ctx0" brushRef="#br0">0 0 24575,'0'0'0,"9"0"0,7 0 0,4 15 0,9 20 0,6 16 0,6 11 0,4 19 0,4 15 0,5 11 0,2 19 0,5 21 0,3 13 0,-5 0 0,-8-10 0,-8-23 0,-17-33 0,-16-36 0,-9-55 0,-1-2 0,0 1 0,0-1 0,0 1 0,0-1 0,0 1 0,0-1 0,0 1 0,-1-1 0,1 1 0,0-1 0,-1 1 0,1-1 0,-1 0 0,-1 3 0,3-3 0,-2-1 0,1 0 0,-1 1 0,1-1 0,0 0 0,-1 0 0,1 0 0,-1 0 0,1 1 0,0-1 0,-1 0 0,1 0 0,-1 0 0,1 0 0,-1 0 0,1 0 0,0 0 0,-1 0 0,1 0 0,-1 0 0,1-1 0,0 1 0,-1 0 0,1 0 0,-1 0 0,1 0 0,0-1 0,-1 1 0,1 0 0,0 0 0,-1-1 0,1 1 0,0 0 0,-1-1 0,1 1 0,0 0 0,0-1 0,-1 1 0,-20-20 0,-4-19 0,-2-15 0,-1-6 0,0-6 0,6 10-1147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1.4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2979.49219"/>
      <inkml:brushProperty name="anchorY" value="-70844.92188"/>
      <inkml:brushProperty name="scaleFactor" value="0.5"/>
    </inkml:brush>
  </inkml:definitions>
  <inkml:trace contextRef="#ctx0" brushRef="#br0">0 423 24575,'0'0'0,"5"0"0,6 0 0,14-5 0,33-5 0,45-5 0,35-10 0,33-2 0,0-2 0,-3-1 0,-20 2 0,-22-5 0,-29 7 0,-25 5 0,-21 7 0,-15 6 0,-4-2 0,4-1 0,9-9 0,14-3 0,12 1 0,7 5 0,8 0 0,-9 4 0,-12 4 0,-12 4 0,-11 2 0,-14 1-1147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2.03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5878.04688"/>
      <inkml:brushProperty name="anchorY" value="-71269.0625"/>
      <inkml:brushProperty name="scaleFactor" value="0.5"/>
    </inkml:brush>
  </inkml:definitions>
  <inkml:trace contextRef="#ctx0" brushRef="#br0">146 1 24575,'0'0'0,"0"4"0,0 12 0,-10 18 0,0 15 0,-5 13 0,1 7 0,3 11 0,3 7 0,3 10 0,2 14 0,7 23 0,6 15 0,5 8 0,10-2 0,3-15 0,2-23 0,-1-31 0,-10-45 0,-14-32 0,-2-10 0,-6-20 0,-10-23 0,-6-11 0,-10-6 0,-2 0 0,-1-9 0,1-2 0,2-3 0,0 0 0,8 14-1147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2.93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4886.08594"/>
      <inkml:brushProperty name="anchorY" value="-71423.46875"/>
      <inkml:brushProperty name="scaleFactor" value="0.5"/>
    </inkml:brush>
  </inkml:definitions>
  <inkml:trace contextRef="#ctx0" brushRef="#br0">1 178 24575,'0'0'0,"4"-4"0,6-7 0,11-4 0,12-5 0,10-2 0,5-2 0,4 4 0,1-1 0,-6 5 0,-4 5 0,-7 4 0,-5 3 0,2 2 0,3 2 0,8 5 0,9 6 0,12 5 0,8 9 0,13 2 0,2 3 0,0 0 0,-7-2 0,-8 0 0,-14-1 0,-11-2 0,-40-18 0,-1-2 0,-1 1 0,11 11 0,19 28 0,-5 5 0,-2 3 0,-2 1 0,-2-1 0,-1 5 0,1-2 0,-1 5 0,0-2 0,0-1 0,-4-8 0,-5-6 0,-6-8 0,-3 0 0,-4-4 0,-1-2 0,-2-2 0,0-1 0,0 3 0,0-1 0,-4 1 0,-1-2 0,1-1 0,-5-5 0,-3-7 0,-4-5 0,-8-10 0,-7-7 0,-3-8 0,-9-5 0,-8-8 0,-9-2 0,-15-1 0,9 5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3.66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6889.46094"/>
      <inkml:brushProperty name="anchorY" value="-73244.21875"/>
      <inkml:brushProperty name="scaleFactor" value="0.5"/>
    </inkml:brush>
  </inkml:definitions>
  <inkml:trace contextRef="#ctx0" brushRef="#br0">1 425 24575,'0'0'0,"0"-5"0,0-6 0,5 1 0,9-4 0,16-3 0,9-3 0,17-8 0,10 0 0,1-2 0,4 1 0,7 1 0,-9 1 0,-10 0 0,-10 2 0,-1 5 0,-5 6 0,-1 4 0,-5 5 0,-3 3 0,2 1 0,11 2 0,9 0 0,9 0 0,4 0 0,4 0 0,-2-1 0,-5-5 0,-10-5 0,-10 0 0,-8-4 0,-6 1 0,-10-1 0,-7 1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5.62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9234.92188"/>
      <inkml:brushProperty name="anchorY" value="-73666.58594"/>
      <inkml:brushProperty name="scaleFactor" value="0.5"/>
    </inkml:brush>
  </inkml:definitions>
  <inkml:trace contextRef="#ctx0" brushRef="#br0">0 79 24575,'0'0'0,"5"8"0,5 18 0,10 14 0,5 14 0,2 9 0,1 13 0,10 3 0,0 3 0,4 3 0,2 0 0,-3-12 0,-3-12 0,-4-13 0,-8-10 0,-4-7 0,-6-5 0,-6-2 0,1 3 0,-3 0 0,3 0 0,-2 1 0,-11-31 0,3 3 0,-1 1 0,0-1 0,0 0 0,0 1 0,0-1 0,0 0 0,0 1 0,0-1 0,1 0 0,-1 1 0,0-1 0,0 0 0,0 1 0,0-1 0,-1 0 0,1 1 0,0-1 0,0 0 0,0 1 0,0-1 0,0 0 0,0 0 0,0 1 0,-1-1 0,1 0 0,0 1 0,0-1 0,0 0 0,-1 1 0,-4-6 0,-7-9 0,0-8 0,-3-4 0,-3 4 0,-2-10 0,-3-6 0,4-15 0,0-8 0,-1-3 0,-1 0 0,3 8 0,0 9 0,5 7 0,3 7 0,-2 5 0,3 3 0,2-4 0,3 1 0,1 0 0,7 6 0,6 0 0,0 1 0,4 0 0,-1-1 0,-3-1 0,3 0 0,1-2 0,4 1 0,2-1 0,2 1 0,2-1 0,6 0 0,10 0 0,0 6 0,0 4 0,-4 5 0,-3 5 0,-3 3 0,-8 6 0,-6 6 0,-2 1 0,1 4 0,2 3 0,2-2 0,-3 6 0,-3 7 0,-4 2 0,-3 0 0,-3 4 0,-2 0 0,-1-3 0,-6-1 0,-5-2 0,-5-3 0,1 0 0,-2-1 0,-3-5 0,4-1 0,-2-5 0,0 1 0,-2 1 0,3 2 0,-1 3 0,-1 1 0,8-3 0,5-9 0,8-11 0,7-3 0,7-7 0,9-6 0,13 2 0,22-3 0,11-1 0,11-3 0,9 0 0,0 3 0,-7 5 0,-8 4 0,-14 4 0,-13 4 0,-10 1 0,-7 1 0,-6 1 0,-2 0 0,-2 0 0,-5 4 0,1 5 0,-5 6 0,-4 3 0,2 3 0,-3 2 0,3-4 0,-1 1 0,-3-1 0,-1 2 0,-3 5 0,-1 1 0,-1 1 0,-6 0 0,-1-2 0,-4 0 0,-5-1 0,-3-1 0,-3-5 0,2 0 0,0-1 0,-1 1 0,3 2 0,-5 0 0,-6 2 0,-17 0 0,-11 1 0,-19-1 0,-11 1 0,-14-5 0,-5-5 0,3-5 0,0-5 0,12-3 0,16-1 0,15-6 0,24-1 0,33 5 0,0 1 0,1-1 0,-1 0 0,1 1 0,-1-1 0,1 0 0,-1 0 0,1 1 0,0-1 0,-1 0 0,0-2 0,2 2 0,0 1 0,-1-1 0,1 1 0,0-1 0,0 1 0,0-1 0,0 1 0,0-1 0,-1 1 0,1-1 0,0 1 0,0-1 0,0 0 0,1 1 0,-1-1 0,0 1 0,0-1 0,0 1 0,0-1 0,0 1 0,1-1 0,-1 1 0,0-1 0,0 1 0,1-1 0,-1 1 0,1-1 0,0 0 0,1-1 0,-1 1 0,1-1 0,0 1 0,0-1 0,0 1 0,0 0 0,3-2 0,38-13 0,1 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6.99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0621.82031"/>
      <inkml:brushProperty name="anchorY" value="-75471.59375"/>
      <inkml:brushProperty name="scaleFactor" value="0.5"/>
    </inkml:brush>
  </inkml:definitions>
  <inkml:trace contextRef="#ctx0" brushRef="#br0">0 0 24575,'0'0'0,"4"0"0,2 5 0,4 10 0,9 15 0,4 14 0,4 18 0,0 8 0,0 17 0,1 26 0,3 27 0,-5 27 0,-5 27 0,-2 32-1147,-6 7 1266,-3-15-223,0-30 74,3-40 30,-2-39-45,-2-44 58,-3-35-20,-5-29 7,-1-1 0,0 0 0,0 0 0,0 0 0,0 0 0,0 0 0,0 0 0,0 0 0,0 0 0,0 0 0,1 0 0,-1 0 0,0 0 0,0 0 0,0-1 0,0 1 0,0 0 0,0 0 0,0 0 0,0 0 0,1 0 0,-1 0 0,0 1 0,0-1 0,0 0 0,0 0 0,0 0 0,0 0 0,0 0 0,0 0 0,1 0 0,-1 0 0,0 0 0,0 0 0,0 0 0,0 0 0,0 0 0,0 0 0,0 0 0,0 0 0,0 1 0,0-1 0,0 0 0,0 0 0,0 0 0,1 0 0,1-15 0,-1-16 0,-1-11 1147,-1-5-1268,6 0 274,0 5-138,-1 4-8,5 5-7,4 8 0,3 8 0,5 7 0,6 1 0,2 2 0,1 3 0,15-4 0,8 2 0,10 0 0,1 2 0,-6 1 0,-8 1 0,-9 2 0,-11-5 0,-5-5 0,-4 0 0,-1-4 0,0-2 0,1-4 0,1-2 0,1-2 0,1-1 0,-5 5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7.94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2573.64063"/>
      <inkml:brushProperty name="anchorY" value="-77901.96875"/>
      <inkml:brushProperty name="scaleFactor" value="0.5"/>
    </inkml:brush>
  </inkml:definitions>
  <inkml:trace contextRef="#ctx0" brushRef="#br0">51 1 24575,'0'0'0,"0"4"0,-5 6 0,0 6 0,0 3 0,1 3 0,-4 2 0,1 1 0,1 1 0,1 0 0,2 4 0,1 1 0,1 4 0,1 4 0,0 8 0,1 9 0,-1 7 0,0 0 0,0 4 0,1 7 0,-1-2 0,0-5 0,0-4 0,0-10 0,5-4 0,0-3 0,5-5 0,-1 0 0,4-4 0,-2 1 0,-2-3 0,-2-3 0,2-2 0,-2-2 0,4 3 0,3 4 0,4 4 0,3 0 0,-4-3 0,2-3 0,1-7 0,1-8 0,2-7 0,0-6 0,1-8 0,-23 2 0,1 0 0,1 0 0,-1 0 0,-1-1 0,1 1 0,0 0 0,0-1 0,3-2 0,14-18 0,1-3 0,-4-3 0,1 5 0,1 0 0,-3 1 0,-4 0 0,-3-1 0,-4 0 0,-1-1 0,-3 0 0,0-1 0,0 1 0,-1-1 0,-5 0 0,-4 5 0,-1 1 0,-3-1 0,1-1 0,-2 0 0,-2-2 0,2 4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8.5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3717.05469"/>
      <inkml:brushProperty name="anchorY" value="-79813.27344"/>
      <inkml:brushProperty name="scaleFactor" value="0.5"/>
    </inkml:brush>
  </inkml:definitions>
  <inkml:trace contextRef="#ctx0" brushRef="#br0">1 238 24575,'0'0'0,"4"0"0,11 0 0,5 0 0,14 0 0,17-5 0,22 0 0,12 0 0,6 0 0,4-2 0,-2 0 0,-3-4 0,-10-4 0,-9 2 0,-14 2 0,-16-2 0,-37 11 0,-2 0 0,1 1 0,0-1 0,0 0 0,0 0 0,-1 0 0,5-5 0,-4 5 0,-2-1 0,1 1 0,-1-1 0,1 1 0,-1-1 0,0 1 0,1-1 0,0-5 0,5-27 0,-11 3 0,-3 6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51:09.39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5501.92188"/>
      <inkml:brushProperty name="anchorY" value="-80422"/>
      <inkml:brushProperty name="scaleFactor" value="0.5"/>
    </inkml:brush>
  </inkml:definitions>
  <inkml:trace contextRef="#ctx0" brushRef="#br0">1 0 24575,'0'0'0,"0"5"0,5 5 0,5 5 0,5 5 0,14 2 0,13 2 0,12 1 0,20 0 0,16 1 0,8 0 0,2-6 0,0-5 0,-9 0 0,-16-5 0,-16-2 0,-13-3 0,-11-3 0,-7-1 0,-3-1 0,-8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6:09:36.605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89881.86719"/>
      <inkml:brushProperty name="anchorY" value="-84082.13281"/>
      <inkml:brushProperty name="scaleFactor" value="0.5"/>
    </inkml:brush>
  </inkml:definitions>
  <inkml:trace contextRef="#ctx0" brushRef="#br0">1 0 24575,'0'0'0,"0"4"0,0 7 0,0 4 0,0-1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6:12:00.985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62825.93359"/>
      <inkml:brushProperty name="anchorY" value="-54107.14844"/>
      <inkml:brushProperty name="scaleFactor" value="0.5"/>
    </inkml:brush>
  </inkml:definitions>
  <inkml:trace contextRef="#ctx0" brushRef="#br0">1 1 24575,'0'0'0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19:15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19:15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19:16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29:22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1309 230 24575,'-1'-4'0,"0"1"0,0-1 0,-1 0 0,1 0 0,-1 1 0,1-1 0,-1 1 0,0 0 0,0 0 0,-4-4 0,2 1 0,-9-13 0,-2 0 0,0 2 0,-29-26 0,34 33 0,-1 1 0,-1 1 0,1 0 0,-1 1 0,-1 0 0,1 0 0,-19-5 0,7 7 0,0 1 0,-1 1 0,1 1 0,-1 1 0,-47 4 0,12 0 0,-72-4 0,-73 4 0,199-3 0,0 1 0,0 1 0,0-1 0,0 1 0,0 0 0,0 1 0,1-1 0,-1 1 0,1 0 0,0 1 0,0-1 0,0 1 0,-7 7 0,-5 6 0,1 1 0,-16 23 0,9-11 0,-60 58 0,44-49 0,30-28 0,0 0 0,1 1 0,-13 24 0,-14 19 0,17-32 0,0 1 0,2 0 0,-13 29 0,23-39 0,0 0 0,1 0 0,0 1 0,1 0 0,1 0 0,1 0 0,-2 27 0,3-32 0,1 0 0,1 0 0,0 0 0,0-1 0,5 19 0,-4-23 0,0 0 0,0-1 0,0 1 0,0-1 0,1 0 0,0 0 0,0 1 0,0-2 0,1 1 0,-1 0 0,1-1 0,0 1 0,6 3 0,17 10 0,1-1 0,0-2 0,1-1 0,44 14 0,126 24 0,-153-42 0,1-3 0,-1-1 0,1-3 0,0-1 0,48-7 0,-90 5 0,0 0 0,-1 0 0,1 0 0,-1-1 0,1 0 0,-1 0 0,1 0 0,-1 0 0,7-5 0,34-32 0,-18 14 0,-4 4 0,30-35 0,-31 32 0,32-29 0,-41 41 0,0-1 0,-1-1 0,18-27 0,-16 22 0,24-27 0,-31 39 0,0 0 0,0 0 0,-1-1 0,0 0 0,-1-1 0,0 1 0,0-1 0,0 0 0,-1 0 0,-1 0 0,0-1 0,0 1 0,-1-1 0,0 0 0,1-11 0,1-132 342,-5 132-684,-1-1 1,0 0 0,-2 0-1,-12-40 1,6 37-6485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29:24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1087 205 24575,'-16'-15'0,"-16"-18"0,-1 2 0,-37-27 0,58 50 0,0 0 0,0 1 0,-1 1 0,0-1 0,0 2 0,0 0 0,-1 1 0,1 0 0,-1 1 0,-24-3 0,35 6 0,-20-3 0,0 2 0,1 1 0,-1 0 0,1 2 0,-41 7 0,50-4 0,0 1 0,1-1 0,0 2 0,-19 12 0,-44 38 0,61-45 0,0 1 0,0 1 0,1 0 0,0 1 0,-14 23 0,11-16 0,-25 28 0,4-8 0,-39 58 0,42-54 0,12-16 0,1 2 0,-16 33 0,28-47 0,1 0 0,2 0 0,-1 0 0,2 1 0,-6 35 0,4 45 0,5 123 0,3-142 0,0-66 0,0 0 0,1 0 0,1-1 0,0 1 0,0-1 0,11 24 0,41 72 0,-22-50 0,-13-27 0,0 0 0,3-1 0,37 40 0,-11-14 0,99 116 0,-125-147 0,1-1 0,2-2 0,0-1 0,54 36 0,-64-49 0,1 0 0,0-1 0,1 0 0,0-2 0,0 0 0,0-1 0,1 0 0,-1-2 0,1 0 0,0-1 0,36-2 0,-43-2 0,-1-1 0,1 0 0,-1-1 0,1 0 0,-1 0 0,-1-2 0,1 1 0,-1-1 0,0-1 0,0 0 0,14-13 0,1-3 0,-1-1 0,37-50 0,-20 14 0,57-112 0,-81 137 0,-2 0 0,-1-2 0,-2 1 0,-2-1 0,8-55 0,-10 30 0,-2 0 0,-5-98 0,-3 136 0,-1 0 0,-1 1 0,-1-1 0,-1 1 0,-1 0 0,-1 1 0,-1-1 0,-1 2 0,-1-1 0,-1 1 0,-1 1 0,-1 1 0,-23-28 0,14 20 0,18 19 0,-2 0 0,1 1 0,-1-1 0,0 1 0,0 1 0,-1 0 0,0 0 0,0 0 0,-12-6 0,-15-1 148,-48-12-1,60 19-384,-1 0 0,1-2 0,0 0-1,1-2 1,0 0 0,-28-19 0,30 13-6589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29:26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744 127 24575,'0'0'0,"-1"-1"0,1 0 0,0 0 0,-1 1 0,1-1 0,-1 0 0,1 0 0,-1 1 0,1-1 0,-1 1 0,1-1 0,-1 0 0,1 1 0,-1-1 0,0 1 0,0-1 0,1 1 0,-1 0 0,0-1 0,0 1 0,1 0 0,-1-1 0,0 1 0,-1 0 0,-24-6 0,24 6 0,-6-2 0,1 2 0,-1-1 0,1 1 0,-1 0 0,1 0 0,-1 1 0,1 0 0,-1 0 0,1 1 0,0 0 0,-8 3 0,4 0 0,1 0 0,0 1 0,0 1 0,0-1 0,1 2 0,-12 11 0,-136 151 0,107-111 0,26-28 0,1 0 0,1 1 0,-34 69 0,-34 113 0,48-109 0,31-81 0,2-1 0,0 2 0,2-1 0,1 1 0,0 0 0,2 1 0,-1 45 0,7-16 0,4-1 0,1 0 0,3-1 0,2 0 0,26 69 0,-37-121 0,23 73 0,59 122 0,-73-176 0,1 0 0,1-1 0,1-1 0,0 0 0,2-1 0,0 0 0,0-1 0,2-1 0,0 0 0,36 23 0,26 11 0,40 22 0,-105-65 0,1-1 0,-1-1 0,0 0 0,1-1 0,0-1 0,0 0 0,0-1 0,0 0 0,0-2 0,23-2 0,-1-3 0,1-1 0,69-23 0,-84 21 0,0-2 0,-1 0 0,-1-2 0,0 0 0,0-1 0,-2-1 0,0-1 0,0-1 0,-2 0 0,30-39 0,-35 38 0,0 0 0,-1-1 0,-1-1 0,-1 1 0,-1-2 0,-1 1 0,0-1 0,-2 0 0,0-1 0,2-25 0,-1-21 0,-7-134 0,-1 170 0,-2 0 0,-2 1 0,-13-46 0,-39-90 0,27 80 0,-40-129 0,-64-167 0,119 347 0,-3 1 0,0 0 0,-3 1 0,0 1 0,-2 2 0,-2 0 0,-38-37 0,54 61 0,0-1 0,0 1 0,0 1 0,-1 0 0,0 0 0,0 1 0,0 0 0,-1 1 0,1 0 0,-14-1 0,-21-9 0,20 4-1365,3-1-5461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29:49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3009 445 24575,'0'-2'0,"-1"0"0,0 0 0,0 0 0,-1 1 0,1-1 0,0 0 0,0 1 0,-1-1 0,1 1 0,-1 0 0,0-1 0,1 1 0,-1 0 0,0 0 0,0 0 0,1 0 0,-1 0 0,-3 0 0,1-2 0,-37-16 0,-67-23 0,14 7 0,-23-15 0,-134-53 0,171 74 0,-98-22 0,142 45 0,0 2 0,-56-1 0,69 4 0,-23-2 0,-72-16 0,-30-2 0,4 12 0,-238-9 0,360 19 0,0 1 0,0 1 0,0 1 0,0 1 0,1 1 0,0 1 0,-34 15 0,20-9 0,-64 13 0,40-11 0,46-11 0,0 1 0,0 0 0,1 1 0,0 0 0,-19 13 0,-53 47 0,24-18 0,-136 107 0,185-145 0,-1 1 0,2 1 0,-11 14 0,-7 7 0,13-15 0,0 0 0,2 0 0,-20 34 0,27-39 0,-1 0 0,2 1 0,0 0 0,0-1 0,1 2 0,-4 26 0,-3 27 0,6-44 0,-2 36 0,4-30 0,-6 30 0,3-31 0,-1 39 0,7-46 0,0 1 0,2-1 0,0 0 0,2 1 0,1-1 0,13 40 0,-7-35 0,1 0 0,2 0 0,0-1 0,32 42 0,-39-58 0,-1 1 0,0 0 0,-1 0 0,7 19 0,2 3 0,-9-22 0,2-1 0,0 1 0,0-1 0,1 0 0,13 12 0,-9-9 0,17 25 0,-8-7 0,-2 0 0,1-1 0,2-1 0,41 42 0,-54-60 0,0-1 0,0 2 0,-1-1 0,0 1 0,8 16 0,-7-11 0,0-1 0,16 19 0,-7-13 0,3 4 0,2 0 0,43 38 0,-58-57 0,1-1 0,0 1 0,0-2 0,1 1 0,0-1 0,0-1 0,0 0 0,1 0 0,-1-1 0,1 0 0,0-1 0,17 2 0,325-5 0,-343 0 0,-8 1 0,72-2 0,143-23 0,-194 18 0,1-1 0,-1-1 0,0-1 0,-1-2 0,0 0 0,27-20 0,-6 4 0,-35 24 0,1-1 0,0 2 0,-1-1 0,1 1 0,0 0 0,0 1 0,10-1 0,69-4 0,-9 1 0,-35-2 0,0-1 0,-1-3 0,0-2 0,0-1 0,-2-2 0,0-2 0,47-29 0,11-6 0,170-64 0,-249 110 0,2 0 0,0 0 0,1 2 0,0 1 0,0 0 0,1 2 0,-1 1 0,1 0 0,28 3 0,-27-1 0,-1 1 0,1 1 0,-1 1 0,0 2 0,0 0 0,40 14 0,-57-15 0,1-1 0,-1-1 0,1 1 0,0-1 0,0-1 0,0 1 0,0-1 0,0-1 0,0 1 0,0-1 0,0-1 0,1 0 0,-1 0 0,0 0 0,-1-1 0,1 0 0,0-1 0,0 0 0,-1 0 0,0-1 0,1 1 0,-1-2 0,-1 1 0,1-1 0,7-7 0,17-14 0,-2-2 0,-1-1 0,-1-1 0,-2-1 0,28-44 0,-41 55 0,-2 0 0,0-1 0,-1 0 0,-1 0 0,-1-1 0,0 0 0,-2 0 0,-1 0 0,-1-1 0,1-42 0,-7 21 0,-2 1 0,-2 0 0,-1 0 0,-3 1 0,-17-44 0,20 63 0,-1 2 0,-2-1 0,0 1 0,-1 1 0,-1 0 0,-1 0 0,-1 2 0,0 0 0,-1 0 0,-1 2 0,-30-23 0,32 26 0,1-1 0,0-1 0,1 0 0,-22-32 0,-11-13 0,3 2 294,32 42-709,0 0 1,-1 1-1,-27-27 0,22 30-6411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0:20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3259 215 24575,'-34'2'0,"-63"9"0,15 1 0,-111 4 0,-1-8 0,-243-21 0,427 12 0,-52-4 0,-1-3 0,-75-20 0,68 11 0,-90-10 0,-74 4 0,-134-21 0,302 32 0,0 2 0,-77 0 0,102 10 0,0 2 0,1 1 0,-1 2 0,-69 19 0,106-23 0,-127 42 0,115-36 0,-1 1 0,1 0 0,1 1 0,0 1 0,-23 19 0,-95 79 0,121-96 0,0 0 0,0 1 0,1 1 0,1 0 0,0 1 0,-11 22 0,-6 9 0,18-34 0,1 1 0,0 1 0,1-1 0,1 1 0,0 0 0,0 1 0,2-1 0,0 1 0,1 0 0,0 1 0,-1 28 0,4-29 0,0 1 0,1 0 0,1-1 0,4 17 0,-4-25 0,0-1 0,0 0 0,1 1 0,0-1 0,0 0 0,1 0 0,0-1 0,0 1 0,0-1 0,0 0 0,1 0 0,5 5 0,17 14 0,1-2 0,1 0 0,1-2 0,1-1 0,0-1 0,1-2 0,38 13 0,-34-17 0,0-1 0,0-3 0,1-1 0,0-1 0,54 1 0,-22-7 0,117 8 0,128 19 0,-145-15 0,27 12 0,-98-11 0,107 2 0,433-17 0,-620 3 0,1-2 0,-1 0 0,0-1 0,0-1 0,0 0 0,0-2 0,0 0 0,-1-1 0,0 0 0,0-2 0,22-13 0,31-23 0,2 3 0,2 3 0,108-40 0,-172 75 0,220-83 0,-178 69 0,-41 15 0,-1-1 0,1 0 0,-1-1 0,0 0 0,18-11 0,-15 6 0,0-1 0,-1 0 0,0-1 0,-1-1 0,16-20 0,-20 23 0,-1-1 0,0 1 0,-1-1 0,0 0 0,0 0 0,-1 0 0,-1-1 0,5-20 0,2-22 0,-5 30 0,-1-1 0,0 1 0,-1-35 0,-3 52 0,-1-1 0,0 0 0,0 0 0,0 1 0,-1-1 0,0 1 0,0-1 0,0 1 0,-1 0 0,0 0 0,0 0 0,-1 0 0,0 0 0,0 1 0,0-1 0,-8-6 0,-15-12 0,17 16 0,0-1 0,1 0 0,0 0 0,-10-13 0,13 13 0,-1 0 0,-1 1 0,1-1 0,-2 1 0,1 1 0,-1 0 0,-10-7 0,1 4 0,1 1 0,-2 0 0,-22-7 0,-229-74-1365,250 84-5461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0:41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3434 349 24575,'-57'-3'0,"0"-3"0,-94-21 0,75 12 0,-333-69 0,-352-57 0,683 130 0,-392-44 0,398 50 0,-1 3 0,1 4 0,0 3 0,0 2 0,0 4 0,1 3 0,1 4 0,-134 51 0,181-59 0,1 1 0,0 1 0,1 1 0,1 0 0,0 2 0,0 1 0,-18 19 0,-19 13 0,40-35 0,-30 29 0,-6 12 0,28-31 0,2 2 0,-23 29 0,-6 8 0,37-46 0,0 1 0,2 1 0,-16 24 0,26-36 0,0 1 0,1-1 0,-1 1 0,1-1 0,1 1 0,-1 0 0,1-1 0,0 1 0,1 0 0,0 0 0,0 0 0,0 0 0,1-1 0,0 1 0,0 0 0,1 0 0,0-1 0,0 1 0,1-1 0,-1 1 0,1-1 0,1 0 0,-1 0 0,1-1 0,0 1 0,0-1 0,1 1 0,-1-1 0,1-1 0,1 1 0,5 4 0,11 6 0,0-1 0,1-1 0,46 18 0,79 19 0,-65-24 0,40 15 0,245 87 0,-348-121 0,0-1 0,0-1 0,1-1 0,37 3 0,86-5 0,-88-3 0,62 0 0,236-4 0,-2-29 0,-253 18 0,200-7 0,267 25 0,-554-2 0,0-1 0,0 0 0,0-1 0,0-1 0,0 1 0,-1-2 0,1 0 0,19-10 0,-9 2 0,-1-1 0,0-1 0,24-22 0,7-6 0,-13 11 0,-1-1 0,50-56 0,-81 79 0,-1 0 0,0 0 0,0-1 0,-1 0 0,0 0 0,-1 0 0,0-1 0,0 1 0,-1-1 0,3-22 0,-5 25 0,-1-1 0,1 1 0,-2-1 0,1 1 0,-1-1 0,0 1 0,-1-1 0,0 1 0,0 0 0,-1 0 0,0 0 0,0 0 0,-1 1 0,0-1 0,-5-7 0,-3-1 0,0 0 0,-1 1 0,0 0 0,-1 1 0,-30-24 0,-198-133 0,232 166-76,0-1 1,0 1-1,0 1 0,0-1 0,-1 2 0,1 0 0,-1 0 0,0 1 1,0 0-1,0 0 0,0 2 0,-1-1 0,1 1 0,0 1 1,0 0-1,0 1 0,-16 4 0,11 0-6750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0:54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24575,'0'12'0,"5"14"0,4 9 0,6 13 0,5 10 0,2 3 0,2-8 0,-2-9 0,-2-8 0,0-6 0,2-4 0,0-2 0,1-1 0,1-4 0,4-10 0,2-11 0,0-8 0,-5-4-8191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0:55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24575,'-104'115'0,"-15"14"0,114-124 0,0 0 0,0 1 0,1 0 0,0 0 0,0 0 0,0 0 0,1 1 0,0-1 0,0 1 0,0 0 0,1 0 0,0 0 0,-1 12 0,0 6 0,1 0 0,3 42 0,1-29 0,-1 44 0,21 385 0,-16-409 0,-2-20 0,0 0 0,3 0 0,11 38 0,-17-73-80,0 0 0,0 0-1,1 0 1,-1 0 0,1 0-1,-1-1 1,1 1 0,0 0-1,0-1 1,0 1 0,1-1 0,-1 0-1,0 0 1,1 0 0,0 0-1,3 2 1,13 3-6746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0:5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24575,'-6'7'0,"-1"2"0,1-1 0,-9 16 0,-9 14 0,12-22 0,0 1 0,1 0 0,1 1 0,-16 36 0,21-42 0,1 1 0,1 0 0,0 0 0,0 0 0,1 0 0,1 0 0,0 0 0,2 23 0,1-28 0,-1 1 0,2-1 0,-1 0 0,1 0 0,0 0 0,1 0 0,0 0 0,0-1 0,1 0 0,0 1 0,8 8 0,10 9 0,39 34 0,-44-43 0,-7-6 0,0 1 0,1-1 0,0 0 0,1 0 0,21 11 0,-30-19 0,0 0 0,0 0 0,1-1 0,-1 0 0,0 0 0,1 0 0,-1 0 0,1 0 0,-1-1 0,1 0 0,-1 0 0,0 0 0,1-1 0,-1 1 0,1-1 0,-1 0 0,1 0 0,-1-1 0,0 1 0,8-5 0,-2-1 0,0-1 0,-1 0 0,0 0 0,0-1 0,-1 0 0,0-1 0,-1 1 0,9-15 0,10-13 0,-21 31 0,118-161 0,-121 165 0,0-1 0,0 0 0,0 0 0,0 0 0,-1 0 0,1 0 0,-1 0 0,0 0 0,0 0 0,0-1 0,-1 1 0,1 0 0,-1-1 0,1 1 0,-1 0 0,0-1 0,-1 1 0,1-1 0,0 1 0,-1 0 0,0-1 0,0 1 0,0 0 0,0 0 0,0 0 0,-1 0 0,1 0 0,-1 0 0,-3-5 0,-7-7-91,-1 0 0,-1 1 0,0 0 0,0 2 0,-1-1 0,-1 2 0,0 0 0,-1 0 0,0 2 0,0 0 0,-1 1 0,0 1 0,0 0 0,-27-5 0,24 9-6735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01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24575,'13'0'0,"20"-5"0,18 0 0,13-1 0,-1 2 0,-6 1 0,-14 1-8191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02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24575,'0'-4'0,"0"-6"0,4-6 0,10 1 0,7-2 0,8 2 0,3 4 0,5 3 0,0 4 0,-2 2 0,-3 1 0,-2 1 0,-2 1 0,-7 0-8191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09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520 29 24575,'-5'-1'0,"-1"0"0,1 0 0,-1 0 0,1-1 0,-8-3 0,-18-4 0,7 5 0,0 1 0,0 2 0,-44 2 0,61-1 0,-1 1 0,1 0 0,0 0 0,0 1 0,0 0 0,0 0 0,0 1 0,0 0 0,0 0 0,1 0 0,-1 1 0,1 0 0,0 0 0,1 1 0,-1 0 0,-9 10 0,-35 43 0,-7 9 0,51-59 0,0 1 0,1 1 0,0-1 0,1 1 0,0 0 0,-4 14 0,-5 31 0,3 0 0,-5 83 0,12 113 0,2-234-170,2 0-1,0 0 0,1 0 1,1-1-1,1 1 0,0-1 1,7 16-1,-3-15-6655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0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24575,'2'0'0,"0"0"0,0 1 0,-1-1 0,1 1 0,0-1 0,0 1 0,-1 0 0,1 0 0,0 0 0,-1 0 0,1 0 0,-1 0 0,0 0 0,1 0 0,-1 1 0,0-1 0,1 1 0,0 1 0,18 30 0,-19-32 0,43 76 0,26 54 0,-64-115 0,0 0 0,0 0 0,-2 1 0,0-1 0,-1 1 0,2 30 0,6 72 342,1-1-2049,-12-97-5119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1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24575,'17'0'0,"31"0"0,28 0 0,18 0 0,5 0 0,-5 0 0,-11 0 0,-15 0 0,-19 0-8191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3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43 24575,'-28'26'0,"8"-7"0,-24 29 0,40-42 0,-6 6 0,1 0 0,-9 17 0,16-24 0,-1 0 0,1 0 0,0 1 0,1-1 0,-1 1 0,1 0 0,0 0 0,0-1 0,1 8 0,1 16 0,1-1 0,1 0 0,9 34 0,28 85 0,-29-110 0,74 207 0,-46-138 0,-30-83 0,2-1 0,23 38 0,-23-42 0,-10-16 0,-1-1 0,1 1 0,0-1 0,0 1 0,0-1 0,0 1 0,0-1 0,1 0 0,-1 0 0,0 1 0,1-1 0,-1 0 0,1 0 0,-1 0 0,1 0 0,-1-1 0,1 1 0,-1 0 0,1-1 0,0 1 0,0-1 0,1 1 0,-1-1 0,0-1 0,0 1 0,0-1 0,0 1 0,-1-1 0,1 0 0,0 1 0,0-1 0,-1 0 0,1 0 0,-1 0 0,1-1 0,-1 1 0,1 0 0,-1 0 0,0-1 0,2-1 0,2-4 0,0-1 0,0 0 0,0 0 0,-1 0 0,0-1 0,-1 1 0,3-12 0,-1-1 0,-1 1 0,-1-1 0,-1 1 0,-1-31 0,-2 37 0,0 0 0,-1 1 0,-1-1 0,0 1 0,0 0 0,-1 0 0,-11-23 0,-68-160 0,75 177 0,-1 1 0,-23-34 0,24 40 0,0-1 0,0 1 0,1-1 0,1 0 0,0-1 0,1 0 0,-6-27 0,8 21 0,0 0 0,2 0 0,0 1 0,2-1 0,0 0 0,1 0 0,9-38 0,-7 49 0,1-1 0,0 1 0,1 0 0,-1 0 0,2 0 0,-1 1 0,1 0 0,1 0 0,-1 1 0,15-11 0,-20 17 0,-1 0 0,1 0 0,0 0 0,-1 0 0,1 0 0,0 0 0,-1 1 0,1-1 0,0 0 0,0 1 0,-1 0 0,1-1 0,0 1 0,0 0 0,0 0 0,0 0 0,0 0 0,-1 0 0,1 1 0,0-1 0,3 1 0,-2 1 0,0-1 0,-1 1 0,1 0 0,-1 0 0,1-1 0,-1 2 0,0-1 0,0 0 0,0 0 0,0 1 0,0-1 0,2 4 0,0 3 0,1 0 0,-1 0 0,-1 1 0,0-1 0,0 1 0,-1 0 0,2 14 0,-3-9 0,-1-1 0,0 1 0,-1-1 0,-1 0 0,0 1 0,-1-1 0,0 0 0,-1 0 0,-1-1 0,0 1 0,-1-1 0,0 0 0,-1-1 0,-1 1 0,-9 11 0,-99 147 0,65-104 0,49-64 0,11-10 0,13-15 0,-13 11 0,6-8 0,2 0 0,-1 1 0,2 0 0,28-20 0,-41 34 0,1 0 0,0 1 0,-1 0 0,1 0 0,1 0 0,-1 1 0,0 0 0,1 0 0,-1 0 0,1 1 0,-1 0 0,1 1 0,0-1 0,-1 1 0,1 0 0,0 1 0,-1 0 0,1 0 0,-1 0 0,1 1 0,9 3 0,70 34 0,96 57 0,-165-86 0,-1 0 0,-1 0 0,29 25 0,-39-29 0,0-1 0,0 1 0,-1-1 0,1 1 0,-1 0 0,0 1 0,-1-1 0,0 1 0,0 0 0,0 0 0,-1 0 0,0 0 0,1 8 0,-1 2 0,-1 0 0,0 0 0,-2 0 0,0 1 0,-1-1 0,-1 0 0,0 0 0,-1-1 0,-1 1 0,-1-1 0,0 0 0,-1 0 0,-1 0 0,0-1 0,-1-1 0,-1 1 0,0-2 0,-1 1 0,0-1 0,-23 19 0,26-25 0,-1-2 0,0 1 0,0-1 0,0 0 0,0-1 0,-1 0 0,0-1 0,0 0 0,-19 3 0,-5-1 0,-54 0 0,67-4 0,-1 0 0,-1-1 0,1 0 0,-1-2 0,1-1 0,0 0 0,0-2 0,-26-8 0,46 12 0,-1 0 0,1 0 0,-1 0 0,1 0 0,-1-1 0,1 1 0,0-1 0,0 0 0,-1 1 0,1-1 0,0 0 0,1 0 0,-1-1 0,0 1 0,-2-4 0,4 4 0,-1 0 0,1 0 0,-1 0 0,1 0 0,0 0 0,0 0 0,0 0 0,0 0 0,0 0 0,0 0 0,0 0 0,1 0 0,-1 1 0,1-1 0,0 0 0,-1 0 0,1 0 0,0 0 0,0 0 0,0 1 0,2-4 0,4-6-85,1 0 0,0 1-1,1-1 1,0 1 0,0 1-1,1 0 1,0 0 0,1 1-1,-1 0 1,2 1 0,-1 0-1,1 1 1,0 0 0,0 1-1,18-5 1,12 2-6741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5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794 255 24575,'-1'0'0,"-1"-1"0,1 1 0,0-1 0,0 1 0,0-1 0,-1 1 0,1-1 0,0 0 0,0 1 0,0-1 0,0 0 0,0 0 0,0 0 0,0 0 0,0 0 0,-1-1 0,-15-23 0,10 14 0,-15-16 0,-1 0 0,-1 2 0,-1 1 0,-1 1 0,-30-20 0,48 38 0,-1 0 0,0 1 0,0 0 0,0 0 0,-1 1 0,1 0 0,-1 0 0,0 1 0,1 1 0,-1 0 0,0 0 0,-16 1 0,18 0 0,0 1 0,0 0 0,0 1 0,1-1 0,-1 1 0,0 1 0,1 0 0,-1 0 0,1 0 0,0 1 0,0 0 0,0 0 0,1 1 0,-1 0 0,-9 10 0,-8 14 0,2 1 0,0 1 0,-26 52 0,18-32 0,17-30 0,-18 40 0,-41 130 0,49-125 0,18-54 0,1 1 0,0 0 0,1 0 0,0 0 0,1 1 0,1-1 0,0 1 0,0-1 0,4 25 0,-2-33 0,1 0 0,0-1 0,0 1 0,0-1 0,0 1 0,1-1 0,0 0 0,0 0 0,0 0 0,0-1 0,1 1 0,0-1 0,-1 0 0,1 1 0,0-2 0,6 4 0,9 5 0,1-1 0,26 10 0,-43-18 0,129 44 0,265 56 0,-373-97 0,113 21 0,-115-24 0,0 0 0,0-1 0,0-1 0,26-4 0,-42 3 0,0 0 0,-1-1 0,1 1 0,0-1 0,-1-1 0,1 1 0,-1-1 0,0 0 0,0 0 0,0-1 0,0 0 0,6-6 0,-4 3 0,0-1 0,-1 1 0,0-1 0,-1-1 0,0 1 0,7-15 0,-12 23 0,0 0 0,0 0 0,0-1 0,1 1 0,-1 0 0,0 0 0,0 0 0,0-1 0,0 1 0,0 0 0,0 0 0,0-1 0,0 1 0,0 0 0,0 0 0,0-1 0,0 1 0,0 0 0,0 0 0,0-1 0,0 1 0,0 0 0,0 0 0,0-1 0,0 1 0,0 0 0,0 0 0,0-1 0,0 1 0,-1 0 0,1 0 0,0 0 0,0-1 0,0 1 0,0 0 0,-1 0 0,1 0 0,0 0 0,0-1 0,-1 1 0,-12-1 0,8 1 0,-37-1-1365,-8 0-5461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5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24575,'8'-7'0,"0"0"0,1 1 0,0 0 0,0 0 0,0 1 0,1 0 0,-1 1 0,1 0 0,0 0 0,0 1 0,1 1 0,-1-1 0,1 2 0,11-1 0,44-6 0,-1 3 0,1 3 0,0 3 0,87 13 0,-98-3 160,74 25 0,9 3-1845,-115-34-5141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6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24575,'567'0'0,"-470"-5"0,0-4 0,120-27 0,-166 27 0,-45 7-124,1 1 0,0-1 0,1 2 0,-1-1 0,0 1 0,0 0-1,0 1 1,0 0 0,0 0 0,7 2 0,14 10-6702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7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24575,'3'4'0,"0"0"0,0 0 0,-1 0 0,0 0 0,0 1 0,0-1 0,0 1 0,-1 0 0,2 8 0,-1-2 0,13 49 113,-4 0 0,7 102-1,-13 124-1378,-5-251 829,0-14-6389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18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0 121 24575,'9'-4'0,"6"-2"0,14-3 0,14-5 0,13-4 0,9 1 0,-2-1 0,-8 3 0,-9 3 0,-12 5-8191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24575,'-13'14'0,"-20"24"0,18-20 0,0-1 0,-22 19 0,18-19 0,-21 26 0,34-36 0,0 0 0,1 1 0,1-1 0,-1 1 0,1 1 0,1-1 0,-5 13 0,3 0 0,1-1 0,1 1 0,-1 35 0,7 66 0,0-51 0,-2-40 0,1 0 0,1 1 0,12 47 0,-14-78-36,-1 1 0,0-1 0,0 1 1,1-1-1,-1 0 0,0 1 0,1-1 0,-1 0 0,1 0 0,0 1 0,-1-1 0,1 0 0,0 0 0,0 0 0,0 0 0,0 0 0,0 0 1,0 0-1,0 0 0,0 0 0,0 0 0,1-1 0,-1 1 0,0 0 0,0-1 0,1 1 0,-1-1 0,0 1 0,1-1 0,-1 0 0,0 0 1,1 1-1,-1-1 0,1 0 0,-1 0 0,0 0 0,3-1 0,17-4-6790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4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0 151 24575,'127'-124'0,"-124"122"0,-1-1 0,1 1 0,0-1 0,0 1 0,0 0 0,0 0 0,0 0 0,1 1 0,-1-1 0,0 1 0,1-1 0,6 0 0,-8 2 0,1 0 0,-1 0 0,1 0 0,0 1 0,-1-1 0,1 1 0,-1-1 0,1 1 0,-1 0 0,1 0 0,-1 0 0,0 0 0,1 1 0,-1-1 0,0 1 0,0-1 0,0 1 0,3 3 0,5 5 0,-1 0 0,0 1 0,-1 0 0,0 1 0,0 0 0,-2 0 0,1 1 0,-2-1 0,1 1 0,5 26 0,-1 7 0,7 89 0,-14-104 0,4 41 0,-4 0 0,-6 93 0,-1-144-1365,-2-5-5461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5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0 231 24575,'6'-2'0,"0"0"0,0 0 0,0-1 0,-1 1 0,1-1 0,-1 0 0,0-1 0,0 1 0,0-1 0,6-6 0,-10 9 0,165-124 0,-156 119 0,0 1 0,0 1 0,0 0 0,22-6 0,-19 7 0,1-2 0,18-8 0,5-2-1365,-25 13-5461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6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24575,'5'0'0,"4"-4"0,23-5 0,22-2 0,23-3 0,11-7 0,8-1 0,-9 4 0,-19 5-8191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8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598 170 24575,'1'-6'0,"-1"0"0,0-1 0,0 1 0,-1 0 0,1 0 0,-1 0 0,-1 0 0,1 0 0,-1 1 0,0-1 0,0 0 0,-1 1 0,0-1 0,0 1 0,0 0 0,-1 0 0,1 0 0,-1 0 0,0 1 0,-7-7 0,3 4 0,1 1 0,-1 0 0,0 0 0,-14-8 0,19 13 0,1 0 0,-1 0 0,1 0 0,-1 0 0,1 0 0,-1 0 0,0 1 0,1 0 0,-1-1 0,0 1 0,1 0 0,-1 0 0,0 0 0,1 1 0,-1-1 0,0 1 0,1-1 0,-1 1 0,1 0 0,-1 0 0,1 0 0,-4 2 0,-5 6 0,-1 0 0,2 1 0,-1 0 0,1 1 0,-11 15 0,-17 18 0,-51 42 0,-64 70 0,143-144 0,0 1 0,2 0 0,-1 1 0,2 0 0,-10 23 0,13-28 0,1 0 0,0 1 0,1 0 0,0 0 0,0 0 0,1 0 0,0 0 0,1 0 0,0 0 0,2 11 0,-1-17 0,0 0 0,0-1 0,0 1 0,1 0 0,-1 0 0,1-1 0,0 1 0,0-1 0,0 1 0,1-1 0,-1 0 0,1 0 0,6 5 0,-4-3 0,1-1 0,1 0 0,-1 0 0,0 0 0,1-1 0,0 0 0,9 2 0,-4-1 0,0-1 0,0-1 0,1 0 0,-1 0 0,1-2 0,-1 1 0,1-2 0,22-2 0,-28 1 0,1 1 0,-1-1 0,0 0 0,1 0 0,-1-1 0,0 0 0,0 0 0,-1-1 0,1 1 0,-1-2 0,0 1 0,0-1 0,6-5 0,22-26 0,-17 17 0,0 2 0,38-30 0,-1 7 0,-24 17 0,2 1 0,48-27 0,-77 48-62,-1 0 0,0-1 0,1 1 0,-1 0 0,1 0 0,-1 0 0,1 0 0,-1 1 0,1-1 0,0 1 0,-1 0 0,1-1-1,0 1 1,-1 0 0,1 1 0,0-1 0,-1 0 0,1 1 0,-1-1 0,1 1 0,3 1 0,4 7-6764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9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24575,'4'0'0,"6"5"0,1 9 0,3 11 0,3 13 0,-1 5 0,-4 4 0,-3-3 0,1-8 0,-2-6 0,-1-4 0,-3-3 0,-2 0 0,0-1 0,-2 1 0,0 1 0,-1-1 0,1-3-8191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29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24575,'9'0'0,"15"0"0,20 0 0,16 0 0,9-4 0,-2-2 0,-8 1 0,-11 1 0,-13 5 0,-12 7 0,-10 6 0,-8 5 0,-4-1-8191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30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 24575,'0'4'0,"-4"6"0,-5 13 0,-2 16 0,-3 18 0,1 28 0,-2 17 0,3 4 0,2 0 0,4-14 0,2-18 0,6-21 0,7-29 0,2-26 0,-1-14-8191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31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0 255 24575,'9'-11'0,"0"0"0,-1 0 0,12-21 0,6-9 0,-3 9 0,-12 15 0,1 0 0,1 0 0,25-24 0,-33 38 0,0 0 0,0 0 0,0 0 0,0 1 0,1 0 0,-1 0 0,1 0 0,-1 1 0,1 0 0,0 0 0,0 0 0,10 0 0,-2 1 0,0 1 0,0 0 0,-1 0 0,18 5 0,-25-4 0,1 0 0,-1 1 0,0-1 0,0 1 0,0 0 0,-1 1 0,1-1 0,8 8 0,0 2 0,20 25 0,-5-5 0,-8-8 0,-2 1 0,-1 1 0,-1 0 0,-1 1 0,12 32 0,-3-3 0,-3 1 0,-3 1 0,-2 0 0,13 92 0,-24-112 0,-1 0 0,-3 1 0,-1-1 0,-5 51 0,4-89 10,0 1 0,0-1 0,-1 0 0,1 0 0,0 0 0,0 0 1,-1 0-1,1 0 0,-1 0 0,1 0 0,-1 0 0,1 0 0,-1 0 0,1 0 0,-1 0 0,0 0 0,0-1 0,1 1 0,-1 0 0,0 0 0,0-1 0,0 1 0,0-1 0,0 1 0,0-1 0,0 1 0,0-1 0,0 1 0,0-1 0,0 0 0,0 0 0,0 1 1,-2-1-1,-1 0-200,1-1 0,-1 1 1,0-1-1,1 1 0,-1-1 1,0 0-1,1-1 1,-5-1-1,-7-4-6636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32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1 118 24575,'4'-4'0,"6"-2"0,5 1 0,8 0 0,14 2 0,12-3 0,11-1 0,7 1 0,-3 2 0,-8 1 0,-10 1 0,-33-2 0,-32-6 0,-29-5 0,-11-4 0,5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33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24575,'9'0'0,"23"4"0,40 6 0,29 10 0,14 5 0,8 3 0,-4 0 0,-5 1 0,-19-6 0,-24-2 0,-26 0 0,-19-4-8191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1:34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24575,'2'54'0,"2"0"0,19 87 0,38 102 0,-55-222 0,106 289 0,-64-189 0,-36-93 0,-6-21 0,-5-14 0,-3-15 0,-12-35 0,-2 0 0,-33-76 0,29 83 0,2-8 0,2 0 0,3-1 0,-7-74 0,17 111 0,1 0 0,0-26 0,3 41 0,-1 0 0,1-1 0,1 1 0,-1 0 0,1 0 0,1 0 0,-1 0 0,1 1 0,0-1 0,6-8 0,2-2 0,0 1 0,26-29 0,-32 41 0,-1 0 0,0 0 0,1 1 0,0-1 0,-1 1 0,1 0 0,1 0 0,-1 1 0,0 0 0,1-1 0,-1 2 0,1-1 0,0 1 0,8-2 0,-11 4 0,0-1 0,0 0 0,0 1 0,0 0 0,0 0 0,0 0 0,0 0 0,0 0 0,0 0 0,0 1 0,0 0 0,-1-1 0,1 1 0,-1 0 0,1 0 0,-1 0 0,3 4 0,6 6 0,-1 1 0,10 15 0,-16-22 0,1 3 0,0-1 0,-1 1 0,-1-1 0,0 1 0,0 0 0,0 1 0,-1-1 0,0 0 0,-1 1 0,0-1 0,-1 1 0,0-1 0,-1 14 0,-2 1 0,-1-1 0,-1 1 0,-1-1 0,-9 25 0,7-26 0,-1-1 0,0-1 0,-2 1 0,-1-2 0,0 1 0,-1-2 0,-1 0 0,-1 0 0,-20 18 0,23-28 0,12-8 0,0 0 0,0 0 0,0 0 0,-1 0 0,1 0 0,0 0 0,0 0 0,0 0 0,0 0 0,0 0 0,0 0 0,0 0 0,-1 0 0,1-1 0,0 1 0,0 0 0,0 0 0,0 0 0,0 0 0,0 0 0,0 0 0,0 0 0,0 0 0,0-1 0,0 1 0,0 0 0,0 0 0,-1 0 0,1 0 0,0 0 0,0 0 0,0 0 0,0-1 0,0 1 0,0 0 0,0 0 0,0 0 0,0 0 0,1 0 0,-1 0 0,0-1 0,0 1 0,0 0 0,0 0 0,0 0 0,0 0 0,0 0 0,1-3 0,0 1 0,0 0 0,0-1 0,0 1 0,0 0 0,1 0 0,-1 0 0,3-3 0,74-64 0,-23 23 0,-44 37 0,0 1 0,0 0 0,1 1 0,0 0 0,0 1 0,1 0 0,0 1 0,0 0 0,24-5 0,-15 6 0,0 1 0,0 1 0,0 0 0,0 2 0,31 3 0,-45-1 0,0 0 0,0 0 0,0 0 0,-1 1 0,0 0 0,1 1 0,-1 0 0,0 0 0,0 0 0,-1 1 0,1 0 0,-1 0 0,0 1 0,-1-1 0,1 1 0,-1 1 0,0-1 0,-1 1 0,0 0 0,6 12 0,-4-8 0,-1 0 0,-1 0 0,0 1 0,0-1 0,-1 1 0,-1 0 0,0 0 0,-1 0 0,0 0 0,-1 0 0,0 0 0,-1 0 0,-3 18 0,-2-7 0,-1 0 0,-2 0 0,0-1 0,-18 31 0,-58 80 0,59-94 0,20-31 0,1 0 0,-2 0 0,1-1 0,-1 0 0,0 0 0,0 0 0,-11 6 0,12-9 0,0-1 0,0 0 0,0 0 0,0 0 0,-1-1 0,0 0 0,1 0 0,-1-1 0,0 0 0,0 0 0,-7 0 0,-94-3-1365,82 1-5461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2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24575,'4'-4'0,"19"-2"0,17 1 0,19 0 0,12-2 0,11 0 0,-1 1 0,0 1 0,-11 2 0,-17 2-8191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2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24575,'4'0'0,"19"0"0,25 0 0,22 0 0,20 0 0,7-4 0,-8-2 0,-16 1 0,-20 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3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497 67 24575,'-1'-2'0,"1"0"0,-1 0 0,1 0 0,-1 0 0,0 0 0,0 0 0,0 0 0,0 0 0,0 0 0,0 1 0,-1-1 0,1 0 0,0 1 0,-1-1 0,1 1 0,-1 0 0,0-1 0,-3-1 0,-35-18 0,36 19 0,0 0 0,0 1 0,0-1 0,0 1 0,-1 0 0,1 0 0,-1 1 0,1-1 0,-1 1 0,1 0 0,-1 0 0,1 1 0,0-1 0,-1 1 0,1 0 0,-8 3 0,6-1 0,1 0 0,0 0 0,0 0 0,0 1 0,1-1 0,-1 1 0,1 0 0,0 1 0,0-1 0,0 1 0,-3 6 0,-6 11 0,1 2 0,1 0 0,1 0 0,-11 41 0,17-53 0,-80 353 0,29 9 0,27-166 0,27-200 0,-5 22 0,6-28 0,-1-1 0,1 0 0,0 0 0,-1 0 0,1 1 0,-1-1 0,1 0 0,-1 0 0,0 0 0,0 0 0,1 0 0,-1 0 0,0 0 0,0 0 0,0 0 0,-2 1 0,2-2 0,1 0 0,0 0 0,-1 0 0,1 0 0,-1 0 0,1 0 0,-1 0 0,1 0 0,-1 0 0,1 0 0,-1 0 0,1 0 0,0 0 0,-1 0 0,1-1 0,-1 1 0,1 0 0,-1 0 0,1-1 0,0 1 0,-1 0 0,1 0 0,0-1 0,-1 1 0,1 0 0,0-1 0,0 1 0,-1-1 0,1 1 0,0 0 0,0-1 0,-1 1 0,1-1 0,-7-17 0,2-6-85,1-1 0,1 0 0,1 0 0,2-45 0,0 44-855,0-18-5886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4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24575,'11'1'0,"1"0"0,-1 1 0,1 0 0,-1 1 0,0 0 0,0 1 0,-1 1 0,1-1 0,-1 2 0,13 8 0,13 10 0,43 37 0,-76-58 0,12 10 0,-2 1 0,1 1 0,-2 0 0,0 1 0,-1 0 0,0 1 0,-2 0 0,0 0 0,0 1 0,-2 0 0,0 1 0,7 38 0,-4-3 0,-2 1 0,-3 0 0,-2 75 0,-4-87 0,-3 0 0,-1-1 0,-3 0 0,-15 53 0,-66 158 0,49-149 0,32-82 0,-64 153 0,69-170 0,0 0 0,1 0 0,-2 0 0,1 0 0,-1 0 0,-7 7 0,10-11 0,0 0 0,-1 0 0,1-1 0,0 1 0,0-1 0,0 1 0,0-1 0,0 1 0,-1-1 0,1 0 0,0 1 0,0-1 0,-1 0 0,1 0 0,0 0 0,0 0 0,-1 0 0,1 0 0,0 0 0,-1 0 0,1-1 0,0 1 0,0-1 0,0 1 0,-1-1 0,1 1 0,0-1 0,0 1 0,0-1 0,0 0 0,0 0 0,0 1 0,0-1 0,0 0 0,0 0 0,1 0 0,-2-2 0,-7-7 51,2 0 0,0-1 0,0 0 0,1 0 0,-6-14 0,-23-67-530,20 50-713,-6-15-5634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4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24575,'13'0'0,"25"4"0,18 1 0,21 4 0,14 1 0,5-1 0,-7-3 0,-5-2 0,-13-2 0,-14-1 0,-17 4 0,-15 4 0,-13 6 0,-7 4 0,0-2 0,-2-2-8191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6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352 189 24575,'0'763'0,"0"-747"0,0-4 0,0 0 0,-1 0 0,0 1 0,-3 12 0,4-25 0,0 0 0,1 0 0,-1 1 0,0-1 0,0 0 0,0 1 0,0-1 0,0 0 0,-1 1 0,1-1 0,0 0 0,0 1 0,0-1 0,0 0 0,0 0 0,0 1 0,0-1 0,-1 0 0,1 0 0,0 1 0,0-1 0,0 0 0,-1 0 0,1 1 0,0-1 0,0 0 0,-1 0 0,1 0 0,0 0 0,0 1 0,-1-1 0,1 0 0,0 0 0,0 0 0,-1 0 0,1 0 0,0 0 0,-1 0 0,1 0 0,0 0 0,-1 0 0,1 0 0,0 0 0,-1 0 0,1 0 0,0 0 0,0 0 0,-1 0 0,1 0 0,0 0 0,-1 0 0,1 0 0,0-1 0,0 1 0,-1 0 0,1 0 0,0 0 0,0-1 0,-1 1 0,1 0 0,0-1 0,-12-18 0,1-6 0,1 0 0,2-1 0,-6-30 0,-12-84 0,24 125 0,-23-201 0,23 181 0,2-1 0,2 1 0,1 0 0,8-38 0,-7 56 0,1 0 0,1 0 0,1 0 0,0 1 0,1 0 0,1 0 0,15-19 0,-5 10 0,1 1 0,2 1 0,31-26 0,-49 45 0,0 0 0,1 0 0,0 1 0,0 0 0,0 0 0,0 0 0,1 0 0,-1 1 0,1 0 0,0 0 0,-1 1 0,1-1 0,0 1 0,9 0 0,-10 1 0,1 1 0,-1-1 0,1 1 0,-1 1 0,1-1 0,-1 1 0,0 0 0,0 0 0,0 1 0,0-1 0,0 1 0,0 0 0,-1 0 0,0 1 0,7 5 0,6 7 0,0 1 0,-2 1 0,25 34 0,-32-40 0,-1 0 0,-1 1 0,0 0 0,-1 0 0,0 1 0,-1-1 0,4 23 0,-5-9 0,0 0 0,-2 0 0,-1 0 0,-2 0 0,0-1 0,-1 1 0,-2 0 0,-9 29 0,7-33 0,-2 0 0,0 0 0,-1-1 0,-1 0 0,-1-1 0,-1 0 0,-1-1 0,-1-1 0,-21 22 0,32-37 0,0 0 0,0 0 0,-1-1 0,0 0 0,1 0 0,-1 0 0,-7 3 0,11-6 0,0 1 0,0-1 0,0 1 0,0-1 0,0 0 0,0 0 0,0 1 0,0-1 0,0 0 0,0 0 0,-1 0 0,1 0 0,0 0 0,0 0 0,0-1 0,0 1 0,0 0 0,0 0 0,0-1 0,0 1 0,0-1 0,0 1 0,0-1 0,0 1 0,0-1 0,1 0 0,-1 1 0,0-1 0,0 0 0,0 0 0,1 1 0,-1-1 0,0 0 0,1 0 0,-1 0 0,1 0 0,-1 0 0,1 0 0,0 0 0,-1 0 0,1 0 0,0 0 0,0 0 0,-1-1 0,1-1 0,0 0 0,0 1 0,0-1 0,0 1 0,0-1 0,1 0 0,-1 1 0,1-1 0,0 1 0,0-1 0,0 1 0,0-1 0,0 1 0,0-1 0,0 1 0,3-3 0,32-37 0,-24 29 0,0 0 0,1 0 0,0 1 0,1 1 0,0 0 0,20-12 0,-33 22 0,1 0 0,0 1 0,0-1 0,0 0 0,0 0 0,0 1 0,0-1 0,0 1 0,0 0 0,0 0 0,0-1 0,0 1 0,0 1 0,0-1 0,0 0 0,0 0 0,0 1 0,0-1 0,0 1 0,0-1 0,-1 1 0,1 0 0,0 0 0,0 0 0,-1 0 0,4 3 0,3 2 0,-1 1 0,-1 0 0,1 0 0,7 13 0,3 2 0,-7-11 0,-4-5 0,0 0 0,0 0 0,-1 1 0,0 0 0,-1 0 0,1 0 0,-1 0 0,-1 1 0,1 0 0,-1 0 0,0-1 0,-1 2 0,2 8 0,-3-4 0,-1 1 0,0-1 0,0 0 0,-2 1 0,1-1 0,-2 0 0,0 0 0,0 0 0,-1 0 0,-1-1 0,0 0 0,-1 1 0,0-2 0,-1 1 0,0-1 0,0 0 0,-2 0 0,1-1 0,-1 0 0,-18 14 0,-1 2 0,12-11 0,-34 25 0,45-37 0,1 0 0,-1 0 0,1-1 0,-1 1 0,0-1 0,0-1 0,0 1 0,-1-1 0,1 1 0,0-1 0,0-1 0,-1 1 0,-5-1 0,-21-5 0,1-1 0,0-2 0,-49-19 0,34 11 0,-64-26 0,-50-15 0,106 48-1365,33 8-5461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7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1 121 24575,'16'-4'0,"40"-6"0,35-9 0,40-2 0,22-1 0,7 3 0,-11 5 0,-28 4 0,-33 9 0,-33 12 0,-25 5-8191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8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45 24575,'0'-1'0,"1"-1"0,0 1 0,-1 0 0,1-1 0,0 1 0,0 0 0,0 0 0,0-1 0,0 1 0,0 0 0,0 0 0,0 0 0,2-1 0,-2 1 0,0 0 0,0 0 0,1 0 0,-1 0 0,0-1 0,0 1 0,0 0 0,0-1 0,-1 1 0,2-3 0,-6-2 0,-12 2 0,11 4 0,1 0 0,-1 0 0,0 0 0,0 1 0,1 0 0,-1 0 0,0 0 0,1 1 0,-1 0 0,1-1 0,-1 2 0,1-1 0,0 0 0,0 1 0,0 0 0,0 0 0,1 0 0,-1 0 0,1 1 0,-1-1 0,1 1 0,-3 4 0,0 1 0,0 1 0,0-1 0,1 1 0,0 0 0,0 1 0,1-1 0,1 1 0,-5 20 0,3 8 0,2 1 0,2-1 0,1 1 0,2 0 0,2 0 0,9 41 0,0-26 0,1 0 0,3-2 0,42 90 0,-51-125 0,1 0 0,1-1 0,0-1 0,1 0 0,1 0 0,1-1 0,0-1 0,29 25 0,-21-21 0,28 30 0,-37-34 0,1-1 0,0 0 0,1-1 0,0-1 0,31 18 0,-17-16 0,1-2 0,0-1 0,0-1 0,1-2 0,0-1 0,50 4 0,-77-9 0,1-1 0,-1 0 0,0 0 0,0 0 0,0 0 0,1-1 0,-1 1 0,0-1 0,0 0 0,0 0 0,0 0 0,4-2 0,-6 2 0,0 0 0,0 0 0,0 0 0,0 0 0,0 0 0,-1 0 0,1 0 0,0 0 0,-1-1 0,1 1 0,-1 0 0,1 0 0,-1-1 0,1 1 0,-1 0 0,0-1 0,0 1 0,0 0 0,0-1 0,0 1 0,0-1 0,0 1 0,0 0 0,-1-1 0,1 1 0,0 0 0,-1-1 0,1 1 0,-1 0 0,1 0 0,-2-2 0,-14-32-34,-2 1 0,-1 1 0,-31-42 0,21 32-1195,-5-7-5597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8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0 150 24575,'3'-1'0,"1"0"0,-1 0 0,0-1 0,-1 1 0,1-1 0,0 1 0,0-1 0,-1 0 0,1 0 0,-1 0 0,1 0 0,-1-1 0,0 1 0,3-5 0,9-7 0,0 2 0,2 1 0,0 0 0,0 1 0,1 0 0,0 2 0,0 0 0,1 1 0,0 0 0,1 2 0,-1 0 0,1 1 0,0 1 0,0 1 0,0 0 0,38 3 0,-16 2 0,0 2 0,47 11 0,83 29 0,13 3 0,-101-41 0,-83-7 0,1 0 0,0 0 0,-1 1 0,1-1 0,0 0 0,-1 1 0,1-1 0,0 0 0,-1 1 0,1-1 0,-1 1 0,1-1 0,-1 1 0,1-1 0,-1 1 0,1-1 0,-1 1 0,1 0 0,-1-1 0,0 1 0,1 0 0,-1-1 0,0 2 0,4 20 0,-2-12 0,18 64-1365,-7-34-5461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09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24575,'4'1'0,"1"0"0,-1-1 0,0 1 0,0 0 0,0 1 0,0-1 0,0 1 0,0 0 0,0 0 0,-1 0 0,1 1 0,-1-1 0,1 1 0,-1 0 0,0 0 0,0 0 0,0 0 0,0 0 0,-1 1 0,1-1 0,-1 1 0,3 7 0,5 9 0,-1 0 0,-1 1 0,6 24 0,-9-31 0,14 65 0,-3 2 0,6 83 0,-12-89 0,-9-67 0,21 220 0,-21-217 0,-1 22 0,0-31 0,0 0 0,0-1 0,0 1 0,-1 0 0,1-1 0,0 1 0,-1-1 0,0 1 0,1-1 0,-1 1 0,0-1 0,0 1 0,0-1 0,-1 3 0,1-4-40,1 0 0,0 0 0,0 0 0,-1 1-1,1-1 1,0 0 0,-1 0 0,1 0 0,0 0 0,0 0 0,-1 0-1,1 0 1,0 0 0,-1 0 0,1 0 0,0 0 0,-1 0-1,1 0 1,0 0 0,-1 0 0,1 0 0,0 0 0,-1 0 0,1 0-1,0 0 1,0 0 0,-1 0 0,1-1 0,0 1 0,0 0-1,-1 0 1,1 0 0,-1-1 0,-9-11-6786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0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24575,'8'0'0,"24"0"0,24 0 0,22 0 0,11 0 0,3 0 0,-5 0 0,-11 0 0,-12 0 0,-14 0 0,-15-4 0,-9-1 0,-10 0-8191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0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46 24575,'-1'-2'0,"1"0"0,0 0 0,-1 1 0,0-1 0,1 0 0,-1 0 0,0 0 0,0 0 0,0 1 0,0-1 0,0 0 0,-1 1 0,1-1 0,0 1 0,-1-1 0,1 1 0,-1 0 0,0 0 0,1 0 0,-1-1 0,0 2 0,1-1 0,-1 0 0,0 0 0,0 0 0,-3 0 0,0-1 0,-1 1 0,1 0 0,0 0 0,-1 0 0,1 0 0,0 1 0,-1 0 0,-9 1 0,6 2 0,1 0 0,0 0 0,0 0 0,0 1 0,0 0 0,1 1 0,0 0 0,0 0 0,0 1 0,0 0 0,1 0 0,0 0 0,0 1 0,1 0 0,-9 14 0,-5 11 0,1 0 0,-18 47 0,33-71 0,-33 82 0,5 3 0,3 0 0,-20 129 0,30-98 0,5 1 0,5 141 0,10-243 0,-1-23 0,2-5 0,4-39 0,12-212-1365,-11 168-5461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1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0 24575,'3'1'0,"1"0"0,-1 0 0,1 0 0,-1 1 0,0-1 0,0 1 0,1 0 0,-1 0 0,0 0 0,-1 0 0,1 0 0,5 6 0,-5-5 0,18 18 0,0 0 0,-2 2 0,-1 0 0,0 1 0,-2 0 0,23 48 0,-17-24 0,-2 0 0,-3 1 0,12 53 0,-23-69 0,-1 0 0,-1 0 0,-2 0 0,-1 1 0,-2-1 0,-8 53 0,-7 2 0,-32 103 0,-35 48 0,80-231 0,-1-1 0,1 1 0,-1-1 0,0 1 0,-10 11 0,13-18 0,0 1 0,-1-1 0,1 0 0,0 0 0,-1 0 0,1 0 0,-1-1 0,1 1 0,-1 0 0,1-1 0,-1 1 0,1 0 0,-1-1 0,0 0 0,1 1 0,-1-1 0,0 0 0,1 0 0,-1 0 0,0 0 0,1 0 0,-1-1 0,0 1 0,1 0 0,-1-1 0,0 1 0,1-1 0,-1 1 0,1-1 0,-1 0 0,1 0 0,-1 0 0,-1-1 0,-131-89 0,57 37 0,-18-10-1365,58 39-5461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1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 24575,'0'-2'0,"1"1"0,-1-1 0,1 0 0,-1 1 0,1-1 0,-1 0 0,1 1 0,0-1 0,0 1 0,0-1 0,0 1 0,0-1 0,0 1 0,0 0 0,0 0 0,2-2 0,24-17 0,-24 18 0,12-6 0,0 0 0,1 1 0,-1 1 0,1 0 0,30-6 0,85-8 0,-130 19 0,16-1 0,9-1 0,54-1 0,-71 4 0,0 1 0,0 0 0,0 1 0,0 0 0,-1 0 0,1 1 0,-1 0 0,1 0 0,14 10 0,27 20 0,40 23 0,-80-51 0,1 0 0,-1 0 0,1-1 0,1-1 0,-1 0 0,22 3 0,-28-6 0,0 0 0,-1 0 0,1 0 0,0-1 0,-1 0 0,1 1 0,0-2 0,-1 1 0,1-1 0,-1 1 0,5-3 0,4-4 0,-1 0 0,14-11 0,-16 12 0,-1 0 0,1 0 0,1 1 0,13-6 0,-15 8-341,1 2 0,-1-1-1,11 0 1,2 0-6485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2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749 0 24575,'-6'1'0,"0"-1"0,0 1 0,0 1 0,0-1 0,0 1 0,0 0 0,1 0 0,-1 1 0,1 0 0,-10 5 0,-5 6 0,-25 23 0,27-22 0,-30 28 0,3 1 0,1 2 0,2 3 0,3 1 0,1 1 0,-42 80 0,24-23 0,5 2 0,-52 163 0,92-239 0,1 1 0,1 0 0,-7 70 0,15-91 0,1 0 0,0-1 0,1 1 0,0 0 0,2-1 0,-1 1 0,1-1 0,1 1 0,0-1 0,1-1 0,1 1 0,0-1 0,10 16 0,-11-20 0,0-1 0,0 0 0,1 0 0,1 0 0,-1-1 0,1 0 0,0 0 0,0 0 0,0-1 0,1 0 0,0-1 0,0 1 0,0-2 0,1 1 0,-1-1 0,1 0 0,0-1 0,0 0 0,0-1 0,13 2 0,107-2-5,-88-3-1355,-14 2-5466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3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0 24575,'-2'15'0,"0"-1"0,0 0 0,-1 0 0,-1 0 0,-1-1 0,-11 26 0,1-1 0,-17 52 0,-32 146 0,53-173 0,2 0 0,2 1 0,3 85 0,5-143 0,-1 0 0,-1-1 0,1 1 0,-1 0 0,-2 8 0,3-13 0,0-1 0,-1 1 0,1 0 0,0 0 0,0-1 0,-1 1 0,1 0 0,-1-1 0,1 1 0,0 0 0,-1-1 0,1 1 0,-1 0 0,0-1 0,1 1 0,-1-1 0,1 1 0,-1-1 0,0 0 0,0 1 0,1-1 0,-1 1 0,0-1 0,1 0 0,-1 0 0,0 1 0,0-1 0,0 0 0,1 0 0,-1 0 0,0 0 0,0 0 0,0 0 0,1 0 0,-1 0 0,0 0 0,0-1 0,1 1 0,-1 0 0,0 0 0,0-1 0,1 1 0,-1 0 0,0-1 0,1 1 0,-1-1 0,0 1 0,1-1 0,-1 1 0,0-2 0,-4-2-85,0 0 0,1-1-1,0 1 1,0-1 0,0 0-1,0 0 1,1-1 0,0 1-1,0-1 1,0 0 0,1 0-1,-1 0 1,2 0 0,-1 0-1,-1-10 1,-3-17-6741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4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137 326 24575,'50'-54'0,"60"-61"0,43-15 0,-148 127 0,0-1 0,1 1 0,-1 1 0,1-1 0,0 1 0,0 0 0,0 0 0,0 0 0,0 1 0,0 0 0,0 0 0,0 1 0,1 0 0,-1 0 0,0 0 0,0 1 0,7 1 0,-8-1 0,-1 0 0,1 1 0,-1 0 0,1-1 0,-1 1 0,0 1 0,0-1 0,0 0 0,0 1 0,0 0 0,-1 0 0,1 0 0,-1 1 0,0-1 0,0 1 0,0-1 0,0 1 0,-1 0 0,1 0 0,-1 1 0,0-1 0,-1 0 0,3 6 0,-2-2 0,0 0 0,-1 1 0,0 0 0,0-1 0,-1 1 0,0 0 0,0-1 0,-1 1 0,0 0 0,-2 8 0,-1-4 0,0-1 0,-1 0 0,0 0 0,-1 0 0,0-1 0,-8 12 0,-12 10 0,-1-1 0,-1-1 0,-40 33 0,35-33 0,21-19 0,10-9 0,0 0 0,-1-1 0,1 1 0,-1-1 0,0 0 0,0 1 0,0-1 0,0 0 0,-5 2 0,8-4 0,0 0 0,-1 0 0,1 0 0,0 0 0,0-1 0,0 1 0,0 0 0,-1 0 0,1 0 0,0 0 0,0 0 0,0 0 0,0-1 0,0 1 0,0 0 0,-1 0 0,1 0 0,0 0 0,0 0 0,0-1 0,0 1 0,0 0 0,0 0 0,0 0 0,0-1 0,0 1 0,0 0 0,0 0 0,0 0 0,0 0 0,0-1 0,0 1 0,0 0 0,0 0 0,0 0 0,0-1 0,0 1 0,0 0 0,0 0 0,0 0 0,0 0 0,0-1 0,1 1 0,-1 0 0,0 0 0,0 0 0,0 0 0,0 0 0,0-1 0,1 1 0,-1 0 0,0 0 0,7-13 0,2 3 0,1 0 0,-1 0 0,2 0 0,-1 2 0,2-1 0,-1 1 0,1 1 0,0 0 0,0 1 0,15-6 0,-1 2 0,0 2 0,0 0 0,1 2 0,32-4 0,-52 9 0,1 0 0,-1 1 0,1 0 0,-1 0 0,1 1 0,-1-1 0,13 4 0,-16-2 0,-1-1 0,1 1 0,0 0 0,0 0 0,-1 0 0,1 0 0,-1 1 0,0 0 0,0-1 0,0 1 0,0 0 0,0 1 0,0-1 0,-1 0 0,3 5 0,7 12 0,-1 0 0,-1 0 0,13 36 0,-21-48 0,0 0 0,0-1 0,0 1 0,-1 0 0,0 0 0,-1 0 0,0 0 0,0 0 0,0 0 0,-1 0 0,-1-1 0,1 1 0,-1 0 0,-3 8 0,-3 0 0,-1 0 0,0-1 0,-1 0 0,-1 0 0,0-1 0,-1 0 0,-1-1 0,0-1 0,0 0 0,-1 0 0,-1-2 0,0 0 0,0 0 0,-32 13 0,33-18 0,0 0 0,-1 0 0,0-2 0,0 0 0,-24 2 0,-80-4 0,76-2 0,-68 1 0,-127-4 0,214 1 0,24 2 0,0 1 0,0 0 0,0 0 0,0 0 0,-1 0 0,1 0 0,0 0 0,0-1 0,0 1 0,0 0 0,0 0 0,0 0 0,-1 0 0,1-1 0,0 1 0,0 0 0,0 0 0,0 0 0,0-1 0,0 1 0,0 0 0,0 0 0,0 0 0,0-1 0,0 1 0,0 0 0,0 0 0,0 0 0,0-1 0,0 1 0,0 0 0,0 0 0,0 0 0,1 0 0,-1-1 0,0 1 0,0 0 0,0 0 0,0 0 0,0 0 0,0-1 0,1 1 0,-1 0 0,0 0 0,0 0 0,0 0 0,0 0 0,0 0 0,1 0 0,-1-1 0,0 1 0,0 0 0,0 0 0,1 0 0,-1 0 0,0 0 0,0 0 0,0 0 0,1 0 0,-1 0 0,15-7 0,124-41-1365,-90 33-5461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5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24575,'5'4'0,"0"22"0,1 24 0,-2 29 0,4 21 0,3 15 0,5 0 0,0-6 0,1-18 0,-3-21 0,-7-29 0,-9-36 0,-9-30 0,-6-28 0,-1-5-8191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6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1 222 24575,'4'0'0,"22"-4"0,19-10 0,15-7 0,10 1 0,10-1 0,3 3 0,-8 0 0,-12 4 0,-13 4 0,-11 0 0,-7-4 0,-6 2 0,-3-2 0,4 2 0,9 2 0,11 4 0,-2 2-8191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6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656 98 24575,'0'-6'0,"0"1"0,0 0 0,-1 0 0,0 0 0,0-1 0,0 1 0,-1 0 0,1 0 0,-1 0 0,-5-8 0,6 10 0,-1 1 0,0-1 0,0 1 0,-1 0 0,1 0 0,0 0 0,-1 0 0,0 0 0,1 0 0,-1 1 0,0-1 0,0 1 0,0-1 0,1 1 0,-1 0 0,-1 1 0,1-1 0,0 0 0,-5 0 0,0 1 0,1 0 0,0 1 0,0-1 0,-1 1 0,1 1 0,0-1 0,0 1 0,0 1 0,0-1 0,1 1 0,-1 0 0,1 1 0,-1-1 0,-6 7 0,-10 8 0,0 1 0,-24 27 0,41-40 0,-47 51 0,2 3 0,2 2 0,3 3 0,-65 122 0,100-165 0,0 0 0,2 1 0,0 0 0,-9 45 0,16-61 0,1 1 0,0 0 0,1 0 0,0 0 0,0 0 0,0 0 0,1 0 0,1 0 0,-1 0 0,1 0 0,0-1 0,1 1 0,0-1 0,0 1 0,1-1 0,0 0 0,0 0 0,8 9 0,-6-8 0,1 0 0,0-1 0,0 0 0,1 0 0,0-1 0,1 0 0,-1 0 0,1-1 0,0 0 0,0-1 0,0 0 0,1 0 0,0-1 0,0 0 0,0-1 0,12 2 0,74 4 0,166-8 0,-144-3 0,-57 3 0,57-2 0,-112 2 0,-1-1 0,0 0 0,1 0 0,-1-1 0,1 1 0,-1-1 0,0 0 0,0-1 0,0 1 0,0-1 0,7-6 0,1-2 0,-1 0 0,17-21 0,-3 4 0,9-14-1365,-20 24-5461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7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787 0 24575,'5'1'0,"-1"-1"0,0 1 0,0 0 0,0 0 0,0 0 0,0 1 0,0-1 0,0 1 0,-1 0 0,1 0 0,-1 1 0,1-1 0,-1 0 0,0 1 0,0 0 0,0 0 0,0 0 0,4 5 0,4 7 0,-1 1 0,16 30 0,-22-38 0,123 287 0,-121-280 0,15 45 0,-3 1 0,-3 0 0,-2 2 0,6 81 0,-12 258 0,-17-264 0,7-123 0,1 0 0,-2 0 0,0 0 0,-1-1 0,0 0 0,-15 27 0,18-37 0,-1 0 0,0 0 0,0-1 0,0 1 0,0-1 0,0 0 0,-1 0 0,1 0 0,-1-1 0,0 1 0,0-1 0,0 0 0,0 0 0,0 0 0,-1 0 0,1-1 0,-1 0 0,1 1 0,-1-2 0,1 1 0,-1-1 0,1 1 0,-1-1 0,0 0 0,1-1 0,-1 1 0,-6-3 0,-11-2 0,0-2 0,1 0 0,0-1 0,-28-16 0,21 10 0,-245-133 0,47 24 0,72 46-1365,4 3-5461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18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24575,'0'4'0,"4"6"0,6 1 0,10 3 0,13 3 0,23 7 0,18 4 0,18-3 0,18-6 0,7-6 0,5-5 0,-2-4 0,-4-7 0,-9-11 0,-20-4 0,-19 2 0,-13-1 0,-16 3-8191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30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24575,'3'4'0,"-1"0"0,1 0 0,-1 0 0,-1 0 0,1 1 0,0-1 0,-1 0 0,0 1 0,0-1 0,0 1 0,-1-1 0,1 1 0,-1-1 0,-1 7 0,2 5 0,5 307 5,-7-214-1375,2-89-5456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41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24575,'5'4'0,"8"10"0,8 11 0,12 18 0,9 14 0,6 10 0,-1 10 0,-1 5 0,1 1 0,1 4 0,-4-6 0,-5-8 0,-5-11 0,-9-13 0,-7-15-8191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42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0 24575,'-4'1'0,"0"-1"0,1 1 0,-1 0 0,0 0 0,0 0 0,0 0 0,1 1 0,-1-1 0,1 1 0,-1 0 0,1 0 0,0 0 0,0 1 0,0-1 0,0 1 0,0 0 0,0 0 0,1 0 0,-1 0 0,-2 5 0,-5 8 0,1 0 0,1 1 0,-7 17 0,7-16 0,-99 276 0,23 5 0,-14 46 0,69-263-1365,16-56-5461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42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24575,'0'4'0,"4"2"0,6 3 0,2 5 0,1 9 0,0 8 0,-3 7 0,-3 6 0,-2 0 0,1 0 0,1-3 0,-2-4 0,-1-4 0,-1-4 0,-2-6-8191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2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24575,'4'0'0,"2"4"0,-1 19 0,-1 17 0,8 15 0,1 14 0,-2 9 0,-2 3 0,2 1 0,-2 2 0,-2-8 0,-2-9 0,-2-7 0,2-10 0,1-9 0,-1-7 0,-1-10-8191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3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1 330 24575,'0'-7'0,"1"0"0,0 0 0,0 0 0,1 0 0,0 1 0,0-1 0,1 1 0,0-1 0,0 1 0,0 0 0,6-8 0,8-9 0,29-31 0,-19 25 0,2-9 0,16-18 0,-40 51 0,-1 1 0,1-1 0,0 1 0,0 0 0,1 1 0,-1-1 0,1 1 0,8-4 0,-13 7 0,1-1 0,-1 1 0,1-1 0,0 1 0,-1-1 0,1 1 0,0 0 0,0 0 0,-1 0 0,1 0 0,0 0 0,0 0 0,-1 0 0,1 1 0,0-1 0,-1 1 0,1-1 0,0 1 0,-1-1 0,1 1 0,1 1 0,0 0 0,-1 0 0,0 0 0,0 1 0,0-1 0,-1 0 0,1 1 0,0-1 0,-1 1 0,0-1 0,1 1 0,0 4 0,2 6 0,-1 0 0,-1-1 0,0 1 0,0 19 0,-3-16 0,0 0 0,0 0 0,-2-1 0,0 1 0,0-1 0,-2 0 0,0 0 0,-1 0 0,0 0 0,-1-1 0,0 0 0,-2-1 0,-12 18 0,-8 5 0,-2 0 0,-2-2 0,-44 36 0,66-59 0,1 0 0,-12 15 0,-3 4 0,37-41 0,0 2 0,25-15 0,-29 18 0,28-15 0,1 2 0,1 1 0,1 2 0,0 2 0,1 1 0,69-12 0,-92 21 0,19-3 0,-35 7 0,0 0 0,0 0 0,0 0 0,0 0 0,0 0 0,0 0 0,0 1 0,0-1 0,0 0 0,0 1 0,0-1 0,0 1 0,0-1 0,0 1 0,0 0 0,0-1 0,0 1 0,0 0 0,-1-1 0,1 1 0,0 0 0,-1 0 0,1 0 0,0 0 0,-1 0 0,1 0 0,0 2 0,1 3 0,-1 0 0,0 0 0,0 0 0,0 1 0,-1-1 0,0 0 0,0 0 0,-1 1 0,1-1 0,-4 11 0,-2 6 0,-12 32 0,7-29 0,-1-1 0,-1-1 0,-1 0 0,-1-1 0,-1 0 0,-26 28 0,-125 112 0,142-141 0,22-19 3,-10 8-199,0 1 1,1 0 0,0 1-1,1 0 1,0 1-1,-10 18 1,14-15-6631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4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9 24575,'-1'0'0,"1"0"0,0 0 0,0 0 0,0 0 0,0 0 0,-1 0 0,1 0 0,0 0 0,0 0 0,0 0 0,-1 0 0,1 0 0,0 0 0,0 0 0,0 0 0,0 0 0,-1-1 0,1 1 0,0 0 0,0 0 0,0 0 0,0 0 0,-1 0 0,1 0 0,0-1 0,0 1 0,0 0 0,0 0 0,0 0 0,0 0 0,0-1 0,0 1 0,0 0 0,-1 0 0,1 0 0,0-1 0,0 1 0,0 0 0,0 0 0,0 0 0,0 0 0,0-1 0,0 1 0,0 0 0,0 0 0,0 0 0,1-1 0,-1 1 0,0 0 0,0 0 0,0 0 0,0 0 0,0-1 0,0 1 0,0 0 0,0 0 0,1 0 0,-1 0 0,0-1 0,0 1 0,0 0 0,0 0 0,0 0 0,1 0 0,-19 4 0,-5 13 0,-26 24 0,19-14 0,12-11 0,-29 32 0,40-40 0,1 0 0,0 0 0,0 1 0,1 0 0,0 0 0,-7 18 0,11-22 0,0 1 0,0-1 0,1 1 0,0-1 0,0 1 0,0-1 0,1 1 0,0-1 0,0 1 0,0-1 0,0 0 0,1 1 0,4 8 0,4 7 0,24 37 0,-28-49 0,6 10 0,105 155 0,-97-147 0,2-2 0,0 0 0,2-1 0,31 24 0,-49-44 0,-1-1 0,1 1 0,0-1 0,0-1 0,0 1 0,1-1 0,-1 0 0,0 0 0,11 1 0,5-1 0,32 0 0,-38-2 0,2 0 0,14 1 0,50-5 0,-73 3 0,-1-1 0,1 1 0,-1-1 0,0-1 0,0 0 0,0 0 0,0 0 0,0-1 0,-1 0 0,1-1 0,6-5 0,-12 9 11,0-1 0,0-1-1,-1 1 1,1 0 0,0 0-1,-1-1 1,0 1 0,1-1-1,-1 1 1,0-1 0,0 1-1,0-1 1,-1 0 0,1 0-1,-1 1 1,1-1 0,-1 0 0,0 0-1,0 1 1,0-1 0,0 0-1,-1 0 1,1 0 0,-1 1-1,0-1 1,0 0 0,0 1-1,0-1 1,0 1 0,-2-3-1,-4-10-253,-2 1-1,0 1 0,-21-25 1,19 24-479,-30-37-6104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5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0 279 24575,'0'-5'0,"13"-4"0,16-6 0,29-5 0,34-2 0,26-2 0,22-6 0,9-1 0,-8 0 0,-21 1 0,-25 6 0,-30 3 0,-25 4-8191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8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24575,'0'-4'0,"0"3"0,0 14 0,9 21 0,6 18 0,5 9 0,4 1 0,1-4 0,-3-9 0,-6-12-8191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2:59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1 127 24575,'17'0'0,"30"-4"0,29-6 0,26-5 0,17-4 0,1-3 0,-12 1 0,-20 2 0,-25 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1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24575,'-1'128'0,"3"141"0,20-124 0,-21-142 0,4 17-1365,1-4-5461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3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100 177 24575,'-2'3'0,"0"0"0,0 0 0,0 1 0,1-1 0,-1 1 0,1-1 0,0 1 0,0-1 0,0 1 0,0 5 0,-2 2 0,-7 44 0,-8 101 0,15 57 0,18-24 0,-11-152 0,-22-87 0,1-27 0,4 0 0,3-1 0,0-148 0,10 205 0,2-1 0,1 1 0,0 0 0,2 0 0,13-38 0,-12 44 0,1 0 0,0 1 0,1 0 0,1 0 0,0 1 0,1 0 0,0 0 0,17-14 0,-4 3 0,18-14 0,-40 37 0,0 0 0,0 0 0,1 0 0,-1 1 0,0-1 0,0 1 0,0-1 0,1 1 0,-1-1 0,0 1 0,1 0 0,-1-1 0,0 1 0,1 0 0,-1 0 0,0 0 0,1 0 0,-1 0 0,0 0 0,1 1 0,-1-1 0,0 0 0,1 1 0,-1-1 0,0 1 0,0-1 0,1 1 0,-1 0 0,0-1 0,0 1 0,0 0 0,0 0 0,0 0 0,0 0 0,0 0 0,0 0 0,0 0 0,0 0 0,-1 0 0,1 0 0,0 1 0,-1-1 0,1 1 0,3 6 0,-1 0 0,1 0 0,-2 0 0,1 0 0,2 16 0,-3-2 0,-1 0 0,0 0 0,-2 0 0,0 0 0,-2 0 0,0 0 0,-1-1 0,-2 1 0,-13 35 0,-1-10 0,-1-2 0,-2 0 0,-35 48 0,-24 16 0,102-140 0,2 2 0,48-53 0,-36 44 0,-30 33 0,1 0 0,0 1 0,0-1 0,0 1 0,1 0 0,-1 0 0,1 1 0,0-1 0,0 1 0,10-3 0,-13 5 0,0 0 0,0 1 0,0-1 0,0 1 0,0 0 0,-1 0 0,1 0 0,0 0 0,0 0 0,0 1 0,0-1 0,0 1 0,0 0 0,0 0 0,-1 0 0,1 0 0,0 0 0,-1 1 0,1-1 0,-1 1 0,1 0 0,-1-1 0,0 1 0,0 0 0,0 1 0,3 2 0,-1 1 0,1 1 0,-2-1 0,1 1 0,-1 0 0,1 0 0,-2 1 0,1-1 0,-1 1 0,-1-1 0,2 14 0,0 10 0,-2 41 0,-1-59 0,0-4 0,0 0 0,-1 0 0,0-1 0,-1 1 0,0 0 0,-1-1 0,1 0 0,-1 1 0,-1-1 0,-6 11 0,0-4 0,-1-1 0,0 0 0,0 0 0,-17 13 0,-19 14 261,31-27-668,0-1 1,1 2-1,-24 28 1,28-25-6420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227 198 24575,'1'-10'0,"0"0"0,1 0 0,0 1 0,1-1 0,0 1 0,1-1 0,4-9 0,-4 12 0,-1 1 0,0-1 0,0-1 0,-1 1 0,0 0 0,0-1 0,-1 1 0,0-1 0,0 1 0,-1-1 0,0 1 0,-1-10 0,1 17 0,0 0 0,0-1 0,0 1 0,0 0 0,0-1 0,0 1 0,0 0 0,0 0 0,0-1 0,0 1 0,0 0 0,0 0 0,0-1 0,-1 1 0,1 0 0,0 0 0,0 0 0,0-1 0,0 1 0,-1 0 0,1 0 0,0 0 0,0-1 0,-1 1 0,1 0 0,0 0 0,0 0 0,-1 0 0,1 0 0,0 0 0,0-1 0,-1 1 0,1 0 0,0 0 0,0 0 0,-1 0 0,1 0 0,0 0 0,-1 0 0,1 0 0,0 0 0,0 0 0,-1 0 0,1 1 0,0-1 0,0 0 0,-1 0 0,1 0 0,0 0 0,0 0 0,-1 1 0,-13 11 0,9-8 0,-49 40 0,32-28 0,1 1 0,-35 37 0,34-30 0,11-12 0,0 0 0,-9 14 0,17-20 0,0-1 0,0 1 0,0-1 0,1 1 0,0 0 0,0 0 0,1 0 0,-3 11 0,3 4 0,0-1 0,1 1 0,1-1 0,0 0 0,2 1 0,1-1 0,0 0 0,1-1 0,1 1 0,1-1 0,1 0 0,1 0 0,16 26 0,-14-29 0,0-1 0,0 0 0,2-1 0,0 0 0,0 0 0,2-2 0,-1 0 0,1-1 0,1 0 0,0-1 0,1-1 0,0 0 0,0-1 0,32 9 0,-39-14 0,1 0 0,0 0 0,0-1 0,0-1 0,0 0 0,0 0 0,0-1 0,0-1 0,0 0 0,0 0 0,0-1 0,0-1 0,0 0 0,0 0 0,-1-1 0,0 0 0,11-6 0,68-41 0,-78 44 0,0-1 0,-1 0 0,0 0 0,0-1 0,12-15 0,-21 24 8,-1 0 0,0 0 0,1-1-1,-1 1 1,0 0 0,0 0 0,1-1-1,-1 1 1,0 0 0,0 0 0,1-1-1,-1 1 1,0 0 0,0 0 0,0-1-1,0 1 1,1 0 0,-1-1 0,0 1-1,0 0 1,0-1 0,0 1 0,0 0-1,0-1 1,0 1 0,0 0 0,0-1-1,0 1 1,0 0 0,0-1 0,0 1-1,0 0 1,0-1 0,0 1 0,0 0 0,-1-1-1,1 1 1,0 0 0,0-1 0,0 1-1,0 0 1,-1-1 0,1 1 0,-16 0-1715,-10 5-5119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4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24575,'25'-4'0,"33"-1"0,37 0 0,19 1 0,10 1 0,-2 1 0,-11 1 0,-10 0 0,-15 1 0,-17 1 0,-17-1 0,-12 0 0,-14 0-8191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8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24575,'5'0'0,"13"16"0,21 27 0,20 27 0,18 23 0,11 20 0,4 4 0,-9-9 0,-15-20 0,-19-20 0,-14-22 0,-4-26 0,1-26 0,-1-29 0,-1-16 0,-6 1-8191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8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1 24575,'0'29'0,"-12"47"0,-18 54 0,-11 41 0,-11 26-1726,-6 17 1726,-1 5 0,6-17 0,7-31 0,11-40 0,12-38 559,22-43-559,12-31-7024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09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24575,'2'-10'0,"0"0"0,0 1 0,1-1 0,0 1 0,0 0 0,1 0 0,0 0 0,1 1 0,0-1 0,0 1 0,9-9 0,-8 10 0,1 0 0,-1 0 0,2 1 0,-1 0 0,0 1 0,1-1 0,16-7 0,64-22 0,-76 30 0,67-21 0,1 3 0,96-13 0,-154 32 0,-15 2 0,0 1 0,-1-1 0,1 2 0,0-1 0,10 1 0,-14 1 0,-1-1 0,1 1 0,0 0 0,-1 0 0,1 0 0,-1 0 0,1 0 0,-1 1 0,0-1 0,1 1 0,-1-1 0,0 1 0,0 0 0,0 0 0,0 0 0,0 0 0,1 3 0,2 3 0,0 0 0,-1 0 0,0 0 0,0 1 0,-1 0 0,0-1 0,-1 1 0,0 0 0,1 11 0,4 87 0,-7-89 0,0 10 0,-1 0 0,-1-1 0,-2 1 0,-1-1 0,-1 0 0,-1 0 0,-1 0 0,-2-1 0,0-1 0,-2 1 0,-1-2 0,-1 0 0,-1 0 0,-26 31 0,25-35 0,10-13 0,1 0 0,-1 0 0,-11 9 0,15-14 0,0-1 0,0 1 0,-1-1 0,1 0 0,0 0 0,-1 1 0,1-2 0,-1 1 0,1 0 0,-1 0 0,0-1 0,1 0 0,-1 1 0,0-1 0,1 0 0,-5-1 0,1 1 0,-1-1 0,0-1 0,1 1 0,0-1 0,-1 0 0,1-1 0,0 0 0,0 0 0,0 0 0,0 0 0,1-1 0,0 0 0,-1 0 0,1-1 0,1 1 0,-9-10 0,11 10 0,-1-1 0,0 1 0,1-1 0,0 1 0,0-1 0,0 0 0,0 0 0,1 0 0,0 0 0,0 0 0,0 0 0,1 0 0,0 0 0,0 0 0,0 0 0,0 0 0,1 0 0,0 0 0,0 0 0,0 0 0,1 0 0,2-6 0,1 1 0,1-1 0,0 2 0,0-1 0,1 1 0,0 0 0,0 0 0,1 1 0,0 0 0,1 0 0,11-8 0,13-6 0,56-29 0,-72 42 0,-9 5 0,91-45 0,-89 45 0,0 1 0,0-1 0,0 2 0,0-1 0,1 2 0,-1-1 0,1 1 0,13 1 0,-20 1 0,0 0 0,1 0 0,-1 0 0,0 1 0,0 0 0,0 0 0,0 0 0,-1 0 0,1 0 0,-1 1 0,1 0 0,-1 0 0,0 0 0,0 0 0,5 7 0,4 5 0,-1 1 0,10 20 0,-18-31 0,62 121-1365,-47-95-5461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0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24575,'4'0'0,"14"0"0,9 0 0,3-4 0,1-2 0,-1-3 0,0-1 0,-3 2 0,-4 2-8191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1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24575,'4'0'0,"18"0"0,27 0 0,17 0 0,10-4 0,1-1 0,-9 0 0,-16 1-8191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3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24575,'4'0'0,"6"4"0,0 6 0,4 5 0,3 0 0,3 2 0,2-2 0,2-4 0,1-3 0,-4-3-8191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4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24575,'4'-4'0,"14"-6"0,21-5 0,12 0 0,1 3 0,-3 11 0,-11 7-8191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5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24575,'1'0'0,"0"0"0,0 1 0,0-1 0,0 0 0,0 1 0,0 0 0,0-1 0,0 1 0,0-1 0,0 1 0,0 0 0,0 0 0,-1-1 0,1 1 0,0 0 0,-1 0 0,1 0 0,0 0 0,-1 0 0,1 0 0,0 2 0,11 28 0,-9-20 0,37 104 0,-6 2 0,-5 2 0,-5 0 0,12 171 0,-34-269 0,0-14 0,-2 0 0,1-1 0,-1 1 0,1-1 0,-2 1 0,1-1 0,-1 1 0,0 0 0,-3 9 0,4-16 6,0 0-1,0 0 1,0 1 0,0-1-1,0 0 1,-1 0 0,1 0-1,0 1 1,0-1-1,0 0 1,0 0 0,-1 0-1,1 1 1,0-1 0,0 0-1,0 0 1,-1 0-1,1 0 1,0 0 0,0 0-1,0 1 1,-1-1-1,1 0 1,0 0 0,0 0-1,-1 0 1,1 0 0,0 0-1,0 0 1,-1 0-1,1 0 1,0 0 0,0 0-1,-1 0 1,1 0-1,0 0 1,0 0 0,-1-1-1,1 1 1,0 0 0,0 0-1,0 0 1,-1 0-1,1 0 1,0 0 0,0-1-1,0 1 1,-1 0-1,1 0 1,0 0 0,0-1-1,0 1 1,0 0 0,0 0-1,-1 0 1,1-1-1,0 1 1,0 0 0,-9-17-990,8 15 271,-8-16-6113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6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1 325 24575,'0'-17'0,"0"0"0,1 0 0,6-25 0,-6 36 0,2-1 0,-1 0 0,1 1 0,0-1 0,0 1 0,0 0 0,1 0 0,0 0 0,1 1 0,-1-1 0,6-4 0,16-16 0,1 1 0,40-29 0,-58 48 0,0 0 0,1 1 0,0 0 0,-1 0 0,1 1 0,1 0 0,-1 1 0,1 0 0,-1 1 0,1 0 0,0 0 0,16 1 0,-24 1 0,0 0 0,1 1 0,-1-1 0,0 1 0,0 0 0,0 0 0,0 0 0,0 0 0,-1 0 0,1 1 0,0-1 0,0 1 0,-1 0 0,1 0 0,-1 0 0,0 0 0,1 0 0,-1 1 0,0-1 0,0 0 0,-1 1 0,1 0 0,0-1 0,-1 1 0,1 0 0,-1 0 0,0 0 0,0 0 0,0 0 0,0 6 0,1 2 0,-1 0 0,0 0 0,-1 1 0,0-1 0,0 0 0,-1 0 0,-4 15 0,-3 5 0,-1-1 0,-2 0 0,-1-1 0,-1 0 0,-1-1 0,-2-1 0,-19 27 0,-148 169 0,135-168 0,40-46 0,0 1 0,-13 22 0,21-32 0,0 0 0,-1 1 0,1-1 0,0 0 0,0 1 0,-1-1 0,1 0 0,0 1 0,0-1 0,0 1 0,-1-1 0,1 1 0,0-1 0,0 0 0,0 1 0,0-1 0,0 1 0,0-1 0,0 1 0,0-1 0,0 0 0,0 1 0,0-1 0,0 1 0,0-1 0,0 1 0,1 0 0,10-4 0,25-21 0,-26 18 0,9-7 0,63-36 0,-73 44 0,0 1 0,1 0 0,-1 0 0,1 1 0,0 1 0,0 0 0,12-1 0,-18 2 0,-1 1 0,1 1 0,-1-1 0,1 0 0,-1 1 0,1 0 0,-1 0 0,0 0 0,1 0 0,-1 0 0,0 1 0,0-1 0,0 1 0,0 0 0,5 4 0,-4-2 0,1 1 0,-1-1 0,0 1 0,0 0 0,0 1 0,-1-1 0,0 0 0,3 8 0,0 1 0,-1 1 0,-1-1 0,0 1 0,-1 0 0,0 0 0,0 25 0,-3-29 0,0 0 0,-1 1 0,0-1 0,-1 0 0,0 0 0,-1 0 0,0 0 0,-1-1 0,0 1 0,-1-1 0,0 0 0,-7 10 0,8-14 0,0 0 0,-1 0 0,0-1 0,0 0 0,0 0 0,-1 0 0,1-1 0,-1 0 0,0 0 0,-1 0 0,1-1 0,0 1 0,-1-2 0,0 1 0,0-1 0,0 0 0,0 0 0,0-1 0,-12 1 0,-6-2-1365,4 0-5461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7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1 217 24575,'4'0'0,"14"-4"0,29-6 0,37 0 0,19-4 0,15-8 0,-2-3 0,-11-3 0,-19 0 0,-21 5 0,-16 5 0,-18 3 0,-9 3 0,-8 4-8191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8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576 150 24575,'-1'-4'0,"1"0"0,-1 0 0,0 0 0,0 1 0,0-1 0,-1 0 0,1 1 0,-1-1 0,0 1 0,0 0 0,-3-4 0,0-1 0,-1 1 0,0 0 0,-11-9 0,9 8 0,-1 2 0,0-1 0,0 1 0,0 1 0,-1-1 0,0 2 0,0-1 0,0 1 0,-1 1 0,1 0 0,-1 1 0,0 0 0,0 0 0,0 1 0,0 0 0,0 1 0,0 1 0,0-1 0,1 2 0,-1-1 0,0 2 0,0-1 0,1 2 0,-1-1 0,1 1 0,0 1 0,0 0 0,1 0 0,-1 1 0,-8 7 0,-4 5 0,0 0 0,2 2 0,0 0 0,1 1 0,1 1 0,1 1 0,-15 27 0,27-40 0,0 0 0,1 1 0,1 0 0,0-1 0,0 1 0,1 1 0,1-1 0,-1 20 0,2-5 0,1-1 0,9 48 0,6-10 0,2-1 0,28 60 0,-12-30 0,-19-49 0,66 162 0,-79-199 0,1 0 0,1-1 0,-1 1 0,1-1 0,0 0 0,0 0 0,0 0 0,6 5 0,-6-8 0,-1 0 0,0 1 0,1-1 0,0-1 0,-1 1 0,1 0 0,0-1 0,0 0 0,0 0 0,0 0 0,0 0 0,0-1 0,7 1 0,3-1 0,0-1 0,-1 0 0,1-1 0,-1-1 0,1 0 0,-1-1 0,0 0 0,-1-1 0,1 0 0,23-14 0,-18 7 0,-1 0 0,-1-1 0,0-1 0,-1-1 0,-1 0 0,20-26 0,70-107 0,18-22 0,-119 166-151,0 1-1,-1 0 0,1-1 0,0 1 1,1 0-1,-1 1 0,1-1 1,4-2-1,3 1-6674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24575,'1'0'0,"0"0"0,-1 1 0,1-1 0,0 0 0,0 1 0,0-1 0,-1 1 0,1-1 0,0 1 0,0 0 0,-1-1 0,1 1 0,0 0 0,-1-1 0,1 1 0,-1 0 0,1 0 0,-1 0 0,0-1 0,1 1 0,-1 0 0,0 0 0,1 2 0,7 26 0,-6-21 0,22 114 0,14 211 0,-5-23 0,-28-283 0,-1-6 0,1 38 0,-4-58 0,-1 0 0,0 0 0,0 0 0,0 0 0,0 0 0,0 0 0,-1 0 0,1 0 0,0 0 0,0 0 0,-1 0 0,1 0 0,0 0 0,-1 0 0,1 0 0,-1 0 0,-1 1 0,2-2 0,0 0 0,-1 0 0,1 0 0,-1 0 0,1 1 0,-1-1 0,1 0 0,0 0 0,-1 0 0,1 0 0,-1 0 0,1-1 0,-1 1 0,1 0 0,-1 0 0,1 0 0,0 0 0,-1 0 0,1-1 0,-1 1 0,1 0 0,0 0 0,-1-1 0,1 1 0,0 0 0,-1-1 0,-25-28 0,23 24 0,-28-33 213,18 23-608,0 0 1,2-1-1,-20-34 1,20 24-6432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19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1 172 24575,'8'0'0,"16"0"0,20 0 0,11-4 0,5-6 0,0-5 0,-1-4 0,-7 0 0,-4 1 0,-9-2 0,-9 2 0,-4 1 0,-2 3 0,-2 3 0,0 5 0,1 6 0,-4 5-8191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22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24575,'-8'13'0,"-12"16"0,-6 21 0,-3 26 0,4 18 0,5 25 0,15 19 0,13 6 0,4 0 0,5-8 0,4-14 0,-2-20 0,0-23 0,-3-29 0,-5-23-8191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23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213 254 24575,'14'-26'0,"1"1"0,1 0 0,30-34 0,-36 47 0,2 0 0,0 1 0,0 0 0,1 0 0,0 2 0,1-1 0,26-12 0,-26 17 0,1 1 0,-1 1 0,1 0 0,0 1 0,0 0 0,0 1 0,0 1 0,1 0 0,-1 1 0,16 4 0,-25-4 0,1 1 0,-1 0 0,0 0 0,0 0 0,0 1 0,-1 0 0,1 0 0,0 1 0,-1-1 0,0 1 0,0 0 0,5 6 0,9 9 0,24 34 0,-37-45 0,2 3 0,-1 1 0,0 0 0,-1 0 0,0 0 0,-1 1 0,0 0 0,5 27 0,-4-6 0,4 66 0,-9-84 0,-2-1 0,0 0 0,0 0 0,-1 0 0,-1 0 0,-1 0 0,0 0 0,-1-1 0,0 1 0,-1-1 0,-1 0 0,0-1 0,-1 0 0,0 0 0,-17 19 0,-58 60 0,-13 16 0,94-106 0,1 1 0,-1-1 0,1 1 0,-1-1 0,1 1 0,0-1 0,0 1 0,0 0 0,0 0 0,0-1 0,0 5 0,1-7 0,0 0 0,0 1 0,0-1 0,0 0 0,0 0 0,0 1 0,0-1 0,0 0 0,0 0 0,0 1 0,0-1 0,0 0 0,1 0 0,-1 1 0,0-1 0,0 0 0,0 0 0,0 0 0,0 1 0,1-1 0,-1 0 0,0 0 0,0 0 0,0 0 0,1 1 0,-1-1 0,0 0 0,0 0 0,1 0 0,-1 0 0,0 0 0,0 0 0,1 0 0,-1 0 0,0 0 0,0 0 0,1 0 0,19-8 0,-7-1 0,-1-1 0,12-12 0,-13 12 0,0 0 0,0 1 0,22-13 0,-1 6 0,0 2 0,1 0 0,63-14 0,109-11 0,-194 37 0,166-18 0,-154 18 0,1 2 0,-1 0 0,1 2 0,-1 1 0,33 8 0,-46-8 0,-1 0 0,0 1 0,0 0 0,-1 1 0,1 0 0,-1 0 0,0 1 0,0 0 0,13 13 0,-16-14 0,0 1 0,-1-1 0,0 1 0,0 0 0,0 0 0,-1 0 0,1 1 0,-1-1 0,-1 1 0,0-1 0,0 1 0,0 0 0,0 0 0,0 8 0,-3-11 0,1 0 0,0 1 0,-1-1 0,0 0 0,0 0 0,0 1 0,0-1 0,-1 0 0,0 0 0,-2 4 0,-26 38 0,18-29 0,-10 15 0,-46 51 0,55-70 0,0-1 0,0-1 0,-1 0 0,-1 0 0,0-2 0,-21 12 0,-17 2 0,-2-3 0,0-2 0,0-2 0,-2-2 0,-79 8 0,-294 2 0,252-18 0,98-2 0,-99 1 0,149-8-1365,10-3-5461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24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1 24575,'-3'0'0,"-1"1"0,1 0 0,0 1 0,0-1 0,0 0 0,0 1 0,0 0 0,0 0 0,1 0 0,-5 3 0,0 1 0,-43 32 0,2 2 0,1 2 0,3 3 0,-52 64 0,91-100 0,-1-1 0,1 1 0,1 1 0,-1-1 0,2 1 0,-1 0 0,1-1 0,1 1 0,0 1 0,0-1 0,1 0 0,0 11 0,1 6 0,1 0 0,2 0 0,6 35 0,-6-47 0,1 0 0,0 0 0,0-1 0,2 1 0,0-1 0,14 25 0,-16-33 0,1 0 0,0 1 0,0-2 0,1 1 0,-1-1 0,1 1 0,1-2 0,-1 1 0,0-1 0,1 0 0,0 0 0,0 0 0,0-1 0,1 0 0,8 2 0,14 1 0,-1-1 0,1-1 0,0-1 0,32-2 0,123-11 0,-181 9 0,293-38 0,-288 38-195,-1-1 0,1 0 0,-1-1 0,0 0 0,0 0 0,14-7 0,-6-4-6631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30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1 166 24575,'4'0'0,"19"0"0,17-5 0,19-5 0,12-5 0,7-9 0,6-4 0,-2-1 0,-16-1 0,-18 6-8191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31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1 241 24575,'13'-5'0,"24"-4"0,24-11 0,21-5 0,19-2 0,8-2 0,7 1 0,-3 5 0,-10 1 0,-17 6 0,-19 0 0,-17 4 0,-17 3-8191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33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24575,'0'4'0,"0"14"0,0 16 0,4 24 0,2 14 0,-1 8 0,-1 3 0,-1 7 0,-1 2 0,-1-6 0,-1-10 0,0-13 0,0-18-8191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34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341 164 24575,'10'-9'0,"1"1"0,0 0 0,0 0 0,22-9 0,7-5 0,9-16 0,-38 29 0,1-1 0,1 1 0,19-10 0,-31 18 0,1 0 0,0 0 0,0 0 0,-1 1 0,1-1 0,0 1 0,0-1 0,0 1 0,0 0 0,-1 0 0,1 0 0,0 0 0,0 0 0,0 0 0,0 0 0,0 1 0,0-1 0,-1 1 0,1-1 0,2 2 0,-2-1 0,1 1 0,-1-1 0,0 1 0,0 0 0,0 0 0,0 0 0,0 0 0,-1 0 0,1 1 0,-1-1 0,1 0 0,1 4 0,1 5 0,0 1 0,0 0 0,-1 0 0,3 24 0,-4-21 0,0 0 0,-1 0 0,-1 0 0,0 0 0,-1 0 0,-1 0 0,0 0 0,-1 0 0,-1-1 0,0 1 0,-1-1 0,-1 0 0,0 0 0,-13 21 0,13-25 0,-7 13 0,-1 0 0,-1-1 0,-1-1 0,0 0 0,-31 28 0,32-36 0,0 0 0,-21 26 0,33-36 0,0 1 0,0-1 0,1 1 0,-1 0 0,1 0 0,0-1 0,0 1 0,1 1 0,-1-1 0,1 0 0,0 0 0,0 0 0,0 1 0,1-1 0,-1 1 0,1-1 0,0 0 0,1 8 0,-1-11 0,1 0 0,-1 0 0,0 0 0,0 0 0,1 0 0,-1 0 0,1 0 0,-1 0 0,1 0 0,-1 0 0,1 0 0,0 0 0,-1 0 0,1-1 0,0 1 0,0 0 0,-1-1 0,1 1 0,0 0 0,0-1 0,0 1 0,0-1 0,0 1 0,0-1 0,0 0 0,0 1 0,0-1 0,0 0 0,0 0 0,0 0 0,0 1 0,0-1 0,0 0 0,0 0 0,0-1 0,0 1 0,0 0 0,0 0 0,0 0 0,0-1 0,0 1 0,0-1 0,0 1 0,0-1 0,2 0 0,2-2 0,0 0 0,0 0 0,-1 0 0,1 0 0,0-1 0,-1 0 0,4-5 0,6-8 0,-10 12 0,-1 1 0,1-1 0,-1 0 0,1 1 0,1 0 0,-1 0 0,0 0 0,1 1 0,0-1 0,0 1 0,0 0 0,0 1 0,1-1 0,-1 1 0,1 0 0,9-2 0,30-1 0,0 3 0,0 1 0,45 6 0,-77-4 0,0 1 0,-1 1 0,1 0 0,-1 1 0,18 7 0,57 33 0,-58-28 0,41 16 0,-58-27 0,-1 0 0,1 0 0,-1 1 0,0 0 0,20 16 0,-26-17 0,1 0 0,-1 0 0,-1 1 0,1 0 0,-1 0 0,0 0 0,0 0 0,-1 0 0,1 1 0,-2 0 0,5 13 0,-5-13 0,0-1 0,-1 1 0,0 0 0,0 0 0,-1-1 0,0 1 0,0 0 0,-1 0 0,1-1 0,-2 1 0,1 0 0,-1-1 0,-2 8 0,0-5 0,0-1 0,-1 0 0,0 0 0,0 0 0,-1 0 0,0-1 0,0 0 0,-14 12 0,-157 145 0,164-153 0,-1-2 0,0 0 0,-1 0 0,0-1 0,-1-1 0,1-1 0,-1 0 0,0-1 0,-1-1 0,-18 3 0,-16 0 0,1-2 0,-55-1 0,-99-17 0,5-1 0,193 15 29,0-1 1,0 1-1,0 0 0,0 0 0,0 1 0,1 0 0,-1 0 0,-8 4 1,-40 27-132,5-3-1424,28-19-5300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45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24575,'4'8'0,"2"16"0,4 24 0,0 17 0,-2 6 0,-1-2 0,-3-7 0,2-15 0,0-15-8191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46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1 203 24575,'0'-4'0,"17"-6"0,26-5 0,23-5 0,21-6 0,9-4 0,-5-1 0,-8 6 0,-15 1 0,-18 6-8191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47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619 228 24575,'-3'1'0,"1"-1"0,-1 1 0,1 0 0,-1 0 0,1 0 0,-1 0 0,1 0 0,-1 0 0,1 0 0,0 1 0,-3 2 0,-12 6 0,-14 2 0,0-1 0,0-2 0,-48 9 0,67-15 0,0 0 0,0 1 0,0 0 0,1 1 0,0 0 0,0 1 0,0 0 0,1 1 0,0 0 0,-13 13 0,-9 10 0,-44 56 0,46-50 0,-61 73 0,87-102 0,0 0 0,0 0 0,1 1 0,-1-1 0,2 1 0,-1-1 0,1 1 0,0 0 0,-1 15 0,0 8 0,3 37 0,0-56 0,1 17 0,1 0 0,2 0 0,0-1 0,2 1 0,1-1 0,1-1 0,1 1 0,18 33 0,-22-50 0,2 1 0,0-1 0,0 0 0,1 0 0,0-1 0,0 0 0,2-1 0,-1 0 0,1 0 0,0-1 0,1 0 0,0-1 0,0 0 0,0-1 0,1 0 0,0-1 0,0 0 0,1-1 0,-1 0 0,23 3 0,-3-4 0,1-1 0,0-1 0,-1-2 0,52-9 0,126-36 0,-162 36 0,0 3 0,82-3 0,24-2 0,-131 8 0,-1 0 0,1-2 0,-1 0 0,34-15 0,-43 14 0,0 0 0,0 0 0,0-1 0,-1-1 0,-1 0 0,0 0 0,0-1 0,13-16 0,-12 10 0,-1 0 0,0 0 0,-2-1 0,0 0 0,13-35 0,16-42 0,-21 54 0,-1-1 0,-1 0 0,13-68 0,-26 96 0,-1 0 0,0 0 0,0 0 0,-1 0 0,-1 0 0,0 0 0,-1 0 0,-1 0 0,0 1 0,0-1 0,-1 1 0,-1 0 0,0 0 0,-1 0 0,0 0 0,-11-15 0,-1 5 0,0 2 0,0 0 0,-2 1 0,-1 1 0,0 1 0,-1 1 0,-33-19 0,-177-78 0,80 52 0,119 50 0,0 2 0,-61-9 0,89 17 0,0 0 0,0 1 0,1 0 0,-1 0 0,0 0 0,0 1 0,1-1 0,-1 1 0,-6 2 0,8-1 0,-1-1 0,1 1 0,1 0 0,-1 0 0,0 0 0,0 0 0,1 1 0,-1-1 0,1 1 0,0-1 0,0 1 0,0 0 0,-3 4 0,-12 23-1365,10-17-5461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4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624 169 24575,'-20'-10'0,"-47"-25"0,-85-56 0,149 88 0,-4-2 0,0 0 0,0 1 0,-15-7 0,20 10 0,0 0 0,-1 1 0,1-1 0,0 1 0,-1-1 0,1 1 0,0 0 0,-1 0 0,1 0 0,0 0 0,-1 0 0,1 1 0,0-1 0,-1 1 0,1-1 0,0 1 0,0 0 0,-4 1 0,-3 4 0,1 0 0,-1 0 0,1 0 0,0 1 0,0 0 0,-6 9 0,-41 54 0,27-32 0,10-15 0,-53 73 0,64-84 0,0 0 0,1 1 0,1-1 0,0 1 0,0 0 0,-4 23 0,3 19 0,2 0 0,3 0 0,6 58 0,-5-102 0,2 23 0,1 0 0,2-1 0,1 0 0,2 0 0,1 0 0,19 44 0,-21-61 0,0-2 0,1 1 0,0-1 0,1 0 0,1-1 0,0 0 0,1-1 0,0 0 0,1-1 0,0 0 0,1 0 0,0-1 0,1-1 0,0-1 0,21 10 0,-9-8 0,0-1 0,1-2 0,0-1 0,0-1 0,37 2 0,142-6 0,-159-5 0,1-3 0,-1-1 0,0-2 0,-1-2 0,0-3 0,48-21 0,-16-1 0,-3-2 0,110-77 0,-161 98 0,43-41 0,-53 49-1365,-6 7-5461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50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24575,'8'0'0,"24"0"0,19 0 0,18 0 0,14 0 0,5-4 0,0-6 0,2-1 0,-5-2 0,-18-5 0,-16-2 0,-17 6 0,-14 10 0,-10 5-8191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51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24575,'17'0'0,"26"0"0,23 0 0,22-4 0,7-2 0,1-3 0,-3-1 0,-2-2 0,-7 0 0,-14 2 0,-14 4 0,-13 2 0,-10 2 0,-9 1-8191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4:00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24575,'2'4'0,"-1"0"0,1 0 0,0 0 0,0 0 0,0 0 0,0 0 0,0-1 0,6 6 0,0 2 0,1 2 0,1 0 0,18 18 0,-15-19 0,19 27 0,4 16 0,41 89 0,16 66 0,-49-107 0,-25-56 0,-1 1 0,-2 0 0,-3 2 0,-2-1 0,-2 1 0,5 83 0,-12-73 0,-3-1 0,-10 75 0,8-108 0,-2 1 0,-2-1 0,0 0 0,-1-1 0,-2 0 0,0 0 0,-20 32 0,19-40-341,-1 0 0,-1-1-1,-27 27 1,24-29-6485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4:07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24575,'0'-5'0,"0"-4"0,0-2-8191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4:0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0 135 24575,'13'0'0,"33"-9"0,47-6 0,32-6 0,17-2 0,0 1 0,-15 2 0,-26 3 0,-33 9 0,-29 10 0,-25 9 0,-14 3-8191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4:0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0 226 24575,'3'-2'0,"0"0"0,-1 0 0,1 0 0,0 0 0,0 1 0,1-1 0,-1 1 0,0 0 0,0 0 0,7-1 0,41-5 0,-24 5 0,129-18 0,324-53 0,-415 59 0,90-21 0,206-20 0,-347 54-273,-1 0 0,0 1 0,0 1 0,14 1 0,-7 4-6553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55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24575,'9'4'0,"2"2"-8191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3:56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 24575,'-34'42'0,"-3"2"0,22-30 0,-1 0 0,0 1 0,1 1 0,0 1 0,1 0 0,2 0 0,-18 30 0,-58 176 0,74-186 0,-9 36 0,3 0 0,3 1 0,4 1 0,2 0 0,4 1 0,5 125 0,5-157 0,2 0 0,2-1 0,1 0 0,25 70 0,77 157 0,-105-258 0,6 10 0,0 0 0,1-2 0,1 1 0,0-2 0,2 0 0,25 26 0,-10-11 207,-25-26-350,1-1 0,0 0 0,0-1 1,1 1-1,-1-1 0,1 0 0,1-1 0,-1 0 0,1 0 0,11 5 0,0-4-6683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6:51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499 272 24575,'0'0'0,"0"-22"0,0-1 0,-1 1 0,-2 0 0,-5-25 0,6 41 0,1 0 0,-1 1 0,-1-1 0,1 0 0,-1 1 0,0 0 0,0-1 0,0 1 0,-1 1 0,0-1 0,0 0 0,0 1 0,-1 0 0,1 0 0,-1 0 0,0 0 0,0 1 0,0 0 0,-1 0 0,-6-3 0,-6-1 0,-1 0 0,0 2 0,0 0 0,-1 1 0,1 0 0,-1 2 0,-40 0 0,52 2 0,0 1 0,0 0 0,1 0 0,-1 1 0,0 0 0,0 0 0,1 1 0,-1 0 0,1 0 0,0 1 0,0 0 0,0 0 0,1 1 0,-1 0 0,1 0 0,0 0 0,0 1 0,1 0 0,0 0 0,0 0 0,0 1 0,-5 9 0,2 2 0,0-1 0,1 1 0,1 1 0,1-1 0,1 1 0,0 0 0,-1 26 0,3-19 0,2 0 0,1 0 0,1 0 0,11 50 0,-8-59 0,1-1 0,0 0 0,1 0 0,13 20 0,8 18 0,-16-32 0,1 0 0,0-2 0,1 0 0,32 33 0,10 17 0,-50-62 0,-1-1 0,1 1 0,1-1 0,-1 0 0,1 0 0,0-1 0,1 0 0,-1 0 0,1-1 0,0 0 0,1 0 0,-1-1 0,1 0 0,0-1 0,0 0 0,0 0 0,1-1 0,13 2 0,15-1 0,1-1 0,0-3 0,-1-1 0,0-1 0,1-3 0,44-12 0,8-7 0,120-52 0,-51 9 0,-3-7 0,181-116 0,-314 175 0,1-1 0,31-30 0,-34 21 342,-21 24-443,0 1 1,0-1-1,-1 1 1,1-1 0,-1 0-1,1 1 1,-1-1-1,1 0 1,-1 1 0,0-1-1,0 0 1,0 0 0,0 1-1,0-1 1,-1 0-1,0-2 1,-9-17-6726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03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137 450 24575,'8'9'0,"70"79"0,-67-75 0,-1 2 0,-1-1 0,0 1 0,11 29 0,-4 1 0,-3 0 0,14 89 0,-1 100 0,-20-157 0,-2-46 0,-1-4 0,-1 47 0,-2-73 0,0 0 0,1 0 0,-2 0 0,1 0 0,0 1 0,0-1 0,0 0 0,0 0 0,-1 0 0,1 0 0,-1 0 0,1 0 0,-1 0 0,1 1 0,-1-1 0,1-1 0,-1 1 0,0 0 0,0 0 0,1 0 0,-3 1 0,2-2 0,0 0 0,0 0 0,0 0 0,-1 0 0,1 0 0,0 0 0,0 0 0,0-1 0,0 1 0,0 0 0,0-1 0,-1 1 0,1-1 0,0 1 0,0-1 0,0 1 0,0-1 0,0 0 0,1 0 0,-1 1 0,-1-2 0,-13-12 0,1 0 0,1-1 0,0-1 0,1 1 0,1-2 0,-13-24 0,-49-115 0,26 31 0,-58-246 0,99 345 0,1 0 0,2 0 0,1-1 0,0 1 0,4-33 0,0 38 0,1 0 0,2 1 0,0 0 0,0 0 0,2 0 0,1 0 0,10-18 0,-9 20 0,0 1 0,2 0 0,0 0 0,1 1 0,1 1 0,25-25 0,-34 37 0,0-1 0,0 1 0,0 0 0,1 0 0,-1 0 0,1 0 0,0 1 0,0 0 0,0 0 0,0 0 0,0 0 0,0 1 0,1 0 0,-1 0 0,0 1 0,1-1 0,-1 1 0,0 0 0,1 1 0,-1-1 0,1 1 0,-1 0 0,0 1 0,0-1 0,0 1 0,0 0 0,0 0 0,0 0 0,8 7 0,-2-2 0,-1 1 0,-1 0 0,0 1 0,0 0 0,-1 0 0,13 18 0,37 70 0,-46-76 0,-7-11 0,59 104 0,53 135 0,-112-237 0,-1 0 0,0 0 0,-1 0 0,-1 1 0,0-1 0,0 1 0,-1 0 0,-1 0 0,0-1 0,-1 1 0,-4 20 0,2-22 0,0 0 0,-1 0 0,-1 0 0,1 0 0,-2 0 0,0-1 0,0 0 0,0 0 0,-1-1 0,-1 0 0,0 0 0,-13 11 0,2-3 0,-1-2 0,-1 0 0,-1-1 0,0-1 0,-28 12 0,49-24 0,0 0 0,-1-1 0,1 1 0,-1-1 0,1 1 0,-1-1 0,1 1 0,-1-1 0,0 0 0,1 0 0,-1 0 0,1 0 0,-1 0 0,1 0 0,-1 0 0,0-1 0,1 1 0,-1 0 0,1-1 0,-1 1 0,1-1 0,-3-1 0,3 1 0,1 0 0,-1 0 0,0 0 0,1-1 0,-1 1 0,1 0 0,-1 0 0,1-1 0,0 1 0,-1 0 0,1-1 0,0 1 0,0 0 0,0-1 0,0 1 0,0 0 0,0-1 0,0 1 0,1 0 0,-1 0 0,0-1 0,1 1 0,-1 0 0,1-1 0,-1 1 0,1 0 0,0 0 0,0-1 0,3-5 0,0 1 0,1 0 0,-1 0 0,1 0 0,0 1 0,0-1 0,1 1 0,0 1 0,0-1 0,9-5 0,11-5 0,36-15 0,-39 20 0,241-108 0,-257 115 0,1 0 0,-1 1 0,1-1 0,-1 2 0,1-1 0,0 1 0,0 0 0,15 0 0,-19 2 0,0-1 0,-1 1 0,1 0 0,0 0 0,-1 0 0,1 1 0,-1-1 0,1 1 0,-1 0 0,0 0 0,0 0 0,0 0 0,0 0 0,0 1 0,0-1 0,0 1 0,-1 0 0,1 0 0,-1 0 0,3 4 0,-1 2 0,0 0 0,0 0 0,-1 0 0,0 0 0,0 1 0,-1-1 0,0 1 0,-1 0 0,0 11 0,0 7 0,-7 55 0,4-75 0,0-1 0,0 1 0,-1 0 0,0-1 0,0 1 0,-1-1 0,0 0 0,0 0 0,-1 0 0,0-1 0,0 1 0,0-1 0,-1-1 0,0 1 0,-7 5 0,-14 10 0,-1-2 0,-39 21 0,43-26 0,-269 133 340,-12-23-1789,285-115 1193,-29 10-6570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04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24575,'4'0'0,"5"0"0,2 4 0,3 14 0,-1 13 0,-3 13 0,-3 12 0,1 17 0,0 9 0,3 11 0,3 8 0,4 2 0,6-3 0,5-11 0,-4-16 0,-5-16 0,-7-18-8191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04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0 235 24575,'0'-4'0,"5"-5"0,17-6 0,35-5 0,32-2 0,35-7 0,18-1 0,-3-2 0,-17 6 0,-25 7 0,-25 3 0,-24 4-8191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06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492 90 24575,'-1'227'0,"11"443"0,-9-652 0,1 23 0,2-1 0,1 0 0,12 46 0,-18-114 0,-60-719 0,59 543 0,2 199 0,1 1 0,-1-1 0,1 0 0,0 0 0,1 1 0,-1-1 0,1 1 0,0-1 0,0 1 0,0 0 0,1 0 0,-1 0 0,1 0 0,0 0 0,0 0 0,1 1 0,-1 0 0,1-1 0,0 1 0,-1 0 0,9-4 0,7-3 0,1 0 0,0 1 0,34-10 0,-16 6 0,120-57 0,-156 69 0,0-1 0,0 1 0,1 0 0,-1 0 0,1 1 0,-1-1 0,1 0 0,-1 1 0,1 0 0,-1-1 0,1 1 0,-1 0 0,1 0 0,0 1 0,-1-1 0,1 0 0,-1 1 0,1-1 0,3 3 0,-3-2 0,-1 1 0,1 0 0,-1 0 0,1 0 0,-1 0 0,0 0 0,1 0 0,-1 1 0,0-1 0,-1 1 0,1-1 0,0 1 0,2 6 0,-1-2 0,-1 0 0,1 0 0,-1 1 0,-1-1 0,0 1 0,0 0 0,0-1 0,-1 1 0,0 0 0,0-1 0,-1 1 0,-2 12 0,-6 5 0,0-1 0,-2 0 0,0 0 0,-2-1 0,-17 24 0,-86 100 0,88-116 0,-60 74 0,87-104 0,0 1 0,0-1 0,1 0 0,-1 0 0,0 0 0,0 1 0,0-1 0,1 0 0,-1 1 0,1-1 0,-1 1 0,1-1 0,0 1 0,-1-1 0,1 1 0,0-1 0,0 1 0,0-1 0,0 1 0,1 2 0,-1-3 0,1-1 0,0 1 0,1 0 0,-1 0 0,0-1 0,0 1 0,0 0 0,0-1 0,0 1 0,1-1 0,-1 0 0,0 1 0,1-1 0,-1 0 0,0 0 0,0 0 0,1 0 0,-1 0 0,0 0 0,1 0 0,-1 0 0,0 0 0,3-1 0,15-3 0,0 0 0,1-1 0,-2-1 0,33-14 0,68-41 0,-76 34 0,-27 17 0,0 1 0,20-10 0,-35 18 0,1 0 0,-1 1 0,1-1 0,0 1 0,-1-1 0,1 1 0,0-1 0,-1 1 0,1 0 0,0 0 0,-1 0 0,1 0 0,0 0 0,0 0 0,-1 0 0,1 0 0,0 1 0,-1-1 0,1 1 0,-1-1 0,1 1 0,0 0 0,-1-1 0,1 1 0,-1 0 0,0 0 0,1 0 0,-1 0 0,0 0 0,0 1 0,1-1 0,-1 0 0,0 1 0,0-1 0,0 0 0,-1 1 0,1-1 0,0 1 0,0 0 0,-1-1 0,1 3 0,2 6 0,0 1 0,-1 0 0,0 0 0,0 22 0,-2-30 0,1 34 0,-1 0 0,-1 0 0,-3 0 0,0 0 0,-3-1 0,-1 0 0,-2 0 0,-1-1 0,-2 0 0,-1-1 0,-1 0 0,-24 36 0,16-37 0,-2 0 0,-1-1 0,-1-1 0,-2-2 0,-1-1 0,-43 31 0,-214 128 0,233-155 0,43-25 0,-2 1 0,-1 0 0,-28 12 0,38-19 0,0 1 0,0-1 0,0 0 0,0-1 0,-1 1 0,1-1 0,0 1 0,0-1 0,-1 0 0,1-1 0,0 1 0,0-1 0,0 0 0,0 0 0,-7-3 0,-7-5 0,-25-17 0,-12-5 0,7 8-1365,2 2-5461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08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24575,'4'3'0,"0"0"0,0 0 0,0-1 0,1 1 0,-1-1 0,1 0 0,0 0 0,0-1 0,8 3 0,2 0 0,35 10 0,0-2 0,79 8 0,112-7 0,-87-15-233,-1-6-1,-1-7 1,0-6-1,220-61 1,-298 59 233,117-54 0,-163 68 146,-28 9-142,0 0-1,1 0 0,-1 0 0,0 0 1,0 0-1,1 0 0,-1 0 1,0 0-1,0 0 0,1 0 1,-1 0-1,0 1 0,0-1 1,1 0-1,-1 0 0,0 0 1,0 0-1,1 0 0,-1 0 1,0 0-1,0 1 0,0-1 1,1 0-1,-1 0 0,0 0 1,0 1-1,0-1 0,0 0 1,0 0-1,1 0 0,-1 1 1,0-1-1,0 0 0,0 0 1,0 1-1,0-1 0,0 0 1,0 0-1,0 1 0,0-1 1,0 0-1,0 0 0,0 1 1,-2 4-214,0 0 1,0 0 0,0 0 0,-1-1 0,1 1 0,-7 7 0,-23 32-5644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10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545 128 24575,'0'0'0,"1"0"0,-1 0 0,0 1 0,1-1 0,-1-1 0,0 1 0,1 0 0,-1 0 0,0 0 0,1 0 0,-1 0 0,0 0 0,1 0 0,-1 0 0,0 0 0,1-1 0,-1 1 0,0 0 0,1 0 0,-1 0 0,0-1 0,0 1 0,1 0 0,-1 0 0,0-1 0,0 1 0,0 0 0,1-1 0,-1 1 0,0 0 0,0-1 0,0 1 0,0 0 0,0-1 0,1 1 0,-1 0 0,0-1 0,0 1 0,0 0 0,0-1 0,0 1 0,0 0 0,0-1 0,0 1 0,0 0 0,-1-1 0,1 1 0,0 0 0,0-1 0,-10-17 0,0 9 0,0 0 0,0 0 0,-1 1 0,0 1 0,0 0 0,-1 0 0,1 1 0,-2 1 0,1 0 0,-22-6 0,14 7 0,0 0 0,0 0 0,-1 2 0,1 1 0,-1 0 0,-26 4 0,40-2 0,0 0 0,0 1 0,1 0 0,-1 1 0,1-1 0,0 1 0,-1 0 0,1 1 0,1 0 0,-1-1 0,-9 10 0,-4 5 0,-30 36 0,45-49 0,-4 6 0,0 1 0,1 1 0,0 0 0,0 0 0,2 0 0,-1 1 0,2-1 0,0 1 0,0 0 0,-1 21 0,0 11 0,2 89 0,5-105 0,1 0 0,1 0 0,1 0 0,2 0 0,1-1 0,21 50 0,-27-75 0,0-1 0,0 1 0,0-1 0,0 0 0,1 0 0,-1 0 0,1 0 0,0-1 0,0 1 0,0-1 0,0 1 0,0-1 0,1 0 0,-1 0 0,1-1 0,4 3 0,7 0 0,0 1 0,30 3 0,-6-1 0,471 66 0,2-48 0,-472-24 0,-5 1 0,1-1 0,-1-2 0,0-2 0,45-9 0,-75 11-72,0 0 1,0 0-1,-1-1 0,1 0 0,-1 0 0,1 0 0,-1-1 0,0 1 1,1-1-1,-1 0 0,-1 0 0,1 0 0,0-1 0,-1 1 0,0-1 1,0 0-1,0 0 0,5-9 0,0 0-6754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7:43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24575,'4'1'0,"-1"0"0,0 1 0,0-1 0,0 0 0,0 1 0,0 0 0,0 0 0,0 0 0,0 0 0,-1 0 0,1 0 0,3 5 0,9 6 0,-5-7 0,0 0 0,0-1 0,0 0 0,1 0 0,0-1 0,0 0 0,12 2 0,82 9 0,-69-11 0,58 8 0,293 41 0,-339-47 0,2-2 0,71-3 0,-69-3 0,102 12 0,-114-4 0,56 9 0,125 4 0,-197-19 0,4 0 0,1 1 0,41 7 0,-24 0 0,85 2 0,50-11 0,-62-1 0,519-13 0,41 3 0,-447 14 0,-168-3 0,126 4 0,-148 0 0,-1 2 0,67 17 0,39 10 0,192 19 0,40 6 0,-222-28 0,1-6 0,293 2 0,-355-25 0,467 21 0,100 4 0,-327-23 0,53 22 0,127 1 0,-510-25-72,0 0 1,0-1-1,0 0 0,0 0 0,0 0 0,0-1 0,0 0 0,-1 0 1,1 0-1,-1-1 0,1 0 0,-1 0 0,0 0 0,0 0 0,0-1 1,-1 0-1,1 0 0,4-6 0,6-8-6754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40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1038 129 24575,'-1'-2'0,"0"0"0,0 0 0,0 1 0,0-1 0,0 0 0,0 0 0,0 0 0,-1 1 0,1-1 0,-1 1 0,1-1 0,-1 1 0,0 0 0,-2-2 0,1 0 0,-13-9 0,-1 1 0,-1 1 0,1 1 0,-2 0 0,-30-10 0,22 9 0,14 5 0,-1 1 0,1 1 0,-1 0 0,0 1 0,-21 0 0,5 1 0,-44 6 0,66-4 0,0 1 0,0 0 0,1 1 0,-1-1 0,1 1 0,-1 1 0,1-1 0,0 1 0,0 1 0,-6 5 0,-10 8 0,-28 30 0,44-41 0,-140 143 0,18-21 0,117-115 0,1 1 0,1 0 0,0 0 0,1 1 0,0 0 0,-7 20 0,-31 107 0,33-96 0,-6 11 0,12-36 0,0 0 0,1 1 0,2 0 0,-6 43 0,11-64 0,0 1 0,0 0 0,0-1 0,0 1 0,1 0 0,-1 0 0,1-1 0,0 1 0,0-1 0,0 1 0,0-1 0,0 1 0,0-1 0,1 1 0,-1-1 0,1 0 0,0 0 0,0 0 0,0 0 0,0 0 0,0 0 0,0-1 0,0 1 0,0-1 0,1 1 0,-1-1 0,0 0 0,1 0 0,-1 0 0,1 0 0,0 0 0,-1 0 0,4 0 0,10 1 0,1 0 0,-1-1 0,0-1 0,25-2 0,-17 1 0,24 0 0,111-8 0,-135 6 0,0-1 0,0-1 0,0-2 0,34-13 0,-17 4 0,-2-2 0,-1-2 0,0-2 0,60-46 0,-81 55-227,0 0-1,0 1 1,2 1-1,-1 0 1,23-8-1,-30 15-6598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34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465 0 24575,'-3'0'0,"1"1"0,-1-1 0,1 1 0,0 0 0,-1 0 0,1 0 0,0 0 0,-1 0 0,1 0 0,0 1 0,0-1 0,0 1 0,0-1 0,0 1 0,-2 3 0,-26 33 0,27-34 0,-122 165 0,101-134 0,1 0 0,3 2 0,1 0 0,1 1 0,2 1 0,-13 50 0,-46 250 0,67-295 0,-24 193-1365,28-216-5461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35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24575,'21'34'0,"-1"2"0,-2 0 0,-2 1 0,17 55 0,-10-9 0,12 86 0,-29-118 0,-2 0 0,-5 87 0,-1-55 0,1 441 0,-3-560-1365,-2 14-5461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36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0 248 24575,'13'-13'0,"12"-8"0,11-9 0,7-3 0,5-1 0,-2 6 0,-4 3 0,-5 2 0,-5 1 0,-7 3-8191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37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24575,'1'0'0,"-1"0"0,1 0 0,-1 0 0,1 1 0,-1-1 0,1 0 0,-1 0 0,1 1 0,-1-1 0,1 0 0,-1 1 0,0-1 0,1 0 0,-1 1 0,0-1 0,1 1 0,-1-1 0,0 1 0,1-1 0,-1 0 0,0 1 0,0-1 0,0 1 0,1-1 0,-1 1 0,0 0 0,4 18 0,-3-12 0,45 292 0,-11-52 0,37 22 0,-30-126 0,-39-133 0,-3-7 0,0-1 0,1 1 0,-1 0 0,1 0 0,0-1 0,0 1 0,0 0 0,1-1 0,-1 1 0,1-1 0,-1 1 0,1-1 0,0 0 0,2 3 0,-4-5 8,0 0 0,0 0 0,1 0 0,-1 0 0,0 0 0,0 1 0,0-1 0,1 0 0,-1 0 0,0 0 0,0 0 0,1 0 0,-1 0 0,0 0 0,0 0 0,0 0 0,1 0 0,-1-1 0,0 1 0,0 0 0,0 0 0,1 0 0,-1 0 0,0 0 0,0 0 0,0 0 0,1 0 0,-1-1 0,0 1 0,0 0 0,0 0 0,0 0 0,0 0 0,1-1 0,-1 1 0,0 0 0,0 0 0,0 0 0,0-1 0,0 1 0,0 0 0,3-11-1162,-2 10 607,2-17-6279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38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23 388 24575,'0'-3'0,"-1"0"0,0-1 0,0 1 0,0 0 0,0 0 0,-3-6 0,-5-15 0,7 13 0,0 1 0,2-1 0,-1 1 0,1-1 0,1 1 0,0-1 0,0 1 0,1-1 0,0 1 0,7-19 0,-3 16 0,0 1 0,0 1 0,1-1 0,1 1 0,0 0 0,0 1 0,1 0 0,12-11 0,56-54 0,-76 73 0,0 1 0,0 0 0,1 0 0,-1-1 0,1 1 0,-1 0 0,1 0 0,-1 0 0,1 1 0,0-1 0,0 0 0,-1 0 0,1 1 0,0 0 0,0-1 0,-1 1 0,1 0 0,0 0 0,0-1 0,0 1 0,0 1 0,0-1 0,-1 0 0,1 0 0,0 1 0,0-1 0,0 1 0,-1 0 0,1-1 0,0 1 0,-1 0 0,1 0 0,-1 0 0,1 0 0,-1 0 0,1 0 0,-1 1 0,3 2 0,0 0 0,-1 1 0,1 0 0,-1 0 0,0 0 0,0 1 0,-1-1 0,1 1 0,-1-1 0,0 1 0,2 11 0,-4-8 0,1 0 0,-1 0 0,-1-1 0,0 1 0,0 0 0,0 0 0,-1-1 0,-1 1 0,1 0 0,-1-1 0,-5 9 0,-4 8 0,-2-1 0,-19 27 0,23-39 0,1-1 0,-2 0 0,1-1 0,-1 0 0,-13 8 0,13-10 0,0 0 0,1 1 0,0 0 0,1 1 0,-13 16 0,22-26 0,0 0 0,-1 1 0,1-1 0,0 0 0,-1 1 0,1-1 0,0 1 0,-1-1 0,1 0 0,0 1 0,0-1 0,-1 1 0,1-1 0,0 1 0,0-1 0,0 1 0,0-1 0,0 1 0,0-1 0,-1 1 0,1-1 0,1 1 0,-1 0 0,0-1 0,0 1 0,0-1 0,0 1 0,0-1 0,0 1 0,1 0 0,0-1 0,0 0 0,-1 0 0,1 1 0,0-1 0,0 0 0,0 0 0,0 0 0,0 0 0,0 0 0,0 0 0,0-1 0,0 1 0,-1 0 0,1 0 0,1-1 0,37-16 0,19-16 0,-31 16 0,39-17 0,-57 30 0,1 1 0,-1 0 0,0 0 0,1 1 0,0 0 0,-1 1 0,1 0 0,17 0 0,-23 2 0,0-1 0,0 1 0,0 0 0,0 0 0,0 1 0,0-1 0,0 1 0,0 0 0,-1 0 0,1 0 0,-1 0 0,4 3 0,3 4 0,1 1 0,10 13 0,8 8 0,-6-9 0,-1 1 0,0 1 0,-2 1 0,18 28 0,-34-46 0,-1-1 0,0 1 0,0 0 0,0 0 0,-1 0 0,0 1 0,0-1 0,-1 0 0,0 1 0,0-1 0,-1 1 0,0-1 0,0 1 0,-1-1 0,0 1 0,0-1 0,-3 8 0,-4 11 0,-1-2 0,-2 1 0,-19 34 0,17-34 0,-98 177 0,86-163 0,-1-1 0,-2-2 0,-33 34 0,46-55 0,-21 22 0,34-35 0,0 1 0,0-1 0,0 1 0,1-1 0,-1 1 0,1 0 0,-1 0 0,1 0 0,0 0 0,0 0 0,-1 6 0,2-9 0,0 0 0,0 1 0,0-1 0,0 0 0,0 1 0,0-1 0,0 1 0,0-1 0,0 0 0,0 1 0,0-1 0,0 0 0,0 1 0,1-1 0,-1 0 0,0 1 0,0-1 0,0 0 0,0 0 0,1 1 0,-1-1 0,0 0 0,0 0 0,0 1 0,1-1 0,-1 0 0,0 0 0,1 1 0,-1-1 0,0 0 0,0 0 0,1 0 0,13-2 0,16-17 0,-26 17 0,16-11-1365,-1 3-5461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46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 24575,'-3'38'0,"-1"0"0,-1 0 0,-13 42 0,0 0 0,-26 263 0,35 74 0,11-256 0,-4-90 0,-2-1 0,-26 137 0,25-185 0,-30 162 0,-32 304 0,18 12 0,18-143 0,28-334 0,-16 185 0,17-160 0,2 1 0,8 62 0,1-64 0,24 74 0,-15-58 0,38 117 0,12 44 0,-42-123 0,32 134 0,-42-156 0,6 83 0,-17-85 0,19 153 0,17 19 0,46 300 0,-40 4 0,-45 340 0,-4-440 0,-22 87 0,-7 105 0,12-134 0,-7 122 0,26-604 0,-6 83 0,-5 0 0,-38 172 0,5-72 0,-78 283 0,104-446 0,11-33 0,1 0 0,0 0 0,2 1 0,-5 24 0,11-40 0,3-10 0,91-183 0,-12 23 0,16-12-1365,-52 98-5461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48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822 1 24575,'-1'14'0,"0"0"0,-1 0 0,-1 0 0,-5 18 0,-2 5 0,-191 939 0,170-786-224,-11 294 0,42 200-224,24-47-65,3 131-724,-54-2 539,-20-450 2175,-23-5 234,-28 123-1555,-39 144-156,112-451 0,5 1 0,5 1 0,7 0 0,8 157 0,30-39 0,20-2 0,-32-161 0,161 655 0,-108-495 0,23 92 0,-74-239 0,-3 2 0,5 182 0,-31-10 0,3-213 0,-3-1 0,-26 94 0,-68 165 0,-51 175 0,41-137 0,-1-1 0,112-347 0,-36 155 0,32-126 0,1 0 0,0 61 0,5-92 0,0 24 0,0-27 0,-1 0 0,1 0 0,0 0 0,0 0 0,0 0 0,-1-1 0,1 1 0,0 0 0,-1 0 0,1 0 0,-1 0 0,1 0 0,-1 0 0,1-1 0,-1 1 0,0 0 0,1 0 0,-1-1 0,0 1 0,0 0 0,-1 0 0,2-1 0,-1 0 0,1 0 0,-1 0 0,1 0 0,-1 0 0,1 0 0,0 0 0,-1 0 0,1 0 0,-1 0 0,1 0 0,-1-1 0,1 1 0,-1 0 0,1 0 0,0 0 0,-1-1 0,1 1 0,-1 0 0,1-1 0,0 1 0,-1 0 0,1-1 0,0 1 0,0 0 0,-1-1 0,1 1 0,0-1 0,0 1 0,-1 0 0,1-1 0,0 1 0,0-1 0,0 1 0,0-1 0,0 0 0,-5-21 0,5 10 0,1 0 0,0 1 0,0-1 0,1 0 0,1 1 0,6-19 0,33-69 0,-29 73 0,41-90 135,130-320-1635,-150 329-5326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5:51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539 1 24575,'24'287'0,"0"-35"0,-21-83 0,6 128 0,-2-216 0,27 132 0,46 111 0,-31-134 0,5 25 0,3 97 0,19 86 0,-56-289 0,-4 0 0,-4 1 0,-6 191 0,-67 326 0,34-458 0,-38 340 0,42 274 0,22-640 0,-7-1 0,-6 0 0,-6-1 0,-72 260 0,-65 177 0,107-310 0,-13 59 0,-51 219 0,75-276 0,12-68 0,-19 76 0,-29 198 0,21 186 0,40-409 0,2 296 0,9-212 0,-9-107 0,0 60 0,13 638 0,-2-949 0,-1 1 0,-5-20 0,-3-29 0,8-39 76,12-113 0,-1 75-1593,-7 82-5309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27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1 249 24575,'51'-22'0,"1"3"0,65-15 0,-113 33 0,239-56 0,115-34 0,-338 85 0,-1 1 0,0 1 0,1 0 0,21 0 0,82 2 0,-79 3 0,165 4 0,-1 9 0,394 80 0,-441-62 0,1-7 0,2-8 0,177-3 0,-220-19 0,-1-5 0,132-29 0,76-7 0,-123 19 0,-204 27 0,24-3-227,1-1-1,0-1 1,-1-1-1,0-1 1,35-16-1,-45 14-6598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28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24575,'0'790'0,"0"-864"-1365,0 30-5461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29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305 109 24575,'2'-7'0,"0"1"0,0 0 0,1-1 0,0 2 0,0-1 0,0 0 0,1 0 0,0 1 0,5-6 0,-5 5 0,-2 3 0,1 0 0,-1 0 0,1 0 0,-1 0 0,1 0 0,0 1 0,0-1 0,0 1 0,0 0 0,0 0 0,1 0 0,-1 1 0,1-1 0,3-1 0,-4 3 0,-1-1 0,1 1 0,-1 0 0,1 0 0,-1 0 0,1 1 0,-1-1 0,1 1 0,-1-1 0,1 1 0,-1 0 0,0 0 0,1 0 0,-1 0 0,0 0 0,0 0 0,0 1 0,0-1 0,0 1 0,0-1 0,0 1 0,2 3 0,9 9 0,-1 2 0,-1-1 0,13 24 0,14 22 0,28 44 0,-39-75 0,-23-28 0,-1 1 0,0 0 0,-1 0 0,1 0 0,0 0 0,-1 0 0,0 0 0,1 1 0,-2-1 0,1 1 0,0 0 0,-1-1 0,1 1 0,1 7 0,-2-2 0,-1-1 0,0 1 0,0 0 0,-1-1 0,0 1 0,0-1 0,-1 1 0,0-1 0,0 0 0,-1 1 0,0-1 0,-1-1 0,0 1 0,-5 8 0,-10 12 0,0-1 0,-31 32 0,48-56 0,-209 215 0,-62 76 0,253-270 0,13-17 0,0 1 0,0 0 0,1 0 0,1 0 0,-1 1 0,-4 11 0,10-20 0,0 0 0,0 0 0,0 0 0,0 0 0,0 0 0,-1 1 0,1-1 0,0 0 0,0 0 0,0 0 0,0 1 0,0-1 0,0 0 0,0 0 0,0 0 0,0 0 0,0 1 0,0-1 0,0 0 0,0 0 0,0 0 0,0 1 0,0-1 0,1 0 0,-1 0 0,0 0 0,0 0 0,0 1 0,0-1 0,0 0 0,0 0 0,0 0 0,0 0 0,1 0 0,-1 0 0,0 1 0,0-1 0,0 0 0,0 0 0,0 0 0,1 0 0,-1 0 0,0 0 0,0 0 0,0 0 0,1 0 0,-1 0 0,0 0 0,0 0 0,0 0 0,0 0 0,1 0 0,-1 0 0,0 0 0,0 0 0,0 0 0,1 0 0,-1 0 0,0 0 0,0 0 0,0 0 0,1 0 0,11-5 0,3-4 0,-1-1 0,0-1 0,-1 0 0,13-13 0,23-19 0,6 0-1365,-32 25-5461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30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70 24575,'2'-13'0,"-2"7"0,-13 12 0,-5 6 0,0 1 0,-18 16 0,32-25 0,-1 1 0,1-1 0,0 0 0,1 1 0,-1 0 0,1 0 0,0 0 0,0 1 0,0-1 0,1 1 0,0-1 0,-3 12 0,5-14 0,0 1 0,0-1 0,1 0 0,-1 0 0,1 1 0,-1-1 0,1 0 0,0 0 0,1 0 0,-1 0 0,0 0 0,1 0 0,0 0 0,0-1 0,-1 1 0,1-1 0,1 1 0,-1-1 0,0 0 0,1 1 0,-1-1 0,1 0 0,0-1 0,4 4 0,0-1 0,1 0 0,0 0 0,0 0 0,0-1 0,1 0 0,-1 0 0,1-1 0,8 1 0,-11-2 0,0-1 0,0 0 0,0-1 0,0 0 0,0 0 0,0 0 0,0 0 0,0-1 0,-1 0 0,1 0 0,-1 0 0,1-1 0,-1 0 0,0 0 0,6-5 0,5-6 0,0 0 0,27-32 0,-10 10 0,-28 31 0,0 0 0,0-1 0,0 0 0,0 0 0,-1-1 0,4-8 0,-7 13 0,0 1 0,-1 0 0,1-1 0,-1 0 0,1 1 0,-1-1 0,0 1 0,0-1 0,1 1 0,-1-1 0,0 0 0,-1 1 0,1-1 0,0 1 0,0-1 0,-1 0 0,1 1 0,0-1 0,-1 1 0,0-1 0,1 1 0,-1 0 0,0-1 0,0 1 0,0 0 0,0-1 0,0 1 0,0 0 0,0 0 0,0 0 0,0 0 0,-1 0 0,1 0 0,0 0 0,-2-1 0,-13-8 0,6 4 0,0 0 0,0 0 0,0 1 0,-18-6 0,26 10 0,-1 0 0,1 1 0,0-1 0,-1 1 0,1-1 0,0 1 0,-1 0 0,1 0 0,0 0 0,-1 1 0,1-1 0,0 1 0,-1-1 0,1 1 0,0-1 0,-1 1 0,1 0 0,0 0 0,0 0 0,0 1 0,0-1 0,0 0 0,0 1 0,0-1 0,1 1 0,-1 0 0,-2 3 0,-7 13-1365,2 1-5461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31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1 225 24575,'12'-1'0,"1"0"0,-1-1 0,0-1 0,20-6 0,-1 1 0,504-93 0,-324 64 0,-83 12 0,140-8 0,178 29 0,-267 5 0,-176-1 18,32 3 301,-34-3-358,-1 0 0,1-1 1,-1 1-1,1 0 0,0 1 1,-1-1-1,1 0 0,-1 0 1,1 0-1,0 0 0,-1 0 1,1 1-1,-1-1 0,1 0 0,0 0 1,-1 1-1,1-1 0,-1 0 1,1 1-1,-1-1 0,0 1 1,1-1-1,-1 1 0,1-1 1,-1 1-1,0-1 0,1 1 1,-1-1-1,0 1 0,1-1 1,-1 1-1,0-1 0,0 1 1,0 0-1,0-1 0,1 1 1,-1 0-1,0-1 0,0 1 1,0-1-1,0 1 0,0 0 1,-1 0-1,-5 9-6787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3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 24575,'4'0'0,"6"0"0,5-4 0,5-6 0,2-5 0,2 0 0,-2-2 0,-2 2 0,0 3 0,2 5 0,0 2 0,5 3 0,3 6 0,-1 6 0,0 1 0,-1 0 0,-1-4 0,-6-1-8191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2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0 24575,'0'5'0,"-1"-1"0,0 0 0,0 0 0,0 0 0,-1 0 0,1 0 0,-5 7 0,-1 4 0,6-13 0,-112 298 0,106-270 0,1 1 0,-2 34 0,3-15 0,-18 255 0,9-84 0,-34 139 0,27-218 0,2 37 0,7 331 0,12-510 0,0 1 0,-1 0 0,1-1 0,0 1 0,0 0 0,0-1 0,1 1 0,-1-1 0,0 1 0,0 0 0,0-1 0,0 1 0,1-1 0,-1 1 0,0 0 0,0-1 0,1 1 0,-1-1 0,0 1 0,1-1 0,0 2 0,0-2 0,-1 0 0,1 0 0,-1-1 0,1 1 0,-1 0 0,0 0 0,1 0 0,-1 0 0,1 0 0,-1-1 0,1 1 0,-1 0 0,1 0 0,-1-1 0,0 1 0,1 0 0,-1-1 0,0 1 0,1 0 0,-1-1 0,1 0 0,20-30 0,-20 29 0,146-301-1365,-110 216-5461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3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66 24575,'1'-3'0,"-1"1"0,0-1 0,1 1 0,0-1 0,-1 1 0,1 0 0,0-1 0,0 1 0,0 0 0,1 0 0,-1 0 0,1 0 0,-1 0 0,1 0 0,-1 0 0,1 0 0,0 1 0,0-1 0,0 1 0,0-1 0,0 1 0,0 0 0,0 0 0,1 0 0,-1 0 0,0 0 0,5-1 0,4-1 0,1 0 0,0 0 0,0 1 0,17 0 0,3 2 0,1 1 0,-1 1 0,36 7 0,96 27 0,-135-29 0,35 9 0,109 41 0,-148-46 0,-2 0 0,1 2 0,-2 0 0,1 1 0,-2 2 0,0 0 0,26 27 0,90 121 0,-60-68 0,-71-89 0,-1 0 0,0 0 0,-1 1 0,1-1 0,-2 1 0,1 0 0,-1 0 0,0 0 0,3 16 0,-3-4 0,-1 1 0,-1 41 0,-1 36 0,-3 86 0,-1-160 0,-1 1 0,-1 0 0,0-1 0,-2 0 0,-20 41 0,14-33 0,-13 34 0,-3-1 0,-50 78 0,60-116 0,-1-2 0,-28 27 0,31-34 0,-213 207 0,80-76 0,135-132 0,-2 0 0,0-1 0,-1 0 0,0-2 0,-1 0 0,-36 18 0,51-30 0,-1 0 0,0 0 0,0 0 0,0-1 0,0 0 0,0 0 0,-1-1 0,1 1 0,0-1 0,0-1 0,-9 0 0,-6-4 0,-41-12 0,3 0 0,51 16 0,0-1 0,0 0 0,0 0 0,1-1 0,-1 0 0,0 0 0,1 0 0,0-1 0,0 0 0,0-1 0,0 0 0,1 0 0,0 0 0,0-1 0,0 0 0,-8-11 0,-5-9 181,12 17-439,0 0 1,1 0-1,0-1 0,1 0 1,-9-20-1,10 11-6568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24575,'273'23'0,"-188"-12"0,10-1 0,468 61 0,-344-46 0,-101-16 0,159-8 0,-129-3 0,264 2 0,-392-1 0,0-1 0,0-2 0,0 0 0,0-1 0,-1-1 0,0 0 0,0-2 0,26-13 0,-42 16 171,-10 4 0,-17 3-1878,-25 5-5119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6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24575,'0'1'0,"0"1"0,0 0 0,0-1 0,1 1 0,-1-1 0,0 1 0,1-1 0,-1 1 0,1-1 0,0 1 0,0-1 0,-1 1 0,1-1 0,0 0 0,0 0 0,0 1 0,0-1 0,3 2 0,25 14 0,-23-14 0,84 37 0,165 49 0,-228-82 0,1-1 0,0-2 0,48 3 0,85-9 0,-64-1 0,378-28 0,-19 12 0,-416 18-341,-1-1 0,1-2-1,74-17 1,-92 15-6485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7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1 24575,'2'0'0,"-1"0"0,1 0 0,-1 1 0,1-1 0,-1 1 0,1-1 0,-1 1 0,0 0 0,1-1 0,-1 1 0,0 0 0,0 0 0,1 0 0,-1 0 0,0 0 0,0 0 0,0 0 0,0 0 0,0 0 0,0 1 0,-1-1 0,1 0 0,0 1 0,-1-1 0,1 1 0,-1-1 0,1 0 0,-1 2 0,3 8 0,-1-1 0,0 1 0,1 10 0,-3-11 0,6 67 0,-6 132 0,-25 78 0,15-200 0,3 0 0,-22 142 0,28-226 0,-9 38 0,9-39 0,0 0 0,1 0 0,-1 1 0,0-1 0,-1 0 0,1 0 0,0 0 0,-1-1 0,1 1 0,-1 0 0,1 0 0,-1-1 0,-2 3 0,3-4 0,1 0 0,-1 1 0,0-1 0,1 0 0,-1 0 0,1 0 0,-1 1 0,0-1 0,1 0 0,-1 0 0,1 0 0,-1 0 0,0 0 0,1 0 0,-1 0 0,0-1 0,1 1 0,-1 0 0,1 0 0,-1 0 0,1-1 0,-1 1 0,0 0 0,1 0 0,-1-1 0,1 1 0,-1-1 0,1 1 0,-1 0 0,1-1 0,0 1 0,-1-1 0,0 0 0,-11-20 0,10 18 0,-18-45 0,-18-60 0,12 33 0,16 51 81,-2-1 0,-1 2 1,-19-29-1,20 36-293,1 0 1,1-1 0,1-1 0,0 1 0,2-1-1,0-1 1,-6-24 0,10 22-6615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8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24575,'5'0'0,"10"-1"0,0 1 0,-1 1 0,24 5 0,-32-5 0,0 1 0,-1 0 0,1 1 0,-1-1 0,0 1 0,0 0 0,0 0 0,0 1 0,0-1 0,-1 1 0,0 0 0,5 6 0,23 28 0,-1 1 0,40 70 0,34 94 0,-78-145 0,3-2 0,63 89 0,-90-142 0,-1 1 0,1 0 0,-1 0 0,0 0 0,0 0 0,0 0 0,0 1 0,-1-1 0,0 0 0,0 1 0,0-1 0,0 1 0,-1 0 0,0-1 0,0 1 0,-1 7 0,0-6 0,0 0 0,-1 0 0,0-1 0,-1 1 0,1 0 0,-1-1 0,0 0 0,0 0 0,-1 0 0,1 0 0,-1 0 0,-7 5 0,-2 3 0,-2-1 0,1 0 0,-1-1 0,-1-1 0,0 0 0,-1-1 0,-22 8 0,9-6 0,0-1 0,-1-2 0,-47 6 0,60-9 0,0 0 0,1 0 0,-1 2 0,1 0 0,0 1 0,-22 15 0,5-4 0,-3 2 0,22-12 0,1 0 0,-2-1 0,1-1 0,-1 0 0,0-1 0,-29 6 0,44-12 0,0 1 0,0-1 0,0 0 0,1 0 0,-1 0 0,0 0 0,0 0 0,0 0 0,0-1 0,0 1 0,1 0 0,-1 0 0,0 0 0,0-1 0,1 1 0,-2-1 0,2 1 0,0 0 0,-1-1 0,1 1 0,0 0 0,0-1 0,0 1 0,0 0 0,0 0 0,0-1 0,0 1 0,-1 0 0,1-1 0,0 1 0,0 0 0,0-1 0,0 1 0,0 0 0,1-1 0,-1 1 0,0 0 0,0 0 0,0-1 0,0 1 0,0 0 0,0-1 0,0 1 0,1 0 0,-1-1 0,2-1 0,-1-1 0,1 0 0,1 1 0,-1 0 0,0-1 0,0 1 0,4-2 0,13-8 0,0 1 0,1 0 0,0 2 0,28-10 0,-3 2 0,-37 13 7,186-71-1379,-148 60-5454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8:59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79 102 24575,'-1'4'0,"0"1"0,-1-1 0,1 0 0,-1 0 0,0-1 0,0 1 0,0 0 0,0-1 0,-1 1 0,1-1 0,-6 6 0,-8 11 0,11-10 0,0-1 0,1 1 0,0 0 0,0 0 0,1 0 0,0 1 0,1-1 0,0 1 0,0 10 0,2-14 0,0 0 0,0 1 0,1-1 0,-1 0 0,1 0 0,1 0 0,0-1 0,0 1 0,0 0 0,1-1 0,-1 1 0,2-1 0,-1 0 0,7 9 0,10 11 0,2-1 0,1 0 0,0-2 0,33 24 0,-51-43 0,0-1 0,-1 0 0,1 0 0,0-1 0,1 1 0,-1-1 0,0 0 0,1-1 0,-1 1 0,1-1 0,-1 0 0,1-1 0,0 1 0,7-1 0,-8-1 0,0 0 0,0 0 0,0 0 0,0-1 0,0 0 0,-1 0 0,1 0 0,0-1 0,-1 1 0,0-1 0,1 0 0,-1 0 0,0-1 0,-1 1 0,7-8 0,7-9 0,-1-1 0,-1 0 0,-1-1 0,-1 0 0,-1-1 0,0-1 0,7-25 0,-15 36 0,0-1 0,-1 0 0,-1 0 0,0 0 0,-1 0 0,0-18 0,-2 22 0,0 1 0,0-1 0,-1 1 0,-1-1 0,1 1 0,-1 0 0,-1 0 0,0 0 0,0 1 0,-6-10 0,4 10 0,1 1 0,-1-1 0,-1 1 0,1 1 0,-1-1 0,0 1 0,-1 0 0,1 1 0,-1 0 0,-1 0 0,1 0 0,0 1 0,-1 0 0,0 1 0,0 0 0,0 1 0,0 0 0,-1 0 0,1 0 0,0 2 0,-16-1 0,22 1-97,0 1-1,1-1 1,-1 0-1,1 1 1,-1 0-1,1 0 1,-1-1-1,1 2 1,0-1-1,-1 0 1,1 0-1,0 1 0,-3 1 1,-5 9-6729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02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1993 24575,'-2'1'0,"1"-1"0,-1 1 0,0 0 0,1-1 0,-1 1 0,1 0 0,-1 0 0,1 0 0,-1 0 0,1 0 0,-2 2 0,2-3 0,1 0 0,0 1 0,-1-1 0,1 0 0,0 0 0,-1 0 0,1 1 0,0-1 0,-1 0 0,1 0 0,0 0 0,0 1 0,0-1 0,-1 0 0,1 1 0,0-1 0,0 0 0,0 1 0,-1-1 0,1 0 0,0 1 0,0-1 0,0 0 0,0 1 0,0-1 0,0 0 0,0 1 0,0-1 0,0 0 0,0 1 0,0-1 0,0 0 0,0 1 0,0-1 0,0 0 0,0 1 0,0-1 0,1 0 0,-1 1 0,0-1 0,0 0 0,0 1 0,1-1 0,-1 0 0,0 0 0,0 1 0,0-1 0,1 0 0,-1 0 0,0 1 0,1-1 0,-1 0 0,0 0 0,1 0 0,-1 0 0,0 1 0,1-1 0,-1 0 0,8 1 0,-1-1 0,0 0 0,1 0 0,-1-1 0,0 0 0,1 0 0,10-3 0,-5 1 0,318-77 0,-62 13 0,-233 59 0,236-48 0,-187 42 0,106-3 0,367 18 0,-196 36 0,-19-1 0,223-33 0,-290-5 0,-206 3 0,-29 1 0,0-2 0,59-8 0,-83 4 0,0 0 0,0-2 0,-1 0 0,0-1 0,0 0 0,0-1 0,-1-1 0,0-1 0,-1 0 0,16-14 0,-25 17 0,1 0 0,-1 0 0,-1 0 0,1-1 0,-1 1 0,-1-1 0,1 0 0,-1-1 0,3-13 0,-2 8 0,1 0 0,7-14 0,30-41 0,-28 46 0,0 0 0,-1 0 0,10-30 0,-9 12 0,-2-1 0,-3 0 0,-1-1 0,-1 0 0,-1-49 0,-5 29 0,-4 1 0,-20-122 0,-67-294 0,86 450 0,-1-50 0,2 30 0,2 39 0,-1 0 0,0 0 0,0 1 0,-4-10 0,0 0 0,6 17 0,-1 0 0,1 0 0,0 0 0,0 1 0,0-1 0,0 0 0,0 0 0,0 0 0,1 0 0,-1 1 0,0-1 0,0 0 0,0 0 0,1 0 0,-1 1 0,0-1 0,1 0 0,-1 0 0,1 1 0,-1-1 0,1 0 0,-1 1 0,1-1 0,0 1 0,-1-1 0,1 1 0,0-1 0,-1 1 0,1-1 0,0 1 0,-1-1 0,1 1 0,0 0 0,0 0 0,0-1 0,-1 1 0,1 0 0,0 0 0,0 0 0,1 0 0,40-3 0,-37 3 0,135-11 0,3 0 0,-116 11 0,90-4 0,-100 3 0,0-2 0,0 0 0,0-1 0,30-12 0,-29 9-1365,-1 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03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24575,'1'3'0,"-1"0"0,1 0 0,0 0 0,0 0 0,0-1 0,1 1 0,-1 0 0,1 0 0,-1-1 0,1 1 0,4 4 0,5 9 0,7 21 0,-1 1 0,-2 1 0,-2 0 0,12 56 0,18 168 0,-31-178 0,4 35 0,0 6 0,42 161 0,-54-272 0,-3-11 0,0 1 0,0 0 0,0-1 0,1 1 0,0-1 0,0 1 0,0-1 0,6 8 0,-6-12 0,-2-6 0,-5-22-1365,-4-7-5461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04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0 202 24575,'0'-4'0,"1"1"0,-1-1 0,1 0 0,0 1 0,0 0 0,0-1 0,0 1 0,0-1 0,1 1 0,0 0 0,2-4 0,27-31 0,-15 20 0,-10 9 0,2 1 0,-1 0 0,1 0 0,0 1 0,0 0 0,1 0 0,0 1 0,0 1 0,1-1 0,0 1 0,0 1 0,0 0 0,0 0 0,1 1 0,-1 0 0,1 1 0,0 0 0,-1 1 0,1 0 0,14 1 0,-13 0 0,0 0 0,-1 1 0,1 0 0,0 1 0,0 1 0,-1 0 0,1 0 0,-1 1 0,0 0 0,0 1 0,0 1 0,-1 0 0,12 8 0,-10-6 0,-1 0 0,-1 0 0,1 2 0,-2-1 0,1 1 0,-1 0 0,-1 1 0,1 0 0,10 21 0,-1-1 0,31 40 0,-27-41 0,24 44 0,-39-62 0,13 29 0,3-2 0,41 57 0,-59-90 0,0 1 0,-1 0 0,0 1 0,0-1 0,0 1 0,-1-1 0,-1 1 0,3 8 0,0 10 0,3 32 0,-2-10 0,-1-7 0,-1-1 0,-2 1 0,-6 60 0,4-95 0,-2 1 0,1 0 0,-1-1 0,0 1 0,0-1 0,-1 0 0,1 0 0,-1 0 0,-1 0 0,-6 9 0,-3 2 0,-32 29 0,29-30 0,-25 29 0,26-23 0,9-12 0,-1-1 0,0 1 0,0-1 0,-1 0 0,0-1 0,-1 0 0,0 0 0,-19 12 0,22-17 0,0 0 0,-1 0 0,0 0 0,1-1 0,-1 0 0,0-1 0,-12 2 0,5-2 0,-1-2 0,1 0 0,-15-3 0,-43-5-1365,-6-1-5461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15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24575,'4'1'0,"0"-1"0,0 1 0,0 0 0,0 0 0,0 1 0,-1-1 0,1 1 0,5 3 0,15 5 0,39 7 0,86 9 0,-49-9 0,331 39 0,-372-50 0,174 23 0,94 10 0,-63-18 0,104 8 0,0-25 0,-234-9 0,612-12 0,-457 43 0,-4 23 0,-226-38 0,423 100 0,-283-61 0,70 16 0,529 121 0,-650-159 0,279 15 0,-216-33 0,333 58 0,-407-42 0,0-6 0,235 4 0,-339-23 0,-24 0 0,1 0 0,0-1 0,-1 0 0,1-1 0,-1 0 0,1-1 0,-1 0 0,12-3 0,-21 5 10,1 0 0,-1-1 0,1 1 0,-1 0 0,1 0 0,-1-1 1,1 1-1,-1 0 0,1-1 0,-1 1 0,1-1 0,-1 1 0,1 0 0,-1-1 0,0 1 0,1-1 0,-1 1 0,0-1 0,0 1 0,1-1 0,-1 0 0,0 1 0,0-1 0,0 1 0,1-1 0,-1 1 0,0-1 0,0 0 0,0 1 0,0-1 0,0 1 0,0-1 1,-1 0-1,-10-17-1717,-11-3-5119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17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0 227 24575,'340'-85'0,"-97"29"0,-186 40 0,145-35 0,-163 44 0,0 2 0,0 1 0,54 2 0,-70 3 0,31 0 0,-1 3 0,68 13 0,334 106 0,-143-31 0,-190-49 0,-1-1 0,-2-18 0,132 11 0,-140-23 0,180 43 0,-158-21 0,179 22 0,-236-44 0,0 3 0,-1 3 0,111 43 0,-88-26 0,1-5 0,2-4 0,203 24 0,-160-33 0,182 18 0,-278-31 0,-1 1 0,0 2 0,0 3 0,54 18 0,-82-22-682,34 8-1,-32-10-6143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20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24575,'9'1'0,"0"0"0,1 0 0,-1 1 0,0 0 0,0 1 0,10 3 0,52 27 0,-51-23 0,5 2 0,0 1 0,-1 2 0,-1 0 0,-1 2 0,0 0 0,-1 2 0,-1 0 0,-1 1 0,0 1 0,22 34 0,-11-9 0,-1 1 0,-3 1 0,-2 2 0,-2 0 0,24 80 0,-40-104 0,-2 1 0,0-1 0,-1 1 0,-2 0 0,-1 0 0,-1 1 0,-5 28 0,-46 185 0,35-175 0,-35 176 0,46-213 0,0-3 0,-2 0 0,-2-1 0,0 0 0,-20 36 0,10-23 0,10-20 0,0 0 0,-2-1 0,0 0 0,0-1 0,-2 0 0,0-2 0,-1 1 0,-21 15 0,2-5 0,-2-1 0,-74 36 0,103-57 0,0 1 0,-1-1 0,1 1 0,-1-1 0,0-1 0,1 0 0,-10 2 0,15-4 0,0 0 0,0 0 0,-1 0 0,1 0 0,0 0 0,0-1 0,0 1 0,0-1 0,0 0 0,0 1 0,0-1 0,0 0 0,0 0 0,0 0 0,0 0 0,0-1 0,1 1 0,-1 0 0,1-1 0,-1 0 0,1 1 0,-1-1 0,1 0 0,0 1 0,0-1 0,-1 0 0,2 0 0,-2-2 0,-14-34-1365,4-3-5461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22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0 324 24575,'39'-39'0,"-16"14"0,2 0 0,39-28 0,-25 23 0,-28 20 0,1 1 0,0 0 0,1 1 0,0 0 0,0 1 0,1 0 0,0 1 0,17-5 0,66-21 0,-73 23 0,0 0 0,1 2 0,48-8 0,-1 11 0,77 5 0,-56 1 0,-54-2 0,0 2 0,0 2 0,55 12 0,-77-12 0,-1 0 0,0 2 0,-1 0 0,1 1 0,-1 0 0,-1 1 0,0 1 0,0 0 0,0 1 0,20 20 0,-29-25 0,36 35 0,-2 2 0,-1 2 0,40 62 0,-14 1 0,-27-41 0,4-1 0,69 85 0,-15-41 0,-82-91-1365,-4-2-5461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2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1 985 24575,'6'0'0,"0"1"0,0 0 0,1 0 0,10 4 0,5 1 0,43 6 0,104 6 0,69-12 0,-214-6 0,254-9 0,-215 3 0,0-3 0,84-24 0,-131 28 0,0-1 0,0 0 0,0-1 0,-1-1 0,0-1 0,-1 0 0,0 0 0,0-2 0,15-14 0,-13 8 0,-1 1 0,-1-2 0,-1 0 0,0-1 0,-1 0 0,13-31 0,-17 33 0,9-18 0,17-55 0,-30 77 0,-1 0 0,-1 0 0,0 0 0,0 0 0,-1 0 0,-1 0 0,-1-1 0,-1-16 0,-5-3 0,-22-62 0,21 72 0,0-1 0,1 0 0,2 0 0,0-1 0,-1-32 0,6 37-273,0-1 0,2 1 0,0 0 0,5-21 0,-1 20-6553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23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24575,'5'1'0,"0"0"0,0 0 0,0 1 0,0-1 0,0 1 0,-1 1 0,1-1 0,0 1 0,6 4 0,6 3 0,5 2 0,0-2 0,1-1 0,1-1 0,47 9 0,102 7 0,-137-20 0,141 13 0,1-8 0,346-27 0,-202-22-406,607-157-1,-886 184-823,-16 2-4918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29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24575,'1'2'0,"-1"-1"0,0 1 0,0-1 0,1 1 0,-1-1 0,1 0 0,0 1 0,-1-1 0,1 1 0,0-1 0,0 0 0,-1 0 0,1 1 0,0-1 0,0 0 0,1 0 0,-1 0 0,0 0 0,0 0 0,3 1 0,28 13 0,1-6 0,-1-2 0,2-2 0,-1 0 0,58-1 0,-39-2 0,44 2 0,238 16 0,-216 0 0,-43-6 0,90 13 0,263 30 0,-144-52 0,-147-5 0,200 25 0,-84 18 0,-69-10 0,217 12 0,10-23 0,206 6 0,-588-27 0,-6-2 0,-1 1 0,1 1 0,0 2 0,-1 0 0,0 1 0,0 1 0,26 10 0,34 15 0,140 33 0,-37-13 0,1 14 0,-87-28 0,192 42 0,-227-68 0,1-3 0,124-3 0,-178-4 0,0 1 0,1 0 0,19 6 0,19 1 0,294-1-149,-255-8-1067,-46 1-5610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0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26 107 24575,'0'-107'0,"0"938"0,0-826 0,0 0 0,0 0 0,0 0 0,-1 0 0,-2 9 0,3-14 0,0 0 0,0 0 0,0 0 0,0 0 0,0 1 0,0-1 0,0 0 0,0 0 0,0 0 0,0 0 0,0 1 0,-1-1 0,1 0 0,0 0 0,0 0 0,0 0 0,0 0 0,0 1 0,0-1 0,0 0 0,-1 0 0,1 0 0,0 0 0,0 0 0,0 0 0,0 0 0,0 0 0,-1 1 0,1-1 0,0 0 0,0 0 0,0 0 0,0 0 0,-1 0 0,1 0 0,0 0 0,0 0 0,0 0 0,0 0 0,-1 0 0,1 0 0,0 0 0,0 0 0,-5-9 0,1-14 0,-3-216-138,7 176-1089,0 8-5599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1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490 107 24575,'2'-1'0,"-1"1"0,0 0 0,0-1 0,0 1 0,0-1 0,1 1 0,-1-1 0,0 0 0,0 1 0,0-1 0,0 0 0,0 0 0,-1 1 0,1-1 0,0 0 0,1-2 0,14-19 0,-10 12 0,-3 6 0,1 0 0,-1 0 0,0 0 0,1 1 0,0-1 0,0 1 0,0 0 0,0 0 0,1 1 0,-1-1 0,1 1 0,-1 0 0,1 0 0,0 0 0,0 1 0,0 0 0,0 0 0,0 0 0,0 0 0,6 1 0,60-7 0,0 4 0,0 2 0,0 4 0,0 2 0,100 22 0,-142-20 0,0 1 0,-1 1 0,1 2 0,-2 1 0,0 1 0,0 2 0,-1 0 0,27 22 0,-37-25 0,-10-7 0,1 0 0,-1 0 0,0 0 0,8 10 0,-13-13 0,1 1 0,-1-1 0,1 1 0,-1-1 0,0 1 0,0-1 0,0 1 0,0 0 0,0 0 0,-1-1 0,1 1 0,-1 0 0,0 0 0,0 0 0,0 0 0,-1 5 0,0-1 0,-1 0 0,0 0 0,0 0 0,-1 0 0,0 0 0,0-1 0,-1 1 0,0-1 0,0 0 0,0 0 0,-9 9 0,-8 6 0,-37 29 0,48-42 0,-103 79 0,-3-6 0,-3-4 0,-4-6 0,-148 62 0,-170 39 0,310-118 0,84-33 0,180-73 0,141-33 0,-52 25-682,357-148-1,-530 187-6143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2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2 24575,'-63'-1'0,"-70"2"0,129 0 0,1 0 0,-1 0 0,1 0 0,0 0 0,0 1 0,-1-1 0,1 1 0,0 0 0,0 0 0,1 0 0,-1 0 0,0 0 0,1 1 0,-1-1 0,1 1 0,0 0 0,0 0 0,-2 3 0,-3 4 0,1 1 0,0 0 0,-7 22 0,9-20 0,0-1 0,2 1 0,-1 0 0,2 1 0,-1-1 0,2 0 0,0 0 0,0 1 0,2-1 0,2 16 0,-2-18 0,1 0 0,0-1 0,1 1 0,0-1 0,0 0 0,1 0 0,0-1 0,1 1 0,0-1 0,1 0 0,0-1 0,14 14 0,-8-11 0,1 0 0,1-1 0,0-1 0,0 0 0,1-1 0,0 0 0,0-2 0,32 9 0,-37-13 0,-1 0 0,1 0 0,-1-1 0,1-1 0,0 0 0,-1 0 0,12-3 0,-15 2 0,0-1 0,0 0 0,-1 0 0,1 0 0,0-1 0,-1 0 0,0 0 0,0-1 0,0 0 0,0 0 0,7-7 0,-7 4 0,0 0 0,0 0 0,-1 0 0,0-1 0,-1 1 0,1-1 0,-2 0 0,1-1 0,-1 1 0,4-16 0,-2 3 0,-2-1 0,0 0 0,1-28 0,-4 42 0,0 0 0,0 0 0,0 0 0,-1-1 0,-1 1 0,1 0 0,-1 0 0,0 1 0,-1-1 0,0 0 0,0 1 0,-1-1 0,0 1 0,0 0 0,0 0 0,-1 1 0,0-1 0,-1 1 0,1 0 0,-1 1 0,-12-10 0,7 8 0,1 1 0,-1 0 0,0 0 0,0 1 0,-24-7 0,27 10 0,1 1 0,-1-1 0,0 2 0,0-1 0,1 1 0,-1 0 0,0 1 0,0 0 0,1 0 0,-14 4 0,2 1-1365,2-1-5461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4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1277 24575,'8'0'0,"-1"1"0,1 0 0,0 0 0,-1 1 0,0 0 0,1 0 0,11 6 0,47 28 0,-3 0 0,-26-20 0,-14-4 0,1-2 0,0-1 0,44 11 0,2-10 0,0-4 0,122-4 0,-119-2 0,48 0 0,161-4 0,-206-3 0,77-19 0,-48 7 0,192-24 0,509-9 0,-681 52 0,135-18 0,135-11 0,1 27 0,-270 2 0,4 4 0,-1 6 0,-1 5 0,0 6 0,146 44 0,-195-45 0,-20-5 0,59 23 0,-71-22 0,85 19 0,-126-34 0,-1 0 0,1 0 0,-1 0 0,1-1 0,0 0 0,-1 0 0,11-2 0,-14 1 0,0 1 0,1-1 0,-1 0 0,0 0 0,0 0 0,0 0 0,0 0 0,0 0 0,0-1 0,0 1 0,0-1 0,-1 1 0,1-1 0,0 0 0,-1 0 0,0 0 0,1 0 0,-1 0 0,0 0 0,0 0 0,2-4 0,5-21 0,9-46 0,2-7 0,225-734 0,-217 737 0,6-20 0,-30 83 0,0 0 0,-1 1 0,-1-1 0,0 0 0,-2-22 0,-19-110-1365,17 109-5461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5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24575,'5'0'0,"0"0"0,-1 1 0,1 0 0,0 0 0,0 0 0,-1 1 0,1-1 0,-1 1 0,0 0 0,1 0 0,-1 1 0,0 0 0,0-1 0,-1 1 0,1 0 0,0 1 0,-1-1 0,0 1 0,0-1 0,0 1 0,0 0 0,0 0 0,-1 0 0,4 9 0,-1-1 0,0 1 0,-1-1 0,-1 1 0,0 0 0,0 0 0,-1 0 0,0 25 0,-5 45 0,1-38 0,4 49 0,-2-92 0,0 0 0,0 0 0,1 0 0,-1 0 0,1 0 0,-1 0 0,1-1 0,0 1 0,-1 0 0,1-1 0,0 1 0,0 0 0,0-1 0,1 1 0,-1-1 0,0 1 0,1-1 0,-1 0 0,2 2 0,0-2 0,0 1 0,0-1 0,0 0 0,0 1 0,0-1 0,0-1 0,0 1 0,0 0 0,0-1 0,5 1 0,5-2 0,0 0 0,0 0 0,0-1 0,17-5 0,51-18 263,-58 17-589,0 0 0,0 2 1,1 1-1,39-5 1,-43 10-6501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5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24575,'1'-1'0,"-1"-1"0,1 0 0,0 0 0,0 0 0,0 1 0,0-1 0,0 0 0,0 1 0,0-1 0,0 1 0,1 0 0,-1-1 0,1 1 0,-1 0 0,3-2 0,25-17 0,-13 12 0,0 0 0,1 1 0,-1 0 0,2 2 0,-1 0 0,0 0 0,1 2 0,22-2 0,20 2 0,68 5 0,-42 0 0,-62 0 0,0 0 0,27 7 0,-26-4 0,45 3 0,-59-7-72,-1-1 1,1 2-1,0-1 0,-1 2 0,1-1 0,-1 1 0,0 1 0,0 0 1,0 1-1,0-1 0,-1 2 0,1-1 0,-1 2 0,-1-1 0,1 1 1,-1 0-1,-1 1 0,11 12 0,-2 0-6754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8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24575,'2'1'0,"0"-1"0,0 0 0,0 1 0,0-1 0,0 1 0,0-1 0,0 1 0,0 0 0,-1 0 0,1 0 0,0 0 0,0 0 0,-1 1 0,1-1 0,-1 0 0,1 1 0,-1-1 0,1 1 0,1 2 0,1 2 0,-1-1 0,0 1 0,0 0 0,0 0 0,1 7 0,6 21 0,-2 1 0,-1-1 0,2 41 0,-1 108 0,-7-152 0,1 117 0,6 156 0,25 1 0,17 150 0,-51-415 0,-4-30 0,0-11 0,-7-17 0,-3-19 158,-12-48 0,-3-6-1839,11 42-5145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39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0 324 24575,'1'-2'0,"-1"0"0,0 0 0,1 1 0,-1-1 0,1 1 0,0-1 0,-1 0 0,1 1 0,0-1 0,0 1 0,0-1 0,0 1 0,0 0 0,2-2 0,22-19 0,-14 13 0,44-46 0,-40 38 0,0 1 0,2 1 0,0 1 0,30-21 0,91-38 0,-119 65 0,1 0 0,0 2 0,0 0 0,0 2 0,32-5 0,172 8 0,-133 3 0,-81-1 0,-1 0 0,1 1 0,-1 0 0,1 0 0,-1 1 0,0 1 0,0-1 0,0 1 0,0 1 0,0 0 0,-1 0 0,0 0 0,0 1 0,-1 0 0,0 1 0,0 0 0,6 7 0,13 18 0,-2 0 0,37 64 0,-38-58 0,-1 4 0,-1 1 0,-2 1 0,18 62 0,-5-12 0,-23-70 0,-1 1 0,-1 1 0,-1-1 0,-1 1 0,-1 0 0,-2 1 0,-1-1 0,-4 51 0,0-59 0,-1-1 0,-1 0 0,-1-1 0,0 0 0,-1 1 0,-1-2 0,0 1 0,-14 18 0,-47 49 0,14-20 0,30-34 0,-37 34 0,0-1 0,53-53 0,-1-1 0,1 0 0,-1-1 0,-1 0 0,-20 10 0,18-10 0,1 0 0,0 1 0,-19 15 0,4-1 0,-1-1 0,-1-2 0,-42 23 0,-39 25 0,42-25 331,45-29-1179,-35 27 0,42-27-5978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43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24575,'220'3'0,"384"56"0,-136 20 0,-438-75 0,1-1 0,-1-2 0,0-1 0,55-7 0,117-33 0,-111 20 0,30-3 0,1 6 0,222-3 0,891 23 0,-1232-3 0,1 0 0,0 0 0,0 1 0,-1-1 0,1 1 0,0 0 0,-1 0 0,1 0 0,0 0 0,-1 1 0,1-1 0,-1 1 0,0 0 0,5 4 0,-3-1 0,1 0 0,-1 1 0,-1 0 0,1 0 0,-1 1 0,4 8 0,34 65 0,-5 2 0,48 150 0,24 253 0,-102-451 0,26 213 0,-2-13 0,59 189 0,-79-369 0,-3 0 0,2 75 0,-11 108 0,-1-103 0,1-73 0,2 81 0,-1-138 0,0 1 0,0 0 0,1-1 0,0 1 0,0 0 0,0-1 0,0 1 0,1-1 0,-1 0 0,1 1 0,0-1 0,1 0 0,-1 0 0,1 0 0,0 0 0,0-1 0,0 1 0,0-1 0,0 0 0,1 0 0,5 4 0,-4-3-124,0 1 0,0 0 0,0 0 0,0 0 0,-1 0 0,0 1-1,0-1 1,0 1 0,-1 0 0,5 11 0,4 17-6702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45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2238 24575,'8'1'0,"-1"0"0,1 0 0,-1 1 0,1 0 0,-1 0 0,0 1 0,10 5 0,24 8 0,63 11 0,1-5 0,1-5 0,1-4 0,195-2 0,-295-11 0,1 0 0,-1 0 0,1-1 0,-1 0 0,1-1 0,-1 1 0,0-1 0,1-1 0,-1 1 0,-1-1 0,1-1 0,0 1 0,-1-1 0,1 0 0,-1-1 0,7-6 0,40-26 0,-43 31 0,0 0 0,0 0 0,-1-1 0,0-1 0,-1 1 0,0-1 0,15-18 0,7-22 0,-1-1 0,-3-2 0,-2 0 0,-2-2 0,-3 0 0,20-85 0,16-97 0,72-404 0,-96 275 0,-30 357 0,-1-178 0,-2 171 0,0 0 0,-2 0 0,1 0 0,-2 0 0,-5-12 0,-35-66 0,44 90 0,-31-46 0,32 47 0,0 1 0,0 0 0,0-1 0,-1 1 0,1-1 0,0 1 0,0 0 0,0-1 0,0 1 0,0-1 0,0 1 0,0 0 0,0-1 0,0 1 0,0-1 0,0 1 0,0-1 0,0 1 0,0 0 0,0-1 0,0 1 0,0-1 0,0 1 0,0 0 0,1-1 0,-1 1 0,0 0 0,0-1 0,1 1 0,-1 0 0,0-1 0,0 1 0,1-1 0,17-6 0,27 2 0,-43 5 0,91 2 0,160 23 0,-155-12 0,-94-13 0,37 2 0,-41-1 0,1-1 0,-1 0 0,1 0 0,0 0 0,-1 0 0,1 0 0,-1 0 0,1 0 0,-1-1 0,1 1 0,-1 0 0,1 0 0,0 0 0,-1-1 0,1 1 0,-1 0 0,1 0 0,-1-1 0,0 1 0,1 0 0,-1-1 0,1 1 0,-1-1 0,1 1 0,-1 0 0,0-1 0,1 1 0,-1-1 0,0 1 0,0-1 0,1 1 0,-1-1 0,0 1 0,0-1 0,0 1 0,0-1 0,0 0 0,1 1 0,-1-1 0,0 1 0,0-1 0,0 1 0,-1-1 0,1 0 0,0 1 0,0-1 0,0 1 0,0-1 0,0 1 0,-1-1 0,1 1 0,0-1 0,0 1 0,-1-1 0,1 1 0,0-1 0,-1 1 0,1-1 0,-1 1 0,-5-8-82,-1 1-1,0 0 1,0 1 0,-1-1-1,0 2 1,-9-7-1,9 6-705,-40-25-6038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39:4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24575,'9'0'0,"23"0"0,19 0 0,13 0 0,0 0 0,-6-5 0,-9 0 0,-9-1 0,-7 2 0,-4 1 0,-8 1-8191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0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1 181 24575,'0'-6'0,"-1"-8"0,1 1 0,1-1 0,1 1 0,5-26 0,-6 35 0,0 0 0,1 0 0,0 0 0,0 0 0,0 1 0,1-1 0,-1 0 0,1 1 0,-1 0 0,1 0 0,0 0 0,1 0 0,-1 0 0,0 0 0,1 1 0,0 0 0,-1-1 0,1 1 0,7-2 0,1 0 0,1 1 0,0 0 0,0 1 0,0 0 0,0 1 0,0 0 0,0 1 0,0 1 0,1 0 0,-1 0 0,20 6 0,-25-3 0,0 0 0,0 1 0,0-1 0,-1 1 0,1 1 0,-1-1 0,-1 1 0,1 1 0,-1-1 0,0 1 0,5 8 0,25 24 0,63 62 0,-29-27 0,-47-49 0,-2 1 0,0 1 0,-2 1 0,-1 0 0,20 44 0,-22-36 0,-2 1 0,19 70 0,3 81 0,-31-158 0,-2 0 0,0 0 0,-2 0 0,-1 0 0,-2 0 0,-1 0 0,-1 0 0,-1 0 0,-2-1 0,-1 0 0,-16 38 0,-185 324 0,142-273 0,-38 57 0,102-170 41,1-2-149,0 0-1,1 0 1,-2 0 0,1 0 0,0-1 0,-1 1 0,1-1 0,-1 0-1,1 1 1,-1-1 0,0 0 0,-4 1 0,-4 0-6718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1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0 352 24575,'1'-3'0,"0"1"0,0-1 0,0 1 0,0-1 0,0 1 0,1 0 0,-1 0 0,1-1 0,-1 1 0,1 0 0,0 0 0,0 1 0,0-1 0,0 0 0,5-2 0,3-4 0,43-40 0,2 3 0,76-47 0,-88 64 0,-28 17 0,1 0 0,1 1 0,0 1 0,0 0 0,1 1 0,0 1 0,38-9 0,16 8 0,0 4 0,105 6 0,-77 0 0,-59-1 0,-1 1 0,74 14 0,-94-11 0,-1 0 0,0 1 0,-1 1 0,0 1 0,0 1 0,0 0 0,28 21 0,-14-5 0,-1 0 0,-1 2 0,-2 1 0,0 2 0,-3 0 0,0 2 0,33 56 0,60 152 0,-78-150 0,82 133 0,-115-212-273,0-1 0,0 0 0,1-1 0,11 11 0,2-4-6553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2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1594 24575,'35'-37'0,"-17"17"0,1 1 0,35-26 0,41-22 0,3 5 0,2 4 0,3 4 0,2 5 0,113-36 0,-80 45 0,39-14 0,-146 42 0,0-1 0,-1-1 0,40-26 0,-46 22 0,-1-1 0,-1-1 0,24-28 0,-44 45 0,21-23 0,-1-2 0,-2-1 0,-1 0 0,-1-1 0,24-58 0,-37 75 0,0-1 0,-1 0 0,-1 0 0,0-1 0,1-26 0,-6-75 0,-1 41 0,2 19 0,-1 29 0,2-1 0,0 1 0,2-1 0,10-47 0,-12 73 0,1-1 0,-1 1 0,1 0 0,0 0 0,0 0 0,0-1 0,0 1 0,0 0 0,0 0 0,0 0 0,1 0 0,-1 1 0,1-1 0,-1 0 0,1 0 0,0 1 0,0-1 0,0 1 0,0 0 0,0 0 0,3-2 0,-1 2 0,-1 1 0,1-1 0,0 1 0,-1 0 0,1 1 0,0-1 0,0 0 0,-1 1 0,1 0 0,-1 0 0,1 0 0,-1 0 0,6 3 0,123 42 0,-52-20 0,14 3 0,2-4 0,173 23 0,203-18 0,78-6 0,168 0 0,-675-24-1365,-26 0-5461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5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24575,'0'2'0,"1"0"0,-1 1 0,1-1 0,-1 0 0,1 0 0,0 1 0,0-1 0,0 0 0,0 0 0,0 0 0,1 0 0,-1-1 0,1 1 0,-1 0 0,1 0 0,-1-1 0,4 3 0,36 24 0,-30-22 0,195 114 0,56 37 0,-132-69 0,-127-86 0,0 0 0,0 0 0,0-1 0,1 1 0,-1-1 0,1 1 0,-1-1 0,1 0 0,0-1 0,-1 1 0,1 0 0,0-1 0,-1 0 0,1 0 0,0 0 0,-1 0 0,1-1 0,5-1 0,-4 0 0,0 0 0,0 0 0,0-1 0,0 0 0,0 0 0,0 0 0,-1-1 0,0 0 0,1 0 0,-1 0 0,4-6 0,12-15-1365,-3 1-5461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6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0 24575,'-4'4'0,"-6"10"0,-9 11 0,-6 6 0,-3 0 0,0 1 0,3-2 0,3-5 0,1-4 0,4 0 0,4 0 0,5 1 0,4 0 0,3 1 0,0 1 0,2 1 0,8-1 0,3-3-8191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6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5 24575,'-7'9'0,"0"0"0,1 0 0,0 1 0,1 0 0,0 0 0,1 1 0,0 0 0,-4 14 0,3-9 0,1-4 0,0 0 0,1 0 0,0 0 0,1 1 0,1-1 0,0 1 0,1 19 0,0-28 0,0 0 0,1-1 0,0 1 0,0 0 0,0-1 0,0 1 0,0-1 0,1 1 0,-1-1 0,1 0 0,0 0 0,0 0 0,0 0 0,1 0 0,-1 0 0,1 0 0,-1-1 0,1 1 0,0-1 0,0 0 0,0 0 0,0 0 0,1 0 0,-1 0 0,0-1 0,1 0 0,-1 1 0,1-1 0,5 1 0,12 1 0,1-1 0,0-1 0,0-1 0,43-4 0,-56 2 0,0 0 0,0-1 0,0 0 0,-1 0 0,1-1 0,-1 0 0,0 0 0,0-1 0,0 0 0,-1-1 0,0 0 0,0 0 0,0 0 0,11-14 0,-13 14 0,-1 1 0,0-1 0,0 0 0,0 0 0,0 0 0,-1-1 0,0 1 0,-1-1 0,1 0 0,-1 0 0,-1 0 0,1 0 0,-1 0 0,0 0 0,-1 0 0,0 0 0,0-1 0,0 1 0,-3-12 0,1 14 17,0 0 0,0 0 0,0 0 1,-1 0-1,1 0 0,-1 1 0,0-1 0,-1 1 0,1 0 0,-1 0 0,0 0 0,0 0 0,0 1 0,0-1 0,-1 1 0,1 0 0,-1 1 0,0-1 1,-9-3-1,1 2-261,0 0 0,1 1 0,-2 0 0,1 1 1,0 1-1,-26 0 0,17 1-6582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07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24575,'0'13'0,"4"16"0,6 21 0,5 22 0,8 28 0,5 11 0,2-3 0,-5-9 0,-6-19 0,-7-18 0,0-20 0,1-21 0,3-18 0,-2-11-8191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34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24575,'1'2'0,"-1"-1"0,1 1 0,-1-1 0,1 0 0,-1 1 0,1-1 0,0 0 0,0 0 0,0 0 0,0 1 0,0-1 0,0 0 0,0 0 0,0 0 0,0-1 0,0 1 0,3 1 0,23 14 0,-26-15 0,34 13 0,0 0 0,0-3 0,50 10 0,-2 0 0,-34-7 0,391 95 0,0-28 0,347 58 0,-94 0 0,-18 9 0,-484-108 0,-8 2 0,109 20 0,5-22 0,77-30 0,-279-13 0,183-32 0,42-37 0,-152 32 0,66-15 0,201-43 0,-425 96 83,-5 2-227,0-1-1,0 0 0,-1 0 0,1 0 0,0-1 0,-1 0 0,1 0 1,-1 0-1,5-3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3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24575,'2'2'0,"0"-1"0,1 1 0,-1 0 0,0 0 0,1-1 0,0 0 0,-1 1 0,1-1 0,0 0 0,-1 0 0,6 0 0,36 4 0,-37-5 0,547-1 0,-233-36 0,-69 4 0,8 30 0,-140 6 0,-21-4 0,44 0 0,225 28 0,-315-19 0,64 10 0,127 36 0,-218-48 0,-1 0 0,1-2 0,44 2 0,80-8 0,-53 0 0,134 3 0,196-3 0,-248-11 0,-39 1 0,-60 6 0,141-31 0,-175 24 0,-30 8 0,1 1 0,-1 1 0,33-3 0,333-36 0,-369 40 0,54-11 281,-42 7-829,1 2-1,37-3 0,-43 7-6277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38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24575,'150'571'0,"-131"-468"0,11 206 0,-29 107 0,-3-226 0,-25 182 0,2-52 0,25-306 0,0-5 0,-1 1 0,1-1 0,-3 11 0,3-18 0,0-1 0,-1 1 0,1-1 0,-1 1 0,1-1 0,-1 1 0,1-1 0,-1 0 0,0 1 0,0-1 0,0 0 0,1 1 0,-1-1 0,-1 0 0,1 0 0,0 0 0,0 0 0,0 0 0,-1 0 0,1 0 0,0 0 0,-1-1 0,1 1 0,-3 1 0,3-2 7,0 0 0,1 0 0,-1 0 0,0 0-1,0 0 1,0 1 0,1-2 0,-1 1 0,0 0 0,0 0-1,0 0 1,0 0 0,1 0 0,-1-1 0,0 1-1,0 0 1,1-1 0,-1 1 0,0 0 0,1-1 0,-1 1-1,0-1 1,1 1 0,-2-2 0,1 1 8,0-1 1,0 1-1,0-1 1,1 0-1,-1 1 1,0-1 0,1 0-1,-1 1 1,1-1-1,-1-3 1,0-2-358,1 0 1,0 0 0,0 0-1,2-12 1,5-12-6485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24575,'4'0'0,"-1"0"0,0 1 0,0 0 0,1 0 0,-1 0 0,0 0 0,0 0 0,0 1 0,0-1 0,0 1 0,0 0 0,4 3 0,32 32 0,-21-20 0,12 13 0,-1 1 0,-2 1 0,-1 1 0,32 54 0,-33-47 0,2 3 0,-1 0 0,-2 2 0,25 67 0,-37-72 0,-1 0 0,-2 1 0,-2 0 0,3 73 0,-10-57 0,-2 1 0,-18 103 0,-48 113 0,-21-6 0,42-131 0,-147 357 0,157-407 0,11-32 0,27-55 3,48-118-1371,-34 65-5458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5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24575,'7'-6'0,"0"1"0,0 0 0,1 0 0,-1 1 0,1 0 0,0 0 0,0 1 0,1 0 0,-1 1 0,0 0 0,1 0 0,9-1 0,17 0 0,59 2 0,-54 2 0,49-2 0,-16-1 0,109 12 0,-166-7 0,0 1 0,0 0 0,0 1 0,-1 1 0,0 1 0,0 0 0,-1 1 0,0 1 0,0 0 0,21 18 0,-1 4 0,-1 1 0,43 56 0,52 97 0,6 7 0,-101-154 0,45 37 0,-47-47 0,-2 0 0,43 56 0,13 41-1365,-69-104-5461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6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1403 24575,'3'-1'0,"1"0"0,-1 1 0,1-1 0,-1 0 0,0-1 0,1 1 0,-1-1 0,0 1 0,0-1 0,4-3 0,8-4 0,196-117 0,-94 52 0,-88 57 0,89-58 0,-99 61 0,-1 0 0,0-1 0,-2-1 0,16-19 0,2-9 0,-1-2 0,50-97 0,25-111 0,-95 221 0,72-185 0,-58 156 0,52-85 0,-65 124-1365,-3 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7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24575,'16'1'0,"-1"1"0,0 1 0,0 0 0,-1 0 0,29 12 0,-6-3 0,330 84 0,-8-3 0,-348-90 0,523 150 0,-408-125 0,2-4 0,165 8 0,296-31 0,-495-7 0,1-4 0,-2-4 0,1-4 0,-2-5 0,-1-3 0,88-38 0,-62 11-1365,-99 47-5461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8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24575,'1'2'0,"-1"0"0,1 0 0,0 0 0,0 0 0,0 0 0,0-1 0,0 1 0,1 0 0,-1-1 0,1 1 0,-1-1 0,1 1 0,-1-1 0,1 0 0,2 2 0,4 3 0,12 16 0,0 1 0,-2 1 0,0 0 0,-2 2 0,13 27 0,-7-15 0,32 44 0,-39-62 0,-9-11 0,0 0 0,0-1 0,1 0 0,1 0 0,-1-1 0,1 0 0,13 9 0,-20-15 0,1 0 0,-1 0 0,1-1 0,-1 1 0,1-1 0,0 1 0,-1-1 0,1 0 0,-1 0 0,1 0 0,0 0 0,-1 0 0,1 0 0,0 0 0,-1 0 0,1 0 0,-1-1 0,1 1 0,-1-1 0,1 1 0,-1-1 0,1 0 0,-1 0 0,1 1 0,-1-1 0,0 0 0,1 0 0,-1 0 0,0-1 0,2-1 0,3-4 0,0-1 0,0 0 0,-1 0 0,6-11 0,-1 1 0,28-43-1365,-24 35-5461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9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0 24575,'-125'335'0,"30"-87"0,31-49 0,62-180 171,2-18-165,0-1 0,0 0 0,0 1 0,0-1 0,0 0 0,1 1 1,-1-1-1,0 0 0,0 1 0,0-1 0,0 0 0,1 1 0,-1-1 0,0 0 0,0 0 0,1 1 1,-1-1-1,0 0 0,0 0 0,1 0 0,-1 1 0,0-1 0,1 0 0,-1 0 0,0 0 0,1 0 0,-1 0 1,3 0-163,-1 0 1,0 0 0,1-1 0,-1 1 0,0-1 0,0 0 0,1 0-1,-1 1 1,0-2 0,4-1 0,12-7-6671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49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24575,'4'4'0,"2"6"0,3 9 0,1 6 0,3 11 0,-2 12 0,3 6 0,2 7 0,-1 1 0,1-6 0,-2-3 0,0-8 0,-1-6 0,-4-6 0,-3-4 0,-2-16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55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24575,'1'0'0,"0"1"0,0-1 0,0 1 0,0-1 0,0 1 0,0-1 0,0 1 0,0 0 0,0 0 0,0-1 0,0 1 0,-1 0 0,1 0 0,0 0 0,-1 0 0,1 0 0,0 0 0,-1 0 0,1 0 0,-1 0 0,0 1 0,1-1 0,-1 2 0,2 1 0,107 322 0,-47-128 0,-57-180 0,2-1 0,0 0 0,1 0 0,0-1 0,1 0 0,1-1 0,1 0 0,18 20 0,-23-30 0,0 0 0,1-1 0,0 0 0,0 0 0,0-1 0,0 0 0,0 0 0,0-1 0,1 1 0,13 1 0,11 0 0,41 1 0,-53-4 0,405-1 0,-379-4 0,1-1 0,-1-3 0,0-2 0,71-24 0,-35 2 0,49-16 0,-120 46 0,209-56 0,-172 49 0,0 1 0,86-1 0,66 12 0,218-7 0,-348-4 0,-1-4 0,94-27 0,73-14 0,323 18 0,-559 35 0,424-36 0,-208 13 0,457 10 0,-429 15 0,144 9 0,-271 0 0,150 31 0,9 12 0,3-24 0,273-29 0,-267-3 0,-188 2 0,697-14 0,85 3 0,-559 12 0,-251-1 0,333-4 0,-1-25 0,520-38 0,-711 66 0,266 4 0,190 66 0,-503-46 0,378 87 0,-274-49 0,100 39 0,-293-78 0,0-4 0,143 16 0,-97-26 0,133-7 0,-210-3 0,0-3 0,62-15 0,79-31 0,34-9 0,-22 22 0,115-26 0,-50 8 0,-251 54 0,-1 1 0,0-1 0,0 0 0,14-5 0,-22 6 0,1 1 0,-1-1 0,1 0 0,-1 0 0,1 0 0,-1 1 0,0-1 0,1 0 0,-1-1 0,0 1 0,0 0 0,0 0 0,0 0 0,0-1 0,0 1 0,0 0 0,0-1 0,-1 1 0,1-1 0,0 1 0,-1-1 0,1 1 0,-1-1 0,0 0 0,0 1 0,1-3 0,-2-2 35,1 0 1,-1 1-1,0-1 0,-1 0 0,0 1 0,1-1 1,-2 1-1,-3-8 0,-27-42-680,21 37-392,-23-35-5789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56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24575,'101'92'0,"-18"-19"0,133 121 0,-39-36 0,-175-156 0,0 0 0,0 0 0,1-1 0,-1 1 0,0-1 0,0 1 0,1-1 0,-1 0 0,1 0 0,-1 0 0,1 0 0,-1 0 0,5 0 0,-5-1 0,0 0 0,0 0 0,0 0 0,0-1 0,0 1 0,1-1 0,-1 0 0,-1 1 0,1-1 0,0 0 0,0 0 0,0 0 0,0-1 0,-1 1 0,1 0 0,0-1 0,2-2 0,13-14 91,27-40 0,-16 22-1638,-7 9-5279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56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 24575,'-4'69'0,"-14"87"0,8-87 0,-59 260 0,31-170 0,34-141 0,1 0 0,0 0 0,2 0 0,0 0 0,2 27 0,3-30-1365,2-6-5461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0:58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46 123 24575,'13'-11'0,"-9"8"0,-1 0 0,0 1 0,0-1 0,0 0 0,3-6 0,0 0 0,1 0 0,-1 0 0,1 1 0,1 0 0,0 0 0,0 1 0,16-11 0,-22 16 0,1 0 0,0 1 0,-1 0 0,1-1 0,0 1 0,0 0 0,0 1 0,0-1 0,0 0 0,0 1 0,0-1 0,0 1 0,0 0 0,0 0 0,0 1 0,0-1 0,0 0 0,0 1 0,0 0 0,0 0 0,0 0 0,0 0 0,0 0 0,-1 0 0,1 1 0,0 0 0,-1-1 0,1 1 0,-1 0 0,0 0 0,0 0 0,3 3 0,3 5 0,0 0 0,-1 1 0,0 0 0,-1 0 0,0 0 0,-1 1 0,0 0 0,-1 0 0,0 1 0,-1-1 0,0 1 0,-1-1 0,-1 1 0,0 0 0,0 0 0,-3 19 0,1-22 0,-1 0 0,0-1 0,-1 1 0,0-1 0,0 1 0,-1-1 0,-1 0 0,1 0 0,-10 12 0,-8 9 0,-32 33 0,34-40 0,-42 57 0,48-63 0,0 0 0,-1-1 0,-29 24 0,43-39 0,0 0 0,0 0 0,0 0 0,0 0 0,-1-1 0,1 1 0,0 0 0,-1 0 0,1-1 0,0 1 0,-1-1 0,1 1 0,-1-1 0,1 0 0,-1 0 0,1 1 0,-3-1 0,3-1 0,1 1 0,0 0 0,-1 0 0,1 0 0,0 0 0,0 0 0,-1-1 0,1 1 0,0 0 0,0 0 0,0-1 0,-1 1 0,1 0 0,0 0 0,0-1 0,0 1 0,0 0 0,-1 0 0,1-1 0,0 1 0,0 0 0,0-1 0,0 1 0,0 0 0,0 0 0,0-1 0,0 1 0,0 0 0,0-1 0,6-17 0,2 4 0,1 0 0,0 1 0,1 0 0,0 0 0,1 1 0,1 1 0,0 0 0,0 0 0,1 1 0,1 1 0,0 0 0,0 1 0,0 1 0,1 0 0,0 0 0,26-6 0,-8 5 0,0 1 0,1 1 0,0 2 0,0 1 0,0 2 0,0 2 0,36 4 0,-42 0 0,0 1 0,-1 1 0,45 18 0,-57-20 0,10 2-1365,-3-4-5461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2.301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126 1 24575,'0'0'0,"-4"4"0,-2 7 0,1 4 0,1 5 0,1 2 0,1 2 0,1 1 0,-4 6 0,-5 9 0,0 21 0,-4 13 0,-3 13 0,2 2 0,3 1 0,4-4 0,2-8 0,4-13 0,0-13 0,2-11 0,1-8 0,0-6 0,-1-3 0,1-1 0,-1-6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3.553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969.98743"/>
      <inkml:brushProperty name="anchorY" value="-192.27293"/>
      <inkml:brushProperty name="scaleFactor" value="0.5"/>
    </inkml:brush>
  </inkml:definitions>
  <inkml:trace contextRef="#ctx0" brushRef="#br0">1 225 24575,'0'0'0,"4"4"0,6 7 0,5 4 0,0 4 0,2 3 0,2-3 0,-3 1 0,-8-14 0,-8-6 0,0-1 0,1 1 0,-1 0 0,0 0 0,0 0 0,1 0 0,-1-1 0,0 1 0,0 0 0,0 0 0,0 0 0,1-1 0,-1 1 0,0 0 0,0 0 0,0-1 0,0 1 0,0 0 0,0 0 0,0-1 0,0 1 0,0 0 0,0-1 0,0 1 0,0 0 0,0 0 0,0-1 0,0 1 0,0 0 0,0 0 0,0-1 0,0-17 0,-1-11 0,-2-3 0,1-7 0,1 1 0,4 7 0,2 3 0,4 3 0,5 1 0,5 1 0,2 0 0,2 5 0,-19 18 0,0-1 0,-1 0 0,0 0 0,0 1 0,1-1 0,-1 1 0,0 0 0,4 0 0,39 6 0,5 9 0,2 6 0,-8 4 0,-6 1 0,-6 1 0,-4-5 0,-3 0 0,-2-6 0,-1 0 0,0-4 0,-4 2 0,-1 2 0,-4 2 0,1-3 0,-3 7 0,-4 2 0,-2 1 0,-3 1 0,-2 1 0,0-1 0,-1-1 0,-1 1 0,0-6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4.07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592.34058"/>
      <inkml:brushProperty name="anchorY" value="-1307.21899"/>
      <inkml:brushProperty name="scaleFactor" value="0.5"/>
    </inkml:brush>
  </inkml:definitions>
  <inkml:trace contextRef="#ctx0" brushRef="#br0">0 0 24575,'0'0'0,"5"0"0,1 10 0,3 11 0,1 4 0,-2 8 0,2 7 0,0 4 0,2-2 0,-1-3 0,-3-3 0,3 0 0,-2-3 0,-3-1 0,-1-3 0,3-7 0,-1-1 0,-1-6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4.434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579.19849"/>
      <inkml:brushProperty name="anchorY" value="-2631.33496"/>
      <inkml:brushProperty name="scaleFactor" value="0.5"/>
    </inkml:brush>
  </inkml:definitions>
  <inkml:trace contextRef="#ctx0" brushRef="#br0">1 0 24575,'0'0'0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5.54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425.86523"/>
      <inkml:brushProperty name="anchorY" value="-3478.00171"/>
      <inkml:brushProperty name="scaleFactor" value="0.5"/>
    </inkml:brush>
  </inkml:definitions>
  <inkml:trace contextRef="#ctx0" brushRef="#br0">375 78 24575,'0'0'0,"0"-4"0,0-7 0,0-4 0,-5 0 0,-5 3 0,-5 3 0,-5 3 0,-2 3 0,-2 1 0,-1 2 0,-1 0 0,1 1 0,-1 0 0,5 4 0,1 0 0,1 5 0,-2 5 0,5 3 0,-2 3 0,-1-3 0,4 1 0,4 2 0,3 0 0,3 1 0,3 2 0,1 5 0,6-5 0,11 6 0,9-1 0,15 0 0,17 4 0,5-1 0,2-1 0,-2-2 0,-8-6 0,-7-6 0,-9-7 0,-11 1 0,-26-10 0,0 0 0,0-1 0,0 1 0,0 0 0,0 0 0,0-1 0,0 1 0,0 0 0,0 0 0,0 0 0,0 0 0,0 1 0,0-1 0,-1 0 0,0 0 0,0 0 0,0-1 0,1 1 0,-1 0 0,0 0 0,0-1 0,0 1 0,0 0 0,0 0 0,0-1 0,0 1 0,-1 0 0,1 0 0,0-1 0,0 1 0,-1 1 0,-10 16 0,-7-2 0,-5 2 0,-8-4 0,-1-3 0,-1-4 0,2-3 0,2-2 0,7-6 0,0-2 0,7-4 0,-1 0 0,5-4 0,-3 3 0,4-4 0,2-1 0,3-4 0,2-1 0,2-2 0,0-2 0,2 1 0,-1-1 0,0 4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6.72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380.92517"/>
      <inkml:brushProperty name="anchorY" value="-2955.69604"/>
      <inkml:brushProperty name="scaleFactor" value="0.5"/>
    </inkml:brush>
  </inkml:definitions>
  <inkml:trace contextRef="#ctx0" brushRef="#br0">546 1 24575,'0'0'0,"-5"0"0,-6 0 0,-9 0 0,-4 0 0,-3 0 0,-1 0 0,-1 0 0,2 0 0,0 0 0,1 0 0,1 9 0,-5 11 0,0 5 0,1 9 0,0 0 0,7 0 0,0-2 0,2-6 0,4-3 0,-1-2 0,4 0 0,-1 1 0,3 0 0,-2-3 0,2-1 0,3 2 0,2 0 0,3 2 0,1 6 0,2 1 0,0 5 0,5-5 0,6-1 0,4-2 0,5-2 0,7 1 0,2-6 0,6-5 0,0-5 0,4-9 0,-3-8 0,-30 6 0,0-1 0,-1 0 0,1 0 0,6-5 0,15-17 0,-3-4 0,-2 0 0,-1-5 0,1-9 0,0-4 0,1-8 0,-4 3 0,0 4 0,0 8 0,-3 4 0,-4 6 0,1 8 0,-13 24 0,1-2 0,-1-1 0,0 1 0,1 0 0,-1-1 0,1 1 0,-1 0 0,1 0 0,-1-1 0,0 1 0,1 0 0,-1 0 0,1 0 0,-1 0 0,1 0 0,-1 0 0,1 0 0,-1 0 0,1 0 0,-1 0 0,1 0 0,-1 0 0,1 0 0,-1 0 0,1 0 0,-1 0 0,1 0 0,0 1 0,1 1 0,0 0 0,0-1 0,0 1 0,-1 0 0,1 0 0,-1 0 0,1 0 0,1 4 0,17 30 0,2 20 0,1 11 0,2-2 0,-5-7 0,0-14 0,0-13 0,1-13 0,1-9 0,1-6 0,0-3 0,-3-3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8.08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518.68677"/>
      <inkml:brushProperty name="anchorY" value="-4377.91455"/>
      <inkml:brushProperty name="scaleFactor" value="0.5"/>
    </inkml:brush>
  </inkml:definitions>
  <inkml:trace contextRef="#ctx0" brushRef="#br0">1 163 24575,'0'0'0,"0"5"0,0 15 0,0 16 0,0 23 0,0 17 0,0 17 0,0 4 0,0-10 0,0-15 0,0-25 0,0-29 0,0-15 0,0-7 0,0-17 0,5-14 0,0-4 0,0-1 0,0 3 0,3-7 0,4-7 0,4-12 0,3-7 0,9-4 0,1 2 0,-5 10 0,1 10 0,-2 9 0,-4 9 0,-1 10 0,-17 23 0,1 0 0,-1 0 0,0 0 0,1 0 0,-1 0 0,0 0 0,1 1 0,-1-1 0,1 0 0,2 0 0,-1 1 0,-1 0 0,-1 0 0,1 1 0,0-1 0,0 0 0,-1 1 0,1-1 0,0 1 0,0-1 0,-1 1 0,1 0 0,1 0 0,23 21 0,2 11 0,0 15 0,-6 15 0,-1 8 0,-5 6 0,0-4 0,-4-4 0,2-5 0,-4-11 0,-2-9 0,-2-8 0,2-16 0,-7-19 0,0-1 0,-1 1 0,1-1 0,0 1 0,-1-1 0,1 1 0,0-1 0,-1 0 0,1 1 0,0-1 0,-1 0 0,1 1 0,0-1 0,-1 0 0,1 0 0,0 0 0,0 0 0,-1 0 0,1 0 0,1 0 0,0-2 0,0 0 0,0 1 0,0 0 0,0-1 0,-1 1 0,1-1 0,0 1 0,-1-1 0,1 0 0,1-2 0,21-22 0,7-6 0,1-5 0,-1 0 0,0 2 0,-8 2 0,0 3 0,-2 3 0,0 1 0,1 5 0,0 2 0,2 0 0,-5-1 0,0-1 0,1 3 0,-5 0 0,2 4 0,1 4 0,2 3 0,6 3 0,2 3 0,0 5 0,1 1 0,-1 6 0,-1 4 0,-6 4 0,-1 2 0,0 8 0,1 5 0,0 7 0,2 3 0,-5-1 0,1 7 0,-4 5 0,0 1 0,-3-4 0,-3-7 0,-4-6 0,3-6 0,4-9 0,3-3 0,4-2 0,-2-4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9.157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4790.31543"/>
      <inkml:brushProperty name="anchorY" value="-5946.89746"/>
      <inkml:brushProperty name="scaleFactor" value="0.5"/>
    </inkml:brush>
  </inkml:definitions>
  <inkml:trace contextRef="#ctx0" brushRef="#br0">496 202 24575,'0'0'0,"0"-4"0,0-7 0,0-4 0,0-4 0,-5-3 0,-5-3 0,-5 0 0,-5 0 0,-2 4 0,-2 5 0,-6 6 0,-1 4 0,1 4 0,0 1 0,2 2 0,0 0 0,3 4 0,-1 6 0,2 5 0,-1 4 0,6 2 0,-1-3 0,6 2 0,-1-1 0,3 2 0,-1 0 0,2 1 0,3 1 0,2 1 0,3-1 0,2 1 0,5 0 0,6 0 0,1 0 0,3 0 0,4-6 0,7-4 0,3-5 0,1-5 0,-1-3 0,0-1 0,0-6 0,-2-6 0,-1-5 0,1-4 0,-7-3 0,1 3 0,-1 0 0,2-1 0,0-1 0,2 0 0,0-1 0,-3-1 0,-6-1 0,-4 1 0,-4-1 0,6 5 0,-11 20 0,0-2 0,0 1 0,0 0 0,1 0 0,-1 1 0,0-1 0,0 0 0,1 0 0,-1 0 0,3 0 0,-3 1 0,1-1 0,0 1 0,-1 0 0,1 0 0,-1 0 0,1 0 0,-1 0 0,1 0 0,-1 0 0,4 1 0,17 14 0,2 2 0,2 4 0,-6 3 0,1 1 0,-6 0 0,-4 1 0,-4-1 0,2-4 0,3-1 0,3 0 0,3-4 0,4 0 0,-4 2 0,1 1 0,-3-2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09.793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5960.74805"/>
      <inkml:brushProperty name="anchorY" value="-7038.21631"/>
      <inkml:brushProperty name="scaleFactor" value="0.5"/>
    </inkml:brush>
  </inkml:definitions>
  <inkml:trace contextRef="#ctx0" brushRef="#br0">1 1 24575,'0'0'0,"4"8"0,7 14 0,8 13 0,6 13 0,2 17 0,1 7 0,0 1 0,-5 1 0,-1-4 0,-1-11 0,-5-5 0,1-8 0,-4-9 0,-4-5 0,-3-4 0,-2-3 0,2-1 0,-1-1 0,4-5 0,5-9 0,3-11 0,9-8 0,2-12 0,-4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0.591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7209.56738"/>
      <inkml:brushProperty name="anchorY" value="-8651.68164"/>
      <inkml:brushProperty name="scaleFactor" value="0.5"/>
    </inkml:brush>
  </inkml:definitions>
  <inkml:trace contextRef="#ctx0" brushRef="#br0">557 1 24575,'0'0'0,"-9"0"0,-27 5 0,-19 5 0,-19 5 0,-8 4 0,1 3 0,11-3 0,11 1 0,18 1 0,9-5 0,17-3 0,14-13 0,1 0 0,0 0 0,0 1 0,0-1 0,0 0 0,-1 0 0,1 0 0,0 1 0,0-1 0,0 0 0,0 0 0,0 0 0,0 1 0,-1-1 0,1 0 0,0 0 0,0 1 0,0-1 0,0 0 0,0 0 0,0 1 0,0-1 0,0 0 0,0 0 0,0 1 0,0-1 0,0 0 0,0 0 0,1 1 0,-1-1 0,0 0 0,0 0 0,0 1 0,0-1 0,20 5 0,18-3 0,15 4 0,21 4 0,18 9 0,4 5 0,0 2 0,-9 2 0,-15 0 0,-15-6 0,-13-5 0,-14-1 0,-7-5 0,-9 2 0,-6 1 0,-4 4 0,1 2 0,0 2 0,3-4 0,0-3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1.42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8335.2041"/>
      <inkml:brushProperty name="anchorY" value="-9999.98633"/>
      <inkml:brushProperty name="scaleFactor" value="0.5"/>
    </inkml:brush>
  </inkml:definitions>
  <inkml:trace contextRef="#ctx0" brushRef="#br0">124 226 24575,'0'0'0,"4"0"0,7-5 0,4-5 0,4-5 0,8-4 0,2 1 0,1-1 0,0-1 0,-6-1 0,-7-2 0,-6 0 0,-9 3 0,-10 6 0,-6 4 0,-6 4 0,-3 3 0,2 7 0,0 2 0,0 5 0,4 4 0,-1 4 0,0-2 0,-2-3 0,3 0 0,4 2 0,5 3 0,-2 1 0,-3 2 0,2 2 0,-3-4 0,3 0 0,-3 0 0,2 1 0,4 1 0,2 1 0,2 1 0,7-5 0,6 1 0,6-1 0,5-3 0,2-4 0,13-4 0,6-4 0,4-1 0,5-3 0,0 0 0,-3-1 0,-6 0 0,-5 0 0,-5 1 0,-3 0 0,-2-6 0,-2 1 0,0 0 0,-1 1 0,1 1 0,0 1 0,0 1 0,0 0 0,1 1 0,0 0 0,-6-4 0,1-6 0,0-14 0,0-6 0,-3 3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1.96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9870.85742"/>
      <inkml:brushProperty name="anchorY" value="-10947.34668"/>
      <inkml:brushProperty name="scaleFactor" value="0.5"/>
    </inkml:brush>
  </inkml:definitions>
  <inkml:trace contextRef="#ctx0" brushRef="#br0">1 1 24575,'0'0'0,"4"0"0,7 10 0,4 10 0,4 10 0,4 8 0,1 11 0,-4 10 0,-5-4 0,1 1 0,0-3 0,-3-6 0,2-6 0,-3-7 0,-3-4 0,-2-3 0,1-2 0,4-6 0,4-6 0,3-9 0,2-9 0,3-9 0,1-5 0,0-4 0,0-2 0,0-1 0,1-1 0,-1 1 0,-5 5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2.717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1207.75"/>
      <inkml:brushProperty name="anchorY" value="-12218.07422"/>
      <inkml:brushProperty name="scaleFactor" value="0.5"/>
    </inkml:brush>
  </inkml:definitions>
  <inkml:trace contextRef="#ctx0" brushRef="#br0">267 1 24575,'0'0'0,"-12"0"0,-11 0 0,-7 0 0,-2 0 0,-2 5 0,-2 0 0,0 0 0,8 4 0,2 0 0,27-8 0,-2 0 0,0 0 0,0-1 0,0 1 0,1 0 0,-1-1 0,0 1 0,1 0 0,-1 0 0,1 0 0,-1 0 0,1-1 0,-1 1 0,1 0 0,0 0 0,-1 0 0,1 2 0,1-2 0,-1 0 0,1 0 0,-1 1 0,1-1 0,-1 0 0,1 1 0,-1-1 0,1 0 0,0 0 0,-1 1 0,1-1 0,0 0 0,0 0 0,2 2 0,29 20 0,23 17 0,8 1 0,3 1 0,-7-4 0,-7-3 0,-10-4 0,-6-2 0,-6-8 0,-9-6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4.294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2256.08398"/>
      <inkml:brushProperty name="anchorY" value="-13450.06543"/>
      <inkml:brushProperty name="scaleFactor" value="0.5"/>
    </inkml:brush>
  </inkml:definitions>
  <inkml:trace contextRef="#ctx0" brushRef="#br0">0 38 24575,'0'0'0,"0"4"0,0 12 0,0 4 0,5 4 0,5 12 0,5 7 0,4-1 0,3-2 0,-3-4 0,2-3 0,-1-4 0,2-7 0,0-7 0,2-10 0,0-11 0,0-7 0,1-6 0,0 0 0,-1-1 0,-4-2 0,0 0 0,0-1 0,0-1 0,2-1 0,1 6 0,-4-1 0,-5 0 0,-4-1 0,-4-5 0,-4-2 0,-1-1 0,-1 0 0,-1 12 0,3 16 0,0 5 0,7 25 0,5 19 0,10 25 0,2 14 0,3 10 0,11 11 0,-2-4 0,0-4 0,-3-13 0,-3-6 0,-3-15 0,-2-14 0,-7-10 0,0-9 0,-6-6 0,-4-3 0,-4-2 0,-3 5 0,-7 15 0,-6 11 0,-16 10 0,-9 11 0,-3-5 0,0-13 0,7-11 0,4-13 0,2-13 0,2-9 0,0-6 0,20-5 0,1 0 0,0 1 0,-1-1 0,1 0 0,0 1 0,0-1 0,0 0 0,-3-2 0,-1-3 0,1 1 0,1 1 0,0-1 0,-6-7 0,-18-36 0,-1-13 0,0-4 0,2 1 0,0-9 0,2 5 0,-1 2 0,2 10 0,-1 9 0,5 9 0,1 6 0,4 5 0,5 2 0,4 7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5.377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3375.12402"/>
      <inkml:brushProperty name="anchorY" value="-15107.83594"/>
      <inkml:brushProperty name="scaleFactor" value="0.5"/>
    </inkml:brush>
  </inkml:definitions>
  <inkml:trace contextRef="#ctx0" brushRef="#br0">449 276 24575,'0'0'0,"0"-4"0,0-7 0,-5-4 0,0-4 0,-5 1 0,-4-1 0,-4-1 0,-3-1 0,3-2 0,-2 0 0,0-1 0,-6-1 0,-2 5 0,0 5 0,-1 5 0,2 5 0,0 2 0,1 2 0,1 7 0,0 5 0,0 5 0,6 4 0,4 3 0,5 1 0,5 2 0,3-1 0,1 1 0,2-1 0,0 1 0,5-6 0,5 0 0,4-1 0,5 2 0,3-4 0,1-5 0,1-3 0,1-4 0,0-8 0,-1-6 0,0-1 0,-5-5 0,0-3 0,0-3 0,0-2 0,2-1 0,1-1 0,0 5 0,-4 0 0,1 0 0,-5-1 0,1-1 0,-9 9 0,-4 9 0,-2 10 0,-2 8 0,-1 10 0,6 9 0,4 13 0,6 5 0,0 2 0,3-8 0,-3-5 0,2-12 0,1-10 0,3-2 0,1-1 0,2-4 0,-4-3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6.300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4413.91992"/>
      <inkml:brushProperty name="anchorY" value="-16169.52246"/>
      <inkml:brushProperty name="scaleFactor" value="0.5"/>
    </inkml:brush>
  </inkml:definitions>
  <inkml:trace contextRef="#ctx0" brushRef="#br0">1 1 24575,'0'0'0,"4"0"0,7 5 0,-1 10 0,4 10 0,4 9 0,-3 7 0,2 0 0,-3 3 0,1-3 0,-3-3 0,-3-5 0,-3-18 0,-5-15 0,-1 0 0,0 0 0,0 1 0,0-1 0,1 0 0,-1 0 0,0 0 0,0 0 0,0 1 0,0-1 0,1 0 0,-1 0 0,0 0 0,0 0 0,0 0 0,0 0 0,1 1 0,-1-1 0,0 0 0,0 0 0,1 0 0,-1 0 0,0 0 0,0 0 0,0 0 0,1 0 0,-1 0 0,0 0 0,0 0 0,0 0 0,1 0 0,-1 0 0,0 0 0,0-1 0,1 1 0,-1 0 0,0 0 0,0 0 0,1 0 0,10-15 0,5-3 0,-2-6 0,-3-1 0,3-1 0,1-1 0,3 1 0,3 0 0,1 6 0,2 0 0,-4 0 0,0 4 0,0 0 0,1 3 0,1 3 0,1 4 0,1 3 0,0 6 0,1 7 0,-1 1 0,1 3 0,0 4 0,-5 3 0,0 1 0,-1 2 0,2 1 0,1-5 0,0 0 0,2 0 0,-5 1 0,1 11 0,-1 6 0,7 11 0,1 14 0,1 2 0,0 5 0,-6-8 0,0-8 0,-1-14 0,-19-38 0,-1 1 0,1-1 0,0 1 0,1-1 0,-1 0 0,0 1 0,5 2 0,-5-3 0,-1-1 0,1 0 0,0 0 0,0 0 0,0 0 0,-1 0 0,1-1 0,0 1 0,4 0 0,16 1 0,2-4 0,0 3 0,-4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7.33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6366.67871"/>
      <inkml:brushProperty name="anchorY" value="-17774.99023"/>
      <inkml:brushProperty name="scaleFactor" value="0.5"/>
    </inkml:brush>
  </inkml:definitions>
  <inkml:trace contextRef="#ctx0" brushRef="#br0">468 250 24575,'0'0'0,"0"-8"0,0-9 0,-5-3 0,0-3 0,-4-2 0,-6-1 0,-3-1 0,-3 2 0,-2 4 0,-2 1 0,0 5 0,-1 4 0,1 4 0,0 4 0,0 1 0,0 7 0,0 6 0,0 5 0,1 4 0,-1 2 0,0 3 0,6 0 0,4 1 0,1 0 0,3-1 0,3 6 0,4-1 0,6-5 0,7 4 0,6-2 0,5 1 0,3-1 0,1-6 0,7-1 0,0-5 0,0-9 0,-2-9 0,0-9 0,-2-1 0,-1-4 0,-6-3 0,0-2 0,-1-1 0,1-1 0,2-1 0,-4-6 0,-5-4 0,-4-15 0,-3 1 0,-4 2 0,-1 14 0,-1 17 0,0 15 0,-1 5 0,5 25 0,5 20 0,6 14 0,3 19 0,9 5 0,2 12 0,1 13 0,0 8 0,-1 9 0,3 3 0,0 0 0,-2-11 0,-1-22 0,-6-17 0,-2-19 0,-5-17 0,-5-11 0,-12-33 0,1 0 0,0-1 0,0 1 0,0 0 0,0-1 0,0 1 0,0 0 0,0-1 0,0 1 0,-1-1 0,0 4 0,-1-4 0,1 1 0,0-1 0,0 0 0,0 0 0,0 0 0,-1-1 0,1 1 0,0 0 0,0 0 0,0-1 0,-1 1 0,1 0 0,-1-1 0,1 0 0,-2 1 0,-41 5 0,-15-9 0,-10-7 0,-12-7 0,-2-10 0,-1-7 0,6-1 0,13 4 0,11 3 0,12 7 0,8 6 0,16 1 0,9 5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7.959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5138.96484"/>
      <inkml:brushProperty name="anchorY" value="-17999.37109"/>
      <inkml:brushProperty name="scaleFactor" value="0.5"/>
    </inkml:brush>
  </inkml:definitions>
  <inkml:trace contextRef="#ctx0" brushRef="#br0">638 0 24575,'0'0'0,"-5"9"0,-6 7 0,-4 4 0,-4 9 0,-3 11 0,2 21 0,5 14 0,4 18 0,5 7 0,2 10 0,3-4 0,1-6 0,1-7 0,0-6 0,0-17 0,-1-13 0,1-13 0,-6-9 0,1-7 0,-1-4 0,-4-6 0,-4 4 0,-9 5 0,-13 11 0,-13 11 0,-11 1 0,-2-4 0,41-35 0,-32 15 0,32-17 0,-30 8 0,38-14 0,-2 0 0,-22 3 0,-11-3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8.42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3655.41406"/>
      <inkml:brushProperty name="anchorY" value="-18677.40625"/>
      <inkml:brushProperty name="scaleFactor" value="0.5"/>
    </inkml:brush>
  </inkml:definitions>
  <inkml:trace contextRef="#ctx0" brushRef="#br0">1 546 24575,'0'0'0,"4"-4"0,7-2 0,9-4 0,14-4 0,9-9 0,10-3 0,13-3 0,7 1 0,4-1 0,7 2 0,-1 1 0,0 0 0,-2 1 0,3 0 0,-7 0 0,-7 1 0,-6-1 0,-11 1 0,-10-1 0,-13 1 0,-5 4 0,-4 1 0,-2 4 0,1 0 0,1 3 0,1 3 0,-4-1 0,-4 11 0,-13 3 0,0-3 0,0 1 0,0-1 0,0 1 0,0-1 0,-1 1 0,1 0 0,0 0 0,-1-1 0,1 1 0,-1 2 0,6 22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9.052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5810.0459"/>
      <inkml:brushProperty name="anchorY" value="-19029.64453"/>
      <inkml:brushProperty name="scaleFactor" value="0.5"/>
    </inkml:brush>
  </inkml:definitions>
  <inkml:trace contextRef="#ctx0" brushRef="#br0">0 344 24575,'0'0'0,"4"4"0,12 2 0,9-1 0,4 0 0,7-7 0,5-6 0,0-6 0,-4-5 0,-2-3 0,-9-3 0,-3 5 0,-2-1 0,0 0 0,-5 0 0,1-2 0,-4 0 0,-4-1 0,-7 0 0,-9-1 0,-6 6 0,-21-1 0,-9 5 0,-7 4 0,2 4 0,8 9 0,6 6 0,6 7 0,2 5 0,2 3 0,6 2 0,0-4 0,5 0 0,4 10 0,8 15 0,13 12 0,6 8 0,11 12 0,3 2 0,6 2 0,4-5 0,3-13 0,-35-53 0,0 0 0,18 15 0,-20-19 0,0 0 0,1-1 0,10 6 0,-11-8 0,-1 0 0,0-1 0,16 4 0,-19-7 0,0 0 0,0 0 0,0 0 0,0 0 0,0-1 0,0 1 0,0-1 0,0 0 0,5-1 0,-3 1 0,-1-1 0,1 0 0,0-1 0,0 0 0,6-4 0,-5 2 0,0 0 0,-1 0 0,11-11 0,16-25 0,-4 0 0,-2 6 0,-1 9 0,-2 8 0,0 3 0,0 0 0,-5 3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19.596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7344.13867"/>
      <inkml:brushProperty name="anchorY" value="-20090.35156"/>
      <inkml:brushProperty name="scaleFactor" value="0.5"/>
    </inkml:brush>
  </inkml:definitions>
  <inkml:trace contextRef="#ctx0" brushRef="#br0">0 169 24575,'0'0'0,"5"0"0,6 10 0,4 10 0,4 15 0,3 13 0,3 7 0,0 7 0,0-4 0,-4-7 0,0-7 0,-6-8 0,-4-20 0,-11-18 0,0 2 0,0 0 0,0 0 0,1-1 0,-1 1 0,0 0 0,0 0 0,1-1 0,-1 1 0,0 0 0,0 0 0,0-1 0,0 1 0,1 0 0,-1-1 0,0 1 0,0 0 0,0-1 0,0 1 0,0 0 0,0 0 0,0-1 0,0 1 0,0 0 0,0-1 0,0 1 0,0 0 0,0-1 0,0 1 0,0 0 0,0-1 0,0 1 0,0 0 0,0-1 0,-1 1 0,1 0 0,0-1 0,-6-35 0,-8-18 0,0-8 0,1-2 0,3 6 0,3 8 0,3 8 0,7 7 0,6 6 0,6 3 0,5 2 0,3 6 0,1 0 0,2 0 0,0 3 0,0 4 0,0 4 0,-1 3 0,0 2 0,-5-3 0,0 0 0,9 1 0,-3 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0.460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8682.04102"/>
      <inkml:brushProperty name="anchorY" value="-20768.7168"/>
      <inkml:brushProperty name="scaleFactor" value="0.5"/>
    </inkml:brush>
  </inkml:definitions>
  <inkml:trace contextRef="#ctx0" brushRef="#br0">398 127 24575,'0'0'0,"0"-4"0,-5-7 0,-5-4 0,-5-4 0,0-3 0,-2 2 0,-2 5 0,-2 5 0,-1 4 0,-2 2 0,-1 3 0,5 6 0,0 6 0,0 4 0,-1 5 0,0 3 0,-2 2 0,-1 0 0,5 1 0,4 0 0,1-1 0,3 1 0,3-1 0,3-1 0,3 1 0,1 0 0,1 0 0,5-6 0,6-4 0,-11-15 0,1 1 0,0-1 0,0 1 0,0-1 0,0 1 0,0-1 0,1 0 0,-1 1 0,0-1 0,0 0 0,0 0 0,2 1 0,17-6 0,2-7 0,3-7 0,0-9 0,5-2 0,1-1 0,0 0 0,-2-3 0,-5 1 0,-3-4 0,-5 2 0,0 7 0,0 7 0,-15 22 0,0-2 0,0 1 0,0-1 0,0 1 0,0-1 0,0 1 0,0 0 0,0-1 0,0 1 0,0 0 0,0 0 0,0-1 0,0 1 0,0 0 0,0 0 0,0 0 0,1 0 0,-2 0 0,1 0 0,0 1 0,0-1 0,1 0 0,-1 1 0,0-1 0,0 1 0,0-1 0,0 1 0,0-1 0,0 1 0,0 0 0,-1-1 0,2 2 0,15 20 0,1 6 0,2 3 0,2-4 0,-3-2 0,-1-6 0,2-5 0,1-11 0,-4-8 0,-4-9 0,1-5 0,1-4 0,-2 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0.865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19729.79297"/>
      <inkml:brushProperty name="anchorY" value="-21625.95508"/>
      <inkml:brushProperty name="scaleFactor" value="0.5"/>
    </inkml:brush>
  </inkml:definitions>
  <inkml:trace contextRef="#ctx0" brushRef="#br0">1 1 24575,'0'0'0,"4"0"0,7 14 0,-1 16 0,4 20 0,4 13 0,2 9 0,2 0 0,2-3 0,0-6 0,1-9 0,-4-9 0,-1-8 0,-5-7 0,1-3 0,-5-3 0,8-5 0,6-7 0,4-4 0,-4-8 0,-1-9 0,0-6 0,-1-5 0,-4 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1.48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1019.8418"/>
      <inkml:brushProperty name="anchorY" value="-23100.05078"/>
      <inkml:brushProperty name="scaleFactor" value="0.5"/>
    </inkml:brush>
  </inkml:definitions>
  <inkml:trace contextRef="#ctx0" brushRef="#br0">159 1 24575,'0'0'0,"-4"0"0,-6 0 0,-5 0 0,-5 0 0,3 5 0,-2 0 0,-1 5 0,-1-1 0,3 4 0,4 3 0,15-15 0,-1 0 0,-1 1 0,1-1 0,0 0 0,0 0 0,0 0 0,0 1 0,0-1 0,0 0 0,0 0 0,0 1 0,0-1 0,1 2 0,2-1 0,-1 1 0,0-1 0,0 0 0,0 0 0,0 1 0,0-2 0,1 1 0,3 3 0,42 18 0,19 1 0,16 1 0,6 1 0,0 4 0,-1 0 0,0 0 0,-7 0 0,-8-3 0,-13 0 0,-12-6 0,-14-1 0,-8-1 0,-5-3 0,-2 0 0,1-8 0,-18-9 0,-1 1 0,1 0 0,-1 0 0,1-1 0,-1 1 0,1 0 0,-1 0 0,1-1 0,-1 1 0,1-1 0,2-1 0,-3 1 0,1-1 0,0 1 0,-1-1 0,1 0 0,0 0 0,-1 1 0,1-1 0,1-4 0,10-25 0,-9-9 0,-9-1 0,-8 2 0,-6-3 0,-3-1 0,-3-6 0,4 7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2.32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2616.10938"/>
      <inkml:brushProperty name="anchorY" value="-24065.8418"/>
      <inkml:brushProperty name="scaleFactor" value="0.5"/>
    </inkml:brush>
  </inkml:definitions>
  <inkml:trace contextRef="#ctx0" brushRef="#br0">1 1 24575,'0'0'0,"4"12"0,7 20 0,4 18 0,4 13 0,3 13 0,7 11 0,1 1 0,6 0 0,-1 2 0,-2-3 0,-1-3 0,-3 2 0,-2-18 0,-6-12 0,-6-27 0,-15-29 0,0 1 0,0-1 0,0 0 0,0 0 0,0 1 0,0-1 0,0 0 0,0 0 0,1 1 0,-1-1 0,0 0 0,0 0 0,0 0 0,0 1 0,0-1 0,1 0 0,-1 0 0,0 0 0,0 1 0,0-1 0,1 0 0,-1 0 0,0 0 0,0 0 0,1 0 0,-1 0 0,0 0 0,0 1 0,1-1 0,-1 0 0,0 0 0,0 0 0,1 0 0,-1 0 0,0 0 0,0 0 0,1 0 0,-1 0 0,0 0 0,0-1 0,1 1 0,-1 0 0,0 0 0,0 0 0,0 0 0,1 0 0,-1 0 0,5-18 0,-3-15 0,3-6 0,4-2 0,0 3 0,4 3 0,4 8 0,2 4 0,3 1 0,1 1 0,2 0 0,-5-1 0,0-1 0,0 4 0,1 5 0,2 4 0,-22 12 0,1-3 0,0 1 0,0 0 0,0 0 0,0 1 0,0-1 0,0 0 0,0 1 0,0-1 0,1 2 0,21 10 0,0 12 0,1 10 0,0 7 0,0 5 0,-1-1 0,-4-4 0,-5-5 0,0-4 0,-5-3 0,3-8 0,-3-1 0,2-6 0,3 1 0,-1 0 0,1-2 0,3-3 0,2-3 0,1-3 0,2-2 0,2-1 0,-1-6 0,1-10 0,-5-6 0,-17 14 0,0 1 0,0 0 0,-1 1 0,3-10 0,5-23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2.668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4592.39648"/>
      <inkml:brushProperty name="anchorY" value="-25857.38672"/>
      <inkml:brushProperty name="scaleFactor" value="0.5"/>
    </inkml:brush>
  </inkml:definitions>
  <inkml:trace contextRef="#ctx0" brushRef="#br0">0 1 24575,'0'0'0,"4"4"0,7 12 0,3 19 0,5-1 0,4 8 0,1-2 0,1 1 0,1-2 0,-1-4 0,1-3 0,-6-3 0,-10-7 0,-10-23 0,1 2 0,-1-1 0,0 1 0,0-1 0,0 1 0,0-1 0,1 1 0,-1-1 0,0 1 0,0-1 0,0 1 0,0-1 0,0 1 0,0-1 0,0 1 0,-1-1 0,1 1 0,0-1 0,0 1 0,0-1 0,-1 1 0,-8 3 0,-8-9 0,0-2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3.105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5623.19922"/>
      <inkml:brushProperty name="anchorY" value="-27075.28125"/>
      <inkml:brushProperty name="scaleFactor" value="0.5"/>
    </inkml:brush>
  </inkml:definitions>
  <inkml:trace contextRef="#ctx0" brushRef="#br0">1 0 24575,'0'0'0,"4"4"0,2 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3.895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6480.06836"/>
      <inkml:brushProperty name="anchorY" value="-27931.58398"/>
      <inkml:brushProperty name="scaleFactor" value="0.5"/>
    </inkml:brush>
  </inkml:definitions>
  <inkml:trace contextRef="#ctx0" brushRef="#br0">0 29 24575,'0'0'0,"5"4"0,5 2 0,5 4 0,0 4 0,2 4 0,-3 3 0,2 2 0,-4 2 0,3-5 0,1 5 0,3 6 0,2 0 0,2 5 0,1 0 0,0-3 0,-3-1 0,-1-8 0,-10-12 0,-9-13 0,-1 1 0,0 0 0,0 0 0,1 0 0,-1 0 0,0 0 0,0-1 0,1 1 0,-1 0 0,0 0 0,0 0 0,0 0 0,1 0 0,-1 0 0,0-1 0,0 1 0,0 0 0,1 0 0,-1 0 0,0-1 0,0 1 0,0 0 0,0 0 0,0 0 0,1-1 0,-1 1 0,0 0 0,0 0 0,0-1 0,0 1 0,0 0 0,0 0 0,0-1 0,0 1 0,0 0 0,0 0 0,0-1 0,0 1 0,0 0 0,0-1 0,2-23 0,-3-13 0,0-4 0,-1-4 0,5 2 0,6 4 0,0 5 0,4 3 0,4 3 0,3 7 0,2 1 0,2 1 0,1 4 0,0 4 0,0 4 0,1 3 0,-1 2 0,0 2 0,-1 1 0,1-1 0,0 1 0,-1 5 0,1-1 0,-5 6 0,0 13 0,-6 14 0,2 3 0,-5 6 0,3 2 0,-4-4 0,-1-9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4.819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8131.91797"/>
      <inkml:brushProperty name="anchorY" value="-29053.16016"/>
      <inkml:brushProperty name="scaleFactor" value="0.5"/>
    </inkml:brush>
  </inkml:definitions>
  <inkml:trace contextRef="#ctx0" brushRef="#br0">1 421 24575,'0'0'0,"4"-4"0,1-7 0,5-4 0,-1-5 0,4-2 0,3-2 0,3-1 0,3-1 0,1 5 0,-3 1 0,0 0 0,0-1 0,1-1 0,6-1 0,1-1 0,1 5 0,-6 0 0,0-1 0,-1-1 0,-1 4 0,2 4 0,5 5 0,5 3 0,2 7 0,-2 7 0,4 7 0,-2-1 0,-3 3 0,-6 1 0,-3 3 0,-1 6 0,-1 6 0,-4 10 0,-5 10 0,-4 9 0,-4 10 0,-2 4 0,-6 3 0,-6 5 0,-6-1 0,-9-2 0,-13 4 0,-2-3 0,-4-1 0,1 2 0,5-6 0,3-17 0,4-13 0,3-10 0,7-8 0,2-5 0,4-2 0,6-1 0,3-1 0,8-3 0,7 0 0,11-5 0,15-3 0,13-3 0,16-4 0,8-6 0,6-7 0,-4-5 0,-9-5 0,-12-3 0,-14-2 0,-10-1 0,-10 6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15:48:25.794"/>
    </inkml:context>
    <inkml:brush xml:id="br0">
      <inkml:brushProperty name="width" value="0.025" units="cm"/>
      <inkml:brushProperty name="height" value="0.025" units="cm"/>
      <inkml:brushProperty name="color" value="#AE198D"/>
      <inkml:brushProperty name="inkEffects" value="galaxy"/>
      <inkml:brushProperty name="anchorX" value="-29930.12891"/>
      <inkml:brushProperty name="anchorY" value="-30892.56055"/>
      <inkml:brushProperty name="scaleFactor" value="0.5"/>
    </inkml:brush>
  </inkml:definitions>
  <inkml:trace contextRef="#ctx0" brushRef="#br0">124 22 24575,'0'0'0,"-4"0"0,-7 0 0,-4 5 0,-4 0 0,2 5 0,-2 4 0,4 4 0,3 3 0,5 2 0,2 2 0,7-24 0,-2 1 0,0-1 0,0 1 0,1 0 0,-1 0 0,1 0 0,0 0 0,-1-1 0,3 4 0,11 10 0,7-4 0,3-10 0,-3-8 0,1-7 0,-1-6 0,-4-3 0,-4-2 0,-4-1 0,-9 0 0,-8 5 0,-6 5 0,-6 5 0,-3 10 0,-7 9 0,-1 6 0,5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D215-7D35-43CF-84FE-BAFA1B1D8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3BC88-5FAD-46E4-9E04-58DE7D6BA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0158A-6265-438F-A816-8DD237CA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6664B-7606-41DD-BCA7-898C7719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3C648-4B06-43CC-9DF9-BA079428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4259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2479-DD01-4760-994A-AB0F61DF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05070-69FB-41F0-8145-2BF823CA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06EFC-83A5-4391-B09E-6924806F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90C53-A759-428B-9969-E0D8CBFF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F1D7E-8345-4ECF-B977-0CF114A4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97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71AF-26C3-4CA7-AEB9-52B5C6C8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372DE-D2EF-4D48-A2F9-35739B89C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6AF04-33F9-4C3B-A103-2ADC7DB0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EC7BF-E9B0-4837-A74D-DC25C17B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2BA09-8DBB-40F3-A7C2-9C7D866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545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9521-8F05-4BF9-80EF-B1E67F14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F283-064F-4B56-A93F-897CBA0DC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B5633-694F-4742-8E01-5A08BCCC0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6086A-593A-4274-BDFA-11E3695C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53AFE-BA1A-42DC-92F2-C94516C3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F7608-D97D-4629-90DE-2ADAAE65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992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8E96-8898-404F-860F-6A836D93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21145-1902-4DE5-96D8-9BA34117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CB6F7-F751-452D-B672-F59BB8EB0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6D3F3-0565-4B4B-939D-A24E21A26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246B07-B25C-4CED-AEF5-270EEEE33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09DBC-B545-4F08-BDAF-2D8C52C7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BA561-7A49-4AE7-93A5-DF39FADB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5EB3D-6475-4D1A-B9A6-E09E0091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564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793B6-FD83-4526-85FC-A6F25660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B3F8F-3E72-4821-AA62-F5D73162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4B2F-0414-49D8-9EC9-A9DE12F3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6A55D-8430-496D-AB7C-56B650FB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427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8AB29-FC7E-41BB-AA9B-CEF12399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ECA60-E202-44E6-B99F-2D565200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48504-534A-41C5-8621-72051723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17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7DBC-8C32-4E18-B8A8-8478FA57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017FB-FF2D-4CC6-8F0A-5D41CEBF5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E201C-89A5-4604-8ABA-1E3CF46C7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52280-A889-44B9-A768-9E8BA8F4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08F32-0E69-4986-B7E7-45AFEC4B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EC97A-BE75-487A-81B3-332C26EA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781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5ED8-A818-4F89-AD93-7B13746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EB12E-A44E-484C-B0CD-FA14031AC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40E9D-B707-46C1-9608-618F3E1B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158CF-C4AE-4BD1-8A21-AE716D95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86F2F-AEBA-45CF-8052-D0A363C2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121B-6D9D-46EB-ADBF-E28C0EC8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414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D316-A72A-4FD9-8610-A96A5F97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EA13-2592-4AF7-8684-6FF3A366E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21F4-24D6-4BEB-977A-0B8667E1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69F2-0BCD-42F8-8E6F-AD16EB6F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9998-CC49-4AE8-B21F-7E4257AC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045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78800-5492-4F74-9B63-78CE0BFF8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64B10-46AC-4F2D-B57D-1E0C0498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5019F-938F-4134-9069-9918EA7F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2039-1F85-4E1B-9C63-FBAB65FA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2053-426E-463F-94FF-4248151D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772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14487-F586-4CC7-A0DD-2795FC77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2858E-0F61-4730-BBF4-1D79F6C9D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F945E-629F-4544-9030-F01038CE2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3CC09-BECE-442C-9742-D66259E49BE0}" type="datetimeFigureOut">
              <a:rPr lang="en-ID" smtClean="0"/>
              <a:t>18/05/2023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460BC-5277-4EA7-8E5D-DA5D52707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B1F4-DF92-458C-9918-44E3167DB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89A4-2A58-4563-91EA-76ED3C8E1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081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customXml" Target="../ink/ink91.xml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0.png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3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162" Type="http://schemas.openxmlformats.org/officeDocument/2006/relationships/image" Target="../media/image81.png"/><Relationship Id="rId183" Type="http://schemas.openxmlformats.org/officeDocument/2006/relationships/customXml" Target="../ink/ink92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8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1.png"/><Relationship Id="rId189" Type="http://schemas.openxmlformats.org/officeDocument/2006/relationships/customXml" Target="../ink/ink95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79" Type="http://schemas.openxmlformats.org/officeDocument/2006/relationships/customXml" Target="../ink/ink90.xml"/><Relationship Id="rId190" Type="http://schemas.openxmlformats.org/officeDocument/2006/relationships/image" Target="../media/image94.png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4.xml"/><Relationship Id="rId185" Type="http://schemas.openxmlformats.org/officeDocument/2006/relationships/customXml" Target="../ink/ink93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image" Target="../media/image89.png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6" Type="http://schemas.openxmlformats.org/officeDocument/2006/relationships/image" Target="../media/image8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2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customXml" Target="../ink/ink88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1.png"/><Relationship Id="rId21" Type="http://schemas.openxmlformats.org/officeDocument/2006/relationships/image" Target="../media/image103.png"/><Relationship Id="rId42" Type="http://schemas.openxmlformats.org/officeDocument/2006/relationships/customXml" Target="../ink/ink116.xml"/><Relationship Id="rId63" Type="http://schemas.openxmlformats.org/officeDocument/2006/relationships/image" Target="../media/image124.png"/><Relationship Id="rId84" Type="http://schemas.openxmlformats.org/officeDocument/2006/relationships/customXml" Target="../ink/ink137.xml"/><Relationship Id="rId138" Type="http://schemas.openxmlformats.org/officeDocument/2006/relationships/customXml" Target="../ink/ink164.xml"/><Relationship Id="rId16" Type="http://schemas.openxmlformats.org/officeDocument/2006/relationships/customXml" Target="../ink/ink103.xml"/><Relationship Id="rId107" Type="http://schemas.openxmlformats.org/officeDocument/2006/relationships/image" Target="../media/image146.png"/><Relationship Id="rId11" Type="http://schemas.openxmlformats.org/officeDocument/2006/relationships/image" Target="../media/image98.png"/><Relationship Id="rId32" Type="http://schemas.openxmlformats.org/officeDocument/2006/relationships/customXml" Target="../ink/ink111.xml"/><Relationship Id="rId37" Type="http://schemas.openxmlformats.org/officeDocument/2006/relationships/image" Target="../media/image111.png"/><Relationship Id="rId53" Type="http://schemas.openxmlformats.org/officeDocument/2006/relationships/image" Target="../media/image119.png"/><Relationship Id="rId58" Type="http://schemas.openxmlformats.org/officeDocument/2006/relationships/customXml" Target="../ink/ink124.xml"/><Relationship Id="rId74" Type="http://schemas.openxmlformats.org/officeDocument/2006/relationships/customXml" Target="../ink/ink132.xml"/><Relationship Id="rId79" Type="http://schemas.openxmlformats.org/officeDocument/2006/relationships/image" Target="../media/image132.png"/><Relationship Id="rId102" Type="http://schemas.openxmlformats.org/officeDocument/2006/relationships/customXml" Target="../ink/ink146.xml"/><Relationship Id="rId123" Type="http://schemas.openxmlformats.org/officeDocument/2006/relationships/image" Target="../media/image154.png"/><Relationship Id="rId128" Type="http://schemas.openxmlformats.org/officeDocument/2006/relationships/customXml" Target="../ink/ink159.xml"/><Relationship Id="rId5" Type="http://schemas.openxmlformats.org/officeDocument/2006/relationships/image" Target="../media/image95.png"/><Relationship Id="rId90" Type="http://schemas.openxmlformats.org/officeDocument/2006/relationships/customXml" Target="../ink/ink140.xml"/><Relationship Id="rId95" Type="http://schemas.openxmlformats.org/officeDocument/2006/relationships/image" Target="../media/image140.png"/><Relationship Id="rId22" Type="http://schemas.openxmlformats.org/officeDocument/2006/relationships/customXml" Target="../ink/ink106.xml"/><Relationship Id="rId27" Type="http://schemas.openxmlformats.org/officeDocument/2006/relationships/image" Target="../media/image106.png"/><Relationship Id="rId43" Type="http://schemas.openxmlformats.org/officeDocument/2006/relationships/image" Target="../media/image114.png"/><Relationship Id="rId48" Type="http://schemas.openxmlformats.org/officeDocument/2006/relationships/customXml" Target="../ink/ink119.xml"/><Relationship Id="rId64" Type="http://schemas.openxmlformats.org/officeDocument/2006/relationships/customXml" Target="../ink/ink127.xml"/><Relationship Id="rId69" Type="http://schemas.openxmlformats.org/officeDocument/2006/relationships/image" Target="../media/image127.png"/><Relationship Id="rId113" Type="http://schemas.openxmlformats.org/officeDocument/2006/relationships/image" Target="../media/image149.png"/><Relationship Id="rId118" Type="http://schemas.openxmlformats.org/officeDocument/2006/relationships/customXml" Target="../ink/ink154.xml"/><Relationship Id="rId134" Type="http://schemas.openxmlformats.org/officeDocument/2006/relationships/customXml" Target="../ink/ink162.xml"/><Relationship Id="rId80" Type="http://schemas.openxmlformats.org/officeDocument/2006/relationships/customXml" Target="../ink/ink135.xml"/><Relationship Id="rId85" Type="http://schemas.openxmlformats.org/officeDocument/2006/relationships/image" Target="../media/image135.png"/><Relationship Id="rId12" Type="http://schemas.openxmlformats.org/officeDocument/2006/relationships/customXml" Target="../ink/ink101.xml"/><Relationship Id="rId17" Type="http://schemas.openxmlformats.org/officeDocument/2006/relationships/image" Target="../media/image101.png"/><Relationship Id="rId33" Type="http://schemas.openxmlformats.org/officeDocument/2006/relationships/image" Target="../media/image109.png"/><Relationship Id="rId38" Type="http://schemas.openxmlformats.org/officeDocument/2006/relationships/customXml" Target="../ink/ink114.xml"/><Relationship Id="rId59" Type="http://schemas.openxmlformats.org/officeDocument/2006/relationships/image" Target="../media/image122.png"/><Relationship Id="rId103" Type="http://schemas.openxmlformats.org/officeDocument/2006/relationships/image" Target="../media/image144.png"/><Relationship Id="rId108" Type="http://schemas.openxmlformats.org/officeDocument/2006/relationships/customXml" Target="../ink/ink149.xml"/><Relationship Id="rId124" Type="http://schemas.openxmlformats.org/officeDocument/2006/relationships/customXml" Target="../ink/ink157.xml"/><Relationship Id="rId129" Type="http://schemas.openxmlformats.org/officeDocument/2006/relationships/image" Target="../media/image157.png"/><Relationship Id="rId54" Type="http://schemas.openxmlformats.org/officeDocument/2006/relationships/customXml" Target="../ink/ink122.xml"/><Relationship Id="rId70" Type="http://schemas.openxmlformats.org/officeDocument/2006/relationships/customXml" Target="../ink/ink130.xml"/><Relationship Id="rId75" Type="http://schemas.openxmlformats.org/officeDocument/2006/relationships/image" Target="../media/image130.png"/><Relationship Id="rId91" Type="http://schemas.openxmlformats.org/officeDocument/2006/relationships/image" Target="../media/image138.png"/><Relationship Id="rId96" Type="http://schemas.openxmlformats.org/officeDocument/2006/relationships/customXml" Target="../ink/ink1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.xml"/><Relationship Id="rId23" Type="http://schemas.openxmlformats.org/officeDocument/2006/relationships/image" Target="../media/image104.png"/><Relationship Id="rId28" Type="http://schemas.openxmlformats.org/officeDocument/2006/relationships/customXml" Target="../ink/ink109.xml"/><Relationship Id="rId49" Type="http://schemas.openxmlformats.org/officeDocument/2006/relationships/image" Target="../media/image117.png"/><Relationship Id="rId114" Type="http://schemas.openxmlformats.org/officeDocument/2006/relationships/customXml" Target="../ink/ink152.xml"/><Relationship Id="rId119" Type="http://schemas.openxmlformats.org/officeDocument/2006/relationships/image" Target="../media/image152.png"/><Relationship Id="rId44" Type="http://schemas.openxmlformats.org/officeDocument/2006/relationships/customXml" Target="../ink/ink117.xml"/><Relationship Id="rId60" Type="http://schemas.openxmlformats.org/officeDocument/2006/relationships/customXml" Target="../ink/ink125.xml"/><Relationship Id="rId65" Type="http://schemas.openxmlformats.org/officeDocument/2006/relationships/image" Target="../media/image125.png"/><Relationship Id="rId81" Type="http://schemas.openxmlformats.org/officeDocument/2006/relationships/image" Target="../media/image133.png"/><Relationship Id="rId86" Type="http://schemas.openxmlformats.org/officeDocument/2006/relationships/customXml" Target="../ink/ink138.xml"/><Relationship Id="rId130" Type="http://schemas.openxmlformats.org/officeDocument/2006/relationships/customXml" Target="../ink/ink160.xml"/><Relationship Id="rId135" Type="http://schemas.openxmlformats.org/officeDocument/2006/relationships/image" Target="../media/image160.png"/><Relationship Id="rId13" Type="http://schemas.openxmlformats.org/officeDocument/2006/relationships/image" Target="../media/image99.png"/><Relationship Id="rId18" Type="http://schemas.openxmlformats.org/officeDocument/2006/relationships/customXml" Target="../ink/ink104.xml"/><Relationship Id="rId39" Type="http://schemas.openxmlformats.org/officeDocument/2006/relationships/image" Target="../media/image112.png"/><Relationship Id="rId109" Type="http://schemas.openxmlformats.org/officeDocument/2006/relationships/image" Target="../media/image147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120.png"/><Relationship Id="rId76" Type="http://schemas.openxmlformats.org/officeDocument/2006/relationships/customXml" Target="../ink/ink133.xml"/><Relationship Id="rId97" Type="http://schemas.openxmlformats.org/officeDocument/2006/relationships/image" Target="../media/image141.png"/><Relationship Id="rId104" Type="http://schemas.openxmlformats.org/officeDocument/2006/relationships/customXml" Target="../ink/ink147.xml"/><Relationship Id="rId120" Type="http://schemas.openxmlformats.org/officeDocument/2006/relationships/customXml" Target="../ink/ink155.xml"/><Relationship Id="rId125" Type="http://schemas.openxmlformats.org/officeDocument/2006/relationships/image" Target="../media/image155.png"/><Relationship Id="rId7" Type="http://schemas.openxmlformats.org/officeDocument/2006/relationships/image" Target="../media/image96.png"/><Relationship Id="rId71" Type="http://schemas.openxmlformats.org/officeDocument/2006/relationships/image" Target="../media/image128.png"/><Relationship Id="rId92" Type="http://schemas.openxmlformats.org/officeDocument/2006/relationships/customXml" Target="../ink/ink141.xml"/><Relationship Id="rId2" Type="http://schemas.openxmlformats.org/officeDocument/2006/relationships/customXml" Target="../ink/ink96.xml"/><Relationship Id="rId29" Type="http://schemas.openxmlformats.org/officeDocument/2006/relationships/image" Target="../media/image107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115.png"/><Relationship Id="rId66" Type="http://schemas.openxmlformats.org/officeDocument/2006/relationships/customXml" Target="../ink/ink128.xml"/><Relationship Id="rId87" Type="http://schemas.openxmlformats.org/officeDocument/2006/relationships/image" Target="../media/image136.png"/><Relationship Id="rId110" Type="http://schemas.openxmlformats.org/officeDocument/2006/relationships/customXml" Target="../ink/ink150.xml"/><Relationship Id="rId115" Type="http://schemas.openxmlformats.org/officeDocument/2006/relationships/image" Target="../media/image150.png"/><Relationship Id="rId131" Type="http://schemas.openxmlformats.org/officeDocument/2006/relationships/image" Target="../media/image158.png"/><Relationship Id="rId136" Type="http://schemas.openxmlformats.org/officeDocument/2006/relationships/customXml" Target="../ink/ink163.xml"/><Relationship Id="rId61" Type="http://schemas.openxmlformats.org/officeDocument/2006/relationships/image" Target="../media/image123.png"/><Relationship Id="rId82" Type="http://schemas.openxmlformats.org/officeDocument/2006/relationships/customXml" Target="../ink/ink136.xml"/><Relationship Id="rId19" Type="http://schemas.openxmlformats.org/officeDocument/2006/relationships/image" Target="../media/image102.png"/><Relationship Id="rId14" Type="http://schemas.openxmlformats.org/officeDocument/2006/relationships/customXml" Target="../ink/ink102.xml"/><Relationship Id="rId30" Type="http://schemas.openxmlformats.org/officeDocument/2006/relationships/customXml" Target="../ink/ink110.xml"/><Relationship Id="rId35" Type="http://schemas.openxmlformats.org/officeDocument/2006/relationships/image" Target="../media/image110.png"/><Relationship Id="rId56" Type="http://schemas.openxmlformats.org/officeDocument/2006/relationships/customXml" Target="../ink/ink123.xml"/><Relationship Id="rId77" Type="http://schemas.openxmlformats.org/officeDocument/2006/relationships/image" Target="../media/image131.png"/><Relationship Id="rId100" Type="http://schemas.openxmlformats.org/officeDocument/2006/relationships/customXml" Target="../ink/ink145.xml"/><Relationship Id="rId105" Type="http://schemas.openxmlformats.org/officeDocument/2006/relationships/image" Target="../media/image145.png"/><Relationship Id="rId126" Type="http://schemas.openxmlformats.org/officeDocument/2006/relationships/customXml" Target="../ink/ink158.xml"/><Relationship Id="rId8" Type="http://schemas.openxmlformats.org/officeDocument/2006/relationships/customXml" Target="../ink/ink99.xml"/><Relationship Id="rId51" Type="http://schemas.openxmlformats.org/officeDocument/2006/relationships/image" Target="../media/image118.png"/><Relationship Id="rId72" Type="http://schemas.openxmlformats.org/officeDocument/2006/relationships/customXml" Target="../ink/ink131.xml"/><Relationship Id="rId93" Type="http://schemas.openxmlformats.org/officeDocument/2006/relationships/image" Target="../media/image139.png"/><Relationship Id="rId98" Type="http://schemas.openxmlformats.org/officeDocument/2006/relationships/customXml" Target="../ink/ink144.xml"/><Relationship Id="rId121" Type="http://schemas.openxmlformats.org/officeDocument/2006/relationships/image" Target="../media/image153.png"/><Relationship Id="rId3" Type="http://schemas.openxmlformats.org/officeDocument/2006/relationships/image" Target="../media/image15.png"/><Relationship Id="rId25" Type="http://schemas.openxmlformats.org/officeDocument/2006/relationships/image" Target="../media/image105.png"/><Relationship Id="rId46" Type="http://schemas.openxmlformats.org/officeDocument/2006/relationships/customXml" Target="../ink/ink118.xml"/><Relationship Id="rId67" Type="http://schemas.openxmlformats.org/officeDocument/2006/relationships/image" Target="../media/image126.png"/><Relationship Id="rId116" Type="http://schemas.openxmlformats.org/officeDocument/2006/relationships/customXml" Target="../ink/ink153.xml"/><Relationship Id="rId137" Type="http://schemas.openxmlformats.org/officeDocument/2006/relationships/image" Target="../media/image161.png"/><Relationship Id="rId20" Type="http://schemas.openxmlformats.org/officeDocument/2006/relationships/customXml" Target="../ink/ink105.xml"/><Relationship Id="rId41" Type="http://schemas.openxmlformats.org/officeDocument/2006/relationships/image" Target="../media/image113.png"/><Relationship Id="rId62" Type="http://schemas.openxmlformats.org/officeDocument/2006/relationships/customXml" Target="../ink/ink126.xml"/><Relationship Id="rId83" Type="http://schemas.openxmlformats.org/officeDocument/2006/relationships/image" Target="../media/image134.png"/><Relationship Id="rId88" Type="http://schemas.openxmlformats.org/officeDocument/2006/relationships/customXml" Target="../ink/ink139.xml"/><Relationship Id="rId111" Type="http://schemas.openxmlformats.org/officeDocument/2006/relationships/image" Target="../media/image148.png"/><Relationship Id="rId132" Type="http://schemas.openxmlformats.org/officeDocument/2006/relationships/customXml" Target="../ink/ink161.xml"/><Relationship Id="rId15" Type="http://schemas.openxmlformats.org/officeDocument/2006/relationships/image" Target="../media/image100.png"/><Relationship Id="rId36" Type="http://schemas.openxmlformats.org/officeDocument/2006/relationships/customXml" Target="../ink/ink113.xml"/><Relationship Id="rId57" Type="http://schemas.openxmlformats.org/officeDocument/2006/relationships/image" Target="../media/image121.png"/><Relationship Id="rId106" Type="http://schemas.openxmlformats.org/officeDocument/2006/relationships/customXml" Target="../ink/ink148.xml"/><Relationship Id="rId127" Type="http://schemas.openxmlformats.org/officeDocument/2006/relationships/image" Target="../media/image156.png"/><Relationship Id="rId10" Type="http://schemas.openxmlformats.org/officeDocument/2006/relationships/customXml" Target="../ink/ink100.xml"/><Relationship Id="rId31" Type="http://schemas.openxmlformats.org/officeDocument/2006/relationships/image" Target="../media/image108.png"/><Relationship Id="rId52" Type="http://schemas.openxmlformats.org/officeDocument/2006/relationships/customXml" Target="../ink/ink121.xml"/><Relationship Id="rId73" Type="http://schemas.openxmlformats.org/officeDocument/2006/relationships/image" Target="../media/image129.png"/><Relationship Id="rId78" Type="http://schemas.openxmlformats.org/officeDocument/2006/relationships/customXml" Target="../ink/ink134.xml"/><Relationship Id="rId94" Type="http://schemas.openxmlformats.org/officeDocument/2006/relationships/customXml" Target="../ink/ink142.xml"/><Relationship Id="rId99" Type="http://schemas.openxmlformats.org/officeDocument/2006/relationships/image" Target="../media/image142.png"/><Relationship Id="rId101" Type="http://schemas.openxmlformats.org/officeDocument/2006/relationships/image" Target="../media/image143.png"/><Relationship Id="rId122" Type="http://schemas.openxmlformats.org/officeDocument/2006/relationships/customXml" Target="../ink/ink156.xml"/><Relationship Id="rId4" Type="http://schemas.openxmlformats.org/officeDocument/2006/relationships/customXml" Target="../ink/ink97.xml"/><Relationship Id="rId9" Type="http://schemas.openxmlformats.org/officeDocument/2006/relationships/image" Target="../media/image97.png"/><Relationship Id="rId26" Type="http://schemas.openxmlformats.org/officeDocument/2006/relationships/customXml" Target="../ink/ink108.xml"/><Relationship Id="rId47" Type="http://schemas.openxmlformats.org/officeDocument/2006/relationships/image" Target="../media/image116.png"/><Relationship Id="rId68" Type="http://schemas.openxmlformats.org/officeDocument/2006/relationships/customXml" Target="../ink/ink129.xml"/><Relationship Id="rId89" Type="http://schemas.openxmlformats.org/officeDocument/2006/relationships/image" Target="../media/image137.png"/><Relationship Id="rId112" Type="http://schemas.openxmlformats.org/officeDocument/2006/relationships/customXml" Target="../ink/ink151.xml"/><Relationship Id="rId133" Type="http://schemas.openxmlformats.org/officeDocument/2006/relationships/image" Target="../media/image159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7.xml"/><Relationship Id="rId21" Type="http://schemas.openxmlformats.org/officeDocument/2006/relationships/image" Target="../media/image171.png"/><Relationship Id="rId42" Type="http://schemas.openxmlformats.org/officeDocument/2006/relationships/customXml" Target="../ink/ink185.xml"/><Relationship Id="rId47" Type="http://schemas.openxmlformats.org/officeDocument/2006/relationships/image" Target="../media/image184.png"/><Relationship Id="rId63" Type="http://schemas.openxmlformats.org/officeDocument/2006/relationships/image" Target="../media/image192.png"/><Relationship Id="rId68" Type="http://schemas.openxmlformats.org/officeDocument/2006/relationships/customXml" Target="../ink/ink198.xml"/><Relationship Id="rId84" Type="http://schemas.openxmlformats.org/officeDocument/2006/relationships/customXml" Target="../ink/ink206.xml"/><Relationship Id="rId89" Type="http://schemas.openxmlformats.org/officeDocument/2006/relationships/image" Target="../media/image205.png"/><Relationship Id="rId16" Type="http://schemas.openxmlformats.org/officeDocument/2006/relationships/customXml" Target="../ink/ink172.xml"/><Relationship Id="rId11" Type="http://schemas.openxmlformats.org/officeDocument/2006/relationships/image" Target="../media/image166.png"/><Relationship Id="rId32" Type="http://schemas.openxmlformats.org/officeDocument/2006/relationships/customXml" Target="../ink/ink180.xml"/><Relationship Id="rId37" Type="http://schemas.openxmlformats.org/officeDocument/2006/relationships/image" Target="../media/image179.png"/><Relationship Id="rId53" Type="http://schemas.openxmlformats.org/officeDocument/2006/relationships/image" Target="../media/image187.png"/><Relationship Id="rId58" Type="http://schemas.openxmlformats.org/officeDocument/2006/relationships/customXml" Target="../ink/ink193.xml"/><Relationship Id="rId74" Type="http://schemas.openxmlformats.org/officeDocument/2006/relationships/customXml" Target="../ink/ink201.xml"/><Relationship Id="rId79" Type="http://schemas.openxmlformats.org/officeDocument/2006/relationships/image" Target="../media/image200.png"/><Relationship Id="rId5" Type="http://schemas.openxmlformats.org/officeDocument/2006/relationships/image" Target="../media/image163.png"/><Relationship Id="rId90" Type="http://schemas.openxmlformats.org/officeDocument/2006/relationships/customXml" Target="../ink/ink209.xml"/><Relationship Id="rId14" Type="http://schemas.openxmlformats.org/officeDocument/2006/relationships/customXml" Target="../ink/ink171.xml"/><Relationship Id="rId22" Type="http://schemas.openxmlformats.org/officeDocument/2006/relationships/customXml" Target="../ink/ink175.xml"/><Relationship Id="rId27" Type="http://schemas.openxmlformats.org/officeDocument/2006/relationships/image" Target="../media/image174.png"/><Relationship Id="rId30" Type="http://schemas.openxmlformats.org/officeDocument/2006/relationships/customXml" Target="../ink/ink179.xml"/><Relationship Id="rId35" Type="http://schemas.openxmlformats.org/officeDocument/2006/relationships/image" Target="../media/image178.png"/><Relationship Id="rId43" Type="http://schemas.openxmlformats.org/officeDocument/2006/relationships/image" Target="../media/image182.png"/><Relationship Id="rId48" Type="http://schemas.openxmlformats.org/officeDocument/2006/relationships/customXml" Target="../ink/ink188.xml"/><Relationship Id="rId56" Type="http://schemas.openxmlformats.org/officeDocument/2006/relationships/customXml" Target="../ink/ink192.xml"/><Relationship Id="rId64" Type="http://schemas.openxmlformats.org/officeDocument/2006/relationships/customXml" Target="../ink/ink196.xml"/><Relationship Id="rId69" Type="http://schemas.openxmlformats.org/officeDocument/2006/relationships/image" Target="../media/image195.png"/><Relationship Id="rId77" Type="http://schemas.openxmlformats.org/officeDocument/2006/relationships/image" Target="../media/image199.png"/><Relationship Id="rId8" Type="http://schemas.openxmlformats.org/officeDocument/2006/relationships/customXml" Target="../ink/ink168.xml"/><Relationship Id="rId51" Type="http://schemas.openxmlformats.org/officeDocument/2006/relationships/image" Target="../media/image186.png"/><Relationship Id="rId72" Type="http://schemas.openxmlformats.org/officeDocument/2006/relationships/customXml" Target="../ink/ink200.xml"/><Relationship Id="rId80" Type="http://schemas.openxmlformats.org/officeDocument/2006/relationships/customXml" Target="../ink/ink204.xml"/><Relationship Id="rId85" Type="http://schemas.openxmlformats.org/officeDocument/2006/relationships/image" Target="../media/image203.png"/><Relationship Id="rId3" Type="http://schemas.openxmlformats.org/officeDocument/2006/relationships/image" Target="../media/image162.png"/><Relationship Id="rId12" Type="http://schemas.openxmlformats.org/officeDocument/2006/relationships/customXml" Target="../ink/ink170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183.xml"/><Relationship Id="rId46" Type="http://schemas.openxmlformats.org/officeDocument/2006/relationships/customXml" Target="../ink/ink187.xml"/><Relationship Id="rId59" Type="http://schemas.openxmlformats.org/officeDocument/2006/relationships/image" Target="../media/image190.png"/><Relationship Id="rId67" Type="http://schemas.openxmlformats.org/officeDocument/2006/relationships/image" Target="../media/image194.png"/><Relationship Id="rId20" Type="http://schemas.openxmlformats.org/officeDocument/2006/relationships/customXml" Target="../ink/ink174.xml"/><Relationship Id="rId41" Type="http://schemas.openxmlformats.org/officeDocument/2006/relationships/image" Target="../media/image181.png"/><Relationship Id="rId54" Type="http://schemas.openxmlformats.org/officeDocument/2006/relationships/customXml" Target="../ink/ink191.xml"/><Relationship Id="rId62" Type="http://schemas.openxmlformats.org/officeDocument/2006/relationships/customXml" Target="../ink/ink195.xml"/><Relationship Id="rId70" Type="http://schemas.openxmlformats.org/officeDocument/2006/relationships/customXml" Target="../ink/ink199.xml"/><Relationship Id="rId75" Type="http://schemas.openxmlformats.org/officeDocument/2006/relationships/image" Target="../media/image198.png"/><Relationship Id="rId83" Type="http://schemas.openxmlformats.org/officeDocument/2006/relationships/image" Target="../media/image202.png"/><Relationship Id="rId88" Type="http://schemas.openxmlformats.org/officeDocument/2006/relationships/customXml" Target="../ink/ink208.xml"/><Relationship Id="rId91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7.xml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178.xml"/><Relationship Id="rId36" Type="http://schemas.openxmlformats.org/officeDocument/2006/relationships/customXml" Target="../ink/ink182.xml"/><Relationship Id="rId49" Type="http://schemas.openxmlformats.org/officeDocument/2006/relationships/image" Target="../media/image185.png"/><Relationship Id="rId57" Type="http://schemas.openxmlformats.org/officeDocument/2006/relationships/image" Target="../media/image189.png"/><Relationship Id="rId10" Type="http://schemas.openxmlformats.org/officeDocument/2006/relationships/customXml" Target="../ink/ink169.xml"/><Relationship Id="rId31" Type="http://schemas.openxmlformats.org/officeDocument/2006/relationships/image" Target="../media/image176.png"/><Relationship Id="rId44" Type="http://schemas.openxmlformats.org/officeDocument/2006/relationships/customXml" Target="../ink/ink186.xml"/><Relationship Id="rId52" Type="http://schemas.openxmlformats.org/officeDocument/2006/relationships/customXml" Target="../ink/ink190.xml"/><Relationship Id="rId60" Type="http://schemas.openxmlformats.org/officeDocument/2006/relationships/customXml" Target="../ink/ink194.xml"/><Relationship Id="rId65" Type="http://schemas.openxmlformats.org/officeDocument/2006/relationships/image" Target="../media/image193.png"/><Relationship Id="rId73" Type="http://schemas.openxmlformats.org/officeDocument/2006/relationships/image" Target="../media/image197.png"/><Relationship Id="rId78" Type="http://schemas.openxmlformats.org/officeDocument/2006/relationships/customXml" Target="../ink/ink203.xml"/><Relationship Id="rId81" Type="http://schemas.openxmlformats.org/officeDocument/2006/relationships/image" Target="../media/image201.png"/><Relationship Id="rId86" Type="http://schemas.openxmlformats.org/officeDocument/2006/relationships/customXml" Target="../ink/ink207.xml"/><Relationship Id="rId4" Type="http://schemas.openxmlformats.org/officeDocument/2006/relationships/customXml" Target="../ink/ink166.xml"/><Relationship Id="rId9" Type="http://schemas.openxmlformats.org/officeDocument/2006/relationships/image" Target="../media/image165.png"/><Relationship Id="rId13" Type="http://schemas.openxmlformats.org/officeDocument/2006/relationships/image" Target="../media/image167.png"/><Relationship Id="rId18" Type="http://schemas.openxmlformats.org/officeDocument/2006/relationships/customXml" Target="../ink/ink173.xml"/><Relationship Id="rId39" Type="http://schemas.openxmlformats.org/officeDocument/2006/relationships/image" Target="../media/image180.png"/><Relationship Id="rId34" Type="http://schemas.openxmlformats.org/officeDocument/2006/relationships/customXml" Target="../ink/ink181.xml"/><Relationship Id="rId50" Type="http://schemas.openxmlformats.org/officeDocument/2006/relationships/customXml" Target="../ink/ink189.xml"/><Relationship Id="rId55" Type="http://schemas.openxmlformats.org/officeDocument/2006/relationships/image" Target="../media/image188.png"/><Relationship Id="rId76" Type="http://schemas.openxmlformats.org/officeDocument/2006/relationships/customXml" Target="../ink/ink202.xml"/><Relationship Id="rId7" Type="http://schemas.openxmlformats.org/officeDocument/2006/relationships/image" Target="../media/image164.png"/><Relationship Id="rId71" Type="http://schemas.openxmlformats.org/officeDocument/2006/relationships/image" Target="../media/image196.png"/><Relationship Id="rId2" Type="http://schemas.openxmlformats.org/officeDocument/2006/relationships/customXml" Target="../ink/ink165.xml"/><Relationship Id="rId29" Type="http://schemas.openxmlformats.org/officeDocument/2006/relationships/image" Target="../media/image175.png"/><Relationship Id="rId24" Type="http://schemas.openxmlformats.org/officeDocument/2006/relationships/customXml" Target="../ink/ink176.xml"/><Relationship Id="rId40" Type="http://schemas.openxmlformats.org/officeDocument/2006/relationships/customXml" Target="../ink/ink184.xml"/><Relationship Id="rId45" Type="http://schemas.openxmlformats.org/officeDocument/2006/relationships/image" Target="../media/image183.png"/><Relationship Id="rId66" Type="http://schemas.openxmlformats.org/officeDocument/2006/relationships/customXml" Target="../ink/ink197.xml"/><Relationship Id="rId87" Type="http://schemas.openxmlformats.org/officeDocument/2006/relationships/image" Target="../media/image204.png"/><Relationship Id="rId61" Type="http://schemas.openxmlformats.org/officeDocument/2006/relationships/image" Target="../media/image191.png"/><Relationship Id="rId82" Type="http://schemas.openxmlformats.org/officeDocument/2006/relationships/customXml" Target="../ink/ink205.xml"/><Relationship Id="rId19" Type="http://schemas.openxmlformats.org/officeDocument/2006/relationships/image" Target="../media/image17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8.png"/><Relationship Id="rId117" Type="http://schemas.openxmlformats.org/officeDocument/2006/relationships/customXml" Target="../ink/ink267.xml"/><Relationship Id="rId21" Type="http://schemas.openxmlformats.org/officeDocument/2006/relationships/customXml" Target="../ink/ink219.xml"/><Relationship Id="rId42" Type="http://schemas.openxmlformats.org/officeDocument/2006/relationships/image" Target="../media/image226.png"/><Relationship Id="rId47" Type="http://schemas.openxmlformats.org/officeDocument/2006/relationships/customXml" Target="../ink/ink232.xml"/><Relationship Id="rId63" Type="http://schemas.openxmlformats.org/officeDocument/2006/relationships/customXml" Target="../ink/ink240.xml"/><Relationship Id="rId68" Type="http://schemas.openxmlformats.org/officeDocument/2006/relationships/image" Target="../media/image239.png"/><Relationship Id="rId84" Type="http://schemas.openxmlformats.org/officeDocument/2006/relationships/image" Target="../media/image246.png"/><Relationship Id="rId89" Type="http://schemas.openxmlformats.org/officeDocument/2006/relationships/customXml" Target="../ink/ink253.xml"/><Relationship Id="rId112" Type="http://schemas.openxmlformats.org/officeDocument/2006/relationships/image" Target="../media/image260.png"/><Relationship Id="rId16" Type="http://schemas.openxmlformats.org/officeDocument/2006/relationships/image" Target="../media/image213.png"/><Relationship Id="rId107" Type="http://schemas.openxmlformats.org/officeDocument/2006/relationships/customXml" Target="../ink/ink262.xml"/><Relationship Id="rId11" Type="http://schemas.openxmlformats.org/officeDocument/2006/relationships/customXml" Target="../ink/ink214.xml"/><Relationship Id="rId32" Type="http://schemas.openxmlformats.org/officeDocument/2006/relationships/image" Target="../media/image221.png"/><Relationship Id="rId37" Type="http://schemas.openxmlformats.org/officeDocument/2006/relationships/customXml" Target="../ink/ink227.xml"/><Relationship Id="rId53" Type="http://schemas.openxmlformats.org/officeDocument/2006/relationships/customXml" Target="../ink/ink235.xml"/><Relationship Id="rId58" Type="http://schemas.openxmlformats.org/officeDocument/2006/relationships/image" Target="../media/image234.png"/><Relationship Id="rId74" Type="http://schemas.openxmlformats.org/officeDocument/2006/relationships/image" Target="../media/image242.png"/><Relationship Id="rId79" Type="http://schemas.openxmlformats.org/officeDocument/2006/relationships/customXml" Target="../ink/ink248.xml"/><Relationship Id="rId102" Type="http://schemas.openxmlformats.org/officeDocument/2006/relationships/image" Target="../media/image255.png"/><Relationship Id="rId123" Type="http://schemas.openxmlformats.org/officeDocument/2006/relationships/customXml" Target="../ink/ink270.xml"/><Relationship Id="rId128" Type="http://schemas.openxmlformats.org/officeDocument/2006/relationships/image" Target="../media/image268.png"/><Relationship Id="rId5" Type="http://schemas.openxmlformats.org/officeDocument/2006/relationships/customXml" Target="../ink/ink211.xml"/><Relationship Id="rId90" Type="http://schemas.openxmlformats.org/officeDocument/2006/relationships/image" Target="../media/image249.png"/><Relationship Id="rId95" Type="http://schemas.openxmlformats.org/officeDocument/2006/relationships/customXml" Target="../ink/ink256.xml"/><Relationship Id="rId22" Type="http://schemas.openxmlformats.org/officeDocument/2006/relationships/image" Target="../media/image216.png"/><Relationship Id="rId27" Type="http://schemas.openxmlformats.org/officeDocument/2006/relationships/customXml" Target="../ink/ink222.xml"/><Relationship Id="rId43" Type="http://schemas.openxmlformats.org/officeDocument/2006/relationships/customXml" Target="../ink/ink230.xml"/><Relationship Id="rId48" Type="http://schemas.openxmlformats.org/officeDocument/2006/relationships/image" Target="../media/image229.png"/><Relationship Id="rId64" Type="http://schemas.openxmlformats.org/officeDocument/2006/relationships/image" Target="../media/image237.png"/><Relationship Id="rId69" Type="http://schemas.openxmlformats.org/officeDocument/2006/relationships/customXml" Target="../ink/ink243.xml"/><Relationship Id="rId113" Type="http://schemas.openxmlformats.org/officeDocument/2006/relationships/customXml" Target="../ink/ink265.xml"/><Relationship Id="rId118" Type="http://schemas.openxmlformats.org/officeDocument/2006/relationships/image" Target="../media/image263.png"/><Relationship Id="rId80" Type="http://schemas.openxmlformats.org/officeDocument/2006/relationships/image" Target="../media/image245.png"/><Relationship Id="rId85" Type="http://schemas.openxmlformats.org/officeDocument/2006/relationships/customXml" Target="../ink/ink251.xml"/><Relationship Id="rId12" Type="http://schemas.openxmlformats.org/officeDocument/2006/relationships/image" Target="../media/image211.png"/><Relationship Id="rId17" Type="http://schemas.openxmlformats.org/officeDocument/2006/relationships/customXml" Target="../ink/ink217.xml"/><Relationship Id="rId33" Type="http://schemas.openxmlformats.org/officeDocument/2006/relationships/customXml" Target="../ink/ink225.xml"/><Relationship Id="rId38" Type="http://schemas.openxmlformats.org/officeDocument/2006/relationships/image" Target="../media/image224.png"/><Relationship Id="rId59" Type="http://schemas.openxmlformats.org/officeDocument/2006/relationships/customXml" Target="../ink/ink238.xml"/><Relationship Id="rId103" Type="http://schemas.openxmlformats.org/officeDocument/2006/relationships/customXml" Target="../ink/ink260.xml"/><Relationship Id="rId108" Type="http://schemas.openxmlformats.org/officeDocument/2006/relationships/image" Target="../media/image258.png"/><Relationship Id="rId124" Type="http://schemas.openxmlformats.org/officeDocument/2006/relationships/image" Target="../media/image266.png"/><Relationship Id="rId54" Type="http://schemas.openxmlformats.org/officeDocument/2006/relationships/image" Target="../media/image232.png"/><Relationship Id="rId70" Type="http://schemas.openxmlformats.org/officeDocument/2006/relationships/image" Target="../media/image240.png"/><Relationship Id="rId75" Type="http://schemas.openxmlformats.org/officeDocument/2006/relationships/customXml" Target="../ink/ink246.xml"/><Relationship Id="rId91" Type="http://schemas.openxmlformats.org/officeDocument/2006/relationships/customXml" Target="../ink/ink254.xml"/><Relationship Id="rId96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png"/><Relationship Id="rId23" Type="http://schemas.openxmlformats.org/officeDocument/2006/relationships/customXml" Target="../ink/ink220.xml"/><Relationship Id="rId28" Type="http://schemas.openxmlformats.org/officeDocument/2006/relationships/image" Target="../media/image219.png"/><Relationship Id="rId49" Type="http://schemas.openxmlformats.org/officeDocument/2006/relationships/customXml" Target="../ink/ink233.xml"/><Relationship Id="rId114" Type="http://schemas.openxmlformats.org/officeDocument/2006/relationships/image" Target="../media/image261.png"/><Relationship Id="rId119" Type="http://schemas.openxmlformats.org/officeDocument/2006/relationships/customXml" Target="../ink/ink268.xml"/><Relationship Id="rId44" Type="http://schemas.openxmlformats.org/officeDocument/2006/relationships/image" Target="../media/image227.png"/><Relationship Id="rId60" Type="http://schemas.openxmlformats.org/officeDocument/2006/relationships/image" Target="../media/image235.png"/><Relationship Id="rId65" Type="http://schemas.openxmlformats.org/officeDocument/2006/relationships/customXml" Target="../ink/ink241.xml"/><Relationship Id="rId81" Type="http://schemas.openxmlformats.org/officeDocument/2006/relationships/customXml" Target="../ink/ink249.xml"/><Relationship Id="rId86" Type="http://schemas.openxmlformats.org/officeDocument/2006/relationships/image" Target="../media/image247.png"/><Relationship Id="rId13" Type="http://schemas.openxmlformats.org/officeDocument/2006/relationships/customXml" Target="../ink/ink215.xml"/><Relationship Id="rId18" Type="http://schemas.openxmlformats.org/officeDocument/2006/relationships/image" Target="../media/image214.png"/><Relationship Id="rId39" Type="http://schemas.openxmlformats.org/officeDocument/2006/relationships/customXml" Target="../ink/ink228.xml"/><Relationship Id="rId109" Type="http://schemas.openxmlformats.org/officeDocument/2006/relationships/customXml" Target="../ink/ink263.xml"/><Relationship Id="rId34" Type="http://schemas.openxmlformats.org/officeDocument/2006/relationships/image" Target="../media/image222.png"/><Relationship Id="rId50" Type="http://schemas.openxmlformats.org/officeDocument/2006/relationships/image" Target="../media/image230.png"/><Relationship Id="rId55" Type="http://schemas.openxmlformats.org/officeDocument/2006/relationships/customXml" Target="../ink/ink236.xml"/><Relationship Id="rId76" Type="http://schemas.openxmlformats.org/officeDocument/2006/relationships/image" Target="../media/image243.png"/><Relationship Id="rId97" Type="http://schemas.openxmlformats.org/officeDocument/2006/relationships/customXml" Target="../ink/ink257.xml"/><Relationship Id="rId104" Type="http://schemas.openxmlformats.org/officeDocument/2006/relationships/image" Target="../media/image256.png"/><Relationship Id="rId120" Type="http://schemas.openxmlformats.org/officeDocument/2006/relationships/image" Target="../media/image264.png"/><Relationship Id="rId125" Type="http://schemas.openxmlformats.org/officeDocument/2006/relationships/customXml" Target="../ink/ink271.xml"/><Relationship Id="rId7" Type="http://schemas.openxmlformats.org/officeDocument/2006/relationships/customXml" Target="../ink/ink212.xml"/><Relationship Id="rId71" Type="http://schemas.openxmlformats.org/officeDocument/2006/relationships/customXml" Target="../ink/ink244.xml"/><Relationship Id="rId92" Type="http://schemas.openxmlformats.org/officeDocument/2006/relationships/image" Target="../media/image250.png"/><Relationship Id="rId2" Type="http://schemas.openxmlformats.org/officeDocument/2006/relationships/image" Target="../media/image1.png"/><Relationship Id="rId29" Type="http://schemas.openxmlformats.org/officeDocument/2006/relationships/customXml" Target="../ink/ink223.xml"/><Relationship Id="rId24" Type="http://schemas.openxmlformats.org/officeDocument/2006/relationships/image" Target="../media/image217.png"/><Relationship Id="rId40" Type="http://schemas.openxmlformats.org/officeDocument/2006/relationships/image" Target="../media/image225.png"/><Relationship Id="rId45" Type="http://schemas.openxmlformats.org/officeDocument/2006/relationships/customXml" Target="../ink/ink231.xml"/><Relationship Id="rId66" Type="http://schemas.openxmlformats.org/officeDocument/2006/relationships/image" Target="../media/image238.png"/><Relationship Id="rId87" Type="http://schemas.openxmlformats.org/officeDocument/2006/relationships/customXml" Target="../ink/ink252.xml"/><Relationship Id="rId110" Type="http://schemas.openxmlformats.org/officeDocument/2006/relationships/image" Target="../media/image259.png"/><Relationship Id="rId115" Type="http://schemas.openxmlformats.org/officeDocument/2006/relationships/customXml" Target="../ink/ink266.xml"/><Relationship Id="rId61" Type="http://schemas.openxmlformats.org/officeDocument/2006/relationships/customXml" Target="../ink/ink239.xml"/><Relationship Id="rId82" Type="http://schemas.openxmlformats.org/officeDocument/2006/relationships/image" Target="../media/image15.png"/><Relationship Id="rId19" Type="http://schemas.openxmlformats.org/officeDocument/2006/relationships/customXml" Target="../ink/ink218.xml"/><Relationship Id="rId14" Type="http://schemas.openxmlformats.org/officeDocument/2006/relationships/image" Target="../media/image212.png"/><Relationship Id="rId30" Type="http://schemas.openxmlformats.org/officeDocument/2006/relationships/image" Target="../media/image220.png"/><Relationship Id="rId35" Type="http://schemas.openxmlformats.org/officeDocument/2006/relationships/customXml" Target="../ink/ink226.xml"/><Relationship Id="rId56" Type="http://schemas.openxmlformats.org/officeDocument/2006/relationships/image" Target="../media/image233.png"/><Relationship Id="rId77" Type="http://schemas.openxmlformats.org/officeDocument/2006/relationships/customXml" Target="../ink/ink247.xml"/><Relationship Id="rId100" Type="http://schemas.openxmlformats.org/officeDocument/2006/relationships/image" Target="../media/image254.png"/><Relationship Id="rId105" Type="http://schemas.openxmlformats.org/officeDocument/2006/relationships/customXml" Target="../ink/ink261.xml"/><Relationship Id="rId126" Type="http://schemas.openxmlformats.org/officeDocument/2006/relationships/image" Target="../media/image267.png"/><Relationship Id="rId8" Type="http://schemas.openxmlformats.org/officeDocument/2006/relationships/image" Target="../media/image209.png"/><Relationship Id="rId51" Type="http://schemas.openxmlformats.org/officeDocument/2006/relationships/customXml" Target="../ink/ink234.xml"/><Relationship Id="rId72" Type="http://schemas.openxmlformats.org/officeDocument/2006/relationships/image" Target="../media/image241.png"/><Relationship Id="rId93" Type="http://schemas.openxmlformats.org/officeDocument/2006/relationships/customXml" Target="../ink/ink255.xml"/><Relationship Id="rId98" Type="http://schemas.openxmlformats.org/officeDocument/2006/relationships/image" Target="../media/image253.png"/><Relationship Id="rId121" Type="http://schemas.openxmlformats.org/officeDocument/2006/relationships/customXml" Target="../ink/ink269.xml"/><Relationship Id="rId3" Type="http://schemas.openxmlformats.org/officeDocument/2006/relationships/customXml" Target="../ink/ink210.xml"/><Relationship Id="rId25" Type="http://schemas.openxmlformats.org/officeDocument/2006/relationships/customXml" Target="../ink/ink221.xml"/><Relationship Id="rId46" Type="http://schemas.openxmlformats.org/officeDocument/2006/relationships/image" Target="../media/image228.png"/><Relationship Id="rId67" Type="http://schemas.openxmlformats.org/officeDocument/2006/relationships/customXml" Target="../ink/ink242.xml"/><Relationship Id="rId116" Type="http://schemas.openxmlformats.org/officeDocument/2006/relationships/image" Target="../media/image262.png"/><Relationship Id="rId20" Type="http://schemas.openxmlformats.org/officeDocument/2006/relationships/image" Target="../media/image215.png"/><Relationship Id="rId41" Type="http://schemas.openxmlformats.org/officeDocument/2006/relationships/customXml" Target="../ink/ink229.xml"/><Relationship Id="rId62" Type="http://schemas.openxmlformats.org/officeDocument/2006/relationships/image" Target="../media/image236.png"/><Relationship Id="rId83" Type="http://schemas.openxmlformats.org/officeDocument/2006/relationships/customXml" Target="../ink/ink250.xml"/><Relationship Id="rId88" Type="http://schemas.openxmlformats.org/officeDocument/2006/relationships/image" Target="../media/image248.png"/><Relationship Id="rId111" Type="http://schemas.openxmlformats.org/officeDocument/2006/relationships/customXml" Target="../ink/ink264.xml"/><Relationship Id="rId15" Type="http://schemas.openxmlformats.org/officeDocument/2006/relationships/customXml" Target="../ink/ink216.xml"/><Relationship Id="rId36" Type="http://schemas.openxmlformats.org/officeDocument/2006/relationships/image" Target="../media/image223.png"/><Relationship Id="rId57" Type="http://schemas.openxmlformats.org/officeDocument/2006/relationships/customXml" Target="../ink/ink237.xml"/><Relationship Id="rId106" Type="http://schemas.openxmlformats.org/officeDocument/2006/relationships/image" Target="../media/image257.png"/><Relationship Id="rId127" Type="http://schemas.openxmlformats.org/officeDocument/2006/relationships/customXml" Target="../ink/ink272.xml"/><Relationship Id="rId10" Type="http://schemas.openxmlformats.org/officeDocument/2006/relationships/image" Target="../media/image210.png"/><Relationship Id="rId31" Type="http://schemas.openxmlformats.org/officeDocument/2006/relationships/customXml" Target="../ink/ink224.xml"/><Relationship Id="rId52" Type="http://schemas.openxmlformats.org/officeDocument/2006/relationships/image" Target="../media/image231.png"/><Relationship Id="rId73" Type="http://schemas.openxmlformats.org/officeDocument/2006/relationships/customXml" Target="../ink/ink245.xml"/><Relationship Id="rId78" Type="http://schemas.openxmlformats.org/officeDocument/2006/relationships/image" Target="../media/image244.png"/><Relationship Id="rId94" Type="http://schemas.openxmlformats.org/officeDocument/2006/relationships/image" Target="../media/image251.png"/><Relationship Id="rId99" Type="http://schemas.openxmlformats.org/officeDocument/2006/relationships/customXml" Target="../ink/ink258.xml"/><Relationship Id="rId101" Type="http://schemas.openxmlformats.org/officeDocument/2006/relationships/customXml" Target="../ink/ink259.xml"/><Relationship Id="rId122" Type="http://schemas.openxmlformats.org/officeDocument/2006/relationships/image" Target="../media/image265.png"/><Relationship Id="rId4" Type="http://schemas.openxmlformats.org/officeDocument/2006/relationships/image" Target="../media/image207.png"/><Relationship Id="rId9" Type="http://schemas.openxmlformats.org/officeDocument/2006/relationships/customXml" Target="../ink/ink21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5.xml"/><Relationship Id="rId21" Type="http://schemas.openxmlformats.org/officeDocument/2006/relationships/image" Target="../media/image276.png"/><Relationship Id="rId42" Type="http://schemas.openxmlformats.org/officeDocument/2006/relationships/customXml" Target="../ink/ink293.xml"/><Relationship Id="rId47" Type="http://schemas.openxmlformats.org/officeDocument/2006/relationships/image" Target="../media/image289.png"/><Relationship Id="rId63" Type="http://schemas.openxmlformats.org/officeDocument/2006/relationships/image" Target="../media/image297.png"/><Relationship Id="rId68" Type="http://schemas.openxmlformats.org/officeDocument/2006/relationships/image" Target="../media/image300.png"/><Relationship Id="rId7" Type="http://schemas.openxmlformats.org/officeDocument/2006/relationships/image" Target="../media/image269.png"/><Relationship Id="rId2" Type="http://schemas.openxmlformats.org/officeDocument/2006/relationships/image" Target="../media/image1.png"/><Relationship Id="rId16" Type="http://schemas.openxmlformats.org/officeDocument/2006/relationships/customXml" Target="../ink/ink280.xml"/><Relationship Id="rId29" Type="http://schemas.openxmlformats.org/officeDocument/2006/relationships/image" Target="../media/image280.png"/><Relationship Id="rId11" Type="http://schemas.openxmlformats.org/officeDocument/2006/relationships/customXml" Target="../ink/ink278.xml"/><Relationship Id="rId24" Type="http://schemas.openxmlformats.org/officeDocument/2006/relationships/customXml" Target="../ink/ink284.xml"/><Relationship Id="rId32" Type="http://schemas.openxmlformats.org/officeDocument/2006/relationships/customXml" Target="../ink/ink288.xml"/><Relationship Id="rId37" Type="http://schemas.openxmlformats.org/officeDocument/2006/relationships/image" Target="../media/image284.png"/><Relationship Id="rId40" Type="http://schemas.openxmlformats.org/officeDocument/2006/relationships/customXml" Target="../ink/ink292.xml"/><Relationship Id="rId45" Type="http://schemas.openxmlformats.org/officeDocument/2006/relationships/image" Target="../media/image288.png"/><Relationship Id="rId53" Type="http://schemas.openxmlformats.org/officeDocument/2006/relationships/image" Target="../media/image292.png"/><Relationship Id="rId58" Type="http://schemas.openxmlformats.org/officeDocument/2006/relationships/customXml" Target="../ink/ink301.xml"/><Relationship Id="rId66" Type="http://schemas.openxmlformats.org/officeDocument/2006/relationships/customXml" Target="../ink/ink305.xml"/><Relationship Id="rId5" Type="http://schemas.openxmlformats.org/officeDocument/2006/relationships/customXml" Target="../ink/ink274.xml"/><Relationship Id="rId61" Type="http://schemas.openxmlformats.org/officeDocument/2006/relationships/image" Target="../media/image296.png"/><Relationship Id="rId19" Type="http://schemas.openxmlformats.org/officeDocument/2006/relationships/image" Target="../media/image275.png"/><Relationship Id="rId14" Type="http://schemas.openxmlformats.org/officeDocument/2006/relationships/customXml" Target="../ink/ink279.xml"/><Relationship Id="rId22" Type="http://schemas.openxmlformats.org/officeDocument/2006/relationships/customXml" Target="../ink/ink283.xml"/><Relationship Id="rId27" Type="http://schemas.openxmlformats.org/officeDocument/2006/relationships/image" Target="../media/image279.png"/><Relationship Id="rId30" Type="http://schemas.openxmlformats.org/officeDocument/2006/relationships/customXml" Target="../ink/ink287.xml"/><Relationship Id="rId35" Type="http://schemas.openxmlformats.org/officeDocument/2006/relationships/image" Target="../media/image283.png"/><Relationship Id="rId43" Type="http://schemas.openxmlformats.org/officeDocument/2006/relationships/image" Target="../media/image287.png"/><Relationship Id="rId48" Type="http://schemas.openxmlformats.org/officeDocument/2006/relationships/customXml" Target="../ink/ink296.xml"/><Relationship Id="rId56" Type="http://schemas.openxmlformats.org/officeDocument/2006/relationships/customXml" Target="../ink/ink300.xml"/><Relationship Id="rId64" Type="http://schemas.openxmlformats.org/officeDocument/2006/relationships/customXml" Target="../ink/ink304.xml"/><Relationship Id="rId69" Type="http://schemas.openxmlformats.org/officeDocument/2006/relationships/customXml" Target="../ink/ink306.xml"/><Relationship Id="rId8" Type="http://schemas.openxmlformats.org/officeDocument/2006/relationships/customXml" Target="../ink/ink276.xml"/><Relationship Id="rId51" Type="http://schemas.openxmlformats.org/officeDocument/2006/relationships/image" Target="../media/image291.png"/><Relationship Id="rId3" Type="http://schemas.openxmlformats.org/officeDocument/2006/relationships/customXml" Target="../ink/ink273.xml"/><Relationship Id="rId12" Type="http://schemas.openxmlformats.org/officeDocument/2006/relationships/image" Target="../media/image271.png"/><Relationship Id="rId17" Type="http://schemas.openxmlformats.org/officeDocument/2006/relationships/image" Target="../media/image274.png"/><Relationship Id="rId25" Type="http://schemas.openxmlformats.org/officeDocument/2006/relationships/image" Target="../media/image278.png"/><Relationship Id="rId33" Type="http://schemas.openxmlformats.org/officeDocument/2006/relationships/image" Target="../media/image282.png"/><Relationship Id="rId38" Type="http://schemas.openxmlformats.org/officeDocument/2006/relationships/customXml" Target="../ink/ink291.xml"/><Relationship Id="rId46" Type="http://schemas.openxmlformats.org/officeDocument/2006/relationships/customXml" Target="../ink/ink295.xml"/><Relationship Id="rId59" Type="http://schemas.openxmlformats.org/officeDocument/2006/relationships/image" Target="../media/image295.png"/><Relationship Id="rId67" Type="http://schemas.openxmlformats.org/officeDocument/2006/relationships/image" Target="../media/image299.png"/><Relationship Id="rId20" Type="http://schemas.openxmlformats.org/officeDocument/2006/relationships/customXml" Target="../ink/ink282.xml"/><Relationship Id="rId41" Type="http://schemas.openxmlformats.org/officeDocument/2006/relationships/image" Target="../media/image286.png"/><Relationship Id="rId54" Type="http://schemas.openxmlformats.org/officeDocument/2006/relationships/customXml" Target="../ink/ink299.xml"/><Relationship Id="rId62" Type="http://schemas.openxmlformats.org/officeDocument/2006/relationships/customXml" Target="../ink/ink303.xml"/><Relationship Id="rId70" Type="http://schemas.openxmlformats.org/officeDocument/2006/relationships/image" Target="../media/image3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5.xml"/><Relationship Id="rId15" Type="http://schemas.openxmlformats.org/officeDocument/2006/relationships/image" Target="../media/image273.png"/><Relationship Id="rId23" Type="http://schemas.openxmlformats.org/officeDocument/2006/relationships/image" Target="../media/image277.png"/><Relationship Id="rId28" Type="http://schemas.openxmlformats.org/officeDocument/2006/relationships/customXml" Target="../ink/ink286.xml"/><Relationship Id="rId36" Type="http://schemas.openxmlformats.org/officeDocument/2006/relationships/customXml" Target="../ink/ink290.xml"/><Relationship Id="rId49" Type="http://schemas.openxmlformats.org/officeDocument/2006/relationships/image" Target="../media/image290.png"/><Relationship Id="rId57" Type="http://schemas.openxmlformats.org/officeDocument/2006/relationships/image" Target="../media/image294.png"/><Relationship Id="rId10" Type="http://schemas.openxmlformats.org/officeDocument/2006/relationships/customXml" Target="../ink/ink277.xml"/><Relationship Id="rId31" Type="http://schemas.openxmlformats.org/officeDocument/2006/relationships/image" Target="../media/image281.png"/><Relationship Id="rId44" Type="http://schemas.openxmlformats.org/officeDocument/2006/relationships/customXml" Target="../ink/ink294.xml"/><Relationship Id="rId52" Type="http://schemas.openxmlformats.org/officeDocument/2006/relationships/customXml" Target="../ink/ink298.xml"/><Relationship Id="rId60" Type="http://schemas.openxmlformats.org/officeDocument/2006/relationships/customXml" Target="../ink/ink302.xml"/><Relationship Id="rId65" Type="http://schemas.openxmlformats.org/officeDocument/2006/relationships/image" Target="../media/image298.png"/><Relationship Id="rId4" Type="http://schemas.openxmlformats.org/officeDocument/2006/relationships/image" Target="../media/image15.png"/><Relationship Id="rId9" Type="http://schemas.openxmlformats.org/officeDocument/2006/relationships/image" Target="../media/image270.png"/><Relationship Id="rId13" Type="http://schemas.openxmlformats.org/officeDocument/2006/relationships/image" Target="../media/image272.svg"/><Relationship Id="rId18" Type="http://schemas.openxmlformats.org/officeDocument/2006/relationships/customXml" Target="../ink/ink281.xml"/><Relationship Id="rId39" Type="http://schemas.openxmlformats.org/officeDocument/2006/relationships/image" Target="../media/image285.png"/><Relationship Id="rId34" Type="http://schemas.openxmlformats.org/officeDocument/2006/relationships/customXml" Target="../ink/ink289.xml"/><Relationship Id="rId50" Type="http://schemas.openxmlformats.org/officeDocument/2006/relationships/customXml" Target="../ink/ink297.xml"/><Relationship Id="rId55" Type="http://schemas.openxmlformats.org/officeDocument/2006/relationships/image" Target="../media/image29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7.xml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0.png"/><Relationship Id="rId4" Type="http://schemas.openxmlformats.org/officeDocument/2006/relationships/image" Target="../media/image30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3.png"/><Relationship Id="rId21" Type="http://schemas.openxmlformats.org/officeDocument/2006/relationships/customXml" Target="../ink/ink318.xml"/><Relationship Id="rId42" Type="http://schemas.openxmlformats.org/officeDocument/2006/relationships/image" Target="../media/image321.png"/><Relationship Id="rId47" Type="http://schemas.openxmlformats.org/officeDocument/2006/relationships/customXml" Target="../ink/ink331.xml"/><Relationship Id="rId63" Type="http://schemas.openxmlformats.org/officeDocument/2006/relationships/customXml" Target="../ink/ink339.xml"/><Relationship Id="rId68" Type="http://schemas.openxmlformats.org/officeDocument/2006/relationships/image" Target="../media/image334.png"/><Relationship Id="rId84" Type="http://schemas.openxmlformats.org/officeDocument/2006/relationships/image" Target="../media/image342.png"/><Relationship Id="rId89" Type="http://schemas.openxmlformats.org/officeDocument/2006/relationships/customXml" Target="../ink/ink352.xml"/><Relationship Id="rId112" Type="http://schemas.openxmlformats.org/officeDocument/2006/relationships/image" Target="../media/image356.png"/><Relationship Id="rId16" Type="http://schemas.openxmlformats.org/officeDocument/2006/relationships/image" Target="../media/image308.png"/><Relationship Id="rId107" Type="http://schemas.openxmlformats.org/officeDocument/2006/relationships/customXml" Target="../ink/ink361.xml"/><Relationship Id="rId11" Type="http://schemas.openxmlformats.org/officeDocument/2006/relationships/customXml" Target="../ink/ink313.xml"/><Relationship Id="rId32" Type="http://schemas.openxmlformats.org/officeDocument/2006/relationships/image" Target="../media/image316.png"/><Relationship Id="rId37" Type="http://schemas.openxmlformats.org/officeDocument/2006/relationships/customXml" Target="../ink/ink326.xml"/><Relationship Id="rId53" Type="http://schemas.openxmlformats.org/officeDocument/2006/relationships/customXml" Target="../ink/ink334.xml"/><Relationship Id="rId58" Type="http://schemas.openxmlformats.org/officeDocument/2006/relationships/image" Target="../media/image329.png"/><Relationship Id="rId74" Type="http://schemas.openxmlformats.org/officeDocument/2006/relationships/image" Target="../media/image337.png"/><Relationship Id="rId79" Type="http://schemas.openxmlformats.org/officeDocument/2006/relationships/customXml" Target="../ink/ink347.xml"/><Relationship Id="rId102" Type="http://schemas.openxmlformats.org/officeDocument/2006/relationships/image" Target="../media/image351.png"/><Relationship Id="rId5" Type="http://schemas.openxmlformats.org/officeDocument/2006/relationships/customXml" Target="../ink/ink309.xml"/><Relationship Id="rId90" Type="http://schemas.openxmlformats.org/officeDocument/2006/relationships/image" Target="../media/image345.png"/><Relationship Id="rId95" Type="http://schemas.openxmlformats.org/officeDocument/2006/relationships/customXml" Target="../ink/ink355.xml"/><Relationship Id="rId22" Type="http://schemas.openxmlformats.org/officeDocument/2006/relationships/image" Target="../media/image311.png"/><Relationship Id="rId27" Type="http://schemas.openxmlformats.org/officeDocument/2006/relationships/customXml" Target="../ink/ink321.xml"/><Relationship Id="rId43" Type="http://schemas.openxmlformats.org/officeDocument/2006/relationships/customXml" Target="../ink/ink329.xml"/><Relationship Id="rId48" Type="http://schemas.openxmlformats.org/officeDocument/2006/relationships/image" Target="../media/image324.png"/><Relationship Id="rId64" Type="http://schemas.openxmlformats.org/officeDocument/2006/relationships/image" Target="../media/image332.png"/><Relationship Id="rId69" Type="http://schemas.openxmlformats.org/officeDocument/2006/relationships/customXml" Target="../ink/ink342.xml"/><Relationship Id="rId113" Type="http://schemas.openxmlformats.org/officeDocument/2006/relationships/customXml" Target="../ink/ink364.xml"/><Relationship Id="rId80" Type="http://schemas.openxmlformats.org/officeDocument/2006/relationships/image" Target="../media/image340.png"/><Relationship Id="rId85" Type="http://schemas.openxmlformats.org/officeDocument/2006/relationships/customXml" Target="../ink/ink350.xml"/><Relationship Id="rId12" Type="http://schemas.openxmlformats.org/officeDocument/2006/relationships/image" Target="../media/image306.png"/><Relationship Id="rId17" Type="http://schemas.openxmlformats.org/officeDocument/2006/relationships/customXml" Target="../ink/ink316.xml"/><Relationship Id="rId33" Type="http://schemas.openxmlformats.org/officeDocument/2006/relationships/customXml" Target="../ink/ink324.xml"/><Relationship Id="rId38" Type="http://schemas.openxmlformats.org/officeDocument/2006/relationships/image" Target="../media/image319.png"/><Relationship Id="rId59" Type="http://schemas.openxmlformats.org/officeDocument/2006/relationships/customXml" Target="../ink/ink337.xml"/><Relationship Id="rId103" Type="http://schemas.openxmlformats.org/officeDocument/2006/relationships/customXml" Target="../ink/ink359.xml"/><Relationship Id="rId108" Type="http://schemas.openxmlformats.org/officeDocument/2006/relationships/image" Target="../media/image354.png"/><Relationship Id="rId54" Type="http://schemas.openxmlformats.org/officeDocument/2006/relationships/image" Target="../media/image327.png"/><Relationship Id="rId70" Type="http://schemas.openxmlformats.org/officeDocument/2006/relationships/image" Target="../media/image335.png"/><Relationship Id="rId75" Type="http://schemas.openxmlformats.org/officeDocument/2006/relationships/customXml" Target="../ink/ink345.xml"/><Relationship Id="rId91" Type="http://schemas.openxmlformats.org/officeDocument/2006/relationships/customXml" Target="../ink/ink353.xml"/><Relationship Id="rId96" Type="http://schemas.openxmlformats.org/officeDocument/2006/relationships/image" Target="../media/image34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0.xml"/><Relationship Id="rId15" Type="http://schemas.openxmlformats.org/officeDocument/2006/relationships/customXml" Target="../ink/ink315.xml"/><Relationship Id="rId23" Type="http://schemas.openxmlformats.org/officeDocument/2006/relationships/customXml" Target="../ink/ink319.xml"/><Relationship Id="rId28" Type="http://schemas.openxmlformats.org/officeDocument/2006/relationships/image" Target="../media/image314.png"/><Relationship Id="rId36" Type="http://schemas.openxmlformats.org/officeDocument/2006/relationships/image" Target="../media/image318.png"/><Relationship Id="rId49" Type="http://schemas.openxmlformats.org/officeDocument/2006/relationships/customXml" Target="../ink/ink332.xml"/><Relationship Id="rId57" Type="http://schemas.openxmlformats.org/officeDocument/2006/relationships/customXml" Target="../ink/ink336.xml"/><Relationship Id="rId106" Type="http://schemas.openxmlformats.org/officeDocument/2006/relationships/image" Target="../media/image353.png"/><Relationship Id="rId114" Type="http://schemas.openxmlformats.org/officeDocument/2006/relationships/image" Target="../media/image357.png"/><Relationship Id="rId10" Type="http://schemas.openxmlformats.org/officeDocument/2006/relationships/image" Target="../media/image305.png"/><Relationship Id="rId31" Type="http://schemas.openxmlformats.org/officeDocument/2006/relationships/customXml" Target="../ink/ink323.xml"/><Relationship Id="rId44" Type="http://schemas.openxmlformats.org/officeDocument/2006/relationships/image" Target="../media/image322.png"/><Relationship Id="rId52" Type="http://schemas.openxmlformats.org/officeDocument/2006/relationships/image" Target="../media/image326.png"/><Relationship Id="rId60" Type="http://schemas.openxmlformats.org/officeDocument/2006/relationships/image" Target="../media/image330.png"/><Relationship Id="rId65" Type="http://schemas.openxmlformats.org/officeDocument/2006/relationships/customXml" Target="../ink/ink340.xml"/><Relationship Id="rId73" Type="http://schemas.openxmlformats.org/officeDocument/2006/relationships/customXml" Target="../ink/ink344.xml"/><Relationship Id="rId78" Type="http://schemas.openxmlformats.org/officeDocument/2006/relationships/image" Target="../media/image339.png"/><Relationship Id="rId81" Type="http://schemas.openxmlformats.org/officeDocument/2006/relationships/customXml" Target="../ink/ink348.xml"/><Relationship Id="rId86" Type="http://schemas.openxmlformats.org/officeDocument/2006/relationships/image" Target="../media/image343.png"/><Relationship Id="rId94" Type="http://schemas.openxmlformats.org/officeDocument/2006/relationships/image" Target="../media/image347.png"/><Relationship Id="rId99" Type="http://schemas.openxmlformats.org/officeDocument/2006/relationships/customXml" Target="../ink/ink357.xml"/><Relationship Id="rId101" Type="http://schemas.openxmlformats.org/officeDocument/2006/relationships/customXml" Target="../ink/ink358.xml"/><Relationship Id="rId4" Type="http://schemas.openxmlformats.org/officeDocument/2006/relationships/image" Target="../media/image15.png"/><Relationship Id="rId9" Type="http://schemas.openxmlformats.org/officeDocument/2006/relationships/customXml" Target="../ink/ink312.xml"/><Relationship Id="rId13" Type="http://schemas.openxmlformats.org/officeDocument/2006/relationships/customXml" Target="../ink/ink314.xml"/><Relationship Id="rId18" Type="http://schemas.openxmlformats.org/officeDocument/2006/relationships/image" Target="../media/image309.png"/><Relationship Id="rId39" Type="http://schemas.openxmlformats.org/officeDocument/2006/relationships/customXml" Target="../ink/ink327.xml"/><Relationship Id="rId109" Type="http://schemas.openxmlformats.org/officeDocument/2006/relationships/customXml" Target="../ink/ink362.xml"/><Relationship Id="rId34" Type="http://schemas.openxmlformats.org/officeDocument/2006/relationships/image" Target="../media/image317.png"/><Relationship Id="rId50" Type="http://schemas.openxmlformats.org/officeDocument/2006/relationships/image" Target="../media/image325.png"/><Relationship Id="rId55" Type="http://schemas.openxmlformats.org/officeDocument/2006/relationships/customXml" Target="../ink/ink335.xml"/><Relationship Id="rId76" Type="http://schemas.openxmlformats.org/officeDocument/2006/relationships/image" Target="../media/image338.png"/><Relationship Id="rId97" Type="http://schemas.openxmlformats.org/officeDocument/2006/relationships/customXml" Target="../ink/ink356.xml"/><Relationship Id="rId104" Type="http://schemas.openxmlformats.org/officeDocument/2006/relationships/image" Target="../media/image352.png"/><Relationship Id="rId7" Type="http://schemas.openxmlformats.org/officeDocument/2006/relationships/customXml" Target="../ink/ink311.xml"/><Relationship Id="rId71" Type="http://schemas.openxmlformats.org/officeDocument/2006/relationships/customXml" Target="../ink/ink343.xml"/><Relationship Id="rId92" Type="http://schemas.openxmlformats.org/officeDocument/2006/relationships/image" Target="../media/image346.png"/><Relationship Id="rId2" Type="http://schemas.openxmlformats.org/officeDocument/2006/relationships/image" Target="../media/image1.png"/><Relationship Id="rId29" Type="http://schemas.openxmlformats.org/officeDocument/2006/relationships/customXml" Target="../ink/ink322.xml"/><Relationship Id="rId24" Type="http://schemas.openxmlformats.org/officeDocument/2006/relationships/image" Target="../media/image312.png"/><Relationship Id="rId40" Type="http://schemas.openxmlformats.org/officeDocument/2006/relationships/image" Target="../media/image320.png"/><Relationship Id="rId45" Type="http://schemas.openxmlformats.org/officeDocument/2006/relationships/customXml" Target="../ink/ink330.xml"/><Relationship Id="rId66" Type="http://schemas.openxmlformats.org/officeDocument/2006/relationships/image" Target="../media/image333.png"/><Relationship Id="rId87" Type="http://schemas.openxmlformats.org/officeDocument/2006/relationships/customXml" Target="../ink/ink351.xml"/><Relationship Id="rId110" Type="http://schemas.openxmlformats.org/officeDocument/2006/relationships/image" Target="../media/image355.png"/><Relationship Id="rId115" Type="http://schemas.openxmlformats.org/officeDocument/2006/relationships/customXml" Target="../ink/ink365.xml"/><Relationship Id="rId61" Type="http://schemas.openxmlformats.org/officeDocument/2006/relationships/customXml" Target="../ink/ink338.xml"/><Relationship Id="rId82" Type="http://schemas.openxmlformats.org/officeDocument/2006/relationships/image" Target="../media/image341.png"/><Relationship Id="rId19" Type="http://schemas.openxmlformats.org/officeDocument/2006/relationships/customXml" Target="../ink/ink317.xml"/><Relationship Id="rId14" Type="http://schemas.openxmlformats.org/officeDocument/2006/relationships/image" Target="../media/image307.png"/><Relationship Id="rId30" Type="http://schemas.openxmlformats.org/officeDocument/2006/relationships/image" Target="../media/image315.png"/><Relationship Id="rId35" Type="http://schemas.openxmlformats.org/officeDocument/2006/relationships/customXml" Target="../ink/ink325.xml"/><Relationship Id="rId56" Type="http://schemas.openxmlformats.org/officeDocument/2006/relationships/image" Target="../media/image328.png"/><Relationship Id="rId77" Type="http://schemas.openxmlformats.org/officeDocument/2006/relationships/customXml" Target="../ink/ink346.xml"/><Relationship Id="rId100" Type="http://schemas.openxmlformats.org/officeDocument/2006/relationships/image" Target="../media/image350.png"/><Relationship Id="rId105" Type="http://schemas.openxmlformats.org/officeDocument/2006/relationships/customXml" Target="../ink/ink360.xml"/><Relationship Id="rId8" Type="http://schemas.openxmlformats.org/officeDocument/2006/relationships/image" Target="../media/image304.png"/><Relationship Id="rId51" Type="http://schemas.openxmlformats.org/officeDocument/2006/relationships/customXml" Target="../ink/ink333.xml"/><Relationship Id="rId72" Type="http://schemas.openxmlformats.org/officeDocument/2006/relationships/image" Target="../media/image336.png"/><Relationship Id="rId93" Type="http://schemas.openxmlformats.org/officeDocument/2006/relationships/customXml" Target="../ink/ink354.xml"/><Relationship Id="rId98" Type="http://schemas.openxmlformats.org/officeDocument/2006/relationships/image" Target="../media/image349.png"/><Relationship Id="rId3" Type="http://schemas.openxmlformats.org/officeDocument/2006/relationships/customXml" Target="../ink/ink308.xml"/><Relationship Id="rId25" Type="http://schemas.openxmlformats.org/officeDocument/2006/relationships/customXml" Target="../ink/ink320.xml"/><Relationship Id="rId46" Type="http://schemas.openxmlformats.org/officeDocument/2006/relationships/image" Target="../media/image323.png"/><Relationship Id="rId67" Type="http://schemas.openxmlformats.org/officeDocument/2006/relationships/customXml" Target="../ink/ink341.xml"/><Relationship Id="rId116" Type="http://schemas.openxmlformats.org/officeDocument/2006/relationships/image" Target="../media/image358.png"/><Relationship Id="rId20" Type="http://schemas.openxmlformats.org/officeDocument/2006/relationships/image" Target="../media/image310.png"/><Relationship Id="rId41" Type="http://schemas.openxmlformats.org/officeDocument/2006/relationships/customXml" Target="../ink/ink328.xml"/><Relationship Id="rId62" Type="http://schemas.openxmlformats.org/officeDocument/2006/relationships/image" Target="../media/image331.png"/><Relationship Id="rId83" Type="http://schemas.openxmlformats.org/officeDocument/2006/relationships/customXml" Target="../ink/ink349.xml"/><Relationship Id="rId88" Type="http://schemas.openxmlformats.org/officeDocument/2006/relationships/image" Target="../media/image344.png"/><Relationship Id="rId111" Type="http://schemas.openxmlformats.org/officeDocument/2006/relationships/customXml" Target="../ink/ink363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8.xml"/><Relationship Id="rId21" Type="http://schemas.openxmlformats.org/officeDocument/2006/relationships/image" Target="../media/image368.png"/><Relationship Id="rId42" Type="http://schemas.openxmlformats.org/officeDocument/2006/relationships/customXml" Target="../ink/ink386.xml"/><Relationship Id="rId47" Type="http://schemas.openxmlformats.org/officeDocument/2006/relationships/image" Target="../media/image381.png"/><Relationship Id="rId63" Type="http://schemas.openxmlformats.org/officeDocument/2006/relationships/image" Target="../media/image389.png"/><Relationship Id="rId68" Type="http://schemas.openxmlformats.org/officeDocument/2006/relationships/customXml" Target="../ink/ink399.xml"/><Relationship Id="rId84" Type="http://schemas.openxmlformats.org/officeDocument/2006/relationships/customXml" Target="../ink/ink407.xml"/><Relationship Id="rId89" Type="http://schemas.openxmlformats.org/officeDocument/2006/relationships/image" Target="../media/image402.png"/><Relationship Id="rId16" Type="http://schemas.openxmlformats.org/officeDocument/2006/relationships/customXml" Target="../ink/ink373.xml"/><Relationship Id="rId11" Type="http://schemas.openxmlformats.org/officeDocument/2006/relationships/image" Target="../media/image363.png"/><Relationship Id="rId32" Type="http://schemas.openxmlformats.org/officeDocument/2006/relationships/customXml" Target="../ink/ink381.xml"/><Relationship Id="rId37" Type="http://schemas.openxmlformats.org/officeDocument/2006/relationships/image" Target="../media/image376.png"/><Relationship Id="rId53" Type="http://schemas.openxmlformats.org/officeDocument/2006/relationships/image" Target="../media/image384.png"/><Relationship Id="rId58" Type="http://schemas.openxmlformats.org/officeDocument/2006/relationships/customXml" Target="../ink/ink394.xml"/><Relationship Id="rId74" Type="http://schemas.openxmlformats.org/officeDocument/2006/relationships/customXml" Target="../ink/ink402.xml"/><Relationship Id="rId79" Type="http://schemas.openxmlformats.org/officeDocument/2006/relationships/image" Target="../media/image397.png"/><Relationship Id="rId102" Type="http://schemas.openxmlformats.org/officeDocument/2006/relationships/customXml" Target="../ink/ink416.xml"/><Relationship Id="rId5" Type="http://schemas.openxmlformats.org/officeDocument/2006/relationships/image" Target="../media/image360.png"/><Relationship Id="rId90" Type="http://schemas.openxmlformats.org/officeDocument/2006/relationships/customXml" Target="../ink/ink410.xml"/><Relationship Id="rId95" Type="http://schemas.openxmlformats.org/officeDocument/2006/relationships/image" Target="../media/image405.png"/><Relationship Id="rId22" Type="http://schemas.openxmlformats.org/officeDocument/2006/relationships/customXml" Target="../ink/ink376.xml"/><Relationship Id="rId27" Type="http://schemas.openxmlformats.org/officeDocument/2006/relationships/image" Target="../media/image371.png"/><Relationship Id="rId43" Type="http://schemas.openxmlformats.org/officeDocument/2006/relationships/image" Target="../media/image379.png"/><Relationship Id="rId48" Type="http://schemas.openxmlformats.org/officeDocument/2006/relationships/customXml" Target="../ink/ink389.xml"/><Relationship Id="rId64" Type="http://schemas.openxmlformats.org/officeDocument/2006/relationships/customXml" Target="../ink/ink397.xml"/><Relationship Id="rId69" Type="http://schemas.openxmlformats.org/officeDocument/2006/relationships/image" Target="../media/image392.png"/><Relationship Id="rId80" Type="http://schemas.openxmlformats.org/officeDocument/2006/relationships/customXml" Target="../ink/ink405.xml"/><Relationship Id="rId85" Type="http://schemas.openxmlformats.org/officeDocument/2006/relationships/image" Target="../media/image400.png"/><Relationship Id="rId12" Type="http://schemas.openxmlformats.org/officeDocument/2006/relationships/customXml" Target="../ink/ink371.xml"/><Relationship Id="rId17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customXml" Target="../ink/ink384.xml"/><Relationship Id="rId59" Type="http://schemas.openxmlformats.org/officeDocument/2006/relationships/image" Target="../media/image387.png"/><Relationship Id="rId103" Type="http://schemas.openxmlformats.org/officeDocument/2006/relationships/image" Target="../media/image409.png"/><Relationship Id="rId20" Type="http://schemas.openxmlformats.org/officeDocument/2006/relationships/customXml" Target="../ink/ink375.xml"/><Relationship Id="rId41" Type="http://schemas.openxmlformats.org/officeDocument/2006/relationships/image" Target="../media/image378.png"/><Relationship Id="rId54" Type="http://schemas.openxmlformats.org/officeDocument/2006/relationships/customXml" Target="../ink/ink392.xml"/><Relationship Id="rId62" Type="http://schemas.openxmlformats.org/officeDocument/2006/relationships/customXml" Target="../ink/ink396.xml"/><Relationship Id="rId70" Type="http://schemas.openxmlformats.org/officeDocument/2006/relationships/customXml" Target="../ink/ink400.xml"/><Relationship Id="rId75" Type="http://schemas.openxmlformats.org/officeDocument/2006/relationships/image" Target="../media/image395.png"/><Relationship Id="rId83" Type="http://schemas.openxmlformats.org/officeDocument/2006/relationships/image" Target="../media/image399.png"/><Relationship Id="rId88" Type="http://schemas.openxmlformats.org/officeDocument/2006/relationships/customXml" Target="../ink/ink409.xml"/><Relationship Id="rId91" Type="http://schemas.openxmlformats.org/officeDocument/2006/relationships/image" Target="../media/image403.png"/><Relationship Id="rId96" Type="http://schemas.openxmlformats.org/officeDocument/2006/relationships/customXml" Target="../ink/ink4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8.xml"/><Relationship Id="rId15" Type="http://schemas.openxmlformats.org/officeDocument/2006/relationships/image" Target="../media/image365.png"/><Relationship Id="rId23" Type="http://schemas.openxmlformats.org/officeDocument/2006/relationships/image" Target="../media/image369.png"/><Relationship Id="rId28" Type="http://schemas.openxmlformats.org/officeDocument/2006/relationships/customXml" Target="../ink/ink379.xml"/><Relationship Id="rId36" Type="http://schemas.openxmlformats.org/officeDocument/2006/relationships/customXml" Target="../ink/ink383.xml"/><Relationship Id="rId49" Type="http://schemas.openxmlformats.org/officeDocument/2006/relationships/image" Target="../media/image382.png"/><Relationship Id="rId57" Type="http://schemas.openxmlformats.org/officeDocument/2006/relationships/image" Target="../media/image386.png"/><Relationship Id="rId10" Type="http://schemas.openxmlformats.org/officeDocument/2006/relationships/customXml" Target="../ink/ink370.xml"/><Relationship Id="rId31" Type="http://schemas.openxmlformats.org/officeDocument/2006/relationships/image" Target="../media/image373.png"/><Relationship Id="rId44" Type="http://schemas.openxmlformats.org/officeDocument/2006/relationships/customXml" Target="../ink/ink387.xml"/><Relationship Id="rId52" Type="http://schemas.openxmlformats.org/officeDocument/2006/relationships/customXml" Target="../ink/ink391.xml"/><Relationship Id="rId60" Type="http://schemas.openxmlformats.org/officeDocument/2006/relationships/customXml" Target="../ink/ink395.xml"/><Relationship Id="rId65" Type="http://schemas.openxmlformats.org/officeDocument/2006/relationships/image" Target="../media/image390.png"/><Relationship Id="rId73" Type="http://schemas.openxmlformats.org/officeDocument/2006/relationships/image" Target="../media/image394.png"/><Relationship Id="rId78" Type="http://schemas.openxmlformats.org/officeDocument/2006/relationships/customXml" Target="../ink/ink404.xml"/><Relationship Id="rId81" Type="http://schemas.openxmlformats.org/officeDocument/2006/relationships/image" Target="../media/image398.png"/><Relationship Id="rId86" Type="http://schemas.openxmlformats.org/officeDocument/2006/relationships/customXml" Target="../ink/ink408.xml"/><Relationship Id="rId94" Type="http://schemas.openxmlformats.org/officeDocument/2006/relationships/customXml" Target="../ink/ink412.xml"/><Relationship Id="rId99" Type="http://schemas.openxmlformats.org/officeDocument/2006/relationships/image" Target="../media/image407.png"/><Relationship Id="rId101" Type="http://schemas.openxmlformats.org/officeDocument/2006/relationships/image" Target="../media/image408.png"/><Relationship Id="rId4" Type="http://schemas.openxmlformats.org/officeDocument/2006/relationships/customXml" Target="../ink/ink367.xml"/><Relationship Id="rId9" Type="http://schemas.openxmlformats.org/officeDocument/2006/relationships/image" Target="../media/image362.png"/><Relationship Id="rId13" Type="http://schemas.openxmlformats.org/officeDocument/2006/relationships/image" Target="../media/image364.png"/><Relationship Id="rId18" Type="http://schemas.openxmlformats.org/officeDocument/2006/relationships/customXml" Target="../ink/ink374.xml"/><Relationship Id="rId39" Type="http://schemas.openxmlformats.org/officeDocument/2006/relationships/image" Target="../media/image377.png"/><Relationship Id="rId34" Type="http://schemas.openxmlformats.org/officeDocument/2006/relationships/customXml" Target="../ink/ink382.xml"/><Relationship Id="rId50" Type="http://schemas.openxmlformats.org/officeDocument/2006/relationships/customXml" Target="../ink/ink390.xml"/><Relationship Id="rId55" Type="http://schemas.openxmlformats.org/officeDocument/2006/relationships/image" Target="../media/image385.png"/><Relationship Id="rId76" Type="http://schemas.openxmlformats.org/officeDocument/2006/relationships/customXml" Target="../ink/ink403.xml"/><Relationship Id="rId97" Type="http://schemas.openxmlformats.org/officeDocument/2006/relationships/image" Target="../media/image406.png"/><Relationship Id="rId104" Type="http://schemas.openxmlformats.org/officeDocument/2006/relationships/customXml" Target="../ink/ink417.xml"/><Relationship Id="rId7" Type="http://schemas.openxmlformats.org/officeDocument/2006/relationships/image" Target="../media/image361.png"/><Relationship Id="rId71" Type="http://schemas.openxmlformats.org/officeDocument/2006/relationships/image" Target="../media/image393.png"/><Relationship Id="rId92" Type="http://schemas.openxmlformats.org/officeDocument/2006/relationships/customXml" Target="../ink/ink411.xml"/><Relationship Id="rId2" Type="http://schemas.openxmlformats.org/officeDocument/2006/relationships/customXml" Target="../ink/ink366.xml"/><Relationship Id="rId29" Type="http://schemas.openxmlformats.org/officeDocument/2006/relationships/image" Target="../media/image372.png"/><Relationship Id="rId24" Type="http://schemas.openxmlformats.org/officeDocument/2006/relationships/customXml" Target="../ink/ink377.xml"/><Relationship Id="rId40" Type="http://schemas.openxmlformats.org/officeDocument/2006/relationships/customXml" Target="../ink/ink385.xml"/><Relationship Id="rId45" Type="http://schemas.openxmlformats.org/officeDocument/2006/relationships/image" Target="../media/image380.png"/><Relationship Id="rId66" Type="http://schemas.openxmlformats.org/officeDocument/2006/relationships/customXml" Target="../ink/ink398.xml"/><Relationship Id="rId87" Type="http://schemas.openxmlformats.org/officeDocument/2006/relationships/image" Target="../media/image401.png"/><Relationship Id="rId61" Type="http://schemas.openxmlformats.org/officeDocument/2006/relationships/image" Target="../media/image388.png"/><Relationship Id="rId82" Type="http://schemas.openxmlformats.org/officeDocument/2006/relationships/customXml" Target="../ink/ink406.xml"/><Relationship Id="rId19" Type="http://schemas.openxmlformats.org/officeDocument/2006/relationships/image" Target="../media/image367.png"/><Relationship Id="rId14" Type="http://schemas.openxmlformats.org/officeDocument/2006/relationships/customXml" Target="../ink/ink372.xml"/><Relationship Id="rId30" Type="http://schemas.openxmlformats.org/officeDocument/2006/relationships/customXml" Target="../ink/ink380.xml"/><Relationship Id="rId35" Type="http://schemas.openxmlformats.org/officeDocument/2006/relationships/image" Target="../media/image375.png"/><Relationship Id="rId56" Type="http://schemas.openxmlformats.org/officeDocument/2006/relationships/customXml" Target="../ink/ink393.xml"/><Relationship Id="rId77" Type="http://schemas.openxmlformats.org/officeDocument/2006/relationships/image" Target="../media/image396.png"/><Relationship Id="rId100" Type="http://schemas.openxmlformats.org/officeDocument/2006/relationships/customXml" Target="../ink/ink415.xml"/><Relationship Id="rId105" Type="http://schemas.openxmlformats.org/officeDocument/2006/relationships/image" Target="../media/image410.png"/><Relationship Id="rId8" Type="http://schemas.openxmlformats.org/officeDocument/2006/relationships/customXml" Target="../ink/ink369.xml"/><Relationship Id="rId51" Type="http://schemas.openxmlformats.org/officeDocument/2006/relationships/image" Target="../media/image383.png"/><Relationship Id="rId72" Type="http://schemas.openxmlformats.org/officeDocument/2006/relationships/customXml" Target="../ink/ink401.xml"/><Relationship Id="rId93" Type="http://schemas.openxmlformats.org/officeDocument/2006/relationships/image" Target="../media/image404.png"/><Relationship Id="rId98" Type="http://schemas.openxmlformats.org/officeDocument/2006/relationships/customXml" Target="../ink/ink414.xml"/><Relationship Id="rId3" Type="http://schemas.openxmlformats.org/officeDocument/2006/relationships/image" Target="../media/image359.png"/><Relationship Id="rId25" Type="http://schemas.openxmlformats.org/officeDocument/2006/relationships/image" Target="../media/image370.png"/><Relationship Id="rId46" Type="http://schemas.openxmlformats.org/officeDocument/2006/relationships/customXml" Target="../ink/ink388.xml"/><Relationship Id="rId67" Type="http://schemas.openxmlformats.org/officeDocument/2006/relationships/image" Target="../media/image39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8.png"/><Relationship Id="rId21" Type="http://schemas.openxmlformats.org/officeDocument/2006/relationships/image" Target="../media/image420.png"/><Relationship Id="rId42" Type="http://schemas.openxmlformats.org/officeDocument/2006/relationships/customXml" Target="../ink/ink438.xml"/><Relationship Id="rId63" Type="http://schemas.openxmlformats.org/officeDocument/2006/relationships/image" Target="../media/image441.png"/><Relationship Id="rId84" Type="http://schemas.openxmlformats.org/officeDocument/2006/relationships/customXml" Target="../ink/ink459.xml"/><Relationship Id="rId16" Type="http://schemas.openxmlformats.org/officeDocument/2006/relationships/customXml" Target="../ink/ink425.xml"/><Relationship Id="rId107" Type="http://schemas.openxmlformats.org/officeDocument/2006/relationships/image" Target="../media/image463.png"/><Relationship Id="rId11" Type="http://schemas.openxmlformats.org/officeDocument/2006/relationships/image" Target="../media/image415.png"/><Relationship Id="rId32" Type="http://schemas.openxmlformats.org/officeDocument/2006/relationships/customXml" Target="../ink/ink433.xml"/><Relationship Id="rId37" Type="http://schemas.openxmlformats.org/officeDocument/2006/relationships/image" Target="../media/image428.png"/><Relationship Id="rId53" Type="http://schemas.openxmlformats.org/officeDocument/2006/relationships/image" Target="../media/image436.png"/><Relationship Id="rId58" Type="http://schemas.openxmlformats.org/officeDocument/2006/relationships/customXml" Target="../ink/ink446.xml"/><Relationship Id="rId74" Type="http://schemas.openxmlformats.org/officeDocument/2006/relationships/customXml" Target="../ink/ink454.xml"/><Relationship Id="rId79" Type="http://schemas.openxmlformats.org/officeDocument/2006/relationships/image" Target="../media/image449.png"/><Relationship Id="rId102" Type="http://schemas.openxmlformats.org/officeDocument/2006/relationships/customXml" Target="../ink/ink468.xml"/><Relationship Id="rId123" Type="http://schemas.openxmlformats.org/officeDocument/2006/relationships/image" Target="../media/image471.png"/><Relationship Id="rId128" Type="http://schemas.openxmlformats.org/officeDocument/2006/relationships/customXml" Target="../ink/ink481.xml"/><Relationship Id="rId5" Type="http://schemas.openxmlformats.org/officeDocument/2006/relationships/image" Target="../media/image412.png"/><Relationship Id="rId90" Type="http://schemas.openxmlformats.org/officeDocument/2006/relationships/customXml" Target="../ink/ink462.xml"/><Relationship Id="rId95" Type="http://schemas.openxmlformats.org/officeDocument/2006/relationships/image" Target="../media/image457.png"/><Relationship Id="rId22" Type="http://schemas.openxmlformats.org/officeDocument/2006/relationships/customXml" Target="../ink/ink428.xml"/><Relationship Id="rId27" Type="http://schemas.openxmlformats.org/officeDocument/2006/relationships/image" Target="../media/image423.png"/><Relationship Id="rId43" Type="http://schemas.openxmlformats.org/officeDocument/2006/relationships/image" Target="../media/image431.png"/><Relationship Id="rId48" Type="http://schemas.openxmlformats.org/officeDocument/2006/relationships/customXml" Target="../ink/ink441.xml"/><Relationship Id="rId64" Type="http://schemas.openxmlformats.org/officeDocument/2006/relationships/customXml" Target="../ink/ink449.xml"/><Relationship Id="rId69" Type="http://schemas.openxmlformats.org/officeDocument/2006/relationships/image" Target="../media/image444.png"/><Relationship Id="rId113" Type="http://schemas.openxmlformats.org/officeDocument/2006/relationships/image" Target="../media/image466.png"/><Relationship Id="rId118" Type="http://schemas.openxmlformats.org/officeDocument/2006/relationships/customXml" Target="../ink/ink476.xml"/><Relationship Id="rId80" Type="http://schemas.openxmlformats.org/officeDocument/2006/relationships/customXml" Target="../ink/ink457.xml"/><Relationship Id="rId85" Type="http://schemas.openxmlformats.org/officeDocument/2006/relationships/image" Target="../media/image452.png"/><Relationship Id="rId12" Type="http://schemas.openxmlformats.org/officeDocument/2006/relationships/customXml" Target="../ink/ink423.xml"/><Relationship Id="rId17" Type="http://schemas.openxmlformats.org/officeDocument/2006/relationships/image" Target="../media/image418.png"/><Relationship Id="rId33" Type="http://schemas.openxmlformats.org/officeDocument/2006/relationships/image" Target="../media/image426.png"/><Relationship Id="rId38" Type="http://schemas.openxmlformats.org/officeDocument/2006/relationships/customXml" Target="../ink/ink436.xml"/><Relationship Id="rId59" Type="http://schemas.openxmlformats.org/officeDocument/2006/relationships/image" Target="../media/image439.png"/><Relationship Id="rId103" Type="http://schemas.openxmlformats.org/officeDocument/2006/relationships/image" Target="../media/image461.png"/><Relationship Id="rId108" Type="http://schemas.openxmlformats.org/officeDocument/2006/relationships/customXml" Target="../ink/ink471.xml"/><Relationship Id="rId124" Type="http://schemas.openxmlformats.org/officeDocument/2006/relationships/customXml" Target="../ink/ink479.xml"/><Relationship Id="rId129" Type="http://schemas.openxmlformats.org/officeDocument/2006/relationships/image" Target="../media/image474.png"/><Relationship Id="rId54" Type="http://schemas.openxmlformats.org/officeDocument/2006/relationships/customXml" Target="../ink/ink444.xml"/><Relationship Id="rId70" Type="http://schemas.openxmlformats.org/officeDocument/2006/relationships/customXml" Target="../ink/ink452.xml"/><Relationship Id="rId75" Type="http://schemas.openxmlformats.org/officeDocument/2006/relationships/image" Target="../media/image447.png"/><Relationship Id="rId91" Type="http://schemas.openxmlformats.org/officeDocument/2006/relationships/image" Target="../media/image455.png"/><Relationship Id="rId96" Type="http://schemas.openxmlformats.org/officeDocument/2006/relationships/customXml" Target="../ink/ink46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0.xml"/><Relationship Id="rId23" Type="http://schemas.openxmlformats.org/officeDocument/2006/relationships/image" Target="../media/image421.png"/><Relationship Id="rId28" Type="http://schemas.openxmlformats.org/officeDocument/2006/relationships/customXml" Target="../ink/ink431.xml"/><Relationship Id="rId49" Type="http://schemas.openxmlformats.org/officeDocument/2006/relationships/image" Target="../media/image434.png"/><Relationship Id="rId114" Type="http://schemas.openxmlformats.org/officeDocument/2006/relationships/customXml" Target="../ink/ink474.xml"/><Relationship Id="rId119" Type="http://schemas.openxmlformats.org/officeDocument/2006/relationships/image" Target="../media/image469.png"/><Relationship Id="rId44" Type="http://schemas.openxmlformats.org/officeDocument/2006/relationships/customXml" Target="../ink/ink439.xml"/><Relationship Id="rId60" Type="http://schemas.openxmlformats.org/officeDocument/2006/relationships/customXml" Target="../ink/ink447.xml"/><Relationship Id="rId65" Type="http://schemas.openxmlformats.org/officeDocument/2006/relationships/image" Target="../media/image442.png"/><Relationship Id="rId81" Type="http://schemas.openxmlformats.org/officeDocument/2006/relationships/image" Target="../media/image450.png"/><Relationship Id="rId86" Type="http://schemas.openxmlformats.org/officeDocument/2006/relationships/customXml" Target="../ink/ink460.xml"/><Relationship Id="rId130" Type="http://schemas.openxmlformats.org/officeDocument/2006/relationships/customXml" Target="../ink/ink482.xml"/><Relationship Id="rId13" Type="http://schemas.openxmlformats.org/officeDocument/2006/relationships/image" Target="../media/image416.png"/><Relationship Id="rId18" Type="http://schemas.openxmlformats.org/officeDocument/2006/relationships/customXml" Target="../ink/ink426.xml"/><Relationship Id="rId39" Type="http://schemas.openxmlformats.org/officeDocument/2006/relationships/image" Target="../media/image429.png"/><Relationship Id="rId109" Type="http://schemas.openxmlformats.org/officeDocument/2006/relationships/image" Target="../media/image464.png"/><Relationship Id="rId34" Type="http://schemas.openxmlformats.org/officeDocument/2006/relationships/customXml" Target="../ink/ink434.xml"/><Relationship Id="rId50" Type="http://schemas.openxmlformats.org/officeDocument/2006/relationships/customXml" Target="../ink/ink442.xml"/><Relationship Id="rId55" Type="http://schemas.openxmlformats.org/officeDocument/2006/relationships/image" Target="../media/image437.png"/><Relationship Id="rId76" Type="http://schemas.openxmlformats.org/officeDocument/2006/relationships/customXml" Target="../ink/ink455.xml"/><Relationship Id="rId97" Type="http://schemas.openxmlformats.org/officeDocument/2006/relationships/image" Target="../media/image458.png"/><Relationship Id="rId104" Type="http://schemas.openxmlformats.org/officeDocument/2006/relationships/customXml" Target="../ink/ink469.xml"/><Relationship Id="rId120" Type="http://schemas.openxmlformats.org/officeDocument/2006/relationships/customXml" Target="../ink/ink477.xml"/><Relationship Id="rId125" Type="http://schemas.openxmlformats.org/officeDocument/2006/relationships/image" Target="../media/image472.png"/><Relationship Id="rId7" Type="http://schemas.openxmlformats.org/officeDocument/2006/relationships/image" Target="../media/image413.png"/><Relationship Id="rId71" Type="http://schemas.openxmlformats.org/officeDocument/2006/relationships/image" Target="../media/image445.png"/><Relationship Id="rId92" Type="http://schemas.openxmlformats.org/officeDocument/2006/relationships/customXml" Target="../ink/ink463.xml"/><Relationship Id="rId2" Type="http://schemas.openxmlformats.org/officeDocument/2006/relationships/customXml" Target="../ink/ink418.xml"/><Relationship Id="rId29" Type="http://schemas.openxmlformats.org/officeDocument/2006/relationships/image" Target="../media/image424.png"/><Relationship Id="rId24" Type="http://schemas.openxmlformats.org/officeDocument/2006/relationships/customXml" Target="../ink/ink429.xml"/><Relationship Id="rId40" Type="http://schemas.openxmlformats.org/officeDocument/2006/relationships/customXml" Target="../ink/ink437.xml"/><Relationship Id="rId45" Type="http://schemas.openxmlformats.org/officeDocument/2006/relationships/image" Target="../media/image432.png"/><Relationship Id="rId66" Type="http://schemas.openxmlformats.org/officeDocument/2006/relationships/customXml" Target="../ink/ink450.xml"/><Relationship Id="rId87" Type="http://schemas.openxmlformats.org/officeDocument/2006/relationships/image" Target="../media/image453.png"/><Relationship Id="rId110" Type="http://schemas.openxmlformats.org/officeDocument/2006/relationships/customXml" Target="../ink/ink472.xml"/><Relationship Id="rId115" Type="http://schemas.openxmlformats.org/officeDocument/2006/relationships/image" Target="../media/image467.png"/><Relationship Id="rId131" Type="http://schemas.openxmlformats.org/officeDocument/2006/relationships/image" Target="../media/image475.png"/><Relationship Id="rId61" Type="http://schemas.openxmlformats.org/officeDocument/2006/relationships/image" Target="../media/image440.png"/><Relationship Id="rId82" Type="http://schemas.openxmlformats.org/officeDocument/2006/relationships/customXml" Target="../ink/ink458.xml"/><Relationship Id="rId19" Type="http://schemas.openxmlformats.org/officeDocument/2006/relationships/image" Target="../media/image419.png"/><Relationship Id="rId14" Type="http://schemas.openxmlformats.org/officeDocument/2006/relationships/customXml" Target="../ink/ink424.xml"/><Relationship Id="rId30" Type="http://schemas.openxmlformats.org/officeDocument/2006/relationships/customXml" Target="../ink/ink432.xml"/><Relationship Id="rId35" Type="http://schemas.openxmlformats.org/officeDocument/2006/relationships/image" Target="../media/image427.png"/><Relationship Id="rId56" Type="http://schemas.openxmlformats.org/officeDocument/2006/relationships/customXml" Target="../ink/ink445.xml"/><Relationship Id="rId77" Type="http://schemas.openxmlformats.org/officeDocument/2006/relationships/image" Target="../media/image448.png"/><Relationship Id="rId100" Type="http://schemas.openxmlformats.org/officeDocument/2006/relationships/customXml" Target="../ink/ink467.xml"/><Relationship Id="rId105" Type="http://schemas.openxmlformats.org/officeDocument/2006/relationships/image" Target="../media/image462.png"/><Relationship Id="rId126" Type="http://schemas.openxmlformats.org/officeDocument/2006/relationships/customXml" Target="../ink/ink480.xml"/><Relationship Id="rId8" Type="http://schemas.openxmlformats.org/officeDocument/2006/relationships/customXml" Target="../ink/ink421.xml"/><Relationship Id="rId51" Type="http://schemas.openxmlformats.org/officeDocument/2006/relationships/image" Target="../media/image435.png"/><Relationship Id="rId72" Type="http://schemas.openxmlformats.org/officeDocument/2006/relationships/customXml" Target="../ink/ink453.xml"/><Relationship Id="rId93" Type="http://schemas.openxmlformats.org/officeDocument/2006/relationships/image" Target="../media/image456.png"/><Relationship Id="rId98" Type="http://schemas.openxmlformats.org/officeDocument/2006/relationships/customXml" Target="../ink/ink466.xml"/><Relationship Id="rId121" Type="http://schemas.openxmlformats.org/officeDocument/2006/relationships/image" Target="../media/image470.png"/><Relationship Id="rId3" Type="http://schemas.openxmlformats.org/officeDocument/2006/relationships/image" Target="../media/image411.png"/><Relationship Id="rId25" Type="http://schemas.openxmlformats.org/officeDocument/2006/relationships/image" Target="../media/image422.png"/><Relationship Id="rId46" Type="http://schemas.openxmlformats.org/officeDocument/2006/relationships/customXml" Target="../ink/ink440.xml"/><Relationship Id="rId67" Type="http://schemas.openxmlformats.org/officeDocument/2006/relationships/image" Target="../media/image443.png"/><Relationship Id="rId116" Type="http://schemas.openxmlformats.org/officeDocument/2006/relationships/customXml" Target="../ink/ink475.xml"/><Relationship Id="rId20" Type="http://schemas.openxmlformats.org/officeDocument/2006/relationships/customXml" Target="../ink/ink427.xml"/><Relationship Id="rId41" Type="http://schemas.openxmlformats.org/officeDocument/2006/relationships/image" Target="../media/image430.png"/><Relationship Id="rId62" Type="http://schemas.openxmlformats.org/officeDocument/2006/relationships/customXml" Target="../ink/ink448.xml"/><Relationship Id="rId83" Type="http://schemas.openxmlformats.org/officeDocument/2006/relationships/image" Target="../media/image451.png"/><Relationship Id="rId88" Type="http://schemas.openxmlformats.org/officeDocument/2006/relationships/customXml" Target="../ink/ink461.xml"/><Relationship Id="rId111" Type="http://schemas.openxmlformats.org/officeDocument/2006/relationships/image" Target="../media/image465.png"/><Relationship Id="rId132" Type="http://schemas.openxmlformats.org/officeDocument/2006/relationships/image" Target="../media/image476.png"/><Relationship Id="rId15" Type="http://schemas.openxmlformats.org/officeDocument/2006/relationships/image" Target="../media/image417.png"/><Relationship Id="rId36" Type="http://schemas.openxmlformats.org/officeDocument/2006/relationships/customXml" Target="../ink/ink435.xml"/><Relationship Id="rId57" Type="http://schemas.openxmlformats.org/officeDocument/2006/relationships/image" Target="../media/image438.png"/><Relationship Id="rId106" Type="http://schemas.openxmlformats.org/officeDocument/2006/relationships/customXml" Target="../ink/ink470.xml"/><Relationship Id="rId127" Type="http://schemas.openxmlformats.org/officeDocument/2006/relationships/image" Target="../media/image473.png"/><Relationship Id="rId10" Type="http://schemas.openxmlformats.org/officeDocument/2006/relationships/customXml" Target="../ink/ink422.xml"/><Relationship Id="rId31" Type="http://schemas.openxmlformats.org/officeDocument/2006/relationships/image" Target="../media/image425.png"/><Relationship Id="rId52" Type="http://schemas.openxmlformats.org/officeDocument/2006/relationships/customXml" Target="../ink/ink443.xml"/><Relationship Id="rId73" Type="http://schemas.openxmlformats.org/officeDocument/2006/relationships/image" Target="../media/image446.png"/><Relationship Id="rId78" Type="http://schemas.openxmlformats.org/officeDocument/2006/relationships/customXml" Target="../ink/ink456.xml"/><Relationship Id="rId94" Type="http://schemas.openxmlformats.org/officeDocument/2006/relationships/customXml" Target="../ink/ink464.xml"/><Relationship Id="rId99" Type="http://schemas.openxmlformats.org/officeDocument/2006/relationships/image" Target="../media/image459.png"/><Relationship Id="rId101" Type="http://schemas.openxmlformats.org/officeDocument/2006/relationships/image" Target="../media/image460.png"/><Relationship Id="rId122" Type="http://schemas.openxmlformats.org/officeDocument/2006/relationships/customXml" Target="../ink/ink478.xml"/><Relationship Id="rId4" Type="http://schemas.openxmlformats.org/officeDocument/2006/relationships/customXml" Target="../ink/ink419.xml"/><Relationship Id="rId9" Type="http://schemas.openxmlformats.org/officeDocument/2006/relationships/image" Target="../media/image414.png"/><Relationship Id="rId26" Type="http://schemas.openxmlformats.org/officeDocument/2006/relationships/customXml" Target="../ink/ink430.xml"/><Relationship Id="rId47" Type="http://schemas.openxmlformats.org/officeDocument/2006/relationships/image" Target="../media/image433.png"/><Relationship Id="rId68" Type="http://schemas.openxmlformats.org/officeDocument/2006/relationships/customXml" Target="../ink/ink451.xml"/><Relationship Id="rId89" Type="http://schemas.openxmlformats.org/officeDocument/2006/relationships/image" Target="../media/image454.png"/><Relationship Id="rId112" Type="http://schemas.openxmlformats.org/officeDocument/2006/relationships/customXml" Target="../ink/ink473.xml"/><Relationship Id="rId133" Type="http://schemas.openxmlformats.org/officeDocument/2006/relationships/image" Target="../media/image477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8.xml"/><Relationship Id="rId18" Type="http://schemas.openxmlformats.org/officeDocument/2006/relationships/image" Target="../media/image485.png"/><Relationship Id="rId26" Type="http://schemas.openxmlformats.org/officeDocument/2006/relationships/image" Target="../media/image489.png"/><Relationship Id="rId39" Type="http://schemas.openxmlformats.org/officeDocument/2006/relationships/customXml" Target="../ink/ink501.xml"/><Relationship Id="rId21" Type="http://schemas.openxmlformats.org/officeDocument/2006/relationships/customXml" Target="../ink/ink492.xml"/><Relationship Id="rId34" Type="http://schemas.openxmlformats.org/officeDocument/2006/relationships/image" Target="../media/image493.png"/><Relationship Id="rId42" Type="http://schemas.openxmlformats.org/officeDocument/2006/relationships/image" Target="../media/image497.png"/><Relationship Id="rId47" Type="http://schemas.openxmlformats.org/officeDocument/2006/relationships/customXml" Target="../ink/ink505.xml"/><Relationship Id="rId50" Type="http://schemas.openxmlformats.org/officeDocument/2006/relationships/image" Target="../media/image501.png"/><Relationship Id="rId55" Type="http://schemas.openxmlformats.org/officeDocument/2006/relationships/customXml" Target="../ink/ink509.xml"/><Relationship Id="rId7" Type="http://schemas.openxmlformats.org/officeDocument/2006/relationships/customXml" Target="../ink/ink485.xml"/><Relationship Id="rId2" Type="http://schemas.openxmlformats.org/officeDocument/2006/relationships/image" Target="../media/image1.png"/><Relationship Id="rId16" Type="http://schemas.openxmlformats.org/officeDocument/2006/relationships/image" Target="../media/image484.png"/><Relationship Id="rId29" Type="http://schemas.openxmlformats.org/officeDocument/2006/relationships/customXml" Target="../ink/ink496.xml"/><Relationship Id="rId11" Type="http://schemas.openxmlformats.org/officeDocument/2006/relationships/customXml" Target="../ink/ink487.xml"/><Relationship Id="rId24" Type="http://schemas.openxmlformats.org/officeDocument/2006/relationships/image" Target="../media/image488.png"/><Relationship Id="rId32" Type="http://schemas.openxmlformats.org/officeDocument/2006/relationships/image" Target="../media/image492.png"/><Relationship Id="rId37" Type="http://schemas.openxmlformats.org/officeDocument/2006/relationships/customXml" Target="../ink/ink500.xml"/><Relationship Id="rId40" Type="http://schemas.openxmlformats.org/officeDocument/2006/relationships/image" Target="../media/image496.png"/><Relationship Id="rId45" Type="http://schemas.openxmlformats.org/officeDocument/2006/relationships/customXml" Target="../ink/ink504.xml"/><Relationship Id="rId53" Type="http://schemas.openxmlformats.org/officeDocument/2006/relationships/customXml" Target="../ink/ink508.xml"/><Relationship Id="rId58" Type="http://schemas.openxmlformats.org/officeDocument/2006/relationships/image" Target="../media/image505.png"/><Relationship Id="rId5" Type="http://schemas.openxmlformats.org/officeDocument/2006/relationships/customXml" Target="../ink/ink484.xml"/><Relationship Id="rId61" Type="http://schemas.openxmlformats.org/officeDocument/2006/relationships/customXml" Target="../ink/ink512.xml"/><Relationship Id="rId19" Type="http://schemas.openxmlformats.org/officeDocument/2006/relationships/customXml" Target="../ink/ink491.xml"/><Relationship Id="rId14" Type="http://schemas.openxmlformats.org/officeDocument/2006/relationships/image" Target="../media/image483.png"/><Relationship Id="rId22" Type="http://schemas.openxmlformats.org/officeDocument/2006/relationships/image" Target="../media/image487.png"/><Relationship Id="rId27" Type="http://schemas.openxmlformats.org/officeDocument/2006/relationships/customXml" Target="../ink/ink495.xml"/><Relationship Id="rId30" Type="http://schemas.openxmlformats.org/officeDocument/2006/relationships/image" Target="../media/image491.png"/><Relationship Id="rId35" Type="http://schemas.openxmlformats.org/officeDocument/2006/relationships/customXml" Target="../ink/ink499.xml"/><Relationship Id="rId43" Type="http://schemas.openxmlformats.org/officeDocument/2006/relationships/customXml" Target="../ink/ink503.xml"/><Relationship Id="rId48" Type="http://schemas.openxmlformats.org/officeDocument/2006/relationships/image" Target="../media/image500.png"/><Relationship Id="rId56" Type="http://schemas.openxmlformats.org/officeDocument/2006/relationships/image" Target="../media/image504.png"/><Relationship Id="rId8" Type="http://schemas.openxmlformats.org/officeDocument/2006/relationships/image" Target="../media/image480.png"/><Relationship Id="rId51" Type="http://schemas.openxmlformats.org/officeDocument/2006/relationships/customXml" Target="../ink/ink507.xml"/><Relationship Id="rId3" Type="http://schemas.openxmlformats.org/officeDocument/2006/relationships/customXml" Target="../ink/ink483.xml"/><Relationship Id="rId12" Type="http://schemas.openxmlformats.org/officeDocument/2006/relationships/image" Target="../media/image482.png"/><Relationship Id="rId17" Type="http://schemas.openxmlformats.org/officeDocument/2006/relationships/customXml" Target="../ink/ink490.xml"/><Relationship Id="rId25" Type="http://schemas.openxmlformats.org/officeDocument/2006/relationships/customXml" Target="../ink/ink494.xml"/><Relationship Id="rId33" Type="http://schemas.openxmlformats.org/officeDocument/2006/relationships/customXml" Target="../ink/ink498.xml"/><Relationship Id="rId38" Type="http://schemas.openxmlformats.org/officeDocument/2006/relationships/image" Target="../media/image495.png"/><Relationship Id="rId46" Type="http://schemas.openxmlformats.org/officeDocument/2006/relationships/image" Target="../media/image499.png"/><Relationship Id="rId59" Type="http://schemas.openxmlformats.org/officeDocument/2006/relationships/customXml" Target="../ink/ink511.xml"/><Relationship Id="rId20" Type="http://schemas.openxmlformats.org/officeDocument/2006/relationships/image" Target="../media/image486.png"/><Relationship Id="rId41" Type="http://schemas.openxmlformats.org/officeDocument/2006/relationships/customXml" Target="../ink/ink502.xml"/><Relationship Id="rId54" Type="http://schemas.openxmlformats.org/officeDocument/2006/relationships/image" Target="../media/image503.png"/><Relationship Id="rId62" Type="http://schemas.openxmlformats.org/officeDocument/2006/relationships/image" Target="../media/image5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9.png"/><Relationship Id="rId15" Type="http://schemas.openxmlformats.org/officeDocument/2006/relationships/customXml" Target="../ink/ink489.xml"/><Relationship Id="rId23" Type="http://schemas.openxmlformats.org/officeDocument/2006/relationships/customXml" Target="../ink/ink493.xml"/><Relationship Id="rId28" Type="http://schemas.openxmlformats.org/officeDocument/2006/relationships/image" Target="../media/image490.png"/><Relationship Id="rId36" Type="http://schemas.openxmlformats.org/officeDocument/2006/relationships/image" Target="../media/image494.png"/><Relationship Id="rId49" Type="http://schemas.openxmlformats.org/officeDocument/2006/relationships/customXml" Target="../ink/ink506.xml"/><Relationship Id="rId57" Type="http://schemas.openxmlformats.org/officeDocument/2006/relationships/customXml" Target="../ink/ink510.xml"/><Relationship Id="rId10" Type="http://schemas.openxmlformats.org/officeDocument/2006/relationships/image" Target="../media/image481.png"/><Relationship Id="rId31" Type="http://schemas.openxmlformats.org/officeDocument/2006/relationships/customXml" Target="../ink/ink497.xml"/><Relationship Id="rId44" Type="http://schemas.openxmlformats.org/officeDocument/2006/relationships/image" Target="../media/image498.png"/><Relationship Id="rId52" Type="http://schemas.openxmlformats.org/officeDocument/2006/relationships/image" Target="../media/image502.png"/><Relationship Id="rId60" Type="http://schemas.openxmlformats.org/officeDocument/2006/relationships/image" Target="../media/image506.png"/><Relationship Id="rId4" Type="http://schemas.openxmlformats.org/officeDocument/2006/relationships/image" Target="../media/image478.png"/><Relationship Id="rId9" Type="http://schemas.openxmlformats.org/officeDocument/2006/relationships/customXml" Target="../ink/ink4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B5DD6E-98AB-43B5-954E-4D242BAC0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93" y="0"/>
            <a:ext cx="9028590" cy="67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9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40A73C-C1EC-4EFB-9DFB-B123F0E62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6" t="21877" r="-1726" b="69320"/>
          <a:stretch/>
        </p:blipFill>
        <p:spPr>
          <a:xfrm>
            <a:off x="890778" y="463326"/>
            <a:ext cx="10312841" cy="1210395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FA69122F-BAC5-4920-BE06-3AF2FE70B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951272"/>
              </p:ext>
            </p:extLst>
          </p:nvPr>
        </p:nvGraphicFramePr>
        <p:xfrm>
          <a:off x="890778" y="1870311"/>
          <a:ext cx="434704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409">
                  <a:extLst>
                    <a:ext uri="{9D8B030D-6E8A-4147-A177-3AD203B41FA5}">
                      <a16:colId xmlns:a16="http://schemas.microsoft.com/office/drawing/2014/main" val="282193626"/>
                    </a:ext>
                  </a:extLst>
                </a:gridCol>
                <a:gridCol w="869409">
                  <a:extLst>
                    <a:ext uri="{9D8B030D-6E8A-4147-A177-3AD203B41FA5}">
                      <a16:colId xmlns:a16="http://schemas.microsoft.com/office/drawing/2014/main" val="3653139549"/>
                    </a:ext>
                  </a:extLst>
                </a:gridCol>
                <a:gridCol w="869409">
                  <a:extLst>
                    <a:ext uri="{9D8B030D-6E8A-4147-A177-3AD203B41FA5}">
                      <a16:colId xmlns:a16="http://schemas.microsoft.com/office/drawing/2014/main" val="1216206347"/>
                    </a:ext>
                  </a:extLst>
                </a:gridCol>
                <a:gridCol w="869409">
                  <a:extLst>
                    <a:ext uri="{9D8B030D-6E8A-4147-A177-3AD203B41FA5}">
                      <a16:colId xmlns:a16="http://schemas.microsoft.com/office/drawing/2014/main" val="3560814531"/>
                    </a:ext>
                  </a:extLst>
                </a:gridCol>
                <a:gridCol w="869409">
                  <a:extLst>
                    <a:ext uri="{9D8B030D-6E8A-4147-A177-3AD203B41FA5}">
                      <a16:colId xmlns:a16="http://schemas.microsoft.com/office/drawing/2014/main" val="949608622"/>
                    </a:ext>
                  </a:extLst>
                </a:gridCol>
              </a:tblGrid>
              <a:tr h="5035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 (A=B)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 (A&gt;B)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C0 (A&lt;B)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138024"/>
                  </a:ext>
                </a:extLst>
              </a:tr>
              <a:tr h="35200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828039"/>
                  </a:ext>
                </a:extLst>
              </a:tr>
              <a:tr h="35200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67779"/>
                  </a:ext>
                </a:extLst>
              </a:tr>
              <a:tr h="35200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86785"/>
                  </a:ext>
                </a:extLst>
              </a:tr>
              <a:tr h="35200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782233"/>
                  </a:ext>
                </a:extLst>
              </a:tr>
            </a:tbl>
          </a:graphicData>
        </a:graphic>
      </p:graphicFrame>
      <p:grpSp>
        <p:nvGrpSpPr>
          <p:cNvPr id="93" name="Group 92">
            <a:extLst>
              <a:ext uri="{FF2B5EF4-FFF2-40B4-BE49-F238E27FC236}">
                <a16:creationId xmlns:a16="http://schemas.microsoft.com/office/drawing/2014/main" id="{5FC03BB6-B0F2-4662-8B18-A809C5D12C50}"/>
              </a:ext>
            </a:extLst>
          </p:cNvPr>
          <p:cNvGrpSpPr/>
          <p:nvPr/>
        </p:nvGrpSpPr>
        <p:grpSpPr>
          <a:xfrm>
            <a:off x="5865634" y="2033193"/>
            <a:ext cx="2980080" cy="864360"/>
            <a:chOff x="5865634" y="2033193"/>
            <a:chExt cx="2980080" cy="86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EE8D9E9-4918-46E0-B0C2-D88CBC948AC7}"/>
                    </a:ext>
                  </a:extLst>
                </p14:cNvPr>
                <p14:cNvContentPartPr/>
                <p14:nvPr/>
              </p14:nvContentPartPr>
              <p14:xfrm>
                <a:off x="5865634" y="2248113"/>
                <a:ext cx="555840" cy="407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EE8D9E9-4918-46E0-B0C2-D88CBC948AC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61314" y="2243793"/>
                  <a:ext cx="5644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A310CE4-5CB3-47CA-B3B1-7F739814B271}"/>
                    </a:ext>
                  </a:extLst>
                </p14:cNvPr>
                <p14:cNvContentPartPr/>
                <p14:nvPr/>
              </p14:nvContentPartPr>
              <p14:xfrm>
                <a:off x="6471514" y="2490753"/>
                <a:ext cx="413280" cy="240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A310CE4-5CB3-47CA-B3B1-7F739814B2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67194" y="2486433"/>
                  <a:ext cx="421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2C32B2-D6E6-4CDB-BF95-3C38F267E41D}"/>
                    </a:ext>
                  </a:extLst>
                </p14:cNvPr>
                <p14:cNvContentPartPr/>
                <p14:nvPr/>
              </p14:nvContentPartPr>
              <p14:xfrm>
                <a:off x="7003954" y="2407953"/>
                <a:ext cx="187920" cy="69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2C32B2-D6E6-4CDB-BF95-3C38F267E4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99634" y="2403633"/>
                  <a:ext cx="196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87B873-9875-4D84-B997-A243825D20C6}"/>
                    </a:ext>
                  </a:extLst>
                </p14:cNvPr>
                <p14:cNvContentPartPr/>
                <p14:nvPr/>
              </p14:nvContentPartPr>
              <p14:xfrm>
                <a:off x="7057594" y="2465553"/>
                <a:ext cx="168120" cy="64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87B873-9875-4D84-B997-A243825D20C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3274" y="2461233"/>
                  <a:ext cx="176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38AD6AC-08B3-4A49-8F1F-365336DB98FB}"/>
                    </a:ext>
                  </a:extLst>
                </p14:cNvPr>
                <p14:cNvContentPartPr/>
                <p14:nvPr/>
              </p14:nvContentPartPr>
              <p14:xfrm>
                <a:off x="7590394" y="2041473"/>
                <a:ext cx="115920" cy="731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38AD6AC-08B3-4A49-8F1F-365336DB98F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86074" y="2037153"/>
                  <a:ext cx="12456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95CA66B-756D-4042-965B-325CB5C074D9}"/>
                    </a:ext>
                  </a:extLst>
                </p14:cNvPr>
                <p14:cNvContentPartPr/>
                <p14:nvPr/>
              </p14:nvContentPartPr>
              <p14:xfrm>
                <a:off x="7669954" y="2094753"/>
                <a:ext cx="133920" cy="666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95CA66B-756D-4042-965B-325CB5C074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65634" y="2090433"/>
                  <a:ext cx="14256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940ABF9-283A-41F4-B039-A71B34FDBD80}"/>
                    </a:ext>
                  </a:extLst>
                </p14:cNvPr>
                <p14:cNvContentPartPr/>
                <p14:nvPr/>
              </p14:nvContentPartPr>
              <p14:xfrm>
                <a:off x="7625674" y="2502993"/>
                <a:ext cx="183960" cy="23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940ABF9-283A-41F4-B039-A71B34FDBD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21354" y="2498673"/>
                  <a:ext cx="192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B9A3D5-C383-4146-89DA-9E146B293831}"/>
                    </a:ext>
                  </a:extLst>
                </p14:cNvPr>
                <p14:cNvContentPartPr/>
                <p14:nvPr/>
              </p14:nvContentPartPr>
              <p14:xfrm>
                <a:off x="7383754" y="2033193"/>
                <a:ext cx="155520" cy="864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B9A3D5-C383-4146-89DA-9E146B2938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79434" y="2028873"/>
                  <a:ext cx="16416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EC10E7-1B17-4653-92AD-EC7544689455}"/>
                    </a:ext>
                  </a:extLst>
                </p14:cNvPr>
                <p14:cNvContentPartPr/>
                <p14:nvPr/>
              </p14:nvContentPartPr>
              <p14:xfrm>
                <a:off x="7926994" y="2290233"/>
                <a:ext cx="98640" cy="410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EC10E7-1B17-4653-92AD-EC75446894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22674" y="2285913"/>
                  <a:ext cx="1072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666E0C-DE8F-44DA-AAD4-5D4D1C12730B}"/>
                    </a:ext>
                  </a:extLst>
                </p14:cNvPr>
                <p14:cNvContentPartPr/>
                <p14:nvPr/>
              </p14:nvContentPartPr>
              <p14:xfrm>
                <a:off x="7909714" y="2489673"/>
                <a:ext cx="354600" cy="58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666E0C-DE8F-44DA-AAD4-5D4D1C1273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05394" y="2485353"/>
                  <a:ext cx="363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99DD42-41FD-4EBE-B6BA-EE636A243EA7}"/>
                    </a:ext>
                  </a:extLst>
                </p14:cNvPr>
                <p14:cNvContentPartPr/>
                <p14:nvPr/>
              </p14:nvContentPartPr>
              <p14:xfrm>
                <a:off x="8335954" y="2094753"/>
                <a:ext cx="18000" cy="414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99DD42-41FD-4EBE-B6BA-EE636A243EA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31634" y="2090433"/>
                  <a:ext cx="266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252DBC7-3749-4011-B871-43A817FEA758}"/>
                    </a:ext>
                  </a:extLst>
                </p14:cNvPr>
                <p14:cNvContentPartPr/>
                <p14:nvPr/>
              </p14:nvContentPartPr>
              <p14:xfrm>
                <a:off x="8271154" y="2106993"/>
                <a:ext cx="574560" cy="695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252DBC7-3749-4011-B871-43A817FEA7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66834" y="2102673"/>
                  <a:ext cx="583200" cy="70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046E792-AA49-4FC5-9369-BBF545F84B2D}"/>
                  </a:ext>
                </a:extLst>
              </p14:cNvPr>
              <p14:cNvContentPartPr/>
              <p14:nvPr/>
            </p14:nvContentPartPr>
            <p14:xfrm>
              <a:off x="8842114" y="2023833"/>
              <a:ext cx="249480" cy="9208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046E792-AA49-4FC5-9369-BBF545F84B2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37794" y="2019513"/>
                <a:ext cx="258120" cy="9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2EF37D9-DBAB-42EC-82EB-B5A45545EDD2}"/>
                  </a:ext>
                </a:extLst>
              </p14:cNvPr>
              <p14:cNvContentPartPr/>
              <p14:nvPr/>
            </p14:nvContentPartPr>
            <p14:xfrm>
              <a:off x="9214714" y="2743113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2EF37D9-DBAB-42EC-82EB-B5A45545EDD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10394" y="273879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69D0994-666E-4C0D-A509-E6DE14294B32}"/>
                  </a:ext>
                </a:extLst>
              </p14:cNvPr>
              <p14:cNvContentPartPr/>
              <p14:nvPr/>
            </p14:nvContentPartPr>
            <p14:xfrm>
              <a:off x="9502354" y="2131473"/>
              <a:ext cx="352800" cy="7297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69D0994-666E-4C0D-A509-E6DE14294B3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98034" y="2127153"/>
                <a:ext cx="361440" cy="73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11B6C73-D354-4C9C-A2C6-FCCD8BFD9C65}"/>
              </a:ext>
            </a:extLst>
          </p:cNvPr>
          <p:cNvGrpSpPr/>
          <p:nvPr/>
        </p:nvGrpSpPr>
        <p:grpSpPr>
          <a:xfrm>
            <a:off x="9889714" y="1961553"/>
            <a:ext cx="1759320" cy="1156680"/>
            <a:chOff x="9889714" y="1961553"/>
            <a:chExt cx="1759320" cy="11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13989F2-AC38-4232-850E-9CFEFD9690C7}"/>
                    </a:ext>
                  </a:extLst>
                </p14:cNvPr>
                <p14:cNvContentPartPr/>
                <p14:nvPr/>
              </p14:nvContentPartPr>
              <p14:xfrm>
                <a:off x="9978274" y="2254953"/>
                <a:ext cx="108720" cy="626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13989F2-AC38-4232-850E-9CFEFD9690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73954" y="2250633"/>
                  <a:ext cx="1173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7F82A4-388A-4135-9E12-A568738CE811}"/>
                    </a:ext>
                  </a:extLst>
                </p14:cNvPr>
                <p14:cNvContentPartPr/>
                <p14:nvPr/>
              </p14:nvContentPartPr>
              <p14:xfrm>
                <a:off x="9989074" y="2172153"/>
                <a:ext cx="171360" cy="756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7F82A4-388A-4135-9E12-A568738CE81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84754" y="2167833"/>
                  <a:ext cx="18000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754B166-C06B-40C5-9F73-DA6B51F671FF}"/>
                    </a:ext>
                  </a:extLst>
                </p14:cNvPr>
                <p14:cNvContentPartPr/>
                <p14:nvPr/>
              </p14:nvContentPartPr>
              <p14:xfrm>
                <a:off x="9916354" y="2430633"/>
                <a:ext cx="206280" cy="81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754B166-C06B-40C5-9F73-DA6B51F671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12034" y="2426313"/>
                  <a:ext cx="214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9F142B7-E5B5-4DEB-819E-7B1748450F85}"/>
                    </a:ext>
                  </a:extLst>
                </p14:cNvPr>
                <p14:cNvContentPartPr/>
                <p14:nvPr/>
              </p14:nvContentPartPr>
              <p14:xfrm>
                <a:off x="9889714" y="1961553"/>
                <a:ext cx="303120" cy="46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9F142B7-E5B5-4DEB-819E-7B1748450F8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85394" y="1957233"/>
                  <a:ext cx="311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CD44058-F62B-46B9-9978-7F7EAEB169A8}"/>
                    </a:ext>
                  </a:extLst>
                </p14:cNvPr>
                <p14:cNvContentPartPr/>
                <p14:nvPr/>
              </p14:nvContentPartPr>
              <p14:xfrm>
                <a:off x="10430794" y="2228313"/>
                <a:ext cx="18360" cy="561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CD44058-F62B-46B9-9978-7F7EAEB169A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26474" y="2223993"/>
                  <a:ext cx="270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98A842-948D-4C63-A4C1-BF372CC49521}"/>
                    </a:ext>
                  </a:extLst>
                </p14:cNvPr>
                <p14:cNvContentPartPr/>
                <p14:nvPr/>
              </p14:nvContentPartPr>
              <p14:xfrm>
                <a:off x="10333594" y="2362953"/>
                <a:ext cx="218880" cy="114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98A842-948D-4C63-A4C1-BF372CC4952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329274" y="2358633"/>
                  <a:ext cx="227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01A5789-76CC-4845-A42A-71BCCE1E3D9C}"/>
                    </a:ext>
                  </a:extLst>
                </p14:cNvPr>
                <p14:cNvContentPartPr/>
                <p14:nvPr/>
              </p14:nvContentPartPr>
              <p14:xfrm>
                <a:off x="10679914" y="2254953"/>
                <a:ext cx="172440" cy="646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01A5789-76CC-4845-A42A-71BCCE1E3D9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75594" y="2250633"/>
                  <a:ext cx="1810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ADECBC-C81A-4AA8-9A72-B319F747B4E6}"/>
                    </a:ext>
                  </a:extLst>
                </p14:cNvPr>
                <p14:cNvContentPartPr/>
                <p14:nvPr/>
              </p14:nvContentPartPr>
              <p14:xfrm>
                <a:off x="10733194" y="2222913"/>
                <a:ext cx="312840" cy="558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ADECBC-C81A-4AA8-9A72-B319F747B4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28874" y="2218593"/>
                  <a:ext cx="3214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BA62FC3-1904-465B-9EEA-FF814AD25114}"/>
                    </a:ext>
                  </a:extLst>
                </p14:cNvPr>
                <p14:cNvContentPartPr/>
                <p14:nvPr/>
              </p14:nvContentPartPr>
              <p14:xfrm>
                <a:off x="10511074" y="2026353"/>
                <a:ext cx="559080" cy="78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BA62FC3-1904-465B-9EEA-FF814AD2511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754" y="2022033"/>
                  <a:ext cx="567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83AA277-6D4F-4F2E-B753-DB13A296ECBC}"/>
                    </a:ext>
                  </a:extLst>
                </p14:cNvPr>
                <p14:cNvContentPartPr/>
                <p14:nvPr/>
              </p14:nvContentPartPr>
              <p14:xfrm>
                <a:off x="11238994" y="2059833"/>
                <a:ext cx="410040" cy="1058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83AA277-6D4F-4F2E-B753-DB13A296ECB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34674" y="2055513"/>
                  <a:ext cx="418680" cy="10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EE27A88-F783-48BC-AD7E-CBC76447A656}"/>
              </a:ext>
            </a:extLst>
          </p:cNvPr>
          <p:cNvGrpSpPr/>
          <p:nvPr/>
        </p:nvGrpSpPr>
        <p:grpSpPr>
          <a:xfrm>
            <a:off x="5576194" y="3390753"/>
            <a:ext cx="981360" cy="513720"/>
            <a:chOff x="5576194" y="3390753"/>
            <a:chExt cx="981360" cy="51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0EEFF7C-E614-4EF4-8BBF-BB783BC679BA}"/>
                    </a:ext>
                  </a:extLst>
                </p14:cNvPr>
                <p14:cNvContentPartPr/>
                <p14:nvPr/>
              </p14:nvContentPartPr>
              <p14:xfrm>
                <a:off x="5576194" y="3390753"/>
                <a:ext cx="373680" cy="462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0EEFF7C-E614-4EF4-8BBF-BB783BC679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71874" y="3386433"/>
                  <a:ext cx="3823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A392A88-13D0-4E6B-95B7-C4B94AAB0974}"/>
                    </a:ext>
                  </a:extLst>
                </p14:cNvPr>
                <p14:cNvContentPartPr/>
                <p14:nvPr/>
              </p14:nvContentPartPr>
              <p14:xfrm>
                <a:off x="6027634" y="3710433"/>
                <a:ext cx="73800" cy="194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A392A88-13D0-4E6B-95B7-C4B94AAB097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23314" y="3706113"/>
                  <a:ext cx="82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7757844-5A47-4050-B681-8EA440A5269C}"/>
                    </a:ext>
                  </a:extLst>
                </p14:cNvPr>
                <p14:cNvContentPartPr/>
                <p14:nvPr/>
              </p14:nvContentPartPr>
              <p14:xfrm>
                <a:off x="6240754" y="3603153"/>
                <a:ext cx="165960" cy="72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7757844-5A47-4050-B681-8EA440A5269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36434" y="3598833"/>
                  <a:ext cx="174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BDD5143-49CC-4F9A-A099-87715A2A2755}"/>
                    </a:ext>
                  </a:extLst>
                </p14:cNvPr>
                <p14:cNvContentPartPr/>
                <p14:nvPr/>
              </p14:nvContentPartPr>
              <p14:xfrm>
                <a:off x="6303034" y="3719433"/>
                <a:ext cx="254520" cy="23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BDD5143-49CC-4F9A-A099-87715A2A275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98714" y="3715113"/>
                  <a:ext cx="263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8D05AA4-00A8-4CA2-AE62-D774DC9272ED}"/>
              </a:ext>
            </a:extLst>
          </p:cNvPr>
          <p:cNvGrpSpPr/>
          <p:nvPr/>
        </p:nvGrpSpPr>
        <p:grpSpPr>
          <a:xfrm>
            <a:off x="6904234" y="3204273"/>
            <a:ext cx="1363680" cy="696600"/>
            <a:chOff x="6904234" y="3204273"/>
            <a:chExt cx="1363680" cy="69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E4A0360-B293-4404-A33A-381DB7EF0D1C}"/>
                    </a:ext>
                  </a:extLst>
                </p14:cNvPr>
                <p14:cNvContentPartPr/>
                <p14:nvPr/>
              </p14:nvContentPartPr>
              <p14:xfrm>
                <a:off x="6904234" y="3338193"/>
                <a:ext cx="82800" cy="454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E4A0360-B293-4404-A33A-381DB7EF0D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99914" y="3333873"/>
                  <a:ext cx="914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DBEA3E6-6A9D-461E-8419-4B9955FFB8A7}"/>
                    </a:ext>
                  </a:extLst>
                </p14:cNvPr>
                <p14:cNvContentPartPr/>
                <p14:nvPr/>
              </p14:nvContentPartPr>
              <p14:xfrm>
                <a:off x="7022314" y="3302193"/>
                <a:ext cx="161640" cy="46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DBEA3E6-6A9D-461E-8419-4B9955FFB8A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17994" y="3297873"/>
                  <a:ext cx="1702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CD2D9F3-4A6C-4831-B0CA-CDC32140F547}"/>
                    </a:ext>
                  </a:extLst>
                </p14:cNvPr>
                <p14:cNvContentPartPr/>
                <p14:nvPr/>
              </p14:nvContentPartPr>
              <p14:xfrm>
                <a:off x="6906394" y="3507753"/>
                <a:ext cx="364680" cy="2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CD2D9F3-4A6C-4831-B0CA-CDC32140F54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02074" y="3503433"/>
                  <a:ext cx="373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BB1D834-B90C-4080-A17D-1291C4D4D390}"/>
                    </a:ext>
                  </a:extLst>
                </p14:cNvPr>
                <p14:cNvContentPartPr/>
                <p14:nvPr/>
              </p14:nvContentPartPr>
              <p14:xfrm>
                <a:off x="6924754" y="3204273"/>
                <a:ext cx="477720" cy="16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BB1D834-B90C-4080-A17D-1291C4D4D39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20434" y="3199953"/>
                  <a:ext cx="486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80BF104-9A97-4607-88A7-54C7F0A12325}"/>
                    </a:ext>
                  </a:extLst>
                </p14:cNvPr>
                <p14:cNvContentPartPr/>
                <p14:nvPr/>
              </p14:nvContentPartPr>
              <p14:xfrm>
                <a:off x="7604434" y="3364113"/>
                <a:ext cx="38520" cy="34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80BF104-9A97-4607-88A7-54C7F0A1232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00114" y="3359793"/>
                  <a:ext cx="471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9B32D57-D09A-4BA2-B9B0-EF6D4A27D653}"/>
                    </a:ext>
                  </a:extLst>
                </p14:cNvPr>
                <p14:cNvContentPartPr/>
                <p14:nvPr/>
              </p14:nvContentPartPr>
              <p14:xfrm>
                <a:off x="7537114" y="3539793"/>
                <a:ext cx="267480" cy="64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9B32D57-D09A-4BA2-B9B0-EF6D4A27D65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32794" y="3535473"/>
                  <a:ext cx="276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21D9A4-87CD-43BF-BDAE-461104F21646}"/>
                    </a:ext>
                  </a:extLst>
                </p14:cNvPr>
                <p14:cNvContentPartPr/>
                <p14:nvPr/>
              </p14:nvContentPartPr>
              <p14:xfrm>
                <a:off x="7958314" y="3355833"/>
                <a:ext cx="48960" cy="381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21D9A4-87CD-43BF-BDAE-461104F216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53994" y="3351513"/>
                  <a:ext cx="576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2008AE-A5CD-4FE0-9F03-58A8076EAF8D}"/>
                    </a:ext>
                  </a:extLst>
                </p14:cNvPr>
                <p14:cNvContentPartPr/>
                <p14:nvPr/>
              </p14:nvContentPartPr>
              <p14:xfrm>
                <a:off x="7961554" y="3285633"/>
                <a:ext cx="306360" cy="615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2008AE-A5CD-4FE0-9F03-58A8076EAF8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957234" y="3281313"/>
                  <a:ext cx="315000" cy="62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33198BA-17EA-42E6-8DEB-AE651BA3F919}"/>
              </a:ext>
            </a:extLst>
          </p:cNvPr>
          <p:cNvGrpSpPr/>
          <p:nvPr/>
        </p:nvGrpSpPr>
        <p:grpSpPr>
          <a:xfrm>
            <a:off x="5813434" y="4227393"/>
            <a:ext cx="606960" cy="272520"/>
            <a:chOff x="5813434" y="4227393"/>
            <a:chExt cx="60696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1BCEDC-4090-4AD6-A5AE-2B877A0A7BB4}"/>
                    </a:ext>
                  </a:extLst>
                </p14:cNvPr>
                <p14:cNvContentPartPr/>
                <p14:nvPr/>
              </p14:nvContentPartPr>
              <p14:xfrm>
                <a:off x="5813434" y="4227393"/>
                <a:ext cx="233280" cy="272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1BCEDC-4090-4AD6-A5AE-2B877A0A7BB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09114" y="4223073"/>
                  <a:ext cx="241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6642D4-745D-45A7-9CF4-9B9755A4961A}"/>
                    </a:ext>
                  </a:extLst>
                </p14:cNvPr>
                <p14:cNvContentPartPr/>
                <p14:nvPr/>
              </p14:nvContentPartPr>
              <p14:xfrm>
                <a:off x="6229954" y="4242873"/>
                <a:ext cx="190440" cy="195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6642D4-745D-45A7-9CF4-9B9755A4961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25634" y="4238553"/>
                  <a:ext cx="19908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7163AD2-F4EA-4D97-8EAB-A5DC3BE1FFA7}"/>
              </a:ext>
            </a:extLst>
          </p:cNvPr>
          <p:cNvGrpSpPr/>
          <p:nvPr/>
        </p:nvGrpSpPr>
        <p:grpSpPr>
          <a:xfrm>
            <a:off x="6903874" y="4233513"/>
            <a:ext cx="228240" cy="196560"/>
            <a:chOff x="6903874" y="4233513"/>
            <a:chExt cx="22824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54732B3-4FA5-40CD-B6D2-92EC0F6A9F03}"/>
                    </a:ext>
                  </a:extLst>
                </p14:cNvPr>
                <p14:cNvContentPartPr/>
                <p14:nvPr/>
              </p14:nvContentPartPr>
              <p14:xfrm>
                <a:off x="6903874" y="4233513"/>
                <a:ext cx="226800" cy="4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54732B3-4FA5-40CD-B6D2-92EC0F6A9F0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99554" y="4229193"/>
                  <a:ext cx="235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B92ADBD-EC56-49E2-B999-E855A9D53393}"/>
                    </a:ext>
                  </a:extLst>
                </p14:cNvPr>
                <p14:cNvContentPartPr/>
                <p14:nvPr/>
              </p14:nvContentPartPr>
              <p14:xfrm>
                <a:off x="6942394" y="4370673"/>
                <a:ext cx="189720" cy="59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B92ADBD-EC56-49E2-B999-E855A9D533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38074" y="4366353"/>
                  <a:ext cx="1983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30CD152-2C6F-4974-ADB3-B83DED849924}"/>
              </a:ext>
            </a:extLst>
          </p:cNvPr>
          <p:cNvGrpSpPr/>
          <p:nvPr/>
        </p:nvGrpSpPr>
        <p:grpSpPr>
          <a:xfrm>
            <a:off x="7554754" y="3971433"/>
            <a:ext cx="1384560" cy="689760"/>
            <a:chOff x="7554754" y="3971433"/>
            <a:chExt cx="1384560" cy="68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DC92419-3FD7-4384-B538-F1E695AEA58E}"/>
                    </a:ext>
                  </a:extLst>
                </p14:cNvPr>
                <p14:cNvContentPartPr/>
                <p14:nvPr/>
              </p14:nvContentPartPr>
              <p14:xfrm>
                <a:off x="7554754" y="4127673"/>
                <a:ext cx="98280" cy="465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DC92419-3FD7-4384-B538-F1E695AEA58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50434" y="4123353"/>
                  <a:ext cx="1069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BD160C0-DE55-4E80-83DD-DF2A3ACC9E2E}"/>
                    </a:ext>
                  </a:extLst>
                </p14:cNvPr>
                <p14:cNvContentPartPr/>
                <p14:nvPr/>
              </p14:nvContentPartPr>
              <p14:xfrm>
                <a:off x="7625674" y="4207233"/>
                <a:ext cx="223560" cy="352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BD160C0-DE55-4E80-83DD-DF2A3ACC9E2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21354" y="4202913"/>
                  <a:ext cx="2322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527B99-7143-4FDF-AB9A-60D8AC4138C2}"/>
                    </a:ext>
                  </a:extLst>
                </p14:cNvPr>
                <p14:cNvContentPartPr/>
                <p14:nvPr/>
              </p14:nvContentPartPr>
              <p14:xfrm>
                <a:off x="7608034" y="4278513"/>
                <a:ext cx="274320" cy="54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527B99-7143-4FDF-AB9A-60D8AC4138C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03714" y="4274193"/>
                  <a:ext cx="282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5FFCE05-3E40-4182-AC3A-F6767DE4C246}"/>
                    </a:ext>
                  </a:extLst>
                </p14:cNvPr>
                <p14:cNvContentPartPr/>
                <p14:nvPr/>
              </p14:nvContentPartPr>
              <p14:xfrm>
                <a:off x="8105194" y="4252233"/>
                <a:ext cx="104760" cy="297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5FFCE05-3E40-4182-AC3A-F6767DE4C24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00874" y="4247913"/>
                  <a:ext cx="113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EB0D55-37FC-4B77-8F63-706FA6E67946}"/>
                    </a:ext>
                  </a:extLst>
                </p14:cNvPr>
                <p14:cNvContentPartPr/>
                <p14:nvPr/>
              </p14:nvContentPartPr>
              <p14:xfrm>
                <a:off x="8087194" y="4313433"/>
                <a:ext cx="452520" cy="90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EB0D55-37FC-4B77-8F63-706FA6E6794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82874" y="4309113"/>
                  <a:ext cx="46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041F603-9E7D-4D87-A7EE-97E374E60805}"/>
                    </a:ext>
                  </a:extLst>
                </p14:cNvPr>
                <p14:cNvContentPartPr/>
                <p14:nvPr/>
              </p14:nvContentPartPr>
              <p14:xfrm>
                <a:off x="8567074" y="4174833"/>
                <a:ext cx="366120" cy="486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041F603-9E7D-4D87-A7EE-97E374E6080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562754" y="4170513"/>
                  <a:ext cx="3747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76264FA-C093-4FD5-B9A3-6471C123FFEB}"/>
                    </a:ext>
                  </a:extLst>
                </p14:cNvPr>
                <p14:cNvContentPartPr/>
                <p14:nvPr/>
              </p14:nvContentPartPr>
              <p14:xfrm>
                <a:off x="8522794" y="3971433"/>
                <a:ext cx="416520" cy="174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76264FA-C093-4FD5-B9A3-6471C123FFE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18474" y="3967113"/>
                  <a:ext cx="4251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4B5FAC7-152A-4A6C-8171-E031479DDCE7}"/>
              </a:ext>
            </a:extLst>
          </p:cNvPr>
          <p:cNvGrpSpPr/>
          <p:nvPr/>
        </p:nvGrpSpPr>
        <p:grpSpPr>
          <a:xfrm>
            <a:off x="584434" y="4535553"/>
            <a:ext cx="623160" cy="545040"/>
            <a:chOff x="584434" y="4535553"/>
            <a:chExt cx="62316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A194AF-24F4-481B-A43E-A540BE5DFFB5}"/>
                    </a:ext>
                  </a:extLst>
                </p14:cNvPr>
                <p14:cNvContentPartPr/>
                <p14:nvPr/>
              </p14:nvContentPartPr>
              <p14:xfrm>
                <a:off x="584434" y="4535553"/>
                <a:ext cx="419040" cy="545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A194AF-24F4-481B-A43E-A540BE5DFFB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80114" y="4531233"/>
                  <a:ext cx="4276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B79475-19EF-4285-9F58-C7ADE68AA958}"/>
                    </a:ext>
                  </a:extLst>
                </p14:cNvPr>
                <p14:cNvContentPartPr/>
                <p14:nvPr/>
              </p14:nvContentPartPr>
              <p14:xfrm>
                <a:off x="1021834" y="4818513"/>
                <a:ext cx="185760" cy="205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B79475-19EF-4285-9F58-C7ADE68AA9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7514" y="4814193"/>
                  <a:ext cx="19440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70B4521-072B-40B0-A42B-AF7FB3537AF2}"/>
              </a:ext>
            </a:extLst>
          </p:cNvPr>
          <p:cNvGrpSpPr/>
          <p:nvPr/>
        </p:nvGrpSpPr>
        <p:grpSpPr>
          <a:xfrm>
            <a:off x="1437994" y="4792593"/>
            <a:ext cx="160920" cy="134640"/>
            <a:chOff x="1437994" y="4792593"/>
            <a:chExt cx="16092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70A48E3-66DF-4AAE-BAE8-DF95163B7DA2}"/>
                    </a:ext>
                  </a:extLst>
                </p14:cNvPr>
                <p14:cNvContentPartPr/>
                <p14:nvPr/>
              </p14:nvContentPartPr>
              <p14:xfrm>
                <a:off x="1482274" y="4792593"/>
                <a:ext cx="51480" cy="28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70A48E3-66DF-4AAE-BAE8-DF95163B7DA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77954" y="4788273"/>
                  <a:ext cx="60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BAB3D4-7061-4145-A731-FD8A9F1500A5}"/>
                    </a:ext>
                  </a:extLst>
                </p14:cNvPr>
                <p14:cNvContentPartPr/>
                <p14:nvPr/>
              </p14:nvContentPartPr>
              <p14:xfrm>
                <a:off x="1437994" y="4926873"/>
                <a:ext cx="160920" cy="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BAB3D4-7061-4145-A731-FD8A9F1500A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33674" y="4922553"/>
                  <a:ext cx="16956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E0BF50A-C4B5-4CD3-950D-081E170EFA01}"/>
              </a:ext>
            </a:extLst>
          </p:cNvPr>
          <p:cNvGrpSpPr/>
          <p:nvPr/>
        </p:nvGrpSpPr>
        <p:grpSpPr>
          <a:xfrm>
            <a:off x="1943794" y="4509993"/>
            <a:ext cx="445320" cy="603360"/>
            <a:chOff x="1943794" y="4509993"/>
            <a:chExt cx="445320" cy="60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92E3556-0E28-4ABE-89A2-60E4C2395CC7}"/>
                    </a:ext>
                  </a:extLst>
                </p14:cNvPr>
                <p14:cNvContentPartPr/>
                <p14:nvPr/>
              </p14:nvContentPartPr>
              <p14:xfrm>
                <a:off x="1969714" y="4544913"/>
                <a:ext cx="147960" cy="568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92E3556-0E28-4ABE-89A2-60E4C2395CC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65394" y="4540593"/>
                  <a:ext cx="15660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AAF918B-7F91-44AE-AC2D-2D638A9C0D30}"/>
                    </a:ext>
                  </a:extLst>
                </p14:cNvPr>
                <p14:cNvContentPartPr/>
                <p14:nvPr/>
              </p14:nvContentPartPr>
              <p14:xfrm>
                <a:off x="2067994" y="4509993"/>
                <a:ext cx="321120" cy="598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AAF918B-7F91-44AE-AC2D-2D638A9C0D3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063674" y="4505673"/>
                  <a:ext cx="32976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2C4283E-211E-4B45-A5FD-F86C17043CBE}"/>
                    </a:ext>
                  </a:extLst>
                </p14:cNvPr>
                <p14:cNvContentPartPr/>
                <p14:nvPr/>
              </p14:nvContentPartPr>
              <p14:xfrm>
                <a:off x="1943794" y="4792953"/>
                <a:ext cx="437760" cy="34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2C4283E-211E-4B45-A5FD-F86C17043CB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939474" y="4788633"/>
                  <a:ext cx="44640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0B969A0-5F26-4336-85A8-0FF3A7E2C23E}"/>
                  </a:ext>
                </a:extLst>
              </p14:cNvPr>
              <p14:cNvContentPartPr/>
              <p14:nvPr/>
            </p14:nvContentPartPr>
            <p14:xfrm>
              <a:off x="8469154" y="1136073"/>
              <a:ext cx="1584720" cy="540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0B969A0-5F26-4336-85A8-0FF3A7E2C23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464834" y="1131753"/>
                <a:ext cx="15933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8498FF9-0CBA-47A0-B251-F9EC68377011}"/>
                  </a:ext>
                </a:extLst>
              </p14:cNvPr>
              <p14:cNvContentPartPr/>
              <p14:nvPr/>
            </p14:nvContentPartPr>
            <p14:xfrm>
              <a:off x="1624114" y="1366473"/>
              <a:ext cx="8636040" cy="3132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8498FF9-0CBA-47A0-B251-F9EC6837701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619794" y="1362153"/>
                <a:ext cx="864468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A4D9710-3059-4C37-968D-37B07873979C}"/>
              </a:ext>
            </a:extLst>
          </p:cNvPr>
          <p:cNvGrpSpPr/>
          <p:nvPr/>
        </p:nvGrpSpPr>
        <p:grpSpPr>
          <a:xfrm>
            <a:off x="2689354" y="4491273"/>
            <a:ext cx="907200" cy="651240"/>
            <a:chOff x="2689354" y="4491273"/>
            <a:chExt cx="907200" cy="6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486B8F6-513E-4310-8528-1C601C846C4C}"/>
                    </a:ext>
                  </a:extLst>
                </p14:cNvPr>
                <p14:cNvContentPartPr/>
                <p14:nvPr/>
              </p14:nvContentPartPr>
              <p14:xfrm>
                <a:off x="2823274" y="4634193"/>
                <a:ext cx="52920" cy="358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486B8F6-513E-4310-8528-1C601C846C4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18954" y="4629873"/>
                  <a:ext cx="615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16F74C0-E507-4F96-A0CD-8A568C0F7EE2}"/>
                    </a:ext>
                  </a:extLst>
                </p14:cNvPr>
                <p14:cNvContentPartPr/>
                <p14:nvPr/>
              </p14:nvContentPartPr>
              <p14:xfrm>
                <a:off x="2707354" y="4713753"/>
                <a:ext cx="335160" cy="63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16F74C0-E507-4F96-A0CD-8A568C0F7EE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03034" y="4709433"/>
                  <a:ext cx="343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E90DB41-C160-4C72-9175-0FA4E08ACCAB}"/>
                    </a:ext>
                  </a:extLst>
                </p14:cNvPr>
                <p14:cNvContentPartPr/>
                <p14:nvPr/>
              </p14:nvContentPartPr>
              <p14:xfrm>
                <a:off x="2689354" y="4491273"/>
                <a:ext cx="330480" cy="454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E90DB41-C160-4C72-9175-0FA4E08ACCA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85034" y="4486953"/>
                  <a:ext cx="3391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1491E25-E87A-40BB-858D-FE619A2439A0}"/>
                    </a:ext>
                  </a:extLst>
                </p14:cNvPr>
                <p14:cNvContentPartPr/>
                <p14:nvPr/>
              </p14:nvContentPartPr>
              <p14:xfrm>
                <a:off x="3150154" y="4509993"/>
                <a:ext cx="446400" cy="632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1491E25-E87A-40BB-858D-FE619A2439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45834" y="4505673"/>
                  <a:ext cx="455040" cy="64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D62AADC-6F18-4300-8694-735FCAB665E9}"/>
              </a:ext>
            </a:extLst>
          </p:cNvPr>
          <p:cNvGrpSpPr/>
          <p:nvPr/>
        </p:nvGrpSpPr>
        <p:grpSpPr>
          <a:xfrm>
            <a:off x="647074" y="5574153"/>
            <a:ext cx="1467360" cy="446760"/>
            <a:chOff x="647074" y="5574153"/>
            <a:chExt cx="146736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24E17C7-5493-468C-9008-5B20B096EEE7}"/>
                    </a:ext>
                  </a:extLst>
                </p14:cNvPr>
                <p14:cNvContentPartPr/>
                <p14:nvPr/>
              </p14:nvContentPartPr>
              <p14:xfrm>
                <a:off x="647074" y="5592873"/>
                <a:ext cx="188280" cy="304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24E17C7-5493-468C-9008-5B20B096EEE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2754" y="5588553"/>
                  <a:ext cx="196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B2ADD61-27D6-40A3-BDF2-3D1FFD22AA3B}"/>
                    </a:ext>
                  </a:extLst>
                </p14:cNvPr>
                <p14:cNvContentPartPr/>
                <p14:nvPr/>
              </p14:nvContentPartPr>
              <p14:xfrm>
                <a:off x="905554" y="5841633"/>
                <a:ext cx="51120" cy="82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B2ADD61-27D6-40A3-BDF2-3D1FFD22AA3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1234" y="5837313"/>
                  <a:ext cx="59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7F29929-A823-4CA3-8DEB-9B28F2F48D78}"/>
                    </a:ext>
                  </a:extLst>
                </p14:cNvPr>
                <p14:cNvContentPartPr/>
                <p14:nvPr/>
              </p14:nvContentPartPr>
              <p14:xfrm>
                <a:off x="1507114" y="5574153"/>
                <a:ext cx="344520" cy="403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7F29929-A823-4CA3-8DEB-9B28F2F48D7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02794" y="5569833"/>
                  <a:ext cx="353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E725BC0-E1D9-4DFB-840A-8A3B40CE696A}"/>
                    </a:ext>
                  </a:extLst>
                </p14:cNvPr>
                <p14:cNvContentPartPr/>
                <p14:nvPr/>
              </p14:nvContentPartPr>
              <p14:xfrm>
                <a:off x="1960714" y="5832273"/>
                <a:ext cx="153720" cy="18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E725BC0-E1D9-4DFB-840A-8A3B40CE696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56394" y="5827953"/>
                  <a:ext cx="1623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35204DD-B067-47C1-84F0-315B4CF7B915}"/>
              </a:ext>
            </a:extLst>
          </p:cNvPr>
          <p:cNvGrpSpPr/>
          <p:nvPr/>
        </p:nvGrpSpPr>
        <p:grpSpPr>
          <a:xfrm>
            <a:off x="2406034" y="5822913"/>
            <a:ext cx="188640" cy="205200"/>
            <a:chOff x="2406034" y="5822913"/>
            <a:chExt cx="18864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6824E3D-692B-49EC-9754-B19BA4423AEB}"/>
                    </a:ext>
                  </a:extLst>
                </p14:cNvPr>
                <p14:cNvContentPartPr/>
                <p14:nvPr/>
              </p14:nvContentPartPr>
              <p14:xfrm>
                <a:off x="2450314" y="5822913"/>
                <a:ext cx="144360" cy="63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6824E3D-692B-49EC-9754-B19BA4423AE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445994" y="5818593"/>
                  <a:ext cx="153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8B678F-14ED-4AE7-8F42-99FC6F1E56A5}"/>
                    </a:ext>
                  </a:extLst>
                </p14:cNvPr>
                <p14:cNvContentPartPr/>
                <p14:nvPr/>
              </p14:nvContentPartPr>
              <p14:xfrm>
                <a:off x="2406034" y="6018753"/>
                <a:ext cx="120240" cy="9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8B678F-14ED-4AE7-8F42-99FC6F1E56A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01714" y="6014433"/>
                  <a:ext cx="12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28307BB-129C-4261-8EC0-425E0533D274}"/>
              </a:ext>
            </a:extLst>
          </p:cNvPr>
          <p:cNvGrpSpPr/>
          <p:nvPr/>
        </p:nvGrpSpPr>
        <p:grpSpPr>
          <a:xfrm>
            <a:off x="7368634" y="5947833"/>
            <a:ext cx="181080" cy="170280"/>
            <a:chOff x="7368634" y="5947833"/>
            <a:chExt cx="18108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FC74FB9-57E3-41F8-973E-7DD4BF37E76E}"/>
                    </a:ext>
                  </a:extLst>
                </p14:cNvPr>
                <p14:cNvContentPartPr/>
                <p14:nvPr/>
              </p14:nvContentPartPr>
              <p14:xfrm>
                <a:off x="7368634" y="5947833"/>
                <a:ext cx="181080" cy="752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FC74FB9-57E3-41F8-973E-7DD4BF37E76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64314" y="5943513"/>
                  <a:ext cx="189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3436986-99D9-40AC-BC15-E1EFD76A1E8B}"/>
                    </a:ext>
                  </a:extLst>
                </p14:cNvPr>
                <p14:cNvContentPartPr/>
                <p14:nvPr/>
              </p14:nvContentPartPr>
              <p14:xfrm>
                <a:off x="7386274" y="6036753"/>
                <a:ext cx="158760" cy="81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3436986-99D9-40AC-BC15-E1EFD76A1E8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381954" y="6032433"/>
                  <a:ext cx="16740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330EF7B-F3FC-49C3-A237-2FD85BEC897D}"/>
              </a:ext>
            </a:extLst>
          </p:cNvPr>
          <p:cNvGrpSpPr/>
          <p:nvPr/>
        </p:nvGrpSpPr>
        <p:grpSpPr>
          <a:xfrm>
            <a:off x="2795554" y="5432673"/>
            <a:ext cx="4255560" cy="767880"/>
            <a:chOff x="2795554" y="5432673"/>
            <a:chExt cx="4255560" cy="7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9F52AA-719C-4D42-833C-F6F225945724}"/>
                    </a:ext>
                  </a:extLst>
                </p14:cNvPr>
                <p14:cNvContentPartPr/>
                <p14:nvPr/>
              </p14:nvContentPartPr>
              <p14:xfrm>
                <a:off x="2795554" y="5548593"/>
                <a:ext cx="177120" cy="506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9F52AA-719C-4D42-833C-F6F2259457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91234" y="5544273"/>
                  <a:ext cx="1857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94AB372-8326-42CE-BE0E-3C26C850EEAA}"/>
                    </a:ext>
                  </a:extLst>
                </p14:cNvPr>
                <p14:cNvContentPartPr/>
                <p14:nvPr/>
              </p14:nvContentPartPr>
              <p14:xfrm>
                <a:off x="3179674" y="5708073"/>
                <a:ext cx="25200" cy="212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94AB372-8326-42CE-BE0E-3C26C850EEA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175354" y="5703753"/>
                  <a:ext cx="33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522AFE-6CEC-4DC5-837F-C916808F3AF8}"/>
                    </a:ext>
                  </a:extLst>
                </p14:cNvPr>
                <p14:cNvContentPartPr/>
                <p14:nvPr/>
              </p14:nvContentPartPr>
              <p14:xfrm>
                <a:off x="3195514" y="5639313"/>
                <a:ext cx="144360" cy="308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522AFE-6CEC-4DC5-837F-C916808F3AF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191194" y="5634993"/>
                  <a:ext cx="153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7A8A564-07FD-4F5F-A16D-78D714112C98}"/>
                    </a:ext>
                  </a:extLst>
                </p14:cNvPr>
                <p14:cNvContentPartPr/>
                <p14:nvPr/>
              </p14:nvContentPartPr>
              <p14:xfrm>
                <a:off x="3177874" y="5788353"/>
                <a:ext cx="191160" cy="50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7A8A564-07FD-4F5F-A16D-78D714112C9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73554" y="5784033"/>
                  <a:ext cx="199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517617-BF86-4014-961E-2CEFA6E3E769}"/>
                    </a:ext>
                  </a:extLst>
                </p14:cNvPr>
                <p14:cNvContentPartPr/>
                <p14:nvPr/>
              </p14:nvContentPartPr>
              <p14:xfrm>
                <a:off x="3114514" y="5432673"/>
                <a:ext cx="334800" cy="100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517617-BF86-4014-961E-2CEFA6E3E76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10194" y="5428353"/>
                  <a:ext cx="343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F801B07-BFB7-4E96-B8DF-E1EE2C2CABEA}"/>
                    </a:ext>
                  </a:extLst>
                </p14:cNvPr>
                <p14:cNvContentPartPr/>
                <p14:nvPr/>
              </p14:nvContentPartPr>
              <p14:xfrm>
                <a:off x="3541834" y="5796633"/>
                <a:ext cx="54360" cy="270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F801B07-BFB7-4E96-B8DF-E1EE2C2CABE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37514" y="5792313"/>
                  <a:ext cx="63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6D9B55-C4BD-4E5A-9848-1E3AFA94B1EE}"/>
                    </a:ext>
                  </a:extLst>
                </p14:cNvPr>
                <p14:cNvContentPartPr/>
                <p14:nvPr/>
              </p14:nvContentPartPr>
              <p14:xfrm>
                <a:off x="3497554" y="5814633"/>
                <a:ext cx="180720" cy="27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6D9B55-C4BD-4E5A-9848-1E3AFA94B1E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93234" y="5810313"/>
                  <a:ext cx="189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48F1B63-684F-4355-BA3F-871BBF57C768}"/>
                    </a:ext>
                  </a:extLst>
                </p14:cNvPr>
                <p14:cNvContentPartPr/>
                <p14:nvPr/>
              </p14:nvContentPartPr>
              <p14:xfrm>
                <a:off x="3798874" y="5654793"/>
                <a:ext cx="345960" cy="526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48F1B63-684F-4355-BA3F-871BBF57C7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794554" y="5650473"/>
                  <a:ext cx="3546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2ECFCE2-D095-4DDE-94F6-B4D71EFFB08C}"/>
                    </a:ext>
                  </a:extLst>
                </p14:cNvPr>
                <p14:cNvContentPartPr/>
                <p14:nvPr/>
              </p14:nvContentPartPr>
              <p14:xfrm>
                <a:off x="4270114" y="5495313"/>
                <a:ext cx="170640" cy="574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2ECFCE2-D095-4DDE-94F6-B4D71EFFB08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65794" y="5490993"/>
                  <a:ext cx="17928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EC71FDA-FB9C-471C-8286-EFC070C38D3E}"/>
                    </a:ext>
                  </a:extLst>
                </p14:cNvPr>
                <p14:cNvContentPartPr/>
                <p14:nvPr/>
              </p14:nvContentPartPr>
              <p14:xfrm>
                <a:off x="5280274" y="5590713"/>
                <a:ext cx="243000" cy="609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EC71FDA-FB9C-471C-8286-EFC070C38D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75954" y="5586393"/>
                  <a:ext cx="2516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2501DA0-3CB3-4BE4-B574-F39DFE8D8EEE}"/>
                    </a:ext>
                  </a:extLst>
                </p14:cNvPr>
                <p14:cNvContentPartPr/>
                <p14:nvPr/>
              </p14:nvContentPartPr>
              <p14:xfrm>
                <a:off x="5600314" y="5644713"/>
                <a:ext cx="198360" cy="295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2501DA0-3CB3-4BE4-B574-F39DFE8D8EE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95994" y="5640393"/>
                  <a:ext cx="207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933ECA1-6014-475F-95D1-A7796A93EADB}"/>
                    </a:ext>
                  </a:extLst>
                </p14:cNvPr>
                <p14:cNvContentPartPr/>
                <p14:nvPr/>
              </p14:nvContentPartPr>
              <p14:xfrm>
                <a:off x="5637034" y="5742993"/>
                <a:ext cx="244080" cy="57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933ECA1-6014-475F-95D1-A7796A93EAD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632714" y="5738673"/>
                  <a:ext cx="252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A988B73-4B85-45B7-834C-71AC67B089B3}"/>
                    </a:ext>
                  </a:extLst>
                </p14:cNvPr>
                <p14:cNvContentPartPr/>
                <p14:nvPr/>
              </p14:nvContentPartPr>
              <p14:xfrm>
                <a:off x="5954194" y="5690433"/>
                <a:ext cx="144720" cy="351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A988B73-4B85-45B7-834C-71AC67B089B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49874" y="5686113"/>
                  <a:ext cx="1533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4EECC0-8A3D-4967-A4A6-FB4230E9D297}"/>
                    </a:ext>
                  </a:extLst>
                </p14:cNvPr>
                <p14:cNvContentPartPr/>
                <p14:nvPr/>
              </p14:nvContentPartPr>
              <p14:xfrm>
                <a:off x="5956714" y="5746593"/>
                <a:ext cx="318960" cy="103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4EECC0-8A3D-4967-A4A6-FB4230E9D29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952394" y="5742273"/>
                  <a:ext cx="327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9D6D807-EF92-47B8-B5D7-63D7963777C6}"/>
                    </a:ext>
                  </a:extLst>
                </p14:cNvPr>
                <p14:cNvContentPartPr/>
                <p14:nvPr/>
              </p14:nvContentPartPr>
              <p14:xfrm>
                <a:off x="6391594" y="5645433"/>
                <a:ext cx="269280" cy="313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9D6D807-EF92-47B8-B5D7-63D7963777C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87274" y="5641113"/>
                  <a:ext cx="2779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776B486-F955-40CF-AF24-F35CB07D7D8F}"/>
                    </a:ext>
                  </a:extLst>
                </p14:cNvPr>
                <p14:cNvContentPartPr/>
                <p14:nvPr/>
              </p14:nvContentPartPr>
              <p14:xfrm>
                <a:off x="6240754" y="5530593"/>
                <a:ext cx="505440" cy="107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776B486-F955-40CF-AF24-F35CB07D7D8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236434" y="5526273"/>
                  <a:ext cx="51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636E79D-02CD-43EC-AFCB-4561D4FF15B0}"/>
                    </a:ext>
                  </a:extLst>
                </p14:cNvPr>
                <p14:cNvContentPartPr/>
                <p14:nvPr/>
              </p14:nvContentPartPr>
              <p14:xfrm>
                <a:off x="6863914" y="5521953"/>
                <a:ext cx="187200" cy="653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636E79D-02CD-43EC-AFCB-4561D4FF15B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59594" y="5517633"/>
                  <a:ext cx="195840" cy="66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36348C2-8BD3-4FD6-A696-D2AE7708B77B}"/>
                  </a:ext>
                </a:extLst>
              </p14:cNvPr>
              <p14:cNvContentPartPr/>
              <p14:nvPr/>
            </p14:nvContentPartPr>
            <p14:xfrm>
              <a:off x="1118314" y="5956833"/>
              <a:ext cx="360" cy="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36348C2-8BD3-4FD6-A696-D2AE7708B77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13994" y="595251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89E9E57-61A4-459B-AC69-76542EDF9EE4}"/>
                  </a:ext>
                </a:extLst>
              </p14:cNvPr>
              <p14:cNvContentPartPr/>
              <p14:nvPr/>
            </p14:nvContentPartPr>
            <p14:xfrm>
              <a:off x="4766914" y="6054393"/>
              <a:ext cx="360" cy="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89E9E57-61A4-459B-AC69-76542EDF9EE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762594" y="6050073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84ED841-F558-47A3-A7EA-26123AFF7BF7}"/>
              </a:ext>
            </a:extLst>
          </p:cNvPr>
          <p:cNvGrpSpPr/>
          <p:nvPr/>
        </p:nvGrpSpPr>
        <p:grpSpPr>
          <a:xfrm>
            <a:off x="8079994" y="5440233"/>
            <a:ext cx="498600" cy="813960"/>
            <a:chOff x="8079994" y="5440233"/>
            <a:chExt cx="498600" cy="8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E44835B-B6CE-4D8B-B6B0-40DB4454303C}"/>
                    </a:ext>
                  </a:extLst>
                </p14:cNvPr>
                <p14:cNvContentPartPr/>
                <p14:nvPr/>
              </p14:nvContentPartPr>
              <p14:xfrm>
                <a:off x="8079994" y="5485953"/>
                <a:ext cx="185400" cy="660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E44835B-B6CE-4D8B-B6B0-40DB4454303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075674" y="5481633"/>
                  <a:ext cx="1940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D79DDB2-BAD2-477F-8DBE-BA55042F0A5A}"/>
                    </a:ext>
                  </a:extLst>
                </p14:cNvPr>
                <p14:cNvContentPartPr/>
                <p14:nvPr/>
              </p14:nvContentPartPr>
              <p14:xfrm>
                <a:off x="8131474" y="5440233"/>
                <a:ext cx="447120" cy="813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D79DDB2-BAD2-477F-8DBE-BA55042F0A5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27154" y="5435913"/>
                  <a:ext cx="45576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32AA66D-63DB-41AD-9BB1-F1E732DFE643}"/>
                    </a:ext>
                  </a:extLst>
                </p14:cNvPr>
                <p14:cNvContentPartPr/>
                <p14:nvPr/>
              </p14:nvContentPartPr>
              <p14:xfrm>
                <a:off x="8096194" y="5788353"/>
                <a:ext cx="461880" cy="71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32AA66D-63DB-41AD-9BB1-F1E732DFE64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091874" y="5784033"/>
                  <a:ext cx="4705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54F959A-8F62-4EFC-AB55-3F1BEFB6FCD1}"/>
              </a:ext>
            </a:extLst>
          </p:cNvPr>
          <p:cNvGrpSpPr/>
          <p:nvPr/>
        </p:nvGrpSpPr>
        <p:grpSpPr>
          <a:xfrm>
            <a:off x="8946874" y="5459313"/>
            <a:ext cx="979920" cy="852840"/>
            <a:chOff x="8946874" y="5459313"/>
            <a:chExt cx="979920" cy="85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CD5A0F-0708-4FE4-83BE-1E39787CF1DB}"/>
                    </a:ext>
                  </a:extLst>
                </p14:cNvPr>
                <p14:cNvContentPartPr/>
                <p14:nvPr/>
              </p14:nvContentPartPr>
              <p14:xfrm>
                <a:off x="9116434" y="5600073"/>
                <a:ext cx="19080" cy="483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CD5A0F-0708-4FE4-83BE-1E39787CF1D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12114" y="5595753"/>
                  <a:ext cx="277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EDDA46F-C47E-49B6-90A2-025CDE731654}"/>
                    </a:ext>
                  </a:extLst>
                </p14:cNvPr>
                <p14:cNvContentPartPr/>
                <p14:nvPr/>
              </p14:nvContentPartPr>
              <p14:xfrm>
                <a:off x="8946874" y="5459313"/>
                <a:ext cx="430920" cy="767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EDDA46F-C47E-49B6-90A2-025CDE73165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42554" y="5454993"/>
                  <a:ext cx="43956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73FD02D-32C1-4C33-B1C7-B33F6A2DD85B}"/>
                    </a:ext>
                  </a:extLst>
                </p14:cNvPr>
                <p14:cNvContentPartPr/>
                <p14:nvPr/>
              </p14:nvContentPartPr>
              <p14:xfrm>
                <a:off x="9454834" y="5566233"/>
                <a:ext cx="471960" cy="745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73FD02D-32C1-4C33-B1C7-B33F6A2DD85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50514" y="5561913"/>
                  <a:ext cx="480600" cy="75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58FF7C9-F810-4C8A-B212-A245FD745047}"/>
                  </a:ext>
                </a:extLst>
              </p14:cNvPr>
              <p14:cNvContentPartPr/>
              <p14:nvPr/>
            </p14:nvContentPartPr>
            <p14:xfrm>
              <a:off x="7856794" y="5110113"/>
              <a:ext cx="2923200" cy="1458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58FF7C9-F810-4C8A-B212-A245FD745047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7852474" y="5105793"/>
                <a:ext cx="2931840" cy="1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51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3693BF-99E6-4DF4-AC5A-38F68C9C8607}"/>
                  </a:ext>
                </a:extLst>
              </p14:cNvPr>
              <p14:cNvContentPartPr/>
              <p14:nvPr/>
            </p14:nvContentPartPr>
            <p14:xfrm>
              <a:off x="1464634" y="1961553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3693BF-99E6-4DF4-AC5A-38F68C9C8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0314" y="195723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F9B6C08-0BE5-40F4-9488-4A1B8FFE6BED}"/>
                  </a:ext>
                </a:extLst>
              </p14:cNvPr>
              <p14:cNvContentPartPr/>
              <p14:nvPr/>
            </p14:nvContentPartPr>
            <p14:xfrm>
              <a:off x="1579474" y="1418673"/>
              <a:ext cx="211680" cy="190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F9B6C08-0BE5-40F4-9488-4A1B8FFE6B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5154" y="1414353"/>
                <a:ext cx="2203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15F69F1-5635-4E32-9FD8-F5AEEC1EAFCD}"/>
                  </a:ext>
                </a:extLst>
              </p14:cNvPr>
              <p14:cNvContentPartPr/>
              <p14:nvPr/>
            </p14:nvContentPartPr>
            <p14:xfrm>
              <a:off x="2661994" y="1793793"/>
              <a:ext cx="107640" cy="144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15F69F1-5635-4E32-9FD8-F5AEEC1EAF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7674" y="1789473"/>
                <a:ext cx="116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4F8358-572E-42E6-A3A2-7365E36D565B}"/>
                  </a:ext>
                </a:extLst>
              </p14:cNvPr>
              <p14:cNvContentPartPr/>
              <p14:nvPr/>
            </p14:nvContentPartPr>
            <p14:xfrm>
              <a:off x="1606474" y="2104113"/>
              <a:ext cx="259920" cy="316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4F8358-572E-42E6-A3A2-7365E36D56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02154" y="2099793"/>
                <a:ext cx="26856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62CB38-7185-4DEB-95F2-861297151A9B}"/>
                  </a:ext>
                </a:extLst>
              </p14:cNvPr>
              <p14:cNvContentPartPr/>
              <p14:nvPr/>
            </p14:nvContentPartPr>
            <p14:xfrm>
              <a:off x="3096874" y="3299313"/>
              <a:ext cx="1935000" cy="2169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62CB38-7185-4DEB-95F2-861297151A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2554" y="3294993"/>
                <a:ext cx="1943640" cy="217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DEEE0C2F-1D10-4155-A11C-3F3DDF02E507}"/>
              </a:ext>
            </a:extLst>
          </p:cNvPr>
          <p:cNvGrpSpPr/>
          <p:nvPr/>
        </p:nvGrpSpPr>
        <p:grpSpPr>
          <a:xfrm>
            <a:off x="1464634" y="434793"/>
            <a:ext cx="6977160" cy="5462280"/>
            <a:chOff x="1464634" y="434793"/>
            <a:chExt cx="6977160" cy="54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481328-8847-4575-BB30-0C27AE604732}"/>
                    </a:ext>
                  </a:extLst>
                </p14:cNvPr>
                <p14:cNvContentPartPr/>
                <p14:nvPr/>
              </p14:nvContentPartPr>
              <p14:xfrm>
                <a:off x="1519354" y="683193"/>
                <a:ext cx="62640" cy="454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481328-8847-4575-BB30-0C27AE6047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15034" y="678873"/>
                  <a:ext cx="712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F949C7C-20F1-4F50-9EA1-AB249C265207}"/>
                    </a:ext>
                  </a:extLst>
                </p14:cNvPr>
                <p14:cNvContentPartPr/>
                <p14:nvPr/>
              </p14:nvContentPartPr>
              <p14:xfrm>
                <a:off x="1491274" y="638553"/>
                <a:ext cx="383040" cy="379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F949C7C-20F1-4F50-9EA1-AB249C2652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6954" y="634233"/>
                  <a:ext cx="3916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94653B-DF28-4D94-97B6-74FAB73E7E2F}"/>
                    </a:ext>
                  </a:extLst>
                </p14:cNvPr>
                <p14:cNvContentPartPr/>
                <p14:nvPr/>
              </p14:nvContentPartPr>
              <p14:xfrm>
                <a:off x="1464634" y="879033"/>
                <a:ext cx="662400" cy="62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94653B-DF28-4D94-97B6-74FAB73E7E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60314" y="874713"/>
                  <a:ext cx="671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99167C-A63B-4FA8-8A5B-E33038BD9AA8}"/>
                    </a:ext>
                  </a:extLst>
                </p14:cNvPr>
                <p14:cNvContentPartPr/>
                <p14:nvPr/>
              </p14:nvContentPartPr>
              <p14:xfrm>
                <a:off x="2226754" y="629193"/>
                <a:ext cx="455760" cy="443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99167C-A63B-4FA8-8A5B-E33038BD9A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22434" y="624873"/>
                  <a:ext cx="4644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927525-3C8B-4A1B-8B0D-1DB0ED591680}"/>
                    </a:ext>
                  </a:extLst>
                </p14:cNvPr>
                <p14:cNvContentPartPr/>
                <p14:nvPr/>
              </p14:nvContentPartPr>
              <p14:xfrm>
                <a:off x="1569754" y="1198713"/>
                <a:ext cx="188280" cy="216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927525-3C8B-4A1B-8B0D-1DB0ED5916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65434" y="1194393"/>
                  <a:ext cx="196920" cy="21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A9EC51-0CB2-42E7-8CA1-4BA06228C35C}"/>
                    </a:ext>
                  </a:extLst>
                </p14:cNvPr>
                <p14:cNvContentPartPr/>
                <p14:nvPr/>
              </p14:nvContentPartPr>
              <p14:xfrm>
                <a:off x="2485234" y="1215993"/>
                <a:ext cx="286560" cy="233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A9EC51-0CB2-42E7-8CA1-4BA06228C3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80914" y="1211673"/>
                  <a:ext cx="295200" cy="23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1A4E4B-D142-4643-98C6-4D16235BCC2F}"/>
                    </a:ext>
                  </a:extLst>
                </p14:cNvPr>
                <p14:cNvContentPartPr/>
                <p14:nvPr/>
              </p14:nvContentPartPr>
              <p14:xfrm>
                <a:off x="1677754" y="1269273"/>
                <a:ext cx="2876400" cy="223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1A4E4B-D142-4643-98C6-4D16235BCC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3434" y="1264953"/>
                  <a:ext cx="2885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CE7C1E-1CDB-4F2B-BF0C-09945ED75575}"/>
                    </a:ext>
                  </a:extLst>
                </p14:cNvPr>
                <p14:cNvContentPartPr/>
                <p14:nvPr/>
              </p14:nvContentPartPr>
              <p14:xfrm>
                <a:off x="2760634" y="1606233"/>
                <a:ext cx="1677240" cy="20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CE7C1E-1CDB-4F2B-BF0C-09945ED755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56314" y="1601913"/>
                  <a:ext cx="1685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9C74727-46DB-4D0C-A82F-6DDEF1BC5A73}"/>
                    </a:ext>
                  </a:extLst>
                </p14:cNvPr>
                <p14:cNvContentPartPr/>
                <p14:nvPr/>
              </p14:nvContentPartPr>
              <p14:xfrm>
                <a:off x="4296754" y="1145073"/>
                <a:ext cx="267840" cy="84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9C74727-46DB-4D0C-A82F-6DDEF1BC5A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92434" y="1140753"/>
                  <a:ext cx="27648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4AB98C-FB06-4F20-A1CC-F919BFEE5CB4}"/>
                    </a:ext>
                  </a:extLst>
                </p14:cNvPr>
                <p14:cNvContentPartPr/>
                <p14:nvPr/>
              </p14:nvContentPartPr>
              <p14:xfrm>
                <a:off x="4358674" y="983073"/>
                <a:ext cx="1212840" cy="550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4AB98C-FB06-4F20-A1CC-F919BFEE5C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4354" y="978753"/>
                  <a:ext cx="122148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ABA563-AF36-492C-8357-2003706DD343}"/>
                    </a:ext>
                  </a:extLst>
                </p14:cNvPr>
                <p14:cNvContentPartPr/>
                <p14:nvPr/>
              </p14:nvContentPartPr>
              <p14:xfrm>
                <a:off x="4332034" y="1418313"/>
                <a:ext cx="1178280" cy="55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ABA563-AF36-492C-8357-2003706DD3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27714" y="1413993"/>
                  <a:ext cx="118692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410D87-18C2-4AF1-A4DB-D4DC9D574550}"/>
                    </a:ext>
                  </a:extLst>
                </p14:cNvPr>
                <p14:cNvContentPartPr/>
                <p14:nvPr/>
              </p14:nvContentPartPr>
              <p14:xfrm>
                <a:off x="4884994" y="434793"/>
                <a:ext cx="461880" cy="418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6410D87-18C2-4AF1-A4DB-D4DC9D5745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80674" y="430473"/>
                  <a:ext cx="4705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206946-2DBF-4FA3-ABC2-CC7059898219}"/>
                    </a:ext>
                  </a:extLst>
                </p14:cNvPr>
                <p14:cNvContentPartPr/>
                <p14:nvPr/>
              </p14:nvContentPartPr>
              <p14:xfrm>
                <a:off x="5422474" y="708393"/>
                <a:ext cx="207000" cy="206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206946-2DBF-4FA3-ABC2-CC70598982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18154" y="704073"/>
                  <a:ext cx="215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B28212-949F-41FB-B748-48155A15695F}"/>
                    </a:ext>
                  </a:extLst>
                </p14:cNvPr>
                <p14:cNvContentPartPr/>
                <p14:nvPr/>
              </p14:nvContentPartPr>
              <p14:xfrm>
                <a:off x="1748674" y="2396793"/>
                <a:ext cx="333360" cy="7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B28212-949F-41FB-B748-48155A1569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44354" y="2392473"/>
                  <a:ext cx="342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5F68F6-AA33-499E-8ED4-48C1C10EA899}"/>
                    </a:ext>
                  </a:extLst>
                </p14:cNvPr>
                <p14:cNvContentPartPr/>
                <p14:nvPr/>
              </p14:nvContentPartPr>
              <p14:xfrm>
                <a:off x="1766674" y="2370153"/>
                <a:ext cx="275400" cy="185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5F68F6-AA33-499E-8ED4-48C1C10EA8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62354" y="2365833"/>
                  <a:ext cx="284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AD5FF4-485C-4009-98A1-5536C34A2AB3}"/>
                    </a:ext>
                  </a:extLst>
                </p14:cNvPr>
                <p14:cNvContentPartPr/>
                <p14:nvPr/>
              </p14:nvContentPartPr>
              <p14:xfrm>
                <a:off x="1862434" y="2563113"/>
                <a:ext cx="118440" cy="127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AD5FF4-485C-4009-98A1-5536C34A2A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58114" y="2558793"/>
                  <a:ext cx="127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0A696C-A534-4644-8A12-420247DCA782}"/>
                    </a:ext>
                  </a:extLst>
                </p14:cNvPr>
                <p14:cNvContentPartPr/>
                <p14:nvPr/>
              </p14:nvContentPartPr>
              <p14:xfrm>
                <a:off x="1899514" y="2605593"/>
                <a:ext cx="3107880" cy="830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0A696C-A534-4644-8A12-420247DCA7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95194" y="2601273"/>
                  <a:ext cx="311652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672A5B-478D-452A-893E-3DE6CD13CED3}"/>
                    </a:ext>
                  </a:extLst>
                </p14:cNvPr>
                <p14:cNvContentPartPr/>
                <p14:nvPr/>
              </p14:nvContentPartPr>
              <p14:xfrm>
                <a:off x="2716354" y="2681913"/>
                <a:ext cx="2096280" cy="327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672A5B-478D-452A-893E-3DE6CD13CE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12034" y="2677593"/>
                  <a:ext cx="2104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4E0F02-FCCF-4C50-95BF-2E2169A6D083}"/>
                    </a:ext>
                  </a:extLst>
                </p14:cNvPr>
                <p14:cNvContentPartPr/>
                <p14:nvPr/>
              </p14:nvContentPartPr>
              <p14:xfrm>
                <a:off x="4571794" y="2707113"/>
                <a:ext cx="401760" cy="82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4E0F02-FCCF-4C50-95BF-2E2169A6D0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67474" y="2702793"/>
                  <a:ext cx="41040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5A0C48-99E4-4276-9889-38A265588B10}"/>
                    </a:ext>
                  </a:extLst>
                </p14:cNvPr>
                <p14:cNvContentPartPr/>
                <p14:nvPr/>
              </p14:nvContentPartPr>
              <p14:xfrm>
                <a:off x="4625074" y="2546913"/>
                <a:ext cx="967320" cy="686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5A0C48-99E4-4276-9889-38A265588B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20754" y="2542593"/>
                  <a:ext cx="97596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752255-C997-4F2C-9EE8-3D28537F9631}"/>
                    </a:ext>
                  </a:extLst>
                </p14:cNvPr>
                <p14:cNvContentPartPr/>
                <p14:nvPr/>
              </p14:nvContentPartPr>
              <p14:xfrm>
                <a:off x="4731634" y="3061713"/>
                <a:ext cx="801720" cy="436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752255-C997-4F2C-9EE8-3D28537F96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27314" y="3057393"/>
                  <a:ext cx="8103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21ADEC-FC24-4294-8C72-11FD9531ABDD}"/>
                    </a:ext>
                  </a:extLst>
                </p14:cNvPr>
                <p14:cNvContentPartPr/>
                <p14:nvPr/>
              </p14:nvContentPartPr>
              <p14:xfrm>
                <a:off x="5183794" y="2228313"/>
                <a:ext cx="211680" cy="30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21ADEC-FC24-4294-8C72-11FD9531AB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79474" y="2223993"/>
                  <a:ext cx="220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703407-D11B-4A31-B8C3-7F57CF920B3B}"/>
                    </a:ext>
                  </a:extLst>
                </p14:cNvPr>
                <p14:cNvContentPartPr/>
                <p14:nvPr/>
              </p14:nvContentPartPr>
              <p14:xfrm>
                <a:off x="5486194" y="2477073"/>
                <a:ext cx="91440" cy="264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703407-D11B-4A31-B8C3-7F57CF920B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81874" y="2472753"/>
                  <a:ext cx="100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0367158-5850-41B5-8245-36EA619741F9}"/>
                    </a:ext>
                  </a:extLst>
                </p14:cNvPr>
                <p14:cNvContentPartPr/>
                <p14:nvPr/>
              </p14:nvContentPartPr>
              <p14:xfrm>
                <a:off x="2920834" y="1509033"/>
                <a:ext cx="54720" cy="230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0367158-5850-41B5-8245-36EA619741F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16514" y="1504713"/>
                  <a:ext cx="63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79669F-0F95-4008-8CB1-2F8C967FD309}"/>
                    </a:ext>
                  </a:extLst>
                </p14:cNvPr>
                <p14:cNvContentPartPr/>
                <p14:nvPr/>
              </p14:nvContentPartPr>
              <p14:xfrm>
                <a:off x="2973754" y="1748793"/>
                <a:ext cx="25920" cy="76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079669F-0F95-4008-8CB1-2F8C967FD3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69434" y="1744473"/>
                  <a:ext cx="34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69AE0A-71CB-4F0B-ADEE-8DBFD871CD96}"/>
                    </a:ext>
                  </a:extLst>
                </p14:cNvPr>
                <p14:cNvContentPartPr/>
                <p14:nvPr/>
              </p14:nvContentPartPr>
              <p14:xfrm>
                <a:off x="2926234" y="1473393"/>
                <a:ext cx="191520" cy="37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69AE0A-71CB-4F0B-ADEE-8DBFD871CD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21914" y="1469073"/>
                  <a:ext cx="2001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02C7A7-BEA7-4067-AF99-84565C3F0F36}"/>
                    </a:ext>
                  </a:extLst>
                </p14:cNvPr>
                <p14:cNvContentPartPr/>
                <p14:nvPr/>
              </p14:nvContentPartPr>
              <p14:xfrm>
                <a:off x="3101914" y="1516953"/>
                <a:ext cx="78480" cy="148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02C7A7-BEA7-4067-AF99-84565C3F0F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97594" y="1512633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B235B4-6F87-446B-8AE2-8B215D2123A4}"/>
                    </a:ext>
                  </a:extLst>
                </p14:cNvPr>
                <p14:cNvContentPartPr/>
                <p14:nvPr/>
              </p14:nvContentPartPr>
              <p14:xfrm>
                <a:off x="1499554" y="3329193"/>
                <a:ext cx="144000" cy="2485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B235B4-6F87-446B-8AE2-8B215D2123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95234" y="3324873"/>
                  <a:ext cx="152640" cy="24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E03025-0CBD-4100-B6D2-B80E6E5CA97F}"/>
                    </a:ext>
                  </a:extLst>
                </p14:cNvPr>
                <p14:cNvContentPartPr/>
                <p14:nvPr/>
              </p14:nvContentPartPr>
              <p14:xfrm>
                <a:off x="1508914" y="4455993"/>
                <a:ext cx="3281400" cy="143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E03025-0CBD-4100-B6D2-B80E6E5CA9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4594" y="4451673"/>
                  <a:ext cx="3290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C7B599-FE0E-4303-BE32-81B17AC7704A}"/>
                    </a:ext>
                  </a:extLst>
                </p14:cNvPr>
                <p14:cNvContentPartPr/>
                <p14:nvPr/>
              </p14:nvContentPartPr>
              <p14:xfrm>
                <a:off x="2634994" y="3488673"/>
                <a:ext cx="171720" cy="934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C7B599-FE0E-4303-BE32-81B17AC770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0674" y="3484353"/>
                  <a:ext cx="18036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604888-5B06-4683-87DF-C09AC48DDF24}"/>
                    </a:ext>
                  </a:extLst>
                </p14:cNvPr>
                <p14:cNvContentPartPr/>
                <p14:nvPr/>
              </p14:nvContentPartPr>
              <p14:xfrm>
                <a:off x="2645434" y="3994833"/>
                <a:ext cx="2054880" cy="160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604888-5B06-4683-87DF-C09AC48DDF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41114" y="3990513"/>
                  <a:ext cx="2063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570CBF-4145-458D-AAA9-A075393CC54F}"/>
                    </a:ext>
                  </a:extLst>
                </p14:cNvPr>
                <p14:cNvContentPartPr/>
                <p14:nvPr/>
              </p14:nvContentPartPr>
              <p14:xfrm>
                <a:off x="4447234" y="3746073"/>
                <a:ext cx="276480" cy="1210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570CBF-4145-458D-AAA9-A075393CC5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42914" y="3741753"/>
                  <a:ext cx="285120" cy="12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BA00C06-4DDE-4B88-BEDF-FBFD841090F9}"/>
                    </a:ext>
                  </a:extLst>
                </p14:cNvPr>
                <p14:cNvContentPartPr/>
                <p14:nvPr/>
              </p14:nvContentPartPr>
              <p14:xfrm>
                <a:off x="4536514" y="3773073"/>
                <a:ext cx="769680" cy="747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BA00C06-4DDE-4B88-BEDF-FBFD841090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32194" y="3768753"/>
                  <a:ext cx="77832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9F724A8-ABD9-4323-9BCA-02BF3D1B9299}"/>
                    </a:ext>
                  </a:extLst>
                </p14:cNvPr>
                <p14:cNvContentPartPr/>
                <p14:nvPr/>
              </p14:nvContentPartPr>
              <p14:xfrm>
                <a:off x="4642714" y="4393713"/>
                <a:ext cx="724680" cy="439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9F724A8-ABD9-4323-9BCA-02BF3D1B92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38394" y="4389393"/>
                  <a:ext cx="7333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AF4AAA-1E4B-463C-BC2E-EA4C4A05576E}"/>
                    </a:ext>
                  </a:extLst>
                </p14:cNvPr>
                <p14:cNvContentPartPr/>
                <p14:nvPr/>
              </p14:nvContentPartPr>
              <p14:xfrm>
                <a:off x="3355354" y="1526313"/>
                <a:ext cx="1563840" cy="4173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AF4AAA-1E4B-463C-BC2E-EA4C4A0557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51034" y="1521993"/>
                  <a:ext cx="1572480" cy="41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CB3395-C0EF-4739-B2DA-560DE142D074}"/>
                    </a:ext>
                  </a:extLst>
                </p14:cNvPr>
                <p14:cNvContentPartPr/>
                <p14:nvPr/>
              </p14:nvContentPartPr>
              <p14:xfrm>
                <a:off x="4774114" y="4997073"/>
                <a:ext cx="198720" cy="900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CB3395-C0EF-4739-B2DA-560DE142D0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69794" y="4992753"/>
                  <a:ext cx="20736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C55E68-5A5D-4DC8-846B-E08ECA329069}"/>
                    </a:ext>
                  </a:extLst>
                </p14:cNvPr>
                <p14:cNvContentPartPr/>
                <p14:nvPr/>
              </p14:nvContentPartPr>
              <p14:xfrm>
                <a:off x="4900114" y="4980153"/>
                <a:ext cx="465480" cy="609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C55E68-5A5D-4DC8-846B-E08ECA3290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95794" y="4975833"/>
                  <a:ext cx="47412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06BD820-581D-47AD-8CCE-E39E5F10A623}"/>
                    </a:ext>
                  </a:extLst>
                </p14:cNvPr>
                <p14:cNvContentPartPr/>
                <p14:nvPr/>
              </p14:nvContentPartPr>
              <p14:xfrm>
                <a:off x="4838554" y="5398113"/>
                <a:ext cx="618480" cy="487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06BD820-581D-47AD-8CCE-E39E5F10A62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34234" y="5393793"/>
                  <a:ext cx="6271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4F706E3-94E9-41D9-9BB9-3F295A7C9E4B}"/>
                    </a:ext>
                  </a:extLst>
                </p14:cNvPr>
                <p14:cNvContentPartPr/>
                <p14:nvPr/>
              </p14:nvContentPartPr>
              <p14:xfrm>
                <a:off x="5210794" y="4252233"/>
                <a:ext cx="1881360" cy="238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4F706E3-94E9-41D9-9BB9-3F295A7C9E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06474" y="4247913"/>
                  <a:ext cx="1890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C859CE9-F768-40C9-8ED9-1B59A0BCE2F9}"/>
                    </a:ext>
                  </a:extLst>
                </p14:cNvPr>
                <p14:cNvContentPartPr/>
                <p14:nvPr/>
              </p14:nvContentPartPr>
              <p14:xfrm>
                <a:off x="5308354" y="5307393"/>
                <a:ext cx="1758960" cy="205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C859CE9-F768-40C9-8ED9-1B59A0BCE2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04034" y="5303073"/>
                  <a:ext cx="1767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836290-DCE1-4671-A45D-DC8913E44912}"/>
                    </a:ext>
                  </a:extLst>
                </p14:cNvPr>
                <p14:cNvContentPartPr/>
                <p14:nvPr/>
              </p14:nvContentPartPr>
              <p14:xfrm>
                <a:off x="7039954" y="4447353"/>
                <a:ext cx="115920" cy="579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836290-DCE1-4671-A45D-DC8913E4491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35634" y="4443033"/>
                  <a:ext cx="1245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4662C54-FA19-4791-A2FD-B4F4A6D7A69F}"/>
                    </a:ext>
                  </a:extLst>
                </p14:cNvPr>
                <p14:cNvContentPartPr/>
                <p14:nvPr/>
              </p14:nvContentPartPr>
              <p14:xfrm>
                <a:off x="7114474" y="5157633"/>
                <a:ext cx="41040" cy="366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4662C54-FA19-4791-A2FD-B4F4A6D7A6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10154" y="5153313"/>
                  <a:ext cx="49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76F329-D994-4423-A425-6FEAB374F1F9}"/>
                    </a:ext>
                  </a:extLst>
                </p14:cNvPr>
                <p14:cNvContentPartPr/>
                <p14:nvPr/>
              </p14:nvContentPartPr>
              <p14:xfrm>
                <a:off x="7146514" y="5076993"/>
                <a:ext cx="197280" cy="72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76F329-D994-4423-A425-6FEAB374F1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42194" y="5072673"/>
                  <a:ext cx="205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687300-C09A-4FA0-AC1E-3D08B6782A91}"/>
                    </a:ext>
                  </a:extLst>
                </p14:cNvPr>
                <p14:cNvContentPartPr/>
                <p14:nvPr/>
              </p14:nvContentPartPr>
              <p14:xfrm>
                <a:off x="7128514" y="4944513"/>
                <a:ext cx="286560" cy="72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687300-C09A-4FA0-AC1E-3D08B6782A9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24194" y="4940193"/>
                  <a:ext cx="295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E69670-BDDF-4133-AD26-FAD37374E4B3}"/>
                    </a:ext>
                  </a:extLst>
                </p14:cNvPr>
                <p14:cNvContentPartPr/>
                <p14:nvPr/>
              </p14:nvContentPartPr>
              <p14:xfrm>
                <a:off x="7367554" y="4776033"/>
                <a:ext cx="73080" cy="835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E69670-BDDF-4133-AD26-FAD37374E4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63234" y="4771713"/>
                  <a:ext cx="8172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6AC5CC-238C-43EE-AD84-F4E3468703E2}"/>
                    </a:ext>
                  </a:extLst>
                </p14:cNvPr>
                <p14:cNvContentPartPr/>
                <p14:nvPr/>
              </p14:nvContentPartPr>
              <p14:xfrm>
                <a:off x="7394554" y="4819233"/>
                <a:ext cx="515520" cy="713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6AC5CC-238C-43EE-AD84-F4E3468703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90234" y="4814913"/>
                  <a:ext cx="52416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1E2B46-1D51-43DF-BE9F-1F81E351CB15}"/>
                    </a:ext>
                  </a:extLst>
                </p14:cNvPr>
                <p14:cNvContentPartPr/>
                <p14:nvPr/>
              </p14:nvContentPartPr>
              <p14:xfrm>
                <a:off x="7784434" y="4438713"/>
                <a:ext cx="437760" cy="264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1E2B46-1D51-43DF-BE9F-1F81E351CB1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0114" y="4434393"/>
                  <a:ext cx="44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62A981A-0B49-4EDD-80E6-6DE645880911}"/>
                    </a:ext>
                  </a:extLst>
                </p14:cNvPr>
                <p14:cNvContentPartPr/>
                <p14:nvPr/>
              </p14:nvContentPartPr>
              <p14:xfrm>
                <a:off x="8275114" y="4491633"/>
                <a:ext cx="166680" cy="239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62A981A-0B49-4EDD-80E6-6DE6458809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0794" y="4487313"/>
                  <a:ext cx="1753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F029E06-8D42-4846-AA4D-60F4270D17CB}"/>
              </a:ext>
            </a:extLst>
          </p:cNvPr>
          <p:cNvGrpSpPr/>
          <p:nvPr/>
        </p:nvGrpSpPr>
        <p:grpSpPr>
          <a:xfrm>
            <a:off x="8422354" y="204033"/>
            <a:ext cx="3162600" cy="652680"/>
            <a:chOff x="8422354" y="204033"/>
            <a:chExt cx="316260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8AC9AA2-1B23-4245-893D-9C9F8A82F27A}"/>
                    </a:ext>
                  </a:extLst>
                </p14:cNvPr>
                <p14:cNvContentPartPr/>
                <p14:nvPr/>
              </p14:nvContentPartPr>
              <p14:xfrm>
                <a:off x="8442154" y="204033"/>
                <a:ext cx="81000" cy="538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8AC9AA2-1B23-4245-893D-9C9F8A82F27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37834" y="199713"/>
                  <a:ext cx="896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C85DC0-50C1-48FB-A6D2-B76D17CAE688}"/>
                    </a:ext>
                  </a:extLst>
                </p14:cNvPr>
                <p14:cNvContentPartPr/>
                <p14:nvPr/>
              </p14:nvContentPartPr>
              <p14:xfrm>
                <a:off x="8422354" y="418953"/>
                <a:ext cx="286920" cy="286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C85DC0-50C1-48FB-A6D2-B76D17CAE6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18034" y="414633"/>
                  <a:ext cx="295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C7E97AB-AED3-47DC-AAF8-4AD76537E105}"/>
                    </a:ext>
                  </a:extLst>
                </p14:cNvPr>
                <p14:cNvContentPartPr/>
                <p14:nvPr/>
              </p14:nvContentPartPr>
              <p14:xfrm>
                <a:off x="8726554" y="457833"/>
                <a:ext cx="300600" cy="245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C7E97AB-AED3-47DC-AAF8-4AD76537E10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22234" y="453513"/>
                  <a:ext cx="309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6788B0-81B4-44D1-B692-EBE3D73CF906}"/>
                    </a:ext>
                  </a:extLst>
                </p14:cNvPr>
                <p14:cNvContentPartPr/>
                <p14:nvPr/>
              </p14:nvContentPartPr>
              <p14:xfrm>
                <a:off x="9033274" y="435153"/>
                <a:ext cx="39600" cy="237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6788B0-81B4-44D1-B692-EBE3D73CF90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8954" y="430833"/>
                  <a:ext cx="48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F0F765-2FD4-4B12-8E22-D4A42572C265}"/>
                    </a:ext>
                  </a:extLst>
                </p14:cNvPr>
                <p14:cNvContentPartPr/>
                <p14:nvPr/>
              </p14:nvContentPartPr>
              <p14:xfrm>
                <a:off x="9090514" y="376113"/>
                <a:ext cx="24480" cy="16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3F0F765-2FD4-4B12-8E22-D4A42572C26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86194" y="371793"/>
                  <a:ext cx="33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CC4E12-8828-4813-AE3D-A572E64F38D3}"/>
                    </a:ext>
                  </a:extLst>
                </p14:cNvPr>
                <p14:cNvContentPartPr/>
                <p14:nvPr/>
              </p14:nvContentPartPr>
              <p14:xfrm>
                <a:off x="9329194" y="506073"/>
                <a:ext cx="197640" cy="196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CC4E12-8828-4813-AE3D-A572E64F38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24874" y="501753"/>
                  <a:ext cx="2062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EFBDA0-6956-4CB3-A390-2B03AFA80E2A}"/>
                    </a:ext>
                  </a:extLst>
                </p14:cNvPr>
                <p14:cNvContentPartPr/>
                <p14:nvPr/>
              </p14:nvContentPartPr>
              <p14:xfrm>
                <a:off x="9612874" y="509313"/>
                <a:ext cx="248760" cy="228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EFBDA0-6956-4CB3-A390-2B03AFA80E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08554" y="504993"/>
                  <a:ext cx="25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C6C416F-9BC9-4ECE-B924-1BBAC40315D9}"/>
                    </a:ext>
                  </a:extLst>
                </p14:cNvPr>
                <p14:cNvContentPartPr/>
                <p14:nvPr/>
              </p14:nvContentPartPr>
              <p14:xfrm>
                <a:off x="9862354" y="489153"/>
                <a:ext cx="354600" cy="251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C6C416F-9BC9-4ECE-B924-1BBAC40315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58034" y="484833"/>
                  <a:ext cx="3632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D265F03-6B39-429E-A9B6-FCDE9277E15B}"/>
                    </a:ext>
                  </a:extLst>
                </p14:cNvPr>
                <p14:cNvContentPartPr/>
                <p14:nvPr/>
              </p14:nvContentPartPr>
              <p14:xfrm>
                <a:off x="10228474" y="381513"/>
                <a:ext cx="60120" cy="475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D265F03-6B39-429E-A9B6-FCDE9277E1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24154" y="377193"/>
                  <a:ext cx="687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5D08B0-8D07-48A9-9EAB-8E7D19DCAD26}"/>
                    </a:ext>
                  </a:extLst>
                </p14:cNvPr>
                <p14:cNvContentPartPr/>
                <p14:nvPr/>
              </p14:nvContentPartPr>
              <p14:xfrm>
                <a:off x="10217674" y="592833"/>
                <a:ext cx="252000" cy="64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5D08B0-8D07-48A9-9EAB-8E7D19DCAD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13354" y="588513"/>
                  <a:ext cx="260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05343D-B8F9-4EA6-AD31-AD2F543ECF47}"/>
                    </a:ext>
                  </a:extLst>
                </p14:cNvPr>
                <p14:cNvContentPartPr/>
                <p14:nvPr/>
              </p14:nvContentPartPr>
              <p14:xfrm>
                <a:off x="10475434" y="585633"/>
                <a:ext cx="72000" cy="132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05343D-B8F9-4EA6-AD31-AD2F543ECF4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71114" y="581313"/>
                  <a:ext cx="80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7BF20C-F121-431F-BB8F-67E5CBBED295}"/>
                    </a:ext>
                  </a:extLst>
                </p14:cNvPr>
                <p14:cNvContentPartPr/>
                <p14:nvPr/>
              </p14:nvContentPartPr>
              <p14:xfrm>
                <a:off x="10519714" y="452793"/>
                <a:ext cx="42120" cy="124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7BF20C-F121-431F-BB8F-67E5CBBED29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15394" y="448473"/>
                  <a:ext cx="50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DDF7AD1-47CF-4FEA-9602-DEB1D03E9A70}"/>
                    </a:ext>
                  </a:extLst>
                </p14:cNvPr>
                <p14:cNvContentPartPr/>
                <p14:nvPr/>
              </p14:nvContentPartPr>
              <p14:xfrm>
                <a:off x="10679194" y="390153"/>
                <a:ext cx="142560" cy="460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DDF7AD1-47CF-4FEA-9602-DEB1D03E9A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74874" y="385833"/>
                  <a:ext cx="1512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1C74F2-AAC0-4DC1-A8EF-63F530C5FA9E}"/>
                    </a:ext>
                  </a:extLst>
                </p14:cNvPr>
                <p14:cNvContentPartPr/>
                <p14:nvPr/>
              </p14:nvContentPartPr>
              <p14:xfrm>
                <a:off x="10724194" y="603633"/>
                <a:ext cx="386640" cy="248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1C74F2-AAC0-4DC1-A8EF-63F530C5FA9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19874" y="599313"/>
                  <a:ext cx="395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B1FB29-1585-46B9-9861-4A4D6AD3DAF5}"/>
                    </a:ext>
                  </a:extLst>
                </p14:cNvPr>
                <p14:cNvContentPartPr/>
                <p14:nvPr/>
              </p14:nvContentPartPr>
              <p14:xfrm>
                <a:off x="11274994" y="406353"/>
                <a:ext cx="309960" cy="406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B1FB29-1585-46B9-9861-4A4D6AD3DAF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70674" y="402033"/>
                  <a:ext cx="31860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1157DAD-3637-4DF9-854B-AE438C719F69}"/>
                  </a:ext>
                </a:extLst>
              </p14:cNvPr>
              <p14:cNvContentPartPr/>
              <p14:nvPr/>
            </p14:nvContentPartPr>
            <p14:xfrm>
              <a:off x="6649354" y="1145073"/>
              <a:ext cx="36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1157DAD-3637-4DF9-854B-AE438C719F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5034" y="1140753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39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7358F4-A412-4DA5-82BA-C3029CDE1199}"/>
                  </a:ext>
                </a:extLst>
              </p14:cNvPr>
              <p14:cNvContentPartPr/>
              <p14:nvPr/>
            </p14:nvContentPartPr>
            <p14:xfrm>
              <a:off x="2920834" y="2396073"/>
              <a:ext cx="1659240" cy="36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7358F4-A412-4DA5-82BA-C3029CDE1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6514" y="2391753"/>
                <a:ext cx="1667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2E6A9B4-0409-423A-A31F-559424097403}"/>
                  </a:ext>
                </a:extLst>
              </p14:cNvPr>
              <p14:cNvContentPartPr/>
              <p14:nvPr/>
            </p14:nvContentPartPr>
            <p14:xfrm>
              <a:off x="1740034" y="2636553"/>
              <a:ext cx="2954160" cy="327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2E6A9B4-0409-423A-A31F-5594240974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5714" y="2632233"/>
                <a:ext cx="29628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65A38EF-7F37-4AEE-B622-25963A317E3D}"/>
                  </a:ext>
                </a:extLst>
              </p14:cNvPr>
              <p14:cNvContentPartPr/>
              <p14:nvPr/>
            </p14:nvContentPartPr>
            <p14:xfrm>
              <a:off x="7987474" y="2773353"/>
              <a:ext cx="171720" cy="2610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65A38EF-7F37-4AEE-B622-25963A317E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3154" y="2769033"/>
                <a:ext cx="18036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D2878D4-1D07-48BB-A81C-8AB9C4A421EC}"/>
              </a:ext>
            </a:extLst>
          </p:cNvPr>
          <p:cNvGrpSpPr/>
          <p:nvPr/>
        </p:nvGrpSpPr>
        <p:grpSpPr>
          <a:xfrm>
            <a:off x="1769194" y="686433"/>
            <a:ext cx="9025200" cy="5002920"/>
            <a:chOff x="1769194" y="686433"/>
            <a:chExt cx="9025200" cy="50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8FFAD2-E441-44BD-908D-8E83E7183229}"/>
                    </a:ext>
                  </a:extLst>
                </p14:cNvPr>
                <p14:cNvContentPartPr/>
                <p14:nvPr/>
              </p14:nvContentPartPr>
              <p14:xfrm>
                <a:off x="2813194" y="686433"/>
                <a:ext cx="205920" cy="402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8FFAD2-E441-44BD-908D-8E83E71832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08874" y="682113"/>
                  <a:ext cx="2145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7E69B6-0619-4E47-8335-18E8873AA707}"/>
                    </a:ext>
                  </a:extLst>
                </p14:cNvPr>
                <p14:cNvContentPartPr/>
                <p14:nvPr/>
              </p14:nvContentPartPr>
              <p14:xfrm>
                <a:off x="1874314" y="709833"/>
                <a:ext cx="232920" cy="384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7E69B6-0619-4E47-8335-18E8873AA7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9994" y="705513"/>
                  <a:ext cx="2415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8123FA0-0A93-4C30-81B2-B9A903CF0464}"/>
                    </a:ext>
                  </a:extLst>
                </p14:cNvPr>
                <p14:cNvContentPartPr/>
                <p14:nvPr/>
              </p14:nvContentPartPr>
              <p14:xfrm>
                <a:off x="1890874" y="834033"/>
                <a:ext cx="297360" cy="69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8123FA0-0A93-4C30-81B2-B9A903CF04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6554" y="829713"/>
                  <a:ext cx="306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263ADB-60FF-4BF3-B3EE-4C728C1627E3}"/>
                    </a:ext>
                  </a:extLst>
                </p14:cNvPr>
                <p14:cNvContentPartPr/>
                <p14:nvPr/>
              </p14:nvContentPartPr>
              <p14:xfrm>
                <a:off x="1769194" y="1277913"/>
                <a:ext cx="363960" cy="4315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263ADB-60FF-4BF3-B3EE-4C728C1627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64874" y="1273593"/>
                  <a:ext cx="372600" cy="43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AC68D2-074D-44D5-8E50-FA0A8E62B976}"/>
                    </a:ext>
                  </a:extLst>
                </p14:cNvPr>
                <p14:cNvContentPartPr/>
                <p14:nvPr/>
              </p14:nvContentPartPr>
              <p14:xfrm>
                <a:off x="2769634" y="1233633"/>
                <a:ext cx="212400" cy="4455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AC68D2-074D-44D5-8E50-FA0A8E62B9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5314" y="1229313"/>
                  <a:ext cx="221040" cy="44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13044B3-48A2-4519-8D5D-A1D4165C5509}"/>
                    </a:ext>
                  </a:extLst>
                </p14:cNvPr>
                <p14:cNvContentPartPr/>
                <p14:nvPr/>
              </p14:nvContentPartPr>
              <p14:xfrm>
                <a:off x="1846234" y="3603513"/>
                <a:ext cx="1975680" cy="352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13044B3-48A2-4519-8D5D-A1D4165C55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1914" y="3599193"/>
                  <a:ext cx="19843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86C751-3645-4C22-B717-D7C48BE234E6}"/>
                    </a:ext>
                  </a:extLst>
                </p14:cNvPr>
                <p14:cNvContentPartPr/>
                <p14:nvPr/>
              </p14:nvContentPartPr>
              <p14:xfrm>
                <a:off x="3799594" y="3612873"/>
                <a:ext cx="330120" cy="329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86C751-3645-4C22-B717-D7C48BE234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95274" y="3608553"/>
                  <a:ext cx="338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F908F83-47CB-4E3A-871D-3E12BAE8B7AE}"/>
                    </a:ext>
                  </a:extLst>
                </p14:cNvPr>
                <p14:cNvContentPartPr/>
                <p14:nvPr/>
              </p14:nvContentPartPr>
              <p14:xfrm>
                <a:off x="4127554" y="3701073"/>
                <a:ext cx="999360" cy="22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F908F83-47CB-4E3A-871D-3E12BAE8B7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23234" y="3696753"/>
                  <a:ext cx="1008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5AA855D-D9A8-466E-8251-1E5C7A5A1678}"/>
                    </a:ext>
                  </a:extLst>
                </p14:cNvPr>
                <p14:cNvContentPartPr/>
                <p14:nvPr/>
              </p14:nvContentPartPr>
              <p14:xfrm>
                <a:off x="2894194" y="3962793"/>
                <a:ext cx="2156760" cy="200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5AA855D-D9A8-466E-8251-1E5C7A5A16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89874" y="3958473"/>
                  <a:ext cx="2165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30C1272-B2B9-44FE-A51B-9BDDBB6278B8}"/>
                    </a:ext>
                  </a:extLst>
                </p14:cNvPr>
                <p14:cNvContentPartPr/>
                <p14:nvPr/>
              </p14:nvContentPartPr>
              <p14:xfrm>
                <a:off x="5074354" y="3666153"/>
                <a:ext cx="74880" cy="205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30C1272-B2B9-44FE-A51B-9BDDBB6278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70034" y="3661833"/>
                  <a:ext cx="83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C891937-C29F-4393-9D1F-FE744642459B}"/>
                    </a:ext>
                  </a:extLst>
                </p14:cNvPr>
                <p14:cNvContentPartPr/>
                <p14:nvPr/>
              </p14:nvContentPartPr>
              <p14:xfrm>
                <a:off x="5068954" y="3870273"/>
                <a:ext cx="244080" cy="9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C891937-C29F-4393-9D1F-FE74464245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64634" y="3865953"/>
                  <a:ext cx="252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A2234C0-2A94-4208-9E3B-43F371942A7C}"/>
                    </a:ext>
                  </a:extLst>
                </p14:cNvPr>
                <p14:cNvContentPartPr/>
                <p14:nvPr/>
              </p14:nvContentPartPr>
              <p14:xfrm>
                <a:off x="5024674" y="3909873"/>
                <a:ext cx="183240" cy="85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A2234C0-2A94-4208-9E3B-43F371942A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20354" y="3905553"/>
                  <a:ext cx="191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FFD64AC-37A4-4C7E-9CEF-316B46DDD485}"/>
                    </a:ext>
                  </a:extLst>
                </p14:cNvPr>
                <p14:cNvContentPartPr/>
                <p14:nvPr/>
              </p14:nvContentPartPr>
              <p14:xfrm>
                <a:off x="5141314" y="3657513"/>
                <a:ext cx="151200" cy="457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FFD64AC-37A4-4C7E-9CEF-316B46DDD4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36994" y="3653193"/>
                  <a:ext cx="15984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31DC98-6F8F-488B-94CC-D9F3B97783DA}"/>
                    </a:ext>
                  </a:extLst>
                </p14:cNvPr>
                <p14:cNvContentPartPr/>
                <p14:nvPr/>
              </p14:nvContentPartPr>
              <p14:xfrm>
                <a:off x="5331034" y="3630873"/>
                <a:ext cx="643680" cy="354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31DC98-6F8F-488B-94CC-D9F3B97783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26714" y="3626553"/>
                  <a:ext cx="652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225E38B-7DFB-4170-AE25-7B755C687B78}"/>
                    </a:ext>
                  </a:extLst>
                </p14:cNvPr>
                <p14:cNvContentPartPr/>
                <p14:nvPr/>
              </p14:nvContentPartPr>
              <p14:xfrm>
                <a:off x="5300074" y="3843273"/>
                <a:ext cx="631800" cy="249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225E38B-7DFB-4170-AE25-7B755C687B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5754" y="3838953"/>
                  <a:ext cx="64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F390415-2392-4EA7-9A72-E4DA796EA70F}"/>
                    </a:ext>
                  </a:extLst>
                </p14:cNvPr>
                <p14:cNvContentPartPr/>
                <p14:nvPr/>
              </p14:nvContentPartPr>
              <p14:xfrm>
                <a:off x="5921074" y="3607113"/>
                <a:ext cx="1231200" cy="254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F390415-2392-4EA7-9A72-E4DA796EA7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16754" y="3602793"/>
                  <a:ext cx="1239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EC39A7-3A1B-41CD-A7D0-8001FCCCA8DD}"/>
                    </a:ext>
                  </a:extLst>
                </p14:cNvPr>
                <p14:cNvContentPartPr/>
                <p14:nvPr/>
              </p14:nvContentPartPr>
              <p14:xfrm>
                <a:off x="3807154" y="2086473"/>
                <a:ext cx="400680" cy="563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EC39A7-3A1B-41CD-A7D0-8001FCCCA8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02834" y="2082153"/>
                  <a:ext cx="4093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C520CA3-80C0-4F4A-B556-3C6E024F7967}"/>
                    </a:ext>
                  </a:extLst>
                </p14:cNvPr>
                <p14:cNvContentPartPr/>
                <p14:nvPr/>
              </p14:nvContentPartPr>
              <p14:xfrm>
                <a:off x="4223314" y="2191953"/>
                <a:ext cx="163080" cy="251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C520CA3-80C0-4F4A-B556-3C6E024F79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18994" y="2187633"/>
                  <a:ext cx="171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856A0F-EBFC-42A4-84F0-3F851A5A90BA}"/>
                    </a:ext>
                  </a:extLst>
                </p14:cNvPr>
                <p14:cNvContentPartPr/>
                <p14:nvPr/>
              </p14:nvContentPartPr>
              <p14:xfrm>
                <a:off x="4580794" y="2405433"/>
                <a:ext cx="264240" cy="255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856A0F-EBFC-42A4-84F0-3F851A5A90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76474" y="2401113"/>
                  <a:ext cx="272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783ED69-6768-4589-BF34-C033F4456B37}"/>
                    </a:ext>
                  </a:extLst>
                </p14:cNvPr>
                <p14:cNvContentPartPr/>
                <p14:nvPr/>
              </p14:nvContentPartPr>
              <p14:xfrm>
                <a:off x="4607434" y="2647353"/>
                <a:ext cx="545040" cy="275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783ED69-6768-4589-BF34-C033F4456B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3114" y="2643033"/>
                  <a:ext cx="553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99302A5-24FC-476A-AD13-80FA9D4227F5}"/>
                    </a:ext>
                  </a:extLst>
                </p14:cNvPr>
                <p14:cNvContentPartPr/>
                <p14:nvPr/>
              </p14:nvContentPartPr>
              <p14:xfrm>
                <a:off x="4846834" y="2543673"/>
                <a:ext cx="247320" cy="31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99302A5-24FC-476A-AD13-80FA9D4227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42514" y="2539353"/>
                  <a:ext cx="255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4926CD4-0DEA-4758-9BFF-87DEAE3B7B72}"/>
                    </a:ext>
                  </a:extLst>
                </p14:cNvPr>
                <p14:cNvContentPartPr/>
                <p14:nvPr/>
              </p14:nvContentPartPr>
              <p14:xfrm>
                <a:off x="5024674" y="2405433"/>
                <a:ext cx="224280" cy="513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4926CD4-0DEA-4758-9BFF-87DEAE3B7B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20354" y="2401113"/>
                  <a:ext cx="2329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0C05F71-AC98-4371-ACF2-1B9476117C6C}"/>
                    </a:ext>
                  </a:extLst>
                </p14:cNvPr>
                <p14:cNvContentPartPr/>
                <p14:nvPr/>
              </p14:nvContentPartPr>
              <p14:xfrm>
                <a:off x="4989034" y="2289513"/>
                <a:ext cx="857520" cy="351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0C05F71-AC98-4371-ACF2-1B9476117C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4714" y="2285193"/>
                  <a:ext cx="8661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FA2480B-3081-4F55-AF85-6795374D744E}"/>
                    </a:ext>
                  </a:extLst>
                </p14:cNvPr>
                <p14:cNvContentPartPr/>
                <p14:nvPr/>
              </p14:nvContentPartPr>
              <p14:xfrm>
                <a:off x="5077954" y="2530713"/>
                <a:ext cx="834840" cy="347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FA2480B-3081-4F55-AF85-6795374D74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73634" y="2526393"/>
                  <a:ext cx="843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04140FF-EDDD-4385-A5C0-C8633FF388AD}"/>
                    </a:ext>
                  </a:extLst>
                </p14:cNvPr>
                <p14:cNvContentPartPr/>
                <p14:nvPr/>
              </p14:nvContentPartPr>
              <p14:xfrm>
                <a:off x="5788234" y="2521353"/>
                <a:ext cx="830880" cy="425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04140FF-EDDD-4385-A5C0-C8633FF388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83914" y="2517033"/>
                  <a:ext cx="8395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19E22EE-039B-49F7-819F-6B7C8400636D}"/>
                    </a:ext>
                  </a:extLst>
                </p14:cNvPr>
                <p14:cNvContentPartPr/>
                <p14:nvPr/>
              </p14:nvContentPartPr>
              <p14:xfrm>
                <a:off x="7093234" y="3073233"/>
                <a:ext cx="189360" cy="558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19E22EE-039B-49F7-819F-6B7C840063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88914" y="3068913"/>
                  <a:ext cx="1980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49258B1-4381-4A47-B39C-A4AB05A96D84}"/>
                    </a:ext>
                  </a:extLst>
                </p14:cNvPr>
                <p14:cNvContentPartPr/>
                <p14:nvPr/>
              </p14:nvContentPartPr>
              <p14:xfrm>
                <a:off x="6560074" y="2857953"/>
                <a:ext cx="960480" cy="87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49258B1-4381-4A47-B39C-A4AB05A96D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55754" y="2853633"/>
                  <a:ext cx="969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1017A4-7807-4274-95C6-43C11FBFC5D6}"/>
                    </a:ext>
                  </a:extLst>
                </p14:cNvPr>
                <p14:cNvContentPartPr/>
                <p14:nvPr/>
              </p14:nvContentPartPr>
              <p14:xfrm>
                <a:off x="7137514" y="3054513"/>
                <a:ext cx="210960" cy="26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1017A4-7807-4274-95C6-43C11FBFC5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33194" y="3050193"/>
                  <a:ext cx="219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6F891FA-4700-4D3C-855D-B563B92E918F}"/>
                    </a:ext>
                  </a:extLst>
                </p14:cNvPr>
                <p14:cNvContentPartPr/>
                <p14:nvPr/>
              </p14:nvContentPartPr>
              <p14:xfrm>
                <a:off x="7281154" y="2592273"/>
                <a:ext cx="51840" cy="823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6F891FA-4700-4D3C-855D-B563B92E91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76834" y="2587953"/>
                  <a:ext cx="6048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3A5CC91-A4EB-493D-8847-FAB4F5B8E009}"/>
                    </a:ext>
                  </a:extLst>
                </p14:cNvPr>
                <p14:cNvContentPartPr/>
                <p14:nvPr/>
              </p14:nvContentPartPr>
              <p14:xfrm>
                <a:off x="7510474" y="2565633"/>
                <a:ext cx="126000" cy="703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3A5CC91-A4EB-493D-8847-FAB4F5B8E0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6154" y="2561313"/>
                  <a:ext cx="13464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DA233E4-1C83-4085-B6E5-277DD012D770}"/>
                    </a:ext>
                  </a:extLst>
                </p14:cNvPr>
                <p14:cNvContentPartPr/>
                <p14:nvPr/>
              </p14:nvContentPartPr>
              <p14:xfrm>
                <a:off x="7528114" y="2529273"/>
                <a:ext cx="550080" cy="622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DA233E4-1C83-4085-B6E5-277DD012D7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23794" y="2524953"/>
                  <a:ext cx="5587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F287A80-48D7-4DD0-BC13-C477AAF18DD8}"/>
                    </a:ext>
                  </a:extLst>
                </p14:cNvPr>
                <p14:cNvContentPartPr/>
                <p14:nvPr/>
              </p14:nvContentPartPr>
              <p14:xfrm>
                <a:off x="7563754" y="2921673"/>
                <a:ext cx="516600" cy="34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F287A80-48D7-4DD0-BC13-C477AAF18D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59434" y="2917353"/>
                  <a:ext cx="525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CD61FED-3E2E-4D14-850B-0DF57B00FA9A}"/>
                    </a:ext>
                  </a:extLst>
                </p14:cNvPr>
                <p14:cNvContentPartPr/>
                <p14:nvPr/>
              </p14:nvContentPartPr>
              <p14:xfrm>
                <a:off x="8060554" y="2928513"/>
                <a:ext cx="2036160" cy="55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CD61FED-3E2E-4D14-850B-0DF57B00FA9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56234" y="2924193"/>
                  <a:ext cx="2044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3F78458-6472-4AB8-B558-4BCB1CD7B4F9}"/>
                    </a:ext>
                  </a:extLst>
                </p14:cNvPr>
                <p14:cNvContentPartPr/>
                <p14:nvPr/>
              </p14:nvContentPartPr>
              <p14:xfrm>
                <a:off x="8341354" y="2965233"/>
                <a:ext cx="151560" cy="1300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3F78458-6472-4AB8-B558-4BCB1CD7B4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37034" y="2960913"/>
                  <a:ext cx="160200" cy="13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71A244C-8F77-40B2-A453-FD2381E3177D}"/>
                    </a:ext>
                  </a:extLst>
                </p14:cNvPr>
                <p14:cNvContentPartPr/>
                <p14:nvPr/>
              </p14:nvContentPartPr>
              <p14:xfrm>
                <a:off x="8437834" y="4083393"/>
                <a:ext cx="138240" cy="427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71A244C-8F77-40B2-A453-FD2381E317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33514" y="4079073"/>
                  <a:ext cx="1468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9A17FB-EBF1-40DE-8748-6786E96D2AD3}"/>
                    </a:ext>
                  </a:extLst>
                </p14:cNvPr>
                <p14:cNvContentPartPr/>
                <p14:nvPr/>
              </p14:nvContentPartPr>
              <p14:xfrm>
                <a:off x="8509474" y="4014633"/>
                <a:ext cx="377640" cy="483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9A17FB-EBF1-40DE-8748-6786E96D2A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05154" y="4010313"/>
                  <a:ext cx="38628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44166D0-83FB-496A-90A3-5C0ED25F8F58}"/>
                    </a:ext>
                  </a:extLst>
                </p14:cNvPr>
                <p14:cNvContentPartPr/>
                <p14:nvPr/>
              </p14:nvContentPartPr>
              <p14:xfrm>
                <a:off x="8806474" y="4188153"/>
                <a:ext cx="241560" cy="180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44166D0-83FB-496A-90A3-5C0ED25F8F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2154" y="4183833"/>
                  <a:ext cx="250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BD823CE-8D0C-4DB8-B3D2-8E0FFB6B6DC2}"/>
                    </a:ext>
                  </a:extLst>
                </p14:cNvPr>
                <p14:cNvContentPartPr/>
                <p14:nvPr/>
              </p14:nvContentPartPr>
              <p14:xfrm>
                <a:off x="9055234" y="4104633"/>
                <a:ext cx="1739160" cy="192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BD823CE-8D0C-4DB8-B3D2-8E0FFB6B6D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50914" y="4100313"/>
                  <a:ext cx="1747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2590187-88F5-4DA6-8247-79FA33C0D7E0}"/>
                    </a:ext>
                  </a:extLst>
                </p14:cNvPr>
                <p14:cNvContentPartPr/>
                <p14:nvPr/>
              </p14:nvContentPartPr>
              <p14:xfrm>
                <a:off x="7995394" y="1853553"/>
                <a:ext cx="438480" cy="599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2590187-88F5-4DA6-8247-79FA33C0D7E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1074" y="1849233"/>
                  <a:ext cx="44712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147F233-E9E1-4E3C-9C2A-C89E8270AD5A}"/>
                    </a:ext>
                  </a:extLst>
                </p14:cNvPr>
                <p14:cNvContentPartPr/>
                <p14:nvPr/>
              </p14:nvContentPartPr>
              <p14:xfrm>
                <a:off x="8495794" y="2272593"/>
                <a:ext cx="71280" cy="304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147F233-E9E1-4E3C-9C2A-C89E8270AD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1474" y="2268273"/>
                  <a:ext cx="79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7822882-443D-4DAD-9893-E1DC7AEE6494}"/>
                    </a:ext>
                  </a:extLst>
                </p14:cNvPr>
                <p14:cNvContentPartPr/>
                <p14:nvPr/>
              </p14:nvContentPartPr>
              <p14:xfrm>
                <a:off x="9261874" y="3442233"/>
                <a:ext cx="191160" cy="439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7822882-443D-4DAD-9893-E1DC7AEE64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57554" y="3437913"/>
                  <a:ext cx="1998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3A5DCF5-2E31-4581-98ED-841B9492B424}"/>
                    </a:ext>
                  </a:extLst>
                </p14:cNvPr>
                <p14:cNvContentPartPr/>
                <p14:nvPr/>
              </p14:nvContentPartPr>
              <p14:xfrm>
                <a:off x="9579034" y="3657513"/>
                <a:ext cx="551880" cy="19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3A5DCF5-2E31-4581-98ED-841B9492B42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74714" y="3653193"/>
                  <a:ext cx="560520" cy="19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683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0F36A8-CB7D-4589-977B-5FED9403A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91" b="59741"/>
          <a:stretch/>
        </p:blipFill>
        <p:spPr>
          <a:xfrm>
            <a:off x="1216056" y="408372"/>
            <a:ext cx="9552218" cy="12695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2027F43-5243-4515-9162-6F44470D6217}"/>
                  </a:ext>
                </a:extLst>
              </p14:cNvPr>
              <p14:cNvContentPartPr/>
              <p14:nvPr/>
            </p14:nvContentPartPr>
            <p14:xfrm>
              <a:off x="4394314" y="2991153"/>
              <a:ext cx="3718800" cy="709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2027F43-5243-4515-9162-6F44470D62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994" y="2986833"/>
                <a:ext cx="3727440" cy="71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8D09CD70-0F29-406D-8F19-3852F28E6533}"/>
              </a:ext>
            </a:extLst>
          </p:cNvPr>
          <p:cNvGrpSpPr/>
          <p:nvPr/>
        </p:nvGrpSpPr>
        <p:grpSpPr>
          <a:xfrm>
            <a:off x="194914" y="1929873"/>
            <a:ext cx="6669360" cy="2910960"/>
            <a:chOff x="194914" y="1929873"/>
            <a:chExt cx="6669360" cy="29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BF566B-E33E-4C3D-8848-D54278BA7905}"/>
                    </a:ext>
                  </a:extLst>
                </p14:cNvPr>
                <p14:cNvContentPartPr/>
                <p14:nvPr/>
              </p14:nvContentPartPr>
              <p14:xfrm>
                <a:off x="885394" y="2017713"/>
                <a:ext cx="168840" cy="19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BF566B-E33E-4C3D-8848-D54278BA79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1074" y="2013393"/>
                  <a:ext cx="177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58478D-719B-4370-9309-74A98C365DFC}"/>
                    </a:ext>
                  </a:extLst>
                </p14:cNvPr>
                <p14:cNvContentPartPr/>
                <p14:nvPr/>
              </p14:nvContentPartPr>
              <p14:xfrm>
                <a:off x="924274" y="2059833"/>
                <a:ext cx="97200" cy="52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58478D-719B-4370-9309-74A98C365D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954" y="2055513"/>
                  <a:ext cx="105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BBB0AF1-AC8A-4544-9788-62C43871CE75}"/>
                    </a:ext>
                  </a:extLst>
                </p14:cNvPr>
                <p14:cNvContentPartPr/>
                <p14:nvPr/>
              </p14:nvContentPartPr>
              <p14:xfrm>
                <a:off x="1091674" y="2016633"/>
                <a:ext cx="226440" cy="15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BBB0AF1-AC8A-4544-9788-62C43871CE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7354" y="2012313"/>
                  <a:ext cx="235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B7016F-B191-4E79-BB75-FB46F2ABB52E}"/>
                    </a:ext>
                  </a:extLst>
                </p14:cNvPr>
                <p14:cNvContentPartPr/>
                <p14:nvPr/>
              </p14:nvContentPartPr>
              <p14:xfrm>
                <a:off x="1409554" y="2093313"/>
                <a:ext cx="199440" cy="20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B7016F-B191-4E79-BB75-FB46F2ABB5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05234" y="2088993"/>
                  <a:ext cx="208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FE5AF3-1B75-4D00-9F09-577E540F4D17}"/>
                    </a:ext>
                  </a:extLst>
                </p14:cNvPr>
                <p14:cNvContentPartPr/>
                <p14:nvPr/>
              </p14:nvContentPartPr>
              <p14:xfrm>
                <a:off x="1641034" y="2070273"/>
                <a:ext cx="223200" cy="28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FE5AF3-1B75-4D00-9F09-577E540F4D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36714" y="2065953"/>
                  <a:ext cx="231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88E0A5-7252-4768-B9FB-62AF882A2E39}"/>
                    </a:ext>
                  </a:extLst>
                </p14:cNvPr>
                <p14:cNvContentPartPr/>
                <p14:nvPr/>
              </p14:nvContentPartPr>
              <p14:xfrm>
                <a:off x="2039194" y="2023833"/>
                <a:ext cx="354240" cy="30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88E0A5-7252-4768-B9FB-62AF882A2E3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34874" y="2019513"/>
                  <a:ext cx="3628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573A16-934E-4C1E-93B9-A1464BC0416B}"/>
                    </a:ext>
                  </a:extLst>
                </p14:cNvPr>
                <p14:cNvContentPartPr/>
                <p14:nvPr/>
              </p14:nvContentPartPr>
              <p14:xfrm>
                <a:off x="2556514" y="2049393"/>
                <a:ext cx="289440" cy="282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573A16-934E-4C1E-93B9-A1464BC0416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52194" y="2045073"/>
                  <a:ext cx="298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36EC56-0907-487F-9DF7-174D0D906679}"/>
                    </a:ext>
                  </a:extLst>
                </p14:cNvPr>
                <p14:cNvContentPartPr/>
                <p14:nvPr/>
              </p14:nvContentPartPr>
              <p14:xfrm>
                <a:off x="2920834" y="2104113"/>
                <a:ext cx="306720" cy="21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36EC56-0907-487F-9DF7-174D0D90667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16514" y="2099793"/>
                  <a:ext cx="315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221D11-47EA-4866-B175-B74A1F2D5C3A}"/>
                    </a:ext>
                  </a:extLst>
                </p14:cNvPr>
                <p14:cNvContentPartPr/>
                <p14:nvPr/>
              </p14:nvContentPartPr>
              <p14:xfrm>
                <a:off x="3639394" y="2183673"/>
                <a:ext cx="115560" cy="2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221D11-47EA-4866-B175-B74A1F2D5C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35074" y="2179353"/>
                  <a:ext cx="124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74AEA9-6521-479C-BC5F-66B84E98EA76}"/>
                    </a:ext>
                  </a:extLst>
                </p14:cNvPr>
                <p14:cNvContentPartPr/>
                <p14:nvPr/>
              </p14:nvContentPartPr>
              <p14:xfrm>
                <a:off x="3612754" y="2311473"/>
                <a:ext cx="113040" cy="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74AEA9-6521-479C-BC5F-66B84E98EA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08434" y="2307153"/>
                  <a:ext cx="121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60A3E-2725-480C-94C5-B0E2D695E3CD}"/>
                    </a:ext>
                  </a:extLst>
                </p14:cNvPr>
                <p14:cNvContentPartPr/>
                <p14:nvPr/>
              </p14:nvContentPartPr>
              <p14:xfrm>
                <a:off x="4021354" y="1988193"/>
                <a:ext cx="9360" cy="233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60A3E-2725-480C-94C5-B0E2D695E3C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17034" y="1983873"/>
                  <a:ext cx="18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02167B-30D9-4318-9521-13A13596A407}"/>
                    </a:ext>
                  </a:extLst>
                </p14:cNvPr>
                <p14:cNvContentPartPr/>
                <p14:nvPr/>
              </p14:nvContentPartPr>
              <p14:xfrm>
                <a:off x="4003714" y="1952913"/>
                <a:ext cx="273240" cy="256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02167B-30D9-4318-9521-13A13596A4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99394" y="1948593"/>
                  <a:ext cx="2818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7A534D-3AE8-4526-8AC3-3C2C6B9B34F5}"/>
                    </a:ext>
                  </a:extLst>
                </p14:cNvPr>
                <p14:cNvContentPartPr/>
                <p14:nvPr/>
              </p14:nvContentPartPr>
              <p14:xfrm>
                <a:off x="4305394" y="1929873"/>
                <a:ext cx="1908720" cy="389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7A534D-3AE8-4526-8AC3-3C2C6B9B34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01074" y="1925553"/>
                  <a:ext cx="1917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B950CE-4640-4C83-BE96-168D3D69647C}"/>
                    </a:ext>
                  </a:extLst>
                </p14:cNvPr>
                <p14:cNvContentPartPr/>
                <p14:nvPr/>
              </p14:nvContentPartPr>
              <p14:xfrm>
                <a:off x="657514" y="2698833"/>
                <a:ext cx="444960" cy="652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B950CE-4640-4C83-BE96-168D3D69647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3194" y="2694513"/>
                  <a:ext cx="45360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152472-C897-4FD7-9A3F-49F7DFC0069C}"/>
                    </a:ext>
                  </a:extLst>
                </p14:cNvPr>
                <p14:cNvContentPartPr/>
                <p14:nvPr/>
              </p14:nvContentPartPr>
              <p14:xfrm>
                <a:off x="1135954" y="3098793"/>
                <a:ext cx="335520" cy="21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152472-C897-4FD7-9A3F-49F7DFC0069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31634" y="3094473"/>
                  <a:ext cx="344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272F5F-0245-4608-933E-92EFC1A4FA8A}"/>
                    </a:ext>
                  </a:extLst>
                </p14:cNvPr>
                <p14:cNvContentPartPr/>
                <p14:nvPr/>
              </p14:nvContentPartPr>
              <p14:xfrm>
                <a:off x="1483354" y="3070713"/>
                <a:ext cx="185400" cy="21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272F5F-0245-4608-933E-92EFC1A4FA8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79034" y="3066393"/>
                  <a:ext cx="194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EA5797-FBA1-417B-9117-7C39A02E392C}"/>
                    </a:ext>
                  </a:extLst>
                </p14:cNvPr>
                <p14:cNvContentPartPr/>
                <p14:nvPr/>
              </p14:nvContentPartPr>
              <p14:xfrm>
                <a:off x="1766314" y="3072153"/>
                <a:ext cx="188280" cy="213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EA5797-FBA1-417B-9117-7C39A02E392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61994" y="3067833"/>
                  <a:ext cx="196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6E2EAD-ECDD-4BA4-A4FE-A0D2D5613CA1}"/>
                    </a:ext>
                  </a:extLst>
                </p14:cNvPr>
                <p14:cNvContentPartPr/>
                <p14:nvPr/>
              </p14:nvContentPartPr>
              <p14:xfrm>
                <a:off x="2098954" y="2982873"/>
                <a:ext cx="298080" cy="369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6E2EAD-ECDD-4BA4-A4FE-A0D2D5613CA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94634" y="2978553"/>
                  <a:ext cx="306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5D6CD7-8E53-4D6F-9E13-49F43CB8F202}"/>
                    </a:ext>
                  </a:extLst>
                </p14:cNvPr>
                <p14:cNvContentPartPr/>
                <p14:nvPr/>
              </p14:nvContentPartPr>
              <p14:xfrm>
                <a:off x="2414314" y="3141993"/>
                <a:ext cx="171360" cy="232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5D6CD7-8E53-4D6F-9E13-49F43CB8F20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09994" y="3137673"/>
                  <a:ext cx="180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ED71C4-4FE0-46B2-80F5-64BBBEE500A2}"/>
                    </a:ext>
                  </a:extLst>
                </p14:cNvPr>
                <p14:cNvContentPartPr/>
                <p14:nvPr/>
              </p14:nvContentPartPr>
              <p14:xfrm>
                <a:off x="2636434" y="3132993"/>
                <a:ext cx="283680" cy="19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ED71C4-4FE0-46B2-80F5-64BBBEE500A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32114" y="3128673"/>
                  <a:ext cx="292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8590DB-4AA1-4500-8D3E-B5D7836F8D25}"/>
                    </a:ext>
                  </a:extLst>
                </p14:cNvPr>
                <p14:cNvContentPartPr/>
                <p14:nvPr/>
              </p14:nvContentPartPr>
              <p14:xfrm>
                <a:off x="3097954" y="3257553"/>
                <a:ext cx="177840" cy="1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8590DB-4AA1-4500-8D3E-B5D7836F8D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93634" y="3253233"/>
                  <a:ext cx="186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204BDD-2FE2-409E-95D5-2036439ACADB}"/>
                    </a:ext>
                  </a:extLst>
                </p14:cNvPr>
                <p14:cNvContentPartPr/>
                <p14:nvPr/>
              </p14:nvContentPartPr>
              <p14:xfrm>
                <a:off x="3089314" y="3347553"/>
                <a:ext cx="165960" cy="36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204BDD-2FE2-409E-95D5-2036439ACA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84994" y="3343233"/>
                  <a:ext cx="174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8E0F4B-5175-4247-852A-CE5E5BF6D428}"/>
                    </a:ext>
                  </a:extLst>
                </p14:cNvPr>
                <p14:cNvContentPartPr/>
                <p14:nvPr/>
              </p14:nvContentPartPr>
              <p14:xfrm>
                <a:off x="3721114" y="2965233"/>
                <a:ext cx="96480" cy="542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8E0F4B-5175-4247-852A-CE5E5BF6D42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16794" y="2960913"/>
                  <a:ext cx="1051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FB2A0F-7F33-40D0-B082-B4D8884DFD20}"/>
                    </a:ext>
                  </a:extLst>
                </p14:cNvPr>
                <p14:cNvContentPartPr/>
                <p14:nvPr/>
              </p14:nvContentPartPr>
              <p14:xfrm>
                <a:off x="3772954" y="2894313"/>
                <a:ext cx="614160" cy="691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FB2A0F-7F33-40D0-B082-B4D8884DFD2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68634" y="2889993"/>
                  <a:ext cx="62280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6B3763-0869-43DC-B409-E95FE6FBC735}"/>
                    </a:ext>
                  </a:extLst>
                </p14:cNvPr>
                <p14:cNvContentPartPr/>
                <p14:nvPr/>
              </p14:nvContentPartPr>
              <p14:xfrm>
                <a:off x="1074034" y="3905193"/>
                <a:ext cx="148680" cy="330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6B3763-0869-43DC-B409-E95FE6FBC73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9714" y="3900873"/>
                  <a:ext cx="1573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037700-F725-4753-9F2F-B1D24FCCA619}"/>
                    </a:ext>
                  </a:extLst>
                </p14:cNvPr>
                <p14:cNvContentPartPr/>
                <p14:nvPr/>
              </p14:nvContentPartPr>
              <p14:xfrm>
                <a:off x="1297594" y="4074033"/>
                <a:ext cx="200880" cy="14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037700-F725-4753-9F2F-B1D24FCCA6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93274" y="4069713"/>
                  <a:ext cx="209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39F1E90-D509-4039-B9C6-FB0B3E913817}"/>
                    </a:ext>
                  </a:extLst>
                </p14:cNvPr>
                <p14:cNvContentPartPr/>
                <p14:nvPr/>
              </p14:nvContentPartPr>
              <p14:xfrm>
                <a:off x="1695034" y="4065753"/>
                <a:ext cx="169920" cy="54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39F1E90-D509-4039-B9C6-FB0B3E91381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90714" y="4061433"/>
                  <a:ext cx="178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15A9D67-687A-4417-9E1B-F4C572D2BC17}"/>
                    </a:ext>
                  </a:extLst>
                </p14:cNvPr>
                <p14:cNvContentPartPr/>
                <p14:nvPr/>
              </p14:nvContentPartPr>
              <p14:xfrm>
                <a:off x="1810954" y="4163313"/>
                <a:ext cx="124560" cy="36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15A9D67-687A-4417-9E1B-F4C572D2BC1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06634" y="4158993"/>
                  <a:ext cx="133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611C10-52FF-4CBA-A6B2-E7A74BECD2F4}"/>
                    </a:ext>
                  </a:extLst>
                </p14:cNvPr>
                <p14:cNvContentPartPr/>
                <p14:nvPr/>
              </p14:nvContentPartPr>
              <p14:xfrm>
                <a:off x="2300194" y="4012473"/>
                <a:ext cx="263880" cy="431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611C10-52FF-4CBA-A6B2-E7A74BECD2F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95874" y="4008153"/>
                  <a:ext cx="2725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D7423FB-A8C8-49F0-B98A-3A40DAF9666E}"/>
                    </a:ext>
                  </a:extLst>
                </p14:cNvPr>
                <p14:cNvContentPartPr/>
                <p14:nvPr/>
              </p14:nvContentPartPr>
              <p14:xfrm>
                <a:off x="2767834" y="4180953"/>
                <a:ext cx="222120" cy="239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D7423FB-A8C8-49F0-B98A-3A40DAF9666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63514" y="4176633"/>
                  <a:ext cx="230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68AFDB-8FA5-4A61-9E1D-D4F44FAF3B55}"/>
                    </a:ext>
                  </a:extLst>
                </p14:cNvPr>
                <p14:cNvContentPartPr/>
                <p14:nvPr/>
              </p14:nvContentPartPr>
              <p14:xfrm>
                <a:off x="2911834" y="4198593"/>
                <a:ext cx="352440" cy="55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68AFDB-8FA5-4A61-9E1D-D4F44FAF3B5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907514" y="4194273"/>
                  <a:ext cx="361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C99472-1F1E-4800-B538-471F4E45BE15}"/>
                    </a:ext>
                  </a:extLst>
                </p14:cNvPr>
                <p14:cNvContentPartPr/>
                <p14:nvPr/>
              </p14:nvContentPartPr>
              <p14:xfrm>
                <a:off x="3397834" y="4163313"/>
                <a:ext cx="189000" cy="313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C99472-1F1E-4800-B538-471F4E45BE1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93514" y="4158993"/>
                  <a:ext cx="1976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F0AA9A-955A-4A44-B000-FFF14428EBA5}"/>
                    </a:ext>
                  </a:extLst>
                </p14:cNvPr>
                <p14:cNvContentPartPr/>
                <p14:nvPr/>
              </p14:nvContentPartPr>
              <p14:xfrm>
                <a:off x="3772954" y="4270233"/>
                <a:ext cx="432000" cy="320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F0AA9A-955A-4A44-B000-FFF14428EBA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68634" y="4265913"/>
                  <a:ext cx="4406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834F26-01B5-4B7A-BDA1-1B4F7B1A3B5A}"/>
                    </a:ext>
                  </a:extLst>
                </p14:cNvPr>
                <p14:cNvContentPartPr/>
                <p14:nvPr/>
              </p14:nvContentPartPr>
              <p14:xfrm>
                <a:off x="4660714" y="4363833"/>
                <a:ext cx="489240" cy="5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834F26-01B5-4B7A-BDA1-1B4F7B1A3B5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656394" y="4359513"/>
                  <a:ext cx="497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38FDE2-1FAD-46A1-AA1F-448DDF0A03DB}"/>
                    </a:ext>
                  </a:extLst>
                </p14:cNvPr>
                <p14:cNvContentPartPr/>
                <p14:nvPr/>
              </p14:nvContentPartPr>
              <p14:xfrm>
                <a:off x="5060314" y="4278873"/>
                <a:ext cx="82440" cy="15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38FDE2-1FAD-46A1-AA1F-448DDF0A03D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55994" y="4274553"/>
                  <a:ext cx="91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E6E6D2-6057-40EB-B3AD-8D75AEF3CDE1}"/>
                    </a:ext>
                  </a:extLst>
                </p14:cNvPr>
                <p14:cNvContentPartPr/>
                <p14:nvPr/>
              </p14:nvContentPartPr>
              <p14:xfrm>
                <a:off x="5095594" y="4395873"/>
                <a:ext cx="36720" cy="69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E6E6D2-6057-40EB-B3AD-8D75AEF3CD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91274" y="4391553"/>
                  <a:ext cx="45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EA4BD4-D22C-47CE-8EDF-B7C166169F69}"/>
                    </a:ext>
                  </a:extLst>
                </p14:cNvPr>
                <p14:cNvContentPartPr/>
                <p14:nvPr/>
              </p14:nvContentPartPr>
              <p14:xfrm>
                <a:off x="5674114" y="4163313"/>
                <a:ext cx="141840" cy="31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EA4BD4-D22C-47CE-8EDF-B7C166169F6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69794" y="4158993"/>
                  <a:ext cx="1504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322506-748A-4375-B5FA-9463CA9CC178}"/>
                    </a:ext>
                  </a:extLst>
                </p14:cNvPr>
                <p14:cNvContentPartPr/>
                <p14:nvPr/>
              </p14:nvContentPartPr>
              <p14:xfrm>
                <a:off x="5947354" y="4412073"/>
                <a:ext cx="36360" cy="7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322506-748A-4375-B5FA-9463CA9CC17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43034" y="4407753"/>
                  <a:ext cx="45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4AE304-009C-4559-A335-664EF6CE3EA3}"/>
                    </a:ext>
                  </a:extLst>
                </p14:cNvPr>
                <p14:cNvContentPartPr/>
                <p14:nvPr/>
              </p14:nvContentPartPr>
              <p14:xfrm>
                <a:off x="5983354" y="4225233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4AE304-009C-4559-A335-664EF6CE3E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79034" y="42209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1A66427-CFCC-4D4A-A50C-A6B40EAC43C5}"/>
                    </a:ext>
                  </a:extLst>
                </p14:cNvPr>
                <p14:cNvContentPartPr/>
                <p14:nvPr/>
              </p14:nvContentPartPr>
              <p14:xfrm>
                <a:off x="6027634" y="4303353"/>
                <a:ext cx="149760" cy="137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1A66427-CFCC-4D4A-A50C-A6B40EAC43C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23314" y="4299033"/>
                  <a:ext cx="158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BFA80EF-2ADE-42CD-8C99-F2DC26CB1C2D}"/>
                    </a:ext>
                  </a:extLst>
                </p14:cNvPr>
                <p14:cNvContentPartPr/>
                <p14:nvPr/>
              </p14:nvContentPartPr>
              <p14:xfrm>
                <a:off x="6187834" y="4356993"/>
                <a:ext cx="247320" cy="9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BFA80EF-2ADE-42CD-8C99-F2DC26CB1C2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183514" y="4352673"/>
                  <a:ext cx="255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0A08505-8418-414C-8348-B75884FD418D}"/>
                    </a:ext>
                  </a:extLst>
                </p14:cNvPr>
                <p14:cNvContentPartPr/>
                <p14:nvPr/>
              </p14:nvContentPartPr>
              <p14:xfrm>
                <a:off x="6453874" y="4250073"/>
                <a:ext cx="410400" cy="15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0A08505-8418-414C-8348-B75884FD418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49554" y="4245753"/>
                  <a:ext cx="419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523EA7-37E2-42F1-97EF-26D645667BF4}"/>
                    </a:ext>
                  </a:extLst>
                </p14:cNvPr>
                <p14:cNvContentPartPr/>
                <p14:nvPr/>
              </p14:nvContentPartPr>
              <p14:xfrm>
                <a:off x="265474" y="2210313"/>
                <a:ext cx="604440" cy="189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523EA7-37E2-42F1-97EF-26D645667BF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1154" y="2205993"/>
                  <a:ext cx="613080" cy="19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9F8667-4DDA-423F-A614-B4E98CA81DA9}"/>
                    </a:ext>
                  </a:extLst>
                </p14:cNvPr>
                <p14:cNvContentPartPr/>
                <p14:nvPr/>
              </p14:nvContentPartPr>
              <p14:xfrm>
                <a:off x="194914" y="3124713"/>
                <a:ext cx="1101960" cy="1716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9F8667-4DDA-423F-A614-B4E98CA81DA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0594" y="3120393"/>
                  <a:ext cx="1110600" cy="172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D8C4ABB-7EDE-491D-B2A0-FB01AFA466BF}"/>
              </a:ext>
            </a:extLst>
          </p:cNvPr>
          <p:cNvGrpSpPr/>
          <p:nvPr/>
        </p:nvGrpSpPr>
        <p:grpSpPr>
          <a:xfrm>
            <a:off x="1508194" y="4616553"/>
            <a:ext cx="3675960" cy="433440"/>
            <a:chOff x="1508194" y="4616553"/>
            <a:chExt cx="367596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CCA2F8-6F24-45AB-A7F3-590D605FAE38}"/>
                    </a:ext>
                  </a:extLst>
                </p14:cNvPr>
                <p14:cNvContentPartPr/>
                <p14:nvPr/>
              </p14:nvContentPartPr>
              <p14:xfrm>
                <a:off x="1508194" y="4707273"/>
                <a:ext cx="216360" cy="237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CCA2F8-6F24-45AB-A7F3-590D605FAE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03874" y="4702953"/>
                  <a:ext cx="2250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4A888F-28B6-465E-B31C-1F0E2AEFCF47}"/>
                    </a:ext>
                  </a:extLst>
                </p14:cNvPr>
                <p14:cNvContentPartPr/>
                <p14:nvPr/>
              </p14:nvContentPartPr>
              <p14:xfrm>
                <a:off x="1810234" y="4786113"/>
                <a:ext cx="274680" cy="18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4A888F-28B6-465E-B31C-1F0E2AEFCF4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805914" y="4781793"/>
                  <a:ext cx="283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135E16-5506-4D10-B7CC-75470513D0E4}"/>
                    </a:ext>
                  </a:extLst>
                </p14:cNvPr>
                <p14:cNvContentPartPr/>
                <p14:nvPr/>
              </p14:nvContentPartPr>
              <p14:xfrm>
                <a:off x="2139274" y="4864593"/>
                <a:ext cx="232560" cy="28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135E16-5506-4D10-B7CC-75470513D0E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34954" y="4860273"/>
                  <a:ext cx="241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7D4C657-B5BD-43CE-8085-E42FE361432C}"/>
                    </a:ext>
                  </a:extLst>
                </p14:cNvPr>
                <p14:cNvContentPartPr/>
                <p14:nvPr/>
              </p14:nvContentPartPr>
              <p14:xfrm>
                <a:off x="2272474" y="4917873"/>
                <a:ext cx="179280" cy="9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7D4C657-B5BD-43CE-8085-E42FE361432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68154" y="4913553"/>
                  <a:ext cx="187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695B54-AB07-48E0-86D1-75EE4080F3BE}"/>
                    </a:ext>
                  </a:extLst>
                </p14:cNvPr>
                <p14:cNvContentPartPr/>
                <p14:nvPr/>
              </p14:nvContentPartPr>
              <p14:xfrm>
                <a:off x="2804914" y="4616553"/>
                <a:ext cx="222120" cy="306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695B54-AB07-48E0-86D1-75EE4080F3B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00594" y="4612233"/>
                  <a:ext cx="230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2569C0-4FA6-4EBF-88E5-961212A440F1}"/>
                    </a:ext>
                  </a:extLst>
                </p14:cNvPr>
                <p14:cNvContentPartPr/>
                <p14:nvPr/>
              </p14:nvContentPartPr>
              <p14:xfrm>
                <a:off x="3106954" y="4811673"/>
                <a:ext cx="50760" cy="123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2569C0-4FA6-4EBF-88E5-961212A440F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102634" y="4807353"/>
                  <a:ext cx="59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DDC3CD-33A7-4706-B0DB-F4643C3D5651}"/>
                    </a:ext>
                  </a:extLst>
                </p14:cNvPr>
                <p14:cNvContentPartPr/>
                <p14:nvPr/>
              </p14:nvContentPartPr>
              <p14:xfrm>
                <a:off x="3135754" y="4678473"/>
                <a:ext cx="7560" cy="26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DDC3CD-33A7-4706-B0DB-F4643C3D565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31434" y="4674153"/>
                  <a:ext cx="16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99C858B-5802-452D-B244-BD44B3FD23BF}"/>
                    </a:ext>
                  </a:extLst>
                </p14:cNvPr>
                <p14:cNvContentPartPr/>
                <p14:nvPr/>
              </p14:nvContentPartPr>
              <p14:xfrm>
                <a:off x="3231154" y="4773873"/>
                <a:ext cx="237600" cy="181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99C858B-5802-452D-B244-BD44B3FD23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226834" y="4769553"/>
                  <a:ext cx="246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29EA10-4A5A-4D49-97C7-AF3BF78374AA}"/>
                    </a:ext>
                  </a:extLst>
                </p14:cNvPr>
                <p14:cNvContentPartPr/>
                <p14:nvPr/>
              </p14:nvContentPartPr>
              <p14:xfrm>
                <a:off x="3497554" y="4849473"/>
                <a:ext cx="221040" cy="200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29EA10-4A5A-4D49-97C7-AF3BF78374A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93234" y="4845153"/>
                  <a:ext cx="229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0F30A1-C383-4853-B994-CD8B83D13C32}"/>
                    </a:ext>
                  </a:extLst>
                </p14:cNvPr>
                <p14:cNvContentPartPr/>
                <p14:nvPr/>
              </p14:nvContentPartPr>
              <p14:xfrm>
                <a:off x="3755314" y="4836513"/>
                <a:ext cx="384480" cy="148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0F30A1-C383-4853-B994-CD8B83D13C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50994" y="4832193"/>
                  <a:ext cx="393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4D39689-E51B-4E89-90A4-CF92CAFEA407}"/>
                    </a:ext>
                  </a:extLst>
                </p14:cNvPr>
                <p14:cNvContentPartPr/>
                <p14:nvPr/>
              </p14:nvContentPartPr>
              <p14:xfrm>
                <a:off x="4163554" y="4818153"/>
                <a:ext cx="965520" cy="109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4D39689-E51B-4E89-90A4-CF92CAFEA40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159234" y="4813833"/>
                  <a:ext cx="974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FDEFBAF-9162-4E43-9178-58F9AE91B8A3}"/>
                    </a:ext>
                  </a:extLst>
                </p14:cNvPr>
                <p14:cNvContentPartPr/>
                <p14:nvPr/>
              </p14:nvContentPartPr>
              <p14:xfrm>
                <a:off x="5051314" y="4785033"/>
                <a:ext cx="101160" cy="159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FDEFBAF-9162-4E43-9178-58F9AE91B8A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46994" y="4780713"/>
                  <a:ext cx="109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A2934BA-17EE-4FFA-9315-C3F9A73FF0DE}"/>
                    </a:ext>
                  </a:extLst>
                </p14:cNvPr>
                <p14:cNvContentPartPr/>
                <p14:nvPr/>
              </p14:nvContentPartPr>
              <p14:xfrm>
                <a:off x="5095594" y="4861353"/>
                <a:ext cx="88560" cy="83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A2934BA-17EE-4FFA-9315-C3F9A73FF0D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091274" y="4857033"/>
                  <a:ext cx="97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86A3722-BCA6-4499-BBF2-1F2526484FAC}"/>
              </a:ext>
            </a:extLst>
          </p:cNvPr>
          <p:cNvGrpSpPr/>
          <p:nvPr/>
        </p:nvGrpSpPr>
        <p:grpSpPr>
          <a:xfrm>
            <a:off x="5706874" y="4785033"/>
            <a:ext cx="2030760" cy="607680"/>
            <a:chOff x="5706874" y="4785033"/>
            <a:chExt cx="2030760" cy="6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05A4530-7B45-45EF-AD71-31A90BBE4F27}"/>
                    </a:ext>
                  </a:extLst>
                </p14:cNvPr>
                <p14:cNvContentPartPr/>
                <p14:nvPr/>
              </p14:nvContentPartPr>
              <p14:xfrm>
                <a:off x="5706874" y="4785033"/>
                <a:ext cx="125280" cy="366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05A4530-7B45-45EF-AD71-31A90BBE4F2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02554" y="4780713"/>
                  <a:ext cx="1339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D255F84-A757-4E0C-8780-82C107033380}"/>
                    </a:ext>
                  </a:extLst>
                </p14:cNvPr>
                <p14:cNvContentPartPr/>
                <p14:nvPr/>
              </p14:nvContentPartPr>
              <p14:xfrm>
                <a:off x="6034474" y="4873593"/>
                <a:ext cx="241560" cy="30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D255F84-A757-4E0C-8780-82C1070333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30154" y="4869273"/>
                  <a:ext cx="25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4E3CEAB-1068-45F5-B883-FB2271F0E383}"/>
                    </a:ext>
                  </a:extLst>
                </p14:cNvPr>
                <p14:cNvContentPartPr/>
                <p14:nvPr/>
              </p14:nvContentPartPr>
              <p14:xfrm>
                <a:off x="6080914" y="4873233"/>
                <a:ext cx="441000" cy="48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4E3CEAB-1068-45F5-B883-FB2271F0E38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76594" y="4868913"/>
                  <a:ext cx="449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5EB9B7-64F3-4617-8434-6B8CCF3556AE}"/>
                    </a:ext>
                  </a:extLst>
                </p14:cNvPr>
                <p14:cNvContentPartPr/>
                <p14:nvPr/>
              </p14:nvContentPartPr>
              <p14:xfrm>
                <a:off x="6550354" y="4926873"/>
                <a:ext cx="135720" cy="302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5EB9B7-64F3-4617-8434-6B8CCF3556A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46034" y="4922553"/>
                  <a:ext cx="144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51AF02-A221-4129-8A37-26B8176CD2EA}"/>
                    </a:ext>
                  </a:extLst>
                </p14:cNvPr>
                <p14:cNvContentPartPr/>
                <p14:nvPr/>
              </p14:nvContentPartPr>
              <p14:xfrm>
                <a:off x="7030954" y="4944513"/>
                <a:ext cx="706680" cy="448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51AF02-A221-4129-8A37-26B8176CD2E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026634" y="4940193"/>
                  <a:ext cx="715320" cy="456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3385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0F36A8-CB7D-4589-977B-5FED9403A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91" b="59741"/>
          <a:stretch/>
        </p:blipFill>
        <p:spPr>
          <a:xfrm>
            <a:off x="1216056" y="408372"/>
            <a:ext cx="9552218" cy="12695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24AE304-009C-4559-A335-664EF6CE3EA3}"/>
                  </a:ext>
                </a:extLst>
              </p14:cNvPr>
              <p14:cNvContentPartPr/>
              <p14:nvPr/>
            </p14:nvContentPartPr>
            <p14:xfrm>
              <a:off x="5983354" y="4225233"/>
              <a:ext cx="360" cy="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24AE304-009C-4559-A335-664EF6CE3E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79034" y="422091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A3EC8A-206C-4F75-A123-9A2E68D72DCB}"/>
                  </a:ext>
                </a:extLst>
              </p14:cNvPr>
              <p14:cNvContentPartPr/>
              <p14:nvPr/>
            </p14:nvContentPartPr>
            <p14:xfrm>
              <a:off x="1154314" y="2201673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A3EC8A-206C-4F75-A123-9A2E68D72D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9994" y="2197353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C42C4E0-AEFA-468D-BC23-1346F841A715}"/>
              </a:ext>
            </a:extLst>
          </p:cNvPr>
          <p:cNvGrpSpPr/>
          <p:nvPr/>
        </p:nvGrpSpPr>
        <p:grpSpPr>
          <a:xfrm>
            <a:off x="408754" y="2061273"/>
            <a:ext cx="470520" cy="318240"/>
            <a:chOff x="408754" y="2061273"/>
            <a:chExt cx="47052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5CD69E9-17D7-4087-8998-A0D2769F08AE}"/>
                    </a:ext>
                  </a:extLst>
                </p14:cNvPr>
                <p14:cNvContentPartPr/>
                <p14:nvPr/>
              </p14:nvContentPartPr>
              <p14:xfrm>
                <a:off x="408754" y="2061273"/>
                <a:ext cx="242280" cy="300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5CD69E9-17D7-4087-8998-A0D2769F08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4434" y="2056953"/>
                  <a:ext cx="250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60AC7C-DCAA-4CC3-B01D-E3571E3EF7BF}"/>
                    </a:ext>
                  </a:extLst>
                </p14:cNvPr>
                <p14:cNvContentPartPr/>
                <p14:nvPr/>
              </p14:nvContentPartPr>
              <p14:xfrm>
                <a:off x="620794" y="2221113"/>
                <a:ext cx="180000" cy="158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60AC7C-DCAA-4CC3-B01D-E3571E3EF7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6474" y="2216793"/>
                  <a:ext cx="188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DD093A-6DD2-40EC-AE75-D913709EBA66}"/>
                    </a:ext>
                  </a:extLst>
                </p14:cNvPr>
                <p14:cNvContentPartPr/>
                <p14:nvPr/>
              </p14:nvContentPartPr>
              <p14:xfrm>
                <a:off x="878914" y="237915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DD093A-6DD2-40EC-AE75-D913709EBA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4594" y="237483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7DE819A-47DE-4EEC-A953-15F780EDCBB0}"/>
                  </a:ext>
                </a:extLst>
              </p14:cNvPr>
              <p14:cNvContentPartPr/>
              <p14:nvPr/>
            </p14:nvContentPartPr>
            <p14:xfrm>
              <a:off x="2450314" y="2884953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7DE819A-47DE-4EEC-A953-15F780EDCB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5994" y="2880633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D7BADB6-B80C-428C-88A5-0159ED6A4528}"/>
              </a:ext>
            </a:extLst>
          </p:cNvPr>
          <p:cNvSpPr/>
          <p:nvPr/>
        </p:nvSpPr>
        <p:spPr>
          <a:xfrm>
            <a:off x="9690547" y="610294"/>
            <a:ext cx="1726686" cy="1370824"/>
          </a:xfrm>
          <a:custGeom>
            <a:avLst/>
            <a:gdLst>
              <a:gd name="connsiteX0" fmla="*/ 1683305 w 1726686"/>
              <a:gd name="connsiteY0" fmla="*/ 3546 h 1370824"/>
              <a:gd name="connsiteX1" fmla="*/ 1456707 w 1726686"/>
              <a:gd name="connsiteY1" fmla="*/ 107908 h 1370824"/>
              <a:gd name="connsiteX2" fmla="*/ 1466316 w 1726686"/>
              <a:gd name="connsiteY2" fmla="*/ 401006 h 1370824"/>
              <a:gd name="connsiteX3" fmla="*/ 1529549 w 1726686"/>
              <a:gd name="connsiteY3" fmla="*/ 707750 h 1370824"/>
              <a:gd name="connsiteX4" fmla="*/ 1385402 w 1726686"/>
              <a:gd name="connsiteY4" fmla="*/ 842287 h 1370824"/>
              <a:gd name="connsiteX5" fmla="*/ 943353 w 1726686"/>
              <a:gd name="connsiteY5" fmla="*/ 688531 h 1370824"/>
              <a:gd name="connsiteX6" fmla="*/ 616621 w 1726686"/>
              <a:gd name="connsiteY6" fmla="*/ 842287 h 1370824"/>
              <a:gd name="connsiteX7" fmla="*/ 289888 w 1726686"/>
              <a:gd name="connsiteY7" fmla="*/ 1092141 h 1370824"/>
              <a:gd name="connsiteX8" fmla="*/ 97693 w 1726686"/>
              <a:gd name="connsiteY8" fmla="*/ 1034482 h 1370824"/>
              <a:gd name="connsiteX9" fmla="*/ 97693 w 1726686"/>
              <a:gd name="connsiteY9" fmla="*/ 803848 h 1370824"/>
              <a:gd name="connsiteX10" fmla="*/ 155352 w 1726686"/>
              <a:gd name="connsiteY10" fmla="*/ 665659 h 1370824"/>
              <a:gd name="connsiteX11" fmla="*/ 149778 w 1726686"/>
              <a:gd name="connsiteY11" fmla="*/ 648608 h 1370824"/>
              <a:gd name="connsiteX12" fmla="*/ 133826 w 1726686"/>
              <a:gd name="connsiteY12" fmla="*/ 652398 h 1370824"/>
              <a:gd name="connsiteX13" fmla="*/ 78473 w 1726686"/>
              <a:gd name="connsiteY13" fmla="*/ 726970 h 1370824"/>
              <a:gd name="connsiteX14" fmla="*/ 1595 w 1726686"/>
              <a:gd name="connsiteY14" fmla="*/ 996043 h 1370824"/>
              <a:gd name="connsiteX15" fmla="*/ 136132 w 1726686"/>
              <a:gd name="connsiteY15" fmla="*/ 1188239 h 1370824"/>
              <a:gd name="connsiteX16" fmla="*/ 558962 w 1726686"/>
              <a:gd name="connsiteY16" fmla="*/ 1149800 h 1370824"/>
              <a:gd name="connsiteX17" fmla="*/ 568572 w 1726686"/>
              <a:gd name="connsiteY17" fmla="*/ 1149800 h 1370824"/>
              <a:gd name="connsiteX18" fmla="*/ 568572 w 1726686"/>
              <a:gd name="connsiteY18" fmla="*/ 1313166 h 1370824"/>
              <a:gd name="connsiteX19" fmla="*/ 626230 w 1726686"/>
              <a:gd name="connsiteY19" fmla="*/ 1370824 h 1370824"/>
              <a:gd name="connsiteX20" fmla="*/ 683889 w 1726686"/>
              <a:gd name="connsiteY20" fmla="*/ 1313166 h 1370824"/>
              <a:gd name="connsiteX21" fmla="*/ 683889 w 1726686"/>
              <a:gd name="connsiteY21" fmla="*/ 1149800 h 1370824"/>
              <a:gd name="connsiteX22" fmla="*/ 686580 w 1726686"/>
              <a:gd name="connsiteY22" fmla="*/ 1149800 h 1370824"/>
              <a:gd name="connsiteX23" fmla="*/ 991402 w 1726686"/>
              <a:gd name="connsiteY23" fmla="*/ 1191506 h 1370824"/>
              <a:gd name="connsiteX24" fmla="*/ 1087499 w 1726686"/>
              <a:gd name="connsiteY24" fmla="*/ 1187662 h 1370824"/>
              <a:gd name="connsiteX25" fmla="*/ 1087499 w 1726686"/>
              <a:gd name="connsiteY25" fmla="*/ 1313166 h 1370824"/>
              <a:gd name="connsiteX26" fmla="*/ 1145158 w 1726686"/>
              <a:gd name="connsiteY26" fmla="*/ 1370824 h 1370824"/>
              <a:gd name="connsiteX27" fmla="*/ 1202817 w 1726686"/>
              <a:gd name="connsiteY27" fmla="*/ 1313166 h 1370824"/>
              <a:gd name="connsiteX28" fmla="*/ 1202817 w 1726686"/>
              <a:gd name="connsiteY28" fmla="*/ 1172671 h 1370824"/>
              <a:gd name="connsiteX29" fmla="*/ 1241256 w 1726686"/>
              <a:gd name="connsiteY29" fmla="*/ 1164599 h 1370824"/>
              <a:gd name="connsiteX30" fmla="*/ 1241256 w 1726686"/>
              <a:gd name="connsiteY30" fmla="*/ 1313166 h 1370824"/>
              <a:gd name="connsiteX31" fmla="*/ 1298914 w 1726686"/>
              <a:gd name="connsiteY31" fmla="*/ 1370824 h 1370824"/>
              <a:gd name="connsiteX32" fmla="*/ 1356573 w 1726686"/>
              <a:gd name="connsiteY32" fmla="*/ 1313166 h 1370824"/>
              <a:gd name="connsiteX33" fmla="*/ 1356573 w 1726686"/>
              <a:gd name="connsiteY33" fmla="*/ 1133655 h 1370824"/>
              <a:gd name="connsiteX34" fmla="*/ 1616037 w 1726686"/>
              <a:gd name="connsiteY34" fmla="*/ 976824 h 1370824"/>
              <a:gd name="connsiteX35" fmla="*/ 1596817 w 1726686"/>
              <a:gd name="connsiteY35" fmla="*/ 544576 h 1370824"/>
              <a:gd name="connsiteX36" fmla="*/ 1558378 w 1726686"/>
              <a:gd name="connsiteY36" fmla="*/ 431373 h 1370824"/>
              <a:gd name="connsiteX37" fmla="*/ 1525705 w 1726686"/>
              <a:gd name="connsiteY37" fmla="*/ 140774 h 1370824"/>
              <a:gd name="connsiteX38" fmla="*/ 1670812 w 1726686"/>
              <a:gd name="connsiteY38" fmla="*/ 97914 h 1370824"/>
              <a:gd name="connsiteX39" fmla="*/ 1726549 w 1726686"/>
              <a:gd name="connsiteY39" fmla="*/ 58322 h 1370824"/>
              <a:gd name="connsiteX40" fmla="*/ 1683305 w 1726686"/>
              <a:gd name="connsiteY40" fmla="*/ 3546 h 1370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26686" h="1370824">
                <a:moveTo>
                  <a:pt x="1683305" y="3546"/>
                </a:moveTo>
                <a:cubicBezTo>
                  <a:pt x="1577982" y="-11829"/>
                  <a:pt x="1497837" y="22766"/>
                  <a:pt x="1456707" y="107908"/>
                </a:cubicBezTo>
                <a:cubicBezTo>
                  <a:pt x="1409811" y="204006"/>
                  <a:pt x="1431913" y="300104"/>
                  <a:pt x="1466316" y="401006"/>
                </a:cubicBezTo>
                <a:cubicBezTo>
                  <a:pt x="1491110" y="491146"/>
                  <a:pt x="1529549" y="636253"/>
                  <a:pt x="1529549" y="707750"/>
                </a:cubicBezTo>
                <a:cubicBezTo>
                  <a:pt x="1529549" y="789433"/>
                  <a:pt x="1481500" y="851897"/>
                  <a:pt x="1385402" y="842287"/>
                </a:cubicBezTo>
                <a:cubicBezTo>
                  <a:pt x="1270085" y="830563"/>
                  <a:pt x="1157266" y="688531"/>
                  <a:pt x="943353" y="688531"/>
                </a:cubicBezTo>
                <a:cubicBezTo>
                  <a:pt x="789596" y="688531"/>
                  <a:pt x="731938" y="746189"/>
                  <a:pt x="616621" y="842287"/>
                </a:cubicBezTo>
                <a:cubicBezTo>
                  <a:pt x="501303" y="938385"/>
                  <a:pt x="385986" y="1072921"/>
                  <a:pt x="289888" y="1092141"/>
                </a:cubicBezTo>
                <a:cubicBezTo>
                  <a:pt x="193791" y="1111361"/>
                  <a:pt x="129790" y="1093679"/>
                  <a:pt x="97693" y="1034482"/>
                </a:cubicBezTo>
                <a:cubicBezTo>
                  <a:pt x="68864" y="981052"/>
                  <a:pt x="59254" y="919165"/>
                  <a:pt x="97693" y="803848"/>
                </a:cubicBezTo>
                <a:cubicBezTo>
                  <a:pt x="114081" y="756654"/>
                  <a:pt x="133337" y="710506"/>
                  <a:pt x="155352" y="665659"/>
                </a:cubicBezTo>
                <a:cubicBezTo>
                  <a:pt x="158521" y="659411"/>
                  <a:pt x="156024" y="651777"/>
                  <a:pt x="149778" y="648608"/>
                </a:cubicBezTo>
                <a:cubicBezTo>
                  <a:pt x="144248" y="645804"/>
                  <a:pt x="137502" y="647407"/>
                  <a:pt x="133826" y="652398"/>
                </a:cubicBezTo>
                <a:cubicBezTo>
                  <a:pt x="112492" y="678921"/>
                  <a:pt x="91927" y="706789"/>
                  <a:pt x="78473" y="726970"/>
                </a:cubicBezTo>
                <a:cubicBezTo>
                  <a:pt x="40034" y="784628"/>
                  <a:pt x="-9552" y="885531"/>
                  <a:pt x="1595" y="996043"/>
                </a:cubicBezTo>
                <a:cubicBezTo>
                  <a:pt x="11397" y="1093486"/>
                  <a:pt x="59254" y="1149800"/>
                  <a:pt x="136132" y="1188239"/>
                </a:cubicBezTo>
                <a:cubicBezTo>
                  <a:pt x="213010" y="1226678"/>
                  <a:pt x="405206" y="1245897"/>
                  <a:pt x="558962" y="1149800"/>
                </a:cubicBezTo>
                <a:lnTo>
                  <a:pt x="568572" y="1149800"/>
                </a:lnTo>
                <a:lnTo>
                  <a:pt x="568572" y="1313166"/>
                </a:lnTo>
                <a:cubicBezTo>
                  <a:pt x="568572" y="1345011"/>
                  <a:pt x="594385" y="1370824"/>
                  <a:pt x="626230" y="1370824"/>
                </a:cubicBezTo>
                <a:cubicBezTo>
                  <a:pt x="658075" y="1370824"/>
                  <a:pt x="683889" y="1345011"/>
                  <a:pt x="683889" y="1313166"/>
                </a:cubicBezTo>
                <a:lnTo>
                  <a:pt x="683889" y="1149800"/>
                </a:lnTo>
                <a:lnTo>
                  <a:pt x="686580" y="1149800"/>
                </a:lnTo>
                <a:cubicBezTo>
                  <a:pt x="785597" y="1178556"/>
                  <a:pt x="888300" y="1192607"/>
                  <a:pt x="991402" y="1191506"/>
                </a:cubicBezTo>
                <a:cubicBezTo>
                  <a:pt x="1024459" y="1191506"/>
                  <a:pt x="1056556" y="1189968"/>
                  <a:pt x="1087499" y="1187662"/>
                </a:cubicBezTo>
                <a:lnTo>
                  <a:pt x="1087499" y="1313166"/>
                </a:lnTo>
                <a:cubicBezTo>
                  <a:pt x="1087499" y="1345011"/>
                  <a:pt x="1113313" y="1370824"/>
                  <a:pt x="1145158" y="1370824"/>
                </a:cubicBezTo>
                <a:cubicBezTo>
                  <a:pt x="1177003" y="1370824"/>
                  <a:pt x="1202817" y="1345011"/>
                  <a:pt x="1202817" y="1313166"/>
                </a:cubicBezTo>
                <a:lnTo>
                  <a:pt x="1202817" y="1172671"/>
                </a:lnTo>
                <a:cubicBezTo>
                  <a:pt x="1216078" y="1170172"/>
                  <a:pt x="1228763" y="1167482"/>
                  <a:pt x="1241256" y="1164599"/>
                </a:cubicBezTo>
                <a:lnTo>
                  <a:pt x="1241256" y="1313166"/>
                </a:lnTo>
                <a:cubicBezTo>
                  <a:pt x="1241256" y="1345011"/>
                  <a:pt x="1267069" y="1370824"/>
                  <a:pt x="1298914" y="1370824"/>
                </a:cubicBezTo>
                <a:cubicBezTo>
                  <a:pt x="1330759" y="1370824"/>
                  <a:pt x="1356573" y="1345011"/>
                  <a:pt x="1356573" y="1313166"/>
                </a:cubicBezTo>
                <a:lnTo>
                  <a:pt x="1356573" y="1133655"/>
                </a:lnTo>
                <a:cubicBezTo>
                  <a:pt x="1432298" y="1111937"/>
                  <a:pt x="1552997" y="1065041"/>
                  <a:pt x="1616037" y="976824"/>
                </a:cubicBezTo>
                <a:cubicBezTo>
                  <a:pt x="1698681" y="861506"/>
                  <a:pt x="1632566" y="641635"/>
                  <a:pt x="1596817" y="544576"/>
                </a:cubicBezTo>
                <a:cubicBezTo>
                  <a:pt x="1585093" y="506137"/>
                  <a:pt x="1571447" y="467698"/>
                  <a:pt x="1558378" y="431373"/>
                </a:cubicBezTo>
                <a:cubicBezTo>
                  <a:pt x="1518594" y="321630"/>
                  <a:pt x="1484191" y="226685"/>
                  <a:pt x="1525705" y="140774"/>
                </a:cubicBezTo>
                <a:cubicBezTo>
                  <a:pt x="1535315" y="121554"/>
                  <a:pt x="1567988" y="78310"/>
                  <a:pt x="1670812" y="97914"/>
                </a:cubicBezTo>
                <a:cubicBezTo>
                  <a:pt x="1697049" y="101994"/>
                  <a:pt x="1721762" y="84439"/>
                  <a:pt x="1726549" y="58322"/>
                </a:cubicBezTo>
                <a:cubicBezTo>
                  <a:pt x="1728490" y="31620"/>
                  <a:pt x="1709728" y="7855"/>
                  <a:pt x="1683305" y="3546"/>
                </a:cubicBezTo>
                <a:close/>
              </a:path>
            </a:pathLst>
          </a:custGeom>
          <a:solidFill>
            <a:srgbClr val="000000"/>
          </a:solidFill>
          <a:ln w="191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CA14765-4DAA-41B6-995D-EDD3CC8B37FF}"/>
              </a:ext>
            </a:extLst>
          </p:cNvPr>
          <p:cNvSpPr/>
          <p:nvPr/>
        </p:nvSpPr>
        <p:spPr>
          <a:xfrm>
            <a:off x="10412875" y="1809680"/>
            <a:ext cx="115317" cy="171438"/>
          </a:xfrm>
          <a:custGeom>
            <a:avLst/>
            <a:gdLst>
              <a:gd name="connsiteX0" fmla="*/ 0 w 115317"/>
              <a:gd name="connsiteY0" fmla="*/ 113780 h 171438"/>
              <a:gd name="connsiteX1" fmla="*/ 57659 w 115317"/>
              <a:gd name="connsiteY1" fmla="*/ 171438 h 171438"/>
              <a:gd name="connsiteX2" fmla="*/ 115317 w 115317"/>
              <a:gd name="connsiteY2" fmla="*/ 113780 h 171438"/>
              <a:gd name="connsiteX3" fmla="*/ 115317 w 115317"/>
              <a:gd name="connsiteY3" fmla="*/ 20949 h 171438"/>
              <a:gd name="connsiteX4" fmla="*/ 0 w 115317"/>
              <a:gd name="connsiteY4" fmla="*/ 0 h 17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317" h="171438">
                <a:moveTo>
                  <a:pt x="0" y="113780"/>
                </a:moveTo>
                <a:cubicBezTo>
                  <a:pt x="0" y="145624"/>
                  <a:pt x="25814" y="171438"/>
                  <a:pt x="57659" y="171438"/>
                </a:cubicBezTo>
                <a:cubicBezTo>
                  <a:pt x="89503" y="171438"/>
                  <a:pt x="115317" y="145624"/>
                  <a:pt x="115317" y="113780"/>
                </a:cubicBezTo>
                <a:lnTo>
                  <a:pt x="115317" y="20949"/>
                </a:lnTo>
                <a:cubicBezTo>
                  <a:pt x="76505" y="16206"/>
                  <a:pt x="38001" y="921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191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pic>
        <p:nvPicPr>
          <p:cNvPr id="35" name="Graphic 34" descr="Head with gears with solid fill">
            <a:extLst>
              <a:ext uri="{FF2B5EF4-FFF2-40B4-BE49-F238E27FC236}">
                <a16:creationId xmlns:a16="http://schemas.microsoft.com/office/drawing/2014/main" id="{79EB5FA9-87BC-4D08-9358-79F3BDBBC8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5742" y="105134"/>
            <a:ext cx="1253072" cy="1253072"/>
          </a:xfrm>
          <a:prstGeom prst="rect">
            <a:avLst/>
          </a:prstGeom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A58BD99-7067-4760-8020-0091CE9B954A}"/>
              </a:ext>
            </a:extLst>
          </p:cNvPr>
          <p:cNvGrpSpPr/>
          <p:nvPr/>
        </p:nvGrpSpPr>
        <p:grpSpPr>
          <a:xfrm>
            <a:off x="1499914" y="1802073"/>
            <a:ext cx="6856560" cy="1029960"/>
            <a:chOff x="1499914" y="1802073"/>
            <a:chExt cx="6856560" cy="1029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B18748D-242B-40EC-A9D1-3E92C522A11F}"/>
                    </a:ext>
                  </a:extLst>
                </p14:cNvPr>
                <p14:cNvContentPartPr/>
                <p14:nvPr/>
              </p14:nvContentPartPr>
              <p14:xfrm>
                <a:off x="3763954" y="2831673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B18748D-242B-40EC-A9D1-3E92C522A1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9634" y="28273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824804-2EEC-4EE0-AEF2-00D9518E8092}"/>
                    </a:ext>
                  </a:extLst>
                </p14:cNvPr>
                <p14:cNvContentPartPr/>
                <p14:nvPr/>
              </p14:nvContentPartPr>
              <p14:xfrm>
                <a:off x="3479914" y="2663193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824804-2EEC-4EE0-AEF2-00D9518E80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75594" y="265887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966F89D-A9D5-4EA3-839F-9DD9D8737AEC}"/>
                    </a:ext>
                  </a:extLst>
                </p14:cNvPr>
                <p14:cNvContentPartPr/>
                <p14:nvPr/>
              </p14:nvContentPartPr>
              <p14:xfrm>
                <a:off x="3506554" y="2796393"/>
                <a:ext cx="360" cy="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966F89D-A9D5-4EA3-839F-9DD9D8737A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02234" y="2792073"/>
                  <a:ext cx="90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8221D3-FAD6-412B-AE9B-902F7A6696CA}"/>
                    </a:ext>
                  </a:extLst>
                </p14:cNvPr>
                <p14:cNvContentPartPr/>
                <p14:nvPr/>
              </p14:nvContentPartPr>
              <p14:xfrm>
                <a:off x="3506554" y="2805033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E8221D3-FAD6-412B-AE9B-902F7A6696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2234" y="28007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EC5C5A-F15F-46D1-9C5F-B1408D08EAD3}"/>
                    </a:ext>
                  </a:extLst>
                </p14:cNvPr>
                <p14:cNvContentPartPr/>
                <p14:nvPr/>
              </p14:nvContentPartPr>
              <p14:xfrm>
                <a:off x="3506554" y="2805033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EC5C5A-F15F-46D1-9C5F-B1408D08EA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2234" y="28007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B2A97B-D99B-4F70-8D45-C68DA1741B07}"/>
                    </a:ext>
                  </a:extLst>
                </p14:cNvPr>
                <p14:cNvContentPartPr/>
                <p14:nvPr/>
              </p14:nvContentPartPr>
              <p14:xfrm>
                <a:off x="3506554" y="2805033"/>
                <a:ext cx="3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B2A97B-D99B-4F70-8D45-C68DA1741B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2234" y="28007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52FA7EA-1E68-4041-8257-A8BCEA4799DE}"/>
                    </a:ext>
                  </a:extLst>
                </p14:cNvPr>
                <p14:cNvContentPartPr/>
                <p14:nvPr/>
              </p14:nvContentPartPr>
              <p14:xfrm>
                <a:off x="3506554" y="2805033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52FA7EA-1E68-4041-8257-A8BCEA4799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02234" y="28007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2474EB-96F0-4BD8-AC2A-A036743CB3A2}"/>
                    </a:ext>
                  </a:extLst>
                </p14:cNvPr>
                <p14:cNvContentPartPr/>
                <p14:nvPr/>
              </p14:nvContentPartPr>
              <p14:xfrm>
                <a:off x="3506554" y="2805033"/>
                <a:ext cx="3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2474EB-96F0-4BD8-AC2A-A036743CB3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02234" y="28007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987D0F-FCD1-4D0D-BB0B-3F37499B5EC8}"/>
                    </a:ext>
                  </a:extLst>
                </p14:cNvPr>
                <p14:cNvContentPartPr/>
                <p14:nvPr/>
              </p14:nvContentPartPr>
              <p14:xfrm>
                <a:off x="3228274" y="2760033"/>
                <a:ext cx="278640" cy="45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987D0F-FCD1-4D0D-BB0B-3F37499B5E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3954" y="2755713"/>
                  <a:ext cx="287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F9CC8E4-F8CE-4E5D-B1BA-078B49D44D4F}"/>
                    </a:ext>
                  </a:extLst>
                </p14:cNvPr>
                <p14:cNvContentPartPr/>
                <p14:nvPr/>
              </p14:nvContentPartPr>
              <p14:xfrm>
                <a:off x="1819594" y="2059833"/>
                <a:ext cx="93600" cy="47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F9CC8E4-F8CE-4E5D-B1BA-078B49D44D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56594" y="1996833"/>
                  <a:ext cx="21924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07D5C50-2D88-4AFC-8F10-F5A9BCACB7C8}"/>
                    </a:ext>
                  </a:extLst>
                </p14:cNvPr>
                <p14:cNvContentPartPr/>
                <p14:nvPr/>
              </p14:nvContentPartPr>
              <p14:xfrm>
                <a:off x="1499914" y="1881993"/>
                <a:ext cx="635400" cy="116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07D5C50-2D88-4AFC-8F10-F5A9BCACB7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37274" y="1819353"/>
                  <a:ext cx="76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BE2BD5-A394-4D27-BD13-9C7D9841F59C}"/>
                    </a:ext>
                  </a:extLst>
                </p14:cNvPr>
                <p14:cNvContentPartPr/>
                <p14:nvPr/>
              </p14:nvContentPartPr>
              <p14:xfrm>
                <a:off x="2299114" y="2077473"/>
                <a:ext cx="104040" cy="411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BE2BD5-A394-4D27-BD13-9C7D9841F5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36474" y="2014473"/>
                  <a:ext cx="2296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E517DE-45B5-4E1A-941D-05AFDC44F9EE}"/>
                    </a:ext>
                  </a:extLst>
                </p14:cNvPr>
                <p14:cNvContentPartPr/>
                <p14:nvPr/>
              </p14:nvContentPartPr>
              <p14:xfrm>
                <a:off x="2272474" y="1916553"/>
                <a:ext cx="512280" cy="395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E517DE-45B5-4E1A-941D-05AFDC44F9E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09834" y="1853913"/>
                  <a:ext cx="6379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5BE63F1-624E-4761-9897-F309DA5955F9}"/>
                    </a:ext>
                  </a:extLst>
                </p14:cNvPr>
                <p14:cNvContentPartPr/>
                <p14:nvPr/>
              </p14:nvContentPartPr>
              <p14:xfrm>
                <a:off x="2938474" y="1863993"/>
                <a:ext cx="381600" cy="522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5BE63F1-624E-4761-9897-F309DA5955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75474" y="1800993"/>
                  <a:ext cx="50724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F37DB7-D843-4F31-A2FE-3C59225CDF9D}"/>
                    </a:ext>
                  </a:extLst>
                </p14:cNvPr>
                <p14:cNvContentPartPr/>
                <p14:nvPr/>
              </p14:nvContentPartPr>
              <p14:xfrm>
                <a:off x="3559834" y="1908633"/>
                <a:ext cx="146520" cy="359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F37DB7-D843-4F31-A2FE-3C59225CDF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97194" y="1845993"/>
                  <a:ext cx="27216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D94AC17-D5FB-4014-8130-B38FF1ECC39A}"/>
                    </a:ext>
                  </a:extLst>
                </p14:cNvPr>
                <p14:cNvContentPartPr/>
                <p14:nvPr/>
              </p14:nvContentPartPr>
              <p14:xfrm>
                <a:off x="3470914" y="1897833"/>
                <a:ext cx="678960" cy="20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D94AC17-D5FB-4014-8130-B38FF1ECC3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07914" y="1834833"/>
                  <a:ext cx="804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C62051-341C-4AED-9790-3FF2390CDD27}"/>
                    </a:ext>
                  </a:extLst>
                </p14:cNvPr>
                <p14:cNvContentPartPr/>
                <p14:nvPr/>
              </p14:nvContentPartPr>
              <p14:xfrm>
                <a:off x="4305394" y="1878393"/>
                <a:ext cx="511920" cy="501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C62051-341C-4AED-9790-3FF2390CDD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42394" y="1815393"/>
                  <a:ext cx="6375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A6D84DE7-D319-486D-830A-48380A654260}"/>
                    </a:ext>
                  </a:extLst>
                </p14:cNvPr>
                <p14:cNvContentPartPr/>
                <p14:nvPr/>
              </p14:nvContentPartPr>
              <p14:xfrm>
                <a:off x="5415274" y="1961553"/>
                <a:ext cx="241200" cy="539640"/>
              </p14:xfrm>
            </p:contentPart>
          </mc:Choice>
          <mc:Fallback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A6D84DE7-D319-486D-830A-48380A6542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52274" y="1898553"/>
                  <a:ext cx="3668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ABE63D33-1E1A-404C-AF04-6DB341CD7882}"/>
                    </a:ext>
                  </a:extLst>
                </p14:cNvPr>
                <p14:cNvContentPartPr/>
                <p14:nvPr/>
              </p14:nvContentPartPr>
              <p14:xfrm>
                <a:off x="5113234" y="1880913"/>
                <a:ext cx="739080" cy="152640"/>
              </p14:xfrm>
            </p:contentPart>
          </mc:Choice>
          <mc:Fallback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ABE63D33-1E1A-404C-AF04-6DB341CD78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50234" y="1817913"/>
                  <a:ext cx="864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DD49F0B1-CD03-4B7B-8BAB-250123CD9A12}"/>
                    </a:ext>
                  </a:extLst>
                </p14:cNvPr>
                <p14:cNvContentPartPr/>
                <p14:nvPr/>
              </p14:nvContentPartPr>
              <p14:xfrm>
                <a:off x="6011074" y="1926273"/>
                <a:ext cx="85680" cy="575280"/>
              </p14:xfrm>
            </p:contentPart>
          </mc:Choice>
          <mc:Fallback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DD49F0B1-CD03-4B7B-8BAB-250123CD9A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48434" y="1863633"/>
                  <a:ext cx="21132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FAC7BEB0-E678-4D52-A42F-E942279E257A}"/>
                    </a:ext>
                  </a:extLst>
                </p14:cNvPr>
                <p14:cNvContentPartPr/>
                <p14:nvPr/>
              </p14:nvContentPartPr>
              <p14:xfrm>
                <a:off x="5956714" y="1942473"/>
                <a:ext cx="579240" cy="471600"/>
              </p14:xfrm>
            </p:contentPart>
          </mc:Choice>
          <mc:Fallback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FAC7BEB0-E678-4D52-A42F-E942279E25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94074" y="1879833"/>
                  <a:ext cx="70488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6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65432235-8AEE-4302-8D1A-17A0FC6EE2FA}"/>
                    </a:ext>
                  </a:extLst>
                </p14:cNvPr>
                <p14:cNvContentPartPr/>
                <p14:nvPr/>
              </p14:nvContentPartPr>
              <p14:xfrm>
                <a:off x="5992354" y="2102313"/>
                <a:ext cx="540000" cy="153000"/>
              </p14:xfrm>
            </p:contentPart>
          </mc:Choice>
          <mc:Fallback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65432235-8AEE-4302-8D1A-17A0FC6EE2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29714" y="2039313"/>
                  <a:ext cx="665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8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DE2396C5-9A76-4332-9CE8-4B05C33F75AA}"/>
                    </a:ext>
                  </a:extLst>
                </p14:cNvPr>
                <p14:cNvContentPartPr/>
                <p14:nvPr/>
              </p14:nvContentPartPr>
              <p14:xfrm>
                <a:off x="6737914" y="1907193"/>
                <a:ext cx="569160" cy="402480"/>
              </p14:xfrm>
            </p:contentPart>
          </mc:Choice>
          <mc:Fallback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DE2396C5-9A76-4332-9CE8-4B05C33F75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74914" y="1844553"/>
                  <a:ext cx="6948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0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D8F982AB-FC90-4D4B-B08E-AC4752ED8792}"/>
                    </a:ext>
                  </a:extLst>
                </p14:cNvPr>
                <p14:cNvContentPartPr/>
                <p14:nvPr/>
              </p14:nvContentPartPr>
              <p14:xfrm>
                <a:off x="7430554" y="1855353"/>
                <a:ext cx="398160" cy="772920"/>
              </p14:xfrm>
            </p:contentPart>
          </mc:Choice>
          <mc:Fallback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D8F982AB-FC90-4D4B-B08E-AC4752ED87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67554" y="1792353"/>
                  <a:ext cx="523800" cy="89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FC4FC805-6D3A-4738-B9A1-4564D4B2FA64}"/>
                    </a:ext>
                  </a:extLst>
                </p14:cNvPr>
                <p14:cNvContentPartPr/>
                <p14:nvPr/>
              </p14:nvContentPartPr>
              <p14:xfrm>
                <a:off x="8042554" y="1943913"/>
                <a:ext cx="162000" cy="570240"/>
              </p14:xfrm>
            </p:contentPart>
          </mc:Choice>
          <mc:Fallback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FC4FC805-6D3A-4738-B9A1-4564D4B2FA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79554" y="1881273"/>
                  <a:ext cx="28764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929E6FC1-61B7-4C77-879C-D48159AB3516}"/>
                    </a:ext>
                  </a:extLst>
                </p14:cNvPr>
                <p14:cNvContentPartPr/>
                <p14:nvPr/>
              </p14:nvContentPartPr>
              <p14:xfrm>
                <a:off x="8007634" y="2036073"/>
                <a:ext cx="342000" cy="8604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929E6FC1-61B7-4C77-879C-D48159AB351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44994" y="1973073"/>
                  <a:ext cx="467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174C0E30-3657-4946-BE6C-35850055AAA8}"/>
                    </a:ext>
                  </a:extLst>
                </p14:cNvPr>
                <p14:cNvContentPartPr/>
                <p14:nvPr/>
              </p14:nvContentPartPr>
              <p14:xfrm>
                <a:off x="7998634" y="1802073"/>
                <a:ext cx="357840" cy="9900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174C0E30-3657-4946-BE6C-35850055AAA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35994" y="1739073"/>
                  <a:ext cx="483480" cy="224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718D3B9F-B63C-40C6-9AB1-C96B0883F7E0}"/>
              </a:ext>
            </a:extLst>
          </p:cNvPr>
          <p:cNvPicPr>
            <a:picLocks noChangeAspect="1"/>
          </p:cNvPicPr>
          <p:nvPr/>
        </p:nvPicPr>
        <p:blipFill rotWithShape="1">
          <a:blip r:embed="rId68"/>
          <a:srcRect t="38041" b="32569"/>
          <a:stretch/>
        </p:blipFill>
        <p:spPr>
          <a:xfrm>
            <a:off x="1866394" y="2743472"/>
            <a:ext cx="7463792" cy="38997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9">
            <p14:nvContentPartPr>
              <p14:cNvPr id="1041" name="Ink 1040">
                <a:extLst>
                  <a:ext uri="{FF2B5EF4-FFF2-40B4-BE49-F238E27FC236}">
                    <a16:creationId xmlns:a16="http://schemas.microsoft.com/office/drawing/2014/main" id="{6EC4B224-53D9-4157-A40A-5F2A08376832}"/>
                  </a:ext>
                </a:extLst>
              </p14:cNvPr>
              <p14:cNvContentPartPr/>
              <p14:nvPr/>
            </p14:nvContentPartPr>
            <p14:xfrm>
              <a:off x="3968074" y="3728793"/>
              <a:ext cx="360" cy="16200"/>
            </p14:xfrm>
          </p:contentPart>
        </mc:Choice>
        <mc:Fallback>
          <p:pic>
            <p:nvPicPr>
              <p:cNvPr id="1041" name="Ink 1040">
                <a:extLst>
                  <a:ext uri="{FF2B5EF4-FFF2-40B4-BE49-F238E27FC236}">
                    <a16:creationId xmlns:a16="http://schemas.microsoft.com/office/drawing/2014/main" id="{6EC4B224-53D9-4157-A40A-5F2A0837683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950434" y="3710793"/>
                <a:ext cx="36000" cy="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3108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F04473-F4B3-4B76-8D65-DED15FD74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558" y="53109"/>
            <a:ext cx="926846" cy="13331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896754A-32F2-4E2C-ABD9-AAE1F1AE41F4}"/>
                  </a:ext>
                </a:extLst>
              </p14:cNvPr>
              <p14:cNvContentPartPr/>
              <p14:nvPr/>
            </p14:nvContentPartPr>
            <p14:xfrm>
              <a:off x="3914794" y="4163313"/>
              <a:ext cx="360" cy="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896754A-32F2-4E2C-ABD9-AAE1F1AE41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7154" y="4145673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79" name="Picture 78">
            <a:extLst>
              <a:ext uri="{FF2B5EF4-FFF2-40B4-BE49-F238E27FC236}">
                <a16:creationId xmlns:a16="http://schemas.microsoft.com/office/drawing/2014/main" id="{471272B6-134A-4E16-AA4B-E25E4B32FB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431" r="28981" b="62459"/>
          <a:stretch/>
        </p:blipFill>
        <p:spPr>
          <a:xfrm>
            <a:off x="1521643" y="1679185"/>
            <a:ext cx="9019519" cy="318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9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8C75F6-91A9-41FE-BDEB-B0931F1395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777" b="53268"/>
          <a:stretch/>
        </p:blipFill>
        <p:spPr>
          <a:xfrm>
            <a:off x="415911" y="335931"/>
            <a:ext cx="11069697" cy="878889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964C1B-DF0E-4A52-B122-7855A2A33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34773"/>
              </p:ext>
            </p:extLst>
          </p:nvPr>
        </p:nvGraphicFramePr>
        <p:xfrm>
          <a:off x="576063" y="1456160"/>
          <a:ext cx="451972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87">
                  <a:extLst>
                    <a:ext uri="{9D8B030D-6E8A-4147-A177-3AD203B41FA5}">
                      <a16:colId xmlns:a16="http://schemas.microsoft.com/office/drawing/2014/main" val="2074344163"/>
                    </a:ext>
                  </a:extLst>
                </a:gridCol>
                <a:gridCol w="753287">
                  <a:extLst>
                    <a:ext uri="{9D8B030D-6E8A-4147-A177-3AD203B41FA5}">
                      <a16:colId xmlns:a16="http://schemas.microsoft.com/office/drawing/2014/main" val="1283127760"/>
                    </a:ext>
                  </a:extLst>
                </a:gridCol>
                <a:gridCol w="753287">
                  <a:extLst>
                    <a:ext uri="{9D8B030D-6E8A-4147-A177-3AD203B41FA5}">
                      <a16:colId xmlns:a16="http://schemas.microsoft.com/office/drawing/2014/main" val="1751602305"/>
                    </a:ext>
                  </a:extLst>
                </a:gridCol>
                <a:gridCol w="753287">
                  <a:extLst>
                    <a:ext uri="{9D8B030D-6E8A-4147-A177-3AD203B41FA5}">
                      <a16:colId xmlns:a16="http://schemas.microsoft.com/office/drawing/2014/main" val="2569768530"/>
                    </a:ext>
                  </a:extLst>
                </a:gridCol>
                <a:gridCol w="753287">
                  <a:extLst>
                    <a:ext uri="{9D8B030D-6E8A-4147-A177-3AD203B41FA5}">
                      <a16:colId xmlns:a16="http://schemas.microsoft.com/office/drawing/2014/main" val="803168250"/>
                    </a:ext>
                  </a:extLst>
                </a:gridCol>
                <a:gridCol w="753287">
                  <a:extLst>
                    <a:ext uri="{9D8B030D-6E8A-4147-A177-3AD203B41FA5}">
                      <a16:colId xmlns:a16="http://schemas.microsoft.com/office/drawing/2014/main" val="1178067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8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39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780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66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49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4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12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72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85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DDB85C-AC54-4BD0-8AD1-67F97C04A018}"/>
                  </a:ext>
                </a:extLst>
              </p14:cNvPr>
              <p14:cNvContentPartPr/>
              <p14:nvPr/>
            </p14:nvContentPartPr>
            <p14:xfrm>
              <a:off x="10519714" y="3471162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DDB85C-AC54-4BD0-8AD1-67F97C04A0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5394" y="346684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D1B7C3-C0E1-4E56-85BE-D9B5A6B4CC98}"/>
                  </a:ext>
                </a:extLst>
              </p14:cNvPr>
              <p14:cNvContentPartPr/>
              <p14:nvPr/>
            </p14:nvContentPartPr>
            <p14:xfrm>
              <a:off x="10413514" y="3568722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D1B7C3-C0E1-4E56-85BE-D9B5A6B4CC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09194" y="356440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73F92A-A652-4E2C-8C10-7A3B774B58AE}"/>
                  </a:ext>
                </a:extLst>
              </p14:cNvPr>
              <p14:cNvContentPartPr/>
              <p14:nvPr/>
            </p14:nvContentPartPr>
            <p14:xfrm>
              <a:off x="10244314" y="3586362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73F92A-A652-4E2C-8C10-7A3B774B58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9994" y="3582042"/>
                <a:ext cx="9000" cy="9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2C040D4-76F9-4460-B56E-3D17D395F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241984"/>
              </p:ext>
            </p:extLst>
          </p:nvPr>
        </p:nvGraphicFramePr>
        <p:xfrm>
          <a:off x="5725345" y="1786731"/>
          <a:ext cx="388940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174">
                  <a:extLst>
                    <a:ext uri="{9D8B030D-6E8A-4147-A177-3AD203B41FA5}">
                      <a16:colId xmlns:a16="http://schemas.microsoft.com/office/drawing/2014/main" val="2810219462"/>
                    </a:ext>
                  </a:extLst>
                </a:gridCol>
                <a:gridCol w="777174">
                  <a:extLst>
                    <a:ext uri="{9D8B030D-6E8A-4147-A177-3AD203B41FA5}">
                      <a16:colId xmlns:a16="http://schemas.microsoft.com/office/drawing/2014/main" val="417122577"/>
                    </a:ext>
                  </a:extLst>
                </a:gridCol>
                <a:gridCol w="773635">
                  <a:extLst>
                    <a:ext uri="{9D8B030D-6E8A-4147-A177-3AD203B41FA5}">
                      <a16:colId xmlns:a16="http://schemas.microsoft.com/office/drawing/2014/main" val="4205968043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2070709657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98324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A/BC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79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651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DDBD9B-64E1-424D-A40B-9EF30968C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540381"/>
              </p:ext>
            </p:extLst>
          </p:nvPr>
        </p:nvGraphicFramePr>
        <p:xfrm>
          <a:off x="5725345" y="3124940"/>
          <a:ext cx="388940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174">
                  <a:extLst>
                    <a:ext uri="{9D8B030D-6E8A-4147-A177-3AD203B41FA5}">
                      <a16:colId xmlns:a16="http://schemas.microsoft.com/office/drawing/2014/main" val="53934263"/>
                    </a:ext>
                  </a:extLst>
                </a:gridCol>
                <a:gridCol w="777174">
                  <a:extLst>
                    <a:ext uri="{9D8B030D-6E8A-4147-A177-3AD203B41FA5}">
                      <a16:colId xmlns:a16="http://schemas.microsoft.com/office/drawing/2014/main" val="675909023"/>
                    </a:ext>
                  </a:extLst>
                </a:gridCol>
                <a:gridCol w="773635">
                  <a:extLst>
                    <a:ext uri="{9D8B030D-6E8A-4147-A177-3AD203B41FA5}">
                      <a16:colId xmlns:a16="http://schemas.microsoft.com/office/drawing/2014/main" val="2451441490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3791116064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3578030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A/BC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65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9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7389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4C5605-6A9D-4C90-AC86-AC071A7AE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35014"/>
              </p:ext>
            </p:extLst>
          </p:nvPr>
        </p:nvGraphicFramePr>
        <p:xfrm>
          <a:off x="5725345" y="4463149"/>
          <a:ext cx="388940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174">
                  <a:extLst>
                    <a:ext uri="{9D8B030D-6E8A-4147-A177-3AD203B41FA5}">
                      <a16:colId xmlns:a16="http://schemas.microsoft.com/office/drawing/2014/main" val="53934263"/>
                    </a:ext>
                  </a:extLst>
                </a:gridCol>
                <a:gridCol w="777174">
                  <a:extLst>
                    <a:ext uri="{9D8B030D-6E8A-4147-A177-3AD203B41FA5}">
                      <a16:colId xmlns:a16="http://schemas.microsoft.com/office/drawing/2014/main" val="675909023"/>
                    </a:ext>
                  </a:extLst>
                </a:gridCol>
                <a:gridCol w="773635">
                  <a:extLst>
                    <a:ext uri="{9D8B030D-6E8A-4147-A177-3AD203B41FA5}">
                      <a16:colId xmlns:a16="http://schemas.microsoft.com/office/drawing/2014/main" val="2451441490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3791116064"/>
                    </a:ext>
                  </a:extLst>
                </a:gridCol>
                <a:gridCol w="780713">
                  <a:extLst>
                    <a:ext uri="{9D8B030D-6E8A-4147-A177-3AD203B41FA5}">
                      <a16:colId xmlns:a16="http://schemas.microsoft.com/office/drawing/2014/main" val="3578030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A/BC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65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9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73896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C84D3E-CA55-41A0-BDED-63BCDA58D2BA}"/>
                  </a:ext>
                </a:extLst>
              </p14:cNvPr>
              <p14:cNvContentPartPr/>
              <p14:nvPr/>
            </p14:nvContentPartPr>
            <p14:xfrm>
              <a:off x="6382234" y="2500473"/>
              <a:ext cx="471240" cy="351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C84D3E-CA55-41A0-BDED-63BCDA58D2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77914" y="2496153"/>
                <a:ext cx="4798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C9198F9-B2B6-448D-AC57-EC645862F8B4}"/>
                  </a:ext>
                </a:extLst>
              </p14:cNvPr>
              <p14:cNvContentPartPr/>
              <p14:nvPr/>
            </p14:nvContentPartPr>
            <p14:xfrm>
              <a:off x="7234714" y="3414873"/>
              <a:ext cx="490320" cy="738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C9198F9-B2B6-448D-AC57-EC645862F8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30394" y="3410553"/>
                <a:ext cx="498960" cy="7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76FCA6-A958-4A17-BAA8-324730EEC63B}"/>
                  </a:ext>
                </a:extLst>
              </p14:cNvPr>
              <p14:cNvContentPartPr/>
              <p14:nvPr/>
            </p14:nvContentPartPr>
            <p14:xfrm>
              <a:off x="8796034" y="3407673"/>
              <a:ext cx="464760" cy="785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76FCA6-A958-4A17-BAA8-324730EEC63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1714" y="3403353"/>
                <a:ext cx="473400" cy="79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A8C9988-94F6-42B3-A22F-D9035A8CC01F}"/>
                  </a:ext>
                </a:extLst>
              </p14:cNvPr>
              <p14:cNvContentPartPr/>
              <p14:nvPr/>
            </p14:nvContentPartPr>
            <p14:xfrm>
              <a:off x="7235074" y="4731393"/>
              <a:ext cx="1306080" cy="799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A8C9988-94F6-42B3-A22F-D9035A8CC0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30754" y="4727073"/>
                <a:ext cx="131472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7225EEE-CEE5-4B97-876F-630BDA52D54F}"/>
                  </a:ext>
                </a:extLst>
              </p14:cNvPr>
              <p14:cNvContentPartPr/>
              <p14:nvPr/>
            </p14:nvContentPartPr>
            <p14:xfrm>
              <a:off x="7961914" y="2124273"/>
              <a:ext cx="1315440" cy="424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7225EEE-CEE5-4B97-876F-630BDA52D54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57594" y="2119953"/>
                <a:ext cx="132408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6124C9D-6DD5-45BA-A75D-0A0BBF817E43}"/>
                  </a:ext>
                </a:extLst>
              </p14:cNvPr>
              <p14:cNvContentPartPr/>
              <p14:nvPr/>
            </p14:nvContentPartPr>
            <p14:xfrm>
              <a:off x="7162354" y="2111313"/>
              <a:ext cx="1282680" cy="438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6124C9D-6DD5-45BA-A75D-0A0BBF817E4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8034" y="2106993"/>
                <a:ext cx="1291320" cy="44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2007363-4598-45F0-87D3-40CA81D449EE}"/>
              </a:ext>
            </a:extLst>
          </p:cNvPr>
          <p:cNvGrpSpPr/>
          <p:nvPr/>
        </p:nvGrpSpPr>
        <p:grpSpPr>
          <a:xfrm>
            <a:off x="559234" y="4988793"/>
            <a:ext cx="483120" cy="548640"/>
            <a:chOff x="559234" y="4988793"/>
            <a:chExt cx="483120" cy="54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02BFE4-7CAD-42A1-AA1D-0D3381A29B29}"/>
                    </a:ext>
                  </a:extLst>
                </p14:cNvPr>
                <p14:cNvContentPartPr/>
                <p14:nvPr/>
              </p14:nvContentPartPr>
              <p14:xfrm>
                <a:off x="559234" y="4988793"/>
                <a:ext cx="130320" cy="181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02BFE4-7CAD-42A1-AA1D-0D3381A29B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4914" y="4984473"/>
                  <a:ext cx="138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C57C92-1259-43B2-8260-1FA47D9A9A97}"/>
                    </a:ext>
                  </a:extLst>
                </p14:cNvPr>
                <p14:cNvContentPartPr/>
                <p14:nvPr/>
              </p14:nvContentPartPr>
              <p14:xfrm>
                <a:off x="707914" y="4997793"/>
                <a:ext cx="100440" cy="48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C57C92-1259-43B2-8260-1FA47D9A9A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3594" y="4993473"/>
                  <a:ext cx="1090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AFC057-06CA-4B99-BB82-5481DB4C4F01}"/>
                    </a:ext>
                  </a:extLst>
                </p14:cNvPr>
                <p14:cNvContentPartPr/>
                <p14:nvPr/>
              </p14:nvContentPartPr>
              <p14:xfrm>
                <a:off x="824554" y="5308473"/>
                <a:ext cx="217800" cy="228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AFC057-06CA-4B99-BB82-5481DB4C4F0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234" y="5304153"/>
                  <a:ext cx="22644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D234DE4-D60A-492B-96F4-63B6DE3E2924}"/>
                  </a:ext>
                </a:extLst>
              </p14:cNvPr>
              <p14:cNvContentPartPr/>
              <p14:nvPr/>
            </p14:nvContentPartPr>
            <p14:xfrm>
              <a:off x="1277794" y="5219913"/>
              <a:ext cx="117000" cy="9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D234DE4-D60A-492B-96F4-63B6DE3E292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73474" y="5215593"/>
                <a:ext cx="125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5F34E86-D176-4806-8CEB-3DC880826E20}"/>
                  </a:ext>
                </a:extLst>
              </p14:cNvPr>
              <p14:cNvContentPartPr/>
              <p14:nvPr/>
            </p14:nvContentPartPr>
            <p14:xfrm>
              <a:off x="1269514" y="5263113"/>
              <a:ext cx="115560" cy="374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5F34E86-D176-4806-8CEB-3DC880826E2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65194" y="5258793"/>
                <a:ext cx="124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EB90140-AF7D-4FB4-94B0-A42C64FF68A5}"/>
                  </a:ext>
                </a:extLst>
              </p14:cNvPr>
              <p14:cNvContentPartPr/>
              <p14:nvPr/>
            </p14:nvContentPartPr>
            <p14:xfrm>
              <a:off x="1499554" y="5192193"/>
              <a:ext cx="187560" cy="3348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EB90140-AF7D-4FB4-94B0-A42C64FF68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95234" y="5187873"/>
                <a:ext cx="1962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F6670C3-EFC3-45B1-A8CE-87C55A63731D}"/>
                  </a:ext>
                </a:extLst>
              </p14:cNvPr>
              <p14:cNvContentPartPr/>
              <p14:nvPr/>
            </p14:nvContentPartPr>
            <p14:xfrm>
              <a:off x="1660114" y="5228913"/>
              <a:ext cx="80640" cy="239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F6670C3-EFC3-45B1-A8CE-87C55A63731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55794" y="5224593"/>
                <a:ext cx="892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D90B3F-FED2-4195-9797-AFAE56AC17E2}"/>
                  </a:ext>
                </a:extLst>
              </p14:cNvPr>
              <p14:cNvContentPartPr/>
              <p14:nvPr/>
            </p14:nvContentPartPr>
            <p14:xfrm>
              <a:off x="1455634" y="5335113"/>
              <a:ext cx="22608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D90B3F-FED2-4195-9797-AFAE56AC17E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51314" y="5330793"/>
                <a:ext cx="2347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0DBAA0D-98E3-4F37-ADA3-68F8DD04DCA9}"/>
                  </a:ext>
                </a:extLst>
              </p14:cNvPr>
              <p14:cNvContentPartPr/>
              <p14:nvPr/>
            </p14:nvContentPartPr>
            <p14:xfrm>
              <a:off x="1784314" y="5204793"/>
              <a:ext cx="295560" cy="406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0DBAA0D-98E3-4F37-ADA3-68F8DD04DCA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79994" y="5200473"/>
                <a:ext cx="30420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FEAD44D-9977-401E-B25C-59F2BB35EB8C}"/>
                  </a:ext>
                </a:extLst>
              </p14:cNvPr>
              <p14:cNvContentPartPr/>
              <p14:nvPr/>
            </p14:nvContentPartPr>
            <p14:xfrm>
              <a:off x="2093554" y="5252673"/>
              <a:ext cx="395280" cy="3859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FEAD44D-9977-401E-B25C-59F2BB35EB8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89234" y="5248353"/>
                <a:ext cx="403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EFDC12-B6B1-49C5-BB99-241625D69BEC}"/>
                  </a:ext>
                </a:extLst>
              </p14:cNvPr>
              <p14:cNvContentPartPr/>
              <p14:nvPr/>
            </p14:nvContentPartPr>
            <p14:xfrm>
              <a:off x="1704394" y="5084553"/>
              <a:ext cx="330120" cy="38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EFDC12-B6B1-49C5-BB99-241625D69BE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700074" y="5080233"/>
                <a:ext cx="338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9FD59FB-F220-4C32-952A-744EECDC6E2D}"/>
                  </a:ext>
                </a:extLst>
              </p14:cNvPr>
              <p14:cNvContentPartPr/>
              <p14:nvPr/>
            </p14:nvContentPartPr>
            <p14:xfrm>
              <a:off x="2086354" y="5081313"/>
              <a:ext cx="411120" cy="23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9FD59FB-F220-4C32-952A-744EECDC6E2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82034" y="5076993"/>
                <a:ext cx="41976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7202E9D-5617-46EB-85CC-4735A8507C04}"/>
                  </a:ext>
                </a:extLst>
              </p14:cNvPr>
              <p14:cNvContentPartPr/>
              <p14:nvPr/>
            </p14:nvContentPartPr>
            <p14:xfrm>
              <a:off x="2609794" y="5246553"/>
              <a:ext cx="27000" cy="247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7202E9D-5617-46EB-85CC-4735A8507C0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605474" y="5242233"/>
                <a:ext cx="356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5A26161-4FD1-48BF-8A0A-D0122972A56B}"/>
                  </a:ext>
                </a:extLst>
              </p14:cNvPr>
              <p14:cNvContentPartPr/>
              <p14:nvPr/>
            </p14:nvContentPartPr>
            <p14:xfrm>
              <a:off x="2556514" y="5318553"/>
              <a:ext cx="149760" cy="43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5A26161-4FD1-48BF-8A0A-D0122972A56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552194" y="5314233"/>
                <a:ext cx="1584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9FC148B-E594-49A2-9BD9-32ABEBFB2341}"/>
                  </a:ext>
                </a:extLst>
              </p14:cNvPr>
              <p14:cNvContentPartPr/>
              <p14:nvPr/>
            </p14:nvContentPartPr>
            <p14:xfrm>
              <a:off x="2926954" y="5237553"/>
              <a:ext cx="82800" cy="2782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9FC148B-E594-49A2-9BD9-32ABEBFB234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922634" y="5233233"/>
                <a:ext cx="914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1CC6B3A-E8CB-49DE-ABE0-FE1ED15B61EF}"/>
                  </a:ext>
                </a:extLst>
              </p14:cNvPr>
              <p14:cNvContentPartPr/>
              <p14:nvPr/>
            </p14:nvContentPartPr>
            <p14:xfrm>
              <a:off x="2991754" y="5245833"/>
              <a:ext cx="126000" cy="2642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1CC6B3A-E8CB-49DE-ABE0-FE1ED15B61E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987434" y="5241513"/>
                <a:ext cx="1346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54D5443-D1D1-4BB1-B7A1-27C25129BC33}"/>
                  </a:ext>
                </a:extLst>
              </p14:cNvPr>
              <p14:cNvContentPartPr/>
              <p14:nvPr/>
            </p14:nvContentPartPr>
            <p14:xfrm>
              <a:off x="2929474" y="5296593"/>
              <a:ext cx="149040" cy="835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54D5443-D1D1-4BB1-B7A1-27C25129BC3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25154" y="5292273"/>
                <a:ext cx="1576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B3AB3EE-468C-493E-ABB1-E8C27E166450}"/>
                  </a:ext>
                </a:extLst>
              </p14:cNvPr>
              <p14:cNvContentPartPr/>
              <p14:nvPr/>
            </p14:nvContentPartPr>
            <p14:xfrm>
              <a:off x="2938474" y="5099673"/>
              <a:ext cx="186120" cy="40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B3AB3EE-468C-493E-ABB1-E8C27E16645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934154" y="5095353"/>
                <a:ext cx="194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D108F6E-61F4-4522-AE2B-23D5E63501C3}"/>
                  </a:ext>
                </a:extLst>
              </p14:cNvPr>
              <p14:cNvContentPartPr/>
              <p14:nvPr/>
            </p14:nvContentPartPr>
            <p14:xfrm>
              <a:off x="3096154" y="5274273"/>
              <a:ext cx="258840" cy="249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D108F6E-61F4-4522-AE2B-23D5E63501C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91834" y="5269953"/>
                <a:ext cx="2674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90B182D-D2D1-4D50-A96B-4EC4C5E19E8F}"/>
                  </a:ext>
                </a:extLst>
              </p14:cNvPr>
              <p14:cNvContentPartPr/>
              <p14:nvPr/>
            </p14:nvContentPartPr>
            <p14:xfrm>
              <a:off x="3541834" y="5237553"/>
              <a:ext cx="45720" cy="168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90B182D-D2D1-4D50-A96B-4EC4C5E19E8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537514" y="5233233"/>
                <a:ext cx="543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163ADB9-8440-4E34-9455-AEDE529CA814}"/>
                  </a:ext>
                </a:extLst>
              </p14:cNvPr>
              <p14:cNvContentPartPr/>
              <p14:nvPr/>
            </p14:nvContentPartPr>
            <p14:xfrm>
              <a:off x="3488554" y="5328273"/>
              <a:ext cx="164520" cy="219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163ADB9-8440-4E34-9455-AEDE529CA81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484234" y="5323953"/>
                <a:ext cx="1731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3FC01C-FCDD-481D-8A5D-B50AF3FF9B0F}"/>
                  </a:ext>
                </a:extLst>
              </p14:cNvPr>
              <p14:cNvContentPartPr/>
              <p14:nvPr/>
            </p14:nvContentPartPr>
            <p14:xfrm>
              <a:off x="3799234" y="5246553"/>
              <a:ext cx="35640" cy="279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3FC01C-FCDD-481D-8A5D-B50AF3FF9B0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794914" y="5242233"/>
                <a:ext cx="442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60D4D1-BB37-42C6-8B30-D59740F8B4E3}"/>
                  </a:ext>
                </a:extLst>
              </p14:cNvPr>
              <p14:cNvContentPartPr/>
              <p14:nvPr/>
            </p14:nvContentPartPr>
            <p14:xfrm>
              <a:off x="3834874" y="5181753"/>
              <a:ext cx="259920" cy="3517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60D4D1-BB37-42C6-8B30-D59740F8B4E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830554" y="5177433"/>
                <a:ext cx="2685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C8B33A8-8C50-4AF1-9452-6183DB254844}"/>
                  </a:ext>
                </a:extLst>
              </p14:cNvPr>
              <p14:cNvContentPartPr/>
              <p14:nvPr/>
            </p14:nvContentPartPr>
            <p14:xfrm>
              <a:off x="3941434" y="5381913"/>
              <a:ext cx="160200" cy="424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C8B33A8-8C50-4AF1-9452-6183DB25484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37114" y="5377593"/>
                <a:ext cx="1688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788756D-A656-41AE-B48C-AD1A756DAB78}"/>
                  </a:ext>
                </a:extLst>
              </p14:cNvPr>
              <p14:cNvContentPartPr/>
              <p14:nvPr/>
            </p14:nvContentPartPr>
            <p14:xfrm>
              <a:off x="3790594" y="5059713"/>
              <a:ext cx="332280" cy="81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788756D-A656-41AE-B48C-AD1A756DAB7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786274" y="5055393"/>
                <a:ext cx="3409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CAAC78-865A-405E-AEC0-F407B0AED95F}"/>
                  </a:ext>
                </a:extLst>
              </p14:cNvPr>
              <p14:cNvContentPartPr/>
              <p14:nvPr/>
            </p14:nvContentPartPr>
            <p14:xfrm>
              <a:off x="4234474" y="5193273"/>
              <a:ext cx="302760" cy="401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CAAC78-865A-405E-AEC0-F407B0AED95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230154" y="5188953"/>
                <a:ext cx="3114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D7225F2-F8B1-4AC4-B851-A4E387F27817}"/>
                  </a:ext>
                </a:extLst>
              </p14:cNvPr>
              <p14:cNvContentPartPr/>
              <p14:nvPr/>
            </p14:nvContentPartPr>
            <p14:xfrm>
              <a:off x="1233514" y="5867913"/>
              <a:ext cx="203400" cy="18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D7225F2-F8B1-4AC4-B851-A4E387F2781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229194" y="5863593"/>
                <a:ext cx="2120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248ABA7-3F99-4BE9-AD29-9E0FBF2BB91D}"/>
                  </a:ext>
                </a:extLst>
              </p14:cNvPr>
              <p14:cNvContentPartPr/>
              <p14:nvPr/>
            </p14:nvContentPartPr>
            <p14:xfrm>
              <a:off x="1215874" y="5976273"/>
              <a:ext cx="197280" cy="75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248ABA7-3F99-4BE9-AD29-9E0FBF2BB91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11554" y="5971953"/>
                <a:ext cx="2059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2140DE4-1442-4A7D-A0C8-F1BEEE1875A5}"/>
                  </a:ext>
                </a:extLst>
              </p14:cNvPr>
              <p14:cNvContentPartPr/>
              <p14:nvPr/>
            </p14:nvContentPartPr>
            <p14:xfrm>
              <a:off x="1685674" y="5835153"/>
              <a:ext cx="178920" cy="4449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2140DE4-1442-4A7D-A0C8-F1BEEE1875A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1354" y="5830833"/>
                <a:ext cx="1875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F572945-211A-4A4A-AA37-F4694967A5AE}"/>
                  </a:ext>
                </a:extLst>
              </p14:cNvPr>
              <p14:cNvContentPartPr/>
              <p14:nvPr/>
            </p14:nvContentPartPr>
            <p14:xfrm>
              <a:off x="1856314" y="5796633"/>
              <a:ext cx="159840" cy="5572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F572945-211A-4A4A-AA37-F4694967A5A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51994" y="5792313"/>
                <a:ext cx="16848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0E7E92A-AF36-4F20-8332-8FFC91792F14}"/>
                  </a:ext>
                </a:extLst>
              </p14:cNvPr>
              <p14:cNvContentPartPr/>
              <p14:nvPr/>
            </p14:nvContentPartPr>
            <p14:xfrm>
              <a:off x="1757674" y="6063393"/>
              <a:ext cx="274320" cy="471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0E7E92A-AF36-4F20-8332-8FFC91792F1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53354" y="6059073"/>
                <a:ext cx="282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B3EA5B4-7BD9-449C-9A78-E11C86214534}"/>
                  </a:ext>
                </a:extLst>
              </p14:cNvPr>
              <p14:cNvContentPartPr/>
              <p14:nvPr/>
            </p14:nvContentPartPr>
            <p14:xfrm>
              <a:off x="2101834" y="5844513"/>
              <a:ext cx="305280" cy="420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B3EA5B4-7BD9-449C-9A78-E11C8621453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097514" y="5840193"/>
                <a:ext cx="31392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6A3B13-DECA-4AC1-9F95-B1538C772D61}"/>
                  </a:ext>
                </a:extLst>
              </p14:cNvPr>
              <p14:cNvContentPartPr/>
              <p14:nvPr/>
            </p14:nvContentPartPr>
            <p14:xfrm>
              <a:off x="2183914" y="5762433"/>
              <a:ext cx="378720" cy="435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36A3B13-DECA-4AC1-9F95-B1538C772D6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179594" y="5758113"/>
                <a:ext cx="3873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E624512-B462-48E5-8809-8B02B9618F46}"/>
                  </a:ext>
                </a:extLst>
              </p14:cNvPr>
              <p14:cNvContentPartPr/>
              <p14:nvPr/>
            </p14:nvContentPartPr>
            <p14:xfrm>
              <a:off x="2688994" y="5878713"/>
              <a:ext cx="267480" cy="425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E624512-B462-48E5-8809-8B02B9618F4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684674" y="5874393"/>
                <a:ext cx="27612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873386F-36B8-4F83-A668-8A6358FE74D1}"/>
                  </a:ext>
                </a:extLst>
              </p14:cNvPr>
              <p14:cNvContentPartPr/>
              <p14:nvPr/>
            </p14:nvContentPartPr>
            <p14:xfrm>
              <a:off x="2592154" y="5734353"/>
              <a:ext cx="372600" cy="101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873386F-36B8-4F83-A668-8A6358FE74D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587834" y="5730033"/>
                <a:ext cx="38124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291695C5-19B0-43F3-9B7C-080242774552}"/>
              </a:ext>
            </a:extLst>
          </p:cNvPr>
          <p:cNvGrpSpPr/>
          <p:nvPr/>
        </p:nvGrpSpPr>
        <p:grpSpPr>
          <a:xfrm>
            <a:off x="3258154" y="5725713"/>
            <a:ext cx="2709720" cy="796680"/>
            <a:chOff x="3258154" y="5725713"/>
            <a:chExt cx="2709720" cy="79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506EB7C-528E-41F7-BFC3-A7B10EE0A57D}"/>
                    </a:ext>
                  </a:extLst>
                </p14:cNvPr>
                <p14:cNvContentPartPr/>
                <p14:nvPr/>
              </p14:nvContentPartPr>
              <p14:xfrm>
                <a:off x="3258154" y="5965833"/>
                <a:ext cx="79200" cy="319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506EB7C-528E-41F7-BFC3-A7B10EE0A57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53834" y="5961513"/>
                  <a:ext cx="87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1E4007-5CF7-4C3A-80C4-4E608FA970F9}"/>
                    </a:ext>
                  </a:extLst>
                </p14:cNvPr>
                <p14:cNvContentPartPr/>
                <p14:nvPr/>
              </p14:nvContentPartPr>
              <p14:xfrm>
                <a:off x="3258154" y="6110913"/>
                <a:ext cx="255600" cy="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1E4007-5CF7-4C3A-80C4-4E608FA970F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253834" y="6106593"/>
                  <a:ext cx="2642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7D4C47-5270-4918-B1C2-457FE208A271}"/>
                    </a:ext>
                  </a:extLst>
                </p14:cNvPr>
                <p14:cNvContentPartPr/>
                <p14:nvPr/>
              </p14:nvContentPartPr>
              <p14:xfrm>
                <a:off x="3841714" y="5922633"/>
                <a:ext cx="171000" cy="461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7D4C47-5270-4918-B1C2-457FE208A27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837394" y="5918313"/>
                  <a:ext cx="1796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68BE908-D217-4312-A0EB-3CB61A08E21A}"/>
                    </a:ext>
                  </a:extLst>
                </p14:cNvPr>
                <p14:cNvContentPartPr/>
                <p14:nvPr/>
              </p14:nvContentPartPr>
              <p14:xfrm>
                <a:off x="3885274" y="5956833"/>
                <a:ext cx="211320" cy="489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68BE908-D217-4312-A0EB-3CB61A08E21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880954" y="5952513"/>
                  <a:ext cx="2199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6D1CD7-FCA9-414C-A6B6-B39EC891DA3D}"/>
                    </a:ext>
                  </a:extLst>
                </p14:cNvPr>
                <p14:cNvContentPartPr/>
                <p14:nvPr/>
              </p14:nvContentPartPr>
              <p14:xfrm>
                <a:off x="3772954" y="6168873"/>
                <a:ext cx="362880" cy="54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6D1CD7-FCA9-414C-A6B6-B39EC891DA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768634" y="6164553"/>
                  <a:ext cx="371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62F6A7-6EC1-4214-A0D8-A3B71E45A666}"/>
                    </a:ext>
                  </a:extLst>
                </p14:cNvPr>
                <p14:cNvContentPartPr/>
                <p14:nvPr/>
              </p14:nvContentPartPr>
              <p14:xfrm>
                <a:off x="4346794" y="5956833"/>
                <a:ext cx="270000" cy="542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62F6A7-6EC1-4214-A0D8-A3B71E45A66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42474" y="5952513"/>
                  <a:ext cx="27864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4D38728-23E7-4389-8C76-596E98D13A66}"/>
                    </a:ext>
                  </a:extLst>
                </p14:cNvPr>
                <p14:cNvContentPartPr/>
                <p14:nvPr/>
              </p14:nvContentPartPr>
              <p14:xfrm>
                <a:off x="4705354" y="6027753"/>
                <a:ext cx="97920" cy="318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4D38728-23E7-4389-8C76-596E98D13A6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01034" y="6023433"/>
                  <a:ext cx="106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5F8874-B83A-47A3-BF02-6A4491C12C08}"/>
                    </a:ext>
                  </a:extLst>
                </p14:cNvPr>
                <p14:cNvContentPartPr/>
                <p14:nvPr/>
              </p14:nvContentPartPr>
              <p14:xfrm>
                <a:off x="4691674" y="5990673"/>
                <a:ext cx="315360" cy="313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5F8874-B83A-47A3-BF02-6A4491C12C0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687354" y="5986353"/>
                  <a:ext cx="324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8F3B31-C5C1-4E17-B20A-B414E82009D0}"/>
                    </a:ext>
                  </a:extLst>
                </p14:cNvPr>
                <p14:cNvContentPartPr/>
                <p14:nvPr/>
              </p14:nvContentPartPr>
              <p14:xfrm>
                <a:off x="5139874" y="6081033"/>
                <a:ext cx="39600" cy="290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8F3B31-C5C1-4E17-B20A-B414E82009D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35554" y="6076713"/>
                  <a:ext cx="48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C02FC5E-E92A-4967-AB88-AB2ED78F15BC}"/>
                    </a:ext>
                  </a:extLst>
                </p14:cNvPr>
                <p14:cNvContentPartPr/>
                <p14:nvPr/>
              </p14:nvContentPartPr>
              <p14:xfrm>
                <a:off x="5060314" y="6063393"/>
                <a:ext cx="299880" cy="79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C02FC5E-E92A-4967-AB88-AB2ED78F15B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055994" y="6059073"/>
                  <a:ext cx="308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794F9F-D7B4-4486-A89B-675BE6F2C0E6}"/>
                    </a:ext>
                  </a:extLst>
                </p14:cNvPr>
                <p14:cNvContentPartPr/>
                <p14:nvPr/>
              </p14:nvContentPartPr>
              <p14:xfrm>
                <a:off x="5339314" y="6046113"/>
                <a:ext cx="379800" cy="347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794F9F-D7B4-4486-A89B-675BE6F2C0E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334994" y="6041793"/>
                  <a:ext cx="3884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7BB1F9-704B-49F1-A453-D582FD91785A}"/>
                    </a:ext>
                  </a:extLst>
                </p14:cNvPr>
                <p14:cNvContentPartPr/>
                <p14:nvPr/>
              </p14:nvContentPartPr>
              <p14:xfrm>
                <a:off x="5558194" y="5965833"/>
                <a:ext cx="409680" cy="556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7BB1F9-704B-49F1-A453-D582FD91785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53874" y="5961513"/>
                  <a:ext cx="4183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98A1F87-77D4-45FA-8F08-14051C8A3A23}"/>
                    </a:ext>
                  </a:extLst>
                </p14:cNvPr>
                <p14:cNvContentPartPr/>
                <p14:nvPr/>
              </p14:nvContentPartPr>
              <p14:xfrm>
                <a:off x="3808234" y="5725713"/>
                <a:ext cx="44316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98A1F87-77D4-45FA-8F08-14051C8A3A2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03914" y="5721393"/>
                  <a:ext cx="451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726740-32CD-43D6-B4F9-4254CF30AC92}"/>
                    </a:ext>
                  </a:extLst>
                </p14:cNvPr>
                <p14:cNvContentPartPr/>
                <p14:nvPr/>
              </p14:nvContentPartPr>
              <p14:xfrm>
                <a:off x="5113234" y="5965833"/>
                <a:ext cx="9720" cy="194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726740-32CD-43D6-B4F9-4254CF30AC9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108914" y="5961513"/>
                  <a:ext cx="1836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43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BEC903-713E-4C95-9142-DF7EFE978AAB}"/>
                  </a:ext>
                </a:extLst>
              </p14:cNvPr>
              <p14:cNvContentPartPr/>
              <p14:nvPr/>
            </p14:nvContentPartPr>
            <p14:xfrm>
              <a:off x="559234" y="408513"/>
              <a:ext cx="183600" cy="302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BEC903-713E-4C95-9142-DF7EFE978A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914" y="404193"/>
                <a:ext cx="1922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90A201-F24C-4513-863B-28A3D7CD002B}"/>
                  </a:ext>
                </a:extLst>
              </p14:cNvPr>
              <p14:cNvContentPartPr/>
              <p14:nvPr/>
            </p14:nvContentPartPr>
            <p14:xfrm>
              <a:off x="733474" y="479433"/>
              <a:ext cx="163440" cy="429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90A201-F24C-4513-863B-28A3D7CD00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154" y="475113"/>
                <a:ext cx="1720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60AA65-87ED-4FF6-9ADB-39B01890AF45}"/>
                  </a:ext>
                </a:extLst>
              </p14:cNvPr>
              <p14:cNvContentPartPr/>
              <p14:nvPr/>
            </p14:nvContentPartPr>
            <p14:xfrm>
              <a:off x="914194" y="763113"/>
              <a:ext cx="36360" cy="15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60AA65-87ED-4FF6-9ADB-39B01890AF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9874" y="758793"/>
                <a:ext cx="450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BA3073-E61B-4593-9003-32CA55B4AE3C}"/>
                  </a:ext>
                </a:extLst>
              </p14:cNvPr>
              <p14:cNvContentPartPr/>
              <p14:nvPr/>
            </p14:nvContentPartPr>
            <p14:xfrm>
              <a:off x="1482274" y="461793"/>
              <a:ext cx="43200" cy="312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BA3073-E61B-4593-9003-32CA55B4AE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77954" y="457473"/>
                <a:ext cx="518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FA6D44C-4814-4A16-95B5-F7FAF5E502B5}"/>
                  </a:ext>
                </a:extLst>
              </p14:cNvPr>
              <p14:cNvContentPartPr/>
              <p14:nvPr/>
            </p14:nvContentPartPr>
            <p14:xfrm>
              <a:off x="1526554" y="395913"/>
              <a:ext cx="179280" cy="395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FA6D44C-4814-4A16-95B5-F7FAF5E502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22234" y="391593"/>
                <a:ext cx="18792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7622AF-E72B-482F-A764-C53D5508BADB}"/>
                  </a:ext>
                </a:extLst>
              </p14:cNvPr>
              <p14:cNvContentPartPr/>
              <p14:nvPr/>
            </p14:nvContentPartPr>
            <p14:xfrm>
              <a:off x="1796194" y="511473"/>
              <a:ext cx="271800" cy="280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7622AF-E72B-482F-A764-C53D5508BA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91874" y="507153"/>
                <a:ext cx="2804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0E8973-1D6A-4F1F-8740-F2AED52A89B9}"/>
                  </a:ext>
                </a:extLst>
              </p14:cNvPr>
              <p14:cNvContentPartPr/>
              <p14:nvPr/>
            </p14:nvContentPartPr>
            <p14:xfrm>
              <a:off x="1411354" y="192513"/>
              <a:ext cx="381960" cy="10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0E8973-1D6A-4F1F-8740-F2AED52A89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7034" y="188193"/>
                <a:ext cx="3906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B63EF37-A001-43CE-A528-0F1F3FDAE7D7}"/>
              </a:ext>
            </a:extLst>
          </p:cNvPr>
          <p:cNvGrpSpPr/>
          <p:nvPr/>
        </p:nvGrpSpPr>
        <p:grpSpPr>
          <a:xfrm>
            <a:off x="2431954" y="328233"/>
            <a:ext cx="267120" cy="316440"/>
            <a:chOff x="2431954" y="328233"/>
            <a:chExt cx="26712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3A65B4-401E-4F6C-BBD3-596084424CD5}"/>
                    </a:ext>
                  </a:extLst>
                </p14:cNvPr>
                <p14:cNvContentPartPr/>
                <p14:nvPr/>
              </p14:nvContentPartPr>
              <p14:xfrm>
                <a:off x="2530234" y="512553"/>
                <a:ext cx="47520" cy="132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3A65B4-401E-4F6C-BBD3-596084424C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5914" y="508233"/>
                  <a:ext cx="56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C7F91C-28EB-4F8B-87D4-00BA8D0CC4F3}"/>
                    </a:ext>
                  </a:extLst>
                </p14:cNvPr>
                <p14:cNvContentPartPr/>
                <p14:nvPr/>
              </p14:nvContentPartPr>
              <p14:xfrm>
                <a:off x="2431954" y="468993"/>
                <a:ext cx="267120" cy="45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C7F91C-28EB-4F8B-87D4-00BA8D0CC4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27634" y="464673"/>
                  <a:ext cx="275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AC3A12-2003-4CDF-B6D6-125FE07838BA}"/>
                    </a:ext>
                  </a:extLst>
                </p14:cNvPr>
                <p14:cNvContentPartPr/>
                <p14:nvPr/>
              </p14:nvContentPartPr>
              <p14:xfrm>
                <a:off x="2520514" y="328233"/>
                <a:ext cx="13680" cy="209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AC3A12-2003-4CDF-B6D6-125FE07838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6194" y="323913"/>
                  <a:ext cx="223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B1ADBD-09B6-4563-A1FA-B50E97F5CDAE}"/>
              </a:ext>
            </a:extLst>
          </p:cNvPr>
          <p:cNvGrpSpPr/>
          <p:nvPr/>
        </p:nvGrpSpPr>
        <p:grpSpPr>
          <a:xfrm>
            <a:off x="2964394" y="300153"/>
            <a:ext cx="533160" cy="383760"/>
            <a:chOff x="2964394" y="300153"/>
            <a:chExt cx="5331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255193-7C90-41DD-8063-4E5219DD67A4}"/>
                    </a:ext>
                  </a:extLst>
                </p14:cNvPr>
                <p14:cNvContentPartPr/>
                <p14:nvPr/>
              </p14:nvContentPartPr>
              <p14:xfrm>
                <a:off x="2964394" y="300153"/>
                <a:ext cx="126720" cy="36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255193-7C90-41DD-8063-4E5219DD67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0074" y="295833"/>
                  <a:ext cx="1353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8B46E3-16AA-491F-9F6A-92F8B676F6B5}"/>
                    </a:ext>
                  </a:extLst>
                </p14:cNvPr>
                <p14:cNvContentPartPr/>
                <p14:nvPr/>
              </p14:nvContentPartPr>
              <p14:xfrm>
                <a:off x="3247354" y="399153"/>
                <a:ext cx="250200" cy="284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8B46E3-16AA-491F-9F6A-92F8B676F6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3034" y="394833"/>
                  <a:ext cx="25884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9FCAEA0-4964-47C8-9455-A4612214306F}"/>
                  </a:ext>
                </a:extLst>
              </p14:cNvPr>
              <p14:cNvContentPartPr/>
              <p14:nvPr/>
            </p14:nvContentPartPr>
            <p14:xfrm>
              <a:off x="3106954" y="159393"/>
              <a:ext cx="368640" cy="9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9FCAEA0-4964-47C8-9455-A4612214306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02634" y="155073"/>
                <a:ext cx="3772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80D602A-0A35-49F0-AE00-BDDB90A2137A}"/>
              </a:ext>
            </a:extLst>
          </p:cNvPr>
          <p:cNvGrpSpPr/>
          <p:nvPr/>
        </p:nvGrpSpPr>
        <p:grpSpPr>
          <a:xfrm>
            <a:off x="594514" y="1464753"/>
            <a:ext cx="711720" cy="631080"/>
            <a:chOff x="594514" y="1464753"/>
            <a:chExt cx="711720" cy="63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8563AB-26EA-4A97-A881-78AB11EE1B16}"/>
                    </a:ext>
                  </a:extLst>
                </p14:cNvPr>
                <p14:cNvContentPartPr/>
                <p14:nvPr/>
              </p14:nvContentPartPr>
              <p14:xfrm>
                <a:off x="594514" y="1464753"/>
                <a:ext cx="273960" cy="281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8563AB-26EA-4A97-A881-78AB11EE1B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0194" y="1460433"/>
                  <a:ext cx="2826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5D2A3A-E1D2-4B60-BCE2-09303ADCFF55}"/>
                    </a:ext>
                  </a:extLst>
                </p14:cNvPr>
                <p14:cNvContentPartPr/>
                <p14:nvPr/>
              </p14:nvContentPartPr>
              <p14:xfrm>
                <a:off x="793234" y="1482393"/>
                <a:ext cx="147960" cy="61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5D2A3A-E1D2-4B60-BCE2-09303ADCFF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8914" y="1478073"/>
                  <a:ext cx="15660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8AA5AA-1E82-4EC8-97D4-8808C4F20D8D}"/>
                    </a:ext>
                  </a:extLst>
                </p14:cNvPr>
                <p14:cNvContentPartPr/>
                <p14:nvPr/>
              </p14:nvContentPartPr>
              <p14:xfrm>
                <a:off x="949834" y="1788753"/>
                <a:ext cx="356400" cy="267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8AA5AA-1E82-4EC8-97D4-8808C4F20D8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5514" y="1784433"/>
                  <a:ext cx="36504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7651364-85B4-40E5-95AD-7E60A82ED3C0}"/>
                  </a:ext>
                </a:extLst>
              </p14:cNvPr>
              <p14:cNvContentPartPr/>
              <p14:nvPr/>
            </p14:nvContentPartPr>
            <p14:xfrm>
              <a:off x="1597474" y="1759593"/>
              <a:ext cx="79560" cy="15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7651364-85B4-40E5-95AD-7E60A82ED3C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93154" y="1755273"/>
                <a:ext cx="882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F5DCC6-E0A1-451B-8A9B-0DEA2C96990E}"/>
                  </a:ext>
                </a:extLst>
              </p14:cNvPr>
              <p14:cNvContentPartPr/>
              <p14:nvPr/>
            </p14:nvContentPartPr>
            <p14:xfrm>
              <a:off x="1579834" y="1910433"/>
              <a:ext cx="149400" cy="7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F5DCC6-E0A1-451B-8A9B-0DEA2C9699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75514" y="1906113"/>
                <a:ext cx="15804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1956CF3-481C-49DA-ACDD-6592EC0D2E65}"/>
              </a:ext>
            </a:extLst>
          </p:cNvPr>
          <p:cNvGrpSpPr/>
          <p:nvPr/>
        </p:nvGrpSpPr>
        <p:grpSpPr>
          <a:xfrm>
            <a:off x="1118314" y="763113"/>
            <a:ext cx="91080" cy="142560"/>
            <a:chOff x="1118314" y="763113"/>
            <a:chExt cx="910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4FA549-B6C3-49B7-A78E-595209EA74A6}"/>
                    </a:ext>
                  </a:extLst>
                </p14:cNvPr>
                <p14:cNvContentPartPr/>
                <p14:nvPr/>
              </p14:nvContentPartPr>
              <p14:xfrm>
                <a:off x="1127314" y="763113"/>
                <a:ext cx="6048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4FA549-B6C3-49B7-A78E-595209EA74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2994" y="758793"/>
                  <a:ext cx="69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ECD0FEB-9B04-424F-85C5-765FCE15710F}"/>
                    </a:ext>
                  </a:extLst>
                </p14:cNvPr>
                <p14:cNvContentPartPr/>
                <p14:nvPr/>
              </p14:nvContentPartPr>
              <p14:xfrm>
                <a:off x="1118314" y="884793"/>
                <a:ext cx="91080" cy="2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ECD0FEB-9B04-424F-85C5-765FCE1571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3994" y="880473"/>
                  <a:ext cx="997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055E14-01C8-494C-99D8-66668F2FB6E8}"/>
              </a:ext>
            </a:extLst>
          </p:cNvPr>
          <p:cNvGrpSpPr/>
          <p:nvPr/>
        </p:nvGrpSpPr>
        <p:grpSpPr>
          <a:xfrm>
            <a:off x="2059354" y="1525233"/>
            <a:ext cx="142920" cy="385560"/>
            <a:chOff x="2059354" y="1525233"/>
            <a:chExt cx="14292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7258CC-E2D8-494B-B74F-A5F8EB21698F}"/>
                    </a:ext>
                  </a:extLst>
                </p14:cNvPr>
                <p14:cNvContentPartPr/>
                <p14:nvPr/>
              </p14:nvContentPartPr>
              <p14:xfrm>
                <a:off x="2059714" y="1535673"/>
                <a:ext cx="73080" cy="331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7258CC-E2D8-494B-B74F-A5F8EB216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55394" y="1531353"/>
                  <a:ext cx="81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65A23A-FB7A-4573-ABEB-9A68983275FE}"/>
                    </a:ext>
                  </a:extLst>
                </p14:cNvPr>
                <p14:cNvContentPartPr/>
                <p14:nvPr/>
              </p14:nvContentPartPr>
              <p14:xfrm>
                <a:off x="2059354" y="1525233"/>
                <a:ext cx="142920" cy="38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65A23A-FB7A-4573-ABEB-9A68983275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5034" y="1520913"/>
                  <a:ext cx="15156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F07C5EC-B5E5-4E90-8D6F-84EA627361DD}"/>
                  </a:ext>
                </a:extLst>
              </p14:cNvPr>
              <p14:cNvContentPartPr/>
              <p14:nvPr/>
            </p14:nvContentPartPr>
            <p14:xfrm>
              <a:off x="1917154" y="1297713"/>
              <a:ext cx="311040" cy="78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F07C5EC-B5E5-4E90-8D6F-84EA627361D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12834" y="1293393"/>
                <a:ext cx="319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61DC3FD-A2B8-4A87-8002-765AE6C801DB}"/>
                  </a:ext>
                </a:extLst>
              </p14:cNvPr>
              <p14:cNvContentPartPr/>
              <p14:nvPr/>
            </p14:nvContentPartPr>
            <p14:xfrm>
              <a:off x="2491714" y="1526313"/>
              <a:ext cx="320040" cy="4132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61DC3FD-A2B8-4A87-8002-765AE6C801D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87394" y="1521993"/>
                <a:ext cx="328680" cy="42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8DE36F2E-6242-4616-B017-6B4FFCDCF513}"/>
              </a:ext>
            </a:extLst>
          </p:cNvPr>
          <p:cNvGrpSpPr/>
          <p:nvPr/>
        </p:nvGrpSpPr>
        <p:grpSpPr>
          <a:xfrm>
            <a:off x="3106954" y="1364313"/>
            <a:ext cx="1565640" cy="556560"/>
            <a:chOff x="3106954" y="1364313"/>
            <a:chExt cx="156564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EDA779-9183-450D-878E-C4B61C52A206}"/>
                    </a:ext>
                  </a:extLst>
                </p14:cNvPr>
                <p14:cNvContentPartPr/>
                <p14:nvPr/>
              </p14:nvContentPartPr>
              <p14:xfrm>
                <a:off x="3170674" y="1579953"/>
                <a:ext cx="56160" cy="34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EDA779-9183-450D-878E-C4B61C52A2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66354" y="1575633"/>
                  <a:ext cx="64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9BFAE4-7BF2-46A7-9EE4-A51A4FCC8FEB}"/>
                    </a:ext>
                  </a:extLst>
                </p14:cNvPr>
                <p14:cNvContentPartPr/>
                <p14:nvPr/>
              </p14:nvContentPartPr>
              <p14:xfrm>
                <a:off x="3106954" y="1669233"/>
                <a:ext cx="221760" cy="61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9BFAE4-7BF2-46A7-9EE4-A51A4FCC8F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02634" y="1664913"/>
                  <a:ext cx="230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1D4D10-40F8-469F-8782-E6653E9F7F50}"/>
                    </a:ext>
                  </a:extLst>
                </p14:cNvPr>
                <p14:cNvContentPartPr/>
                <p14:nvPr/>
              </p14:nvContentPartPr>
              <p14:xfrm>
                <a:off x="3698434" y="1402473"/>
                <a:ext cx="48240" cy="476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1D4D10-40F8-469F-8782-E6653E9F7F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94114" y="1398153"/>
                  <a:ext cx="568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7F7612-C340-4C1C-B199-7650E78AB92C}"/>
                    </a:ext>
                  </a:extLst>
                </p14:cNvPr>
                <p14:cNvContentPartPr/>
                <p14:nvPr/>
              </p14:nvContentPartPr>
              <p14:xfrm>
                <a:off x="3589714" y="1364313"/>
                <a:ext cx="573840" cy="464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7F7612-C340-4C1C-B199-7650E78AB9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85394" y="1359993"/>
                  <a:ext cx="5824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16F9EB-0E0B-4707-81C9-29F4EB93DA49}"/>
                    </a:ext>
                  </a:extLst>
                </p14:cNvPr>
                <p14:cNvContentPartPr/>
                <p14:nvPr/>
              </p14:nvContentPartPr>
              <p14:xfrm>
                <a:off x="4340314" y="1482393"/>
                <a:ext cx="332280" cy="289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16F9EB-0E0B-4707-81C9-29F4EB93DA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35994" y="1478073"/>
                  <a:ext cx="34092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16582D-697A-4B1E-8079-C81D875D5A91}"/>
              </a:ext>
            </a:extLst>
          </p:cNvPr>
          <p:cNvGrpSpPr/>
          <p:nvPr/>
        </p:nvGrpSpPr>
        <p:grpSpPr>
          <a:xfrm>
            <a:off x="4438594" y="570873"/>
            <a:ext cx="349920" cy="148320"/>
            <a:chOff x="4438594" y="570873"/>
            <a:chExt cx="34992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B53617-B611-4172-84BC-9BFCAAD157C2}"/>
                    </a:ext>
                  </a:extLst>
                </p14:cNvPr>
                <p14:cNvContentPartPr/>
                <p14:nvPr/>
              </p14:nvContentPartPr>
              <p14:xfrm>
                <a:off x="4447234" y="570873"/>
                <a:ext cx="200520" cy="59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B53617-B611-4172-84BC-9BFCAAD157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2914" y="566553"/>
                  <a:ext cx="209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2FD33E-79B6-414B-8924-9F9068D5A3B4}"/>
                    </a:ext>
                  </a:extLst>
                </p14:cNvPr>
                <p14:cNvContentPartPr/>
                <p14:nvPr/>
              </p14:nvContentPartPr>
              <p14:xfrm>
                <a:off x="4438594" y="632433"/>
                <a:ext cx="349920" cy="8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2FD33E-79B6-414B-8924-9F9068D5A3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34274" y="628113"/>
                  <a:ext cx="35856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238D4C-E496-44D5-830B-4FC5CB3F8744}"/>
              </a:ext>
            </a:extLst>
          </p:cNvPr>
          <p:cNvGrpSpPr/>
          <p:nvPr/>
        </p:nvGrpSpPr>
        <p:grpSpPr>
          <a:xfrm>
            <a:off x="5283514" y="154353"/>
            <a:ext cx="442440" cy="481320"/>
            <a:chOff x="5283514" y="154353"/>
            <a:chExt cx="44244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3C22D1-AE1A-42C6-BE17-E94FD6347A96}"/>
                    </a:ext>
                  </a:extLst>
                </p14:cNvPr>
                <p14:cNvContentPartPr/>
                <p14:nvPr/>
              </p14:nvContentPartPr>
              <p14:xfrm>
                <a:off x="5397634" y="239673"/>
                <a:ext cx="9360" cy="28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3C22D1-AE1A-42C6-BE17-E94FD6347A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93314" y="235353"/>
                  <a:ext cx="18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7A9666-C720-4D45-A6C6-46798BB56235}"/>
                    </a:ext>
                  </a:extLst>
                </p14:cNvPr>
                <p14:cNvContentPartPr/>
                <p14:nvPr/>
              </p14:nvContentPartPr>
              <p14:xfrm>
                <a:off x="5283514" y="154353"/>
                <a:ext cx="442440" cy="481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7A9666-C720-4D45-A6C6-46798BB5623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79194" y="150033"/>
                  <a:ext cx="45108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1EFFA94-10B3-411E-B560-A6BF26453159}"/>
              </a:ext>
            </a:extLst>
          </p:cNvPr>
          <p:cNvGrpSpPr/>
          <p:nvPr/>
        </p:nvGrpSpPr>
        <p:grpSpPr>
          <a:xfrm>
            <a:off x="5973634" y="121953"/>
            <a:ext cx="1315800" cy="537480"/>
            <a:chOff x="5973634" y="121953"/>
            <a:chExt cx="13158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8761F02-8D63-4AF9-BE5C-B54525F72AF0}"/>
                    </a:ext>
                  </a:extLst>
                </p14:cNvPr>
                <p14:cNvContentPartPr/>
                <p14:nvPr/>
              </p14:nvContentPartPr>
              <p14:xfrm>
                <a:off x="6169474" y="337233"/>
                <a:ext cx="22680" cy="153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8761F02-8D63-4AF9-BE5C-B54525F72A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65154" y="332913"/>
                  <a:ext cx="31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45703C9-620E-4CE3-B583-797C13CC53F9}"/>
                    </a:ext>
                  </a:extLst>
                </p14:cNvPr>
                <p14:cNvContentPartPr/>
                <p14:nvPr/>
              </p14:nvContentPartPr>
              <p14:xfrm>
                <a:off x="6125194" y="326433"/>
                <a:ext cx="216720" cy="73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45703C9-620E-4CE3-B583-797C13CC53F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20874" y="322113"/>
                  <a:ext cx="225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1FA28F7-19A8-433F-855F-E3ACB16B2DD4}"/>
                    </a:ext>
                  </a:extLst>
                </p14:cNvPr>
                <p14:cNvContentPartPr/>
                <p14:nvPr/>
              </p14:nvContentPartPr>
              <p14:xfrm>
                <a:off x="5973634" y="121953"/>
                <a:ext cx="562320" cy="46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1FA28F7-19A8-433F-855F-E3ACB16B2D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69314" y="117633"/>
                  <a:ext cx="57096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F45662-6E36-46AD-93E3-E097F2222501}"/>
                    </a:ext>
                  </a:extLst>
                </p14:cNvPr>
                <p14:cNvContentPartPr/>
                <p14:nvPr/>
              </p14:nvContentPartPr>
              <p14:xfrm>
                <a:off x="6753034" y="223473"/>
                <a:ext cx="536400" cy="435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F45662-6E36-46AD-93E3-E097F22225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48714" y="219153"/>
                  <a:ext cx="545040" cy="44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F48B0AC-65EC-4A7A-8F42-18E0C2D97D1C}"/>
                  </a:ext>
                </a:extLst>
              </p14:cNvPr>
              <p14:cNvContentPartPr/>
              <p14:nvPr/>
            </p14:nvContentPartPr>
            <p14:xfrm>
              <a:off x="5326714" y="1697313"/>
              <a:ext cx="279720" cy="34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F48B0AC-65EC-4A7A-8F42-18E0C2D97D1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22394" y="1692993"/>
                <a:ext cx="288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F762E3F-BBF1-4927-AEAD-DE72C4F8F20B}"/>
                  </a:ext>
                </a:extLst>
              </p14:cNvPr>
              <p14:cNvContentPartPr/>
              <p14:nvPr/>
            </p14:nvContentPartPr>
            <p14:xfrm>
              <a:off x="5406274" y="1747713"/>
              <a:ext cx="324000" cy="27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F762E3F-BBF1-4927-AEAD-DE72C4F8F20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401954" y="1743393"/>
                <a:ext cx="3326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5A5F6A3-2EDC-43A4-BBFC-57929185732D}"/>
                  </a:ext>
                </a:extLst>
              </p14:cNvPr>
              <p14:cNvContentPartPr/>
              <p14:nvPr/>
            </p14:nvContentPartPr>
            <p14:xfrm>
              <a:off x="8868394" y="1206993"/>
              <a:ext cx="171000" cy="609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5A5F6A3-2EDC-43A4-BBFC-57929185732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64074" y="1202673"/>
                <a:ext cx="17964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F328988-2C41-412D-801D-9146ABF0D22A}"/>
                  </a:ext>
                </a:extLst>
              </p14:cNvPr>
              <p14:cNvContentPartPr/>
              <p14:nvPr/>
            </p14:nvContentPartPr>
            <p14:xfrm>
              <a:off x="5486194" y="2334513"/>
              <a:ext cx="360" cy="9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F328988-2C41-412D-801D-9146ABF0D22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1874" y="2330193"/>
                <a:ext cx="9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0E247E7-52C9-4C04-967F-314EFF9ADDA2}"/>
                  </a:ext>
                </a:extLst>
              </p14:cNvPr>
              <p14:cNvContentPartPr/>
              <p14:nvPr/>
            </p14:nvContentPartPr>
            <p14:xfrm>
              <a:off x="5486194" y="2268633"/>
              <a:ext cx="327960" cy="48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0E247E7-52C9-4C04-967F-314EFF9ADD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81874" y="2264313"/>
                <a:ext cx="3366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A46DEA7-111E-4D48-A2AD-BC9424717756}"/>
                  </a:ext>
                </a:extLst>
              </p14:cNvPr>
              <p14:cNvContentPartPr/>
              <p14:nvPr/>
            </p14:nvContentPartPr>
            <p14:xfrm>
              <a:off x="5415274" y="2395713"/>
              <a:ext cx="516960" cy="81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A46DEA7-111E-4D48-A2AD-BC942471775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10954" y="2391393"/>
                <a:ext cx="52560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0B88E69-7D8E-484D-90D7-6F631B990B37}"/>
              </a:ext>
            </a:extLst>
          </p:cNvPr>
          <p:cNvGrpSpPr/>
          <p:nvPr/>
        </p:nvGrpSpPr>
        <p:grpSpPr>
          <a:xfrm>
            <a:off x="5945914" y="1224633"/>
            <a:ext cx="1110600" cy="720000"/>
            <a:chOff x="5945914" y="1224633"/>
            <a:chExt cx="1110600" cy="72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75BDF2-BC5B-446F-A839-D08B600F4990}"/>
                    </a:ext>
                  </a:extLst>
                </p14:cNvPr>
                <p14:cNvContentPartPr/>
                <p14:nvPr/>
              </p14:nvContentPartPr>
              <p14:xfrm>
                <a:off x="6666994" y="1686873"/>
                <a:ext cx="7200" cy="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75BDF2-BC5B-446F-A839-D08B600F49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62674" y="1682553"/>
                  <a:ext cx="158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F58AD5-9BFE-441E-9DE1-B42C5C9D8AEE}"/>
                    </a:ext>
                  </a:extLst>
                </p14:cNvPr>
                <p14:cNvContentPartPr/>
                <p14:nvPr/>
              </p14:nvContentPartPr>
              <p14:xfrm>
                <a:off x="6904954" y="1224633"/>
                <a:ext cx="151560" cy="720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F58AD5-9BFE-441E-9DE1-B42C5C9D8A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00634" y="1220313"/>
                  <a:ext cx="16020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B93AF0-F778-4996-8EE4-25AB6137D7EF}"/>
                    </a:ext>
                  </a:extLst>
                </p14:cNvPr>
                <p14:cNvContentPartPr/>
                <p14:nvPr/>
              </p14:nvContentPartPr>
              <p14:xfrm>
                <a:off x="5945914" y="1375473"/>
                <a:ext cx="650880" cy="330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B93AF0-F778-4996-8EE4-25AB6137D7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41594" y="1371153"/>
                  <a:ext cx="65952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23BD4E7-15C1-4F8C-A5E3-3435908F0513}"/>
              </a:ext>
            </a:extLst>
          </p:cNvPr>
          <p:cNvGrpSpPr/>
          <p:nvPr/>
        </p:nvGrpSpPr>
        <p:grpSpPr>
          <a:xfrm>
            <a:off x="7164154" y="994233"/>
            <a:ext cx="1564560" cy="781560"/>
            <a:chOff x="7164154" y="994233"/>
            <a:chExt cx="156456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75C415E-E570-410D-A437-4C07EFC66CAF}"/>
                    </a:ext>
                  </a:extLst>
                </p14:cNvPr>
                <p14:cNvContentPartPr/>
                <p14:nvPr/>
              </p14:nvContentPartPr>
              <p14:xfrm>
                <a:off x="7266034" y="1213833"/>
                <a:ext cx="362880" cy="532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75C415E-E570-410D-A437-4C07EFC66C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61714" y="1209513"/>
                  <a:ext cx="3715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DD8B5B-43E6-4A01-B2D6-C733BD6808B1}"/>
                    </a:ext>
                  </a:extLst>
                </p14:cNvPr>
                <p14:cNvContentPartPr/>
                <p14:nvPr/>
              </p14:nvContentPartPr>
              <p14:xfrm>
                <a:off x="8007634" y="1224633"/>
                <a:ext cx="86400" cy="347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ADD8B5B-43E6-4A01-B2D6-C733BD6808B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03314" y="1220313"/>
                  <a:ext cx="95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8304E0A-1855-4659-AA7C-46E7A5B4ACBF}"/>
                    </a:ext>
                  </a:extLst>
                </p14:cNvPr>
                <p14:cNvContentPartPr/>
                <p14:nvPr/>
              </p14:nvContentPartPr>
              <p14:xfrm>
                <a:off x="7927714" y="1344513"/>
                <a:ext cx="330480" cy="84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8304E0A-1855-4659-AA7C-46E7A5B4AC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23394" y="1340193"/>
                  <a:ext cx="33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7AE6EA9-B57D-4CCE-9239-16BB7D73FC07}"/>
                    </a:ext>
                  </a:extLst>
                </p14:cNvPr>
                <p14:cNvContentPartPr/>
                <p14:nvPr/>
              </p14:nvContentPartPr>
              <p14:xfrm>
                <a:off x="8345674" y="1201593"/>
                <a:ext cx="383040" cy="574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7AE6EA9-B57D-4CCE-9239-16BB7D73FC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41354" y="1197273"/>
                  <a:ext cx="39168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431A60A-D7E3-476B-8F3F-4EB42EA5122B}"/>
                    </a:ext>
                  </a:extLst>
                </p14:cNvPr>
                <p14:cNvContentPartPr/>
                <p14:nvPr/>
              </p14:nvContentPartPr>
              <p14:xfrm>
                <a:off x="7164154" y="994233"/>
                <a:ext cx="656280" cy="85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431A60A-D7E3-476B-8F3F-4EB42EA512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59834" y="989913"/>
                  <a:ext cx="66492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0840FDF-E155-4282-AEDA-9C9E1F0FEF19}"/>
                  </a:ext>
                </a:extLst>
              </p14:cNvPr>
              <p14:cNvContentPartPr/>
              <p14:nvPr/>
            </p14:nvContentPartPr>
            <p14:xfrm>
              <a:off x="6213754" y="2217513"/>
              <a:ext cx="574920" cy="3232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0840FDF-E155-4282-AEDA-9C9E1F0FEF1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09434" y="2213193"/>
                <a:ext cx="583560" cy="33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9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31C29C6-5DAD-42B7-9562-78ECEB8947F2}"/>
                  </a:ext>
                </a:extLst>
              </p14:cNvPr>
              <p14:cNvContentPartPr/>
              <p14:nvPr/>
            </p14:nvContentPartPr>
            <p14:xfrm>
              <a:off x="1411354" y="1544313"/>
              <a:ext cx="3058560" cy="205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31C29C6-5DAD-42B7-9562-78ECEB8947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7034" y="1539993"/>
                <a:ext cx="30672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D5D27E-667C-44BA-AAC8-9D831262C82C}"/>
                  </a:ext>
                </a:extLst>
              </p14:cNvPr>
              <p14:cNvContentPartPr/>
              <p14:nvPr/>
            </p14:nvContentPartPr>
            <p14:xfrm>
              <a:off x="2706994" y="486273"/>
              <a:ext cx="373680" cy="360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D5D27E-667C-44BA-AAC8-9D831262C8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2674" y="481953"/>
                <a:ext cx="38232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B73D85-271D-4B21-AB6A-54ED0F6AF18B}"/>
                  </a:ext>
                </a:extLst>
              </p14:cNvPr>
              <p14:cNvContentPartPr/>
              <p14:nvPr/>
            </p14:nvContentPartPr>
            <p14:xfrm>
              <a:off x="1430434" y="408513"/>
              <a:ext cx="167400" cy="42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B73D85-271D-4B21-AB6A-54ED0F6AF1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6114" y="404193"/>
                <a:ext cx="17604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E34FB2-EA73-470A-9D0B-A5D074574A9D}"/>
                  </a:ext>
                </a:extLst>
              </p14:cNvPr>
              <p14:cNvContentPartPr/>
              <p14:nvPr/>
            </p14:nvContentPartPr>
            <p14:xfrm>
              <a:off x="1571554" y="416793"/>
              <a:ext cx="63720" cy="480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E34FB2-EA73-470A-9D0B-A5D074574A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67234" y="412473"/>
                <a:ext cx="723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13ABCB-73F7-4FFD-B981-1F6C8AC611E9}"/>
                  </a:ext>
                </a:extLst>
              </p14:cNvPr>
              <p14:cNvContentPartPr/>
              <p14:nvPr/>
            </p14:nvContentPartPr>
            <p14:xfrm>
              <a:off x="1455634" y="620913"/>
              <a:ext cx="124920" cy="8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13ABCB-73F7-4FFD-B981-1F6C8AC611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1314" y="616593"/>
                <a:ext cx="1335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71E7F7-AA67-48DA-BCA6-B5EB36C5B7D0}"/>
                  </a:ext>
                </a:extLst>
              </p14:cNvPr>
              <p14:cNvContentPartPr/>
              <p14:nvPr/>
            </p14:nvContentPartPr>
            <p14:xfrm>
              <a:off x="2130634" y="416793"/>
              <a:ext cx="88560" cy="37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71E7F7-AA67-48DA-BCA6-B5EB36C5B7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26314" y="412473"/>
                <a:ext cx="9720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E91E0C-F91F-4DD4-A8C4-28DD60033DF0}"/>
                  </a:ext>
                </a:extLst>
              </p14:cNvPr>
              <p14:cNvContentPartPr/>
              <p14:nvPr/>
            </p14:nvContentPartPr>
            <p14:xfrm>
              <a:off x="2130994" y="366393"/>
              <a:ext cx="224280" cy="489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E91E0C-F91F-4DD4-A8C4-28DD60033D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6674" y="362073"/>
                <a:ext cx="232920" cy="49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CF281EE9-CCFD-4D55-A5BA-962AF4C14D72}"/>
              </a:ext>
            </a:extLst>
          </p:cNvPr>
          <p:cNvGrpSpPr/>
          <p:nvPr/>
        </p:nvGrpSpPr>
        <p:grpSpPr>
          <a:xfrm>
            <a:off x="1322434" y="1224856"/>
            <a:ext cx="7929720" cy="4839977"/>
            <a:chOff x="1322434" y="1224856"/>
            <a:chExt cx="7929720" cy="483997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0D17D8-C67B-4617-BC57-FAFC43E09BA8}"/>
                    </a:ext>
                  </a:extLst>
                </p14:cNvPr>
                <p14:cNvContentPartPr/>
                <p14:nvPr/>
              </p14:nvContentPartPr>
              <p14:xfrm>
                <a:off x="1322434" y="1286776"/>
                <a:ext cx="187560" cy="4132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0D17D8-C67B-4617-BC57-FAFC43E09B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8114" y="1282456"/>
                  <a:ext cx="196200" cy="41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576963-3796-48E3-8E3B-E812D3686ABA}"/>
                    </a:ext>
                  </a:extLst>
                </p14:cNvPr>
                <p14:cNvContentPartPr/>
                <p14:nvPr/>
              </p14:nvContentPartPr>
              <p14:xfrm>
                <a:off x="2047834" y="1269136"/>
                <a:ext cx="296280" cy="4275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576963-3796-48E3-8E3B-E812D3686A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3514" y="1264816"/>
                  <a:ext cx="304920" cy="42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6D3026-3E53-4013-942C-17D8EBBDA349}"/>
                    </a:ext>
                  </a:extLst>
                </p14:cNvPr>
                <p14:cNvContentPartPr/>
                <p14:nvPr/>
              </p14:nvContentPartPr>
              <p14:xfrm>
                <a:off x="2762074" y="1224856"/>
                <a:ext cx="363960" cy="454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6D3026-3E53-4013-942C-17D8EBBDA3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57754" y="1220536"/>
                  <a:ext cx="372600" cy="45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720328-4544-44F7-B5AE-997B9C519826}"/>
                    </a:ext>
                  </a:extLst>
                </p14:cNvPr>
                <p14:cNvContentPartPr/>
                <p14:nvPr/>
              </p14:nvContentPartPr>
              <p14:xfrm>
                <a:off x="2228194" y="2040976"/>
                <a:ext cx="1508040" cy="89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720328-4544-44F7-B5AE-997B9C5198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3874" y="2036656"/>
                  <a:ext cx="1516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95813A-1CAE-44D2-BBE3-CBA055A259AD}"/>
                    </a:ext>
                  </a:extLst>
                </p14:cNvPr>
                <p14:cNvContentPartPr/>
                <p14:nvPr/>
              </p14:nvContentPartPr>
              <p14:xfrm>
                <a:off x="3763954" y="1944136"/>
                <a:ext cx="360" cy="28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F95813A-1CAE-44D2-BBE3-CBA055A259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9634" y="1939816"/>
                  <a:ext cx="90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5BFA36-3A26-4BE3-894B-CA5B4B48789E}"/>
                    </a:ext>
                  </a:extLst>
                </p14:cNvPr>
                <p14:cNvContentPartPr/>
                <p14:nvPr/>
              </p14:nvContentPartPr>
              <p14:xfrm>
                <a:off x="3689794" y="1922896"/>
                <a:ext cx="243360" cy="438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5BFA36-3A26-4BE3-894B-CA5B4B4878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85474" y="1918576"/>
                  <a:ext cx="2520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03867B-D005-462D-BCDC-A24328CB680F}"/>
                    </a:ext>
                  </a:extLst>
                </p14:cNvPr>
                <p14:cNvContentPartPr/>
                <p14:nvPr/>
              </p14:nvContentPartPr>
              <p14:xfrm>
                <a:off x="3912994" y="2043496"/>
                <a:ext cx="133920" cy="10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03867B-D005-462D-BCDC-A24328CB68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674" y="2039176"/>
                  <a:ext cx="142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3909E1-D6B5-4771-8920-FF5A3F5A429A}"/>
                    </a:ext>
                  </a:extLst>
                </p14:cNvPr>
                <p14:cNvContentPartPr/>
                <p14:nvPr/>
              </p14:nvContentPartPr>
              <p14:xfrm>
                <a:off x="4021354" y="1952056"/>
                <a:ext cx="696600" cy="81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3909E1-D6B5-4771-8920-FF5A3F5A42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17034" y="1947736"/>
                  <a:ext cx="705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BD4C71-8A8B-4BCA-80EC-DC77B82626C0}"/>
                    </a:ext>
                  </a:extLst>
                </p14:cNvPr>
                <p14:cNvContentPartPr/>
                <p14:nvPr/>
              </p14:nvContentPartPr>
              <p14:xfrm>
                <a:off x="4447234" y="1712296"/>
                <a:ext cx="141840" cy="37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BD4C71-8A8B-4BCA-80EC-DC77B82626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42914" y="1707976"/>
                  <a:ext cx="150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14039A-5A94-48F2-BE32-245347E000D4}"/>
                    </a:ext>
                  </a:extLst>
                </p14:cNvPr>
                <p14:cNvContentPartPr/>
                <p14:nvPr/>
              </p14:nvContentPartPr>
              <p14:xfrm>
                <a:off x="4553434" y="1464616"/>
                <a:ext cx="107640" cy="815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14039A-5A94-48F2-BE32-245347E000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49114" y="1460296"/>
                  <a:ext cx="116280" cy="82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EB8398-DCA1-4B40-B9A7-E78DEB06349C}"/>
                    </a:ext>
                  </a:extLst>
                </p14:cNvPr>
                <p14:cNvContentPartPr/>
                <p14:nvPr/>
              </p14:nvContentPartPr>
              <p14:xfrm>
                <a:off x="4598074" y="1459216"/>
                <a:ext cx="463680" cy="766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EB8398-DCA1-4B40-B9A7-E78DEB0634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93754" y="1454896"/>
                  <a:ext cx="47232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5EBF41-3E84-451A-BBE1-1BA321664379}"/>
                    </a:ext>
                  </a:extLst>
                </p14:cNvPr>
                <p14:cNvContentPartPr/>
                <p14:nvPr/>
              </p14:nvContentPartPr>
              <p14:xfrm>
                <a:off x="5024674" y="1793296"/>
                <a:ext cx="862560" cy="54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5EBF41-3E84-451A-BBE1-1BA3216643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20354" y="1788976"/>
                  <a:ext cx="871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21626D-A57E-4748-B84C-DD573EFA031F}"/>
                    </a:ext>
                  </a:extLst>
                </p14:cNvPr>
                <p14:cNvContentPartPr/>
                <p14:nvPr/>
              </p14:nvContentPartPr>
              <p14:xfrm>
                <a:off x="3089314" y="2547496"/>
                <a:ext cx="719280" cy="7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21626D-A57E-4748-B84C-DD573EFA03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84994" y="2543176"/>
                  <a:ext cx="727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72AF7F-1AFB-4A15-9268-7D9689A19140}"/>
                    </a:ext>
                  </a:extLst>
                </p14:cNvPr>
                <p14:cNvContentPartPr/>
                <p14:nvPr/>
              </p14:nvContentPartPr>
              <p14:xfrm>
                <a:off x="3710314" y="2476576"/>
                <a:ext cx="133200" cy="411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72AF7F-1AFB-4A15-9268-7D9689A191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5994" y="2472256"/>
                  <a:ext cx="1418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33E7CF-4249-4BD0-BACD-D49B15DAFC07}"/>
                    </a:ext>
                  </a:extLst>
                </p14:cNvPr>
                <p14:cNvContentPartPr/>
                <p14:nvPr/>
              </p14:nvContentPartPr>
              <p14:xfrm>
                <a:off x="3769714" y="2467576"/>
                <a:ext cx="261720" cy="414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33E7CF-4249-4BD0-BACD-D49B15DAFC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65394" y="2463256"/>
                  <a:ext cx="2703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573FF6-298F-44A9-B97F-FDE2D5370D28}"/>
                    </a:ext>
                  </a:extLst>
                </p14:cNvPr>
                <p14:cNvContentPartPr/>
                <p14:nvPr/>
              </p14:nvContentPartPr>
              <p14:xfrm>
                <a:off x="3984274" y="2644336"/>
                <a:ext cx="171720" cy="205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573FF6-298F-44A9-B97F-FDE2D5370D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79954" y="2640016"/>
                  <a:ext cx="180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4AEC44A-B72E-43CB-AD7B-6A2723DFEE80}"/>
                    </a:ext>
                  </a:extLst>
                </p14:cNvPr>
                <p14:cNvContentPartPr/>
                <p14:nvPr/>
              </p14:nvContentPartPr>
              <p14:xfrm>
                <a:off x="4215754" y="2007856"/>
                <a:ext cx="1636200" cy="728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4AEC44A-B72E-43CB-AD7B-6A2723DFEE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11434" y="2003536"/>
                  <a:ext cx="164484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F062F2-7704-4366-8A0D-759A89015E35}"/>
                    </a:ext>
                  </a:extLst>
                </p14:cNvPr>
                <p14:cNvContentPartPr/>
                <p14:nvPr/>
              </p14:nvContentPartPr>
              <p14:xfrm>
                <a:off x="5850154" y="1686376"/>
                <a:ext cx="104400" cy="44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F062F2-7704-4366-8A0D-759A89015E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5834" y="1682056"/>
                  <a:ext cx="1130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F383DB-175D-4440-A107-766A7C80840A}"/>
                    </a:ext>
                  </a:extLst>
                </p14:cNvPr>
                <p14:cNvContentPartPr/>
                <p14:nvPr/>
              </p14:nvContentPartPr>
              <p14:xfrm>
                <a:off x="5805874" y="1614016"/>
                <a:ext cx="312120" cy="478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F383DB-175D-4440-A107-766A7C8084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01554" y="1609696"/>
                  <a:ext cx="3207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37FD40-6564-42AD-9A79-41581775E805}"/>
                    </a:ext>
                  </a:extLst>
                </p14:cNvPr>
                <p14:cNvContentPartPr/>
                <p14:nvPr/>
              </p14:nvContentPartPr>
              <p14:xfrm>
                <a:off x="2103994" y="3400336"/>
                <a:ext cx="2809440" cy="348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37FD40-6564-42AD-9A79-41581775E8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99674" y="3396016"/>
                  <a:ext cx="2818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205F11-0231-4D65-AD4F-C1CBBBAA3B33}"/>
                    </a:ext>
                  </a:extLst>
                </p14:cNvPr>
                <p14:cNvContentPartPr/>
                <p14:nvPr/>
              </p14:nvContentPartPr>
              <p14:xfrm>
                <a:off x="2938474" y="3673576"/>
                <a:ext cx="1943280" cy="330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205F11-0231-4D65-AD4F-C1CBBBAA3B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34154" y="3669256"/>
                  <a:ext cx="1951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1E89B3F-E90A-4669-A01B-6029A1B842E8}"/>
                    </a:ext>
                  </a:extLst>
                </p14:cNvPr>
                <p14:cNvContentPartPr/>
                <p14:nvPr/>
              </p14:nvContentPartPr>
              <p14:xfrm>
                <a:off x="4736674" y="3488896"/>
                <a:ext cx="245520" cy="709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1E89B3F-E90A-4669-A01B-6029A1B842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32354" y="3484576"/>
                  <a:ext cx="25416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A7B41E-86EC-4E7A-9524-5D53EE2E0D93}"/>
                    </a:ext>
                  </a:extLst>
                </p14:cNvPr>
                <p14:cNvContentPartPr/>
                <p14:nvPr/>
              </p14:nvContentPartPr>
              <p14:xfrm>
                <a:off x="4695994" y="3514096"/>
                <a:ext cx="664920" cy="322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A7B41E-86EC-4E7A-9524-5D53EE2E0D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91674" y="3509776"/>
                  <a:ext cx="673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817FD2-3679-48A8-85D3-1B377271C054}"/>
                    </a:ext>
                  </a:extLst>
                </p14:cNvPr>
                <p14:cNvContentPartPr/>
                <p14:nvPr/>
              </p14:nvContentPartPr>
              <p14:xfrm>
                <a:off x="4793554" y="3782656"/>
                <a:ext cx="524880" cy="37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817FD2-3679-48A8-85D3-1B377271C0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89234" y="3778336"/>
                  <a:ext cx="5335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603D30-054D-4345-98E5-8579174BF1C3}"/>
                    </a:ext>
                  </a:extLst>
                </p14:cNvPr>
                <p14:cNvContentPartPr/>
                <p14:nvPr/>
              </p14:nvContentPartPr>
              <p14:xfrm>
                <a:off x="5300074" y="3723616"/>
                <a:ext cx="951840" cy="100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603D30-054D-4345-98E5-8579174BF1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95754" y="3719296"/>
                  <a:ext cx="960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BE8202A-678A-4C50-8724-9C68E31A7187}"/>
                    </a:ext>
                  </a:extLst>
                </p14:cNvPr>
                <p14:cNvContentPartPr/>
                <p14:nvPr/>
              </p14:nvContentPartPr>
              <p14:xfrm>
                <a:off x="1411354" y="4234816"/>
                <a:ext cx="2294640" cy="293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BE8202A-678A-4C50-8724-9C68E31A71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07034" y="4230496"/>
                  <a:ext cx="2303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76660D-60AF-4033-BF35-1D54379FD249}"/>
                    </a:ext>
                  </a:extLst>
                </p14:cNvPr>
                <p14:cNvContentPartPr/>
                <p14:nvPr/>
              </p14:nvContentPartPr>
              <p14:xfrm>
                <a:off x="3754594" y="4418416"/>
                <a:ext cx="9360" cy="314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76660D-60AF-4033-BF35-1D54379FD2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50274" y="4414096"/>
                  <a:ext cx="180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48FD13-7A93-47E0-8A56-D0A1E1E8B07D}"/>
                    </a:ext>
                  </a:extLst>
                </p14:cNvPr>
                <p14:cNvContentPartPr/>
                <p14:nvPr/>
              </p14:nvContentPartPr>
              <p14:xfrm>
                <a:off x="3605554" y="4418416"/>
                <a:ext cx="539280" cy="404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48FD13-7A93-47E0-8A56-D0A1E1E8B0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01234" y="4414096"/>
                  <a:ext cx="5479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FCD39D9-2840-4B7D-974F-FD65ECE55029}"/>
                    </a:ext>
                  </a:extLst>
                </p14:cNvPr>
                <p14:cNvContentPartPr/>
                <p14:nvPr/>
              </p14:nvContentPartPr>
              <p14:xfrm>
                <a:off x="4099474" y="4500496"/>
                <a:ext cx="180360" cy="18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FCD39D9-2840-4B7D-974F-FD65ECE550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95154" y="4496176"/>
                  <a:ext cx="189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5B17A8-DAC3-499C-B916-448B674B326A}"/>
                    </a:ext>
                  </a:extLst>
                </p14:cNvPr>
                <p14:cNvContentPartPr/>
                <p14:nvPr/>
              </p14:nvContentPartPr>
              <p14:xfrm>
                <a:off x="4252114" y="4059136"/>
                <a:ext cx="2016720" cy="538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5B17A8-DAC3-499C-B916-448B674B326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47794" y="4054816"/>
                  <a:ext cx="20253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0ED7720-1584-4004-9FCE-7E0F4D10B7AC}"/>
                    </a:ext>
                  </a:extLst>
                </p14:cNvPr>
                <p14:cNvContentPartPr/>
                <p14:nvPr/>
              </p14:nvContentPartPr>
              <p14:xfrm>
                <a:off x="6223114" y="3728296"/>
                <a:ext cx="187200" cy="167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0ED7720-1584-4004-9FCE-7E0F4D10B7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18794" y="3723976"/>
                  <a:ext cx="195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20BF52-8E32-42F0-BC62-747C3D4CD5C0}"/>
                    </a:ext>
                  </a:extLst>
                </p14:cNvPr>
                <p14:cNvContentPartPr/>
                <p14:nvPr/>
              </p14:nvContentPartPr>
              <p14:xfrm>
                <a:off x="6232114" y="4028536"/>
                <a:ext cx="324000" cy="52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20BF52-8E32-42F0-BC62-747C3D4CD5C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27794" y="4024216"/>
                  <a:ext cx="332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B1A6AF-C566-480D-8FF9-090C3D006C58}"/>
                    </a:ext>
                  </a:extLst>
                </p14:cNvPr>
                <p14:cNvContentPartPr/>
                <p14:nvPr/>
              </p14:nvContentPartPr>
              <p14:xfrm>
                <a:off x="6586714" y="3630736"/>
                <a:ext cx="69840" cy="618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B1A6AF-C566-480D-8FF9-090C3D006C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82394" y="3626416"/>
                  <a:ext cx="7848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E10C7F-823F-4D99-83B9-DF22ACB879B0}"/>
                    </a:ext>
                  </a:extLst>
                </p14:cNvPr>
                <p14:cNvContentPartPr/>
                <p14:nvPr/>
              </p14:nvContentPartPr>
              <p14:xfrm>
                <a:off x="6631714" y="3585376"/>
                <a:ext cx="463320" cy="626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E10C7F-823F-4D99-83B9-DF22ACB879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27394" y="3581056"/>
                  <a:ext cx="47196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C30C2C-E0EC-4A20-835C-2C1B011DC72F}"/>
                    </a:ext>
                  </a:extLst>
                </p14:cNvPr>
                <p14:cNvContentPartPr/>
                <p14:nvPr/>
              </p14:nvContentPartPr>
              <p14:xfrm>
                <a:off x="6054274" y="1810936"/>
                <a:ext cx="1541160" cy="1050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C30C2C-E0EC-4A20-835C-2C1B011DC7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49954" y="1806616"/>
                  <a:ext cx="1549800" cy="10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EE3D44-205D-458C-9F16-5C65B0046CBA}"/>
                    </a:ext>
                  </a:extLst>
                </p14:cNvPr>
                <p14:cNvContentPartPr/>
                <p14:nvPr/>
              </p14:nvContentPartPr>
              <p14:xfrm>
                <a:off x="7048954" y="2993896"/>
                <a:ext cx="709560" cy="851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EE3D44-205D-458C-9F16-5C65B0046C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44634" y="2989576"/>
                  <a:ext cx="71820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6678975-6409-4E99-B048-CD6F3430B95C}"/>
                    </a:ext>
                  </a:extLst>
                </p14:cNvPr>
                <p14:cNvContentPartPr/>
                <p14:nvPr/>
              </p14:nvContentPartPr>
              <p14:xfrm>
                <a:off x="7528114" y="2787256"/>
                <a:ext cx="162000" cy="9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6678975-6409-4E99-B048-CD6F3430B9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23794" y="2782936"/>
                  <a:ext cx="170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D03516-0975-49D9-B85C-B584511F2B60}"/>
                    </a:ext>
                  </a:extLst>
                </p14:cNvPr>
                <p14:cNvContentPartPr/>
                <p14:nvPr/>
              </p14:nvContentPartPr>
              <p14:xfrm>
                <a:off x="7634674" y="2544976"/>
                <a:ext cx="286200" cy="717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D03516-0975-49D9-B85C-B584511F2B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30354" y="2540656"/>
                  <a:ext cx="29484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A172A44-DBC5-4B18-8F53-7DFA4B33C94A}"/>
                    </a:ext>
                  </a:extLst>
                </p14:cNvPr>
                <p14:cNvContentPartPr/>
                <p14:nvPr/>
              </p14:nvContentPartPr>
              <p14:xfrm>
                <a:off x="7732594" y="2367856"/>
                <a:ext cx="681840" cy="366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A172A44-DBC5-4B18-8F53-7DFA4B33C9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28274" y="2363536"/>
                  <a:ext cx="690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E9C7B7B-7E16-424D-BAE4-6ED181DFF413}"/>
                    </a:ext>
                  </a:extLst>
                </p14:cNvPr>
                <p14:cNvContentPartPr/>
                <p14:nvPr/>
              </p14:nvContentPartPr>
              <p14:xfrm>
                <a:off x="7749874" y="2719936"/>
                <a:ext cx="1502280" cy="573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E9C7B7B-7E16-424D-BAE4-6ED181DFF4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5554" y="2715616"/>
                  <a:ext cx="15109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C3346CF-32B0-4532-95F5-6185FFF01285}"/>
                    </a:ext>
                  </a:extLst>
                </p14:cNvPr>
                <p14:cNvContentPartPr/>
                <p14:nvPr/>
              </p14:nvContentPartPr>
              <p14:xfrm>
                <a:off x="8557714" y="1695153"/>
                <a:ext cx="303480" cy="16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C3346CF-32B0-4532-95F5-6185FFF012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53394" y="1690833"/>
                  <a:ext cx="312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86F12AA-82B1-4CB8-B672-766BEC87CD02}"/>
                    </a:ext>
                  </a:extLst>
                </p14:cNvPr>
                <p14:cNvContentPartPr/>
                <p14:nvPr/>
              </p14:nvContentPartPr>
              <p14:xfrm>
                <a:off x="8840674" y="1731153"/>
                <a:ext cx="81360" cy="149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86F12AA-82B1-4CB8-B672-766BEC87CD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36354" y="1726833"/>
                  <a:ext cx="90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1C9FD4C-18EC-4D48-A9EF-6872E7450380}"/>
                    </a:ext>
                  </a:extLst>
                </p14:cNvPr>
                <p14:cNvContentPartPr/>
                <p14:nvPr/>
              </p14:nvContentPartPr>
              <p14:xfrm>
                <a:off x="8947954" y="1880553"/>
                <a:ext cx="143640" cy="119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1C9FD4C-18EC-4D48-A9EF-6872E745038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43634" y="1876233"/>
                  <a:ext cx="152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172410-59D6-4595-B082-3ED56545E45B}"/>
                    </a:ext>
                  </a:extLst>
                </p14:cNvPr>
                <p14:cNvContentPartPr/>
                <p14:nvPr/>
              </p14:nvContentPartPr>
              <p14:xfrm>
                <a:off x="8806474" y="1872993"/>
                <a:ext cx="80280" cy="284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172410-59D6-4595-B082-3ED56545E4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02154" y="1868673"/>
                  <a:ext cx="88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1CC4BDF-E754-49DE-944A-C5A93B8D07B0}"/>
                    </a:ext>
                  </a:extLst>
                </p14:cNvPr>
                <p14:cNvContentPartPr/>
                <p14:nvPr/>
              </p14:nvContentPartPr>
              <p14:xfrm>
                <a:off x="2174914" y="4820313"/>
                <a:ext cx="2279160" cy="340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1CC4BDF-E754-49DE-944A-C5A93B8D07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70594" y="4815993"/>
                  <a:ext cx="22878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A08DCC-6FDE-42C7-A190-BA20B17E4108}"/>
                    </a:ext>
                  </a:extLst>
                </p14:cNvPr>
                <p14:cNvContentPartPr/>
                <p14:nvPr/>
              </p14:nvContentPartPr>
              <p14:xfrm>
                <a:off x="2769634" y="5255193"/>
                <a:ext cx="1810800" cy="64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A08DCC-6FDE-42C7-A190-BA20B17E41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65314" y="5250873"/>
                  <a:ext cx="1819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2B2AF5-BC17-4D0F-891F-F224A80B2A4E}"/>
                    </a:ext>
                  </a:extLst>
                </p14:cNvPr>
                <p14:cNvContentPartPr/>
                <p14:nvPr/>
              </p14:nvContentPartPr>
              <p14:xfrm>
                <a:off x="4492234" y="4829313"/>
                <a:ext cx="72360" cy="855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2B2AF5-BC17-4D0F-891F-F224A80B2A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87914" y="4824993"/>
                  <a:ext cx="8100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3A67684-B66B-447E-95E4-76CC97C694B6}"/>
                    </a:ext>
                  </a:extLst>
                </p14:cNvPr>
                <p14:cNvContentPartPr/>
                <p14:nvPr/>
              </p14:nvContentPartPr>
              <p14:xfrm>
                <a:off x="4603474" y="4900233"/>
                <a:ext cx="174240" cy="877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3A67684-B66B-447E-95E4-76CC97C694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99154" y="4895913"/>
                  <a:ext cx="1828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08887D4-4ED8-402F-857A-464B67447723}"/>
                    </a:ext>
                  </a:extLst>
                </p14:cNvPr>
                <p14:cNvContentPartPr/>
                <p14:nvPr/>
              </p14:nvContentPartPr>
              <p14:xfrm>
                <a:off x="4625074" y="4871793"/>
                <a:ext cx="561960" cy="369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08887D4-4ED8-402F-857A-464B6744772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20754" y="4867473"/>
                  <a:ext cx="5706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EDE182-FD4C-42F5-AADE-8F2CF6F92AEE}"/>
                    </a:ext>
                  </a:extLst>
                </p14:cNvPr>
                <p14:cNvContentPartPr/>
                <p14:nvPr/>
              </p14:nvContentPartPr>
              <p14:xfrm>
                <a:off x="4687354" y="5176713"/>
                <a:ext cx="403920" cy="505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EDE182-FD4C-42F5-AADE-8F2CF6F92A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83034" y="5172393"/>
                  <a:ext cx="4125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40038D7-D348-4217-BF98-535A70924445}"/>
                    </a:ext>
                  </a:extLst>
                </p14:cNvPr>
                <p14:cNvContentPartPr/>
                <p14:nvPr/>
              </p14:nvContentPartPr>
              <p14:xfrm>
                <a:off x="5095594" y="5166633"/>
                <a:ext cx="1236600" cy="168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40038D7-D348-4217-BF98-535A7092444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1274" y="5162313"/>
                  <a:ext cx="1245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19A170-455F-4035-B061-39E27759B018}"/>
                    </a:ext>
                  </a:extLst>
                </p14:cNvPr>
                <p14:cNvContentPartPr/>
                <p14:nvPr/>
              </p14:nvContentPartPr>
              <p14:xfrm>
                <a:off x="6586714" y="4722753"/>
                <a:ext cx="164160" cy="152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19A170-455F-4035-B061-39E27759B0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82394" y="4718433"/>
                  <a:ext cx="172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3D801FA-E8F2-4E33-B5D4-64A4509CCB39}"/>
                    </a:ext>
                  </a:extLst>
                </p14:cNvPr>
                <p14:cNvContentPartPr/>
                <p14:nvPr/>
              </p14:nvContentPartPr>
              <p14:xfrm>
                <a:off x="6670594" y="4749393"/>
                <a:ext cx="103320" cy="29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3D801FA-E8F2-4E33-B5D4-64A4509CCB3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66274" y="4745073"/>
                  <a:ext cx="111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9A0C446-D642-4C12-9D34-D5764BCB6D64}"/>
                    </a:ext>
                  </a:extLst>
                </p14:cNvPr>
                <p14:cNvContentPartPr/>
                <p14:nvPr/>
              </p14:nvContentPartPr>
              <p14:xfrm>
                <a:off x="6888754" y="4926873"/>
                <a:ext cx="63000" cy="211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9A0C446-D642-4C12-9D34-D5764BCB6D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84434" y="4922553"/>
                  <a:ext cx="71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7B78209-EEB2-43A4-9A18-F51FA9C721C7}"/>
                    </a:ext>
                  </a:extLst>
                </p14:cNvPr>
                <p14:cNvContentPartPr/>
                <p14:nvPr/>
              </p14:nvContentPartPr>
              <p14:xfrm>
                <a:off x="2751634" y="5778993"/>
                <a:ext cx="5794560" cy="285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7B78209-EEB2-43A4-9A18-F51FA9C721C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7314" y="5774673"/>
                  <a:ext cx="5803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F4ED831-9A13-4237-BC3A-5FEE37DAEACE}"/>
                    </a:ext>
                  </a:extLst>
                </p14:cNvPr>
                <p14:cNvContentPartPr/>
                <p14:nvPr/>
              </p14:nvContentPartPr>
              <p14:xfrm>
                <a:off x="7811794" y="5210913"/>
                <a:ext cx="274320" cy="19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F4ED831-9A13-4237-BC3A-5FEE37DAEA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07474" y="5206593"/>
                  <a:ext cx="282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DF86740-E49D-41A4-86AD-3D18656DDF64}"/>
                    </a:ext>
                  </a:extLst>
                </p14:cNvPr>
                <p14:cNvContentPartPr/>
                <p14:nvPr/>
              </p14:nvContentPartPr>
              <p14:xfrm>
                <a:off x="8059474" y="5290833"/>
                <a:ext cx="54720" cy="339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DF86740-E49D-41A4-86AD-3D18656DDF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55154" y="5286513"/>
                  <a:ext cx="633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2DF372-742A-4801-A2CA-D024269C5F89}"/>
                    </a:ext>
                  </a:extLst>
                </p14:cNvPr>
                <p14:cNvContentPartPr/>
                <p14:nvPr/>
              </p14:nvContentPartPr>
              <p14:xfrm>
                <a:off x="8212834" y="5521953"/>
                <a:ext cx="274680" cy="234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2DF372-742A-4801-A2CA-D024269C5F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08514" y="5517633"/>
                  <a:ext cx="283320" cy="242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4" name="Graphic 93" descr="Crocodile with solid fill">
            <a:extLst>
              <a:ext uri="{FF2B5EF4-FFF2-40B4-BE49-F238E27FC236}">
                <a16:creationId xmlns:a16="http://schemas.microsoft.com/office/drawing/2014/main" id="{DD38D795-0A5E-4FA8-8D13-5BBC30654AFD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9493714" y="82520"/>
            <a:ext cx="2137896" cy="213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2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D96EF5-A01D-4FF8-88A6-5697F7A5D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731" b="29580"/>
          <a:stretch/>
        </p:blipFill>
        <p:spPr>
          <a:xfrm>
            <a:off x="949725" y="159798"/>
            <a:ext cx="10153491" cy="320705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C5848BA-A9A9-4F56-BC8C-0343DE623C21}"/>
              </a:ext>
            </a:extLst>
          </p:cNvPr>
          <p:cNvGrpSpPr/>
          <p:nvPr/>
        </p:nvGrpSpPr>
        <p:grpSpPr>
          <a:xfrm>
            <a:off x="904474" y="3807993"/>
            <a:ext cx="531000" cy="374400"/>
            <a:chOff x="904474" y="3807993"/>
            <a:chExt cx="531000" cy="3744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AD8096F-0C1F-4EB2-9510-BB858E3F2DDE}"/>
                    </a:ext>
                  </a:extLst>
                </p14:cNvPr>
                <p14:cNvContentPartPr/>
                <p14:nvPr/>
              </p14:nvContentPartPr>
              <p14:xfrm>
                <a:off x="904474" y="3807993"/>
                <a:ext cx="45720" cy="374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AD8096F-0C1F-4EB2-9510-BB858E3F2D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0154" y="3803673"/>
                  <a:ext cx="543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166B02-272D-4380-B27F-8F9C67A46680}"/>
                    </a:ext>
                  </a:extLst>
                </p14:cNvPr>
                <p14:cNvContentPartPr/>
                <p14:nvPr/>
              </p14:nvContentPartPr>
              <p14:xfrm>
                <a:off x="1029754" y="3976113"/>
                <a:ext cx="258480" cy="177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166B02-272D-4380-B27F-8F9C67A4668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5434" y="3971793"/>
                  <a:ext cx="267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38E00B-2258-4118-8D7C-853E22CB7AEB}"/>
                    </a:ext>
                  </a:extLst>
                </p14:cNvPr>
                <p14:cNvContentPartPr/>
                <p14:nvPr/>
              </p14:nvContentPartPr>
              <p14:xfrm>
                <a:off x="1384714" y="4003473"/>
                <a:ext cx="50760" cy="172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38E00B-2258-4118-8D7C-853E22CB7AE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80394" y="3999153"/>
                  <a:ext cx="59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39C5AC8-DD52-43F0-8C6C-DDC12D89EE24}"/>
                    </a:ext>
                  </a:extLst>
                </p14:cNvPr>
                <p14:cNvContentPartPr/>
                <p14:nvPr/>
              </p14:nvContentPartPr>
              <p14:xfrm>
                <a:off x="1376074" y="3897273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39C5AC8-DD52-43F0-8C6C-DDC12D89EE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71754" y="38929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C8DBF9-4754-40FB-9292-A0E42D1DF9C4}"/>
              </a:ext>
            </a:extLst>
          </p:cNvPr>
          <p:cNvGrpSpPr/>
          <p:nvPr/>
        </p:nvGrpSpPr>
        <p:grpSpPr>
          <a:xfrm>
            <a:off x="1773874" y="3944793"/>
            <a:ext cx="1530000" cy="336240"/>
            <a:chOff x="1773874" y="3944793"/>
            <a:chExt cx="1530000" cy="3362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DBDB9B-A3E8-4170-A7F8-26C252C1F862}"/>
                    </a:ext>
                  </a:extLst>
                </p14:cNvPr>
                <p14:cNvContentPartPr/>
                <p14:nvPr/>
              </p14:nvContentPartPr>
              <p14:xfrm>
                <a:off x="1773874" y="4047033"/>
                <a:ext cx="184680" cy="23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DBDB9B-A3E8-4170-A7F8-26C252C1F8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69554" y="4042713"/>
                  <a:ext cx="193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E69659D-45BF-4C3F-B405-1FFA1B2644CE}"/>
                    </a:ext>
                  </a:extLst>
                </p14:cNvPr>
                <p14:cNvContentPartPr/>
                <p14:nvPr/>
              </p14:nvContentPartPr>
              <p14:xfrm>
                <a:off x="2058634" y="4021473"/>
                <a:ext cx="301320" cy="24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E69659D-45BF-4C3F-B405-1FFA1B2644C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54314" y="4017153"/>
                  <a:ext cx="309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16078CD-24A7-4FF0-9962-DC283FE63DF7}"/>
                    </a:ext>
                  </a:extLst>
                </p14:cNvPr>
                <p14:cNvContentPartPr/>
                <p14:nvPr/>
              </p14:nvContentPartPr>
              <p14:xfrm>
                <a:off x="2485234" y="3944793"/>
                <a:ext cx="513360" cy="31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16078CD-24A7-4FF0-9962-DC283FE63D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80914" y="3940473"/>
                  <a:ext cx="522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ED8269-BE04-4536-A499-69C14CA186FC}"/>
                    </a:ext>
                  </a:extLst>
                </p14:cNvPr>
                <p14:cNvContentPartPr/>
                <p14:nvPr/>
              </p14:nvContentPartPr>
              <p14:xfrm>
                <a:off x="3008674" y="4117593"/>
                <a:ext cx="295200" cy="163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ED8269-BE04-4536-A499-69C14CA186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04354" y="4113273"/>
                  <a:ext cx="3038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DE8F60-A211-4767-AC0E-CB361C223CE3}"/>
              </a:ext>
            </a:extLst>
          </p:cNvPr>
          <p:cNvGrpSpPr/>
          <p:nvPr/>
        </p:nvGrpSpPr>
        <p:grpSpPr>
          <a:xfrm>
            <a:off x="3604114" y="4030113"/>
            <a:ext cx="1049400" cy="314280"/>
            <a:chOff x="3604114" y="4030113"/>
            <a:chExt cx="1049400" cy="314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E64A61-5E95-4E97-AD89-EB26D7DB65DF}"/>
                    </a:ext>
                  </a:extLst>
                </p14:cNvPr>
                <p14:cNvContentPartPr/>
                <p14:nvPr/>
              </p14:nvContentPartPr>
              <p14:xfrm>
                <a:off x="3604114" y="4030113"/>
                <a:ext cx="145080" cy="296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E64A61-5E95-4E97-AD89-EB26D7DB65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99794" y="4025793"/>
                  <a:ext cx="153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B9EB93-B26B-4816-8CB6-D49C44A73A0B}"/>
                    </a:ext>
                  </a:extLst>
                </p14:cNvPr>
                <p14:cNvContentPartPr/>
                <p14:nvPr/>
              </p14:nvContentPartPr>
              <p14:xfrm>
                <a:off x="3670354" y="4163313"/>
                <a:ext cx="300960" cy="18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B9EB93-B26B-4816-8CB6-D49C44A73A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66034" y="4158993"/>
                  <a:ext cx="309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F831F4-39CC-4D2B-BBE3-A98CEBE27D7D}"/>
                    </a:ext>
                  </a:extLst>
                </p14:cNvPr>
                <p14:cNvContentPartPr/>
                <p14:nvPr/>
              </p14:nvContentPartPr>
              <p14:xfrm>
                <a:off x="4003714" y="4153233"/>
                <a:ext cx="292680" cy="163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F831F4-39CC-4D2B-BBE3-A98CEBE27D7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99394" y="4148913"/>
                  <a:ext cx="301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28BF4D-09BC-42AA-AB6D-2AA57AB3FDA4}"/>
                    </a:ext>
                  </a:extLst>
                </p14:cNvPr>
                <p14:cNvContentPartPr/>
                <p14:nvPr/>
              </p14:nvContentPartPr>
              <p14:xfrm>
                <a:off x="4376314" y="4056753"/>
                <a:ext cx="176760" cy="219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28BF4D-09BC-42AA-AB6D-2AA57AB3FDA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71994" y="4052433"/>
                  <a:ext cx="185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C26D2B-AC68-42E4-A1D9-EE7749FDA50D}"/>
                    </a:ext>
                  </a:extLst>
                </p14:cNvPr>
                <p14:cNvContentPartPr/>
                <p14:nvPr/>
              </p14:nvContentPartPr>
              <p14:xfrm>
                <a:off x="4484674" y="4154313"/>
                <a:ext cx="168840" cy="138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C26D2B-AC68-42E4-A1D9-EE7749FDA50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80354" y="4149993"/>
                  <a:ext cx="17748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08038E-1037-4E0B-BDC3-10F287C004C4}"/>
              </a:ext>
            </a:extLst>
          </p:cNvPr>
          <p:cNvGrpSpPr/>
          <p:nvPr/>
        </p:nvGrpSpPr>
        <p:grpSpPr>
          <a:xfrm>
            <a:off x="4980394" y="3870633"/>
            <a:ext cx="4524480" cy="855360"/>
            <a:chOff x="4980394" y="3870633"/>
            <a:chExt cx="4524480" cy="855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00F0A4-1B2D-4A08-B75B-2CF591A364EA}"/>
                    </a:ext>
                  </a:extLst>
                </p14:cNvPr>
                <p14:cNvContentPartPr/>
                <p14:nvPr/>
              </p14:nvContentPartPr>
              <p14:xfrm>
                <a:off x="4980394" y="4114353"/>
                <a:ext cx="329400" cy="56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00F0A4-1B2D-4A08-B75B-2CF591A364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76074" y="4110033"/>
                  <a:ext cx="3380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F85627-CCAA-4E73-92BE-4DFACFC6704A}"/>
                    </a:ext>
                  </a:extLst>
                </p14:cNvPr>
                <p14:cNvContentPartPr/>
                <p14:nvPr/>
              </p14:nvContentPartPr>
              <p14:xfrm>
                <a:off x="5280274" y="4135233"/>
                <a:ext cx="231120" cy="177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F85627-CCAA-4E73-92BE-4DFACFC670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75954" y="4130913"/>
                  <a:ext cx="23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C06FEF-ACBE-491B-BB3D-592BC716A920}"/>
                    </a:ext>
                  </a:extLst>
                </p14:cNvPr>
                <p14:cNvContentPartPr/>
                <p14:nvPr/>
              </p14:nvContentPartPr>
              <p14:xfrm>
                <a:off x="5628034" y="4119033"/>
                <a:ext cx="398520" cy="273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C06FEF-ACBE-491B-BB3D-592BC716A9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23714" y="4114713"/>
                  <a:ext cx="407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70936F-9C96-4B72-BB4D-7FADDA58862A}"/>
                    </a:ext>
                  </a:extLst>
                </p14:cNvPr>
                <p14:cNvContentPartPr/>
                <p14:nvPr/>
              </p14:nvContentPartPr>
              <p14:xfrm>
                <a:off x="6027994" y="4162233"/>
                <a:ext cx="299520" cy="56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70936F-9C96-4B72-BB4D-7FADDA58862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23674" y="4157913"/>
                  <a:ext cx="3081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322987-3668-474D-A5A6-0CFE87EDD9EF}"/>
                    </a:ext>
                  </a:extLst>
                </p14:cNvPr>
                <p14:cNvContentPartPr/>
                <p14:nvPr/>
              </p14:nvContentPartPr>
              <p14:xfrm>
                <a:off x="6499954" y="3941553"/>
                <a:ext cx="229680" cy="54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322987-3668-474D-A5A6-0CFE87EDD9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495634" y="3937233"/>
                  <a:ext cx="2383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B19C14-81CB-4E1E-8031-C4FFDD7FBB68}"/>
                    </a:ext>
                  </a:extLst>
                </p14:cNvPr>
                <p14:cNvContentPartPr/>
                <p14:nvPr/>
              </p14:nvContentPartPr>
              <p14:xfrm>
                <a:off x="6462514" y="4064673"/>
                <a:ext cx="471240" cy="19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B19C14-81CB-4E1E-8031-C4FFDD7FBB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58194" y="4060353"/>
                  <a:ext cx="479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209C10-FD40-4287-B20C-1C8C808D8B15}"/>
                    </a:ext>
                  </a:extLst>
                </p14:cNvPr>
                <p14:cNvContentPartPr/>
                <p14:nvPr/>
              </p14:nvContentPartPr>
              <p14:xfrm>
                <a:off x="6924754" y="4057473"/>
                <a:ext cx="247680" cy="293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209C10-FD40-4287-B20C-1C8C808D8B1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20434" y="4053153"/>
                  <a:ext cx="2563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818ADF-87D9-4387-8774-63DCA18FC1F1}"/>
                    </a:ext>
                  </a:extLst>
                </p14:cNvPr>
                <p14:cNvContentPartPr/>
                <p14:nvPr/>
              </p14:nvContentPartPr>
              <p14:xfrm>
                <a:off x="7199434" y="4076193"/>
                <a:ext cx="177120" cy="217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818ADF-87D9-4387-8774-63DCA18FC1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95114" y="4071873"/>
                  <a:ext cx="185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979E69-BACF-42BF-AB47-EF8256277766}"/>
                    </a:ext>
                  </a:extLst>
                </p14:cNvPr>
                <p14:cNvContentPartPr/>
                <p14:nvPr/>
              </p14:nvContentPartPr>
              <p14:xfrm>
                <a:off x="7456114" y="4171233"/>
                <a:ext cx="215640" cy="140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979E69-BACF-42BF-AB47-EF82562777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51794" y="4166913"/>
                  <a:ext cx="224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B5910F-D46F-4523-8FE8-5063EFC45245}"/>
                    </a:ext>
                  </a:extLst>
                </p14:cNvPr>
                <p14:cNvContentPartPr/>
                <p14:nvPr/>
              </p14:nvContentPartPr>
              <p14:xfrm>
                <a:off x="7714234" y="4030113"/>
                <a:ext cx="159840" cy="24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B5910F-D46F-4523-8FE8-5063EFC4524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09914" y="4025793"/>
                  <a:ext cx="1684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B0149EB-71ED-4522-99F3-9F53A22F6248}"/>
                    </a:ext>
                  </a:extLst>
                </p14:cNvPr>
                <p14:cNvContentPartPr/>
                <p14:nvPr/>
              </p14:nvContentPartPr>
              <p14:xfrm>
                <a:off x="7834834" y="4163313"/>
                <a:ext cx="365040" cy="169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B0149EB-71ED-4522-99F3-9F53A22F624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30514" y="4158993"/>
                  <a:ext cx="373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7115E5-06FA-4B00-897D-1051D76343A3}"/>
                    </a:ext>
                  </a:extLst>
                </p14:cNvPr>
                <p14:cNvContentPartPr/>
                <p14:nvPr/>
              </p14:nvContentPartPr>
              <p14:xfrm>
                <a:off x="8078554" y="3923913"/>
                <a:ext cx="407160" cy="38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7115E5-06FA-4B00-897D-1051D76343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74234" y="3919593"/>
                  <a:ext cx="415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46F690-4976-428C-809E-1B7CE5E94C4F}"/>
                    </a:ext>
                  </a:extLst>
                </p14:cNvPr>
                <p14:cNvContentPartPr/>
                <p14:nvPr/>
              </p14:nvContentPartPr>
              <p14:xfrm>
                <a:off x="8522794" y="4083393"/>
                <a:ext cx="82800" cy="138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46F690-4976-428C-809E-1B7CE5E94C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518474" y="4079073"/>
                  <a:ext cx="91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37DE4A-C4D6-49A1-886C-27D47E6531FE}"/>
                    </a:ext>
                  </a:extLst>
                </p14:cNvPr>
                <p14:cNvContentPartPr/>
                <p14:nvPr/>
              </p14:nvContentPartPr>
              <p14:xfrm>
                <a:off x="8531074" y="3870633"/>
                <a:ext cx="3960" cy="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37DE4A-C4D6-49A1-886C-27D47E6531F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26754" y="38663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824B76-29BE-41E3-ABF9-B37C39EB6FD2}"/>
                    </a:ext>
                  </a:extLst>
                </p14:cNvPr>
                <p14:cNvContentPartPr/>
                <p14:nvPr/>
              </p14:nvContentPartPr>
              <p14:xfrm>
                <a:off x="8735554" y="4055673"/>
                <a:ext cx="290160" cy="155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824B76-29BE-41E3-ABF9-B37C39EB6FD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31234" y="4051353"/>
                  <a:ext cx="298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6F93D9-9CB8-488F-B063-B34C72429E29}"/>
                    </a:ext>
                  </a:extLst>
                </p14:cNvPr>
                <p14:cNvContentPartPr/>
                <p14:nvPr/>
              </p14:nvContentPartPr>
              <p14:xfrm>
                <a:off x="9161794" y="3896913"/>
                <a:ext cx="343080" cy="560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6F93D9-9CB8-488F-B063-B34C72429E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57474" y="3892593"/>
                  <a:ext cx="3517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01A5AF-8DA7-437E-92B1-B11AD7982AF6}"/>
                    </a:ext>
                  </a:extLst>
                </p14:cNvPr>
                <p14:cNvContentPartPr/>
                <p14:nvPr/>
              </p14:nvContentPartPr>
              <p14:xfrm>
                <a:off x="9418834" y="4608633"/>
                <a:ext cx="61200" cy="68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01A5AF-8DA7-437E-92B1-B11AD7982AF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14514" y="4604313"/>
                  <a:ext cx="69840" cy="7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297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133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Qeisha</dc:creator>
  <cp:lastModifiedBy>Qeisha</cp:lastModifiedBy>
  <cp:revision>2</cp:revision>
  <dcterms:created xsi:type="dcterms:W3CDTF">2023-05-18T14:15:28Z</dcterms:created>
  <dcterms:modified xsi:type="dcterms:W3CDTF">2023-05-18T16:43:58Z</dcterms:modified>
</cp:coreProperties>
</file>