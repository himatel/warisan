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8:5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33 7507,'0'0'3904,"-5"-4"-3563,-12-13 195,10 7 1368,1 8 189,4 2-372,1 143-1048,9 277-210,5 215-370,-13-496-4,0-116-63,5 38 0,-4-53-21,1 0 1,0 0-1,0 0 1,1 0-1,0 0 1,0-1-1,9 14 1,-7-15-236,-2-10-476,-3-16-788,-1 11 1370,1-99-6044,-3 42 480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8:54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24 177 4946,'0'0'2500,"-4"-7"-1507,1 1-622,0 0 1,0 0-1,1-1 1,0 1 0,0-1-1,1 1 1,-1-1 0,1 1-1,0-11 1,1 13-302,0 1 0,1-1-1,-1 1 1,0 0 0,1-1 0,0 1 0,0 0 0,0-1 0,0 1 0,0 0-1,1 0 1,0 0 0,-1 0 0,1 0 0,0 0 0,0 1 0,1-1-1,-1 1 1,0-1 0,1 1 0,0 0 0,-1 0 0,1 0 0,0 0-1,0 0 1,0 1 0,0-1 0,0 1 0,6-2 0,8-1-15,0 1 1,0 1-1,0 0 0,32 1 1,-16 1 124,-19-1-171,11 0 8,42 3 1,-60-1 0,0 0 0,0 0 0,-1 0 0,1 1 0,0 1 0,-1-1 0,0 1 1,1 0-1,-1 0 0,10 7 0,21 21 876,64 70 0,21 47 487,-102-122-1244,-2 1 0,0 1 1,-2 1-1,-1 1 0,-2 0 0,19 61 0,-21-46 24,-1 0 0,-3 0-1,-1 1 1,-1 65 0,-3-16 81,-5 112-36,3-201-202,-1-1 1,0 0-1,0 0 1,-1 0-1,0 0 0,1 0 1,-2 0-1,1 0 1,0-1-1,-1 1 0,0-1 1,0 1-1,-7 6 1,4-6-9,0 0-1,0 0 1,-1 0 0,1-1 0,-1 0 0,0 0 0,-1 0 0,-8 2 0,-12 2-46,0-1 0,-1-1 1,-56 3-1,71-8 32,-28 2-9,0 3 1,1 1-1,0 1 0,-59 22 0,92-28-45,0 0-1,0 0 0,0 0 0,-1-1 1,1 0-1,-17-1 0,24 0 14,-1 0-1,1-1 1,-1 1-1,1 0 1,0-1 0,0 1-1,-1-1 1,1 1-1,0-1 1,0 1 0,-1-1-1,1 0 1,0 0-1,0 0 1,0 1 0,0-1-1,0 0 1,0 0 0,0-1-1,-1 0 1,0-2-131,-1 0 0,1 0-1,0-1 1,0 1 0,-2-10 0,0-2-718,1 0 0,-2-28 0,4-13-4990,1 47 2117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8:54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105 352 9188,'0'0'3850,"29"-15"-3765,91-52-250,-112 62-12,1 0 1,-1-1-1,0 0 0,0-1 1,-1 1-1,0-2 1,8-8-1,-11 9-239,0 0 1,0-1 0,0 1-1,-1-1 1,5-15-1,-6 14 81,-1 0 1,0 0-1,0 0 0,0 0 0,-2-12 1,1 6 277,0 12 181,-1 1-1,0-1 0,1 1 1,-1-1-1,0 1 0,-1-1 1,1 1-1,0-1 0,-1 1 1,1 0-1,-1 0 0,1 0 1,-1 0-1,0 0 1,0 0-1,0 0 0,0 1 1,0-1-1,-1 1 0,1 0 1,0-1-1,-1 1 0,1 0 1,-1 0-1,-2 0 0,-5-3 131,0 1-1,-1 0 1,1 1-1,-1 0 0,-12-1 1,9 2-106,-3 0-2,1 1-1,0 0 1,-17 2-1,28-1-115,1 0 0,-1 0 0,0 0 0,1 1 0,-1 0 0,1-1 0,0 2-1,-1-1 1,1 0 0,0 1 0,0 0 0,1 0 0,-1 0 0,-6 7 0,3 0 121,0 0-1,1 1 1,0-1 0,0 2-1,1-1 1,1 0 0,0 1-1,0 0 1,1 0 0,-1 14-1,-2 18 742,2 64-1,3-85-665,1-9-42,-1 14 274,1 1 1,1 0 0,1-1 0,2 1-1,6 27 1,-8-49-365,0-1 0,1 1-1,-1-1 1,1 0 0,0 0 0,0 0 0,1 0-1,0 0 1,0-1 0,0 1 0,1-1 0,0 0-1,0-1 1,0 1 0,0-1 0,1 0 0,0-1-1,0 1 1,0-1 0,0 0 0,0 0 0,1-1 0,-1 0-1,1 0 1,-1 0 0,14 0 0,-11-1-60,-1 0 0,0-1 1,0 0-1,0 0 0,0-1 1,0 0-1,15-4 0,-18 3-91,0 0-1,0 0 1,-1 0 0,1-1-1,0 0 1,-1 0-1,1 0 1,-1 0-1,0-1 1,0 0-1,-1 0 1,6-7 0,1-3-794,-1 0 0,-1-1 1,-1 0-1,0 0 0,9-30 1,-1-18-4254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8:5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15 8052,'0'0'5429,"-25"-3"-4810,-79-7-126,95 9-284,0 1-1,0 0 0,-17 1 0,-1 10 611,12-3-440,5-4-248,0 1 0,1 0-1,0 1 1,0 0 0,0 0 0,1 1 0,0 0 0,0 0 0,1 1 0,0 0 0,0 0 0,1 1 0,0 0 0,0 0 0,1 0 0,1 1 0,-1 0 0,1 0 0,1 0 0,0 0 0,0 1 0,0 11 0,-3 28 228,3 92-1,4-91-16,-2-29-116,2 0 1,1 0-1,0 0 1,2-1 0,0 1-1,12 32 1,-13-47-159,-1 0 1,1-1-1,1 1 1,0-1-1,-1 0 1,2 0-1,-1 0 1,1-1 0,0 0-1,0 1 1,0-2-1,1 1 1,0-1-1,0 0 1,0 0-1,0 0 1,0-1-1,1 0 1,0 0-1,0-1 1,-1 0 0,1 0-1,14 2 1,-13-3-45,-1-1 0,0 1 0,0-1 0,0 0 1,1-1-1,-1 0 0,0 0 0,8-3 1,-11 3-73,1-1 0,-1 0 1,0 0-1,0 0 1,0-1-1,0 0 0,0 1 1,-1-1-1,1-1 1,-1 1-1,0 0 1,0-1-1,4-6 0,4-9-683,0 0-1,-1-1 0,-1 0 1,6-23-1,11-44-5184,-23 78 5038,10-36-4912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8:5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7619,'0'-7'12385,"0"156"-11723,1 179 1971,-1-317-2545,1 1 1,0 0-1,1 0 1,0-1-1,1 1 1,0-1-1,5 11 1,-6-18-66,-1 0 1,1 0 0,1 0-1,-1 0 1,0-1-1,1 1 1,0-1 0,0 0-1,0 0 1,0 0-1,0 0 1,1 0 0,-1-1-1,1 0 1,0 1-1,0-1 1,0-1 0,0 1-1,0 0 1,0-1-1,8 2 1,-7-3-24,1 1 0,0-1-1,0 0 1,0 0 0,0-1 0,-1 0 0,1 0-1,0 0 1,0-1 0,-1 1 0,1-1 0,-1-1-1,0 1 1,1-1 0,-1 0 0,0 0 0,-1 0-1,1-1 1,0 0 0,-1 0 0,0 0 0,0 0-1,6-9 1,-1-1-166,0 0-1,-1-1 1,0 0-1,-1 0 1,-1 0-1,0-1 1,3-18-1,-2 1-263,-2-1 0,-1 0 0,-2 0 0,-1 0 0,-5-40 0,4 70 466,0 0 0,-1 0-1,1 0 1,-1 0 0,0 0-1,0 0 1,-1 0 0,1 1-1,-1-1 1,0 0 0,0 1-1,0-1 1,0 1 0,-1 0-1,0 0 1,1 0 0,-1 0-1,0 0 1,-4-2 0,2 1 74,0 2 0,-1-1 1,1 0-1,-1 1 1,0 0-1,1 1 1,-1-1-1,0 1 0,0 0 1,0 1-1,-12-1 1,-82 1 358,100 0-534,-1 0 0,1 0 0,-1 0 0,1 0 0,-1-1-1,1 1 1,-1 0 0,1 0 0,-1-1 0,1 1 0,-1 0 0,1 0-1,-1-1 1,1 1 0,0-1 0,-1 1 0,1 0 0,0-1 0,-1 1 0,1-1-1,0 1 1,0-1 0,-1 1 0,1-1 0,0 1 0,0-1 0,0 1-1,0-1 1,0 1 0,-1-1 0,1 0 0,0-21-2488,0 17 1564,1-21-3814,1 1-2571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8:56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239 529 12342,'0'0'2876,"9"0"-2623,26-1 398,-35 1-627,1 0 1,-1 0-1,0 0 0,1 0 1,-1 0-1,0 0 1,1 0-1,-1 0 0,0 0 1,1 0-1,-1 0 0,0 0 1,0 0-1,1 0 0,-1 0 1,0 0-1,1 0 1,-1 0-1,0-1 0,0 1 1,1 0-1,-1 0 0,0 0 1,0-1-1,1 1 0,-1 0 1,0 0-1,0-1 1,0 1-1,1 0 0,-1 0 1,0-1-1,0 1 0,0 0 1,0 0-1,0-1 0,0 1 1,1 0-1,-1-1 1,0 1-1,0 0 0,0-1 1,0 1-1,0 0 0,0 0 1,0-1-1,0 1 0,-1 0 1,1-1-1,0 1 1,0 0-1,0-1 0,-9-9 304,-2 3-381,-1 2-1,0-1 0,0 1 0,-1 1 0,0 0 0,1 1 1,-1 0-1,0 1 0,-1 0 0,-19 1 0,29 1 59,1 0-1,-1 1 1,1 0-1,0-1 1,-1 1-1,1 1 1,0-1-1,-1 0 1,1 1-1,0-1 1,0 1-1,0 0 1,0 0-1,0 0 1,1 1 0,-1-1-1,1 1 1,-1-1-1,1 1 1,0 0-1,0 0 1,0 0-1,-2 5 1,-3 7 123,1 0 0,0 0 1,-6 30-1,2 5 599,4 1 0,1 0 0,4 92 1,1-86-278,0-41-294,0 0 0,2 0 1,-1 0-1,2-1 0,7 26 0,-9-37-123,1 1-1,0-1 1,0 1-1,0-1 0,0 0 1,1 0-1,-1 0 1,1 0-1,0-1 1,1 1-1,-1-1 0,1 0 1,-1 0-1,1 0 1,0 0-1,0-1 1,0 1-1,0-1 0,0 0 1,1 0-1,-1-1 1,9 3-1,-7-3 20,0 0 0,0 0 0,0 0 0,0-1 0,0 0 0,0 0 0,0-1 0,10-1 0,-12 1-66,0 0-1,-1-1 0,0 1 0,1-1 1,-1 0-1,0 0 0,0 0 0,0 0 1,0 0-1,0-1 0,0 1 0,-1-1 1,1 0-1,-1 1 0,3-6 0,2-3-211,-1 0-1,-1 0 1,0-1-1,-1 0 1,0 0-1,0 0 1,-1-1-1,2-24 1,-2-10-1260,-3-52 1,-1 42 163,-1 18-121,-1 0-1,-13-63 1,-29-76-2357,38 150 3257,-55-175 1625,20 65 3262,34 94-2849,7 35-123,4 30-653,3 8-540,1 0 1,12 31-1,7 31-85,19 192 791,-23 4 233,0-12-154,-19-249-732,0 0-1,2-1 0,10 30 1,-14-52-203,0 0 0,1 0 0,0 0 0,0 0 0,0 0-1,0 0 1,0 0 0,0-1 0,1 1 0,2 2 0,-4-5-27,-1 0 1,1 1-1,0-1 0,-1 1 0,1-1 0,0 0 1,-1 1-1,1-1 0,0 0 0,-1 0 0,1 1 1,0-1-1,0 0 0,-1 0 0,1 0 0,0 0 1,0 0-1,-1 0 0,1 0 0,1-1 1,-1 1-10,0-1 0,0 1 1,0-1-1,0 0 0,-1 0 1,1 1-1,0-1 1,-1 0-1,1 0 0,0 0 1,-1 0-1,1 0 0,-1 0 1,1 0-1,-1 0 1,1 0-1,-1 0 0,0 0 1,1-1-1,3-24-1138,-1 0 1,-1-1-1,-1 1 0,-3-34 1,1 3-3468,1-1-5470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8:57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9524,'0'0'10098,"37"-4"-9786,117-13-191,-140 15-123,0-1 1,0 0-1,16-7 1,-24 7-44,1 0 0,-1 0 0,12-9 0,-14 8 4,0 1-54,0 0 0,-1 0-1,0 0 1,0-1 0,0 0 0,0 1 0,-1-1 0,1 0 0,-1 0 0,0 0-1,0-1 1,0 1 0,-1 0 0,2-8 0,-1 3-107,-1 1-1,0-1 1,-1 1-1,1 0 1,-2-1-1,-1-15 1,1 21 160,1 1 0,-1-1 0,0 0 0,0 1 0,0 0 0,0-1 0,-1 1 1,1 0-1,0-1 0,-1 1 0,0 0 0,1 0 0,-1 0 0,0 0 0,0 1 0,0-1 0,0 0 1,-1 1-1,1 0 0,0-1 0,-1 1 0,1 0 0,0 0 0,-1 0 0,-4-1 0,-5 0 266,0 0 0,0 1 0,0 0 0,-16 1 0,17 0-30,7 1-107,-1-1-1,1 1 1,-1 0-1,1 0 1,0 1 0,-1-1-1,1 1 1,0 0 0,0 0-1,0 1 1,1-1-1,-1 1 1,0 0 0,1 0-1,0 0 1,-1 0 0,1 0-1,0 1 1,1-1-1,-1 1 1,-3 8 0,-1-1 94,1 1 1,1 0 0,0 1-1,1-1 1,0 1 0,-3 19-1,2 23 639,1 1-1,6 64 0,-1-88-534,-1-22-188,1 1-1,0-1 1,1 0 0,0 1 0,0-1 0,2 0-1,-1 0 1,1 0 0,6 10 0,-7-14-55,1-1 1,0 1-1,0 0 0,0-1 1,1 0-1,0 0 0,0-1 1,0 1-1,0-1 1,1 0-1,0 0 0,0-1 1,0 0-1,0 0 1,8 3-1,-7-4-48,1 0-1,0 0 1,0-1-1,1 0 1,-1 0-1,0-1 1,0 0-1,0 0 1,14-3-1,-17 2-132,1 0 0,-1-1 0,0 1 0,0-1 0,0 0 0,0-1 0,-1 1 0,1-1 0,-1 0 0,1 0 0,-1 0 0,0-1 0,0 1 0,0-1 0,3-5 0,2-4-1295,-1 0-1,-1-1 1,0 0 0,9-27 0,-1-10-6293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8:57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1873,'0'0'8254,"3"7"-6792,0 3-886,0 0 0,0 1-1,-1-1 1,0 1-1,0 13 1,0 66 2260,-1-44-1885,0 51 905,5-1 0,27 147 0,-32-239-1820,-1 1 0,1-1 0,0 1 0,0 0-1,1-1 1,-1 1 0,1-1-1,0 0 1,1 0 0,-1 0 0,5 6-1,-7-10-33,0 0-1,0 1 1,0-1-1,1 0 0,-1 0 1,0 1-1,0-1 1,1 0-1,-1 0 0,0 0 1,1 0-1,-1 0 1,0 0-1,1 1 0,-1-1 1,0 0-1,0 0 1,1 0-1,-1 0 0,0 0 1,1 0-1,-1 0 1,0 0-1,1 0 1,-1 0-1,0 0 0,1-1 1,-1 1-1,0 0 1,1 0-1,-1 0 0,1-1-3,-1 0 1,1 1-1,0-1 0,-1 0 0,0 0 0,1 0 0,-1 1 0,1-1 1,-1 0-1,0 0 0,1 0 0,-1 0 0,0 0 0,0 0 0,0 0 1,0-1-1,3-193-2627,-5 105 405,2-172-3291,0 258 5605,0-1-1,0 1 1,0-1 0,0 1-1,1-1 1,0 1-1,0 0 1,0-1-1,0 1 1,1 0-1,-1 0 1,1-1-1,0 2 1,1-1 0,-1 0-1,1 0 1,-1 1-1,1-1 1,0 1-1,0 0 1,1 0-1,-1 0 1,1 0 0,-1 1-1,1-1 1,0 1-1,0 0 1,0 0-1,5-2 1,2 1 390,0-1 0,1 2 0,-1-1-1,0 1 1,1 1 0,-1 0 0,14 1 0,-23 0-530,1 0-1,-1 0 1,1 0-1,-1 0 1,0-1 0,1 1-1,-1-1 1,0 0 0,1 1-1,-1-1 1,0 0-1,0-1 1,4-1 0,-5 2-363,1-1 0,-1 1 1,0 0-1,0-1 0,0 1 1,0 0-1,0-1 0,-1 1 0,1-1 1,0 1-1,-1-1 0,1 0 1,0-2-1,0-14-8404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1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0 144,'0'0'20377,"0"3"-20377,3-3-32,4 0 16,-4 0-2609,0 0 48,1 18-1025,-4 9-4001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14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14967,'0'0'1681,"-20"36"-6580,20-24-2336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1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202 128 9220,'0'0'8588,"-1"5"-7723,-2 5-755,0-1 0,0 0 0,-1-1 0,0 1 0,-9 14 0,-7 13-69,-6 28-7,3 1-1,-21 92 0,31-103-2,-2 8 154,4 1 1,2 0-1,3 0 1,2 1-1,7 73 0,-2-124-95,0 0 0,1 0 0,1 1 0,0-1 0,1-1 0,1 1 0,-1 0 0,2-1 0,0 0 0,0 0 0,1-1 0,1 0 0,11 13 0,-9-13-12,1 0 0,1 0 1,0-1-1,1-1 0,0 0 0,0 0 1,0-2-1,1 0 0,1 0 0,-1-1 1,17 4-1,-10-4-15,1-1 0,-1-1 0,1-1 1,-1-1-1,1-1 0,0-1 0,25-3 0,-32 1-51,-1 0 1,1-1-1,-1-1 0,0 0 0,0-1 0,0-1 0,-1 0 0,0 0 0,0-2 1,0 0-1,16-13 0,-15 8-101,-1 0 1,0-1 0,-1-1 0,0 0-1,-1 0 1,-1-1 0,-1-1 0,0 1-1,-1-2 1,0 1 0,-2-1-1,0 0 1,5-28 0,-2-15-480,-3 0-1,-1-111 1,-5 161 553,0-16 10,-1 0 0,-1 1 0,-1-1 0,-1 0 0,-2 1 0,-13-40 0,-15-11 37,-4 0 0,-83-124 0,110 183-35,-1 1 0,-25-28 0,33 41-14,-1 0 1,1-1-1,-1 1 0,0 1 1,0-1-1,-1 1 0,1 0 0,-1 0 1,0 0-1,1 1 0,-1 0 1,0 0-1,-13-2 0,10 3 0,0 1-1,-1-1 0,1 2 0,-1-1 1,-12 3-1,17-2-8,1 1 0,0-1 0,-1 1 0,1 0 0,0 0 1,0 0-1,0 0 0,0 1 0,1-1 0,-1 1 0,1 0 0,-6 7 0,-2 3-399,1 0 1,0 1-1,-15 29 0,19-30-1474,0 1 1,-6 20-1,8-14-5342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16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7812,'0'0'6925,"-7"1"-6004,4 0-695,-19 3 8,17-2 230,12-1 749,412 10 462,-383-10-5271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1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7732,'0'0'4482,"3"-4"-704,14-15-3240,5 3-390,-20 14-123,1 0 0,-1 0 0,1 0 1,0 0-1,-1 0 0,1 1 0,0-1 0,0 1 0,0 0 0,0 0 0,0 0 0,0 0 0,6 0 0,21-15 957,-17 11-989,1 0 0,-1 1 0,1 0-1,0 1 1,0 1 0,0 0 0,0 1 0,23 1 0,-33 0-3,1-1 0,-1 2-1,0-1 1,0 0 0,0 1 0,1 0 0,-1 0-1,0 0 1,0 0 0,0 1 0,-1 0 0,1-1 0,0 1-1,-1 1 1,1-1 0,-1 1 0,1-1 0,-1 1 0,0 0-1,0 0 1,-1 0 0,1 0 0,0 1 0,-1-1-1,0 1 1,3 6 0,0-1 19,-1 1-1,0 0 1,-1-1-1,0 1 1,-1 1-1,0-1 1,1 17-1,-1 6 78,-4 36 0,2-63-84,-1 0 0,0-1 1,-1 1-1,1 0 0,-1 0 0,0-1 0,-1 0 0,1 1 0,-6 7 1,-36 45 21,21-30-14,3-2 2,-65 80 30,73-93-58,-1-1 0,0 0 0,0-1 0,-1 0 0,-24 13 0,36-22-104,-1-1 1,0 1 0,0-1 0,0 0 0,0 0 0,0 0-1,0-1 1,-3 1 0,5-1-260,2-4 301,-1-1 0,1 0 0,0 1-1,0-1 1,0 1 0,0-1 0,1 1 0,0-1-1,0 1 1,0 0 0,0 0 0,1 0-1,0 0 1,0 0 0,0 1 0,0-1 0,0 1-1,1 0 1,-1 0 0,6-4 0,-2 3 7,0 0 0,0 0 0,0 1 1,0-1-1,0 2 0,1-1 0,-1 1 1,1 0-1,0 1 0,-1 0 0,14-1 0,8 2 20,-19-1 79,-1 0 0,1 1 1,-1 0-1,1 1 0,-1 0 1,1 0-1,-1 1 0,1 1 1,-1-1-1,0 1 0,11 6 1,-7-1 118,-1 1 0,-1 0 1,1 1-1,-2 1 1,0-1-1,0 1 1,0 1-1,-2 0 1,1 0-1,-2 1 1,0 0-1,0 0 1,-1 1-1,-1 0 0,0 0 1,-1 0-1,0 1 1,-1-1-1,-1 1 1,-1-1-1,1 25 1,-2-24-22,0-5-15,1 0 1,-1 0-1,-1 0 1,1 0-1,-2 0 1,0 0 0,0-1-1,0 1 1,-1 0-1,-1-1 1,-7 14-1,3-10-26,-1-1-1,-1 0 1,0-1-1,-1 0 1,0-1-1,0 0 1,-1 0-1,-1-1 1,0-1-1,0 0 1,0-1 0,-27 10-1,15-8-653,-1-2 1,0 0-1,0-2 1,-1-1-1,1-1 1,-38 0-1,58-3-318,1 0-1,-1 0 1,0-1 0,-9-2-1,-19-14-7764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1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74 234 8900,'0'0'4914,"-14"-1"-4103,-39-6-344,47 6 815,13-1-977,14 1-80,478-12 1205,-171 10-1428,169-15 60,-436 11-54,275-21 10,-268 28 1340,-66-1-1377,-1-1 0,0 1 0,1 0 0,-1-1 0,0 1 0,0-1 0,0 1 0,0-1 0,0 1 0,0-1 1,0 0-1,0 1 0,-1-1 0,1 0 0,-1 0 0,1-2 0,-1 3-371,-5 1-2214,-17 0 2006,-2 0 322,1 0 1,-39-6 0,56 5 272,0-1 0,0 1 1,0-1-1,0 0 0,1 0 1,-1-1-1,1 1 0,-1-1 1,1-1-1,0 1 0,0-1 1,0 0-1,1 0 0,-1 0 1,-4-6-1,-31-48 162,40 58-133,-1 0 0,1 0 0,0 0 0,0 0 0,0 0 0,0-1 0,0 1 1,0 0-1,0 0 0,-1 0 0,1 0 0,0-1 0,0 1 0,0 0 0,0 0 0,0 0 0,0-1 0,0 1 1,0 0-1,0 0 0,0 0 0,0-1 0,0 1 0,0 0 0,0 0 0,0 0 0,0-1 0,0 1 0,0 0 1,1 0-1,-1 0 0,0 0 0,0-1 0,0 1 0,0 0 0,0 0 0,0 0 0,1 0 0,-1-1 0,0 1 1,0 0-1,0 0 0,0 0 0,1 0 0,-1 0 0,0 0 0,0 0 0,0 0 0,0 0 0,1 0 0,-1-1 1,0 1-1,0 0 0,0 0 0,1 0 0,-1 0 0,17 6 162,1 0 0,-1 1 0,23 13 0,-18-8-56,34 11 0,100 18-45,-27-9-1657,-128-30 1504,-1 0 0,1 0 0,-1 0 0,0-1 0,0 1 0,0 0 0,0 0 0,0 0 0,0 0 0,0 0 0,-1 0 0,1-1 0,-1 1 0,1 0 0,-2 2 0,-4 6 96,0 0 0,-1 0 0,0-1 1,-12 12-1,3-2 69,-243 292 942,254-305-1102,-3 2-103,1 0 0,0 1-1,1 0 1,0 0 0,-8 18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1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6531,'0'0'3628,"-9"8"-3105,-31 27 99,34-30-355,1 1 0,-1 1 1,1-1-1,0 1 0,0 0 1,1 0-1,0 0 0,0 1 0,-3 11 1,-2 2 146,3-6-143,1 0 1,0 0-1,1 1 1,1-1-1,-2 28 1,2 84 750,3-89-752,0 3-37,-1 9 591,12 95 1,-9-128-645,2-1-1,0 0 1,1 0 0,0 0-1,1-1 1,1 0 0,1 0 0,0 0-1,18 24 1,-19-32-121,0 1 0,1-1 1,-1-1-1,1 1 0,1-1 0,-1-1 0,1 1 0,0-1 1,0-1-1,1 0 0,-1 0 0,1-1 0,17 4 1,-19-5-47,0-1 0,0 0 0,1 0 1,-1-1-1,0 0 0,0-1 0,0 1 1,1-1-1,-1-1 0,0 0 0,-1 0 1,1 0-1,0-1 0,0-1 0,-1 1 1,0-1-1,13-8 0,-8 0-49,0 1 0,-1-2-1,0 1 1,-1-2 0,0 1 0,-1-1-1,-1-1 1,9-18 0,-2-2-353,-1-1-1,14-56 1,-20 50 114,-2 0 0,-1-1 0,-3-80 0,-2 110 287,-1 1 35,0 0 1,-1-1-1,0 1 1,-1 0-1,0 0 0,-1 1 1,0-1-1,-1 1 1,0 0-1,-8-12 1,7 14-9,0 0-1,0 0 1,-1 1-1,0 0 1,0 0 0,0 1-1,-1 0 1,-1 0 0,1 1-1,-1 0 1,0 0-1,-14-5 1,10 7-42,-1 1-1,0 0 0,1 1 1,-1 1-1,0 1 1,0-1-1,0 2 1,-24 4-1,31-4 15,1 1 0,0 0 0,-1 0 0,1 1 0,0 0 0,1 0 0,-1 0 0,0 1 0,-9 8-1,7-6-781,0 0-1,0-1 0,-12 6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81 194 8100,'0'0'4917,"0"16"-2959,-1-12-1785,0 1-1,0-1 1,-1 0 0,1 1 0,-1-1 0,0 0-1,0 0 1,0 0 0,0 0 0,-4 4 0,-9 15 122,9-8-189,1-1 0,0 1 0,0 0 1,2 0-1,-3 20 0,-3 82 348,9 177 1130,0-282-1464,1 1-1,1-1 0,0 0 1,0 1-1,1-1 0,1 0 1,0 0-1,1-1 0,8 17 0,-8-21-41,0 0-1,0 0 1,0 0-1,1-1 1,0 0 0,1 0-1,-1 0 1,1-1-1,0 0 1,0 0-1,0-1 1,1 0-1,0 0 1,13 4-1,-9-4-25,1-1-1,-1 0 1,1-1-1,0 0 1,0-1-1,0 0 1,17-2-1,-22 0-41,0 0-1,0 0 1,0-1 0,0 0-1,0-1 1,0 1-1,0-1 1,-1-1-1,0 0 1,0 0-1,0 0 1,9-7-1,0-5-121,-1 0-1,0-1 1,-1-1-1,-1 0 0,-1-1 1,0 0-1,-2-1 1,0 0-1,-1-1 0,11-40 1,-8 16-294,-2-1 0,-3 0 0,-1-1 0,0-55 0,-6 59 110,-6-55-1,4 81 297,-1 1 0,-1-1 0,0 1-1,-1 0 1,-1 0 0,-9-17-1,6 16 141,0 1 0,-1 0 0,-1 1 0,-1 0 0,0 0 0,-1 2 0,-18-17 0,23 24-94,-1-1 1,0 1-1,0 0 0,-1 1 1,0 0-1,0 1 1,0 0-1,0 0 0,-1 1 1,1 1-1,-1-1 0,0 2 1,-20-1-1,21 1-43,1 1 1,-1 0-1,1 0 0,-1 1 1,1 1-1,0 0 0,-1 0 0,1 0 1,0 1-1,0 1 0,1 0 1,-14 7-1,7-1-66,1 0 1,-24 24-1,32-28-434,1 0 0,-1 0-1,1 1 1,1 0 0,-1 0-1,1 0 1,1 0 0,-5 11-1,0 10-5296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4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6227,'0'0'6971,"7"0"-6504,0 0-318,0 1 0,0 0 0,1 0 0,-1 0 0,0 1 0,0 0 1,-1 0-1,1 1 0,0 0 0,-1 0 0,1 1 0,-1 0 0,0 0 0,0 0 0,-1 0 0,8 9 0,-5-3-24,-1 0 0,0 1 0,-1-1 0,0 1 0,-1 1 0,0-1 0,-1 1 0,5 22 0,-5-7-27,0 0 0,-1 52 1,-3-75-176,-1 0-1,1 0 1,-1 0 0,0 0 0,0-1 0,0 1 0,0 0 0,-1-1-1,1 1 1,-1-1 0,0 1 0,0-1 0,0 0 0,-1 0 0,1 0-1,-1 0 1,1 0 0,-1 0 0,0-1 0,0 1 0,-1-1 0,1 0-1,0 0 1,-1 0 0,1-1 0,-1 1 0,1-1 0,-1 0-1,0 1 1,0-2 0,0 1 0,1 0 0,-1-1 0,0 0 0,-5 0-1,7 0-139,0 0 0,0 0 0,1 0 0,-1 0 0,0 0-1,0-1 1,0 1 0,0-1 0,-2-1 0,-16-15-3729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4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13990,'0'0'1937,"37"-24"-5698,-14 24-2386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5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242 161 10117,'0'0'4692,"-14"-6"-3808,8 5-808,1 1 1,-1 0-1,1 0 1,-1 0 0,1 1-1,-1 0 1,1 0-1,-1 1 1,1-1 0,0 1-1,-1 0 1,1 1-1,0-1 1,1 1 0,-1 0-1,0 0 1,1 0-1,0 1 1,-1 0 0,-6 8-1,0-1-37,0 2 1,1-1-1,0 1 0,0 1 0,2 0 0,0 0 0,0 0 0,2 1 0,0 1 1,0-1-1,-6 30 0,8 1 290,1 80 0,3-82-80,0-27-91,1 1 0,0 0 0,2-1 1,-1 0-1,2 1 0,1-1 0,7 18 0,-9-26-96,1-1 0,1 0 0,-1 0 0,1-1 0,1 1 0,-1-1 0,1 0 0,0-1 0,1 0 0,-1 1 0,1-2 0,1 1 0,-1-1-1,1 0 1,0-1 0,8 4 0,-1-3-3,-1-1-1,1 0 0,0-1 1,0 0-1,0-2 0,0 1 0,1-2 1,-1 0-1,0-1 0,0-1 1,0 0-1,0-1 0,18-5 1,-22 3-54,0-1 1,0 0-1,0-1 1,-1 0-1,1 0 1,-2-1-1,1-1 1,-1 1-1,9-13 1,2-4-150,-1 0 0,23-42 0,-28 42-116,-1-1 0,-1 0 0,-2-1 0,0-1 0,-2 1 0,-1-1 0,-2 0 0,0-1 0,-2 1 0,0-39 1,-3 57 205,0 1 1,-1-1-1,1 0 1,-2 1 0,1-1-1,-2 1 1,1 0 0,-1-1-1,0 1 1,-1 0 0,0 1-1,-1-1 1,-7-11-1,-3 0 97,-1 0-1,0 1 1,-2 1-1,0 0 0,-37-27 1,43 37-4,0 0 1,-1 0 0,-1 1 0,1 0-1,-1 2 1,0-1 0,0 2 0,0 0-1,-1 0 1,0 1 0,-16 0 0,-30 2 26,60 1-84,0 0 0,0 0-1,-1 0 1,1 0 0,0 0-1,0 0 1,0 1 0,0-1-1,0 0 1,-1 1 0,1-1-1,0 0 1,0 1 0,0-1 0,0 1-1,0 0 1,0-1 0,0 1-1,0 0 1,1 0 0,-1 0-1,0-1 1,0 1 0,1 0-1,-1 0 1,0 0 0,0 2-1,0 1-327,0-1-1,0 1 0,1 0 0,-1 0 0,1 0 0,0 6 1,0-3-444,0 3-5719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5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0 502 11077,'0'0'3618,"11"-28"-3445,36-94-218,-40 97-94,0 1 1,-2-1 0,0-1-1,-2 1 1,0-41 0,-3 47 59,1-1 0,1 1 1,0 0-1,2 0 0,9-33 1,-12 51 91,-1 1 1,0-1-1,0 0 1,1 0-1,-1 1 1,0-1 0,1 0-1,-1 0 1,1 1-1,-1-1 1,1 0-1,-1 1 1,1-1-1,-1 1 1,1-1-1,0 1 1,0-1-1,0 1 8,-1 0-1,0 0 0,1 0 1,-1 0-1,0 0 0,1 0 1,-1 0-1,0 0 0,1 0 1,-1 0-1,0 0 0,1 1 1,-1-1-1,0 0 0,1 0 1,-1 0-1,0 1 0,0-1 1,1 0-1,-1 0 0,0 1 1,0-1-1,1 0 0,-1 0 1,0 1-1,0 0 0,13 29 753,-12-25-836,7 27 358,-2 0 1,-1 1 0,-1-1-1,-2 66 1,0-16 133,3 66 339,-2-28-192,26 177 1,-28-293-576,13 58 36,-13-58-43,1 0 0,-1 0 0,1 0 1,0 0-1,0 0 0,1 0 0,-1 0 0,1-1 1,-1 1-1,1-1 0,4 3 0,-7-5-23,0-1 0,1 1 1,-1-1-1,1 1 0,-1-1 0,1 1 0,-1-1 0,1 0 0,-1 1 0,1-1 0,-1 0 1,1 0-1,0 1 0,-1-1 0,1 0 0,-1 0 0,1 0 0,0 0 0,-1 1 0,1-1 0,0 0 1,-1 0-1,1 0 0,-1 0 0,1-1 0,0 1 0,-1 0 0,1 0 0,-1 0 0,1 0 0,0-1 1,-1 1-1,1 0 0,-1-1 0,1 1 0,0-2-91,0 1 0,0-1 0,0 1 1,-1-1-1,1 0 0,0 1 0,-1-1 0,0 0 0,1 0 0,-1 1 0,0-1 1,0-2-1,1-44-2746,-1-14-2982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12678,'0'0'1809,"46"-78"-11798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6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1425,'0'0'12053,"87"153"-11108,-84-105-561,-3 0-192,0 4-112,-7-4-80,-20-12-384,-3-15-833,7-21-1632,3 0-2994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7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0 358 6515,'0'0'7051,"6"-23"-7174,-1-2-55,0 1-122,2 0 1,0 0-1,20-45 1,49-96-1710,-76 165 2050,0 0 0,0 0 1,0 0-1,0 0 0,0 0 1,0-1-1,0 1 0,0 0 0,0 0 1,0 0-1,0 0 0,0 0 0,0 0 1,0 0-1,0-1 0,0 1 1,0 0-1,0 0 0,0 0 0,0 0 1,0 0-1,0 0 0,0 0 0,0 0 1,0-1-1,1 1 0,-1 0 1,0 0-1,0 0 0,0 0 0,0 0 1,0 0-1,0 0 0,0 0 0,0 0 1,0 0-1,0 0 0,1 0 1,-1-1-1,0 1 0,0 0 0,0 0 1,0 0-1,0 0 0,0 0 0,0 0 1,1 0-1,-1 0 0,0 0 0,0 0 1,0 0-1,0 0 0,0 0 1,0 0-1,0 0 0,1 1 0,-1-1 1,0 0-1,0 0 0,0 0 0,0 0 1,0 0-1,0 0 0,0 0 1,0 0-1,0 0 0,1 0 0,1 13 745,-1 25-906,-1-34 332,10 207 1050,0-46-224,-9 1-221,5 109-65,-4-257-692,0-1 0,2 1 0,7 27 0,-10-43-62,0-1-1,-1 1 1,1-1 0,0 0 0,-1 1-1,1-1 1,0 0 0,0 1 0,0-1-1,0 0 1,1 0 0,-1 0 0,0 0 0,0 0-1,1 0 1,1 1 0,-3-2-6,1 0 0,-1 0 0,1 0 0,-1 0 0,0 0 0,1 0 0,-1 0 0,1 0 0,-1 0 0,1 0 0,-1 0 0,1 0 0,-1 0 0,0 0 0,1 0 0,-1 0 0,1 0 1,-1 0-1,1-1 0,-1 1 0,0 0 0,1 0 0,-1-1 0,1 0-20,0 1 1,0-1-1,-1 0 1,1 0-1,-1 0 1,1 0-1,-1 0 1,1 0 0,-1 0-1,1 0 1,-1 0-1,0 0 1,1-2-1,9-92-4630,-6 35-1726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124 111 8420,'0'0'5613,"-5"4"-5394,-5 5-1,1 1-1,0-1 1,0 2 0,-13 21-1,14-18 96,0 0-1,1 0 1,0 1-1,2-1 1,-1 2-1,2-1 1,-4 23-1,3 18 587,3 62 0,2-82-528,1-5 45,1 1 0,1-1 0,14 59 0,-11-70-233,0 0 0,2 0 0,0-1 0,1 0 0,1 0 0,21 30 1,-25-42-150,0 0 1,0 0 0,1-1 0,0 0-1,0 0 1,1 0 0,0-1 0,0 0-1,0-1 1,0 0 0,1 0 0,-1 0-1,1-1 1,0-1 0,0 1 0,0-2-1,1 1 1,-1-1 0,0 0 0,1-1-1,-1 0 1,0-1 0,1 0 0,-1 0 0,0-1-1,0 0 1,0-1 0,0 0 0,0 0-1,-1-1 1,1 0 0,-1-1 0,12-8-1,-5 0-114,0-1 0,-1-1 0,0 0 0,-1-1 0,18-29 0,-9 7-611,29-67 0,-39 71 108,-1 0-1,-1-1 0,-2 0 1,-2 0-1,-1-1 0,-2 0 0,-1 0 1,-5-58-1,2 77 404,-1 1 1,-1-1-1,0 1 0,-1 0 1,-1 0-1,-1 0 0,0 0 1,-1 1-1,-15-26 0,17 33 210,-1 0 0,0 1-1,0 0 1,0 0 0,-1 0-1,0 1 1,0 0 0,-1 0 0,1 0-1,-1 1 1,0 1 0,-1-1-1,1 1 1,-1 1 0,0 0-1,0 0 1,0 0 0,-17-1 0,14 2 4,1 1 1,-1 1 0,1 0-1,-1 1 1,0 0 0,1 0-1,-1 1 1,1 1 0,0 0-1,0 0 1,0 1 0,-18 9-1,4 2-184,-10 5-447,15-4-4746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7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12406,'0'0'5170,"70"-132"-6467,-60 132-463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9732,'0'0'1585,"43"153"-1121,-43-104-464,-13-1-976,-27-9-1073,-7-15-3762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10181,'0'0'3038,"3"2"-2627,-1 0-367,0 0 1,-1-1-1,1 1 0,-1 0 0,0 0 1,1 0-1,-1 0 0,0 0 0,0 0 0,0 0 1,-1 0-1,1 0 0,0 0 0,-1 1 0,1-1 1,-1 0-1,0 4 0,2 53 771,-2-31-620,2 509 3587,-4-284-2772,2-251-1014,0 3 19,0 0 1,0-1-1,1 1 0,-1 0 1,3 7-1,-3-11-26,1 0-1,-1 0 0,1 0 1,-1 0-1,1-1 1,-1 1-1,1 0 1,-1 0-1,1-1 0,0 1 1,-1 0-1,1-1 1,0 1-1,0-1 1,-1 1-1,1-1 1,0 1-1,0-1 0,0 1 1,0-1-1,0 0 1,0 0-1,0 1 1,0-1-1,0 0 0,-1 0 1,1 0-1,0 0 1,0 0-1,0 0 1,0 0-1,1-1 0,-1 1-29,0 0 0,-1 0 0,1 0 0,-1 0 0,1 0 0,0 0 0,-1-1 0,1 1 0,-1 0-1,1 0 1,-1-1 0,1 1 0,-1-1 0,1 1 0,-1 0 0,1-1 0,-1 1 0,0-1-1,1 1 1,-1-1 0,1 1 0,-1-1 0,0 1 0,0-1 0,1 1 0,-1-2 0,5-14-1192,-1 0 0,0 0 1,-1-1-1,0-19 1,-1-27-6484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2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6371,'0'0'7217,"6"-1"-6585,22-3-189,-28 4-422,1-1 0,-1 1 0,1 0 0,-1 0 0,1 0 1,-1 0-1,1 0 0,-1 0 0,1 0 0,-1 0 0,1 0 1,-1 1-1,1-1 0,-1 0 0,1 0 0,-1 0 0,1 1 0,-1-1 1,1 0-1,-1 0 0,0 1 0,1-1 0,-1 0 0,1 1 0,-1-1 1,0 1-1,1-1 0,-1 0 0,0 1 0,0-1 0,1 1 1,-1-1-1,0 1 0,0-1 0,0 1 0,1-1 0,-1 1 0,0-1 1,0 1-1,0-1 0,0 1 0,0 0 0,1 3 169,4 19 372,-1 1 1,-1 0-1,0 1 1,-3 33-1,1-28-146,0 339 1905,-1-367-2319,5 76 87,-4-71-97,0 0 0,1-1 0,0 1 0,0 0 0,0 0 0,1-1 0,0 1 0,6 7 0,-9-13-85,1 0 0,0 0 0,-1 0 0,1 0 0,0-1 0,0 1-1,0 0 1,0 0 0,0-1 0,0 1 0,0-1 0,0 1 0,0-1 0,0 1 0,0-1 0,0 1 0,0-1 0,0 0 0,1 0 0,-1 1 0,0-1 0,0 0 0,2 0 0,-3 0 34,0 0 1,0 0-1,0 0 1,0 0-1,1 0 1,-1 0-1,0 0 1,0 0-1,0-1 1,0 1-1,1 0 0,-1 0 1,0 0-1,0 0 1,0 0-1,0 0 1,1 0-1,-1 0 1,0 0-1,0 0 1,0-1-1,0 1 1,0 0-1,0 0 1,1 0-1,-1 0 1,0 0-1,0-1 1,0 1-1,0 0 1,0 0-1,0 0 0,0 0 1,0-1-1,0 1 1,0 0-1,0 0 1,0 0-1,0 0 1,0-1-1,0 1 1,0 0-1,0 0 1,0 0-1,0 0 1,0-1-1,1-27-4041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34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21 376 10773,'0'0'6536,"22"1"-6125,8 2-275,6 0 86,54-2-1,-83-1-281,1-1-1,-1 0 1,1-1 0,-1 0-1,1 0 1,-1 0 0,0-1-1,0 0 1,0-1 0,-1 1-1,1-1 1,-1-1 0,0 1-1,0-1 1,0 0 0,0 0-1,-1-1 1,0 0 0,0 0-1,-1 0 1,0 0 0,0-1-1,0 0 1,-1 1 0,0-1 0,0-1-1,-1 1 1,1 0 0,-2-1-1,3-13 1,-3 8-563,0-1 0,-1 0 0,0 1 0,-4-27 0,2 34 381,0-1 0,0 1-1,0-1 1,-1 1 0,0 0 0,0 0-1,-1 0 1,1 1 0,-1-1 0,0 1 0,-8-8-1,6 8 225,1 0 0,-1 0 0,0 0 0,-1 1 0,1 0-1,-1 0 1,0 1 0,0 0 0,0 0 0,0 1 0,-1 0-1,1 0 1,-1 0 0,-9 0 0,11 2 105,-1 0 0,1 0 0,0 0 0,0 1 0,0 0 0,1 0 1,-1 0-1,0 1 0,0 0 0,1 0 0,-1 0 0,1 1 0,-1 0 0,1 0 0,0 0 0,0 1 0,0 0 0,-6 6 0,1 2 92,1 0-1,0 1 1,0 0-1,2 0 1,-1 1-1,2 0 1,0 0-1,0 1 1,2-1-1,0 1 1,-4 29-1,2 10 666,3-1-1,4 59 1,0-67-280,-1-21-267,2 1-1,0-1 0,2 0 0,1 0 0,0 0 1,14 33-1,-15-47-203,0-1 1,1 0 0,0-1-1,1 1 1,0-1-1,0 0 1,0 0-1,9 7 1,-9-10-65,-1-1 0,1 0-1,0 0 1,1 0 0,-1-1 0,1 1-1,-1-2 1,1 1 0,0-1 0,0 0-1,0 0 1,11 0 0,-8-1-48,-1 0 0,1-1 0,0-1 0,-1 0 0,1 0 0,0-1 0,-1 0 0,0-1 0,1 0 0,-1 0 0,0-1 0,0 0-1,-1 0 1,1-1 0,-1-1 0,0 1 0,8-9 0,-5 4-588,-1 0-1,0-1 0,-1 0 0,0-1 1,-1 0-1,0 0 0,-1-1 0,0 0 1,-1 0-1,-1 0 0,5-17 0,3-34-8038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35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3 912,'0'0'7228,"-1"8"-6423,-5 61 2008,5 114 0,3-83-1342,-3-37-685,2 76 506,0-119-964,1-1-1,1 1 1,1-1 0,12 36-1,-15-52-284,0-1 0,0 0 0,1 0 0,-1-1 0,0 1 0,1 0 0,-1 0 0,4 2 0,-5-4-35,0 0 0,1 1 0,-1-1 0,1 0 1,-1 1-1,0-1 0,1 0 0,-1 0 1,1 0-1,-1 1 0,1-1 0,-1 0 1,1 0-1,-1 0 0,1 0 0,-1 0 0,1 0 1,-1 0-1,1 0 0,-1 0 0,1 0 1,-1 0-1,1 0 0,-1-1 0,1 1 1,-1 0-1,1 0 0,-1 0 0,1-1 0,-1 1 1,0 0-1,1 0 0,-1-1 0,1 1 1,-1 0-1,0-1 0,1 1 0,-1-1 1,0 1-1,1 0 0,-1-1 0,0 1 0,0-1 1,0 1-1,1-1 0,-1 1 0,0-1 1,0 1-1,0-2 0,4-7-96,-2 0 0,1 0 0,-1 0 0,-1-1 0,2-16 0,-4-57-1502,0 36 264,1-217-7937,0 258 9353,1-1 0,-1 1 0,1 0 0,1-1 0,-1 1 0,1 0 0,0 0 0,0-1 0,1 2 0,0-1 0,0 0 0,0 1-1,1-1 1,0 1 0,0 0 0,0 0 0,8-7 0,12-14 430,-10 10-394,0 0 1,1 1 0,1 0-1,24-16 1,-36 29-12,1 0 1,-1 0-1,1 1 1,-1-1-1,1 1 1,0 0-1,0 0 0,0 1 1,-1-1-1,9 1 1,-12 1-23,0-1 0,0 0 0,0 1-1,1 0 1,-1-1 0,0 1 0,0 0 0,0-1 0,0 1 0,-1 0 0,1 0 0,0 0 0,0 0 0,0 0 0,-1 0 0,1 0-1,0 0 1,-1 0 0,1 1 0,11 25 561,-12-27-640,7 23 471,-1 0-1,-1 1 1,-1 0-1,-1 0 1,-1 26 0,2 0 196,3 161 1949,-7-204-2537,1 21 192,0-27-270,-1 1 0,0-1 0,0 0-1,1 0 1,-1 0 0,1 0 0,-1 0-1,1 0 1,-1 0 0,1 0 0,-1 0-1,1 0 1,0 0 0,0 0 0,0 0 0,-1-1-1,1 1 1,0 0 0,0 0 0,1 0-1,0-7-649,-2-79-6741,0 59 674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35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181 11 5491,'0'0'5239,"-3"-1"-5009,-2-1 85,0 0 1,0 1 0,0-1 0,0 1-1,-10 0 1,13 1-256,0-1 0,0 1 1,0 0-1,0 0 0,0 1 0,0-1 1,0 0-1,0 1 0,0-1 0,0 1 0,0 0 1,0-1-1,1 1 0,-1 0 0,0 0 0,0 0 1,1 0-1,-1 1 0,1-1 0,-3 3 0,-7 12 118,1 2-1,1-1 0,1 1 0,0 1 1,-6 25-1,4-6 425,-9 67 0,11 87 1119,9-154-1238,-2-19-201,2 0 1,0 0 0,1 0-1,1 0 1,1-1 0,8 24-1,-9-35-205,-1-1 0,1 1 0,1-1 0,-1 0 0,1 0 0,0 0 0,1 0 0,-1-1 1,1 0-1,0 0 0,0 0 0,1-1 0,0 1 0,0-1 0,0 0 0,0-1 0,0 0 0,1 0 0,12 4 0,-4-3 34,1-1 1,-1-1-1,1-1 1,23 0-1,-34-1-131,-1 0-1,1-1 1,-1 1-1,0-1 1,1 0-1,-1 0 1,0-1-1,0 1 0,0-1 1,0 0-1,0 0 1,0 0-1,-1-1 1,5-2-1,-2-1-109,-1 1 1,0 0-1,0-1 0,0 0 0,-1 0 0,0-1 1,6-11-1,-4 4-700,0-1 0,-1 0 0,4-15 0,2-41-6322,-10 40 402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36.5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5 244 5555,'0'0'9286,"6"-6"-4618,-6 6-4604,0 0 0,0 0-1,1 0 1,-1 0 0,0 0 0,-10 284 1862,8-233-1492,3 57 467,0-98-811,0 0 1,1 0-1,0 0 0,1 0 0,0 0 1,0-1-1,1 1 0,5 9 1,-6-15-70,-1 0 0,1 0 0,-1-1 0,1 1 0,1-1 0,-1 0 0,0 0 0,1 0 0,-1 0 0,1 0 0,0-1 0,0 0 0,0 1 0,0-2 0,0 1 1,0 0-1,1-1 0,-1 0 0,1 0 0,-1 0 0,1 0 0,-1-1 0,1 0 0,-1 0 0,1 0 0,-1 0 0,1-1 0,-1 0 0,1 0 0,-1 0 0,1 0 0,-1-1 0,0 0 0,0 0 1,0 0-1,8-5 0,-4 0-17,0 0 0,0-1 0,-1 0 0,0-1 0,9-14 0,29-54-154,-27 44-397,-1 0-1,-2-1 1,-2-1-1,-1-1 1,-2 0-1,-1 0 1,-2-1-1,5-61 1,-12 82 176,2-18-893,-5-61-1,2 85 1259,-1 1-1,0-1 1,0 1 0,-1 0-1,0-1 1,-1 1 0,1 1-1,-2-1 1,1 0 0,-12-14-1,13 20 114,0 0 0,0-1-1,-1 2 1,1-1 0,-1 0 0,0 1-1,1-1 1,-1 1 0,0 0-1,-7-2 1,8 3-24,1 0 1,-1 0-1,0 1 0,0-1 1,0 1-1,0-1 0,1 1 1,-1 0-1,0 0 0,0 1 0,0-1 1,0 0-1,0 1 0,1 0 1,-1 0-1,0 0 0,-3 1 1,-1 4 119,-1 1 0,1 0 0,0 0 0,1 0 0,0 1 0,-10 15 0,4-5-21,-7 5-674,-16 23 2019,22-22-4657,8 1-5767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37.2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209 644 11589,'0'0'3637,"-4"0"-3693,-129 0 2315,132 0-2254,-1 0 0,0 1 0,0-1 0,1 1 0,-1-1 0,1 1 0,-1 0 0,1-1-1,-1 1 1,1 0 0,-1 0 0,1 0 0,-1 0 0,1 0 0,0 1 0,0-1 0,0 0 0,0 1 0,0-1-1,0 0 1,0 1 0,0 0 0,-1 2 0,-14 42 243,15-41-195,-6 24 302,1 0 0,2 0 0,-1 37 0,8 89 1621,-3-151-1933,0-1 0,1 1 0,-1-1 0,1 0 0,0 1 0,-1-1 0,1 0 0,1 1 0,-1-1 0,1 0 0,-1 0 0,1 0 0,0 0 0,0 0 0,0-1 0,0 1 0,0 0 0,1-1 0,-1 0 0,1 1 0,5 2 0,-2-2 13,0-1 1,0 1-1,0-2 1,0 1-1,0-1 0,1 0 1,-1 0-1,0 0 0,1-1 1,-1 0-1,8-1 0,-7 0-48,0-1-1,-1 1 0,1-1 1,-1 0-1,1-1 0,-1 0 0,0 0 1,0 0-1,0-1 0,0 0 0,-1 0 1,1 0-1,-1-1 0,0 0 0,0 0 1,7-9-1,1-4-187,0-1-1,-2 0 0,0 0 1,8-22-1,-7 12-502,-1-1 0,-2-1 0,-1 0 0,-1 0 0,4-52 0,-8-163-4093,-3 244 4745,-2-33-298,-1-1 0,-14-54 1,-26-69 503,22 86-2,19 62-106,1 7 0,1 1 0,-1 0 0,0 0 1,0 0-1,0 0 0,0 0 0,-1 0 0,1 0 0,-1 0 0,0 0 1,-3-3-1,5 5-23,0 1 1,0 0-1,0 0 1,-1 0-1,1-1 1,0 1 0,0 0-1,0 0 1,0 0-1,-1 0 1,1 0-1,0 0 1,0-1-1,-1 1 1,1 0-1,0 0 1,0 0-1,-1 0 1,1 0-1,0 0 1,0 0-1,-1 0 1,1 0-1,0 0 1,0 0 0,-1 0-1,1 0 1,0 0-1,0 0 1,-1 0-1,1 0 1,0 1-1,0-1 1,0 0-1,-1 0 1,-3 10 585,2 12-319,2-22-251,0 32 365,-1 1-32,2 1-1,7 46 1,58 423 2897,-59-397-2689,27 241 1148,-33-336-1694,10 37 156,-11-44-200,1-1 0,1 1 0,-1-1 1,1 1-1,-1-1 0,1 0 0,0 0 1,0 0-1,0 0 0,3 3 0,-4-6-20,-1 1 0,0-1-1,0 0 1,0 0 0,1 0-1,-1 0 1,0 1 0,0-1-1,1 0 1,-1 0 0,0 0-1,0 0 1,1 0 0,-1 0-1,0 0 1,0 0-1,1 0 1,-1 0 0,0 0-1,0 0 1,1 0 0,-1 0-1,0 0 1,0 0 0,1 0-1,-1 0 1,0 0 0,0 0-1,1 0 1,-1 0 0,0-1-1,0 1 1,1 0-1,-1 0 1,0 0 0,0 0-1,0-1 1,0 1 0,1 0-1,-1 0 1,0 0 0,0-1-1,0 1 1,0 0 0,0 0-1,1-1 1,-1 1 0,0 0-1,0 0 1,0-1-1,0 1 1,0 0 0,0 0-1,0-1 1,0 1 0,0 0-1,0 0 1,0-1 0,0 1-1,0 0 1,0 0 0,0-1-1,-1 1 1,2-25-767,-2 20 534,0-92-6359,-4 46 673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37.6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0 376 3105,'0'0'14159,"15"1"-13618,-6 0-470,-3 0-46,-1 0 0,0 0 0,0-1 0,0 0-1,0 0 1,1-1 0,-1 1 0,0-1 0,0 0 0,0-1-1,0 1 1,0-1 0,0 0 0,0 0 0,-1 0-1,1-1 1,5-4 0,5-6-121,-1 0-1,0-2 1,-2 1-1,15-22 1,-22 28-293,1 0 1,-1-1-1,-1 0 0,0 0 1,0-1-1,-1 1 1,0-1-1,0 0 0,-1 1 1,1-12-1,-3 13-35,1-4-348,-1 0-1,0 0 1,-2-14 0,1 23 677,1 0-1,-1 0 1,0-1-1,0 1 0,0 0 1,-1 0-1,1 0 0,-1 1 1,1-1-1,-1 0 1,0 0-1,0 1 0,0-1 1,-1 1-1,1 0 0,-3-2 1,-3-1 300,1 0 1,-1 1-1,0 0 1,0 1-1,-1 0 0,1 0 1,-1 1-1,1 0 1,-1 0-1,0 1 1,0 1-1,0-1 0,-9 1 1,16 1-128,0-1 1,0 0-1,0 1 1,0-1-1,0 1 1,0 0-1,0-1 1,0 1-1,0 0 1,0 0-1,0 1 0,0-1 1,1 0-1,-1 0 1,0 1-1,1-1 1,-1 1-1,1 0 1,0-1-1,0 1 1,-1 0-1,1 0 1,0 0-1,-1 2 1,-2 6 221,0 0 1,0 1-1,-3 15 1,6-23-213,-5 34 667,1-1 0,2 1 0,1 0 0,4 37 0,-2-12 88,0-25-153,2 1 0,8 48 0,-8-72-533,1-1 0,1-1 0,0 1 0,1 0 0,0-1 0,1 0 0,0 0 0,1-1 0,0 1 0,10 11 0,-12-18-166,0-1 0,0 0 0,0 0 0,0 0 1,1-1-1,0 0 0,-1 0 0,1 0 1,0-1-1,0 0 0,1 0 0,-1-1 1,0 1-1,1-1 0,-1 0 0,0-1 1,1 0-1,-1 0 0,1 0 0,-1-1 0,1 0 1,-1 0-1,0-1 0,1 1 0,-1-1 1,0-1-1,8-4 0,-1-2-662,-1-1 1,-1 0-1,0-1 1,0-1-1,-1 1 0,-1-2 1,9-14-1,18-37-4828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38.1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9861,'0'0'8347,"4"22"-7005,4 29 74,3 99-1,-12-55-282,-1-15-205,4 1-1,16 121 1,-17-200-911,7 28 214,-8-29-227,0-1-1,0 1 1,0 0-1,1-1 1,-1 1-1,0 0 1,0-1-1,1 1 1,-1-1 0,1 1-1,-1 0 1,0-1-1,1 1 1,-1-1-1,1 1 1,-1-1-1,1 1 1,0-1-1,-1 0 1,1 1-1,-1-1 1,1 0 0,0 1-1,-1-1 1,1 0-1,0 0 1,-1 0-1,1 1 1,0-1-1,0 0 1,-1 0-1,1 0 1,1 0 0,-2-1-5,1 1 1,-1 0-1,1 0 1,-1-1-1,1 1 1,0 0-1,-1-1 1,0 1 0,1-1-1,-1 1 1,1-1-1,-1 1 1,1-1-1,-1 1 1,0-1-1,1 1 1,-1-1 0,0 1-1,0-1 1,1 1-1,-1-1 1,0 0-1,0 0 1,7-28-218,-2 0 0,-1 0 0,1-35 0,-1 10-490,0 4 123,16-130-3266,-16 159 3467,1 0 1,1 0-1,0 0 1,2 1 0,0 0-1,14-22 1,-17 33 425,0 1 1,1 0 0,0 1-1,0-1 1,1 1-1,0 1 1,14-11-1,-15 13 140,0 0 1,0 1-1,0 0 0,1 0 0,0 0 0,-1 1 0,1 0 1,0 1-1,0-1 0,0 2 0,8-2 0,-1 1 238,1 1 0,-1 0 0,1 0 0,-1 2 0,0 0 0,0 0-1,21 7 1,-20-4-320,8 5-896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4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0 379 4274,'0'0'4661,"6"3"-3703,19 10 183,-19-10 1978,-6-3-3035,0 0 0,0 0 0,0 0 0,0 0 0,0 0-1,0 1 1,0-1 0,0 0 0,0 0 0,-1 0 0,1 0 0,0 1 0,0-1-1,0 0 1,0 0 0,1 0 0,-1 1 0,0-1 0,0 0 0,0 0 0,0 0-1,0 0 1,0 1 0,0-1 0,0 0 0,0 0 0,0 0 0,0 0 0,0 0-1,1 1 1,-1-1 0,0 0 0,0 0 0,0 0 0,0 0 0,0 0 0,1 0-1,-1 0 1,0 0 0,0 1 0,181 8 724,55-8-652,452-12-106,-602 1-73,0-4 0,95-29 0,-99 22-4,1 3 0,116-10 0,32 24 1925,-187 4-1752,-46-1-193,0 1 0,1-1-1,-1 0 1,1 0 0,-1 0-1,1 0 1,-1 0 0,1-1 0,0 1-1,0 0 1,-1-1 0,1 1 0,-1-3-1,-1 0-85,-56-65-674,-78-71 0,131 135 815,0 0 0,0 0 0,0 0 0,-1 1 0,-8-5 0,13 9 221,2 1 198,1 2-361,0 0 0,-1 1-1,1-1 1,0 0 0,1 0-1,-1 0 1,0 0-1,1 0 1,0 0 0,-1-1-1,1 1 1,3 3 0,30 31 338,-30-33-314,9 8-23,1 0 0,0 0 1,1-2-1,0 0 0,1-1 1,0 0-1,0-1 0,1-1 1,0-1-1,20 4 0,2-2-211,1-1-1,0-2 1,64-1-1,-93-2-83,-14 3-60,-19 6 143,-21 7 208,1 1 1,1 3 0,1 1 0,1 2-1,1 2 1,1 1 0,2 2 0,-36 39-1,58-53-265,-6 7-722,18-22 635,-1 0 0,1-1 0,-1 1 0,0-1 0,1 1 0,-1-1 0,0 1 0,0-1 1,1 0-1,-1 1 0,0-1 0,0 0 0,1 0 0,-1 1 0,-1-1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49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3586,'0'0'272,"-7"12"2001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53.6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97 4834,'0'0'5189,"-2"-5"-4370,-7-13-136,7 14-69,2 6-259,0 0 0,0 0 0,0 0 0,0 1 1,0-1-1,0 0 0,1 0 0,-1 0 0,1 0 0,0 0 1,-1 0-1,3 3 0,12 28-335,15 27 310,31 58 50,47 131 1,-90-197-295,70 175 273,-71-193-261,0 0 0,2-1 1,2-1-1,35 42 0,-29-46 91,1 0-1,1-2 1,38 27-1,104 60 287,-30-22-242,-22-5-138,150 137 0,-30-21-57,-192-169-24,1-2 0,1-2-1,79 33 1,355 101 69,-397-140-69,0-4 1,1-4-1,1-3 1,0-4-1,1-4 1,105-10-1,-128-1 162,122-32-1,62-35-79,-205 59-65,78-25 135,-3-5 1,207-111-1,-262 119-218,-2-3 0,-2-3-1,-1-3 1,-3-2 0,-2-3-1,61-72 1,-35 25-203,125-143-53,-152 184 319,133-148 42,-156 166-118,-1-2-1,-2-1 1,34-69 0,-7-10-101,53-105 329,3 13-747,-105 201 641,0-1-1,1 2 1,0-1 0,0 1-1,1 0 1,1 1 0,10-10-1,-8 9 254,-9 9-226,0 0 0,0 0 0,0 0 0,0 0 0,0 1-1,0-1 1,1 1 0,2-2 0,-48 1-12047,17 2 7518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53.9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1 127 7171,'0'0'9359,"15"0"-8780,1 0-551,0-1-1,0 0 0,0-1 1,0-1-1,-1 0 1,18-6-1,72-37-841,16-6-2384,-113 50 3085,0 0-1,0 0 1,0 0 0,0 1 0,1 0 0,12 1-1,-20 1 166,-1-1 0,1 0 0,-1 1 0,0-1 0,1 1 0,-1-1 0,1 1 0,-1-1 0,0 1 0,1-1 0,-1 1 0,0-1 0,1 1 0,-1 0 0,0-1 0,0 1 0,0-1 0,0 1 0,1 0 0,-1-1 0,0 1 0,0 0 0,0-1 0,0 1 0,-1 0 0,1-1 1,0 1-1,0-1 0,0 1 0,-1 0 0,1 4 235,-3 70 1268,-3 1 1,-31 147-1,28-180-1984,1 1 1,-2 72-1,8-95-2151,-3-10-2131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09:56.8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1 368 7796,'0'0'3081,"0"7"395,0 31-2843,0-35-606,-1 18 142,2 0 1,0 0-1,1 0 0,1 0 0,8 31 1,31 76 358,63 179 660,-68-212-808,57 104-1,-78-172-289,0-2 0,2 0-1,35 39 1,73 57 612,-61-60-535,332 289 70,-309-280-167,3-4 0,2-4 0,3-4-1,3-5 1,169 66 0,-42-30-65,191 70 387,-287-116-90,167 33-1,-197-62-163,2-3 0,174-6 0,-211-8-118,0-3 1,0-4-1,-1-1 0,0-4 1,-2-3-1,112-46 0,-55 9 28,-3-5 0,154-107-1,-212 125-42,-2-2 0,-3-2 0,75-84-1,121-176-30,-36 40 33,-199 250-11,81-92-99,103-155 0,2-87-384,21-31-352,-209 363 827,46-68-12,49-100 1,-104 180 60,0-1 28,0 1-1,1 0 1,-1 0-1,1 0 0,1 0 1,4-5-1,2 7 1017,-10 4-1080,0 0 1,0 0-1,0 0 1,0-1-1,0 1 1,0 0 0,0 0-1,0-1 1,-1 1-1,1-1 1,0 1 0,0-1-1,0 1 1,-1-1-1,1 1 1,1-2-1,-1 1 41,0 0-70,0 0 1,1-1-1,-1 1 0,0 0 1,0-1-1,0 1 1,0-1-1,0 0 0,0 1 1,1-4-1,-3 4-26,1 0-1,0 0 1,-1 1-1,1-1 1,-1 0-1,1 1 1,-1-1-1,1 0 1,-1 1-1,1-1 1,-1 0-1,0 1 0,1-1 1,-1 1-1,0-1 1,0 1-1,1 0 1,-1-1-1,0 1 1,0 0-1,0 0 1,1-1-1,-1 1 1,0 0-1,0 0 1,-1 0-1,-31-10-1258,9 2 363,0 0-1,0 2 0,-1 2 0,-34-4 1,47 8 833,-127 0 874,138 0-695,0 1 1,0-1-1,1 0 1,-1 1-1,0-1 0,0 1 1,1-1-1,-1 1 1,0-1-1,1 1 1,-1-1-1,1 1 1,-1 0-1,0-1 0,1 1 1,-1 0-1,1-1 1,0 1-1,-1 0 1,1 0-1,0-1 0,-1 1 1,1 0-1,0 0 1,0 0-1,0 0 1,0-1-1,-1 1 1,1 0-1,0 0 0,1 0 1,-1 0-1,0-1 1,0 1-1,0 0 1,0 0-1,1 0 0,-1 0 1,0-1-1,1 1 1,-1 0-1,1 0 1,-1-1-1,1 1 1,-1 0-1,1-1 0,-1 1 1,1-1-1,0 1 1,-1 0-1,1-1 1,0 0-1,-1 1 0,1-1 1,0 1-1,0-1 1,-1 0-1,1 1 1,0-1-1,0 0 1,1 0-1,16 4 93,1-2 0,0 0 0,0-1 0,27-2 0,-5 0-220,-8-1-344,0-1 1,1-1 0,-2-2 0,1-1 0,33-12-1,-58 16-30,-1 1-1,1 0 0,-1 1 1,16-1-1,-22 2 428,-1 0 0,0 0-1,0 0 1,1-1 0,-1 1 0,0 0-1,0 1 1,1-1 0,-1 0 0,0 0-1,1 0 1,-1 0 0,0 0 0,0 0-1,1 0 1,-1 0 0,0 0 0,0 0-1,0 1 1,1-1 0,-1 0 0,0 0-1,0 0 1,1 1 0,-1-1 0,0 0-1,0 0 1,0 0 0,0 1 0,0-1-1,1 0 1,-1 0 0,0 1 0,0-1-1,0 0 1,0 0 0,0 1 0,0-1-1,0 0 1,0 0 0,0 1 0,0-1-1,0 1 1,1 8 131,-1 1 0,0-1 0,0 1 0,-1-1 0,-1 0 0,1 1 0,-6 16 0,-30 72 1545,15-43-961,12-28-342,-38 114 1233,39-111-1648,2 0 0,-5 55 0,11-72-1910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5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1 2385,'0'0'624,"-4"3"-848,1 0 256,-4 0 32,4 0 16,0-3 16,-4 3 16,4 0-80,-1 0-32,1 0-32,3 0-192,0 3-768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6.3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9 2865,'-53'47'489,"42"-37"6703,1-10-370,27 0-6619,178-4 750,-145 1-1292,95-20 0,-8-12-2057,-137 35 2445,1 0-1,-1 0 1,0 1 0,1-1 0,-1 0 0,0 1 0,1-1-1,-1 0 1,0 1 0,1-1 0,-1 0 0,0 1-1,0-1 1,1 1 0,-1-1 0,0 1 0,0-1 0,0 0-1,0 1 1,0-1 0,0 1 0,1-1 0,-1 1 0,0-1-1,0 1 1,-1-1 0,1 1 0,0-1 0,0 1 0,0-1-1,0 1 1,0-1 0,0 0 0,-1 2 0,-4 34-98,0 4 54,-5 672 1606,10-522-899,0-154-577,-1-2 139,7 58 0,4-53-99,-9-37-171,-1-1-1,1 1 1,0-1 0,-1 1 0,1-1-1,0 0 1,0 1 0,0-1 0,0 0-1,0 0 1,0 1 0,0-1 0,1 0-1,-1 0 1,0 0 0,1-1 0,-1 1-1,0 0 1,1 0 0,2 0 0,-3 0-26,0-1 15,-1 0 0,0 0 0,0 0 1,1 0-1,-1 0 0,0 0 1,1 0-1,-1 0 0,0 0 0,1 0 1,-1 0-1,0 0 0,0 0 0,1 0 1,-1 0-1,0 0 0,1 0 0,-1-1 1,0 1-1,0 0 0,1 0 1,-1 0-1,0 0 0,0-1 0,1 1 1,-1 0-1,0 0 0,0 0 0,0-1 1,0 1-1,1 0 0,-1 0 0,0-1 1,0 1-1,0 0 0,0 0 0,0-1 1,0 1-1,1 0 0,-1-1 1,0 1-1,0 0 0,0 0 0,0-1 1,0 1-1,0 0 0,0-1 0,0 1 1,0 0-1,-1-1 0,4-25-1673,-2-47 0,-1 43-29,0-22-1434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6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1 108 11877,'0'0'2530,"227"-9"-1570,-140-15-960,-4-3-480,-16 0-2770,-17 6-4225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7.1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42 6931,'0'0'9733,"100"-3"-9173,-60-3-272,4 0-256,-4 0-32,-7 0-1425,-9-3-2464,-7 3-6372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7.5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238 17 7908,'0'0'8083,"-11"-3"-7394,2 0-568,5 1-87,-1 0 1,1 1-1,-1 0 0,1-1 0,-1 2 1,1-1-1,-1 0 0,0 1 0,1 0 1,-1 0-1,0 0 0,1 1 0,-1-1 1,0 1-1,-4 2 0,-1 1 51,0 1-1,1 0 1,-1 0 0,1 1-1,0 1 1,1 0 0,0 0-1,-11 12 1,14-14-59,0 1 1,0 1-1,1-1 0,0 0 1,0 1-1,1 0 1,0 0-1,0 0 0,1 1 1,-1-1-1,2 0 1,-1 1-1,0 8 0,1-3-19,0 0-1,2 0 0,-1 0 0,4 15 0,-3-21-20,1 0 0,0 0-1,1 0 1,0 0 0,0-1 0,0 1-1,1-1 1,0 0 0,5 6-1,20 22-232,47 42 0,-44-46 243,42 52 1,-70-77 22,0 0-1,-1 0 1,0 0 0,0 1-1,0-1 1,-1 1 0,0 0-1,0-1 1,0 1 0,-1 0-1,0 0 1,0 0 0,-1 0-1,1 12 1,-2-14 13,0 0 1,0 0-1,0 0 1,0 0-1,-1 0 0,1-1 1,-1 1-1,0-1 1,0 1-1,0-1 0,-1 0 1,1 1-1,-1-1 1,0-1-1,0 1 0,0 0 1,0-1-1,0 1 1,-5 2-1,-9 6 41,0-1 0,-27 11 0,42-20-314,-8 3 748,10-4-580,0 0 1,-1 1 0,1-1 0,0 0 0,0 0 0,0 0-1,0 0 1,-1 0 0,1 0 0,0 0 0,0 0-1,0 0 1,-1 0 0,1 0 0,0 0 0,0 0 0,0 0-1,0 0 1,-1 0 0,1 0 0,0 0 0,0 0-1,0 0 1,-1 0 0,1 0 0,0 0 0,0 0-1,0 0 1,0 0 0,-1-1 0,1 1 0,0 0 0,0 0-1,0 0 1,0 0 0,0 0 0,0 0 0,-1-1-1,1 1 1,0 0 0,0 0 0,0 0 0,0 0 0,0-1-1,0-19-3872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7.9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0 527 14519,'0'0'3527,"29"-23"-3087,94-79-504,-100 83-283,-1-2 1,-1 0-1,0-1 1,17-25-1,-32 37 136,0 0 0,-1 0 0,1-1 0,-2 1 0,0-1 0,0 0-1,-1 0 1,0-1 0,-1 1 0,0 0 0,0-15 0,-2 25 209,1-9-92,-1 1-1,0 0 1,-1 0-1,1-1 1,-4-10-1,3 18 118,0-1-1,0 0 0,0 1 1,0-1-1,-1 1 1,1-1-1,-1 1 0,0 0 1,1 0-1,-1-1 0,0 1 1,-1 1-1,1-1 1,0 0-1,0 0 0,-1 1 1,1-1-1,-1 1 0,1 0 1,-4-1-1,-6-2 62,1 0 1,-1 2-1,0-1 1,0 1-1,0 1 0,1 0 1,-14 1-1,22 1-49,1-1 0,-1 1 1,0-1-1,0 1 0,1 0 0,-1 0 0,0 0 1,1 0-1,-1 0 0,1 1 0,-1-1 0,1 1 1,0 0-1,-1-1 0,1 1 0,0 0 0,0 0 1,1 1-1,-1-1 0,0 0 0,-2 5 0,-3 5 217,1 0 0,0 1-1,-4 15 1,9-24-197,-13 37 551,2 0 1,2 1-1,2 0 1,2 0 0,1 1-1,3 0 1,4 70-1,-1-108-582,-1-1-1,1 0 0,0 1 0,1-1 0,-1 0 0,1 0 0,0 0 0,0 0 0,0 0 0,0-1 0,1 1 0,-1-1 1,1 1-1,0-1 0,0 0 0,0 0 0,1 0 0,-1 0 0,1-1 0,-1 1 0,1-1 0,0 0 0,0 0 0,0 0 1,0-1-1,0 0 0,1 1 0,4 0 0,1 0-63,0-1-1,0 0 1,0 0 0,0-1 0,0 0 0,0-1-1,0 0 1,0 0 0,0-1 0,0-1-1,16-6 1,-16 4-285,1 0 0,-2-1 0,1 0 0,-1-1 0,0 0 0,0-1 0,9-10 0,-1-1-1926,-1-1 0,17-26 0,1-12-6577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8.3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284 87 7491,'0'0'2474,"-10"-13"-2130,-35-40-307,44 51-17,0 1-1,-1-1 1,1 1 0,-1-1-1,1 1 1,-1-1-1,0 1 1,1 0 0,-1 0-1,0 0 1,0 0-1,0 0 1,0 0 0,0 1-1,0-1 1,0 1 0,0-1-1,0 1 1,0 0-1,0 0 1,0 0 0,0 0-1,0 0 1,-4 1-1,-4-1 259,6 0-115,1 0 0,-1 0 0,0 0 0,0 1 0,0-1-1,0 1 1,1 0 0,-1 0 0,-6 3 0,7-2-75,1 0-1,-1 0 1,1 0 0,-1 1 0,1-1-1,0 1 1,0 0 0,0 0 0,0-1-1,0 1 1,1 0 0,-2 4 0,-11 25 479,1 0 1,2 0-1,-7 39 1,-11 103 1305,24-46-368,5-126-1483,0 0 1,0 1 0,0-1 0,0 0 0,0 0 0,0 0 0,0 1 0,1-1-1,-1 0 1,1 0 0,0 0 0,0 0 0,0 0 0,0 0 0,0 0-1,0 0 1,0-1 0,0 1 0,1 0 0,-1-1 0,1 1 0,2 1-1,-1-1-4,1-1 1,0 0-1,-1 0 0,1 0 0,0 0 0,0-1 0,-1 1 0,1-1 0,0 0 0,0 0 0,-1-1 0,5 0 0,-1 0-73,0 0 0,0 0 0,0-1 1,-1 0-1,1-1 0,-1 0 0,0 0 0,0 0 0,0 0 1,0-1-1,0 0 0,7-7 0,3-5-633,0 0 1,19-26-1,-30 35 465,10-12-1455,-1 0-1,-1 0 0,-1-2 1,16-36-1,-5-12-3859</inkml:trace>
  <inkml:trace contextRef="#ctx0" brushRef="#br0" timeOffset="1">284 87 7812,'10'-3'913,"0"1"0,20 0 0,-29 2-846,-1 0 0,1 0-1,-1 0 1,1 1-1,-1-1 1,0 0-1,1 1 1,-1-1-1,1 0 1,-1 1-1,1-1 1,-1 1-1,0-1 1,1 1-1,-1-1 1,0 1-1,0-1 1,1 1-1,-1-1 1,0 1-1,0-1 1,0 1-1,0-1 1,1 1-1,-1-1 1,0 1-1,0-1 1,0 1-1,0 0 1,-1 24 1098,0-15-574,2 129 2471,7 191-1853,-7-107-566,-1-192-613,-1 0 1,-2 0 0,-1 0-1,-2-1 1,-14 46 0,15-61-48,0-1 0,-1 0 0,-1 0 1,-1-1-1,1 0 0,-2 0 0,0-1 1,-1 0-1,0 0 0,0-1 0,-1 0 1,-1-1-1,-15 10 0,20-15-160,-1-1-1,1 0 1,-1 0-1,0-1 1,0 0 0,0 0-1,0-1 1,0 0-1,0 0 1,-1-1 0,1 0-1,-1-1 1,-16-1-1,23 1 32,0-1 0,0 0 0,-1 1 0,1-1 0,0 0 0,0 0 0,0 0 0,0 0 0,0-1 0,0 1 0,1 0 0,-1-1 0,0 1 0,1-1 0,-1 0 0,1 0 0,-1 0 0,1 1 0,0-1 0,0 0 0,0 0 0,0-1 0,0 1 0,0 0 0,0 0 0,1 0 0,-1-1 0,1-3 0,-9-43-3514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9.2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3330,'0'0'7379,"0"-4"-7016,0-12-43,1 15-229,0 1-1,-1-1 1,1 1-1,-1-1 1,1 1 0,0 0-1,-1-1 1,1 1 0,0 0-1,-1 0 1,1-1-1,0 1 1,-1 0 0,1 0-1,0 0 1,0 0 0,-1 0-1,1 0 1,0 0 0,0 0-1,-1 0 1,1 0-1,0 0 1,-1 1 0,1-1-1,0 0 1,-1 1 0,1-1-1,0 0 1,-1 1-1,1-1 1,0 0 0,-1 1-1,1 0 1,3 16 295,0 1-1,-2 0 1,0-1 0,-1 1-1,-3 34 1,1-8 56,-2 447 3869,3-1081-8726,-1 580 4498,1 6-27,0-1-1,0 1 0,0-1 0,1 1 0,-1 0 0,1-1 1,2-6-1,-2 10-6,0 0-1,-1 0 1,1 0 0,0 0-1,0 0 1,0 0 0,0 0 0,0 0-1,0 1 1,0-1 0,0 0 0,0 1-1,0-1 1,0 1 0,1-1 0,-1 1-1,0-1 1,0 1 0,1 0-1,-1 0 1,0 0 0,0-1 0,1 1-1,-1 0 1,0 1 0,0-1 0,1 0-1,-1 0 1,0 1 0,3 0-1,-2-1 14,0 1 0,0 0-1,1 0 1,-1 0 0,0 0-1,0 0 1,0 1-1,0-1 1,-1 1 0,1-1-1,0 1 1,-1-1 0,1 1-1,-1 0 1,1 0-1,-1 0 1,0 0 0,0 0-1,2 4 1,2 5 224,-1 0 0,4 19 0,-6-24-200,13 70 774,-3 1 0,3 121 0,-10-115-566,0 8-8,10 100 306,-9-170-503,-6-21-88,0 0 0,0 1 0,0-1 0,0 0 0,0 0 0,0 0 0,0 0 0,0 0 0,0 0 0,0 0 0,0 0 0,0 0 0,1 0 0,-1 0 0,0 0 0,0 0 0,0 1 0,0-1 0,0 0 0,0 0 0,0 0 0,0 0 0,0 0 0,1 0 0,-1 0 0,0 0 0,0 0 0,0 0 0,0 0 0,0 0 0,0 0 0,0 0 0,0 0 1,1 0-1,-1 0 0,0 0 0,0 0 0,0-1 0,0 1 0,0 0 0,0 0 0,0 0 0,0 0 0,0 0 0,0 0 0,0 0 0,1 0 0,-1 0 0,0 0 0,0 0 0,0 0 0,0 0 0,0-1 0,0 1 0,5-15-10,18-137-1075,-3 11-444,-7 75 152,33-100 0,-36 139 1300,1 1-1,0 1 1,2 0-1,1 0 1,1 2-1,27-33 1,-37 51 172,-1 1 0,1-1-1,0 1 1,0 0 0,0 1 0,1-1 0,-1 1 0,1 0-1,0 1 1,6-3 0,-9 4-49,-1 0 0,1 0 0,-1 1 0,1-1-1,0 1 1,-1 0 0,1-1 0,-1 1 0,1 0 0,0 1 0,-1-1-1,1 0 1,-1 1 0,1-1 0,-1 1 0,1 0 0,-1 0 0,1 0 0,-1 0-1,0 0 1,1 1 0,-1-1 0,0 1 0,0 0 0,0-1 0,0 1-1,2 2 1,1 4 83,0 0-1,0 1 1,-1-1-1,0 1 0,-1 0 1,0 0-1,0 0 1,-1 0-1,2 16 1,0 10 120,-2 45 1,0 30 206,-4 129-116,2-238-390,0-1 1,0 1-1,0 0 1,0 0-1,0 0 1,0 0-1,0 0 1,-1-1-1,1 1 1,0 0-1,0 0 1,-1 0-1,1-1 1,-1 1-1,1 0 1,0 0-1,-1-1 1,0 1-1,1 0 1,-1-1-1,1 1 1,-1-1-1,0 1 1,1-1-1,-1 1 1,0-1-1,1 1 1,-1-1-1,0 0 1,0 1-1,0-1 1,1 0-1,-1 0 1,0 1-1,0-1 1,-1 0-1,0 0-188,1-1 0,-1 1 0,1 0-1,-1-1 1,1 0 0,-1 1 0,1-1-1,0 0 1,-1 1 0,1-1 0,0 0-1,-1 0 1,1 0 0,0 0 0,0 0-1,0-1 1,0 1 0,0 0 0,0 0-1,0-3 1,-13-24-4653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9.6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0 393 12102,'0'0'4996,"29"-19"-4763,92-62-132,-106 71-177,-1-1-1,1 0 1,-2-1-1,0-1 1,0 0-1,-1 0 1,-1-2-1,12-18 1,-18 26-72,-1 0 1,0 1 0,-1-1 0,1-1 0,-2 1-1,1 0 1,-1-1 0,0 1 0,0-1 0,-1 0-1,0 0 1,0 1 0,-1-1 0,0 0 0,-1 0-1,-1-8 1,1 14 161,1 1 0,-1-1 0,0 1 1,0-1-1,0 1 0,0 0 0,0-1 0,0 1 0,0 0 0,0 0 0,-1 0 0,1 0 0,0 0 0,-1 0 1,1 0-1,-1 0 0,1 1 0,-1-1 0,1 0 0,-1 1 0,0-1 0,1 1 0,-1 0 0,1 0 0,-1-1 0,-2 1 1,-6-1 188,-1 1 1,-19 1 0,28-1-158,-1 1 19,-1 0 0,1 0 0,-1 1 0,1-1 0,-1 1 0,1 0 0,0 0 0,0 0 0,0 0 0,0 0 0,0 1 0,1-1 0,-1 1 0,1 0 0,-1 0 0,1 0 0,0 0 0,0 0 0,0 1 0,-1 2 0,-7 14 283,1 0 0,-6 23 1,14-40-310,-10 33 636,1 0 0,2 1 0,-5 63 0,10-34 212,5 82 0,-1-138-801,0 0 1,0 1-1,1-1 0,1 0 0,0 0 0,0 0 0,5 11 1,-5-16-68,-1 0 1,1-1-1,0 1 0,0-1 1,1 0-1,-1 0 1,1 0-1,0 0 1,0-1-1,0 0 0,1 1 1,-1-2-1,1 1 1,-1 0-1,10 2 1,-8-2-113,1-1 1,0 0 0,0 0-1,0-1 1,0 0 0,0-1-1,0 1 1,0-1-1,0 0 1,0-1 0,0 0-1,0 0 1,0 0 0,0-1-1,-1 0 1,1-1 0,0 1-1,-1-1 1,11-7 0,-5 2-808,-1-1 0,0 0 1,0-1-1,-1 0 1,0-1-1,-1 0 1,0-1-1,12-20 0,17-36-8261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10.0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0 11333,'0'0'3954,"-1"29"-1916,-5 200 1225,-7 166 1110,13-392-4280,0-9-66,6-224-2708,-1 167-190,22-104 0,-24 153 2765,1 0-1,0 1 1,1 0 0,0 0-1,1 0 1,1 1-1,13-19 1,-18 27 251,1 1 0,0-1-1,0 1 1,1-1 0,-1 1 0,1 0 0,-1 0 0,1 1 0,0-1 0,0 1-1,0 0 1,1 0 0,-1 0 0,0 1 0,1-1 0,-1 1 0,1 0 0,-1 0-1,1 1 1,0-1 0,-1 1 0,1 0 0,0 0 0,-1 1 0,1-1 0,5 3-1,-7-2-40,1 0 0,-1 1 0,0-1 0,0 1-1,0 0 1,0 0 0,0 0 0,0 0 0,0 1-1,-1-1 1,1 1 0,-1-1 0,0 1 0,0 0-1,0 0 1,0 0 0,2 6 0,3 6 199,-1 0 0,6 25 0,-7-26-157,27 121 569,0 0-101,-31-132-671,10 26 231,-11-28-221,0 0-1,1-1 0,-1 1 0,0 0 0,1-1 0,-1 1 0,1 0 0,-1-1 0,1 1 0,-1-1 0,1 1 0,-1-1 0,1 1 0,0-1 0,-1 1 0,1-1 0,0 1 0,-1-1 1,1 0-1,0 0 0,-1 1 0,1-1 0,0 0 0,0 0 0,-1 0 0,1 1 0,0-1 0,0 0 0,-1 0 0,1 0 0,0 0 0,1-1 0,-2 1-43,0 0 0,1 0 0,-1-1 0,1 1 0,-1 0 0,0-1 0,1 1-1,-1 0 1,0-1 0,1 1 0,-1 0 0,0-1 0,0 1 0,1 0 0,-1-1 0,0 1 0,0-1-1,0 1 1,0-1 0,1 1 0,-1 0 0,0-1 0,0 1 0,0-1 0,0 1 0,0-1 0,1-34-4263,-1-12-3639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10.4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10085,'0'0'8137,"5"7"-7468,2 4-420,-1-1-1,0 2 1,0-1-1,-1 1 1,-1 0-1,0 0 1,-1 0 0,4 20-1,8 116 1087,-14-131-1228,6 107 576,15 151 342,-19-251-963,1-1 0,2 0 1,0 0-1,12 28 0,-16-45-82,1 0 0,-1 0 0,1 0 0,1-1 1,-1 1-1,1-1 0,0 0 0,0 0 0,1-1 0,0 1 0,-1-1 0,1 0 0,1 0 0,-1 0 1,1-1-1,-1 0 0,1 0 0,0 0 0,0-1 0,8 3 0,-8-4-204,0 0 0,1 0-1,-1 0 1,0-1 0,0 0-1,1 0 1,-1-1 0,8-1 0,-11 1-95,1 0 0,-1 0 0,0 0 0,0-1 0,0 0 0,0 1 0,0-1 1,0 0-1,-1 0 0,1 0 0,0-1 0,-1 1 0,0-1 0,0 1 0,4-6 0,16-33-6502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10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79 17976,'0'0'1937,"207"3"-960,-73-18-977,-4-9-225,-6 0-2336,-31 6-2305</inkml:trace>
  <inkml:trace contextRef="#ctx0" brushRef="#br0" timeOffset="1">1557 524 23019,'0'0'3057,"-70"-18"-9076,20 18-592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14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 6915,'0'0'6126,"-6"3"-5841,-18 9-119,17-9 98,7-2-84,0-1 0,0 1 0,0 0 0,0 0 0,0-1 0,1 1 0,-1 0 0,0-1 0,0 1 0,0 0 0,1-1 0,-1 1 0,0 0 0,0-1 0,1 1 0,-1-1 0,1 1 0,-1 0 0,1-1 0,-1 1 0,1-1 0,-1 1 0,1-1 0,0 1 1,18 3-15,-13-3 121,76 9 581,-39-4-778,61 2 0,-68-8-70,30 0-46,76 9 0,-75-4 65,76-2 0,-20-1-45,495 3-39,-494-14 52,27 0 2,21 10-9,390-17 0,-452 9 8,133 8 0,-218 0-8,77 6 5,23 0 6,-124-7 8,26 0 1267,-16 3-1301,-13 2-2035,-14 8-4068,-1-1-6805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16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34 103 5202,'0'0'5702,"-33"-3"-567,64 1-4257,54 2 0,-27 2-659,243-2 509,-176-10-572,4-1-72,191 5 95,-98 3-23,30-2-69,-130-1-87,-28 2 159,163-26-1,-212 21-148,0 2 0,81-1-1,890 8 3678,-1033 0-4975,-61 0-5139,26 0-2156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0.2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278 707 8836,'0'0'5768,"0"1"-5669,0-1 0,0 1 0,0-1 0,0 1 0,0-1 0,0 0 0,-1 1 0,1-1 0,0 1 0,0-1 0,-1 0 0,1 1 0,0-1 0,-1 1 1,1-1-1,0 0 0,-1 0 0,1 1 0,0-1 0,-1 0 0,1 0 0,0 1 0,-1-1 0,0 0 0,-7 0-29,0-1 0,0-1 0,0 1 0,0-2 0,0 1 0,1-1 1,-13-5-1,13 4-244,-1 0 1,0 1 0,0 1 0,0-1 0,0 1 0,0 1 0,-15-2-1,12 3 110,9 0 54,0-1 1,-1 1-1,1 0 0,0 0 0,0 0 0,0 0 0,0 0 0,0 0 0,0 1 1,-1-1-1,1 1 0,0-1 0,0 1 0,0 0 0,0 0 0,1 0 1,-1 0-1,0 0 0,0 0 0,0 0 0,1 1 0,-1-1 0,1 1 0,-1-1 1,1 1-1,0 0 0,-1-1 0,1 1 0,-1 3 0,-6 11 85,1 1 0,0-1 0,2 1 0,0 0 0,1 0 0,-4 36 0,2 110 859,6-140-816,0-9-13,-1 4 207,2-1-1,0 1 1,0 0 0,7 26 0,-7-39-254,1-1 1,0 1 0,0-1 0,0 1 0,0-1 0,1 0 0,-1 1 0,1-1-1,0-1 1,1 1 0,-1 0 0,0-1 0,1 1 0,0-1 0,0 0-1,0-1 1,0 1 0,0-1 0,1 1 0,-1-1 0,6 1 0,-3 0-27,0-1 0,1 0 1,-1-1-1,1 1 0,0-1 0,-1-1 1,1 0-1,0 0 0,-1 0 1,1-1-1,0 0 0,-1 0 1,1-1-1,-1 0 0,1-1 0,-1 1 1,0-2-1,0 1 0,0-1 1,-1 1-1,1-2 0,-1 1 1,0-1-1,0 0 0,-1 0 0,1-1 1,8-11-1,-2 0-335,-1-1 0,-1 0 0,0-1 0,-1 0 0,-1-1 0,-1 0 0,-1 0 0,0 0-1,4-38 1,-4-12-1809,-3-112 0,-3 109 1257,-1-50 61,8-219 254,-3 205 1584,-4 108 1335,-1 31-2318,-6 26 141,2 2 0,0-1 1,1 36-1,4 95 683,2-67-391,33 416 2676,-26-427-2811,-8-68-306,25 171 382,-22-165-402,1 0 1,0 0 0,2-1-1,1 0 1,0 0 0,19 31-1,-25-48-40,-1 1 0,0-1 0,1 1-1,-1-1 1,1 0 0,0 0 0,0 0-1,0 0 1,0 0 0,0 0 0,0 0-1,0-1 1,1 1 0,-1-1 0,1 0-1,-1 1 1,1-1 0,-1 0 0,1 0-1,3 0 1,-5-2-47,0 1 1,-1-1-1,1 0 0,-1 0 0,1 0 1,-1 0-1,0 0 0,1 1 0,-1-1 0,0 0 1,1 0-1,-1 0 0,0 0 0,0 0 0,0 0 1,0 0-1,0 0 0,0 0 0,0 0 1,0 0-1,0 0 0,-1-1 0,1-4-240,0-84-4695,0 37 139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0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0 307 9973,'0'0'3889,"177"-123"-4641,-136 78-1265,-8-3-992,-10 2-145,-6 1-1456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1.0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0 2785,'0'0'9621,"-26"34"-8117,-80 115-146,101-141-1240,1 0 0,0 0 0,1 1 0,0-1 0,0 1 0,0 0-1,1 0 1,1 0 0,0 0 0,-1 15 0,2 153 2344,1-168-2312,0 0 0,0 0-1,1 0 1,0 0-1,0 0 1,1 0-1,0 0 1,1-1 0,0 1-1,8 11 1,-9-15-86,1 1 1,0-1-1,1 0 0,0-1 1,-1 1-1,1-1 1,1 0-1,-1 0 0,0-1 1,1 1-1,0-1 1,0 0-1,0-1 0,0 1 1,10 1-1,-5-2-52,0 0 0,0-1-1,0 0 1,0 0 0,0-2 0,14-1-1,-20 2-151,0-1 0,0 0-1,-1 0 1,1 0 0,0-1-1,-1 0 1,1 0 0,-1 0-1,1 0 1,-1-1-1,0 1 1,0-1 0,0 0-1,0-1 1,5-5 0,-5 2-590,1 0 0,-1 0 1,5-13-1,8-25-4110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1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122 113 3602,'0'0'4983,"6"-22"-687,-6 21-4167,-1 0 0,1 1 0,-1-1-1,0 0 1,0 0 0,1 1 0,-1-1 0,0 1 0,0-1 0,0 0 0,0 1 0,0 0 0,0-1 0,0 1 0,0 0 0,0-1 0,0 1 0,0 0 0,0 0 0,0 0 0,0 0 0,0 0 0,0 0 0,0 0 0,-2 0 0,-32 3 399,33-3-504,0 1-1,0 0 1,0 0-1,-1 1 1,1-1-1,0 0 1,1 1-1,-1-1 1,0 1-1,0-1 1,1 1-1,-1 0 1,1 0-1,-1 0 1,1 0 0,0 0-1,-1 0 1,1 0-1,-1 4 1,-2 6 103,0 1 1,-4 17 0,6-22-35,-4 35 565,1 0 0,2 0 0,3 58-1,0-48 77,0-43-598,0 0 1,1 0 0,0-1-1,0 1 1,1-1 0,0 1 0,1-1-1,0 0 1,0 0 0,6 10-1,-6-14-103,0-1-1,0 0 1,0 0-1,1-1 0,-1 1 1,1-1-1,0 0 1,0 1-1,0-2 1,1 1-1,-1 0 0,0-1 1,1 0-1,0 0 1,0 0-1,-1-1 1,1 0-1,0 0 0,0 0 1,0 0-1,6-1 1,-1 1-18,0-1 0,0 0 0,0-1 0,0 0 0,0-1 0,0 0 0,0 0 1,-1-1-1,1-1 0,11-5 0,-8 2-83,-1 0-1,0-1 1,-1 0-1,1-1 1,-2 0 0,17-18-1,-8 4-574,-1-1-1,-1-1 0,-2 0 1,0-1-1,-1-1 0,14-42 0,-19 42-576,-1 0 1,-1-1-1,4-43 0,-4-87-1192,-7 158 2487,0-1 1,0 1-1,0 0 0,0 0 1,0 0-1,0-1 0,0 1 1,0 0-1,0 0 0,0-1 1,0 1-1,0 0 0,0 0 1,-1 0-1,1 0 0,0-1 0,0 1 1,0 0-1,0 0 0,-1 0 1,1 0-1,0-1 0,0 1 1,0 0-1,0 0 0,-1 0 1,1 0-1,0 0 0,0 0 1,-1 0-1,1 0 0,0 0 1,0 0-1,0 0 0,-1 0 0,1 0 1,0 0-1,0 0 0,-1 0 1,1 0-1,0 0 0,0 0 1,-11 4 604,6 1-460,1 0-1,0 0 1,0 1 0,0-1-1,0 1 1,1 0-1,0 0 1,0 1 0,1-1-1,-1 1 1,-1 9 0,0-4 44,-6 23 446,1 1-1,2 0 0,-4 59 1,5 111 843,7-177-1387,-2-15-95,2 1 1,0-1-1,4 25 1,-4-36-71,0 0 1,0 1 0,0-1 0,0 0 0,1 0-1,-1 0 1,1 0 0,0 0 0,-1-1 0,1 1-1,1 0 1,-1-1 0,0 1 0,1-1 0,-1 0 0,1 0-1,-1 0 1,1 0 0,0 0 0,0-1 0,5 3-1,-3-3-3,0 1-1,1 0 1,-1-1-1,1 0 1,-1-1-1,1 1 0,-1-1 1,1 0-1,-1 0 1,1-1-1,0 1 0,-1-1 1,1 0-1,-1-1 1,7-2-1,-5 1-30,0-1 0,0 0 0,-1 0 0,1-1 0,-1 0 0,0 0 0,-1 0 0,1-1 0,8-11 0,-1-2-287,-1-1 0,-1 0 0,0-1 0,-2 0 0,0-1 0,7-29 0,-10 24-392,-1-1 0,-1 1 0,-2-1 0,-1 0 0,0 0 0,-7-43 0,5 58 552,-2 1 0,1-1-1,-2 1 1,0 0 0,0 0 0,-1 0-1,0 0 1,-1 1 0,-8-12 0,11 18 178,-1 0 1,0-1 0,0 1 0,-1 1-1,0-1 1,1 1 0,-1 0 0,-1 0 0,1 0-1,-1 1 1,1-1 0,-1 1 0,0 1-1,0-1 1,0 1 0,-1 0 0,1 0-1,0 1 1,-12-1 0,8 1 235,0 1 0,-1 0 0,1 1 0,-14 2 0,20-1-197,0-1-1,0 0 1,1 1 0,-1-1 0,0 1-1,1 0 1,-1 1 0,1-1 0,-1 0 0,1 1-1,0 0 1,0 0 0,-4 5 0,3-3-563,0 1 0,0-1 0,0 1 0,-3 8 1,5-1-4959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2.1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178 555 11141,'0'0'3580,"-1"-12"-3494,-3-35 143,4 45-153,-1 0 1,1 0-1,-1 0 0,0 0 0,0 0 0,0 0 1,0 0-1,0 1 0,0-1 0,0 0 1,-1 1-1,1-1 0,-1 1 0,1-1 0,-1 1 1,1 0-1,-1 0 0,0 0 0,0 0 0,1 0 1,-3-1-1,-6-4 259,6 3-267,0 1 0,-1-1 0,0 1 1,1 0-1,-1 0 0,-8-2 0,11 3-69,1 1 0,-1-1 0,0 1 0,0 0 0,1 0 0,-1-1 0,0 1-1,0 0 1,0 1 0,1-1 0,-1 0 0,0 0 0,0 1 0,1-1 0,-1 1 0,0-1-1,1 1 1,-1 0 0,0 0 0,1 0 0,-1 0 0,1 0 0,-3 2 0,0 2 16,1 1 1,-1 0-1,1 0 1,0 1-1,0-1 1,1 1-1,-3 12 1,-8 53 489,7-5 1225,2 118 1,4-183-1689,0 1 1,0-1-1,0 0 1,0 0-1,1 1 1,-1-1-1,1 0 1,-1 0-1,1 0 1,0 0-1,0 0 1,0 0-1,0 0 1,0 0-1,0 0 1,0 0-1,1 0 1,-1-1-1,1 1 1,-1 0-1,1-1 1,3 3-1,-1-2 7,1-1-1,0 1 0,0-1 0,0 0 0,-1 0 0,1 0 0,0-1 1,0 0-1,7 0 0,-6 0-26,0 0 1,1-1 0,-1 0-1,1 0 1,-1 0-1,0-1 1,0 0-1,0 0 1,0 0-1,0-1 1,0 0 0,8-5-1,-5 0-73,1 0-1,-1-1 1,-1 0-1,1 0 0,10-16 1,-5 5-437,-1 0 0,-1 0 0,-1-1 0,-1-1 0,0 0 0,-2 0 0,0 0 0,-2-1 0,0-1 0,-2 1 0,0-1 0,-1-23 0,-1-200-7180,-4 215 7600,0 0-1,-9-38 1,-7-18 3575,14 72-2292,4 38 3325,1 31-4427,21 525 4278,-23-474-3795,-1-25 72,11 104 0,-8-171-633,1 1 0,0-1 1,1 0-1,0 0 1,1 0-1,9 19 1,-12-29-37,1 1 0,-1-1 1,1 0-1,0-1 1,-1 1-1,1 0 0,0-1 1,4 4-1,-5-5-5,-1 0 0,1 1-1,-1-1 1,1 0 0,-1 1 0,1-1-1,0 0 1,-1 0 0,1 0 0,-1 0-1,1 1 1,0-1 0,-1 0-1,1 0 1,-1 0 0,1 0 0,0 0-1,-1-1 1,1 1 0,0 0 0,-1 0-1,1 0 1,-1 0 0,1-1 0,-1 1-1,1 0 1,0-1 0,-1 1 0,1 0-1,-1-1 1,0 1 0,1-1 0,-1 1-1,1 0 1,-1-1 0,1 1 0,-1-1-1,0 1 1,0-1 0,1 0 0,-1 1-1,0-1 1,0 1 0,1-1 0,-1 0-1,6-23-712,0-1-1,-2 1 1,2-48-1,-4 48-230,5-85-7753,-7 61-960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2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1 371 11797,'0'0'5979,"31"-14"-5736,99-43-142,-123 54-108,0-1-1,0 0 0,0 0 1,0-1-1,-1 1 0,7-7 0,-11 8-44,1-1 0,-1 1 0,0 0-1,0-1 1,0 1 0,0-1-1,1-5 1,0 3-65,0-6-332,0 0 1,-1 0-1,0 0 1,-1-1-1,0 1 0,0 0 1,-3-20-1,2 28 328,-1 0-1,1-1 1,-1 1-1,0 0 1,0-1-1,0 1 1,-1 0-1,1 0 1,-1 0-1,0 0 1,0 0-1,-1 0 1,1 1-1,-1-1 1,0 1-1,0 0 1,0 0-1,0 0 1,0 0-1,-7-4 1,3 3 229,0 0-1,0 1 1,0 0 0,0 1 0,-1-1 0,1 1-1,-1 1 1,0-1 0,1 1 0,-16 1-1,20 0-40,1 0-1,-1 0 0,1 1 0,-1-1 0,1 1 0,0 0 0,0 0 1,-1 0-1,1 0 0,0 0 0,0 0 0,0 0 0,0 1 0,0-1 1,0 1-1,0 0 0,0-1 0,1 1 0,-1 0 0,1 0 1,-1 0-1,1 0 0,-1 2 0,-4 7 300,1 1 1,1-1 0,-5 18-1,6-19-130,-4 17 438,0 1-1,2 0 1,-1 33-1,3 85 1791,3-118-1985,0-16-287,0 0 0,1 0 0,0 0 1,1 0-1,4 13 0,-5-21-149,0 0 1,1-1-1,0 1 1,0 0 0,0 0-1,0-1 1,1 1-1,-1-1 1,1 0-1,0 0 1,0 0 0,0 0-1,0 0 1,1 0-1,-1-1 1,1 0-1,4 3 1,-2-2-39,0-1-1,0 0 1,1 0-1,-1 0 1,0-1-1,1 0 1,-1 0 0,1 0-1,-1-1 1,1 0-1,-1 0 1,1-1-1,-1 0 1,1 0 0,-1-1-1,0 1 1,1-1-1,-1-1 1,0 1-1,0-1 1,-1 0 0,8-5-1,6-5-633,0-2 0,-1 0-1,-1-1 1,25-30 0,10-16-3384,-7-2-2416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02.9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72 12998,'0'0'4434,"0"28"-2617,0 401 3033,0-392-4208,7 60-1,-7-91-571,0-5-60,0 0-1,0 0 1,0 0-1,0 1 1,0-1-1,1 0 1,-1 0-1,0 0 1,0 0-1,1 0 1,-1 1-1,1-1 1,-1 0-1,1 0 1,-1 0-1,1 0 1,0 0-1,-1-1 1,1 1-1,0 0 1,0 0-1,-1 0 1,1 0-1,0-1 1,0 1-1,0-1 1,2 2-1,-3-2-8,0 0-1,0 0 0,1 0 0,-1 0 0,0 0 0,1 0 0,-1 0 0,0 0 1,0 0-1,1 0 0,-1-1 0,0 1 0,0 0 0,1 0 0,-1 0 0,0 0 1,0 0-1,1 0 0,-1-1 0,0 1 0,0 0 0,0 0 0,1 0 0,-1-1 1,0 1-1,0 0 0,0 0 0,0 0 0,0-1 0,0 1 0,1 0 1,-1 0-1,0-1 0,0 1 0,0 0 0,0 0 0,0-1 0,0 1 0,0 0 1,0-1-1,0 1 0,7-33-212,-1 0 0,3-53 0,-4 30-334,3-35-739,-5 32-1784,4 0-1,23-97 1,-27 145 2678,1-1 0,0 1 0,1 0-1,7-12 1,-10 19 415,0 1 0,1 0 0,-1-1 0,1 1 0,0 0-1,-1 1 1,1-1 0,1 0 0,-1 1 0,0 0 0,1 0 0,-1 0-1,1 0 1,-1 0 0,8-2 0,-1 3 427,1-1 0,-1 1 0,1 0 0,0 1-1,-1 1 1,1-1 0,0 2 0,-1-1 0,1 2 0,-1-1 0,0 1 0,0 1-1,0 0 1,0 0 0,10 7 0,-19-11-506,6 4 259,0 0 0,1-1 0,11 4 0,-18-7-345,1 1 0,-1-1 0,0 0 0,0 1 0,0-1 0,1 0 0,-1 0 0,0 0 0,0 0 0,1 0 0,-1 0 0,0 0 0,0 0 0,0-1 0,1 1 0,-1 0 0,0-1 0,0 1 0,0-1 0,0 1 0,0-1 0,0 1 0,0-1-1,0 0 1,0 0 0,0 0 0,0 1 0,0-1 0,0 0 0,0 0 0,-1 0 0,1 0 0,0-1 0,7-33-9303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20.6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0 226 7075,'0'0'6433,"11"17"-4894,-7-13-1489,0 0 1,1-1-1,-1 0 0,1 1 1,0-2-1,0 1 0,0 0 1,0-1-1,1 0 0,-1-1 1,1 1-1,-1-1 1,1 0-1,-1 0 0,12 0 1,-6-1 8,23-3-276,-32 3 175,-1-1-1,1 0 1,0 0-1,0 0 1,-1 0-1,1 0 1,0 0-1,-1 0 1,1-1-1,-1 1 1,1-1-1,-1 1 0,0-1 1,0 1-1,2-4 1,2-4 0,1 0 1,-2-1-1,1 1 1,-2-1-1,1 0 1,3-19-1,4 3 46,-9 23 2,-1 1 0,1-1 0,-1 1 0,0-1 0,0 0 0,0 0 0,0 0 0,0 1 0,0-5 0,-1 6 109,0-26-281,-2 25 186,0 0-1,1-1 0,-1 1 0,0 0 0,0 0 0,0 0 1,-1 1-1,1-1 0,0 0 0,-5-1 0,-6-7 45,8 6-69,0 0 0,0 0 1,-1 0-1,1 0 0,-9-3 0,-23-13-273,31 17 241,5 2 56,0 3-163,-5 6 146,1 0-1,0 1 1,0 0 0,1 0 0,0 0 0,0 1 0,1-1-1,-3 17 1,3-1 25,0 1-1,2 32 1,1-20-1495,0-31-3043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26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1 317 4370,'0'0'15207,"7"-3"-15044,31-6-58,0 3 0,0 1 0,0 2 0,50 2 0,283-17-75,173-58-35,-511 70-4,137-12-14,-24 3 49,76-21-21,76-9 3,-221 40-26,83 5 0,-60 2 65,-45-2-44,352-9-11,-313 3 33,153-15 112,12 0 67,-98 9 235,-140 9 1322,-23 3-2009,-8 0-1232,-1 0 0,1 1 0,0 0 0,-17 4-1,-40 18-10153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4.1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41 133 7475,'0'0'6697,"-4"-17"-6585,-16-89 237,20 106-329,0-1-1,-1 1 1,1-1-1,0 1 0,0-1 1,0 1-1,0-1 1,-1 1-1,1 0 0,0-1 1,0 1-1,-1-1 1,1 1-1,0 0 0,-1-1 1,1 1-1,-1 0 1,1-1-1,0 1 1,-1 0-1,1-1 0,-1 1 1,1 0-1,-1 0 1,1 0-1,-1-1 0,1 1 1,-1 0-1,1 0 1,-1 0-1,1 0 0,-1 0 1,1 0-1,-1 0 1,1 0-1,-1 0 0,1 0 1,-1 0-1,0 1 1,1 7-156,6 162 336,35 211 0,-21-239 354,82 448 3131,-93-558-3342,18 48 0,-23-71-336,0 0-1,1 0 1,0 0 0,0-1-1,1 0 1,0 0 0,1 0-1,0-1 1,9 9-1,-15-15-49,0 0 0,1 0 0,-1 0 0,0 0 0,1-1 0,-1 1 0,1 0 0,0-1 0,-1 1-1,3 0 1,0-1-3616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4.4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18 340 9524,'0'0'5534,"-4"-15"-5430,0 5-84,2 3-9,0 1 0,0 0 0,1 0 0,0-1-1,-1-7 1,2 11 0,0 0 0,1 0 0,-1 0 0,0 0-1,1 0 1,0 1 0,-1-1 0,1 0 0,1 0-1,-1 1 1,0-1 0,0 1 0,1-1 0,0 1-1,-1-1 1,1 1 0,4-4 0,5-4 77,-1 0 1,2 1 0,-1 0-1,1 1 1,1 0 0,-1 1-1,1 1 1,1 0 0,-1 1-1,1 0 1,0 1 0,0 0-1,0 1 1,1 1 0,-1 0-1,16 1 1,11 2 106,60 9 0,-84-8-188,1-1 0,26-1 0,-43 0-54,0 0 0,1 0 0,-1-1 0,0 1-1,0 0 1,1-1 0,-1 1 0,0-1 0,0 0 0,0 1 0,0-1 0,0 0 0,0 1 0,0-1-1,0 0 1,0 0 0,0 0 0,0 0 0,0 0 0,-1 0 0,1 0 0,0 0 0,-1-1 0,1 1-1,-1 0 1,1 0 0,-1 0 0,0-1 0,1 1 0,-1 0 0,0-2 0,1-6-930,-1 1 0,1-1 0,-3-15 0,1 14-22,-5-34-4232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4.8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12598,'0'0'4306,"220"-21"-3890,-146 21-352,-7 0-64,-7 0-96,-7 0-1425,-16 6-3201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5.2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645 88 7780,'0'0'6949,"-14"-11"-6604,-50-37 25,55 44-293,1 0-1,0 0 1,-1 0-1,0 1 1,0 1-1,0 0 1,0 0-1,0 0 0,-1 1 1,1 1-1,0 0 1,0 0-1,-13 2 1,-10-1 104,21-1-150,-4-1-7,1 1 0,-1 1 0,1 0 0,-1 0 0,1 2 1,-1 0-1,1 0 0,-18 8 0,15-3 1,1 1 1,0 0-1,0 1 0,1 1 1,1 0-1,0 1 1,-25 27-1,30-27-14,0 0 1,0 0-1,2 1 0,0 0 1,0 0-1,1 0 0,0 1 1,2 0-1,-1 1 1,-2 21-1,-1 21 310,4 1 1,1 0-1,11 108 1,-2-116 68,3-1 0,2 0-1,2-1 1,2-1 0,2 0 0,2-1 0,29 51 0,-36-76-256,1-1 0,0 0-1,2-1 1,0 0 0,1-1 0,1-1 0,37 29 0,-39-35-79,1-1 1,1-1-1,-1 0 0,1-1 0,1-1 0,-1 0 0,1-2 0,0 0 0,1-1 1,31 3-1,-23-5-37,-1-1 1,1-1 0,44-7-1,-58 5-38,0-1 0,0 0 0,0-1 0,-1 0 0,1-1-1,-1-1 1,0 0 0,22-15 0,-24 13-256,0 0 1,-1-1-1,1 0 1,-2 0-1,1-1 1,-1 0-1,-1 0 1,0-1-1,9-18 1,-12 19-410,0 1 0,-1 0 1,-1-1-1,1 0 0,-1 0 0,-1 0 1,0-17-1,-1-11-4784,0 12-3821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5.6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 14599,'0'0'4290,"0"-18"-8420,0-3-2321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5.9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1 139 15751,'0'0'4914,"6"-139"-11028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6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7267,'0'0'7276,"0"-12"-6772,0-39-160,0 39 134,0 15-332,0 165 318,3 290 1038,25-6 163,-25-430-1573,15 105 268,-15-111-332,2 0-1,0 0 0,0 0 1,2 0-1,11 20 1,-16-32-41,0-1 0,0 0 0,0 1 0,1-1 1,0 0-1,-1 0 0,1-1 0,0 1 0,0-1 1,0 1-1,0-1 0,1 0 0,-1 0 0,1 0 1,-1-1-1,1 1 0,0-1 0,-1 0 0,1 0 0,0 0 1,0 0-1,0-1 0,0 0 0,4 0 0,-7 0-39,1 0-1,-1 0 0,0 0 0,0 0 0,0 0 0,0-1 0,0 1 1,0 0-1,0-1 0,0 1 0,0-1 0,0 0 0,0 1 0,0-1 1,0 0-1,0 1 0,0-1 0,0 0 0,-1 0 0,1 0 0,0 0 1,-1 1-1,1-1 0,0 0 0,-1 0 0,1 0 0,-1-1 0,0 1 1,1 0-1,-1 0 0,0-2 0,2-4-270,-1 1 0,-1-1 0,0 0-1,0-8 1,0 4-214,0-16-845,1 11-642,-1-1 0,-1 0-1,-4-23 1,1 25-33,-1 0 0,-8-17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6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1 118 10293,'0'0'821,"38"-19"-495,-38 19-326,167-79 61,-157 75-69,0 1 0,0 0-1,0 0 1,1 1 0,-1 0-1,1 1 1,20 0 0,-12 2 1,0 1 1,1 0 0,-2 2 0,1 0-1,0 1 1,-1 1 0,0 0-1,22 12 1,-2 3 435,-1 0 0,56 45-1,-68-47-89,-1 1-1,-2 1 0,0 1 0,-1 1 0,-1 1 0,-1 1 0,-2 0 0,0 2 0,-2 0 0,0 0 0,-2 2 0,-2-1 0,0 2 0,-2-1 0,-1 1 0,6 46 0,-7 105 412,-8-147-614,1-13-52,-1-1 0,-1 0-1,-1 1 1,-1-1 0,-1 0 0,-1-1 0,0 1 0,-2-1-1,0 0 1,-1-1 0,-1 0 0,0 0 0,-17 20 0,4-9-70,0-1-1,-2-1 1,-1-2 0,-1 0 0,-1-2 0,-1-1-1,-1-1 1,-1-2 0,0-1 0,-58 24 0,78-38-231,0 0 1,-1-1-1,1 0 1,-1 0-1,-15 0 1,25-3 126,1 0 1,0 1 0,0-1 0,0 0 0,0 0 0,0 0 0,0-1-1,0 1 1,0 0 0,-1 0 0,1-1 0,0 1 0,0 0 0,0-1 0,0 1-1,0-1 1,0 1 0,-1-2 0,1 1-143,1-1 0,-1 1 0,0-1-1,0 0 1,1 1 0,-1-1 0,1 0 0,-1 0 0,1 1-1,0-1 1,0 0 0,0-2 0,-1-48-5832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7.3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0 362 8292,'0'0'461,"30"-31"-210,97-100-198,-108 112-41,-6 6-264,0 0-1,-1-1 1,19-28 0,-27 37 74,-1-1 1,0 0 0,-1 0-1,4-11 1,-5 14 208,0 0 0,-1 1 0,1-1 0,-1 0 0,0 1 0,0-1-1,0 0 1,0 0 0,0 1 0,0-1 0,-1 0 0,1 1 0,-3-5 0,3 6 55,-1 0-1,0 0 1,0 0 0,0 0-1,0 0 1,0 0-1,0 0 1,0 1 0,0-1-1,0 0 1,0 0-1,0 1 1,0-1 0,-1 1-1,1-1 1,0 1-1,0 0 1,-1-1 0,-1 1-1,-29-2 1138,25 3-900,-16-2 201,11 0-122,-1 1 0,-17 2 1,26-1-332,1-1 1,-1 1-1,1 0 1,-1 0-1,1 1 1,0-1-1,-1 1 0,1-1 1,0 1-1,0 0 1,0 0-1,-5 5 1,2 0 85,1 0 1,-1 0 0,1 1 0,0 0 0,1 0 0,0 0 0,0 0-1,1 1 1,0-1 0,1 1 0,-4 18 0,2 5 685,0 65 0,4-53-260,-1 1 371,2 0 0,11 76-1,-10-109-810,1 0 0,0 0 0,1-1 0,0 1 0,1-1 0,0 0 0,0 0 0,1-1 0,1 1 0,0-1 0,0-1 0,1 1 0,0-1 0,18 15 0,-18-18-93,1-1 0,0 0 0,1-1 0,-1 1 1,1-2-1,-1 1 0,1-1 0,0-1 0,0 0 0,0 0 0,20 0 0,-18-2-64,-1 0-1,0-1 0,0 0 1,0 0-1,0-2 0,0 1 1,0-1-1,-1-1 1,1 0-1,16-9 0,-16 6-436,0-1 0,-1-1 0,0 1 0,0-2 0,-1 1-1,0-2 1,-1 1 0,0-1 0,8-15 0,11-34-4421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7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251 0 4034,'0'0'6176,"-6"0"-5514,-7 0-417,-35 1 1680,44 0-1780,0-1 1,0 1-1,0 0 0,0 0 1,0 1-1,1-1 1,-1 1-1,0-1 1,1 1-1,-6 4 0,-2 4-4,-1 1-1,2 0 0,0 1 0,0 0 0,1 0 1,0 1-1,1 0 0,1 1 0,0-1 0,1 2 1,1-1-1,0 1 0,-5 24 0,2 4 266,3 1 0,1 0-1,4 66 1,1-88-121,1 0-1,1-1 1,1 1-1,1-1 1,0 0-1,2 0 1,1-1-1,0 1 1,2-2-1,0 1 1,1-1-1,1-1 1,23 27-1,-30-39-221,0 0 0,1 0 0,0-1 0,0 0-1,1 0 1,-1 0 0,1-1 0,0 0 0,0-1 0,9 4-1,-5-4-15,1 0 1,0 0-1,0-1 0,0-1 0,24 0 0,-26-1-35,0 0 0,-1-1 1,1 0-1,-1-1 0,0 0 0,1-1 1,-1 0-1,0 0 0,0-1 0,9-5 1,-5 1-115,-1-1 1,0 0 0,-1 0 0,0-1 0,19-23 0,-11 10-962,-2 0 1,-1-1 0,0-1-1,13-32 1,-18 32-1699,-1-1 1,9-37 0,-7 2-3670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8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53 137 6499,'0'0'8022,"-7"0"-7525,1 0-373,5 0-93,0 0-1,0-1 1,0 1-1,0 0 1,0 0-1,0 0 1,-1 0-1,1 0 1,0 0-1,0 0 1,0 1-1,0-1 1,0 0-1,0 1 1,0-1-1,0 0 1,0 1-1,0-1 1,0 1-1,0 0 1,0-1-1,0 1 1,0 0-1,1 0 1,-1-1-1,0 1 1,0 0-1,1 0 1,-1 0-1,1 0 1,-1 0-1,1 0 1,-1 0-1,1 0 1,-1 0-1,1 0 1,0 0-1,0 0 1,-1 0 0,1 0-1,0 2 1,-7 87 2266,8 145 0,0-211-2020,2-1 0,0 1 1,1-1-1,2 0 1,0 0-1,1 0 0,18 35 1,-20-47-198,2 0 1,-1-1 0,1 0-1,1 0 1,0-1-1,0 0 1,12 10 0,-13-14-60,0 0 1,0 0 0,0 0 0,1-1 0,0 0 0,0-1 0,0 0 0,0 0 0,0-1 0,1 0-1,9 2 1,-4-3 10,1 1 0,-1-2-1,0 0 1,25-3 0,-32 2-18,0-1 0,0 0 0,0 0 0,0-1 0,0 1 1,-1-1-1,1-1 0,-1 1 0,0-1 0,0-1 0,6-4 1,1-4-118,-1 1 0,-1-2 0,0 1 0,-1-1 0,0-1 0,-1 0 0,-1 0 0,-1-1 0,0 0 0,-1 0 0,7-27 0,-6 12-448,-2 0 0,-1 0-1,-2 0 1,0-1 0,-6-49-1,2 62 418,-1 1-1,-1-1 1,-1 1 0,-1 0-1,0 1 1,-1-1-1,-1 1 1,-1 1 0,0-1-1,-2 1 1,-22-28-1,23 33 162,0 0-1,0 1 1,0 0-1,-1 1 1,-1 0-1,0 1 0,0 0 1,0 1-1,-1 0 1,0 1-1,-1 0 1,1 1-1,-1 1 1,0 0-1,0 1 0,-17-2 1,27 5-99,-61-3-127,22 6-3049,24 2-1674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8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46 4082,'0'0'9932,"0"-6"-9233,0-34 3389,0 45-3992,2 32 511,11 58 1,-2-17 290,-5-19-276,11 81 504,-12-112-828,1 1 1,17 48-1,-22-76-283,-1 1-2,0-1 0,1 1 0,-1 0 1,1-1-1,-1 1 0,1-1 1,0 1-1,0-1 0,0 1 1,-1-1-1,1 1 0,1-1 1,-1 0-1,0 1 0,0-1 0,0 0 1,1 0-1,-1 0 0,0 0 1,1 0-1,-1 0 0,1-1 1,2 2-1,-4-2-10,0 0 0,0 0 0,1 0 0,-1 0-1,0 0 1,0 0 0,0 0 0,1 0 0,-1 0 0,0 0 0,0 0 0,0 0 0,0 0-1,0 0 1,1-1 0,-1 1 0,0 0 0,0 0 0,0 0 0,0 0 0,0 0-1,1 0 1,-1 0 0,0-1 0,0 1 0,0 0 0,0 0 0,0 0 0,0 0 0,0 0-1,0-1 1,0 1 0,0 0 0,1 0 0,-1 0 0,0 0 0,0-1 0,0 1 0,0 0-1,0 0 1,0 0 0,0 0 0,0-1 0,0 1 0,0 0 0,-1 0 0,1 0 0,0 0-1,0-1 1,0 1 0,0-5 34,4-60-1135,-5-87 0,0 146 916,-1 0-1,1 0 0,-1 1 1,0-1-1,0 0 0,0 1 0,-1-1 1,0 1-1,-6-9 0,6 10-253,0-1 1,0 1-1,0-1 0,1 0 0,-1 0 1,1-1-1,0 1 0,1 0 0,0-1 0,-1 1 1,1-9-1,1-9-3996,0-1-5047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49.7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404 799 2545,'0'0'13377,"1"-3"-12411,2-33 744,-3 34-1682,-1 0 1,1 0-1,0 0 1,-1 0-1,1 0 1,-1 0-1,0 1 1,1-1-1,-1 0 0,0 0 1,0 1-1,0-1 1,0 1-1,-1-1 1,1 1-1,0-1 1,-3-1-1,-4-4-26,-1 1 0,1 0-1,-1 1 1,0 0 0,0 0-1,0 1 1,-1 0 0,1 1 0,-1 0-1,0 0 1,0 1 0,0 0-1,-16 0 1,-4 2-30,16-1 42,0 1 0,1 0 0,-1 1 0,-19 4 0,28-3-16,0-1 1,1 1-1,-1 0 1,1 0-1,0 0 1,0 1-1,0 0 1,0-1-1,0 1 1,0 1-1,1-1 1,-1 1-1,1-1 1,0 1-1,0 0 1,-4 6-1,0 5 11,-1 0 0,2 1 0,0 0 0,1 0 0,0 0 0,1 1 0,-2 27 0,-1 120 901,7-141-654,-1 44 412,-1-32-155,2 0 0,1 0 1,12 68-1,-11-95-475,0 0-1,1-1 1,0 0-1,0 1 1,1-1-1,0 0 1,0 0-1,0-1 1,1 0-1,0 1 1,0-1-1,1-1 1,0 1-1,0-1 1,0 0-1,0-1 1,1 1-1,0-1 1,0 0-1,0-1 1,0 0-1,1 0 1,-1 0-1,1-1 1,0 0-1,-1-1 1,1 0-1,0 0 1,0-1-1,0 1 1,0-2-1,0 1 1,0-1-1,15-4 1,-17 3-41,1-1 0,0 1-1,-1-1 1,0-1 0,0 1 0,0-1 0,0 0 0,0-1-1,-1 1 1,0-1 0,0 0 0,0-1 0,-1 1 0,1-1-1,-1 0 1,-1 0 0,7-12 0,1-6-367,-1-1 0,-1 1 0,9-41 0,-9 23-335,-2-1 0,1-61 0,-7-90-571,-1 100 1108,-21-304-1478,-35 68 2473,55 324-641,-1 1 0,1-1 0,-1 1 0,0-1 0,0 1 0,-5-8 0,4 19 161,3 7-438,10 227 185,20 408 1503,-23-303-519,-4-287-745,2-1 0,14 66-1,-18-114-298,1 0-1,1 0 0,0-1 1,0 1-1,0-1 0,1 1 1,1-1-1,-1 0 0,9 11 1,-11-17-34,-1-1 1,1 1-1,0-1 1,0 0-1,-1 1 0,1-1 1,0 0-1,0 0 1,0 0-1,0 0 1,2 0-1,-3 0-6,0-1 1,0 0-1,0 0 0,-1 0 0,1 0 1,0 0-1,0 0 0,0 0 1,0 0-1,-1 0 0,1 0 0,0-1 1,0 1-1,0 0 0,-1-1 0,1 1 1,0 0-1,0-1 0,-1 1 1,1-1-1,0 1 0,-1-1 0,1 1 1,-1-1-1,1 1 0,0-1 0,-1 0 1,1 1-1,-1-1 0,0 0 1,1 0-1,-1 1 0,1-2 0,3-9-313,0 0 0,-1-1 0,-1 1 0,1-1-1,0-15 1,1-69-4500,-4 63 2122,1-27-4164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0.2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1 464 13750,'0'0'6230,"26"0"-5859,9-1-309,45-7 1,-74 7-65,0 0 0,0-1 0,0-1-1,0 1 1,0-1 0,0 0 0,-1 0 0,1 0 0,-1-1-1,0 0 1,0 0 0,0 0 0,-1-1 0,1 1 0,-1-1 0,6-10-1,-2 5-43,0-1-156,0 0 0,-1 0 0,0 0 0,-1-1 0,-1 0 0,1-1 0,-2 1 0,6-23-1,-6 7-1085,0 0-1,-1-56 0,-3 79 1093,0 0 0,0 1 0,-1-1 0,0 1-1,1-1 1,-2 1 0,1-1 0,0 1 0,-1-1 0,0 1 0,0 0-1,0 0 1,-1 0 0,1 0 0,-1 1 0,0-1 0,0 1 0,0-1 0,-4-2-1,3 3 224,0 0-1,-1 1 0,1-1 0,0 1 0,-1 0 0,1 0 0,-1 1 0,0-1 0,1 1 0,-1 0 0,-8 0 0,7 0 90,-46 0 860,48 1-893,0 1 0,0-1-1,0 1 1,1 0 0,-1 0-1,0 1 1,1-1-1,-1 1 1,1-1 0,-1 1-1,-4 4 1,0 1 134,0 1 0,1 0 0,0 1-1,1 0 1,0 0 0,0 0 0,1 1 0,0-1 0,0 1 0,-3 15-1,-1 3 595,1 1 0,-6 51 0,7-3 1393,7 146 0,1-206-2026,1-1 1,1 1 0,0-1 0,1 0-1,1 0 1,0-1 0,1 1 0,1-1-1,0 0 1,12 16 0,-13-22-131,0 0 0,1 0-1,1-1 1,-1 0 0,1-1 0,1 1 0,-1-1 0,1-1 0,0 0-1,1 0 1,-1-1 0,1 0 0,0 0 0,1-1 0,-1-1 0,14 4 0,-5-4-53,-1 0 1,1-2 0,0 0-1,0 0 1,26-4 0,-35 1-234,-1 1 1,1-1 0,-1-1 0,1 0-1,-1 0 1,0-1 0,0 0-1,0 0 1,0-1 0,-1 0 0,14-12-1,-13 9-758,-1 0 0,0-1 0,0 0-1,0-1 1,-1 1 0,-1-1 0,0-1 0,0 1 0,4-13-1,6-36-10587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0.5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0 130 8884,'0'0'9981,"2"40"-8527,13 272 1443,-13-268-2335,2 28 607,17 93 0,-20-160-1112,11 39 344,-12-43-393,0 0-1,1 0 1,-1 0 0,1 0 0,-1 0 0,1 0 0,-1 0 0,1 0-1,0 0 1,-1 0 0,1 0 0,0 0 0,0 0 0,0 0 0,0-1 0,0 1-1,0 0 1,0-1 0,0 1 0,0 0 0,0-1 0,0 0 0,0 1 0,0-1-1,0 0 1,1 1 0,-1-1 0,0 0 0,0 0 0,2 0 0,-2 0-8,0 0 1,0-1-1,0 1 1,0 0 0,0-1-1,0 1 1,0-1-1,0 1 1,-1-1 0,1 1-1,0-1 1,0 1 0,0-1-1,-1 0 1,1 0-1,0 1 1,-1-1 0,1 0-1,0 0 1,-1 0-1,1-1 1,7-18-50,-1 0-1,-1 0 1,-1 0 0,3-23-1,-5 27-53,7-56-1628,2-93-1,2-13-3147,-12 161 4378,0 1 1,2-1-1,0 1 1,1 0-1,0 0 0,2 1 1,15-29-1,-17 36 611,0 0 0,1 1 0,0 0 0,0 0 0,0 1-1,1 0 1,0 0 0,1 0 0,-1 1 0,1 0 0,0 0 0,0 1 0,1 0-1,-1 0 1,1 1 0,9-2 0,1 1 701,0 1-1,0 1 1,0 0 0,1 2-1,-1 0 1,28 4 0,-21 6-40,4 0-988,-11-11-4705,-6-7-5520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2.8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28 6755,'0'0'6208,"0"-5"-5527,0-17 2533,0 23-3083,-3 11-91,0 1 0,1-1 1,1 1-1,0-1 0,0 1 0,2 13 0,-1-3-6,0 24 2,0 109 645,21 167 0,-18-303-572,11 91 982,44 165 1,-53-262-1018,0 0 0,1 0 0,0-1 0,11 17 0,-15-26-74,-14-37-3716,-32-45-4690,24 31 1053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3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7 134 5747,'0'0'4063,"-1"-10"-3087,-1-3-622,-1-34 1112,3 45-1414,1 0 0,-1 0 1,1 0-1,0 0 0,-1 1 1,1-1-1,0 0 0,0 0 1,0 1-1,1-1 0,-1 0 1,0 1-1,1-1 0,-1 1 1,1 0-1,-1 0 0,1-1 1,0 1-1,-1 0 0,1 0 0,0 0 1,0 0-1,2 0 0,6-3 37,-1 0-1,1 1 0,13-3 1,18 1 68,-1 1 1,75 3-1,-61 1 195,-47 1-271,-1-1 0,1 1 1,-1 0-1,1 0 0,-1 1 0,0 0 1,0 0-1,1 0 0,-1 1 0,-1 0 1,1 0-1,0 1 0,-1-1 1,0 1-1,1 0 0,-2 1 0,1-1 1,0 1-1,3 5 0,-2-1 36,0 0-1,0 0 0,-1 0 1,-1 0-1,1 1 1,-1 0-1,-1 0 1,0 0-1,-1 0 1,1 0-1,0 17 1,-1-1 87,-1 0 0,-1 0 0,-1 0 1,-1 0-1,-2 0 0,0 0 0,-2 0 1,-12 33-1,1-18-190,-1 0 1,-2-1 0,-2 0-1,-2-2 1,-55 69 0,67-96-825,28-31-4695,-7 13 5267,1 0 0,-1 0 0,1 1 0,1 0 0,-1 1 0,1 0 0,0 0 0,0 1 0,19-4 0,-8 4 690,0 1-1,0 1 0,0 0 1,30 3-1,-46 0-325,0-1 0,0 1-1,0 0 1,0 1 0,0 0-1,0 0 1,0 0 0,0 0 0,-1 1-1,1 0 1,-1 0 0,0 1-1,0-1 1,0 1 0,0 0 0,-1 1-1,1-1 1,-1 1 0,0 0-1,-1 0 1,1 0 0,-1 0 0,0 0-1,0 1 1,-1 0 0,1-1-1,-1 1 1,-1 0 0,1 0 0,-1 0-1,0 1 1,0 7 0,1 0 46,-1 0 1,-1 0-1,-1 0 0,-2 21 1,1-28-126,0 0 1,0 0-1,0 0 1,-1-1-1,0 1 1,0 0-1,-1-1 1,0 0-1,0 0 1,-6 7-1,-5 3-99,0-1-1,-1-1 0,-1 0 0,0-1 0,0-1 0,-1 0 0,-1-2 0,0 0 0,-1-1 1,1-1-1,-2 0 0,1-2 0,-1-1 0,0 0 0,0-1 0,-27 0 0,28-3-336,7 1-53,-1-2 1,1 0 0,-18-2-1,28 1 212,-1 0 1,1 1-1,0-1 0,0 0 0,-1-1 1,1 1-1,0 0 0,0-1 0,0 0 1,1 0-1,-1 0 0,0 0 0,1 0 1,-1 0-1,1-1 0,0 1 0,-4-6 0,-13-35-4796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3.7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8196,'0'0'4762,"0"13"-3935,1 473 5781,-1-466-6465,4 59 199,-3-70-335,0-1 0,1 0 1,0 0-1,1-1 0,-1 1 0,1 0 0,5 8 0,-7-15-36,0 1 1,-1-1-1,1 0 0,0 0 0,0 0 1,0 0-1,0 0 0,0 0 1,0 0-1,0 0 0,0 0 1,0-1-1,0 1 0,0 0 1,1 0-1,-1-1 0,0 1 1,1-1-1,-1 0 0,0 1 1,1-1-1,1 0 0,-2 0-75,0 0 0,0 0 0,0-1 0,0 1 0,0-1 1,0 1-1,0-1 0,0 1 0,-1-1 0,1 1 0,0-1 0,0 0 0,-1 1 0,1-1 0,0 0 0,-1 0 0,1 0 0,-1 1 0,1-1 0,-1 0 0,1 0 0,-1 0 1,1 0-1,-1 0 0,0 0 0,0 0 0,0 0 0,1 0 0,-1 0 0,0 0 0,0-2 0,1-43-3511,-1-12-3620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4.1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6051,'0'0'0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4.5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55 4338,'0'0'8302,"-1"0"-8212,0 0 0,1-1 0,-1 1 0,1 0-1,-1 0 1,1 0 0,-1 0 0,0 0-1,1 0 1,-1 0 0,1 0 0,-1 1 0,0-1-1,1 0 1,-1 0 0,1 0 0,-1 0 0,1 1-1,-1-1 1,1 0 0,-1 1 0,0-1-1,11 249 3260,3-124-1445,11 91 487,-23-210-2331,1 5 65,-1 0 0,1-1 0,1 1 0,5 13 1,-8-24-123,0 0 0,0 1 1,0-1-1,0 0 0,0 1 0,0-1 1,0 0-1,0 1 0,0-1 1,0 0-1,0 1 0,0-1 1,1 0-1,-1 0 0,0 1 1,0-1-1,0 0 0,1 0 1,-1 1-1,0-1 0,0 0 1,1 0-1,-1 1 0,0-1 0,0 0 1,1 0-1,-1 0 0,0 0 1,1 0-1,-1 1 0,0-1 1,0 0-1,1 0 0,-1 0 1,0 0-1,1 0 0,-1 0 1,0 0-1,1 0 0,-1 0 1,0 0-1,1 0 0,-1 0 0,0 0 1,1-1-1,-1 1 0,0 0 1,1 0-1,-1 0 0,2-2-4,-1 1 0,0-1-1,0 0 1,-1 1 0,1-1-1,0 0 1,0 1-1,-1-1 1,1-3 0,8-49-913,-3 1 0,-2-1 0,-4-84 0,-2 69-1636,13-114 0,-10 170 2276,2 1 0,0-1 1,1 0-1,0 1 0,9-19 1,-11 27 222,0 0 1,0 0 0,0 0-1,1 1 1,0-1 0,0 0-1,0 1 1,0 0 0,0 0-1,1 0 1,-1 0-1,1 1 1,0-1 0,0 1-1,0 0 1,0 0 0,0 0-1,1 1 1,5-2-1,-6 2 146,1 0 0,-1 1 0,1-1 0,-1 1 0,1 0 0,-1 0 0,0 1 0,1 0 0,-1-1 0,1 1 0,-1 1 0,0-1 0,0 1 0,1-1 0,-1 1 0,0 0 0,6 5 0,-2 0 201,0 1 0,0 0 0,-1 0 1,0 1-1,0 0 0,6 12 0,4 6 263,-3 1-1,0 1 0,-1 0 1,-2 0-1,-1 1 0,8 46 0,-5 0 308,4 116 0,-17-143-1965,0-48 887,0-1 0,-1 0-1,1 0 1,-1 0 0,1 0 0,-1 0-1,1 0 1,-1 0 0,1 0-1,-1 0 1,1 0 0,0 0 0,-1 0-1,1 0 1,-1 0 0,1-1 0,-1 1-1,1 0 1,0 0 0,-1 0 0,1-1-1,-1 0 1,-1 0-230,1 0-1,0 0 1,0-1-1,0 1 1,0-1 0,0 1-1,0-1 1,0 1 0,0-1-1,0-2 1,-7-29-7450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5.0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1 491 10501,'0'0'4079,"30"-22"-3818,99-75-237,-117 88-56,0 0 0,-1-1 0,-1-1-1,0 0 1,0 0 0,-1-1-1,10-18 1,-13 20-43,2-3-287,-2 0 1,1 0-1,-2-1 0,0 0 0,0 0 1,-1-1-1,-1 1 0,-1-1 0,0 1 1,0-1-1,-2-23 0,0 36 388,0-1 0,0 1 0,-1-1 0,1 1-1,-1-1 1,0 1 0,1-1 0,-1 1 0,0-1-1,0 1 1,-1 0 0,1 0 0,0 0 0,-1-1 0,0 1-1,1 0 1,-1 1 0,0-1 0,0 0 0,0 0-1,0 1 1,0 0 0,0-1 0,0 1 0,-1 0-1,1 0 1,0 0 0,-1 0 0,1 0 0,-4 0 0,-8-2 405,0 1 1,0 0 0,0 1-1,-19 1 1,27 0-363,2 0-16,1 0 1,-1 0-1,1 1 0,-1-1 0,1 1 0,0 0 0,-1 0 0,1 0 0,0 0 0,0 1 0,-1-1 0,1 1 0,0 0 0,1 0 0,-1 0 0,0 0 0,-3 5 0,2-2 70,0 0 0,0 0 0,0 1 0,1 0 0,0 0-1,0 0 1,1 0 0,-3 11 0,-1 8 363,2 1 0,1 0 0,0 43 0,3-69-483,-2 65 1214,3 0-1,13 96 1,-11-143-1035,1 0 0,0 0 0,1 0 0,1-1 0,1 0 0,1 0 0,0-1-1,1 1 1,0-2 0,2 1 0,0-2 0,0 1 0,24 21 0,-26-29-183,0-1 0,0 0 1,1 0-1,-1-1 0,1 0 0,1-1 1,-1 0-1,1-1 0,-1 0 0,1 0 1,0-1-1,0-1 0,0 0 0,0 0 0,0-1 1,0 0-1,0-1 0,0-1 0,0 0 1,0 0-1,0-1 0,-1 0 0,15-7 0,-15 4-342,0 0-1,0-1 0,0-1 1,-1 1-1,0-2 0,-1 1 1,0-1-1,10-13 0,-9 8-951,0 0 0,0-1 0,-2 1 0,0-2 0,8-23 0,2-37-7149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5.4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10373,'0'0'6077,"1"34"-4732,-1-27-1261,12 252 2534,11 127 909,-22-368-3416,-1-14-70,1 1-1,-1-1 1,0 1-1,1-1 1,0 0-1,0 1 0,1-1 1,1 6-1,1-7 47,0-10-46,-1-23-283,-1-1-1,-3-43 0,0 16-645,-1-23-680,3-85-3269,1 143 4277,0 1-1,2 0 1,0 0-1,1 1 1,11-28-1,-13 42 627,0 0 0,1 0-1,0 0 1,0 1 0,0-1-1,1 1 1,0 0-1,0 1 1,0-1 0,1 1-1,0 0 1,0 0 0,0 0-1,1 1 1,-1 0-1,10-4 1,-4 4 330,1 0 0,-1 1 0,0 0 1,1 1-1,-1 0 0,1 1 0,0 0 0,0 1 0,14 2 0,-22-1-290,0 0 0,1 0 0,-1 0 0,0 1 0,0 0 0,0 0 0,0 0 0,-1 1 0,1-1 0,0 1 0,-1 0 0,0 1 0,0-1 0,0 1 0,4 4 0,-4-4-83,-2-3-110,0 1 0,0 0 1,0-1-1,1 1 1,-1-1-1,0 1 0,1-1 1,-1 0-1,0 0 1,5 1-1,-2-2-3312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6.4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 2305,'0'0'9242,"0"-2"-8816,0-8-65,0 7-15,0 6 73,4 65 1438,24 132-1,-12-111-1329,17 152 1150,8 46 220,21-7-501,-56-258-1289,1 1-1,0-2 1,2 1 0,1-1-1,13 21 1,-21-38-107,-3-8-346,0 0-1,0 0 1,0 0-1,-1 0 1,1 0-1,-1 0 1,0 1 0,0-1-1,0 1 1,-6-7-1,-2-6-839,-3-8-2633,-14-39 0,9 13-3085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6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64 11813,'0'0'1209,"38"2"301,8 2-1011,196 4 1363,-187-12-1749,-1-3 0,0-2-1,55-17 1,-102 24-113,0 0 0,1 1 0,-1 0 0,10 0 0,-16 1 325,-3 139 2495,5 169-688,-2-287-2033,1-1 0,1 1 1,1-1-1,0 0 0,2 0 0,10 25 1,-14-40-82,1 1 0,0 0 0,0-1 0,1 0 0,0 0 0,0 0 1,0 0-1,0-1 0,1 0 0,9 7 0,-10-8-10,1-1 0,-1 0 0,1 0 0,-1 0 0,1-1 0,0 1 0,-1-1 0,1-1 0,0 1 0,0 0 0,0-1 0,0 0 0,0 0 0,0-1 0,8-1 0,-7 0 1,0 0 1,0 0-1,0-1 1,0 0-1,-1 0 1,1 0-1,-1-1 1,1 0-1,-1 0 1,0 0-1,-1-1 1,1 1-1,-1-1 1,0 0-1,0-1 1,-1 1-1,1-1 1,3-8-1,3-7-132,0 0 0,-2-1 0,11-42 0,-13 34-277,-1-1-1,-1 0 1,-2 0 0,-1 0 0,-2 0 0,-4-37-1,2 55 235,0 1 0,0-1-1,-1 1 1,0 0 0,-1 0-1,-1 1 1,1-1 0,-2 1 0,0 1-1,0-1 1,-1 1 0,0 0-1,-1 1 1,0 0 0,0 0-1,-1 1 1,-13-8 0,13 9 268,0 1 0,-1 0 1,0 1-1,0 0 0,-1 1 0,1 0 1,-1 1-1,0 0 0,0 1 1,0 1-1,-18-1 0,29 2-128,0 0 0,0 0-1,1 0 1,-1 0-1,0 0 1,0 0 0,0 1-1,0-1 1,0 0 0,1 1-1,-1-1 1,0 1 0,0-1-1,1 0 1,-1 1-1,0 0 1,1-1 0,-1 1-1,0-1 1,1 1 0,-1 0-1,1-1 1,-1 1 0,1 0-1,-1 0 1,1 0 0,0-1-1,-1 1 1,1 0-1,0 0 1,0 0 0,-1 0-1,1-1 1,0 1 0,0 0-1,0 0 1,0 0 0,0 0-1,0 0 1,0 0-1,1 1 1,-1 8-3656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7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98 6947,'0'0'8879,"29"0"-7489,405-30 320,-412 26-1694,94-18-11,-101 19-9,0-2 0,0 0 0,-1 0 0,0-1 0,19-12 0,-33 18 25,0 1-1,0-1 1,0 0-1,0 0 1,0 0-1,0 0 1,0 0-1,0 0 1,0 0-1,0 0 1,0 0-1,0 0 1,0 0-1,0 0 1,0 0-1,0 0 1,0 0-1,0 0 1,0 0-1,0 0 1,0 0-1,1 0 1,-1 0-1,0 0 1,0 0-1,0 0 1,0 0-1,0 0 1,0 0-1,0 0 1,0 0-1,0 0 1,0 0 0,0 0-1,0 0 1,0 0-1,0 0 1,0 0-1,1 0 1,-1 0-1,0 0 1,0 0-1,0 0 1,0 0-1,0 0 1,0 0-1,0 0 1,0 0-1,0 0 1,0 0-1,-6 9 377,-18 21-515,10-13 213,2 1-86,0 0-1,1 1 1,1 1 0,1 0 0,0 0 0,2 1 0,0 0 0,-6 37 0,3 13 143,-2 94 1,10-138-101,-4 524 927,6-527-914,2 0-1,5 29 1,-5-43-57,0 0 1,1 0-1,1-1 1,0 1-1,0-1 1,0 0-1,10 14 1,-12-21-39,-1 0 0,1-1 0,-1 1 0,1 0 0,0 0 0,-1-1 0,1 1 0,0-1 0,0 1 0,0-1 1,0 0-1,1 0 0,-1 0 0,3 1 0,-4-2-22,0 0 0,-1 0 1,1 0-1,-1 0 0,1 0 0,0 0 1,-1 0-1,1 0 0,0 0 0,-1 0 0,1 0 1,0 0-1,-1-1 0,1 1 0,-1 0 1,1-1-1,0 1 0,-1 0 0,1-1 1,0 0-1,0 0-80,0 0 0,0 0 0,-1-1-1,1 1 1,0 0 0,-1-1 0,1 1 0,-1 0 0,1-1 0,-1 1 0,0 0-1,0-1 1,1-1 0,0-43-2728,-1-12-1998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7.8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 1056,'0'0'13094,"187"0"-12245,-113-12-689,-11-6-160,-13 0-5779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8.2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14391,'0'0'2641,"197"6"-2321,-147-6-320,-6 0-1617,-8 0-2529,-9 0-5794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8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245 0 9636,'0'0'7041,"-21"8"-6433,2-1-407,8-4-61,0 1-1,0 0 1,0 1 0,1 0-1,0 1 1,0 0-1,0 1 1,1 0 0,-1 0-1,-10 13 1,11-11 17,1 1 1,0 1-1,1-1 1,0 1-1,1 0 1,0 1-1,1 0 1,0 0-1,-4 17 0,5-11-122,1 1 0,1 0-1,0 0 1,1 0 0,3 32-1,0-40-40,-1 0 0,2-1-1,-1 0 1,1 1 0,1-1 0,8 18-1,38 54-125,-37-62 73,29 40-79,-20-30 148,34 63-1,-50-82-1,-1 0 0,-1 1 0,0-1 0,0 1 0,-1 0 0,-1 0 0,0 0 0,-1 1-1,0 22 1,-1-32-1,-1 0 0,1 0 0,-1 0 0,0 0 0,0 0 0,-1 0 0,1 0 0,0 0 0,-1-1 0,0 1-1,0-1 1,1 1 0,-1-1 0,-1 1 0,1-1 0,0 0 0,-1 0 0,1 0 0,-1 0 0,1-1 0,-1 1 0,0 0-1,0-1 1,0 0 0,0 0 0,-3 1 0,-5 1-7,-1 0 0,1 0 0,-1-1 0,0-1 0,-19 1 0,30-2-58,-1 0-1,1 0 0,0 0 1,-1 0-1,1 0 0,0-1 1,0 1-1,-1 0 1,1-1-1,0 1 0,0 0 1,-1-1-1,1 0 0,0 1 1,0-1-1,0 0 1,0 1-1,-1-3 0,0 2-129,1-1 1,0 0-1,0 0 0,0 0 0,0 0 0,1 0 0,-1 0 1,1-1-1,-1 1 0,1-3 0,-3-42-4318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8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0 623 13718,'0'0'3810,"33"-29"-3194,109-98-549,-117 103-341,0-2 0,29-38 1,-45 50-245,0 0 1,-1-1 0,-1 1 0,0-1 0,6-21 0,-9 21-57,0-1 0,-1 0 0,0 0 0,-1 0 0,-1 0 0,-1 0 0,0 0 0,-3-17 1,3 29 725,-1 0 0,0 1 1,-1-1-1,1 1 0,-1-1 1,1 1-1,-1-1 1,0 1-1,0 0 0,0 0 1,-1 0-1,1 0 1,-1 1-1,1-1 0,-1 0 1,0 1-1,0 0 1,0 0-1,-1 0 0,1 0 1,0 0-1,-1 1 1,-4-2-1,-3-1 499,0 1 0,-1 0 0,1 1 0,-1 0 0,1 1 0,-17 0 0,25 1-585,0 1 0,1-1 0,-1 1 0,0 0 0,0 0 0,0 0 0,1 0 0,-1 1-1,0-1 1,1 1 0,0 0 0,-1-1 0,1 1 0,0 0 0,0 0 0,0 1 0,0-1 0,0 0 0,0 1 0,1-1 0,-1 1 0,1-1 0,0 1 0,-2 3 0,-4 12 271,0-1 0,-6 33 0,9-34-158,-10 47 520,4 2 1,2-1 0,2 116-1,6-166-589,0 0-1,1 1 1,1-1-1,0 0 1,8 28 0,-7-35-88,0 0 1,1 0-1,-1-1 1,1 1-1,0-1 1,1 0-1,0 0 0,0 0 1,0-1-1,0 0 1,1 0-1,12 9 1,-9-9-33,0 0 1,1 0-1,-1 0 0,1-2 0,0 1 1,0-1-1,19 3 0,-8-3-269,0-1 0,39-2 0,-51-1-42,0 0 0,0 0-1,0-1 1,-1 0 0,1 0 0,0-1 0,-1 0-1,0-1 1,12-7 0,-8 4-886,0-2 0,-1 0-1,0 0 1,-1-1 0,11-12-1,19-32-7934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0:59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341 161 9092,'0'0'8052,"-7"-24"-7807,-24-73 131,30 94-316,0 0-1,0 0 1,0 0-1,0 0 1,-1 0-1,1 1 1,-1-1-1,0 0 1,0 1-1,-3-4 1,4 5-32,0 1 0,0-1-1,0 1 1,1 0 0,-1-1 0,0 1 0,0 0 0,0-1-1,0 1 1,0 0 0,0 0 0,0 0 0,1 0 0,-1 0-1,0 0 1,-2 0 0,-3 0 88,4 0-87,-1-1 0,1 1 1,-1-1-1,1 1 0,-1 0 0,0 0 1,1 0-1,-1 0 0,0 1 0,1-1 1,-1 1-1,1 0 0,-1-1 0,1 1 1,-1 0-1,1 0 0,0 1 1,-1-1-1,1 0 0,0 1 0,0-1 1,0 1-1,0 0 0,0 0 0,0 0 1,1 0-1,-1 0 0,1 0 1,-1 0-1,1 1 0,0-1 0,0 0 1,0 1-1,-1 2 0,-16 38 308,1 1-1,3 1 1,1 0 0,3 1-1,-10 89 1,19-121-273,0-9-53,0 0 1,1 0 0,-1 0-1,1 0 1,0 0 0,1 0-1,-1 0 1,1 0 0,0 0-1,2 6 1,-3-11-18,1 1 0,0 0 0,0 0 0,0-1 0,0 1 0,0-1 0,0 1 0,0-1 1,0 1-1,0-1 0,0 0 0,0 1 0,0-1 0,0 0 0,0 0 0,1 0 0,-1 0 0,0 0 0,0 0 0,0 0 0,2 0 0,24-6-109,-20 2 12,0 0-1,0 0 0,-1 0 0,0 0 0,0-1 0,0 0 0,0-1 1,9-11-1,37-57-1980,-37 50 1114,67-120-5441,-49 83 4589,-32 59 1705,10-13 1274,-4 15 670,0 13 711,30 139 2899,-18-66-4212,53 265 931,-57-254-1951,2 163 0,-17-242-201,0 1-1,-1 0 1,-2 0 0,-3 18-1,4-31-27,0 0 0,0 0-1,-1 0 1,1 0 0,-1-1 0,0 1-1,-1-1 1,0 0 0,0 0-1,0 0 1,0 0 0,0-1-1,-1 0 1,0 0 0,-7 5-1,-1-2-201,0 0-1,0 0 0,-1-1 1,0-1-1,0 0 0,-1-1 0,0-1 1,-23 3-1,2-3-1168,0-2 1,-50-4-1,74 2 622,0 0 0,1-1 0,-1 0 0,1-1 0,-1 0 0,1-1 0,0 0 0,0-1 0,1 0 0,-1-1 0,-11-8 0,-34-33-7767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00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85 1088,'0'0'10717,"0"-8"-10047,0 0-547,-1 0 231,1 0 0,0 1 0,0-1 0,1 0 0,0 0 0,2-10 0,-3 18-340,0 0 0,0 0-1,0 0 1,0 0 0,0 0-1,0-1 1,0 1 0,0 0-1,1 0 1,-1 0 0,0 0-1,0 0 1,0-1-1,0 1 1,0 0 0,0 0-1,0 0 1,0 0 0,1 0-1,-1 0 1,0 0 0,0-1-1,0 1 1,0 0 0,0 0-1,0 0 1,1 0 0,-1 0-1,0 0 1,0 0 0,0 0-1,0 0 1,1 0 0,-1 0-1,0 0 1,0 0 0,0 0-1,0 0 1,0 0 0,1 0-1,-1 0 1,0 0 0,0 0-1,0 0 1,0 0 0,0 0-1,1 0 1,-1 1 0,0-1-1,0 0 1,0 0 0,0 0-1,0 0 1,0 0 0,1 0-1,-1 0 1,0 1 0,0-1-1,0 0 1,0 0 0,0 0-1,0 0 1,0 0 0,0 1-1,0-1 1,7 13 186,0 12 202,-1 1 0,-2 0 0,0 1 1,0 27-1,1 0 98,60 425 2902,-64-474-3371,1 9 75,-2-10-70,0-1 1,0 1 0,1 0 0,-1-1-1,1 1 1,0-1 0,0 1 0,0-1-1,1 0 1,2 5 0,-4-7 93,0-8-10,-9-236-2534,2-44 751,7 270 1712,-1 2-48,2 1 0,-1 0-1,2 0 1,0 0 0,7-25 0,-7 35 10,-1 1 1,0-1 0,1 1-1,0-1 1,0 1 0,0 0-1,0-1 1,1 1-1,-1 0 1,1 1 0,0-1-1,0 0 1,0 1-1,0-1 1,0 1 0,1 0-1,-1 0 1,0 1-1,1-1 1,0 1 0,-1-1-1,1 1 1,0 0 0,0 0-1,6 0 1,-7 0 44,1 1 0,-1 0 0,1 0 0,-1 0 0,1 0 0,-1 0 0,1 1 0,-1-1 0,1 1 0,-1 0 0,4 1 0,-5 0 3,1 0-1,-1 0 1,1 0-1,-1 0 1,0 0-1,0 0 1,0 0-1,0 1 1,0-1-1,0 1 0,-1 0 1,3 4-1,7 18 408,-1 0 0,0 0 0,10 48-1,7 86 750,-25-145-1134,20 166 1044,10 61-59,-30-228-1034,8 35 44,-10-46-79,1 1 0,0 0 0,0-1 0,0 1 0,0-1 0,0 1 0,0-1 0,1 1 0,0-1 0,-1 0 0,1 0 0,4 4 0,-6-6 2,0 0 0,0 0 0,0 0 0,0 0 0,0 0 0,0 0 0,1 0 1,-1 0-1,0 0 0,0 1 0,0-1 0,0 0 0,0 0 0,0 0 0,1 0 0,-1 0 0,0 0 0,0 0 0,0 0 1,0 0-1,0 0 0,0 0 0,1-1 0,-1 1 0,0 0 0,0 0 0,0 0 0,0 0 0,0 0 0,0 0 0,1 0 0,-1 0 1,0 0-1,0 0 0,0 0 0,0 0 0,0-1 0,0 1 0,0 0 0,0 0 0,0 0 0,0 0 0,1 0 0,-1 0 1,0 0-1,0-1 0,0 1 0,0 0 0,0 0 0,0 0 0,0 0 0,0 0 0,0-1 0,0 1 0,0 0 0,0 0 0,0 0 1,3-10-48,0-1 0,-1 1 1,0 0-1,1-19 0,0 0-92,10-90-731,0-8-2006,42-179 0,-45 270 2300,15-37-1,-19 59 538,1 1 1,0-1-1,0 1 1,2 0-1,13-15 1,-21 25 76,1 1 1,0 0 0,0 0-1,0 0 1,0 0 0,0 0-1,1 1 1,-1-1-1,0 0 1,1 1 0,-1 0-1,1 0 1,0 0 0,-1 0-1,1 0 1,0 0-1,0 1 1,-1-1 0,1 1-1,0 0 1,0 0 0,0 0-1,0 0 1,-1 0 0,1 1-1,0-1 1,0 1-1,-1 0 1,1-1 0,0 1-1,-1 1 1,1-1 0,-1 0-1,1 1 1,-1-1 0,1 1-1,-1 0 1,0 0-1,0-1 1,0 2 0,0-1-1,0 0 1,-1 0 0,1 0-1,-1 1 1,3 3 0,6 17 396,-1 0 1,0 1 0,-2 0 0,8 47 0,4 106 859,-17 6-386,4 44-682,-5-219-956,-2-26-6120,1 8 6231,-3-38-5800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00.7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0 545 7043,'0'0'10688,"30"-24"-10221,97-84-182,-119 101-291,0 0 0,-1-1 0,0 0 0,0 0 0,0-1 0,-1 0 0,0 0 0,-1 0 0,0-1 0,0 0 0,5-20 0,-6 18-45,2-8-175,-2-1-1,0 0 1,-1-1 0,-1 1-1,-2-38 1,0 45 162,0 9 71,0 1 0,0-1 0,-1 0-1,0 0 1,1 1 0,-2-1-1,1 0 1,0 1 0,-1-1-1,0 1 1,0 0 0,0 0 0,-4-6-1,4 8 45,-1-1 0,1 1 0,-1-1 1,0 1-1,0 0 0,0 0 0,0 0 0,0 0 0,0 1 0,-1-1 0,1 1 0,0 0 0,-1 0 0,1 0 1,-1 0-1,1 1 0,-1 0 0,-4-1 0,3 1 59,-1-1 0,0 1 0,1 0 1,-1 1-1,1-1 0,-12 3 0,15-1-81,0-1 0,-1 0 0,1 1 0,-1 0 0,1-1-1,0 1 1,0 0 0,0 0 0,0 0 0,1 0 0,-1 0 0,0 1-1,1-1 1,-1 0 0,1 1 0,-1 3 0,-7 14 195,2 0-1,0 0 1,2 1 0,0 0 0,1 0-1,-1 23 1,0 135 1067,5-147-1011,0 14 197,2-1-1,14 82 1,-13-110-407,1-1 0,1-1 0,0 1 1,1-1-1,1 0 0,1 0 1,0 0-1,0-1 0,1-1 1,1 1-1,14 13 0,-17-20-96,1-1 1,1 1-1,-1-2 0,1 1 0,0-1 0,1 0 0,-1-1 0,1 0 1,0-1-1,0 0 0,0 0 0,0-1 0,0-1 0,1 1 0,-1-2 1,1 1-1,-1-2 0,0 1 0,1-1 0,-1-1 0,0 0 0,0 0 1,0-1-1,0 0 0,17-9 0,-16 6-455,0-2 0,0 1 0,0-2 1,-1 1-1,0-1 0,12-16 0,-10 11-1018,0-2 0,-2 1 0,0-2 0,9-18 0,9-34-8025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04.5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91 2657,'0'0'4133,"-9"-9"-3106,-25-25 224,33 33-1092,0 0 1,1-1-1,-1 1 0,-1 0 0,1 0 1,0 1-1,0-1 0,0 0 0,0 0 0,-1 1 1,1-1-1,0 0 0,-1 1 0,1-1 1,0 1-1,-1 0 0,1-1 0,-1 1 1,1 0-1,0 0 0,-1 0 0,1 0 0,-1 0 1,-1 1-1,2-1-129,0 0 0,1 1 1,-1-1-1,0 1 0,0-1 0,0 1 0,1 0 1,-1-1-1,0 1 0,1 0 0,-1-1 1,0 1-1,1 0 0,-1 0 0,1-1 1,-1 1-1,1 0 0,-1 0 0,1 0 0,0 0 1,0 0-1,-1 0 0,1 1 0,-2 114 1067,3-60-766,2 11 502,16 90 0,-7-70-352,-9-62-348,14 175 1223,-25-202-1119,6 0-230,-1 0 1,1-1-1,0 1 0,0 0 0,0-1 0,1 0 0,-1 1 0,1-1 0,-1 0 0,1 0 0,-1-4 0,-9-38-84,8 33 37,-6-50-418,2-1-1,3-111 0,4 143 325,1 16-25,0 0 0,1 0 0,1 1-1,0-1 1,1 0 0,0 1 0,11-24-1,-1 9-77,2 0 0,28-38 0,-41 62 221,1-1 0,-1 2 0,1-1-1,0 0 1,0 1 0,1 0 0,-1-1-1,1 2 1,0-1 0,0 1 0,0-1-1,1 1 1,-1 1 0,1-1 0,-1 1-1,1 0 1,0 0 0,0 1-1,0 0 1,11-1 0,-14 2 28,-1 0 1,0 0-1,0 1 1,0 0-1,0-1 1,0 1-1,1 0 1,-1 0-1,-1 0 1,1 0-1,0 0 1,0 0-1,0 1 1,0-1-1,-1 0 0,1 1 1,-1 0-1,1-1 1,-1 1-1,0 0 1,0 0-1,2 2 1,2 6 67,0 0 0,0 1 1,3 11-1,1 11 282,0 0 0,5 48-1,0 72 728,-10-103-662,0 11 87,7 61 667,-8-102-973,1-1 0,0 0 0,1 0 0,8 17 0,-11-32-191,0 0-1,0 0 1,0 0 0,1 0 0,-1-1-1,1 0 1,0 1 0,0-1 0,0 0-1,0 0 1,1-1 0,5 5 0,-7-6-23,-1-1 0,1 1 0,-1-1 0,1 1 0,-1-1 0,1 1 0,-1-1 0,1 0 0,0 0 0,-1 0 0,1 0 0,-1 0-1,1 0 1,0 0 0,-1 0 0,1-1 0,-1 1 0,1 0 0,0-1 0,-1 0 0,1 1 0,-1-1 0,0 0 0,1 0 0,-1 0 0,0 0 0,1 0 0,-1 0 0,0 0 0,0 0 0,0 0 0,0-1 0,0 1 0,0 0 0,0-1 0,-1 1 0,2-2 0,7-15-768,-1-1 0,-1 1-1,-1-1 1,0-1 0,-2 1-1,0-1 1,1-20 0,3-26-5336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04.8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0 9716,'0'0'5606,"-7"36"-4846,0-1-536,-2 9 143,2 0 1,1 1 0,2 57-1,4-65 97,8 204 2134,-5-210-2329,2 1 1,1-1 0,2 1-1,1-2 1,19 45 0,-22-63-241,0 0 1,0-1-1,1 1 1,1-1-1,0-1 1,0 0-1,14 13 0,-16-18-29,0 0 0,1 0-1,0 0 1,-1-1-1,2 0 1,-1-1-1,0 1 1,1-1-1,-1-1 1,1 0-1,0 0 1,0 0 0,8 0-1,-4-1-89,0 0 1,0-1-1,20-2 1,-28 2-26,0-1 0,0 0 0,0 0 0,0-1 1,0 1-1,-1-1 0,1 0 0,-1 0 0,1 0 0,-1 0 1,1 0-1,-1-1 0,0 0 0,3-3 0,0-1-488,-1 1 1,-1-1-1,1 0 0,-1 0 1,-1 0-1,1-1 0,-1 1 1,0-1-1,3-14 0,-4-23-4898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05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0 199 14279,'0'0'2401,"247"-9"-1425,-113-30 113,-4-6-1089,-16 6-96,-27 3-2626,-34 6-6882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1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1 223 6451,'0'0'2446,"18"-2"-1971,104-11 982,33-5 2361,2-2-3666,65-5-115,-174 24-84,61-2 441,127-21 1,-143 11-334,181-3 1,-199 16-53,10 2 33,153-19 0,-156 7-51,150 1 1,83 24-16,-307-15 25,268 3-13,61 4 3,194 9-21,-382-17 17,-85 4 13,71 12 1,31 2 25,368-14-1,-283-5-74,895-1-45,-330 6 67,-475 21-269,-26 0-115,16-24 411,183 6-98,558 0-2631,-351-11 2925,-413 7 106,-214 2-338,113 20-1,25 3-175,239-18-1244,-106-4-599,333 0 3037,-211-4-1124,800 1-1153,-662-4 1318,1059 5 977,-1658-2-1009,-1-2 0,1-1-1,0-1 1,-1-1 0,43-13-1,318-110 1568,-351 117-1403,1 2-1,1 1 0,60-3 1,114 8 390,-116 3-54,927-1 3122,-854 4-3207,-75 0-174,151-12-1,-166 0 3,101-17 53,-133 14-51,1 2 0,-1 3 0,55-1 0,235 7 5404,-364 0-5962,-47-1-2428,0-2-3326,21-2-1448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12934,'0'0'3826,"35"-4"-3496,112-16-212,-111 13-202,43-14 0,-64 16-172,1 1 0,-1 0 0,1 1-1,20-1 1,8 4 141,-43 0 121,-1 0-1,1 1 1,0-1-1,0 1 0,-1-1 1,1 1-1,0-1 0,-1 1 1,1-1-1,0 1 1,-1-1-1,1 1 0,-1 0 1,1-1-1,-1 1 0,0 0 1,1 0-1,-1-1 0,0 1 1,1 0-1,-1 0 1,0 0-1,0 0 0,0-1 1,0 1-1,1 0 0,-2 1 1,4 31 330,-3-27-206,2 118 605,-5 0 1,-28 185-1,-14 18 241,26 5 575,19-331-1698,0-12-1974,-1-67-3762,-2 26-589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12934,'0'0'4162,"220"-75"-4130,-166 48-32,-7-3-2225,-10 3-4706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20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 6211,'0'0'8033,"0"0"-7967,1 1-1,-1-1 1,0 1 0,1-1-1,-1 1 1,0-1 0,1 1-1,-1 0 1,0-1 0,0 1 0,0 0-1,0-1 1,1 1 0,-1-1-1,0 1 1,0 0 0,0-1-1,0 1 1,0 0 0,-1-1-1,1 1 1,0 0 0,0-1 0,0 1-1,0-1 1,-1 1 0,1 0-1,0-1 1,-1 1 0,1-1-1,-1 1 1,-3 10 60,-2 0 0,1-1 0,-1 0-1,-1-1 1,0 1 0,-10 10 0,-10 14 71,-39 55 20,3-7-37,5 2-1,-54 103 0,105-175-68,0 1 0,2 0 0,0 0-1,0 0 1,1 0 0,1 1 0,0 0 0,-1 21 0,4-34-92,0 0 1,0 0 0,0 0-1,0 0 1,0 0 0,0 0-1,0-1 1,1 1 0,-1 0-1,0 0 1,1 0 0,-1 0-1,1 0 1,-1-1 0,1 1-1,-1 0 1,1 0 0,0-1-1,-1 1 1,1 0 0,0-1 0,-1 1-1,1-1 1,0 1 0,0-1-1,0 1 1,-1-1 0,1 1-1,0-1 1,0 0 0,2 1-1,2 0 0,0-1 0,0 1 0,0-1 0,10-1-1,-3 1 40,13-1 0,0 0 0,0-1-1,0-2 1,-1 0-1,1-2 1,24-8-1,-7-1-2,80-26-333,-101 36 7,0 1-1,0 0 0,43-1 0,-64 5 264,1 0-1,-1 0 1,1 0 0,-1 1-1,1-1 1,-1 0-1,1 0 1,-1 0-1,1 0 1,-1 1-1,1-1 1,-1 0 0,0 0-1,1 1 1,-1-1-1,1 0 1,-1 1-1,0-1 1,1 0-1,-1 1 1,0-1 0,1 0-1,-1 1 1,0-1-1,0 1 1,0-1-1,1 1 1,-1-1-1,0 1 1,0-1 0,0 1-1,-1 19-3026,-13-22-543,-4-10-151,0-13-612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2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2225,'0'0'12222,"0"0"-12193,0 0 0,0 0 0,-1 0 0,1 0-1,0 0 1,-1 1 0,1-1 0,0 0 0,0 0 0,-1 0 0,1 0 0,0 0 0,0 1 0,0-1 0,-1 0 0,1 0 0,0 1 0,0-1 0,0 0 0,0 0 0,-1 0 0,1 1 0,0-1 0,0 0 0,0 1 0,0-1 0,0 0 0,0 0 0,0 1 0,0-1 0,0 0 0,0 1 0,0-1 0,0 0 0,0 0 0,0 1 0,0-1 0,0 0 0,0 0 0,0 1 0,0-1 0,0 1 0,0 9 207,1 0 0,-1 0 0,2 0 0,2 14 0,4 21 136,-3 248 1317,-7-216-1430,-4 37 119,-26 136 0,15-142-244,-4 166 0,23-316-2061,13-76-1,-2 33-2829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20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8 3330,'0'0'7950,"0"-5"-5172,0 5-2742,0 0 0,0 0 0,0 0 0,0 0 0,0 0 0,0-1 1,0 1-1,0 0 0,0 0 0,0 0 0,0 0 0,0 0 0,0 0 1,0 0-1,0 0 0,0 0 0,0-1 0,0 1 0,0 0 0,-1 0 0,1 0 1,0 0-1,0 0 0,0 0 0,0 0 0,0 0 0,0 0 0,0 0 0,0 0 1,0 0-1,0 0 0,0 0 0,0 0 0,-1 0 0,1 0 0,0 0 0,0-1 1,0 1-1,0 0 0,0 0 0,0 0 0,0 0 0,0 0 0,0 0 1,-1 1-1,1-1 0,0 0 0,0 0 0,0 0 0,0 0 0,0 0 0,0 0 1,0 0-1,0 0 0,0 0 0,0 0 0,-1 0 0,1 0 0,0 0 0,0 0 1,0 0-1,0 0 0,0 0 0,0 0 0,0 1 0,-30 35 549,-27 47-1,37-53-398,-109 173 391,97-146-474,-40 100-1,68-148-41,1 0-1,1 0 1,-1 1 0,1-1-1,1 1 1,-1 15-1,2-24-48,1 0 0,-1 0 0,0 0 0,0-1 0,0 1 0,0 0 0,1 0 0,-1 0 0,0 0 0,1 0 0,-1 0 0,1-1 0,-1 1 0,1 0 0,-1 0 0,1-1 0,-1 1 0,1 0 0,0-1 0,-1 1 0,1-1 0,0 1 0,0 0 0,0-1 0,-1 0 0,1 1 0,0-1-1,0 0 1,0 1 0,0-1 0,0 0 0,0 0 0,0 0 0,1 1 0,4-1 9,1 0 0,-1 0 0,1 0 0,6-2 0,-5 1 21,13-3-10,-1-1 0,0-1 0,0 0-1,0-2 1,-1 0 0,34-21 0,47-18-610,-76 38 508,1 1 0,0 1-1,0 2 1,0 1 0,1 0 0,0 2-1,0 1 1,40 3 0,-65-1 69,1-1 0,-1 0 0,1 0 0,-1 0 0,0 1 0,1-1 0,-1 0 0,0 1 0,1-1 0,-1 1 0,0 0 0,1-1 0,-1 1 0,0 0 0,0 0 0,0 0 0,0 0-1,0 0 1,0 0 0,0 0 0,0 0 0,0 0 0,-1 1 0,1-1 0,0 0 0,-1 1 0,1-1 0,0 2 0,2 5 124,-14-18-584,-4-13-1290,1-1 1,0-1-1,2 0 0,1 0 1,-15-52-1,18 45 969,1-1-1,1 0 0,-1-46 1,5 41 3895,2-2 6847,0 45-9559,0 947 4211,0-951-4649,0 0-1,0 1 1,0-1-1,0 1 0,0-1 1,0 0-1,1 0 1,-1 1-1,0-1 0,1 0 1,-1 1-1,1-1 1,0 0-1,-1 0 0,1 0 1,0 0-1,0 0 1,-1 0-1,3 2 0,-3-3-10,0 0 0,1 0 0,-1 0 0,0 0 0,0 0 0,1 0-1,-1 0 1,0 0 0,0 1 0,1-1 0,-1 0 0,0 0 0,1-1-1,-1 1 1,0 0 0,0 0 0,1 0 0,-1 0 0,0 0 0,1 0 0,-1 0-1,0 0 1,0 0 0,1-1 0,-1 1 0,0 0 0,0 0 0,0 0-1,1 0 1,-1-1 0,0 1 0,7-18-2272,-2-27-1922,-2-15-3503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21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61 4674,'0'0'10354,"-10"-2"-9087,-27-10-303,36 12-922,0 0 0,0 0 1,1-1-1,-1 1 0,0 0 1,1-1-1,-1 1 0,0-1 1,1 1-1,-1-1 0,1 1 0,-1-1 1,1 1-1,-1-1 0,1 0 1,-1 1-1,0-2 0,4-7 345,14-2-52,-3 7-297,-1 0 0,1 1 0,0 0 0,1 1 0,-1 1 1,0 0-1,24 2 0,-15-1-31,-15 1 7,0-1 0,0 1 0,0 1 0,0-1 0,0 2 0,12 4-1,-17-6-3,0 0 0,-1 0 0,1 0-1,-1 0 1,1 1 0,-1-1 0,0 1-1,1 0 1,-1-1 0,0 1-1,0 0 1,0 0 0,-1 0 0,1 1-1,0-1 1,-1 0 0,1 1 0,-1-1-1,0 1 1,0 0 0,0-1-1,0 1 1,0 2 0,0 4 54,0-1 0,-1 0-1,0 1 1,-1-1 0,1 0 0,-2 0 0,1 1 0,-1-1 0,0 0-1,-1 0 1,0-1 0,0 1 0,-1 0 0,-5 8 0,-82 113-29,-39 60-6,106-148 15,2 1 0,-19 49 1,31-66 77,2 1 0,1 0 1,1 0-1,1 1 0,-2 31 1,7-51-95,-1 7 85,0 1 0,4 29 1,-3-40-100,1 0 1,0 1-1,0-1 1,1 0 0,-1-1-1,1 1 1,0 0-1,0 0 1,0-1 0,1 1-1,-1-1 1,1 1-1,0-1 1,4 4 0,0-2 2,-1 0 0,1-1 0,0 0 0,0-1 0,0 1 0,1-1 0,-1-1 0,1 1 0,0-1 0,0-1 0,10 2 0,-3-2 16,1 0-1,-1-1 1,1 0 0,27-6 0,-32 3-129,1 0 1,-1-1-1,1-1 0,-1 0 1,-1 0-1,1-1 0,-1 0 1,0-1-1,0-1 1,-1 1-1,0-1 0,9-10 1,0-2-240,-2 0-1,0-1 1,0-1 0,16-34 0,-25 43 44,-1 0-1,0 0 0,-1-1 1,-1 0-1,0 0 1,3-26-1,-6 32 228,-1 1 1,0 0-1,0-1 1,0 1-1,-1 0 1,0 0-1,-1-1 1,0 1-1,0 0 1,0 0-1,-1 0 1,0 1-1,0-1 1,-1 1-1,-5-9 1,-26-24 158,-2 1 0,-2 1 0,-60-44 0,67 55 42,-18-12 159,17 12 422,-33-31 0,62 53-645,0-1 0,0 0 0,0 0-1,0 0 1,1 0 0,0-1 0,0 0 0,0 1 0,1-1 0,0 0 0,0 0 0,1 0 0,-1 0 0,1-1 0,1 1 0,-1 0-1,1-10 1,1 14-67,-1 1-1,0-1 0,1 0 0,-1 0 0,1 1 0,0-1 0,0 0 0,-1 1 0,1-1 1,0 1-1,0-1 0,0 1 0,1 0 0,-1-1 0,0 1 0,1 0 0,-1 0 1,0 0-1,1 0 0,-1 0 0,1 0 0,0 0 0,-1 0 0,1 1 0,0-1 0,3 0 1,7-3-7,0 1 1,23-2 0,-27 3-7,61-3-756,-24 4-2702,-22 1-2808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11941,'0'0'6265,"35"-2"-5742,114-9-326,-124 7-173,0-1 0,-1-1 0,43-16 0,-53 16-84,0 1-1,0 1 0,0 0 1,0 1-1,1 1 1,25-2-1,-39 4 49,-1 0 1,1 0 0,-1 0-1,1 0 1,-1 1 0,1-1-1,-1 0 1,1 0-1,-1 0 1,1 1 0,-1-1-1,0 0 1,1 0-1,-1 1 1,0-1 0,1 0-1,-1 1 1,0-1-1,1 0 1,-1 1 0,0-1-1,1 1 1,-1-1 0,0 1-1,0-1 1,0 1-1,1-1 1,-1 0 0,0 1-1,0-1 1,0 1-1,0 0 1,1 19-79,-1-14 65,-12 611 527,0-4 250,17-659-1223,0 12-397,1-40-2705,-5-4-3096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31 5747,'0'0'5912,"8"-5"-4608,23-15-194,-23 15-13,-8 11 674,0-2-1707,-1-1 0,0 1 0,1-1 1,-1 1-1,-1-1 0,1 0 0,0 1 0,-1-1 0,1 0 0,-5 5 0,-26 34 208,10-14-139,-128 200 163,122-178-293,3 0 1,-35 95 0,53-123-1,-7 43-1,12-57 11,1 0 0,1 1 0,0-1 0,0 0 0,0 1 0,1-1 0,0 0 0,4 12 0,-5-18-7,1 0 0,0-1 0,0 1 0,0 0 0,0 0 0,0-1 0,0 1 0,0 0-1,1-1 1,-1 1 0,1-1 0,-1 0 0,1 1 0,-1-1 0,1 0 0,0 0 0,-1 0-1,1 0 1,2 0 0,3 1 7,-1 0 1,1 0-1,-1-1 0,12 0 1,23 2 67,-1-2 0,1-3 1,0-1-1,-1-1 0,73-19 1,-63 9-124,0 2-1,0 3 1,1 1 0,73 0 0,-123 8-70,-1-3-425,-1 0 405,1 0 1,-1 0-1,0 0 0,0 0 1,0 1-1,0-1 1,0 0-1,-1 1 0,1-1 1,-1 1-1,-2-3 1,-3-7-549,-34-72-6030,15 34 1340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6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7027,'0'0'5904,"-1"12"-5247,-5 166 1655,2-16-1084,-16 159-43,-8 164-511,27-323-554,1-101 361,0-60-478,0-1 0,0 1 1,0-1-1,0 0 1,0 1-1,0-1 0,0 0 1,0 1-1,0-1 1,1 0-1,-1 1 0,0-1 1,0 0-1,0 1 1,1-1-1,-1 0 0,0 1 1,0-1-1,1 0 1,-1 0-1,0 1 0,0-1 1,1 0-1,-1 0 1,0 0-1,1 1 0,-1-1 1,0 0-1,1 0 1,-1 0-1,1 0 0,-1 0 1,0 0-1,1 0 1,-1 0-1,0 0 0,1 0 1,-1 0-1,1 0 1,-1 0-1,1 0 0,0 0-11,-1 0 0,1 0-1,0-1 1,0 1-1,0 0 1,-1-1-1,1 1 1,0 0-1,0-1 1,-1 1-1,1-1 1,0 1 0,0-1-1,-1 1 1,1-1-1,-1 0 1,1 1-1,-1-1 1,1 0-1,0-1 1,4-11-601,-1 0 0,0-1 0,3-24 0,1-1-1840,5-14-2551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7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38 6819,'0'0'3356,"2"-6"-2249,1 0-531,3-8-212,-4 3 4427,-4 17-4706,1 0 0,-1 0 0,-1 0-1,1-1 1,-1 1 0,0 0 0,-1-1 0,1 0 0,-6 7 0,-7 11 13,-35 71 47,-53 136 1,93-203-141,-34 93 50,39-103-11,2 2-1,0-1 1,1 1-1,-2 32 0,5-49-30,0 0-1,0-1 0,0 1 1,0-1-1,0 1 0,0 0 1,1-1-1,-1 1 0,0 0 0,1-1 1,-1 1-1,1-1 0,0 1 1,-1-1-1,1 1 0,0-1 1,0 0-1,0 1 0,0-1 0,0 0 1,0 0-1,3 2 0,-1-1 6,1-1 0,-1 0-1,1 0 1,0 0-1,-1 0 1,1-1 0,0 1-1,-1-1 1,5 0-1,14 1 43,0-1 0,1-1-1,-2 0 1,1-2-1,25-6 1,1-5-40,0 2-1,1 2 1,0 2 0,63-1 0,68 9 318,-179-10-978,-3 2-26,1 0 0,-1 0-1,-1 0 1,0 1 0,0-1 0,0 1-1,-1 0 1,0 0 0,0 0 0,-9-10 0,-3-8-2560,-13-19-2289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7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5378,'0'0'6206,"0"16"-5584,0 166 1600,-9 389 2092,8-192-2524,1-377-1783,5 29 155,-5-30-167,0-1 1,1 1-1,-1 0 1,1 0-1,-1 0 0,1-1 1,-1 1-1,1 0 1,-1-1-1,1 1 1,0 0-1,-1-1 1,1 1-1,0-1 1,0 1-1,-1-1 1,1 0-1,0 1 1,0-1-1,0 0 1,-1 1-1,1-1 1,0 0-1,0 0 1,0 0-1,0 0 0,0 0 1,1 0-1,-2 0-5,0 0-1,1 0 0,-1 0 0,0 0 1,0 0-1,0 0 0,0 0 1,1 0-1,-1 0 0,0 0 0,0 0 1,0 0-1,0-1 0,1 1 0,-1 0 1,0 0-1,0 0 0,0 0 0,0 0 1,0 0-1,0-1 0,0 1 0,1 0 1,-1 0-1,0 0 0,0 0 0,0-1 1,0 1-1,0 0 0,0 0 1,0 0-1,0-1 0,0 1 0,0 0 1,0 0-1,0 0 0,0 0 0,0-1 1,0 1-1,2-20-1659,0 0 1,-2-36-1,-1 21-2133,1-24-6052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13510,'0'0'1958,"37"5"-1528,123 17-315,-146-20-154,0 0 0,0-2 0,0 0 0,1 0 0,-1-1 0,0-1 0,14-3 0,-18 1-224,0 0 0,0 0 0,0-1 0,0 0 0,-1-1 0,17-13 0,-21 16 89,-3 2 120,-1 0 0,1 0 0,0-1 0,0 1 0,-1 0 1,1-1-1,-1 1 0,1-1 0,-1 0 0,0 1 1,0-1-1,1 0 0,-1 0 0,0 0 0,0-2 2218,-1 9-1951,-2 39 369,-12 64-1,0 0-189,3 404 2177,12-356-1856,-2-128-611,1-21-68,-1 1 0,1-1 0,0 1 0,1-1 0,0 1 0,0-1-1,4 12 1,-5-18-38,1 1-1,0-1 1,0 1-1,-1-1 1,1 0 0,0 0-1,0 1 1,0-1-1,0 0 1,1 0-1,-1 0 1,0 0-1,0 0 1,1 0-1,-1 0 1,0-1-1,1 1 1,-1 0-1,1-1 1,-1 1-1,1-1 1,-1 1-1,1-1 1,-1 0-1,1 0 1,0 0-1,2 0 1,-4 0-44,1 0 1,0-1-1,0 1 1,-1-1-1,1 1 1,0-1-1,-1 1 1,1-1-1,-1 0 1,1 1-1,-1-1 1,1 0-1,-1 1 1,1-1-1,-1 0 1,1 0-1,-1 0 1,0 1-1,0-1 1,1 0-1,-1 0 1,0 0-1,0 0 1,0 1-1,0-1 1,0 0-1,0 0 1,0 0-1,0 0 1,0 1-1,0-1 1,-1-1-1,1-3-268,1-77-5737,-1 37-491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1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6979,'0'0'11862,"214"-45"-11222,-147 33-640,-14 6-416,-13 3-1937,-16 3-4466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2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12742,'0'0'6307,"214"-15"-6083,-148 0-224,-12 3-144,-11 0-961,-16 9-2160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2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0 791 13254,'0'0'6675,"214"-132"-6275,-104 78-176,21-12-128,26-18 0,20-19-63,-3 1-17,-20 3-32,-48 21-241,-35 27-415,-35 29-1361,-22 22-848,-21 49-7316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33.3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0 458 3970,'0'0'6768,"13"-4"-6378,15-5-244,30-10 644,0 2 0,69-9 0,56 12-415,98-11 157,35-15-244,-230 30-262,0 4-1,95 5 1,-151 4 0,0 0 0,0 2 0,40 13 0,-34-8 142,56 7 0,167-12 453,-154-6-516,281 1-30,-372-1-60,0 0 0,26-6 1,-26 4 396,0 0 1,26 0-1,-48-3-30,1 0 0,-1 0 0,2-1 0,-1 0 0,-8-10 0,-193-214-1775,204 227 1366,-1-1 1,1 1-1,-1 0 0,0 0 1,-1 0-1,1 1 0,-1 0 1,1 0-1,-1 0 0,0 1 1,0 0-1,0 0 0,0 0 1,-1 1-1,1 0 0,0 0 1,-1 1-1,-11 0 0,11 0 6,6 0 44,-1-1 1,1 1-1,-1 0 1,1 0-1,-1 0 1,1 0-1,-1 1 1,1-1 0,-1 0-1,1 1 1,0-1-1,-1 1 1,-1 0-1,2 1 10,0-1 1,1 0-1,-1 1 1,0-1-1,1 1 0,0 0 1,-1-1-1,1 1 0,0-1 1,0 1-1,0-1 0,0 1 1,0 0-1,0 1 1,1 3 19,0-1 1,0 1-1,0-1 1,1 1 0,0-1-1,0 0 1,0 0 0,1 0-1,0 0 1,-1 0 0,2-1-1,-1 1 1,1-1-1,-1 0 1,1 0 0,6 5-1,11 8 116,0-1-1,25 15 0,23 9-25,1-4-1,95 35 0,-73-32-126,-85-37-34,-5-1 10,-1-1 1,1 0-1,-1 1 1,1-1-1,-1 1 1,1 0-1,-1 0 1,1-1-1,-1 1 1,1 0-1,-1 0 0,0 0 1,0 0-1,1 0 1,-1 1-1,0-1 1,0 0-1,0 0 1,0 1-1,0-1 0,0 3 1,-6-4-38,-63 5 209,38-4-146,0 2 0,0 0-1,0 2 1,-38 12 0,17 4-104,0 2 0,2 2-1,0 2 1,2 2 0,-58 48-1,102-75-177,-11 7-1106,3-7-3516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34.2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508 3 7732,'1'-2'7968,"-5"7"-6964,-15 19-908,-1-1 0,-1-1 0,-1-1 0,-44 32 0,12-8-59,17-14-21,-186 172-37,217-197 19,1 1 0,-1-1 0,1 1 0,0 0 0,-4 9 0,8-14-6,0 0 0,1-1 1,-1 1-1,0 0 0,1 0 1,-1 0-1,1-1 0,-1 1 0,1 0 1,0 0-1,0 0 0,0 0 1,0 0-1,0 0 0,0 0 1,0 0-1,1 0 0,-1-1 1,1 1-1,0 0 0,-1 0 1,1 0-1,0-1 0,0 1 1,0 0-1,0-1 0,0 1 0,0-1 1,3 3-1,11 6 36,1 0-1,1-1 1,-1 0 0,28 8-1,-33-12 3,128 49 219,-48-21 247,110 59 0,-194-89-478,-5-2-18,-1-1 0,1 1 0,0 0 0,0 0 0,-1 0 0,1 0 0,-1 0 0,1 0 0,-1 0 0,1 0 0,-1 1 0,1-1 0,-1 1 0,0-1 0,0 1 0,0-1 0,0 1 0,0-1 0,0 1 0,1 2 0,-6-3-517,0 0 1,0 0-1,0-1 0,0 1 0,0-1 0,0 0 0,-8-1 0,8 1-939,-23 0-7367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39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12230,'0'0'4327,"26"-16"-4156,80-54-105,-68 46-45,-2-2-1,42-38 1,-78 63-30,0 1 1,1 0 0,-1-1-1,0 1 1,0 0 0,1 0-1,-1 0 1,0-1 0,1 1-1,-1 0 1,0 0 0,1 0-1,-1 0 1,0-1 0,1 1 0,-1 0-1,0 0 1,1 0 0,-1 0-1,0 0 1,1 0 0,-1 0-1,0 0 1,1 0 0,-1 0-1,1 0 1,-1 0 0,0 0-1,1 0 1,-1 1 0,0-1-1,1 0 1,-1 0 0,0 0-1,0 0 1,1 1 0,-1-1-1,0 0 1,1 0 0,-1 1-1,0-1 1,1 1 0,7 20-58,-3 31 130,2 470 997,-4-296-214,2 46 62,-5-261-857,1 0 1,0 0 0,0 0-1,1 0 1,1 0-1,4 13 1,-6-23-47,0 1 1,1-1-1,-1 1 0,0-1 0,1 1 1,-1-1-1,1 0 0,-1 0 1,1 1-1,-1-1 0,4 1 1,-4-1-14,-1-1 0,0 0 0,1 0 0,-1 1 0,1-1 0,-1 0 0,1 0 0,-1 0 0,1 1 0,-1-1 0,1 0 0,-1 0 0,1 0 0,-1 0 0,1 0 0,-1 0 0,1 0 0,-1 0 0,1 0 0,-1 0 0,1 0 0,-1-1 0,1 1 0,-1 0 0,1 0 0,-1 0 0,0-1 1,1 1-1,-1 0 0,1 0 0,-1-1 0,1 1 0,-1 0 0,0-1 0,1 1 0,-1 0 0,0-1 0,1 1 0,-1-1 0,0 1 0,0-1 0,0 1 0,1-1 0,-1 1 0,0 0 0,0-1 0,0 0 0,3-17-877,-2 1 1,-1-29-1,-6-9-3791,-11 4-3515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39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10869,'0'0'4450,"214"-27"-3490,-157 12-960,0 6 0,-10 0-1776,-14 3-4323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0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10261,'0'0'6467,"217"-36"-6387,-160 21-80,-3-3-497,-11 3-2560,-6-1-5219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0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27 7812,'0'0'7459,"-6"-5"-6611,4 3-804,0 0 0,0 0-1,-1 0 1,1 1-1,0-1 1,-1 1-1,1-1 1,-1 1 0,1 0-1,-1 0 1,0 0-1,0 0 1,1 0-1,-1 1 1,0-1 0,0 1-1,0 0 1,0 0-1,1 0 1,-1 0-1,0 1 1,0-1 0,0 1-1,0-1 1,1 1-1,-1 0 1,0 0-1,1 0 1,-1 0 0,1 1-1,-1-1 1,-2 3-1,-5 3-40,0 2 0,1-1-1,-1 1 1,2 0-1,-1 1 1,1 0-1,1 0 1,0 1 0,0 0-1,-9 21 1,13-25-8,1 0 0,-1 1-1,1-1 1,1 1 0,-1-1 0,1 1 0,1 0 0,0 12 0,0-15-1,1 0 1,0 0 0,0 0-1,0 0 1,1 0-1,-1-1 1,1 1 0,1-1-1,-1 1 1,0-1-1,1 0 1,0 1-1,0-2 1,5 6 0,11 8 27,0-1 0,42 27 0,-42-32 15,-1 1 1,-1 1-1,0 0 0,-1 2 1,16 17-1,-28-27-22,-1 0-1,0 0 0,0 1 0,0-1 0,0 1 0,-1-1 0,0 1 0,0 0 0,-1 0 0,0 0 0,0 0 0,0 0 0,-1 0 0,0 11 0,0-15 0,0 1 0,0-1 0,0 1 0,-1-1-1,1 1 1,-1-1 0,0 1 0,1-1 0,-1 0 0,0 1 0,-1-1-1,1 0 1,0 0 0,-1 0 0,1 0 0,-1 0 0,1 0 0,-1 0-1,-4 3 1,3-3-29,0 0 0,0 0 0,-1-1 0,1 1 0,-1-1-1,1 0 1,-1 0 0,1 0 0,-1 0 0,0 0 0,0-1-1,-6 0 1,9 0-43,1 1 0,-1-1 0,1 0 0,-1-1 0,0 1-1,1 0 1,-1 0 0,1 0 0,-1 0 0,1 0 0,-1-1 0,1 1 0,-1 0-1,0 0 1,1-1 0,0 1 0,-1 0 0,1-1 0,-1 1 0,1-1 0,-1 1-1,1 0 1,0-1 0,-1 1 0,1-1 0,0 1 0,-1-1 0,1 1-1,0-1 1,0 0 0,-1 0 0,1-20-1954,0 11 522,0-39-7586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73 610 14903,'0'0'5309,"-2"-31"-4834,-1 7-467,1 10-43,1-1 0,0 1 0,0-1 0,2 1 0,0-1-1,0 1 1,2-1 0,0 1 0,0 0 0,1 0 0,1 0 0,10-20 0,2 2-876,21-58 1,-33 73 436,0 1 0,-1-1 0,-1 0 1,-1-1-1,1-26 0,-3 42 420,1-5-261,-1 0 0,0-1-1,-1 1 1,0 0 0,0-1 0,-3-7 0,3 13 272,0 0 0,0 0 0,0 0 1,-1 0-1,1 0 0,-1 0 0,1 0 0,-1 0 1,0 1-1,0-1 0,0 1 0,0-1 1,0 1-1,0 0 0,0 0 0,0 0 1,0 0-1,0 0 0,-1 0 0,1 1 0,-4-1 1,0-1 36,0 1 0,0 0 1,0 1-1,0-1 0,0 1 1,-7 1-1,10-1 12,1 1 1,-1-1-1,1 1 0,0-1 1,0 1-1,-1 0 0,1 0 0,0 0 1,0 0-1,0 0 0,0 1 1,0-1-1,0 0 0,0 1 1,0 0-1,1-1 0,-1 1 0,-1 2 1,-2 4 118,1 0 0,0 0 0,1 1 0,0-1 1,0 1-1,1 0 0,-1 9 0,-6 67 1397,9-77-1356,1 275 4289,0-268-4264,1 1 0,0-1-1,2 0 1,0 0 0,0 0 0,1 0-1,1-1 1,10 18 0,-12-24-148,1 0 0,1 0 0,0-1 0,0 0 0,0 1 0,1-2 0,0 1 0,0-1 0,0 0-1,1-1 1,0 0 0,0 0 0,1-1 0,15 6 0,-12-6-36,0 0 0,1-2 0,-1 0 0,1 0 0,0-1 0,-1 0 0,1-1 0,21-3-1,-25 1-135,0 1-1,-1-1 0,1 0 0,-1-1 1,0 0-1,0-1 0,0 0 0,0 0 1,0 0-1,-1-1 0,0 0 0,12-11 1,-11 8-617,-1 0 1,-1-1 0,1 0-1,-1 0 1,-1 0 0,0 0-1,0-1 1,-1 0 0,0 0 0,3-12-1,2-38-8285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70 10725,'0'0'2628,"3"-12"-2151,8-34-149,-8 35 1836,-10 10-2126,0 2 1,1-1-1,-1 1 0,0 0 1,1 1-1,-1-1 0,1 1 0,0 1 1,-1-1-1,1 1 0,0 0 0,0 0 1,1 1-1,-1 0 0,1 0 1,0 0-1,0 0 0,0 1 0,0 0 1,1 0-1,0 0 0,-5 9 1,-2 3 33,1 1 0,1 1 0,1 0 0,1 0 1,0 0-1,2 1 0,0 0 0,-4 33 0,3 18 850,3 77-1,3-124-642,-1-16-202,1 0 0,1-1 0,-1 1 0,1-1 0,1 1 0,-1-1 0,1 1 0,4 7 0,-5-12-67,1 0 0,0 0-1,0-1 1,0 1 0,0-1 0,0 0-1,0 1 1,1-1 0,-1 0 0,1 0-1,-1-1 1,1 1 0,0 0 0,0-1-1,0 0 1,0 0 0,0 0 0,0 0-1,0 0 1,0 0 0,5 0 0,-1-1-19,0 1 0,0-1 0,0 0 0,0-1 0,0 1 0,0-1 1,0-1-1,0 1 0,0-1 0,-1-1 0,1 1 0,-1-1 0,0 0 1,1-1-1,-1 1 0,0-1 0,-1 0 0,8-7 0,2-4-313,-1 0-1,0-1 0,-1 0 0,-1-1 0,11-19 1,-14 21-519,0-2 0,-1 1 0,0-1 0,-2 0 0,0 0 1,-1-1-1,0 0 0,-2 0 0,0 0 0,-1 0 0,0-23 1,-2-26-3637</inkml:trace>
  <inkml:trace contextRef="#ctx0" brushRef="#br0" timeOffset="1">224 70 5442,'4'1'299,"0"0"0,-1 1-1,1 0 1,-1 0 0,1 0-1,-1 0 1,0 1 0,0-1-1,5 5 1,-6-4-98,-1 0 0,1 0 1,-1-1-1,0 1 0,0 0 0,0 0 0,0 0 0,-1 0 0,1 1 1,-1-1-1,1 0 0,-1 0 0,-1 4 0,1 33 1412,-1-6-691,1 0-1,2-1 1,1 1 0,14 62 0,2-32-533,-4 0 0,-2 1 0,-3 1 0,2 89 0,-11-119-316,-4 115 61,1-132-136,0 0 0,-2 0 1,0 0-1,-1 0 1,-13 30-1,9-30-32,0-1 1,-1 1-1,-1-2 1,-25 31-1,31-42-98,-1 0 0,0 0 0,-1 0-1,1 0 1,-1-1 0,-1 0 0,1-1 0,0 0 0,-1 0-1,0 0 1,0-1 0,0 0 0,0-1 0,-11 2 0,8-2-491,1-1 0,-1 0 0,1-1 0,-13-1 0,20 1 345,0 0 0,0-1 0,0 1-1,1-1 1,-1 0 0,0 0 0,0 0 0,1 0-1,-1 0 1,1-1 0,-1 1 0,1-1 0,-1 0-1,1 0 1,0 0 0,0 0 0,0 0-1,0 0 1,-3-5 0,2 0-716,-1-1-1,1 0 1,-3-13-1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46 4338,'0'0'5418,"-7"-7"-4703,-20-21 153,26 27-617,0 0 0,0 0 1,0 0-1,0 1 1,0-1-1,0 0 1,0 0-1,0 1 1,-1-1-1,1 1 0,0-1 1,0 1-1,0 0 1,-1-1-1,-1 1 1,2 0-219,0 0-1,0 1 1,0-1 0,0 0 0,-1 1 0,1-1 0,0 1 0,0 0 0,0-1 0,0 1 0,0 0 0,0 0-1,0-1 1,1 1 0,-1 0 0,0 0 0,0 0 0,1 0 0,-1 0 0,0 0 0,1 0 0,-1 0-1,1 0 1,-1 1 0,1-1 0,-1 2 0,-2 18 244,1 0 0,1 0 0,2 42 0,1-11 165,-3-2-3,1 76 1209,21 181 0,-20-302-1619,0 7 64,1-1 0,0 1 0,0 0 0,1-1 1,1 0-1,0 0 0,1 0 0,7 13 0,-12-23-85,0-1 0,1 1 0,-1-1-1,0 1 1,1-1 0,-1 1 0,1-1 0,-1 1 0,1-1-1,-1 1 1,1-1 0,-1 0 0,1 1 0,-1-1-1,1 0 1,-1 1 0,1-1 0,0 0 0,-1 0-1,1 0 1,1 1 0,-2-1-6,0-1 1,1 1-1,-1 0 1,1 0-1,-1-1 1,1 1-1,-1 0 1,1 0-1,-1-1 1,0 1-1,1 0 0,-1-1 1,0 1-1,1-1 1,-1 1-1,0 0 1,0-1-1,1 1 1,-1-1-1,0 0 1,8-29 3,-1-322-4070,-8 336 3750,-8-236-2864,8 247 3161,1 0-1,1 1 1,-1-1-1,0 0 1,1 1-1,0-1 1,0 1-1,1-1 1,-1 1-1,3-5 0,-3 7 53,0 1-1,1 0 0,-1-1 0,0 1 0,1 0 0,-1 0 1,1 0-1,-1 0 0,1 0 0,0 0 0,-1 0 0,1 0 0,0 1 1,-1-1-1,1 1 0,0-1 0,0 1 0,0 0 0,0-1 1,-1 1-1,1 0 0,0 0 0,0 1 0,0-1 0,0 0 0,-1 0 1,1 1-1,3 1 0,-2-1 41,-1-1 0,1 2-1,-1-1 1,1 0 0,-1 1 0,0-1 0,0 1 0,1-1 0,-1 1-1,0 0 1,0 0 0,-1 0 0,1 0 0,0 1 0,-1-1-1,3 5 1,3 6 276,-2 0-1,6 15 0,-6-15-51,20 67 1557,22 120 0,17 56-440,-62-248-1394,0-3-9,-1-1 1,1 1 0,0-1-1,0 0 1,0 0 0,5 7 0,-7-11-14,0 0 1,0 0 0,0 0 0,0 0 0,0 0-1,0 0 1,0 0 0,0 0 0,0-1 0,0 1 0,0 0-1,0 0 1,0 0 0,0 0 0,0 0 0,0 0-1,0 0 1,0 0 0,0 0 0,0 0 0,0-1 0,0 1-1,0 0 1,0 0 0,1 0 0,-1 0 0,0 0-1,0 0 1,0 0 0,0 0 0,0 0 0,0 0 0,0 0-1,0 0 1,0 0 0,0 0 0,1 0 0,-1 0-1,0 0 1,0 0 0,0 0 0,0 0 0,0 0 0,0 0-1,0 0 1,0 0 0,0 0 0,1 0 0,-1 0-1,0 0 1,0 0 0,0 0 0,0 0 0,0 0 0,0 0-1,0 0 1,0 0 0,0 1 0,0-1 0,0 0-1,1 0 1,1-25-256,-3-51-1,0 26-441,1 40 597,5-146-1910,-2 132 1592,0 1 1,2 0 0,0 0-1,16-38 1,-8 30 52,31-54 0,-40 78 351,1-1 0,0 1 0,0 1 0,0-1 0,1 1 0,0-1 0,0 2 0,1-1 0,0 1 0,0 0 0,0 0 0,14-6 0,-19 10 41,1 0 1,0 0-1,-1 0 1,1 0-1,0 1 0,0-1 1,0 1-1,0 0 1,-1 0-1,1 0 1,0 0-1,0 0 1,0 1-1,0-1 1,0 1-1,-1 0 1,1 0-1,0 0 0,-1 0 1,1 0-1,-1 1 1,1-1-1,-1 1 1,1-1-1,-1 1 1,0 0-1,0 0 1,0 0-1,0 0 1,0 1-1,0-1 0,-1 0 1,3 4-1,2 7 273,0 0-1,-1 1 0,-1-1 0,0 1 1,3 18-1,-6-28-251,7 47 666,-2 1 0,-3-1 0,-3 54 0,3 54-169,-2-139-489,-1-44-11215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2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1 391 7267,'0'0'8692,"15"-20"-8185,49-70-256,-52 73-378,-1 0 0,-1-1-1,0-1 1,-1 0 0,6-21 0,-11 28-170,-1-1 1,-1 0-1,0 0 1,-1-1-1,0 1 1,-1 0 0,-3-22-1,2 34 333,1-1-1,-1 1 1,0 0-1,0-1 1,0 1-1,0 0 0,0-1 1,0 1-1,0 0 1,0 0-1,0 0 1,-1 0-1,1 0 1,0 0-1,-1 0 1,1 1-1,-1-1 1,1 0-1,-1 1 1,1-1-1,-1 1 0,0 0 1,1-1-1,-1 1 1,-2 0-1,3-1-14,-1 1-1,1 0 1,-1 0-1,0 0 1,1 0-1,-1 0 1,1 0-1,-1 0 1,1 0-1,-1 0 1,1 1-1,-1-1 1,1 1-1,0-1 1,-1 1-1,1-1 1,-1 1-1,1 0 1,0 0-1,0 0 1,-1 0-1,1 0 1,0 0-1,0 0 1,0 0-1,0 0 0,0 0 1,0 1-1,-1 1 1,-1 12 212,0 0-1,1 0 1,1 0 0,0 0-1,3 27 1,-1 1 342,4 88 1224,-3-113-1544,1-1 0,1 0 1,0 0-1,1 0 0,11 23 0,-10-26-137,1-1 1,0 0-1,1 0 0,1 0 1,0-1-1,1-1 0,15 16 1,-18-21-101,0-1 1,1 1 0,-1-1-1,1-1 1,1 1 0,-1-1 0,0-1-1,1 1 1,0-1 0,0-1-1,-1 0 1,2 0 0,10 0 0,-13-1-96,1 0 0,-1-1 1,1 0-1,-1-1 0,1 1 1,-1-1-1,1-1 0,-1 1 1,0-1-1,0-1 1,0 1-1,0-1 0,0-1 1,0 1-1,-1-1 0,0 0 1,0 0-1,0-1 0,0 0 1,0 0-1,8-11 0,-3 1-1030,0 1-1,-1-1 1,-1-1-1,0 0 1,-1 0-1,6-20 1,3-33-5785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11493,'0'0'3092,"-2"32"-525,0-12-2137,-7 214 3318,8-169-2925,2 79 498,1-120-1120,1 1 0,1 0 0,13 41 0,-9-46-123,-6-42-25,-2-29-351,5-135-2901,-2 162 2437,0 0 0,2 1 1,1-1-1,0 1 0,18-40 0,-13 42 334,0 1 1,1 0-1,22-28 1,-25 38 437,-1 0 0,1 1 1,1 0-1,-1 0 0,2 1 1,-1 0-1,20-10 0,-24 15 74,-1 1 0,1 0 0,0 0 0,-1 1 0,1 0 0,10-2-1,-13 3-4,-1 0 0,1 0 0,-1 0 0,1 0-1,0 0 1,-1 1 0,1-1 0,-1 1-1,0 0 1,1 0 0,-1 0 0,0 0-1,1 0 1,-1 0 0,0 0 0,0 1-1,0-1 1,3 3 0,0 3 161,0-1 0,-1 1 0,0 0 0,0 0 0,0 1 0,-1-1 0,0 1 0,3 13 0,-1 3 515,5 44 1,-5 180 1597,-6-158-2238,1-89-942,0-6-1097,0-70-7035,0 22-1018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12486,'0'0'4028,"6"-3"-3638,-6 3-374,1-1 0,-1 1 1,1-1-1,-1 1 0,1-1 1,0 1-1,-1-1 0,1 1 0,0 0 1,0 0-1,-1-1 0,1 1 1,0 0-1,-1 0 0,1 0 1,0 0-1,0-1 0,0 1 1,-1 0-1,1 1 0,0-1 0,0 0 1,-1 0-1,1 0 0,0 0 1,0 1-1,-1-1 0,1 0 1,0 0-1,-1 1 0,1-1 1,0 1-1,-1-1 0,1 1 0,-1-1 1,1 1-1,0 0 0,1 4 102,0 0-1,-1 0 0,1 0 1,-1 0-1,-1 0 0,1 6 1,1 4 68,21 318 2612,-16-166-2069,-5-134-600,14 165 437,-11-164-498,1 0 1,1-1-1,20 54 1,-24-79-66,1-1 1,-1 1 0,9 11 0,-11-18-23,0 1 0,0-1 0,0 1 1,0-1-1,1 1 0,-1-1 0,1 0 1,-1 0-1,1 0 0,-1 0 0,1 0 1,0 0-1,0 0 0,-1-1 0,1 1 0,0-1 1,0 1-1,0-1 0,-1 0 0,4 1 1,-4-1-71,0-1 0,0 1 1,0 0-1,0 0 0,0-1 1,0 1-1,0-1 1,0 1-1,0-1 0,-1 1 1,1-1-1,0 1 0,0-1 1,-1 0-1,1 0 0,0 1 1,-1-1-1,1 0 0,-1 0 1,1 0-1,-1 0 0,1 1 1,-1-1-1,1 0 1,-1 0-1,0 0 0,0 0 1,1 0-1,-1 0 0,0 0 1,0-2-1,1-39-3233,-1 31 1931,0-44-5799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13190,'0'0'2929,"190"0"-1168,-99-15-1105,-5 0-656,-12 3-336,-27 12-2817,-20 0-6371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5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252 130 10149,'0'0'4946,"0"-4"-4429,0-3-237,0 5-222,1 0 1,-1 0-1,0 0 1,0 1-1,0-1 0,0 0 1,0 0-1,-1 0 0,1 0 1,0 0-1,-1 1 1,1-1-1,-1 0 0,0 0 1,0 1-1,1-1 1,-1 0-1,0 1 0,-1-1 1,1 1-1,0-1 0,0 1 1,-2-2-1,-4-1-51,1 1 0,-1 0-1,0 0 1,0 1-1,0 0 1,0 0 0,0 0-1,0 1 1,-1 0 0,1 1-1,-9 0 1,11 0-6,1 0 1,-1 1-1,0 0 0,0 0 1,1 0-1,-1 0 0,0 1 1,1 0-1,-1 0 1,1 0-1,0 0 0,0 1 1,0-1-1,0 1 0,0 0 1,1 1-1,-6 5 0,2 0 0,0 1-1,1 0 1,0 1-1,1-1 1,0 1-1,1 0 0,0 0 1,1 0-1,0 1 1,-1 11-1,0 15 47,1 67-1,3-80-5,-1 23 335,3-1 0,1 1 0,13 60 0,-12-92-164,1-1 0,0 1 0,1-1 0,0 0-1,15 24 1,-15-30-111,1 0 0,0-1-1,0 0 1,0 0 0,1 0 0,1-1 0,-1 0-1,1 0 1,15 7 0,-13-8-68,0-1-1,0-1 1,0 0-1,1-1 1,0 0 0,0-1-1,0 0 1,0 0-1,0-2 1,0 1 0,0-2-1,14-1 1,-12 0 5,1-1 1,-1 0 0,0-1 0,0 0-1,-1-1 1,1-1 0,-1 0 0,0-1-1,18-12 1,-12 3-67,1 0-1,-2-1 1,0 0-1,-1-2 1,-1 0-1,-1-1 1,0-1-1,-2 0 1,0-1-1,12-30 1,-13 21-123,-1-1 0,-1 1 0,-2-2 0,-2 1 0,0-1 0,-3 0 0,1-44 0,-4-191-1249,0 268 1370,-3 5 30,-3 143 732,4-63-212,-1 234 1138,3-293-1526,0-21-113,0 16 110,0 0 0,1 1 0,1-1 0,10 39 0,-11-55-115,0 0 0,1-1 0,0 1-1,0 0 1,1-1 0,-1 0 0,1 0 0,0 0 0,0 0-1,0 0 1,1 0 0,-1-1 0,1 1 0,0-1 0,0 0-1,0-1 1,0 1 0,1-1 0,-1 1 0,1-1 0,-1 0-1,1-1 1,0 1 0,0-1 0,0 0 0,5 0 0,-3 0-31,0 0 0,0-1 1,-1 0-1,1-1 0,0 0 1,0 0-1,-1 0 0,1 0 1,-1-1-1,1 0 0,-1-1 1,0 0-1,7-3 0,-4 0-53,-1 0 0,1 0 0,-1-1 0,0 0 0,0-1 1,-1 0-1,10-14 0,-2 0-139,-2-1 0,0 0 0,-1-1 0,-2 0 0,15-51 0,-18 47-27,-1 0-1,-2-1 0,0 1 0,-2-1 1,-1 0-1,-1 0 0,-7-49 0,4 64 142,-1 0 0,-1 0 1,0 0-1,-1 1 0,0 0 0,-1 0 0,0 1 0,-1 0 0,-15-18 0,17 22 92,-1 0 1,0 1-1,0 0 0,0 1 0,-1 0 0,0 0 0,0 0 0,-1 1 0,1 0 0,-1 1 1,0 0-1,0 1 0,-1-1 0,1 2 0,-11-3 0,13 4 30,-1 1 0,1-1 0,-1 1 0,1 0 1,-1 1-1,-9 2 0,13-2-15,0 0-1,0 1 1,0 0 0,0-1 0,0 2-1,1-1 1,-1 0 0,1 1 0,-1 0-1,1-1 1,-5 7 0,7-8-50,-16 18 221,-22 29 0,35-43-460,1 1 1,-1-1-1,1 1 0,0 0 0,1 0 0,0 0 1,-1 0-1,2 0 0,-1 1 0,1-1 0,-1 9 0,2-5-4706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6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32 228 3362,'0'0'514,"1"-8"426,21-68 3317,-22 73-4063,1-1-1,0 1 0,-1-1 0,1 1 0,-1 0 0,0-1 0,0 1 0,-1-1 0,1 1 0,-1-1 0,1 1 0,-3-5 0,2 6-139,1 1-1,-1-1 0,0 1 0,0 0 1,-1 0-1,1-1 0,0 1 1,0 0-1,0 0 0,-1 0 0,1 0 1,-1 0-1,1 0 0,-1 1 1,1-1-1,-1 0 0,1 1 0,-1-1 1,0 1-1,1 0 0,-1-1 1,1 1-1,-1 0 0,0 0 0,-3 0 1,5 1-49,-1-1 1,0 0 0,0 1 0,0-1 0,1 1-1,-1-1 1,0 1 0,0-1 0,1 1-1,-1-1 1,1 1 0,-1 0 0,0 0 0,1-1-1,-1 1 1,1 0 0,0 0 0,-1-1 0,1 1-1,0 0 1,-1 0 0,1 0 0,0 0-1,0-1 1,0 1 0,-1 0 0,1 0 0,0 0-1,0 0 1,1 2 0,-1 42 324,1-26-143,-1 23 399,-1 111 2511,26 202-1,-24-345-3001,6 30 232,-7-38-310,0-1-1,1 1 0,-1 0 1,1-1-1,-1 1 1,1-1-1,0 1 0,-1-1 1,1 0-1,0 1 1,0-1-1,0 0 0,0 0 1,0 1-1,0-1 1,1 0-1,-1 0 0,2 1 1,-2-2-17,-1 1 0,0-1 0,1 0 0,-1 0 1,1 0-1,-1 0 0,1 0 0,-1 0 0,1 0 1,-1 1-1,1-1 0,-1 0 0,1-1 0,-1 1 0,0 0 1,1 0-1,-1 0 0,1 0 0,-1 0 0,1 0 1,-1-1-1,1 1 0,-1 0 0,0 0 0,1 0 1,-1-1-1,0 1 0,1 0 0,-1-1 0,0 1 0,1 0 1,-1-1-1,1 0 0,4-17-28,-4 12 26,9-57-1531,-3-1 0,-2-102 0,-5 99-1113,3-1 0,16-93 0,-17 149 2673,10-38-316,-11 46 472,1 0 0,-1 0 0,1 0 0,0 0-1,0 1 1,1-1 0,-1 0 0,1 1 0,4-5-1,-6 7-17,0 0 0,0 1 0,0-1 0,0 0-1,0 1 1,0-1 0,1 1 0,-1-1 0,0 1-1,0 0 1,1-1 0,-1 1 0,0 0 0,0 0-1,1 0 1,-1 0 0,0 0 0,1 0 0,-1 1-1,0-1 1,0 0 0,0 1 0,1-1 0,-1 0-1,0 1 1,0-1 0,0 1 0,0 0 0,0 0 0,2 0-1,0 4 151,1 1 1,-1-1-1,0 1 0,0 0 0,-1-1 0,0 1 0,3 10 1,8 51 1293,-8-39-1052,29 201 2147,5 24-1713,-33-227-959,-5-25-8,-1-3-16,1 0 0,-1 1 0,1-1 0,-1 0-1,0 0 1,0 0 0,0 1 0,0-1 0,0 0 0,0 0 0,-1-2 0,0-9 6,1-269-2698,0 261 2511,1 0 1,2 1-1,0-1 0,1 1 0,1 0 0,0 0 0,2 0 0,0 1 0,2 0 1,0 0-1,1 1 0,0 0 0,2 1 0,16-20 0,-18 25 177,0 0 0,1 0 0,1 1-1,21-17 1,-29 25 19,0 0-1,1 1 0,-1 0 0,0 0 0,0 0 1,1 0-1,0 0 0,-1 1 0,1 0 0,0 0 1,-1 0-1,1 1 0,0-1 0,0 1 0,0 0 1,-1 1-1,1-1 0,0 1 0,0 0 0,5 2 1,-7-2 43,1 1 0,-1 0 1,0 0-1,1 0 0,-1 1 0,0-1 1,0 1-1,-1 0 0,1 0 0,0 0 1,-1 0-1,0 0 0,0 1 0,0-1 1,2 4-1,4 10 372,10 34 0,-15-41-307,10 39 334,-3 0-1,-2 0 0,-2 1 0,0 60 1,3 28-391,-7-126-231,-1-10-686,-1-5-1382,-1-16-1006,-1-20-1467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7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8724,'0'0'4885,"0"-3"-4247,0-11 367,0 10 1661,11 6-1783,-8 2-862,0-1 1,0 2-1,0-1 1,-1 0-1,1 0 1,-1 1 0,0-1-1,0 1 1,-1 0-1,1-1 1,0 9-1,2 1 131,16 65 1066,16 161 0,-2-10 20,-32-221-1176,-2-6-26,1 1 1,-1-1-1,1 1 0,0-1 1,0 1-1,0-1 1,0 0-1,1 1 0,-1-1 1,1 0-1,0 0 0,0 0 1,4 5-1,-1-9 99,-2-10-48,26-297-1859,-1 3 19,-24 276 1753,-2 13 5,1-1-1,1 1 0,0 0 0,8-19 1,-12 34 11,0 1 1,1-1 0,-1 0-1,0 1 1,1-1-1,-1 0 1,1 0 0,-1 1-1,1-1 1,-1 1 0,1-1-1,-1 1 1,1-1 0,0 1-1,-1-1 1,1 1 0,0-1-1,-1 1 1,1 0 0,0-1-1,0 1 1,-1 0 0,1 0-1,0-1 1,0 1 0,-1 0-1,1 0 1,0 0-1,0 0 1,0 0 0,-1 0-1,1 0 1,1 1 0,0-1 34,-1 1 0,1 0 0,0 0 0,-1 0 0,0 0 0,1 0 0,-1 0 0,0 0 0,1 0 0,-1 0 0,0 0 0,0 1 0,0-1 0,0 1 0,1 2 0,7 14 286,-2 0-1,0 1 1,-2 0 0,7 37 0,6 86 745,-17-129-983,9 165 998,5 44-231,-14-216-859,8 46 8,-9-49-21,1 1 1,1-1-1,-1 1 1,0-1-1,1 1 0,0-1 1,0 0-1,0 0 1,0 0-1,5 5 0,-4-7-39,-2-9 3,0 3 15,3-65-620,3 1 0,3 0 0,23-79 0,-25 119 403,2-1 1,1 2-1,1 0 0,1 0 1,2 1-1,1 1 1,1 0-1,1 1 1,40-43-1,-54 64 238,0 0-1,0 0 1,0 0 0,1 1-1,0-1 1,-1 1-1,1 0 1,1 1 0,-1-1-1,0 1 1,0 0 0,1 0-1,-1 0 1,1 1-1,0 0 1,-1 0 0,9 0-1,-12 1 29,0 0-1,-1 1 0,1-1 0,0 0 1,0 1-1,-1-1 0,1 1 1,0-1-1,-1 1 0,1 0 0,-1 0 1,1 0-1,-1 0 0,1 0 1,-1 0-1,1 0 0,1 3 0,0-1 49,0 1 0,-1-1 0,0 1-1,0 0 1,0 0 0,0 0-1,1 6 1,2 7 271,-1 0 0,2 34 0,-5-44-277,5 295 2113,-8-180-2132,2-121-121,1 0 0,-1-1 0,0 1 0,0 0 0,0 0 0,0 0 0,0-1 0,0 1 0,0 0 0,0 0 0,0-1 0,-1 1 0,1 0 0,0-1 0,0 1 0,-1 0 0,1 0 0,0-1 0,-1 1 0,1 0 0,-1-1 0,1 1 0,-1-1 0,1 1 0,-1-1 0,1 1 0,-1-1 0,0 1 0,1-1 0,-1 1 0,1-1 0,-1 0 0,0 1 0,0-1 0,1 0 0,-1 0 0,0 1 0,1-1 0,-1 0 0,0 0 0,0 0 0,0 0 0,1 0 0,-2 0 0,2 0-66,-1 0 0,1 0 0,-1-1 1,1 1-1,0 0 0,-1 0 0,1 0 0,-1 0 0,1-1 1,0 1-1,-1 0 0,1 0 0,-1-1 0,1 1 0,0 0 0,-1-1 1,1 1-1,0 0 0,0-1 0,-1 1 0,1 0 0,0-1 1,0 1-1,0-1 0,-1 1 0,1-1 0,0 1 0,0 0 0,0-1 1,0 1-1,0-1 0,0 1 0,0-1 0,0 1 0,0-1 0,0 1 1,0 0-1,0-1 0,0 1 0,0-1 0,1 1 0,-1-1 1,0 0-1,0-5-1557,0-32-6152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7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8 106 11317,'0'0'5867,"-1"-4"-5347,-4-7 278,3 15 279,3 29 655,0-10-1889,3 39 695,3-1 0,27 114 0,-32-168-477,7 34 223,16 41-1,-21-71-238,0 1-1,1-1 1,1 0 0,0-1-1,1 0 1,0 0-1,0 0 1,10 10 0,-11-16-42,-1 0 0,0 0 0,1-1 1,0 0-1,0 0 0,0 0 0,0-1 1,0 0-1,0 0 0,1 0 0,-1-1 1,1 0-1,-1 0 0,1-1 0,-1 0 1,1 0-1,-1-1 0,1 1 0,0-1 1,-1-1-1,0 1 0,10-4 0,-9 1-17,-1 1 1,0-1-1,0 0 0,-1-1 0,1 1 0,-1-1 1,0 0-1,5-8 0,34-49-577,-31 40 7,-1 0 0,-1-1-1,-1 0 1,-1-1 0,-1 0 0,-1 0-1,-1-1 1,-1 0 0,-2 0 0,0 0-1,-2-39 1,-1 53 470,-1-1 0,0 1 0,-1-1-1,0 1 1,-1-1 0,0 1 0,0 0 0,-2 0 0,1 0-1,-1 1 1,-1 0 0,0 0 0,0 0 0,-1 0 0,0 1 0,-1 0-1,0 1 1,-12-10 0,13 11 344,-1 0 0,0 1 0,-1 0 0,1 0 0,-1 1 0,0 0 1,0 1-1,-1 0 0,0 0 0,1 1 0,-1 0 0,0 1 0,0 0 0,-1 1 0,1 0 0,-19 0 0,26 1-185,0 1 0,0-1 0,0 0-1,0 1 1,0 0 0,0 0 0,0 0-1,0 0 1,0 0 0,0 0 0,1 1 0,-1-1-1,0 1 1,1 0 0,0 0 0,-1 0-1,1 0 1,0 0 0,0 1 0,0-1 0,-3 5-1,3-3-311,0-1-1,1 1 1,-1-1-1,1 1 0,-1 0 1,1 0-1,0 0 1,1 0-1,-1 0 1,1 6-1,0-3-4809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6 123 11877,'0'0'7073,"0"35"-5728,-3 238 1640,2-207-2092,-1-26-227,2 0 1,8 55-1,-8-92-645,1 0 1,-1 0-1,1 0 1,0 0 0,0 0-1,0-1 1,0 1-1,0 0 1,1-1-1,-1 1 1,1-1-1,0 1 1,0-1-1,0 0 1,0 0-1,0 1 1,0-2-1,5 4 1,-5-4-20,-1 0 1,1-1-1,0 1 1,0-1-1,0 0 1,0 0 0,0 0-1,0 0 1,0 0-1,0 0 1,0 0-1,0-1 1,0 1 0,0-1-1,0 1 1,0-1-1,-1 0 1,1 1-1,0-1 1,0 0-1,-1 0 1,1-1 0,0 1-1,-1 0 1,1 0-1,-1-1 1,0 1-1,1-1 1,1-2 0,10-15-49,0-1 0,-2 0 0,0-1 0,-1 0 1,7-24-1,47-144-1951,-45 124 315,3 0 0,50-101 0,-69 162 1654,-1-2 30,1 1 0,0-1 0,0 1 1,1-1-1,0 1 0,0 0 0,0 0 0,0 1 0,1-1 0,0 1 0,9-6 0,-13 9 14,0 1 0,0-1 1,0 1-1,0 0 0,0-1 1,0 1-1,0 0 0,0 0 0,1 0 1,-1 0-1,0 0 0,0 0 1,0 0-1,0 0 0,0 0 0,0 1 1,0-1-1,0 0 0,1 1 0,-1-1 1,0 1-1,-1-1 0,2 2 1,1 0 47,-1 0 1,0 0-1,1 0 1,-1 1-1,0-1 1,-1 1-1,1-1 0,2 6 1,16 31 1081,25 80 1,6 52 165,-48-160-1278,19 85 369,-15-61-160,1 0 1,26 64 0,-34-98-270,0 0 1,0 0-1,1 0 1,-1 0 0,0-1-1,1 1 1,-1 0-1,1 0 1,-1 0-1,1-1 1,-1 1 0,1 0-1,-1 0 1,1-1-1,0 1 1,0-1-1,-1 1 1,1 0-1,0-1 1,0 0 0,0 1-1,-1-1 1,1 1-1,0-1 1,0 0-1,0 0 1,2 1-1,-2-2-103,-1 1 0,1-1-1,0 0 1,0 1 0,0-1-1,-1 0 1,1 0 0,0 1-1,-1-1 1,1 0 0,-1 0-1,1 0 1,-1 0 0,0 0-1,1 0 1,-1 0 0,0 0-1,1 0 1,-1 0 0,0 0-1,0 0 1,0 0 0,0 0-1,0-2 1,0-36-4740,0-9-4162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9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64 6723,'0'0'8460,"2"-9"-7862,1-3-359,-2 6 127,1 1-1,-1-1 1,0 1 0,-1-1-1,0-8 798,-2 15-1145,0 0 0,-1 0-1,1 1 1,0-1 0,-1 1 0,1-1-1,0 1 1,0 0 0,0 0-1,1 0 1,-1 0 0,0 0-1,1 0 1,-1 0 0,-1 5 0,-1-1 5,-20 34 8,1 2-1,-26 67 0,11-21-3,-200 435 63,229-497-85,5-12-484,2-28-341,3 0 129,1 0-1,1 0 0,0 0 1,1 0-1,0 1 0,1 0 0,0 0 1,1 0-1,8-12 0,11-27-2779,-7 4-467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9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7732,'0'0'4842,"17"-11"-4439,58-33 173,-73 42-508,0 1 1,0-1-1,1 1 0,-1 0 0,1 0 1,-1 0-1,1 0 0,0 0 1,-1 0-1,1 1 0,0-1 1,-1 1-1,1 0 0,0 0 1,0 0-1,-1 0 0,4 1 1,6 0 387,-9-1-345,0 0 0,0 0-1,0 0 1,0 1 0,0-1 0,0 1 0,0-1 0,-1 1-1,1 0 1,0 0 0,0 1 0,-1-1 0,4 3-1,-2-1-36,-1 0 0,0 0-1,0 1 1,0 0 0,-1-1-1,1 1 1,-1 0 0,3 6-1,5 12 189,-1 1 0,-1 0 0,-1 1 0,6 30 0,7 101 778,-18-138-927,16 210 1390,25 180 233,-39-388-1695,0-1 0,1-1 0,0 1 0,10 18 0,-14-33-41,1 1 0,0-1 1,0 1-1,0-1 0,0 0 0,0 0 1,1 0-1,-1 0 0,1 0 0,0-1 0,0 1 1,0-1-1,0 1 0,0-1 0,1 0 0,-1 0 1,1-1-1,-1 1 0,1-1 0,0 0 1,-1 0-1,1 0 0,0 0 0,6 0 0,-9-1-20,0-1 0,0 1-1,0 0 1,-1-1 0,1 1-1,0-1 1,0 1 0,0-1-1,0 1 1,-1-1 0,1 0-1,0 1 1,0-1-1,-1 0 1,1 1 0,-1-1-1,1 0 1,-1 0 0,1 0-1,-1 0 1,1 0 0,-1 0-1,0 1 1,1-1 0,-1 0-1,0 0 1,0 0 0,0 0-1,0 0 1,0 0-1,0-1 1,1-39-1072,-1 33 661,1-1-312,-1 0 1,-1-1-1,0 1 1,0 0-1,-1-1 1,0 1-1,0 0 1,-7-16-1,-24-26-4481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49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13398,'0'0'4482,"228"-55"-3793,-155 34-689,1 6-401,-4 6-2528,-3-3-5971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50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16 10181,'0'0'4162,"-4"-2"-3797,0-1-212,3 2-81,0 0 0,0 0-1,0 0 1,-1 0-1,1 0 1,0 1 0,-1-1-1,1 0 1,0 1-1,-1-1 1,1 1 0,-1 0-1,1-1 1,-3 1-1,3 0-49,1 0 0,0 0 0,-1 0 1,1 0-1,0 0 0,-1 0 0,1 0 0,0 1 0,0-1 0,-1 0 0,1 0 0,0 0 0,0 0 0,-1 0 0,1 1 0,0-1 0,0 0 0,-1 0 0,1 1 0,0-1 0,0 0 0,0 0 1,0 1-1,-1-1 0,1 0 0,0 0 0,0 1 0,0-1 0,0 0 0,-5 14 287,0 0 0,1 0 0,1 0 1,1 1-1,0-1 0,-1 20 0,0 1 229,-39 445 4051,41-372-3815,1-108-773,0 0 1,0 0-1,0 0 1,0 1-1,1-1 1,-1 0-1,0 0 1,0 0-1,0 0 1,0 0-1,0 0 1,0 0-1,0 1 1,0-1-1,0 0 1,1 0-1,-1 0 1,0 0-1,0 0 1,0 0-1,0 0 1,0 0-1,0 0 1,1 0-1,-1 0 1,0 0-1,0 0 1,0 0-1,0 0 1,0 0-1,0 0 1,1 0-1,-1 0 1,0 0-1,0 0 1,0 0-1,0 0 1,0 0-1,1 0 1,-1 0-1,0 0 1,0 0-1,0 0 1,0 0-1,0 0 1,0 0-1,1 0 0,-1-1 1,0 1-1,0 0 1,0 0-1,0 0 1,0 0-1,0 0 1,9-8-1,1-14-26,0-1 1,11-41 0,-17 49-37,32-111-974,28-83-2238,-54 181 2814,2 1-1,1 0 1,1 1 0,1 0-1,22-27 1,-29 42 383,1 1 0,0 1 0,0 0 0,1 0 0,11-7 0,-17 13 74,1 0 1,0 0-1,0 1 1,0 0-1,0-1 0,0 2 1,0-1-1,0 1 0,1 0 1,-1 0-1,1 0 0,-1 1 1,0 0-1,8 0 0,-10 1 29,-1-1 0,1 1 0,0 0 1,0 0-1,-1 1 0,1-1 0,-1 1 0,1-1 0,-1 1 0,1 0 0,-1-1 0,0 1 0,0 1 0,0-1 0,0 0 0,0 0 0,-1 1 0,1-1 0,0 1 0,1 4 0,4 8 319,-2-1 1,8 26-1,-11-31-173,5 18 291,-2 1 0,-1 0 1,1 31-1,-4 88 839,-2-77-744,1 185-68,0-252-1742,0-8-1393,0-23-1780,0-17-2982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50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96 10261,'0'0'6181,"-5"-6"-5631,0-2-323,4 5-109,-1 1 0,1-1 0,-1 1 0,0-1-1,0 1 1,0 0 0,0 0 0,0 0 0,0 0-1,-5-3 1,3 2 105,0 1 0,0 0 0,-1 0 0,1 1 0,0-1 0,-1 1 0,1 0 0,-7-1 1,9 2-221,1-1 0,-1 1 0,0 0 0,0 0 0,0 0 0,0 0 0,1 0 1,-1 1-1,0-1 0,0 1 0,1-1 0,-1 1 0,0-1 0,1 1 1,-1 0-1,0 0 0,1 0 0,-1 0 0,1 0 0,-1 0 0,1 0 1,0 0-1,0 1 0,-1-1 0,-1 3 0,-3 11 35,1 0 0,0 0 0,1 0 0,-4 24-1,6-31-7,-9 63 536,3 1 0,3 0 1,7 111-1,-2-174-532,1 0 0,0 0 0,0-1 0,1 1 0,0-1 0,1 1 0,0-1 1,0 0-1,1 0 0,5 10 0,-5-13-28,-1-1 1,1 0-1,0 0 0,0 0 1,0 0-1,0-1 0,1 1 1,0-1-1,-1 0 0,1-1 1,0 1-1,0-1 0,1 0 1,-1 0-1,0 0 0,11 1 1,-8-2 2,0 0 0,0 0 0,0-1 0,0 0 1,0 0-1,0-1 0,0 0 0,0-1 0,0 1 1,-1-1-1,15-6 0,-12 3-39,1-1 1,-2 0-1,1 0 0,-1-1 1,0 0-1,0-1 1,11-13-1,-2 0-372,-1-2-1,-2 0 1,0-1 0,-2 0 0,0-1-1,9-29 1,-14 32-2,-1 0 0,-2 0 0,0-1-1,-1 1 1,-1-1 0,-1 0 0,-1 0 0,-1 0-1,-5-32 1,4 46 360,-1-1 0,-1 1 0,0 0 0,0 0 0,0 0-1,-1 0 1,-1 1 0,1-1 0,-1 1 0,-1 0 0,0 1-1,0-1 1,0 1 0,-1 0 0,0 1 0,0 0 0,-1 0 0,1 0-1,-1 1 1,-1 0 0,1 1 0,-1-1 0,0 2 0,1-1 0,-2 1-1,1 1 1,0 0 0,-1 0 0,1 1 0,-15-1 0,19 2 96,1 1 0,0-1 0,0 1 0,0 0 0,0 0 0,0 1 0,0-1 0,0 1 0,0 0 0,1 0 0,-1 0 0,0 0 1,1 1-1,0-1 0,-1 1 0,1 0 0,0 0 0,1 0 0,-1 0 0,-4 8 0,2-4-1,1 1 1,0-1-1,1 1 0,-1 1 0,1-1 1,1 0-1,0 1 0,0-1 0,-1 11 1,3-19-90,0 1 1,0 0-1,0-1 0,0 1 1,0-1-1,0 1 1,0-1-1,0 1 1,0 0-1,0-1 0,1 1 1,-1-1-1,0 1 1,0-1-1,1 1 1,-1-1-1,0 1 0,0-1 1,1 1-1,-1-1 1,1 1-1,-1-1 0,0 0 1,1 1-1,-1-1 1,1 0-1,-1 1 1,1-1-1,-1 0 0,1 1 1,-1-1-1,1 0 1,-1 0-1,1 0 1,-1 1-1,1-1 0,0 0 1,-1 0-1,1 0 1,-1 0-1,2 0 1,26-4-2642,-26 3 2438,46-17-4802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5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459 719 14215,'0'0'4879,"-22"-5"-4775,-70-13-64,75 14-22,0 2 0,0 0-1,0 1 1,0 0 0,-17 2 0,-4 1 67,34-2-71,-1 0 0,1 0 0,-1 1-1,1-1 1,0 1 0,-1 0 0,1 1 0,0-1 0,0 1-1,0 0 1,0 0 0,0 0 0,0 0 0,0 1-1,1-1 1,-6 6 0,3-1 38,0 1-1,0-1 0,0 1 1,1 1-1,1-1 1,-8 18-1,0 7 288,0 0 0,3 1-1,-12 69 1,14-39 352,1 81 0,6-135-606,0-1 0,0 1 0,1-1 0,0 1-1,1-1 1,5 17 0,-6-23-72,0 0 0,1-1 0,0 1 0,0 0 0,-1-1 0,1 1 0,1-1-1,-1 0 1,0 0 0,1 0 0,-1 0 0,1 0 0,-1 0 0,1-1 0,0 1 0,0-1 0,0 1 0,0-1 0,0 0 0,0-1 0,0 1 0,6 0-1,1 1 7,-1 0 0,1-1 0,0-1 0,0 0 0,-1 0-1,1-1 1,0 0 0,0-1 0,-1 0 0,1 0-1,-1-1 1,0 0 0,1-1 0,-2 0 0,1 0-1,0-1 1,-1 0 0,0-1 0,0 0 0,9-9-1,8-8-185,-1-2 0,-1-1-1,-1-1 1,-1-1 0,28-51-1,-36 55-221,-2-1 0,0 0 0,-1 0 0,-2-1 0,0-1 0,-2 1 0,5-50 0,-8 27-360,-3-1-1,-1 0 1,-3 1 0,-2 0-1,-2 0 1,-21-69 0,-5-4 415,-42-125 444,74 240 5,2 6-10,0 1 0,0-1 0,0 0 0,0 0 0,0 0 0,-1 0 0,1 0 0,0 0 0,-1 1 0,1-1 0,-1 0 0,1 0 0,-1 1 0,1-1 0,-1 0 0,0 0 0,1 1 0,-1-1 0,0 1 0,1-1 0,-1 1 0,0-1 0,0 1 0,1-1 0,-1 1 0,-2-1 907,3 5-782,12 427 2187,0-144-1414,-8-119-312,33 208 0,-31-342-578,11 36 0,-14-61-89,0 0 0,1 0 0,0 0 0,0 0 0,1-1 0,0 0 1,0 0-1,11 11 0,-15-17-23,1 0 0,0-1 0,0 1 0,0-1 0,0 1 1,1-1-1,-1 0 0,0 0 0,3 1 0,-4-2-9,0 1 1,-1-1-1,1 0 0,0 0 1,0 0-1,-1 0 0,1 0 1,0 0-1,0 0 0,-1 0 1,1 0-1,0 0 0,0 0 1,-1-1-1,1 1 1,0 0-1,-1 0 0,1-1 1,0 1-1,-1 0 0,1-1 1,0 1-1,-1-1 0,1 1 1,-1-1-1,1 1 0,-1-1 1,1 1-1,-1-1 0,1 0 1,-1 1-1,0-1 0,1 0 1,-1 1-1,0-1 0,1-1 1,2-14-692,0-1 0,-1 1 0,0-1 0,-1 0-1,-3-29 1,1 5-2299,1-26-4608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51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341 121 2097,'0'0'7222,"-1"-8"-7043,-6-25 552,6 32-540,1-1 0,-1 1-1,0-1 1,0 1 0,0-1 0,1 1 0,-1 0 0,-1-1 0,1 1 0,0 0 0,0 0 0,0 0 0,-1 0 0,1 0 0,-1 0-1,1 0 1,0 0 0,-1 0 0,0 1 0,-1-2 0,-5-2 199,-14-14 223,20 15-553,-1 0 0,1 0 0,-1 1-1,0-1 1,0 1 0,0 0 0,0 0-1,-1 0 1,1 0 0,-1 1 0,1-1-1,-1 1 1,1 0 0,-1 0 0,0 0-1,1 1 1,-6-1 0,-10 0 39,-23 2 609,39-1-671,1 1-1,0-1 1,-1 1-1,1 0 0,0 0 1,0 0-1,0 0 1,-1 0-1,1 0 0,0 1 1,0-1-1,1 0 1,-1 1-1,0 0 0,-2 2 1,-5 9 196,0 0 0,1 1 0,1 0-1,0 0 1,0 1 0,-7 26 0,-15 96 1230,23-104-1149,-4 36 516,3 1 1,3 80-1,4-145-793,0 3 37,0 0 0,1-1 0,-1 1 1,4 12-1,-3-18-61,-1 0-1,1 0 1,0 0 0,0 0 0,0 0 0,0 0 0,0 0 0,1 0 0,-1-1-1,1 1 1,-1-1 0,1 1 0,-1-1 0,1 1 0,0-1 0,0 0 0,0 0-1,0 0 1,-1 0 0,5 1 0,0 0-1,1 0 0,0 0-1,0 0 1,0-1 0,0 0 0,0-1 0,0 0-1,0 0 1,0 0 0,1-1 0,-1 0-1,9-2 1,-6-1-9,0 1-1,0-1 1,0-1 0,-1 0-1,0 0 1,0-1-1,13-10 1,-2-2-349,-1-1 1,-1 0-1,-1-2 1,-1 0-1,25-41 1,-30 41-455,-1 0 1,0-1-1,-2 0 1,0 0 0,-2-1-1,0 0 1,-2 0-1,-1 0 1,0-1 0,-2-44-1,-1 60 791,0-27-173,-3 22 911,3 13-683,0 0 0,0 0 0,0-1 0,0 1 0,0 0 0,-1 0 0,1 0 0,0 0 0,0 0 0,0-1 0,0 1 0,0 0 0,0 0 0,-1 0 0,1 0 0,0 0 0,0 0 0,0-1 0,0 1 0,0 0 0,-1 0 0,1 0 0,0 0 0,0 0 0,0 0 0,-1 0 0,1 0 0,0 0 0,0 0 0,0 0 0,0 0 0,-1 0 0,1 0 1,0 0-1,0 0 0,0 0 0,-1 0 0,1 0 0,0 0 0,0 0 0,0 1 0,-1-1 28,0 1 0,1-1 0,-1 1 0,1 0 0,-1-1 0,1 1 0,-1 0 0,1-1 0,-1 1 0,1 0 0,0 0 0,-1-1 0,1 1 0,0 0 0,0 0 0,0 0 0,-1 0 0,1 1 0,-6 48 1376,1 0 0,5 96 0,1-67-865,-1-78-579,0 27 131,1-1 1,6 35-1,-6-54-134,1-1 0,0 1 0,0 0 0,1 0 0,0-1 0,0 1 0,1-1 0,0 0 0,1 0 0,-1-1 0,1 1 0,7 6-1,-9-10-102,0-1 0,0 1-1,0-1 1,1 0-1,-1 0 1,1 0 0,-1 0-1,1-1 1,0 1-1,-1-1 1,1 0 0,0 0-1,0 0 1,0-1 0,0 0-1,0 1 1,0-1-1,5-1 1,-7 1-172,0 0-1,0 0 1,0 0 0,0 0-1,0-1 1,0 1 0,0 0-1,-1-1 1,1 0 0,0 1-1,0-1 1,0 0 0,2-2 0,-1 0-425,-1 1 0,0-1 1,-1 0-1,1 0 0,0 0 1,-1-1-1,0 1 1,1-4-1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55.9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114 419 5138,'0'0'7020,"-17"-4"-6028,-53-12-250,60 14-583,-5-2 1031,14 0 2607,1 3-3634,0 0-159,0 1 1,0 0-1,0 0 0,0-1 1,0 1-1,1 0 1,-1-1-1,0 1 0,0 0 1,0 0-1,0-1 1,1 1-1,-1 0 0,0 0 1,0 0-1,1-1 1,-1 1-1,0 0 0,0 0 1,1 0-1,-1 0 1,0-1-1,1 1 0,-1 0 1,0 0-1,0 0 0,1 0 1,-1 0-1,0 0 1,1 0-1,-1 0 0,0 0 1,1 0-1,-1 0 1,0 0-1,1 0 0,-1 0 1,0 0-1,0 0 1,1 1-1,1-1 32,170-11 523,-55 2-513,76-8-15,15-1 35,511-2-93,-667 17 42,84-14 0,-84 9-25,84-4 1,-89 12-5,-19-1-1,0 1-1,0 1 1,29 5 0,-35-2 36,1-2 0,40-1 1,-38-1 5,-22-1-27,0 1 0,0-1 0,1 1 0,-1-1 0,0 0 0,0 0 0,0 0 0,-1 0 1,1-1-1,0 1 0,0-1 0,-1 0 0,1 0 0,-1 0 0,1 0 0,-1 0 0,0 0 1,0-1-1,0 1 0,0-1 0,0 1 0,-1-1 0,3-5 0,-4 8-7,1-1-1,-1 1 1,0-1 0,0 0-1,1 1 1,-1-1-1,0 1 1,0-1-1,0 0 1,0 1 0,0-1-1,0 0 1,0 1-1,0-1 1,0 0-1,0 1 1,0-1 0,0 0-1,0 1 1,0-1-1,-1 0 1,1 1-1,0-1 1,0 1 0,-1-1-1,1 1 1,-1-1-1,1 1 1,0-1-1,-1 1 1,1-1 0,-1 1-1,1-1 1,-1 1-1,0-1 1,-26-11-465,13 6 288,-56-47-748,10 7 773,35 27 182,-32-30 0,45 38-18,2 5 20,9 6-1,0 0-1,0-1 1,1 1-1,-1 0 0,0-1 1,0 1-1,1-1 0,-1 1 1,0-1-1,1 1 0,-1-1 1,1 0-1,-1 1 0,0-1 1,1 0-1,0 1 0,-1-1 1,0-1-1,1 1 746,14 17-268,36 38-165,1-3 0,3-2 1,2-2-1,2-3 0,115 67 0,-157-101-328,-12-8-6,-1 1 1,1-1 0,0 0 0,-1 0-1,1 0 1,0-1 0,8 2-1,-26-6 49,0-2 0,-26-11-1,24 9-44,1 1-1,-32-8 0,35 11-15,0 1-1,0 0 0,0 1 0,0 1 0,0 0 0,0 0 0,0 1 0,0 1 0,0 0 0,-16 5 0,13 0 2,1 1 0,0 1 0,0 0 0,-20 17 0,-50 52-1,79-73 9,-43 43-3,-47 60 0,43-33-2575,44-65-2656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56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299 99 4674,'0'0'6435,"11"-15"-5437,32-47-32,-30 40 4914,-18 24-5558,-18 23-35,0 0-51,-31 24-131,6-3 76,-108 76 0,140-113-182,12-7 0,1 0-1,-1 0 0,0 0 0,1 0 0,0 1 1,-1-1-1,1 1 0,0 0 0,-4 5 1,7-7-4,-1-1 0,1 1 0,0 0 0,-1 0 0,1-1 1,0 1-1,0 0 0,0 0 0,0-1 0,0 1 0,0 0 1,0 0-1,0-1 0,0 1 0,0 0 0,0 0 0,0 0 0,0-1 1,1 1-1,-1 0 0,0 0 0,1-1 0,-1 1 0,0 0 1,1-1-1,-1 1 0,2 0 0,17 16-3,72 41 305,124 106 0,-214-163-319,1 0-1,-1 0 1,0 0-1,0 0 1,0 0-1,0 0 1,0 0-1,-1 0 1,1 0-1,0 1 1,0-1-1,-1 0 1,1 1-1,-1-1 1,1 0-1,-1 1 1,0-1-1,1 1 0,-1-1 1,0 3-1,0-3 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5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6963,'0'0'6240,"30"11"-4831,101 33-505,-117-40-838,-1 0 0,1-1 0,1-1 0,-1-1 0,0 0 0,23-1 0,-9-1-45,-14 1 4,1 0 0,-1-2-1,0 1 1,19-6 0,-26 5-24,-1 0 0,0 0 1,1-1-1,-1 0 0,-1 0 0,1-1 1,0 0-1,-1 1 0,0-2 1,0 1-1,7-8 0,-10 9-42,0 1 0,0-1 1,-1 0-1,1 0 0,-1 0 0,1 0 1,-1 0-1,0 0 0,0 0 0,-1-1 0,1 1 1,0 0-1,-1 0 0,0-1 0,0 1 1,0 0-1,0-1 0,-1 1 0,1 0 0,-2-4 1,1 6 34,0 1 0,1-1 0,-1 0 0,0 1 0,0-1 0,0 0 0,0 1 0,0-1 0,0 1 0,0 0 0,0-1 0,-1 1 0,1 0 0,0-1 0,0 1 0,0 0 0,0 0 0,0 0 0,-2 0 0,-29 1-42,21 0 2,9-1 46,0 0 0,1 1-1,-1-1 1,0 1 0,1-1 0,-1 1-1,1 0 1,-1-1 0,1 1 0,-1 0-1,1 0 1,-1 0 0,1 1-1,0-1 1,0 0 0,-1 0 0,1 1-1,0-1 1,0 0 0,0 1 0,0-1-1,-1 4 1,-14 39 5,15-40-4,-7 30 50,2 1 1,2-1-1,1 1 0,3 67 0,0-52 101,4 134 1154,49 337 0,-50-504-1287,14 68 58,-14-75-63,1-1 0,-1 1 0,2-1-1,-1 1 1,1-1 0,8 10-1,-13-19-23,0 0-1,0 0 1,0 0-1,0 0 1,0 1-1,0-1 1,0 0-1,0 0 1,0 0-1,0 0 0,0 0 1,0 1-1,0-1 1,0 0-1,0 0 1,0 0-1,0 0 1,0 0-1,0 0 1,0 1-1,0-1 0,1 0 1,-1 0-1,0 0 1,0 0-1,0 0 1,0 0-1,0 0 1,0 0-1,0 0 1,1 0-1,-1 1 1,0-1-1,0 0 0,0 0 1,0 0-1,0 0 1,0 0-1,1 0 1,-1 0-1,0 0 1,0 0-1,0 0 1,0 0-1,0 0 1,1 0-1,-1 0 0,0 0 1,0 0-1,0 0 1,0-1-1,0 1 1,0 0-1,1 0 1,-1 0-1,0 0 1,0 0-1,0 0 0,0 0 1,0 0-1,0 0 1,0 0-1,0-1 1,1 1-1,-1 0 1,0 0-1,-1-12-1740,-11-13-2851,-18-7-4474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59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11845,'0'0'2081,"191"-49"-736,-114 25-721,-4 9-624,-6 3-208,-14 3-2769,-9 6-6339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1:59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4626,'0'0'10165,"177"-21"-10165,-100 15-1553,-1-3-4914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0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9732,'0'0'2660,"-29"8"-1414,-89 31-75,113-37-1115,1-1 0,-1 1-1,1 0 1,0 1 0,0-1-1,0 1 1,0-1 0,0 1-1,1 0 1,-1 1-1,1-1 1,0 1 0,0-1-1,0 1 1,0 0 0,1 0-1,0 0 1,-4 8 0,5-5-26,-1 0 0,1 0 1,0 1-1,1-1 1,0 1-1,0-1 1,1 0-1,1 9 1,-1-10-30,0-1 0,0 0 0,0 0 0,1 0-1,0 0 1,0 0 0,1 0 0,-1 0 0,1-1 0,0 1 0,4 4 0,5 4-1,0-1 1,16 13-1,-6-6 6,0 0 2,-5-5 31,-1 0 0,-1 2 1,26 31-1,-38-42-31,0-1-1,0 1 0,0-1 1,-1 1-1,0 0 1,0 0-1,0 0 1,-1 0-1,1 0 0,-1 0 1,-1 1-1,1-1 1,-1 0-1,1 0 1,-2 1-1,1-1 0,0 0 1,-1 1-1,0-1 1,0 0-1,-3 7 1,1-7 14,1-1 1,-1 1-1,0 0 1,0-1-1,0 0 1,-1 0-1,0 0 1,0 0-1,0 0 0,0-1 1,0 1-1,-1-1 1,0 0-1,-6 3 1,2-2-6,0 0 1,-1 0-1,1-1 0,-1 0 1,0-1-1,-19 2 0,27-3-49,1-1-1,-1 0 1,0 1-1,0-1 1,0 0-1,0 0 1,0 0-1,0-1 0,1 1 1,-1 0-1,0-1 1,0 1-1,0-1 1,1 0-1,-1 0 1,0 1-1,0-1 0,1 0 1,-1 0-1,1 0 1,-1-1-1,1 1 1,0 0-1,-1-1 1,1 1-1,-2-3 0,1-1-410,0-1-1,1 1 0,0 0 0,0 0 0,0-1 0,1 1 0,0-1 0,0-6 0,0-52-7930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18 527 15527,'0'0'3140,"15"-31"-2169,17-27-835,53-107-1651,-77 147 804,-1-1 0,0 0-1,-1 0 1,-1-1 0,-1 1-1,-1-1 1,0 0 0,-2 0 0,-1-34-1,0 53 686,0 0-1,0-1 0,0 1 0,0 0 0,-1-1 0,1 1 0,0 0 0,-1-1 0,1 1 0,-1 0 0,1 0 0,-1-1 0,0 1 0,1 0 0,-1 0 1,0 0-1,0 0 0,0 0 0,0 0 0,0 0 0,0 0 0,0 1 0,0-1 0,0 0 0,-1 0 0,1 1 0,0-1 0,0 1 0,-3-1 0,-2 0 242,0 0-1,0 0 0,0 1 1,0 0-1,-9 1 0,5 0 55,7 0-160,0 0-1,0-1 0,0 2 1,0-1-1,0 0 0,0 0 1,0 1-1,0 0 0,1-1 1,-1 1-1,1 0 0,-1 0 0,1 1 1,0-1-1,0 0 0,0 1 1,0 0-1,0-1 0,0 1 1,1 0-1,-1 0 0,-1 4 0,-4 10 587,1 0 1,-7 30-1,13-43-597,-12 51 987,4 1 1,2 0 0,1 87 0,5-128-900,0 0 1,1 1 0,1-1-1,5 23 1,-5-32-146,0 0 0,1 0 0,0 0 1,0 0-1,0 0 0,0-1 0,1 1 1,0-1-1,0 0 0,0 0 0,1-1 0,-1 1 1,8 4-1,-5-4-16,0-1 0,0 1 0,1-1 0,0-1 0,0 0 0,0 0 0,0 0 0,17 2 0,-1-2 13,48 0 0,-61-3-95,0 0 0,-1-1-1,1-1 1,-1 0 0,1 0-1,-1-1 1,0 0 0,0-1-1,0 0 1,0 0-1,-1-1 1,0-1 0,0 0-1,0 0 1,-1 0 0,0-1-1,14-15 1,-8 6-763,-1-1 0,-1 0 0,0-1 0,-1-1 0,-1 0 0,-1 0 1,0 0-1,-2-2 0,8-31 0,-3-3-1120,-2-1 1,4-78 0,-13 39 5337,-1 60 1050,-9 34-2324,6 1-2084,1 0 0,-1 1 0,0 0 1,1 0-1,-1 0 0,1 0 0,0 0 0,-1 0 1,1 0-1,0 1 0,0-1 0,0 1 0,0 0 1,0-1-1,0 1 0,0 0 0,-2 4 0,-29 45 40,27-41-11,-15 26 220,2 1 0,2 0 0,1 2 0,2 0 0,1 1 0,3 0 0,1 0 0,2 1 0,-4 72-1,11-112-288,0 0 0,0 0 0,0 1 0,0-1 0,0 0 0,0 0-1,0 1 1,1-1 0,-1 0 0,0 1 0,1-1 0,-1 0 0,1 0-1,-1 0 1,1 0 0,0 2 0,1-2-4,-1-1-1,1 1 1,-1-1-1,0 1 0,1-1 1,0 0-1,-1 0 1,1 0-1,-1 1 1,1-1-1,-1-1 1,3 1-1,-4 0 5,3 0-11,1 0 0,0-1 0,-1 0 0,1 1 0,-1-1 0,1 0 0,-1-1 0,1 1 0,-1-1 0,1 1 0,-1-1 0,0 0-1,4-3 1,-1-1-70,1 0 0,-1 0-1,0-1 1,-1 1 0,7-11-1,4-10-577,-1 0 1,13-38-1,-25 58 471,22-61-1670,19-80-1,-28 88 1049,-16 60 819,0 0 0,0 1 0,0-1 0,0 0 0,0 0 0,0 0 0,0 1 0,0-1 0,1 0 0,-1 0 0,0 0 0,0 1 0,0-1 0,0 0 0,1 0 0,-1 0 0,0 0 0,0 1 0,0-1 0,0 0 0,1 0 0,-1 0 0,0 0 0,0 0 0,1 0 0,-1 0 0,0 0 0,0 0 0,0 0 0,1 0 0,-1 1 0,0-1 0,0 0 0,1-1 0,-1 1 0,0 0 0,0 0 0,0 0 0,1 0 0,-1 0 0,0 0 0,0 0 0,1 0 0,-1 0 0,0 0 0,0 0 0,0-1 0,1 1 0,-1 0 1,0 0-1,0 0 0,0 0 0,0-1 0,0 1 0,1 0 0,-1 0 0,0 0 0,0-1 0,0 1 0,0 0 0,0 0 0,0 0 0,0-1 0,0 1 0,0 0 0,0 0 0,0-1 0,0 1 0,7 15 419,-1 1 0,0-1 1,-2 1-1,0 0 0,2 17 0,6 22 399,60 181 919,-6-18-1045,-51-162-430,12 110-1,-23 28 7,-4-187-273,0 1 0,-1 0 0,-1 0-1,1-1 1,-1 1 0,0 0 0,-1-1-1,0 0 1,-7 14 0,7-17-17,0 0 0,0 0 0,0-1 0,0 1 0,-1 0 1,0-1-1,0 0 0,0 0 0,0 0 0,0-1 0,-1 1 0,1-1 0,-1 0 1,1 0-1,-1-1 0,-7 2 0,2 0-332,-1-1 0,0-1 0,0 1 0,0-2 0,0 0 0,0 0 0,0-1 0,0 0 0,0-1 0,0 0 0,1-1 0,-1 0 0,1-1 0,0 0 0,-1 0 0,2-1 1,-1-1-1,1 0 0,0 0 0,0 0 0,0-1 0,-10-12 0,9 8-1008,2 1 0,-1-1 1,-9-18-1,10 12-2530,-11-34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76 2193,'0'0'7534,"-1"-8"-6499,-4-24-165,5 31-810,-1 1-1,1-1 1,0 1-1,0 0 1,0-1-1,0 1 1,0-1-1,0 1 1,-1-1 0,1 1-1,0 0 1,0-1-1,-1 1 1,1 0-1,0-1 1,0 1-1,-1 0 1,1-1-1,0 1 1,-1 0 0,1 0-1,-1-1 1,1 1-1,0 0 1,-1 0-1,1 0 1,-1-1-1,1 1 1,0 0 0,-1 0-1,1 0 1,-1 0-1,1 0 1,-1 0-1,1 0 1,-1 0-1,1 0 1,0 0 0,-1 0-1,1 0 1,-1 1-1,0-1-19,0 0 0,0 1 0,0-1 1,0 1-1,0-1 0,1 1 0,-1-1 0,0 1 0,0-1 0,0 1 0,1 0 0,-1-1 0,0 1 1,1 0-1,-2 1 0,-2 13 267,1 0 1,1 0-1,0 1 0,1-1 1,0 0-1,3 28 1,-1 0 101,-1 95 902,1 166 475,-1-294-1743,3 37 82,-3-45-111,1 0 0,-1 0 0,0 0 0,1 0 0,0 0 0,-1 0 0,1 0 0,0 0 0,0 0 0,0 0-1,0-1 1,0 1 0,0 0 0,1-1 0,-1 1 0,1-1 0,2 3 0,-4-4-12,1 0 1,-1 1-1,1-1 0,-1 0 1,0 0-1,1 0 0,-1 0 0,1 0 1,-1 0-1,0 0 0,1 0 0,-1 0 1,1 0-1,-1 0 0,0 0 0,1 0 1,-1 0-1,1 0 0,-1 0 0,0-1 1,1 1-1,-1 0 0,0 0 1,1 0-1,-1-1 0,0 1 0,1 0 1,-1 0-1,0-1 0,1 1 0,-1-1 1,9-14 28,2-20-130,-2-1 0,-1 0 0,3-50 0,-9 70-41,15-245-2589,-12 118 1784,-4 126 832,-1 9 43,0-1 0,1 1 0,0-1 0,0 1-1,1 0 1,0-1 0,0 1 0,5-10 0,-6 17 79,-1 0-1,0 0 1,1 0-1,-1 1 1,1-1-1,-1 0 1,1 0-1,-1 1 1,1-1-1,-1 0 1,1 1-1,0-1 1,-1 1-1,1-1 1,0 1-1,-1-1 1,1 1-1,0-1 1,0 1-1,0 0 1,-1-1-1,1 1 1,0 0-1,0 0 1,0 0-1,0 0 1,-1-1-1,1 1 1,0 0-1,0 1 1,0-1-1,0 0 1,0 0-1,0 0 1,-1 0-1,1 1 1,0-1-1,0 0 1,0 1-1,-1-1 1,1 0-1,0 1 1,0 0-1,2 1 128,0 1 0,-1-1 0,0 0 0,1 1 0,-1 0 0,0-1 0,0 1 0,0 0 0,2 6 0,9 31 855,-1 0 1,-2 1-1,7 75 1,-10-67-556,10 83 565,26 134 138,-41-261-1131,-2-3-4,0 0-1,1 0 0,-1-1 0,1 1 1,-1 0-1,1 0 0,0 0 0,0-1 1,0 1-1,0 0 0,0-1 0,2 3 0,2-29 61,6-58 17,29-186-1402,-30 223 820,2 0 1,2 0 0,32-72 0,-40 106 443,0 1-1,0 0 1,1 0 0,0 1-1,12-13 1,-16 20 58,0 0 1,0 0-1,0 0 0,1 0 0,-1 1 1,1 0-1,0 0 0,0 0 0,0 0 1,0 0-1,0 1 0,0 0 0,1-1 1,-1 2-1,0-1 0,0 0 0,1 1 1,5 0-1,-7 1 9,0-1 1,-1 1 0,1-1-1,-1 1 1,1 0 0,-1 0-1,1 1 1,-1-1-1,1 0 1,-1 1 0,0-1-1,0 1 1,0 0 0,0 0-1,0 0 1,0 0-1,-1 0 1,1 0 0,0 0-1,1 4 1,4 6 180,-1 1 1,8 24-1,-9-23-1,6 18 114,-1 0 1,-2 1-1,-2 0 0,4 43 0,-4 137 499,-6-200-761,3 60-47,-3-72-248,0-3-956,-1-52-6101,-4 2-397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0 499 5987,'0'0'9377,"16"-23"-8454,4-5-729,1-3-44,0-1 0,21-47-1,-40 76-152,47-107-27,-44 96-284,0 0-1,-1-1 0,-1 1 1,-1-1-1,2-30 1,-4 42 230,0 0 1,0-1 0,0 1 0,0 0 0,-1 0 0,1-1 0,-1 1 0,0 0 0,0 0 0,0 0 0,-1 0 0,1 0-1,-3-4 1,2 5 97,-1 0-1,1 0 0,0 0 0,-1 0 0,0 0 0,1 1 0,-1-1 1,0 1-1,0 0 0,1 0 0,-1 0 0,0 0 0,0 0 1,-5 0-1,5 0 24,-5 0 17,0 0 1,0 0-1,-11 0 0,17 1-46,0 0-1,1 0 0,-1 0 0,0 0 1,0 1-1,1-1 0,-1 1 0,0-1 1,1 1-1,-1-1 0,0 1 0,1 0 1,-1 0-1,1 0 0,-1 0 1,1 0-1,0 0 0,-1 0 0,1 1 1,0-1-1,0 0 0,-2 3 0,0 4 84,-1 0 0,2 0 0,-1 0-1,1 1 1,0-1 0,-1 17 0,1 58 836,3-53-558,-1 12 525,8 61 1,-5-84-580,1 0-1,1-1 1,0 1-1,1-1 1,14 28-1,-12-31-117,1 0-1,1 0 0,0-1 1,20 23-1,-24-31-158,0 0 1,1 0-1,0-1 1,0 0-1,0 0 1,0-1-1,1 0 1,0 0-1,0-1 1,0 1-1,12 2 1,-9-4-32,-1 0 0,1-1 0,0 0 0,0-1 0,-1 0 0,1 0 0,12-3 0,-17 2-40,1-1 0,-1 0 0,0 0 0,0 0 0,0 0 0,0-1 0,-1 0 0,1-1 0,-1 1 0,0-1 0,0 0 0,0 0 0,5-6 0,2-5-517,0 0-1,-1 0 1,-1-2-1,13-26 1,-14 21-1072,0 0 0,-1 0 1,7-33-1,-5-27-5544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7043,'0'0'5891,"0"33"-2836,0 231 1974,2-208-4208,2 0 1,2 0 0,2-1-1,32 106 1,-39-156-803,1 0 0,-1 0 1,1 0-1,0 0 0,1 0 0,-1-1 0,1 1 0,0-1 0,0 0 0,0 1 0,8 5 1,-11-9-21,0-1 1,0 0-1,1 0 1,-1 0-1,0 1 1,0-1 0,1 0-1,-1 0 1,0 0-1,1 0 1,-1 1-1,0-1 1,0 0-1,1 0 1,-1 0 0,0 0-1,1 0 1,-1 0-1,0 0 1,1 0-1,-1 0 1,0 0-1,1 0 1,-1 0 0,0 0-1,1 0 1,-1-1-1,0 1 1,1 0-1,-1 0 1,0 0-1,1 0 1,-1-1 0,0 1-1,0 0 1,1 0-1,-1 0 1,0-1-1,1 1 1,4-19-54,13-172-869,-15 120-377,14-73 1,-11 116 618,1 1-1,1 0 1,14-33 0,-15 46 447,-1 1 1,2-1-1,0 1 0,0 1 1,1 0-1,1 0 0,17-16 1,-23 24 198,0 1 0,1 0 0,0 0 0,0 0 0,0 0 0,0 1 0,0-1 0,1 1 0,-1 1 0,11-3 0,-13 3 49,-1 1 0,1 0 0,0 0 0,0 0 1,0 0-1,0 0 0,0 0 0,-1 1 0,1-1 0,0 1 1,0 0-1,-1 0 0,1 0 0,0 0 0,-1 0 0,1 1 0,-1-1 1,0 1-1,1 0 0,-1-1 0,0 1 0,0 0 0,3 5 1,4 6 316,-1 1 0,0 1 0,-1 0 0,-1 0 1,-1 0-1,0 1 0,3 19 0,16 118 1291,-16-2-700,-2-16-372,-5-130-577,-2-4 9,1 0 0,0 0 0,0 0 0,0 0 0,0 0 0,0 0 0,0-1 0,0 1 0,0 0 0,1 0 0,-1 0 0,0 0-1,0 0 1,1-1 0,-1 1 0,0 0 0,1 0 0,-1-1 0,1 1 0,-1 0 0,1 0 0,0-1 0,-1 1 0,1-1 0,-1 1 0,2 0 0,-1-5-1703,-1-66-5920,0 12-1379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13750,'0'0'4429,"4"-11"-4114,-3 7-245,8-27 39,-3 24 62,-2 19 263,10 284 2531,-12-165-2284,33 212 0,-30-317-653,1-1-1,15 40 0,-17-56-32,0 0 0,0 0 0,1-1-1,1 0 1,-1 1 0,1-2 0,0 1-1,1-1 1,11 11 0,-15-16-9,0 0 0,0 0 0,1 0 1,-1 0-1,0 0 0,1-1 0,-1 0 1,4 1-1,-6-1-31,0-1 0,0 0 0,-1 0 1,1 0-1,0 0 0,0 0 0,0 0 0,-1 0 0,1 0 1,0 0-1,0 0 0,-1 0 0,1 0 0,0 0 0,0-1 1,-1 1-1,1 0 0,0-1 0,0 1 0,-1 0 0,1-1 1,0 1-1,-1-1 0,1 1 0,-1-1 0,1 1 0,-1-1 1,1 0-1,-1 1 0,1-1 0,-1 0 0,1 1 0,-1-1 1,0 0-1,1 1 0,-1-1 0,0 0 0,0 0 1,0 0-1,1 1 0,-1-1 0,0-1 0,1-95-6899,-1 37-27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3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11493,'0'0'5011,"230"-45"-2914,-116 15-881,3 3-1184,-10 3-32,-7 3-1969,-20 6-7363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40 6675,'0'0'6035,"-2"-6"-5824,2 4-187,-1 0 0,0 0 0,1 1 1,-1-1-1,0 0 0,0 1 0,0-1 1,0 0-1,-1 1 0,1-1 1,0 1-1,0-1 0,-1 1 0,1 0 1,-1 0-1,0 0 0,1 0 0,-1 0 1,0 0-1,1 0 0,-1 0 0,0 1 1,0-1-1,0 0 0,0 1 1,1 0-1,-1-1 0,0 1 0,0 0 1,-4 0-1,-57 0 2238,61 1-2246,1-1 0,0 1 0,0-1 0,-1 1 0,1 0 0,0-1 0,0 1 0,0 0 0,0 0 0,0 0 0,0 0 0,0 0 0,0 0 0,0 0 0,1 0 0,-1 0 0,0 0 0,1 1 0,-1-1 0,0 0 0,0 2 0,-10 31 134,6-8 24,1-1 1,2 1-1,1 0 1,2 31-1,-1-10 136,0-7-40,-1 13 407,2-1 1,3 1-1,13 70 1,-9-86-300,3-1 0,1 0 0,28 60 1,-34-84-318,0 0-1,1-1 1,0 0 0,1 0 0,0-1 0,1 0-1,0 0 1,1-1 0,-1 0 0,2-1 0,-1 0-1,1 0 1,1-2 0,15 9 0,-18-11-45,1-1 0,-1 0 1,1-1-1,0 0 0,0 0 0,0-1 0,0 0 1,0-1-1,0 0 0,0-1 0,0 0 1,0 0-1,0-1 0,0 0 0,0-1 0,-1 0 1,1-1-1,-1 0 0,0 0 0,0-1 1,0 0-1,-1 0 0,0-1 0,10-9 0,0-2-40,-1-1-1,0-1 0,-2 0 0,0-1 1,-1 0-1,-1-2 0,-1 1 0,10-26 0,-11 19-173,-2-1-1,0 0 0,-2-1 1,-1 1-1,-1-1 0,0-37 0,-3 20-352,-7-73-1,3 103 463,-1 0 1,-1 0-1,0 1 0,-1 0 0,0 0 0,-2 0 0,-12-23 0,18 37 88,0 1 0,0-1-1,0 0 1,0 0 0,0 1-1,-1-1 1,1 1 0,-1-1 0,1 1-1,-3-2 1,3 3 5,1 0 1,0-1-1,-1 1 1,1 0-1,-1 0 1,1 0-1,-1 0 1,1 0-1,0 0 1,-1 0-1,1 0 1,-1 0-1,1 0 1,0 0-1,-1 0 1,1 0-1,-1 0 1,1 0-1,0 1 0,-1-1 1,1 0-1,-1 0 1,1 0-1,0 1 1,-1-1-1,1 0 1,0 0-1,-1 1 1,1-1-1,-1 1 1,-1 3 26,0 0-1,0 0 1,0 0 0,0 1 0,0-1-1,1 1 1,-1 5 0,-7 33 310,1 1 0,-1 56 1,5 89 715,4-160-942,0-6-44,1 1 0,1-1 0,1 0 0,0 0 0,13 38 0,-13-53-64,0-1-1,0 1 1,1-1-1,0 0 1,1 0-1,-1 0 0,1 0 1,9 8-1,-9-11-6,-1 0 0,1 0-1,0-1 1,0 1 0,1-1-1,-1-1 1,0 1 0,1-1-1,0 0 1,-1 0 0,1-1-1,12 3 1,-12-4-2,-1 1 1,1-1 0,-1 0-1,1 0 1,-1 0 0,1-1-1,0 0 1,-1 0-1,0 0 1,1-1 0,-1 1-1,9-5 1,-9 2-18,1 0-1,-1 0 1,1-1 0,-1 1 0,0-1 0,-1 0-1,1 0 1,-1-1 0,0 1 0,3-7-1,7-12-253,-2 0 0,0-1-1,-2 0 1,0-1 0,-2 0-1,-1-1 1,-1 1 0,-1-1-1,-2-1 1,1-52 0,-4 70 133,0 0 1,0 0-1,-1 0 1,0 0 0,-1 1-1,0-1 1,-1 0-1,0 1 1,0 0-1,-1 0 1,0 0-1,-1 0 1,0 0 0,-11-13-1,5 8-36,0 0 1,-2 1-1,0 1 0,0 0 1,-26-18-1,33 26 204,0 1 0,0-1 0,0 1 0,-1 0 0,0 1 0,1-1 0,-1 1 0,0 0 0,0 1 0,0 0 0,0 0 0,-1 1 0,1-1 0,0 2 0,0-1 0,0 1 1,-10 2-1,14-2-18,0 0 1,0 0 0,0 1 0,0 0-1,0-1 1,0 1 0,0 0 0,1 0 0,-1 1-1,0-1 1,1 0 0,0 1 0,0-1-1,0 1 1,0 0 0,0 0 0,0 0 0,1 0-1,-3 6 1,1-1-111,1 1 1,0 0-1,0-1 0,1 1 0,0 0 0,0 13 1,1-22 99,0 1-165,-1 0 0,1 0 0,0 1 0,0-1 0,0 0 0,0 0 0,1 0 0,-1 0 0,0 0 0,0 0 0,1 0 0,-1 0 0,1 0 0,-1 0 0,1 0 0,-1 0 0,1 0 0,0 1 0,2 0-645,0 0 0,0-1 1,0 0-1,0 1 0,0-1 1,0 0-1,4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89 219 8404,'0'0'2964,"-9"-6"-2463,-68-59 3432,76 62-3742,1 0 1,-1 0 0,1 1-1,0-1 1,0 0-1,0 0 1,0 0-1,1-2 1,-1-1-113,0 4-34,0 1-29,0 1 0,0 0 0,0-1 0,0 1 0,-1-1 1,1 1-1,0 0 0,0-1 0,0 1 0,0-1 0,0 1 0,0 0 0,1-1 0,-1 1 0,0-1 0,0 1 0,0 0 0,0-1 1,0 1-1,0 0 0,1-1 0,-1 1 0,0 0 0,0-1 0,1 1 0,-1 0 0,0-1 0,0 1 0,1 0 0,-1 0 0,0-1 1,1 1-1,-1 0 0,0 0 0,1 0 0,-1-1 0,1 1 0,-1 0 0,0 0 0,1 0 0,-1 0 0,1 0 0,-1 0 0,0 0 1,1 0-1,-1 0 0,1 0 0,4 20 160,9 65 778,-4 0 0,-1 113 0,-2-39-193,-5-124-601,2 0 0,12 50 0,-15-80-148,0-1 0,1 0 0,0 1 0,-1-1 0,2 0 0,-1 0-1,0 0 1,1-1 0,-1 1 0,5 4 0,-6-8-11,0 1 1,-1 0-1,1-1 0,0 1 0,0 0 0,0-1 1,0 0-1,0 1 0,0-1 0,0 1 1,0-1-1,0 0 0,0 0 0,0 0 0,0 1 1,0-1-1,0 0 0,0 0 0,2-1 1,-2 1 1,1-1 1,0 0-1,0 1 1,-1-1-1,1 0 1,-1 0-1,1 0 1,-1-1-1,1 1 1,-1 0-1,0 0 1,1-1-1,-1 1 1,2-4-1,7-10 13,-1-1 0,-1 0 0,0-1 1,7-20-1,19-78-660,-15 28-767,13-169-1,-17 102 791,-14 147 627,5-23 151,-6 30-135,0-1 1,0 1-1,0-1 0,0 1 1,1-1-1,-1 1 0,0-1 0,1 1 1,-1-1-1,0 1 0,1 0 1,-1-1-1,1 1 0,-1-1 0,0 1 1,1 0-1,-1-1 0,1 1 0,-1 0 1,1 0-1,-1-1 0,1 1 1,-1 0-1,1 0 0,0 0 0,-1 0 1,1 0-1,-1 0 0,1-1 1,-1 1-1,1 1 0,0-1 0,-1 0 1,1 0-1,-1 0 0,1 0 1,-1 0-1,1 0 0,-1 1 0,1-1 1,-1 0-1,1 0 0,-1 1 1,1-1-1,2 3 29,0-1 1,0 1-1,-1 0 1,1 0-1,-1 0 1,0 0-1,0 0 1,0 1-1,0-1 1,-1 0-1,1 1 1,-1-1-1,0 1 1,1 4-1,0-2 44,10 33 418,-2 1 0,-2 0 0,3 44 0,1 124 872,-2-23-585,-9-176-784,-2-7-16,1-1 0,0 1 1,0-1-1,0 1 0,0-1 1,1 1-1,-1-1 0,0 1 1,1-1-1,-1 1 0,1-1 1,-1 0-1,1 1 0,0-1 1,1 3-1,-2-5-3,1 0 0,0 0 0,-1 0 0,0 0 0,1 0 0,-1 0 0,0 0 0,1 0 0,-1 0 0,0 0 0,0 0 0,0 0 1,0 0-1,0 0 0,0 0 0,0 0 0,0 0 0,-1-2 0,1-14-75,10-282-2207,-6 257 1918,2 0 0,2 1 0,2 0 0,1 0 0,19-43 0,-24 69 334,1 0 0,1 1 1,0 0-1,1 0 0,11-12 0,-17 22 38,0 1 1,0-1-1,0 1 0,0 0 0,1 0 0,0 0 1,-1 1-1,1-1 0,0 1 0,0 0 0,0 0 1,1 0-1,-1 1 0,0 0 0,1 0 0,-1 0 1,1 0-1,-1 0 0,1 1 0,0 0 0,-1 0 1,6 1-1,-7-1 24,0 1 1,0 0 0,0 0 0,0 0-1,0 0 1,0 0 0,0 1 0,-1-1-1,1 1 1,0 0 0,-1 0 0,0 0-1,1 0 1,-1 0 0,2 3 0,2 3 121,-1 0 0,0 1 0,7 13 0,-1 4 111,-1 1 0,-1 1-1,-1-1 1,-1 2 0,-2-1 0,3 30-1,-2 177 884,-2-45-461,-4-177-672,0-12-16,0 1 0,-1 0 1,1 0-1,1-1 0,-1 1 1,0 0-1,0 0 1,1 0-1,-1-1 0,1 1 1,-1 0-1,1-1 0,0 1 1,0 0-1,-1-1 0,1 1 1,2 1-1,-3-3-5,0 0-1,0 0 1,0 0-1,0 0 1,0 1-1,1-1 0,-1 0 1,0 0-1,0 0 1,0 0-1,0 0 1,0 0-1,0 0 1,0 0-1,0 0 1,0 0-1,1 0 1,-1 0-1,0 0 1,0 0-1,0 0 1,0 0-1,0 0 0,0 0 1,0 0-1,0 0 1,0 0-1,0 0 1,1 0-1,-1 0 1,0-1-1,0 1 1,0 0-1,0 0 1,0 0-1,0 0 1,0 0-1,0 0 1,0 0-1,0 0 1,0 0-1,0 0 0,0 0 1,0 0-1,1-1 1,-1 1-1,0 0 1,0 0-1,0 0 1,0 0-1,0 0 1,0 0-1,0 0 1,0 0-1,0 0 1,0-1-1,0 1 1,0 0-1,0 0 0,0 0 1,0 0-1,-1 0 1,2-11-629,-1 9 478,0-25-1249,0-16-3312,-5-45 1,-7 22-5221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5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11189,'0'0'4698,"3"-15"-4111,12-45 56,-15 59-614,1 0-1,-1 0 1,0 0-1,0 1 1,1-1-1,-1 0 1,0 0-1,1 0 1,-1 1-1,0-1 1,1 0 0,-1 0-1,1 1 1,0-1-1,-1 1 1,1-1-1,-1 0 1,1 1-1,0-1 1,1 0-1,-2 1 9,1 1-1,-1-1 1,1 0-1,-1 0 0,1 0 1,-1 1-1,1-1 1,-1 0-1,0 1 0,1-1 1,-1 0-1,1 1 0,-1-1 1,0 1-1,1-1 1,-1 1-1,0-1 0,1 0 1,-1 1-1,0-1 1,0 1-1,0-1 0,1 2 1,7 17 528,-1 0 0,-1 0 1,6 38-1,6 69 662,-15-94-940,13 144 959,13 86-35,-28-258-1192,0 7 2,1-1 0,0 0 0,1 0 0,0-1 0,0 1 0,8 15-1,-1-16-20,-3-13-6,0-21-41,1-51-1295,-2-126-1,-7 132-1038,3 0 0,17-110 0,-14 151 2230,2 0 0,1 0 0,1 1 1,1 1-1,23-45 0,-32 69 283,1 0 0,0 0 0,0 0 0,0 1 0,0-1-1,1 0 1,-1 1 0,0-1 0,1 1 0,0 0 0,0 0 0,0 0-1,4-2 1,-6 4-44,0 0 0,0-1-1,0 1 1,0 0 0,-1 0 0,1 0-1,0 0 1,0 0 0,0 0-1,0 0 1,0 0 0,0 0 0,0 1-1,0-1 1,0 0 0,0 1-1,0-1 1,0 1 0,1 0 0,0 0 17,-1 1 0,1-1 0,0 1 1,-1 0-1,1 0 0,-1 0 0,1 0 1,-1 0-1,0 0 0,0 0 0,1 3 1,8 22 868,-1 0 0,-1 1 0,8 50 0,2 93 736,-16-147-1508,1 8 38,25 240 1433,-27-265-1652,8 41 61,-8-45-86,0-1 0,-1 1 1,1 0-1,0-1 0,1 1 0,-1-1 1,0 1-1,1-1 0,-1 0 0,1 0 1,0 1-1,0-1 0,2 2 0,-3-4 3,-1 0 0,0 0 0,0 0-1,0 0 1,0 0 0,0 1 0,0-1 0,0 0-1,0 0 1,0 0 0,0 0 0,1 0-1,-1 0 1,0 0 0,0 0 0,0 0 0,0 0-1,0 0 1,0 0 0,0 0 0,1 0 0,-1 0-1,0 0 1,0 0 0,0 0 0,0 0-1,0 0 1,0 0 0,0 0 0,0 0 0,1 0-1,-1-1 1,0 1 0,0 0 0,0 0-1,0 0 1,0 0 0,0 0 0,0 0 0,0 0-1,0 0 1,0 0 0,0 0 0,1 0 0,-1-1-1,0 1 1,0 0 0,0 0 0,0 0-1,0 0 1,0 0 0,0 0 0,0 0 0,0-1-1,0 1 1,0 0 0,0 0 0,0 0-1,0 0 1,0 0 0,0 0 0,0 0 0,0 0-1,0-1 1,0 1 0,-1 0 0,1 0 0,3-30-351,-4-47 0,0 24-94,0-12-60,8-167-2829,-4 204 2906,1 1 0,1-1 0,1 1 0,2 1 0,0-1 0,16-30 1,-20 48 400,1 1 0,0 0 1,0 0-1,9-9 1,-13 15 33,0 1 0,0-1 0,1 1 0,-1 0 0,1-1 0,-1 1 0,1 0 0,-1 0 0,1 0 0,0 0 0,0 0 0,0 0 0,-1 0 0,1 1 0,0-1 0,0 1 0,0-1 0,0 1 0,0 0 0,0 0 0,0 0 0,0 0 0,0 0 0,0 0 0,4 1 0,-5 0 17,0-1-1,1 1 1,-1 0 0,0 0-1,0 0 1,0 0-1,0-1 1,0 1 0,0 1-1,0-1 1,0 0-1,0 0 1,0 0 0,-1 0-1,1 1 1,1 1-1,6 18 404,0 0 0,-1 0 0,-1 1 0,3 27 0,8 96 705,-8 44-496,-9-188-659,0 3-33,0-1-1,0 1 1,0 0-1,1-1 1,0 1-1,1 4 1,6 1-2160,8-6-3288,9-3-7085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31 7876,'0'0'9172,"0"-5"-8519,0-15 198,0 15 113,-2 6-276,0 1-636,0 0-1,0-1 1,1 1 0,-1 0-1,0 0 1,1 1 0,0-1-1,-1 0 1,1 0 0,0 1-1,0-1 1,0 0 0,0 1-1,1-1 1,-1 4 0,-4 10 73,-13 40 428,4 2-1,-15 110 0,15 117 1300,14-268-1758,-1 10 37,2 0 0,1 0-1,6 32 1,-7-52-123,1-1 0,-1 0 0,1 1 1,1-1-1,-1 0 0,1 0 0,0 0 0,0-1 0,1 1 0,0-1 0,0 0 0,0 0 0,1 0 0,-1-1 0,1 1 0,0-1 0,1 0 1,8 5-1,-8-6-7,-1 0 0,1-1-1,0 0 1,0 0 0,0 0 0,0-1 0,1 0 0,-1 0 0,0 0 0,1-1 0,-1 0 0,0 0 0,1 0 0,5-2 0,-4 0-5,-1-1 0,1 1 1,-1-1-1,0 0 0,0-1 1,0 0-1,-1 0 0,1 0 1,-1-1-1,6-6 0,3-4-126,0-2-1,-1 0 0,-2 0 0,1-1 0,-2-1 1,0 0-1,8-23 0,-8 16-194,-2 0 0,-1-1 0,-1 0 0,-1-1-1,-1 1 1,-2-1 0,0-48 0,-3 62 72,-1 0 1,0 1-1,-1-1 1,-1 1-1,0-1 0,-1 1 1,0 0-1,-1 0 0,-1 1 1,0 0-1,0-1 1,-1 2-1,-1-1 0,0 1 1,-15-16-1,12 14 111,-1 0 1,-27-23-1,34 32 173,0 1 0,1 0 0,-1 0 0,0 0 0,0 1 0,-1-1-1,1 1 1,-1 1 0,1-1 0,-1 1 0,1 0 0,-1 0 0,-6 0 0,9 1 76,0 0-1,0 0 1,0 0-1,0 0 1,0 0-1,0 1 1,0-1 0,-4 3-1,-1 5-619,-1 7-3948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6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 17112,'0'0'1238,"-6"32"96,-6 42 529,-4 134 1,15-123-952,2 83 439,0-137-1070,2-1 0,2 1 1,10 39-1,-14-67-258,1 1 0,-1 0 0,1-1 0,-1 1 0,1-1 1,0 1-1,0-1 0,1 0 0,3 4 0,-5-6-22,-1 0 0,1-1 1,0 1-1,0-1 0,0 1 0,0-1 1,0 1-1,0-1 0,0 1 0,0-1 1,0 0-1,0 0 0,0 1 0,0-1 0,0 0 1,0 0-1,0 0 0,0 0 0,0 0 1,0 0-1,0 0 0,0-1 0,0 1 1,0 0-1,0-1 0,0 1 0,0 0 0,0-1 1,0 1-1,0-1 0,0 0 0,0 1 1,0-1-1,-1 0 0,1 1 0,0-1 1,0 0-1,-1 0 0,1 0 0,-1 0 1,2-1-1,9-17-10,0 1 0,-2-1 0,0-1 0,8-26 0,-8 21-61,60-179-1436,-38 103-467,52-110-1,-78 198 1861,2 0-2,-1 0 1,13-19-1,-17 30 107,0-1 0,0 0 0,0 1 0,0-1 0,1 1 0,-1 0 1,1 0-1,-1 0 0,1 0 0,0 0 0,0 0 0,0 1 0,0-1 0,0 1 0,0 0 0,6-1 0,-8 2 16,0-1 1,0 1 0,0 0 0,0 0 0,1 0 0,-1 0 0,0 1 0,0-1 0,0 0-1,0 0 1,0 1 0,0-1 0,1 0 0,-1 1 0,0-1 0,0 1 0,0 0 0,0-1-1,-1 1 1,1 0 0,0-1 0,1 3 0,13 25 414,-1 11 172,-2 1 1,-1-1 0,7 58-1,4 129 264,-18-173-744,-3-41-112,0-1 0,0 1 0,2-1 0,-1 1 0,6 12 0,-8-23-55,0 0 0,1 0-1,-1 0 1,1 0 0,-1 0-1,1 0 1,-1 0 0,1 0-1,0 0 1,-1 0 0,1 0-1,0-1 1,0 1 0,0 0-1,-1 0 1,1-1 0,0 1-1,0-1 1,0 1 0,0-1-1,2 1 1,-2-1-325,0 0 1,0 0-1,1 0 0,-1 0 1,0 0-1,1 0 0,-1 0 1,0-1-1,0 1 0,1 0 1,-1-1-1,2 0 0,16-12-7709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 3890,'0'0'3604,"-3"-7"-1264,3 25-2076,16 490 5248,-4-366-4207,9 79 15,-13-161-841,26 93 0,-31-141-365,0 0 1,1 0 0,1-1 0,0 1-1,1-1 1,0 0 0,11 15 0,-15-23-103,1-1 1,-1 0 0,1 0-1,-1 0 1,1 0 0,0-1-1,5 3 1,-8-3-20,1-1 0,0 1 0,0-1 0,-1 0 0,1 0 0,0 1 0,0-1 0,-1 0 0,1 0 0,0 0 0,0 0 0,0 0 0,-1 0 0,1 0 0,0 0 0,0 0 0,0 0 0,-1 0 0,1-1 0,0 1 0,0 0 0,-1-1 0,1 1 0,0 0 0,-1-1 0,1 1 1,0-1-1,-1 1 0,1-1 0,0 1 0,-1-1 0,1 0 0,-1 1 0,1-1 0,-1 1 0,0-1 0,1 0 0,-1 0 0,3-11-630,-1 1 0,0-1 0,-1 1 0,0-1-1,-2-18 1,1 15-326,-1-55-4240,-8-9-3371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8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0 6227,'0'0'7934,"0"7"-3308,0-4-4526,0 22 294,0 0 0,-1-1 0,-1 1 0,-2-1 0,0 0 0,-12 36 0,-10 5-71,-3-1 1,-68 107 0,-98 101-130,180-253-195,-2 3-22,-38 37-1,49-56-109,5-6-3,6-10-387,0 4 257,1 1 0,0 1 1,0-1-1,1 1 0,0 0 0,0 0 0,0 1 1,1 0-1,0 0 0,0 1 0,0 0 0,18-7 1,-9 5 245,0 1 0,0 1 0,1 1 1,-1 0-1,1 1 0,28-1 0,-34 4 61,-1 0-1,1 1 0,-1 0 1,1 1-1,-1 0 0,0 1 1,0 0-1,0 1 1,18 8-1,-15-4 83,0 0 0,-1 1 0,0 1 0,0 0 0,-1 1 0,16 18 0,1 7 230,-2 1-1,-2 1 1,21 43-1,-29-51-207,-13-24-106,-1 0-1,1 0 1,0 0-1,0 0 0,1-1 1,-1 0-1,1 0 1,1 0-1,5 5 1,-9-9-34,-1-1 1,1 1 0,0 0 0,-1-1 0,1 1-1,0-1 1,-1 1 0,1-1 0,0 0 0,-1 1 0,1-1-1,0 0 1,0 0 0,-1 0 0,1-1 0,3 1-1,-2-2-5,-1 1-1,1 0 0,0-1 0,0 1 0,-1-1 0,1 0 1,-1 0-1,1 0 0,-1 0 0,0 0 0,0 0 0,3-4 1,7-12-601,-1 0 1,-1-1 0,0 0-1,-2-1 1,11-35 0,7-37-5878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9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92 10485,'0'0'7689,"3"-1"-7092,-2 1-557,0-1 0,0 1 0,1-1-1,-1 1 1,0-1 0,0 0 0,0 1 0,-1-1-1,1 0 1,0 0 0,0 0 0,0 0 0,0 0-1,-1 0 1,1 0 0,-1 0 0,1 0 0,0 0-1,-1 0 1,0 0 0,1-1 0,-1 1-1,0 0 1,1 0 0,-1 0 0,0-1 0,0 1-1,0 0 1,0 0 0,0 0 0,-1-1 0,1 1-1,0 0 1,0 0 0,-1 0 0,1 0 0,-1-1-1,1 1 1,-1 0 0,1 0 0,-1 0 0,0 0-1,1 0 1,-1 0 0,0 0 0,-2-1-1,-3-3-37,0 1 0,0 0 0,-1 0 0,0 0 0,0 1 0,0 0 0,0 0 0,0 1 0,-1 0 0,1 0 0,-14-1 1,-10 0-17,-51 3 0,42 1 12,36-1 4,0 0-1,-1 1 0,1-1 1,-1 1-1,1 1 1,0-1-1,-1 0 0,1 1 1,0 0-1,0 0 1,0 0-1,1 1 1,-1-1-1,0 1 0,1 0 1,0 0-1,-1 0 1,1 0-1,1 1 1,-5 6-1,-1 2 14,1 1 0,0 0 0,1 0 0,0 1 0,-4 17 0,-4 18 429,3 1 0,2 0 0,2 0 0,-1 96 0,8-130-310,2 30 227,-2-43-340,1-1-1,-1 0 0,1 1 1,0-1-1,-1 0 0,1 0 0,0 1 1,1-1-1,-1 0 0,0 0 1,0 0-1,1 0 0,0-1 0,-1 1 1,1 0-1,2 1 0,0 0-8,1-1 0,0 0 0,0 1-1,0-2 1,0 1 0,0-1 0,0 1-1,0-1 1,1-1 0,-1 1 0,0-1-1,1 0 1,-1 0 0,0-1 0,6 0-1,-1-1-4,0 0-1,0 0 1,0-1-1,-1-1 1,0 1-1,1-1 1,13-10-1,-8 4-40,-2-1 0,1 0 0,-2-1 0,1-1 0,-2 0 0,13-17 0,-7 6-515,-2-1-1,25-52 1,-34 62 184,0-1 1,-1 0-1,-1 1 0,-1-1 1,2-18-1,-1-76-2610,-4 104 2762,-2-5 247,2 11-12,0 0 1,-1 0-1,1 0 1,0 1-1,-1-1 1,1 0 0,0 0-1,0 0 1,-1 0-1,1 1 1,0-1-1,0 0 1,-1 0-1,1 0 1,0 1 0,0-1-1,0 0 1,-1 0-1,1 1 1,0-1-1,0 0 1,0 1-1,0-1 1,0 0-1,-1 0 1,1 1 0,0-1-1,0 0 1,0 1-1,0-1 1,0 1-1,-5 12 259,1 1-1,0 0 0,1 1 1,-2 26-1,1 64 1098,4-74-959,0-17-263,1 185 1548,0-185-1615,0 0 1,1 0-1,0 0 1,1 0-1,8 21 1,-9-31-76,-1 0 0,1 1 0,1-1 0,-1 0 1,1 0-1,0 0 0,-1-1 0,2 1 0,-1-1 1,0 1-1,1-1 0,-1 0 0,1 0 0,0-1 1,0 1-1,0-1 0,1 0 0,-1 0 0,0 0 1,6 1-1,-4-2-11,1 1 0,-1-1 0,0-1 0,1 1 0,-1-1 0,1 0 1,-1 0-1,1-1 0,-1 0 0,0 0 0,1-1 0,-1 0 0,0 0 0,0 0 0,0-1 1,0 0-1,0 0 0,-1 0 0,1-1 0,-1 1 0,0-1 0,0-1 0,0 1 0,-1-1 1,5-6-1,5-8-426,0 0 1,-2-1-1,0 0 0,-2-1 1,15-39-1,-17 38-884,-1-1 1,-1 0-1,0 0 0,-2 0 0,2-29 0,-5-34-7726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0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12822,'0'0'5232,"4"21"-5038,9 68 484,3 122 0,-15 357 1603,-2-307-2044,1-251-246,0 9 35,1 0 0,3 20 0,-4-34-51,1-1 0,0 1-1,1-1 1,-1 1 0,1-1-1,0 0 1,0 1 0,0-1-1,0 0 1,1 0 0,0 0-1,0-1 1,4 5 0,-7-8-59,0 0 1,0 0 0,0 0 0,1 1-1,-1-1 1,0 0 0,0 0-1,0 0 1,0 0 0,0 0 0,1 0-1,-1 0 1,0 0 0,0 0-1,0 0 1,0 0 0,0 0-1,0-1 1,1 1 0,-1 0 0,0 0-1,0 0 1,0 0 0,0 0-1,0 0 1,0 0 0,0 0 0,1 0-1,-1 0 1,0 0 0,0-1-1,0 1 1,0 0 0,0 0 0,0 0-1,0 0 1,0 0 0,0 0-1,0 0 1,0-1 0,0 1 0,0 0-1,0 0 1,0 0 0,0 0-1,0 0 1,0-1 0,0 1 0,0 0-1,0 0 1,0 0 0,0 0-1,0 0 1,0 0 0,0-1 0,0 1-1,0 0 1,0 0 0,0-13-1424,0 11 780,0-31-4566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1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8564,'0'0'5122,"29"-3"-3564,-5 0-1276,179-24 2104,-165 19-2274,33-6-322,1 2 0,102-3 1,-174 16 208,0-1 1,1 0 0,-1 0 0,0 0-1,1 0 1,-1 1 0,0-1 0,1 0-1,-1 0 1,0 1 0,1-1 0,-1 0-1,0 0 1,1 1 0,-1-1 0,0 0-1,0 1 1,0-1 0,1 0 0,-1 1-1,0-1 1,0 1 0,0-1-1,0 0 1,0 1 0,0-1 0,0 1-1,1-1 1,-1 0 0,-1 2 0,2 15 202,-1-13-130,-16 381 3776,-2-46-2368,18-330-1467,0 0 0,0 0 1,1-1-1,0 1 0,1 0 0,-1-1 0,2 1 0,3 10 0,-4-16-14,0 0 0,0 0 0,0-1 0,0 1 0,0-1 0,1 1 0,-1-1 1,1 0-1,-1 1 0,1-1 0,0-1 0,0 1 0,0 0 0,0-1 0,0 1 0,1-1 0,-1 0 0,0 0 0,1 0 0,-1-1 0,0 1 0,7-1 0,-6 0-16,1 1 0,-1-1 0,1-1 0,-1 1 0,1-1 0,-1 0 0,1 0 0,-1 0 1,0 0-1,0-1 0,0 0 0,0 0 0,0 0 0,0 0 0,0 0 0,0-1 0,-1 0 0,1 0 0,-1 0 0,3-4 0,5-6-207,-1 0 0,-1-1 0,0 0 1,7-18-1,5-11-516,-2-2 0,-1 0 1,-3-2-1,-2 1 0,-2-2 0,-2 1 1,-2-2-1,-2 1 0,-2 0 1,-4-52-1,0 89 635,0-1 0,-1 0 0,0 0 0,-1 1 0,-1-1 1,1 1-1,-11-21 0,10 25 211,0 0 0,-1 0 0,0 0 0,0 0 1,0 1-1,-1 0 0,1 0 0,-1 0 0,-1 1 0,1 0 1,-15-8-1,16 10 1,-1 1 0,0 0 0,0 1 0,0-1 0,0 1 0,0 0 0,0 0 0,0 1 0,0 0 0,0 0 0,0 0 0,-1 1 0,1 0 0,0 0 0,0 1 0,1 0 0,-1 0 0,0 0 0,0 0 0,1 1 0,0 0 0,-1 0 0,1 1 0,0-1 0,0 1 0,-5 5 0,8-6-624,-1 0 0,0-1 1,0 0-1,0 0 0,-1 0 0,-5 3 0,-2-1-6467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10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426 966 12070,'0'0'3505,"-12"-12"-3382,-40-35 258,46 44-294,1 0 0,0 0 0,-1 1 0,1 0 0,-1 0 0,1 0 0,-1 1 0,0-1 0,0 1 0,0 1 0,0-1 0,0 1 0,0 0 0,0 0 0,-6 2 0,-10-1 226,-5-2-56,-33 2 172,56-1-400,0 1 1,0-1 0,0 1 0,0 0 0,1 0-1,-1 1 1,0-1 0,1 1 0,-1 0-1,1 0 1,0 0 0,-5 4 0,1 1 64,2 0 1,-1 0 0,1 0-1,0 1 1,0-1 0,1 1-1,-6 17 1,-17 65 690,19-51-412,1 1-1,-2 49 1,5 81 880,4-165-1209,0 0 0,0-1 0,1 1 0,-1 0-1,1 0 1,0 0 0,0-1 0,3 7 0,-3-9-29,0 0 0,1 0 1,-1 0-1,1 0 1,-1-1-1,1 1 1,0 0-1,0-1 0,0 1 1,0-1-1,0 1 1,0-1-1,0 0 0,0 0 1,1 0-1,3 1 1,3 0 1,0 1 1,1-1-1,0-1 0,0 0 1,-1 0-1,1-1 0,0 0 1,0-1-1,-1 0 1,1-1-1,0 0 0,-1 0 1,1-1-1,-1 0 1,0 0-1,0-1 0,0-1 1,-1 1-1,1-2 1,-1 1-1,0-1 0,-1 0 1,1 0-1,10-14 1,3-4-239,-1-1 0,-2 0 0,-1-2 0,0 0 0,-2-1 0,-2 0 1,0-1-1,-2-1 0,-1 0 0,-1 0 0,-2-1 0,-1 0 0,3-62 1,-7-130-1178,-5 171 1206,-3 0 0,-14-64-1,-75-355 404,94 464-166,-4-19-43,5 25 34,0 0-1,0 1 0,0-1 1,0 0-1,0 1 0,-1-1 1,1 0-1,0 1 1,-1-1-1,1 0 0,0 1 1,-1-1-1,1 1 1,-1-1-1,1 0 0,0 1 1,-1-1-1,0 1 1,1-1-1,-1 1 0,1 0 1,-1-1-1,0 1 0,0 0 728,0 171-211,12 400 647,-5-488-1015,62 541 637,-60-580-773,26 82 0,-33-123-46,15 34 37,-15-36-41,-1 1 0,1-1 0,0 0 1,0 0-1,-1 0 0,1 0 0,0 0 0,0 0 0,0 0 1,0 0-1,0 0 0,0 0 0,1-1 0,-1 1 0,0 0 0,0-1 1,1 1-1,-1-1 0,0 1 0,0-1 0,3 1 0,-3-1-3,-1 0-1,0 0 1,0 0-1,1 0 1,-1 0-1,0 0 1,0 0-1,1-1 0,-1 1 1,0 0-1,0 0 1,1 0-1,-1 0 1,0 0-1,0 0 1,0 0-1,1-1 0,-1 1 1,0 0-1,0 0 1,0 0-1,0-1 1,1 1-1,-1 0 1,0 0-1,0 0 1,0-1-1,0 1 0,0 0 1,0 0-1,0-1 1,0 1-1,1 0 1,-1 0-1,0-1 1,0 1-1,3-14-510,0 0-1,-1 0 1,-1-1 0,0 1-1,-1 0 1,-1-16 0,1-3-1366,0-36-3224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11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394 133 10213,'0'0'811,"-6"-11"-1246,-21-34 1369,27 44-804,-1-1 0,0 1 0,0 0 0,0 0 0,0-1 0,0 1 0,0 0 0,0 0 1,0 0-1,0 0 0,-1 0 0,1 1 0,0-1 0,-1 0 0,1 1 0,0-1 1,-1 0-1,-2 0 0,-6-3 706,4-1-731,-1 0-1,1 0 1,-1 1 0,0 0 0,-1 1 0,1-1 0,-1 1 0,1 0-1,-16-3 1,-6 2 167,1 0 1,-53 0-1,79 5-234,0-1 0,0 0 0,0 1 0,0-1 0,0 1 0,0-1-1,0 1 1,0 0 0,0 0 0,1 0 0,-1 0 0,0 0 0,1 1 0,-1-1 0,1 0 0,-1 1 0,1-1 0,-1 1 0,1-1 0,0 1 0,0 0 0,0 0 0,-2 3 0,-2 6 195,1 0-1,0 1 0,-3 12 1,5-14-52,-11 44 826,3 0 1,-5 89-1,14 110 1021,1-245-1985,0 0-1,0-1 1,1 1-1,1-1 0,-1 0 1,1 1-1,0-1 1,1 0-1,0 0 1,7 13-1,-7-17-34,0 1 0,0-1 1,0 0-1,1 1 0,-1-2 0,1 1 0,0 0 0,0-1 0,0 1 1,0-1-1,0-1 0,0 1 0,1 0 0,-1-1 0,1 0 0,-1 0 1,1 0-1,5 0 0,-1 0 2,0-1 1,0 0-1,0 0 1,0-1 0,1 0-1,-1-1 1,0 1-1,-1-2 1,1 1-1,15-8 1,-12 4-105,-1 0 0,0-1 0,0-1 0,0 0-1,-1 0 1,0-1 0,9-11 0,-7 7-88,-1-1-1,-1-1 0,0 1 1,-1-1-1,-1-1 1,0 0-1,-1 0 0,-1 0 1,-1-1-1,0 0 0,4-31 1,-5 20 49,-2-1 0,-1 1 0,-2-1 0,-1 0 0,-5-29 0,6 53 148,0 1 0,-1-1-1,0 0 1,0 0 0,0 1-1,0-1 1,-1 1 0,0-1-1,0 1 1,0 0 0,-6-6-1,9 10-7,0 0 1,0 0-1,0-1 0,-1 1 0,1 0 1,0 0-1,0 0 0,0 0 0,-1-1 1,1 1-1,0 0 0,0 0 0,0 0 1,-1 0-1,1 0 0,0 0 0,0-1 0,-1 1 1,1 0-1,0 0 0,-1 0 0,1 0 1,0 0-1,0 0 0,-1 0 0,1 0 1,0 0-1,0 0 0,-1 0 0,1 0 0,0 1 1,0-1-1,-1 0 0,1 0 0,0 0 1,0 0-1,-1 0 0,1 0 0,0 1 1,0-1-1,0 0 0,-1 0 0,1 0 0,0 1 1,0-1-1,0 0 0,0 0 0,-1 0 1,1 1-1,0-1 0,0 0 0,0 1 1,-3 19 209,2 148 531,2-88-411,-1-50-267,1 0 0,2 0 0,6 32 0,-7-53-90,0 1 1,1-1-1,0 0 0,0-1 0,1 1 0,0-1 1,1 1-1,0-1 0,0 0 0,1-1 0,0 1 1,0-1-1,13 11 0,-15-15-154,0 0 0,1-1-1,-1 1 1,1-1 0,-1 0 0,1-1-1,7 3 1,-10-4-291,0 1-1,1-1 1,-1 1 0,0-1-1,1 0 1,-1 0-1,0 0 1,1 0 0,-1 0-1,0-1 1,1 1-1,-1-1 1,0 0 0,0 1-1,1-1 1,3-2-1,-4 1-665,0 0 0,-1 0 0,1-1 0,0 1 0,-1 0-1,1-1 1,1-4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11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23819,'0'0'2401,"-30"0"-11157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3:43.0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0 109 1649,'0'0'3159,"4"-2"-2679,2-1 120,0 1 0,0 0 0,0 1 1,0-1-1,0 1 0,0 1 0,9-1 1,52 2 24,-28 0-567,272-1-544,-285-2 381,0 0 0,36-9-1,-36 6 7,0 0 0,39 0 0,-61 5 95,32-1 128,0 3 0,45 6 0,2 1 375,-57-7-311,0 0-1,34 9 1,-26-5-45,0-2 0,1 0 0,-1-3 0,44-3 1,-9 1 68,261 1 517,-222 9-681,4 0-99,52-8-6,180-3-801,-242-3 743,76-1 267,105-3-235,-281 9 83,148-2-134,101-8-332,41-10 491,3 20 175,-113 2-118,120-20-263,-157 6 205,25-4 209,129-4 257,-182 18-489,162 7 11,46 13-33,-67-3-2,3 0 86,406-24-1352,-568 8 1255,-43 1 82,113-14-1,-91 2-45,106-2-1,79 14-25,-116 2-93,-133-2 99,373-12 1599,-347 8 281,81 5 0,-107 1-1608,-1 1-1,0 0 1,0 0 0,13 7-1,-15-6-48,0 0 1,0-1-1,1 0 0,-1 0 1,23 1-1,69-3 2320,-58 0-3357,-7 0-3974,-66-1-743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3:47.3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73 121 1393,'0'0'6224,"-17"0"-5917,13 0-209,-1 0 1,1 1 0,0-1-1,0 1 1,0 0 0,1 0 0,-1 1-1,0-1 1,0 1 0,1 0-1,-9 6 1403,12-8-1393,0 1-1,0-1 1,0 0 0,-1 1 0,1-1 0,0 0 0,0 0-1,0 1 1,0-1 0,0 0 0,0 0 0,0 1-1,2 2 1295,-2-3-1294,14 9 634,17 0-1045,44-5 625,-54-4-211,0 1 1,34 7-1,-4 0-28,-1-1 1,1-3-1,63-2 0,-18 5-68,2 1-8,463-8-23,-525-2 11,0-1 0,36-9 0,41-4-10,-25 10 17,232-24 15,-230 16-22,144-2-1,167 1 25,-172 9-19,-38 2 3,685-9-44,-585 14 34,-11 7-52,-2-1-32,1132-7 241,-1006-6-166,289-2 45,-416-5 5,111-2-4,-53 1 104,-113 2-22,236 5 1782,-458 7-1855,1 0 1,-1 1 0,0-1-1,1 0 1,-1 0-1,1 0 1,-1 0-1,0 0 1,1 0 0,-1 0-1,1-1 1,-1 1-1,0 0 1,1 0-1,-1 0 1,0 0 0,1 0-1,-1-1 1,1 1-1,-1 0 1,0 0-1,1-1 1,-1 1 0,0 0-1,0 0 1,1-1-1,-1 1 1,0 0-1,0-1 1,1 1 0,-1 0-1,0-1 1,0 1-1,0-1 1,0 1-1,1 0 1,-1-1 0,0 1-1,0 0 1,0-1-1,0 1 1,0-1-1,0 1 1,0-1 0,0 1-1,0 0 1,0-1-1,-1-6 2960,-50 7-7190,8 0-174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29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3794,'0'0'7360,"1"-17"-1893,1 15-5383,1 0 0,-1 1 0,1-1 0,-1 1 0,1 0 0,0 0 0,-1 0 1,1 0-1,0 0 0,0 1 0,5-1 0,6-2 105,294-67 30,-289 67-318,0 1 0,23 0 0,-41 2 92,-1 0 0,1 1 0,-1-1-1,1 0 1,-1 0 0,1 1-1,-1-1 1,0 0 0,1 1-1,-1-1 1,1 1 0,-1-1-1,0 0 1,0 1 0,1-1-1,-1 1 1,0-1 0,0 1-1,1-1 1,-1 1 0,0-1 0,0 1-1,0-1 1,0 1 0,0-1-1,0 1 1,0-1 0,0 1-1,0 0 1,0 0 0,0 23 36,0-17-40,0 7 23,-1-1-1,1 0 0,-2 0 1,0 0-1,-1 0 0,0 0 1,-6 16-1,2-10-7,1 1 0,1 0-1,0 1 1,-2 38 0,6 86-17,1-78 60,5 100 72,8 0-1,46 233 0,-24-255-68,-29-124-53,2 0 0,0 0 0,1-1 0,18 28 0,-26-46-12,-1 0-1,1-1 1,0 1 0,0-1-1,0 1 1,1-1 0,-1 0-1,0 1 1,1-1 0,-1 0-1,0 0 1,1 0 0,-1 0-1,1 0 1,0 0 0,-1 0-1,1 0 1,0-1-1,3 2 1,-4-18-1666,-5-17-616,-15-8-2617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29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9268,'0'0'2641,"191"-66"-2176,-144 39-465,-14 6-3106,-16 6-5041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13686,'0'0'993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0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0 9812,'0'0'7150,"-20"3"-6645,-9 2-335,-28 7 1,51-10-139,0 1 0,0-1 0,1 1 0,-1 0 0,1 0 1,-1 1-1,1-1 0,0 1 0,1 1 0,-1-1 0,1 0 0,0 1 0,-4 6 0,0-2 15,-1 2-48,1-1-1,1 1 1,0 0-1,0 1 1,1-1-1,1 1 1,0 1-1,1-1 1,-6 22-1,9-26-164,0-1-1,0 1 0,0-1 1,1 1-1,0 0 1,1-1-1,0 1 1,0-1-1,0 1 0,1-1 1,0 1-1,1-1 1,-1 0-1,1 0 1,1 0-1,-1-1 0,1 1 1,5 6-1,43 45-1051,-30-35 976,-2 1 0,31 45 1,-46-62 461,-1 1 1,0 0 0,0 0-1,-1 1 1,0-1-1,0 1 1,-1 0 0,0-1-1,-1 1 1,1 0 0,-2 0-1,1 0 1,-2 0 0,0 10-1,1-17-192,-1 0 1,1-1-1,0 1 0,-1-1 0,0 1 1,1-1-1,-1 1 0,0-1 0,0 1 0,1-1 1,-1 0-1,0 0 0,-1 1 0,1-1 1,0 0-1,0 0 0,0 0 0,-1 0 0,1 0 1,0 0-1,-1 0 0,1-1 0,-1 1 1,1 0-1,-1-1 0,-2 1 0,-1 0-89,-1 0-1,1 0 0,0-1 1,-1 0-1,1 0 1,-11-2-1,15 2-133,-1-1 0,1 1 0,-1-1 0,1 0 0,-1 0 0,1 1 0,0-1 0,0 0 0,-1 0 0,1 0 0,0 0 0,0 0 0,0 0 0,0-1 0,0 1 0,0 0 1,0 0-1,1-1 0,-1 1 0,0 0 0,1-1 0,-1 1 0,1-1 0,0 1 0,-1-1 0,1 1 0,0-1 0,0-2 0,-1 0-647,-7-34-9211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1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0 444 13238,'0'0'5469,"36"-26"-5469,110-85-728,-135 102 549,0 0 1,-1-1-1,-1-1 1,10-11 0,-15 14-80,1 1 1,-1-1 0,-1 0-1,4-9 1,-3 6-88,0-1 129,0 0 0,-2 0 0,1 0-1,-2-1 1,0 1 0,0 0 0,-1-16 0,0 17 296,-1 9-34,1 1-1,-1-1 1,1 1-1,-1-1 1,0 1-1,1 0 1,-1-1-1,0 1 1,0 0-1,0-1 1,0 1-1,0 0 1,0 0-1,0 0 1,-1 0-1,1 0 1,0 0-1,0 0 1,-2 0-1,-33-18 891,25 14-733,9 4-117,-27-10 602,28 10-663,0 1 0,0 0 0,0 0-1,0-1 1,0 1 0,0 0-1,0 0 1,1 0 0,-1 0-1,0 0 1,0 1 0,0-1 0,0 0-1,0 0 1,0 1 0,0-1-1,0 0 1,0 1 0,0-1 0,0 1-1,1-1 1,-1 1 0,0-1-1,0 1 1,1 0 0,-1-1-1,0 1 1,1 0 0,-2 1 0,-4 13 132,0 1 1,1 1 0,0-1 0,2 1 0,0-1-1,-1 24 1,0-13 101,-3 37 351,3 1 0,6 93 0,-2-155-613,0-1-1,1 1 1,-1 0-1,1-1 1,-1 1 0,1 0-1,0-1 1,0 1-1,0-1 1,0 1 0,0-1-1,1 0 1,-1 1 0,1-1-1,-1 0 1,1 0-1,0 0 1,0 0 0,0 0-1,0-1 1,0 1-1,3 1 1,-2-1-90,1-1-1,0 0 1,-1 0 0,1 0-1,0 0 1,0-1 0,0 1-1,-1-1 1,1 0 0,0 0-1,0 0 1,0-1 0,0 0-1,-1 1 1,7-3 0,-5 1-257,-1 0 1,1-1-1,0 0 1,-1 0-1,1 0 1,-1 0-1,0-1 1,0 1-1,0-1 1,-1 0-1,1 0 1,-1-1-1,4-6 1,18-28-5619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1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232 166 2497,'0'0'8911,"0"-19"-8447,0-56-16,0 72-289,0 0 0,0 0 0,0 0-1,-1 0 1,1 0 0,-1 0 0,1 0-1,-1 0 1,0 0 0,0 0 0,0 1-1,-3-4 1,3 4-29,0 1 0,-1-1 1,1 1-1,-1 0 0,1 0 0,-1-1 0,0 1 0,1 0 1,-1 0-1,-3-1 0,-2-1 235,3 1-279,-1 0 0,1 0 0,-1 0 0,0 1 0,0 0 0,0 0 0,1 0 0,-1 1 0,-8 0 0,10 0-78,0 0 0,0 0 0,0 0 0,0 1 0,0-1 0,0 1 0,1 0 0,-1 0 0,0 0-1,0 0 1,1 0 0,-1 1 0,1-1 0,-1 1 0,1 0 0,0 0 0,-4 3 0,-1 5 73,0 1 1,1 0-1,0 0 0,1 1 1,0-1-1,-6 25 1,-12 80 666,20-98-617,-5 51 932,2 121 1,6-178-982,0-1-9,0-1 1,1 0 0,0 0 0,0 0 0,6 18-1,-6-25-68,0 0-1,0 0 1,1-1-1,-1 1 0,1 0 1,-1-1-1,1 1 1,0-1-1,0 0 1,1 1-1,-1-1 0,0 0 1,1 0-1,-1-1 1,1 1-1,0 0 0,-1-1 1,1 1-1,0-1 1,0 0-1,0 0 0,5 1 1,-1-1-62,0-1 0,-1 1 0,1-1 0,-1 0 0,1-1 0,0 1 0,-1-1 0,1-1 0,-1 1 0,0-1 0,1 0 1,-1-1-1,0 0 0,0 0 0,0 0 0,-1 0 0,1-1 0,-1 0 0,0 0 0,0 0 0,8-10 0,1-2-667,-1 0 0,0-1 0,-1 0 0,-1-1 0,14-32 0,-18 35-43,-1 0 1,-1-1 0,-1 0 0,0 0 0,2-26 0,-2-81-1783,-4 98 3630,-1 54 4203,-1 1-3351,-2 37-647,4-48-1052,0 19 48,1 0 0,1 0 1,12 56-1,-4-43-162,-1 0-1,1 59 1,-5 104 423,-5-204-524,0 16 17,-1 0 1,-1 0-1,-10 47 1,10-66-39,0 1 0,0-1 0,-1 1 0,0-1 0,0 0 1,-1 0-1,0-1 0,0 1 0,-1-1 0,1 0 0,-1 0 0,-1 0 0,1-1 0,-1 1 0,0-1 1,0-1-1,-10 7 0,9-8-104,1-1 0,0 0 1,-1 0-1,0 0 0,1-1 0,-1 0 1,0 0-1,-10-1 0,13 0-81,0 0 1,0 0-1,0 0 0,0-1 0,0 0 0,0 1 1,1-1-1,-1-1 0,0 1 0,0-1 0,1 1 1,-1-1-1,1 0 0,-1 0 0,-5-5 0,6 3-248,0-1 0,0 1 0,0-1-1,0 1 1,1-1 0,-3-8 0,-10-39-4109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2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81 2609,'0'0'7326,"-3"-1"-6216,-11-4 3586,14 5-4663,0 0 0,0 0 0,0 0 0,0 0 0,-1 0 0,1 0 0,0 0 0,0 0 0,0 0 0,0 0 0,0 0 0,0 0 0,0 0 0,0 0 1,-1 0-1,1 0 0,0 0 0,0 0 0,0 0 0,0 0 0,0 0 0,0 0 0,0 0 0,0 0 0,-1 0 0,1 0 0,0 0 0,0 0 0,0 0 1,0 0-1,0 0 0,0 0 0,0 0 0,0 0 0,-1 0 0,1 0 0,0 0 0,0 1 0,0-1 0,0 0 0,0 0 0,0 0 0,0 0 0,0 0 0,0 0 1,0 0-1,0 0 0,0 1 0,0-1 0,0 0 0,0 0 0,0 0 0,0 0 0,0 0 0,0 0 0,0 0 0,0 0 0,0 1 0,0-1 0,0 0 1,0 0-1,0 0 0,0 0 0,0 0 0,0 0 0,-3 25 348,2-1 0,1 40 0,1-19-3,-2 75 380,1 93 286,2-162-759,3-1 1,12 57 0,-16-102-260,-1-5-20,0 1 0,0-1 1,0 1-1,0-1 0,0 1 0,0-1 0,0 1 1,0-1-1,0 0 0,0 1 0,1-1 0,-1 1 0,0-1 1,0 1-1,0-1 0,1 0 0,-1 1 0,0-1 1,0 0-1,1 1 0,-1-1 0,0 0 0,1 1 0,-1-1 1,0 0-1,1 1 0,-1-1 0,0 0 0,1 0 0,-1 0 1,1 1-1,-1-1 0,0 0 0,1 0 0,0 0 1,0-5 17,-1-505-4349,0 499 4380,1 0-1,0 0 1,1 0-1,0 0 1,1 0 0,0 0-1,1 1 1,0-1-1,1 1 1,0 0 0,0 0-1,1 1 1,0-1-1,11-11 1,-14 17-21,0 0 1,1 0-1,0 0 0,0 0 1,4-3-1,-6 6 10,0 0 0,0 0 0,0 0 1,0 0-1,0 0 0,0 0 0,0 1 0,1-1 0,-1 1 0,0 0 1,0-1-1,0 1 0,1 0 0,-1 0 0,3 1 0,-3-1-11,0 1 1,-1 0-1,1 0 0,0 0 0,-1 0 0,1 0 0,-1 0 0,0 0 0,1 0 0,-1 0 0,0 1 0,1-1 0,-1 0 0,0 1 1,0-1-1,0 1 0,-1 0 0,1-1 0,1 4 0,14 39 261,-12-32-161,17 68 585,-3 2 1,9 93-1,-4-21 691,-22-148-1326,-1-5-76,0 1 1,0-1 0,0 0-1,0 0 1,0 0 0,0 0-1,0 0 1,0 0 0,1 0-1,-1 0 1,0 0 0,1 0-1,-1 0 1,1 0 0,-1 0-1,1 0 1,0 0 0,-1 0-1,1-1 1,0 1 0,-1 0-1,3 1 1,-3-2-9,0 0 1,1-1-1,-1 1 0,0 0 0,1 0 1,-1-1-1,0 1 0,0 0 1,1-1-1,-1 1 0,0 0 1,0 0-1,0-1 0,0 1 1,1 0-1,-1-1 0,0 1 0,0-1 1,0 1-1,0 0 0,0-1 1,0 1-1,0 0 0,0-1 1,0 1-1,0 0 0,0-1 0,0 1 1,0-1-1,0 1 0,0 0 1,-1-1-1,1-4-27,-3-374-3112,3 366 3087,2 1 0,-1-1 1,2 0-1,0 1 0,0 0 0,1 0 0,0 0 0,9-16 0,0 5 12,0 0-1,1 1 0,19-21 0,-31 40 51,1-1 0,0 0 0,0 1 0,0 0 0,0 0 0,1 0 0,-1 0 0,1 0 0,0 1 0,0 0 0,0-1 0,0 1 0,0 1 0,0-1 0,1 1 0,-1-1 0,1 1 0,-1 1 0,1-1 0,-1 1 0,1-1 0,-1 1 0,9 1 0,-10 0 22,1 0 0,-1 0-1,0 1 1,0-1-1,0 1 1,0-1 0,0 1-1,0 0 1,-1 0 0,1 1-1,0-1 1,-1 0 0,0 1-1,1 0 1,-1-1-1,0 1 1,-1 0 0,1 0-1,0 0 1,-1 0 0,2 6-1,5 10 120,-2 0 1,6 29-1,-12-45-130,13 73 660,-4 2 0,-1 128 1,0 9 293,-7-205-1008,1 9 184,-2-15-354,1-9-429,-1-105-3165,0 33-4583,0 44 543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48 333 5923,'0'0'11240,"6"-6"-10475,33-29-248,35-36-181,-65 62-439,0-1 0,-1-1 0,0 0 0,-1 0 0,9-17 0,-14 21-8,1 0 0,-1-1 0,-1 1 1,1-1-1,-1 1 0,-1-1 0,0 1 0,0-9 0,0 15 129,-1-1-1,1 1 0,-1-1 1,1 1-1,-1-1 0,0 1 1,1-1-1,-1 1 1,0 0-1,0-1 0,0 1 1,0 0-1,0 0 0,0 0 1,-1 0-1,1 0 0,0 0 1,0 0-1,-1 0 1,1 0-1,-2 0 0,-39-18 153,26 13-95,11 4-65,0 0 1,-1 0-1,1 0 0,0 1 1,-1-1-1,1 1 0,-1 1 1,1-1-1,-1 1 0,0 0 1,1 0-1,-6 1 0,7 0 11,1 0 1,0 0-1,0 0 0,0 1 0,-1-1 0,1 1 0,1-1 1,-1 1-1,0 0 0,0 0 0,1 0 0,-1 1 1,1-1-1,-1 1 0,1-1 0,0 1 0,0 0 1,0 0-1,1-1 0,-3 7 0,0 1 63,0 1 0,0 0 1,2 0-1,-1 0 0,-1 23 0,3 60 802,2-48-361,-1-12-63,1 1 0,2-1 0,9 41 1,-10-65-369,0 0 1,1 0-1,1 0 1,-1-1-1,1 1 1,1-1-1,0 0 1,0 0-1,1 0 1,0-1-1,1 0 1,-1 0 0,2-1-1,-1 0 1,11 8-1,-13-12-120,0 0-1,0 0 1,1 0 0,-1-1 0,1 0-1,-1 0 1,1-1 0,0 1-1,0-1 1,0-1 0,0 1-1,-1-1 1,1 0 0,0 0-1,0 0 1,0-1 0,0 0-1,0 0 1,-1-1 0,1 0-1,0 0 1,-1 0 0,1 0-1,-1-1 1,0 0 0,0 0-1,0-1 1,0 1 0,4-5-1,0-3-726,0 1-1,-1-1 1,-1-1-1,13-23 1,3-25-4940,-12 18-1142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96,'0'0'16472,"3"14"-15296,11 80 1480,3 101 0,9 72-42,-25-264-2593,0 6 26,0-1 0,1 1 0,0-1 0,0 0 0,1 0 0,5 10 0,-3-12-40,-1-9-9,-2-15-29,-2 17 30,37-304-3537,-35 287 3224,3-12-603,11-41 1,-14 63 802,1 0 0,0 0 1,0 1-1,1-1 0,0 1 0,0 0 1,1 0-1,0 0 0,0 1 0,7-8 1,-10 13 133,-1-1 0,1 1 0,0-1 0,-1 1 0,1 0 0,0 0 1,0 0-1,0 0 0,0 0 0,0 0 0,0 0 0,1 1 0,-1-1 0,0 1 1,0-1-1,0 1 0,1 0 0,-1 0 0,0 0 0,0 0 0,0 0 0,1 1 1,-1-1-1,0 1 0,0-1 0,0 1 0,0 0 0,3 1 0,-1 1 113,0 0-1,0 0 1,0 0 0,-1 0-1,1 1 1,-1-1-1,1 1 1,-1 0-1,-1 0 1,1 0-1,3 7 1,4 10 285,-1 2-1,-1-1 1,9 39 0,7 75 758,-12-64-707,-9-48-382,-2-19-91,-1 1-1,1 0 1,0-1-1,0 1 1,1 0-1,-1-1 0,6 10 1,-7-14-69,0-1 1,1 0 0,-1 0-1,0 1 1,0-1-1,1 0 1,-1 0-1,0 0 1,0 1-1,1-1 1,-1 0-1,0 0 1,1 0-1,-1 0 1,0 0-1,1 0 1,-1 0-1,0 0 1,1 0 0,-1 0-1,0 0 1,1 0-1,-1 0 1,0 0-1,1 0 1,-1 0-1,0 0 1,1 0-1,-1 0 1,0 0-1,1 0 1,-1-1-1,0 1 1,1 0 0,-1 0-1,0 0 1,0-1-1,1 1 1,-1 0-1,0 0 1,0-1-1,1 1 1,-1 0-1,0 0 1,0-1-1,0 1 1,0 0-1,1-1 1,8-40-3830,-4 15 974,7-25-4262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11157,'0'0'5291,"-2"14"-4475,1-7-646,-6 96 2261,7-69-1626,-1 36 139,13 97-1,23 165-370,5 32-303,-39-349-269,0-12-4,-1 1 1,0-1-1,1 0 1,-1 0 0,1 1-1,0-1 1,0 0-1,3 5 1,-1-16-2872,-2-9 1308,-1-26-2969,0-9-3770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7924,'0'0'8628,"177"0"-7508,-97 0-560,-6-6-560,-14-3-1168,-20 3-5603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5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10389,'0'0'9172,"207"12"-9172,-160-3-144,-14 0-1681,-13 0-5122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6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33 5523,'0'0'4375,"-4"-1"-3209,-12-5 458,2-2 415,5 4-1885,-1 1-1,1 0 1,-1 1 0,0 0 0,0 0-1,0 1 1,0 1 0,0 0 0,0 0-1,-13 2 1,19-1-140,0 1 0,0-1 1,0 1-1,0 0 0,0 0 0,0 0 0,0 1 0,0-1 0,1 1 0,0 0 0,-1 0 1,1 0-1,0 1 0,-3 3 0,-2 3 9,1 0 0,0 1 0,-12 22 0,12-14 57,0 0-1,1 0 0,1 1 0,-4 31 0,-3 88 692,12-134-742,-5 338 2045,5-240-1459,1-58-266,1 1 0,2-1 0,10 46 0,-11-75-253,1 0 0,1-1 0,0 0 0,1 0 0,1 0 0,0-1 0,1 0 0,0 0 0,1-1 0,1 0 0,0 0 0,13 11 0,-16-18-88,1 0 1,0-1-1,0 0 1,0-1-1,0 1 1,1-2-1,0 1 1,0-1-1,0-1 1,0 1-1,0-2 1,0 1-1,1-1 1,-1-1-1,0 1 1,1-2-1,-1 1 1,0-1-1,1-1 1,-1 1-1,0-2 1,0 1-1,0-1 1,0-1-1,-1 1 1,14-9-1,-11 3-112,0 0 0,0 0 1,-1-1-1,0-1 0,-1 0 0,0 0 0,-1-1 1,0 0-1,-1 0 0,0-1 0,-1 1 0,5-18 0,-3 6-396,-1-1-1,-1-1 0,-1 1 1,-2 0-1,1-52 0,-2 30-204,-3-49 34,1 87 654,-1-1 1,-1 1 0,0 0-1,0-1 1,-1 1-1,0 0 1,-7-14 0,9 23 41,1-1 1,0 1-1,-1-1 1,1 1-1,-1-1 1,1 1-1,0-1 1,-1 1-1,1-1 0,-1 1 1,0 0-1,1-1 1,-1 1-1,1 0 1,-1 0-1,1-1 1,-1 1-1,0 0 1,1 0-1,-1 0 1,0 0-1,1 0 1,-1 0-1,1 0 1,-1 0-1,0 0 0,1 0 1,-1 0-1,0 0 1,1 0-1,-1 0 1,0 0-1,1 1 1,-1-1-1,1 0 1,-1 1-1,1-1 1,-1 0-1,1 1 1,-1-1-1,0 1 1,-3 9 94,1-1 0,1 1 0,0-1 1,0 1-1,1 0 0,0 0 0,1-1 0,1 20 1,-1-8 163,0 9 41,0 21 522,9 78 1,-7-114-718,1 0-1,0 0 1,1 0-1,1 0 1,1-1 0,0 1-1,0-1 1,2-1-1,12 20 1,-16-29-119,0 1-1,0-1 1,0 0 0,0 0 0,1 0 0,-1 0 0,1-1 0,0 0-1,0 0 1,0 0 0,11 4 0,-7-5-15,0 0 0,0 0 0,0 0-1,0-1 1,0-1 0,18 0 0,-22-1-19,1 1 0,-1-1 0,0-1 0,1 1 0,-1-1 1,0 1-1,1-2 0,-1 1 0,-1 0 0,1-1 0,0 0 0,7-6 0,-5 3-86,0-1 1,-1 0-1,0 0 0,0-1 1,0 1-1,8-17 0,-5 7-172,-1-1 0,-1-1 0,-1 1 0,-1-1 1,0 0-1,3-35 0,-6 32-20,0 0 1,-5-39 0,2 51 239,0 0 0,-1 0 0,-1 0 0,0 0 1,0 1-1,-1-1 0,0 1 0,-6-9 0,1 4 32,0 0-1,0 1 1,-2 0-1,0 1 1,0 0-1,-22-17 1,27 24 48,-1 1 0,1 0 0,-1 0 0,0 0 0,0 1 0,0 0 0,0 1 0,0-1 0,-1 1 0,1 1 0,-1 0 0,0 0 0,1 0 0,-1 1 0,0 0 0,-11 1 0,14 0-11,0 1 0,-1 0 0,1-1-1,0 2 1,0-1 0,0 0 0,1 1-1,-1 0 1,1 0 0,-1 1 0,1-1-1,0 1 1,0 0 0,1 0 0,-1 0-1,1 0 1,0 1 0,0 0 0,0-1-1,-2 8 1,3-7-387,0-1-1,0 2 1,1-1-1,0 0 1,0 0-1,0 0 1,0 9-1,1 8-6306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55 208 5811,'0'0'4322,"-4"-5"-3148,0 0-753,0 0 1,0 0 0,1-1-1,-1 1 1,1-1 0,1 0 0,-1 0-1,1 0 1,0 0 0,0 0-1,1 0 1,0 0 0,-1-9 0,-4 17-268,3 180 1192,-1-53 728,17 174-1,-11-290-1976,-2-7-45,1-1 0,-1 0 0,1 1 0,1-1 0,-1 0 0,1 1 0,3 7 0,-5-13-49,1 0-1,-1 1 1,0-1 0,1 0 0,-1 1 0,1-1 0,-1 0-1,1 1 1,-1-1 0,1 0 0,-1 0 0,1 0 0,0 0 0,-1 0-1,1 1 1,-1-1 0,1 0 0,-1 0 0,1 0 0,-1 0 0,1-1-1,0 1 1,-1 0 0,1 0 0,-1 0 0,1 0 0,-1 0-1,1-1 1,-1 1 0,1 0 0,-1-1 0,1 1 0,-1 0 0,1-1-1,-1 1 1,0 0 0,1-1 0,-1 1 0,0-1 0,1 1 0,-1-1-1,0 1 1,1-1 0,7-15-61,0 1 0,-2-1 0,0 0-1,8-31 1,2-19-1536,11-94 0,-6-70-2007,-19 192 3410,-1 9 383,2 0 1,0 0-1,2 0 0,10-34 1,-15 62-146,0 1-1,0 0 1,1-1 0,-1 1 0,0 0 0,0 0 0,0-1 0,0 1 0,0 0 0,0-1 0,1 1 0,-1 0 0,0 0 0,0-1 0,0 1 0,1 0 0,-1 0 0,0 0 0,0-1 0,0 1 0,1 0 0,-1 0 0,0 0 0,1 0 0,-1 0 0,0-1 0,0 1 0,1 0 0,-1 0 0,0 0 0,1 0 0,-1 0 0,7 9 788,-2 8-343,-1 1-1,0 0 1,0 24 0,0-9 27,20 229 2162,9 63-891,-31-312-1740,0 8-10,1 1 0,1-1 0,1-1 1,1 1-1,1-1 0,16 33 0,-21-51-14,-1-7-21,0-13-33,-1 17 25,0-407-2934,0 391 2771,1-1-1,0 0 1,2 1-1,0-1 1,1 1-1,0 0 1,2 0-1,0 0 1,1 1 0,0-1-1,2 2 1,11-18-1,-19 30 156,13-18-41,1 1-1,17-21 1,-28 36 56,1 1-1,-1-1 0,1 1 0,0 0 0,1 0 1,-1 0-1,0 1 0,1 0 0,0 0 1,0 0-1,0 1 0,0 0 0,9-2 1,-12 4 20,1-1 1,-1 1 0,1 1-1,-1-1 1,0 0 0,1 1-1,-1-1 1,0 1 0,0 0-1,0 0 1,1 1 0,-1-1-1,0 1 1,-1-1 0,1 1-1,0 0 1,0 0 0,-1 0 0,1 0-1,-1 1 1,1-1 0,-1 1-1,0-1 1,0 1 0,0 0-1,1 3 1,5 8 202,-1 1 0,0 0 0,8 31 0,-15-46-225,9 31 435,-2 1 0,7 64 1,-8 68 577,-4-76-839,-1-13-1438,-1-80-2951,0-27 219,0-18-2473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8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26 190 1088,'0'0'13065,"-4"-16"-12873,-12-49-13,15 60 47,-1-1 0,1 1 0,1 0 0,-1 0 0,1-1 0,0 1 0,0-7 0,1-2 1392,0 15-1607,0-1 0,-1 1 0,1-1 1,-1 1-1,1-1 0,0 1 1,-1 0-1,1-1 0,-1 1 1,1 0-1,-1 0 0,0-1 1,1 1-1,-1 0 0,0 0 0,1-1 1,-1 1-1,0 0 0,0 0 1,0 2-1,2 1 56,23 97 1932,16 125 0,-28-141-1291,2 10-40,-6-26-111,24 88 0,-31-149-520,8 22 51,-10-28-86,1-1 0,-1 0 0,1 1 0,0-1 0,-1 0 0,1 0 0,0 0 0,-1 1 0,1-1 0,0 0 0,0 0 0,0 0 0,0 0 0,0-1 0,2 3 0,-3-3-3,1 0 1,-1 0-1,0 0 0,0 0 0,0 0 0,0 0 0,1 0 0,-1 0 0,0 0 0,0 0 0,0 0 0,0 0 0,0-1 0,0 1 1,1 0-1,-1 0 0,0 0 0,0 0 0,0 0 0,0 0 0,0 0 0,0 0 0,1 0 0,-1 0 0,0-1 0,0 1 0,0 0 0,0 0 1,0 0-1,0 0 0,0 0 0,0 0 0,0-1 0,0 1 0,0 0 0,0 0 0,0 0 0,0 0 0,0 0 0,0-1 0,0 1 1,0 0-1,0 0 0,0 0 0,0 0 0,0 0 0,0-1 0,0 1 0,6-39-590,-2 0 0,-3-77 1,-2 65-263,1-30-602,5-160-1062,-2 209 2517,1 0 0,2 0 1,1 1-1,2 0 1,17-41-1,-24 66 143,1 1 1,0 0-1,0 0 0,0 0 1,1 0-1,0 0 0,0 1 0,4-5 1,-7 9-81,0-1 1,0 0-1,0 0 1,0 1-1,0-1 1,0 1-1,0-1 1,0 1-1,1-1 0,-1 1 1,0 0-1,0-1 1,0 1-1,0 0 1,1 0-1,-1 0 1,0 0-1,2 0 1,-1 1-13,0 0 1,-1-1-1,0 1 1,1 0-1,-1 0 1,1 0-1,-1 0 0,0 0 1,0 0-1,0 1 1,0-1-1,1 0 1,-2 0-1,1 1 1,0-1-1,0 1 1,0-1-1,0 3 1,5 10 300,0 1 0,-1 0 1,-1 0-1,4 26 0,4 71 922,-9-77-961,8 166 1203,6 60-132,-16-246-1373,1 0 0,1 0 0,0-1 0,1 1 0,9 20 1,-1-18-74,-4-16-27,-2-13-78,2-30-228,2-50 0,-5 32 67,-2 33 166,32-207-1112,-29 207 1092,1 1-1,2 0 1,1 0-1,1 0 1,1 1-1,22-34 1,-32 56 174,0 0 0,0 0 1,0-1-1,0 1 0,1 1 0,-1-1 0,1 0 1,0 1-1,0-1 0,0 1 0,0 0 0,0 0 1,0 0-1,1 0 0,-1 0 0,1 1 1,-1 0-1,1 0 0,0 0 0,-1 0 0,1 0 1,0 1-1,0-1 0,4 1 0,-6 0 20,0 1 0,1-1 0,-1 0-1,0 1 1,0-1 0,0 1 0,1 0-1,-1 0 1,0 0 0,0 0 0,0 0-1,0 0 1,-1 0 0,1 1 0,0-1 0,2 3-1,0 0 36,0 1-1,-1 0 0,0 0 0,1 0 0,-2 0 0,4 6 1,2 10 178,-1 1 0,7 31 0,-13-48-194,9 47 705,6 94-1,-12-45-1245,-3 0-4282,-1-117 1406,0-26-1621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8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12902,'0'0'6064,"-1"14"-5757,-10 70 442,-23 283 2794,33-326-3243,0 0 216,7 73 0,-6-108-485,1 0 1,0 0-1,1 0 0,0 0 1,0-1-1,0 1 1,1 0-1,-1-1 1,1 0-1,0 0 0,1 1 1,4 4-1,-4-7-31,-1 0 0,1 0 0,0 0 0,0 0 0,0-1 0,0 0 0,0 0 0,0 0 0,1 0 0,-1-1 0,1 0 0,-1 0 0,1 0 0,0 0 0,-1-1 0,7 1 0,-5-1-17,0 0 1,0-1-1,0 1 0,0-1 1,-1 0-1,1-1 0,0 0 0,0 1 1,-1-2-1,1 1 0,-1-1 1,0 1-1,0-1 0,8-7 1,-3 1-146,0 0 1,-1-1-1,-1 0 1,0 0-1,13-21 1,-5 3-637,0 0 1,-2-1-1,-1-1 0,11-41 1,-18 50 356,-1 0 1,-1-1-1,-1 0 0,-1 0 1,-1 0-1,0 0 1,-5-27-1,4 41 444,-2 1 1,1-1-1,-1 1 0,-1-1 0,1 1 1,-1 0-1,0 0 0,-1 0 1,0 1-1,0-1 0,0 1 1,-1 0-1,0 0 0,0 0 1,0 1-1,-1 0 0,0 0 0,-10-7 1,10 9 231,-1-1 0,1 1 0,-1 0 0,0 0 0,-1 1 0,1 0 0,0 0 1,-1 1-1,1 0 0,-1 0 0,-13 1 0,17 0-136,1 1 0,-1 0 0,1-1 0,-1 1 0,1 1 0,0-1 0,0 0 0,0 1 1,-1 0-1,1-1 0,1 1 0,-1 1 0,0-1 0,0 0 0,1 1 0,-1-1 0,1 1 0,0-1 0,-3 6 0,2-3-305,0 1-1,0-1 1,0 0-1,1 1 0,0-1 1,0 1-1,1 0 1,-1 0-1,1 0 1,0 11-1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3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11733,'0'0'8631,"-2"36"-6932,1-8-1366,-2 228 1840,19 28-173,-15-270-1923,-1-8-58,0-1 0,0 1-1,1-1 1,0 1 0,0-1 0,0 0-1,0 1 1,1-1 0,0 0 0,0 0-1,3 5 1,-4-9-23,0 0-1,0-1 1,0 1-1,0-1 1,-1 1-1,1-1 1,0 0-1,0 1 1,0-1-1,0 0 1,0 0 0,0 1-1,0-1 1,1 0-1,-1 0 1,0 0-1,0 0 1,0-1-1,0 1 1,0 0 0,0 0-1,0-1 1,0 1-1,0 0 1,0-1-1,-1 1 1,1-1-1,0 1 1,0-1 0,0 1-1,0-1 1,-1 0-1,1 0 1,0 1-1,1-3 1,9-13-204,-1-1 0,0 0-1,10-27 1,-6 14-165,19-40-708,1-3-1465,56-89 0,-84 154 2507,0-1 0,0 1 1,1 1-1,0-1 1,0 1-1,10-7 1,-15 13 81,-1-1 0,1 1 0,-1 0 0,1 0 0,0 0 0,-1 0 0,1 0 0,0 1 0,0-1 0,0 0 0,0 1 0,-1-1 0,1 1 0,0 0 0,0 0 0,0 0 0,0 0 0,0 0 0,0 0 0,0 0 0,0 0 0,0 1 0,0-1 0,-1 1 0,1 0 0,0-1 0,0 1 0,0 0 0,-1 0 0,1 0 0,-1 0 0,1 0 0,0 1 0,-1-1 0,0 0 0,1 1 0,-1-1 0,0 1 0,0-1 0,1 3 1,5 7 284,-1 1 0,-1-1 1,0 1-1,6 23 1,11 60 837,-15-60-840,7 37 127,7 31-108,-20-99-336,0-1 1,1 1-1,-1-1 1,1 0-1,0 0 1,0 1-1,3 2 1,-5-6-52,0 0 0,1 1 0,-1-1 1,0 1-1,1-1 0,-1 0 0,1 1 1,-1-1-1,1 0 0,-1 0 0,0 1 0,1-1 1,-1 0-1,1 0 0,-1 0 0,1 1 0,-1-1 1,1 0-1,-1 0 0,1 0 0,-1 0 0,2 0 1,-1-1-122,-1 1 0,1-1 0,0 1 0,-1-1 0,1 1 0,-1-1 0,1 1 1,0-1-1,-1 0 0,1 1 0,-1-1 0,0 0 0,1 0 0,-1 1 0,0-1 0,1 0 0,-1 0 1,0 1-1,1-3 0,4-30-5856,-4-14-6304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40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46 4770,'0'0'8479,"5"-7"-7433,1-2-716,-3 4-108,0 1 1,1 0 0,-1 0 0,1 0 0,4-4 2492,-9 9-2683,-11 12 16,0 1 0,1 0 1,1 1-1,0 0 0,0 1 1,2 0-1,0 1 0,-8 24 1,-124 451 743,132-461-688,-6 24 224,2 1 0,3 0 1,-4 90-1,13-145-325,0 0 0,0 0 0,0-1 0,0 1 1,0 0-1,0-1 0,0 1 0,0 0 0,0 0 0,0-1 1,0 1-1,1 0 0,-1 0 0,0-1 0,0 1 0,1 0 1,-1-1-1,1 1 0,-1-1 0,1 2 0,0-2 0,0 1 0,0-1 0,0 0 1,-1 0-1,1 1 0,0-1 0,0 0 0,0 0 0,0 0 0,0 0 0,0 0 0,0 0 0,0 0 0,0-1 0,0 1 0,-1 0 0,1 0 0,0-1 0,0 1 0,0 0 0,0-1 0,-1 1 0,1-1 0,0 1 0,0-1 0,0-1 0,22-22-66,-11 5-409,-2-1 1,0 0-1,-1 0 0,-1-1 0,0 0 0,-2-1 1,-1 0-1,5-38 0,-3-19-4838,-2-88 1,-5 89-769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4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5811,'0'0'7518,"5"-3"-7014,-4 3-452,0-1-1,0 0 1,1 0-1,-1 1 1,0-1 0,1 1-1,-1-1 1,0 1-1,1-1 1,-1 1 0,0 0-1,1 0 1,-1 0-1,3 0 1,-2 0 3,-1 1 0,1 0 0,0 0 0,-1 0 0,0-1 1,1 1-1,-1 0 0,0 1 0,1-1 0,-1 0 0,0 0 0,0 1 1,0-1-1,0 0 0,0 1 0,0-1 0,1 2 0,13 25 523,-1 1 0,16 46 1,15 69 531,-33-103-788,184 793 3136,-194-825-3464,1 6-47,-1 0 0,2 31-1,-12-48-2424,-3-6 752,1 0-1,0 0 1,0-1 0,-16-17 0,-19-24-8567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41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14263,'0'0'2913,"187"-33"-1056,-103 12-1041,-11-3-816,-6 6-1104,-14 0-2242,-6 0-4610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41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8116,'0'0'5565,"0"2"-4866,23 276 5025,-10-158-4293,-4-26-533,26 195 1422,-33-283-2269,-1 0 0,0 0-1,1 0 1,0-1 0,1 1 0,3 6 0,-6-11-49,0-1 0,1 0 1,-1 1-1,0-1 0,1 1 0,-1-1 0,0 0 0,1 1 1,-1-1-1,0 0 0,1 1 0,-1-1 0,1 0 1,-1 0-1,1 1 0,-1-1 0,0 0 0,1 0 0,-1 0 1,1 0-1,-1 0 0,1 1 0,-1-1 0,1 0 0,-1 0 1,1 0-1,-1 0 0,1-1 0,-1 1 0,2 0 0,-1-1-6,1 0 0,-1 0-1,0-1 1,1 1 0,-1 0-1,0-1 1,0 1 0,0-1-1,0 1 1,0-1 0,0 0-1,0 1 1,1-4 0,14-35-451,-1 0 0,13-61 0,9-95-2990,11-36 288,-42 209 3098,2 0 1,0 0-1,14-25 0,-21 47 85,-1-1 1,1 1-1,0-1 0,-1 1 0,1-1 0,0 1 0,0 0 0,0-1 0,0 1 0,0 0 0,0 0 0,1 0 0,-1-1 1,0 1-1,1 1 0,-1-1 0,1 0 0,-1 0 0,1 0 0,-1 1 0,1-1 0,-1 1 0,3-1 0,-3 1 17,-1 0-1,1 1 1,0-1-1,0 0 1,-1 0-1,1 1 1,0-1-1,-1 0 0,1 1 1,0-1-1,-1 1 1,1-1-1,-1 1 1,1-1-1,0 1 1,-1 0-1,0-1 1,2 2-1,6 24 820,5 70 1221,-1 126 1,4 46-278,-8-221-1707,-7-44-116,0 1 1,0-1-1,1 0 1,-1 0-1,1 0 1,-1 0-1,1 0 1,0 0-1,0 0 1,4 4-1,-5-7-18,-1 1 0,0-1 0,1 0 0,-1 1-1,0-1 1,1 0 0,-1 0 0,0 1-1,1-1 1,-1 0 0,0 0 0,1 0 0,-1 0-1,1 1 1,-1-1 0,0 0 0,1 0-1,-1 0 1,1 0 0,-1 0 0,0 0-1,1 0 1,-1 0 0,1 0 0,-1 0 0,1 0-1,-1 0 1,0 0 0,1-1 0,-1 1-1,1 0 1,-1 0 0,0 0 0,1-1-1,0 0-119,0 0-1,0 0 0,-1 0 0,1 0 0,0 0 0,-1 0 0,1-1 0,-1 1 0,1 0 0,-1 0 0,0-1 0,1-1 0,21-151-9912,-15 88 1258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41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13126,'0'0'5773,"-8"31"-5042,-12 42 156,-18 134 0,21 166 1904,16-349-2640,1-10-66,0-1 1,0 0-1,1 0 1,4 20 0,-4-31-81,-1 1 1,1 0 0,0 0-1,0-1 1,1 1 0,-1-1-1,0 1 1,1-1 0,-1 0-1,1 1 1,0-1 0,0 0-1,0 0 1,0 0 0,0-1-1,0 1 1,1 0-1,-1-1 1,1 1 0,-1-1-1,1 0 1,-1 0 0,1 0-1,0 0 1,4 1 0,-1-1-10,-1-1 0,0 1-1,0-1 1,0 0 0,0-1 0,0 1 0,1-1 0,-1 0 0,0 0 0,0 0 0,0-1-1,8-4 1,-5 2-17,0-1 0,0 0 0,-1 0-1,0-1 1,0 0 0,11-12 0,0-5-314,-1-1 0,-1 0 0,20-42 0,-20 34-229,-1-1 1,-2 0-1,-1-1 1,-1-1-1,-2 1 1,-2-2-1,-1 1 1,-1-1 0,-2-63-1,-3 86 489,-1 0 0,0-1 0,-1 1 0,0 0 0,-1 0 0,-1 0 0,-6-14 0,6 19 79,0 0 1,-1 0-1,0 0 0,0 0 1,-1 1-1,0 0 0,0 0 1,-1 0-1,0 1 1,-14-11-1,14 13 122,1 1 0,-1-1 1,0 1-1,1 0 0,-1 1 0,-1 0 1,1 0-1,0 0 0,-15 0 0,18 1-30,0 1 0,-1 0 0,1 0 0,0 0 0,0 1 0,-1 0 0,1-1 0,0 1 0,0 1 0,0-1 1,-1 1-1,2 0 0,-1 0 0,0 0 0,0 0 0,1 0 0,-1 1 0,-3 3 0,-1 4 100,0 0 1,0 0 0,-7 13 0,12-18-362,0 0 1,1 1 0,-1-1-1,1 1 1,0-1 0,0 1-1,1 0 1,0 0 0,-1 7-1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42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232 789 9316,'0'0'8642,"-6"-8"-8429,-19-28-202,24 34 8,0 0 0,-1-1 0,1 1 0,0 0 0,0-1 0,1 1 0,-1-1 0,0 0 0,0-2 0,1 4-5,0 0 1,0 0-1,0 0 1,0 0 0,-1 0-1,1 0 1,0 0-1,-1 0 1,1 1-1,0-1 1,-1 0 0,0 0-1,1 0 1,-1 0-1,1 1 1,-1-1 0,0 0-1,0 1 1,1-1-1,-2 0 1,-3-3-4,1 0 0,-1 1 0,0 0 1,0 0-1,0 0 0,0 1 0,-1-1 0,1 1 0,-1 1 1,1-1-1,-1 1 0,0 0 0,0 0 0,1 0 0,-13 1 1,17 1-14,-1-1-1,0 1 1,0 0 0,1-1 0,-1 1 0,0 0 0,1 0 0,-1 0 0,1 0 0,-1 0 0,1 0 0,0 1-1,-1-1 1,1 0 0,0 1 0,0-1 0,0 1 0,0-1 0,0 1 0,0 0 0,0 1 0,-15 43 18,13-35 0,-7 27 349,1 1-1,3 1 1,-3 55-1,11 121 1735,-1-202-1967,0 0 0,1-1 1,0 1-1,1-1 0,8 20 1,-9-28-102,0 0 0,0 0 0,1 0 0,0-1 0,0 1 0,0 0 0,1-1 1,0 0-1,-1 0 0,1 0 0,1-1 0,-1 1 0,1-1 0,-1 0 1,1 0-1,6 3 0,-5-4-25,-1 1 0,1-1 0,0-1 1,0 1-1,0-1 0,0 0 0,1 0 0,-1 0 1,0-1-1,0 0 0,0-1 0,1 1 0,-1-1 0,0 0 1,8-3-1,-6 1-20,0 0 1,-1-1-1,0 0 0,0-1 1,0 1-1,0-1 0,-1-1 1,0 1-1,0-1 1,7-8-1,6-12-359,-2 0 0,0-2 0,-1 0 0,20-53 0,-24 50-114,-1-1 0,-2 1-1,-1-2 1,6-48-1,-4-134-1800,-12 166 1588,-1 1-1,-14-68 0,-35-93 373,-8-19 998,60 227-647,-9-25 790,9 26-769,0-1 0,0 1 0,-1-1 0,1 1 0,0-1 0,0 1 0,-1-1-1,1 1 1,0-1 0,-1 1 0,1-1 0,0 1 0,-1 0 0,1-1 0,-1 1 0,1 0-1,0-1 1,-1 1 0,1 0 0,-1 0 0,1-1 0,-1 1 0,1 0 0,-1 0-1,0 0 1,1 0 0,-1 0 0,1 0 0,-1 0 0,1 0 0,-1 0 0,1 0 0,-1 0-1,1 0 1,-1 0 0,1 0 0,-1 0 0,1 0 0,-1 1 0,0-1 0,0 1-46,0 0 1,0 1 0,0-1 0,0 0 0,1 0 0,-1 0 0,0 1 0,1-1 0,-1 0 0,1 1 0,-1-1 0,1 0 0,0 1 0,0-1 0,-1 1-1,1-1 1,0 1 0,0-1 0,1 0 0,-1 3 0,0 2 0,-2 45 257,2-1 1,3 1 0,17 93 0,65 355 2347,-22-119-1252,-58-351-1268,-2-10-20,0-1 1,1 1 0,0-1-1,2 0 1,0 0-1,1-1 1,14 25-1,-20-41-64,-1 0-1,1 0 0,0 0 0,-1 0 0,1 0 1,0 0-1,0 0 0,-1 0 0,1-1 0,0 1 1,0 0-1,0 0 0,0-1 0,0 1 0,2 0 1,-3-1-8,0 0 0,1 0 1,-1 0-1,0 0 0,1-1 1,-1 1-1,1 0 1,-1 0-1,0 0 0,0 0 1,1-1-1,-1 1 0,0 0 1,1 0-1,-1-1 1,0 1-1,0 0 0,1 0 1,-1-1-1,0 1 0,0 0 1,0-1-1,0 1 1,1 0-1,-1-1 0,0 1 1,0 0-1,0-1 0,0 0 1,3-34-768,-3-80-4265,0 52-816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4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84 4130,'0'0'9487,"1"-5"-9002,-1 5-470,5-20 431,-5 19-313,0 0 1,1 0-1,-1 0 0,0 0 0,0 0 0,0 0 0,0 0 0,0 0 0,0-1 0,0 1 0,0 0 0,0 0 0,-1 0 0,1 0 0,0 0 0,-1 0 0,1 0 0,-1 0 0,1 0 1,-1 0-1,0-1 0,-8-2-92,0 0 0,0 0 0,-1 1 0,-19-5 0,6 2 141,18 4-163,-1 1 1,1 0 0,0 0 0,0 1-1,-1 0 1,1 0 0,0 0 0,-6 1 0,9-1-11,-1 1 1,0-1-1,1 1 1,-1 0-1,1 0 1,-1 0-1,1 0 1,-1 0-1,1 0 1,0 1-1,0-1 1,0 1-1,0 0 1,0-1-1,0 1 1,0 0-1,-3 4 1,-4 11 166,1 0-1,0 1 1,1-1-1,1 1 1,1 1-1,-4 23 1,-11 118 1404,19-153-1513,-5 56 907,3 0 0,7 92-1,-4-151-943,0-1 0,1 1-1,-1-1 1,1 0 0,0 1-1,0-1 1,0 0 0,0 0-1,1 1 1,-1-1 0,1 0-1,0 0 1,0-1 0,0 1-1,0 0 1,0-1 0,0 1-1,4 2 1,-2-3-26,-1 0 0,1-1 1,0 1-1,0-1 0,0 0 0,0 0 0,0 0 1,0 0-1,0-1 0,0 0 0,0 0 1,0 0-1,0 0 0,7-1 0,-6 0-29,1 0-1,-1-1 0,0 1 0,0-1 0,0 0 1,0 0-1,0 0 0,-1-1 0,1 0 1,-1 0-1,5-4 0,-1 1-155,-1-1-1,-1-1 1,1 1 0,-1-1 0,8-13-1,-2-1-685,-1 0 0,-1-1-1,-1 0 1,6-26 0,-8 21-751,-2 0 1,0-1-1,0-34 1,-6-85-4956,1 141 6644,-2-18 161,2 24-31,-1 1-1,1-1 1,0 0 0,-1 0-1,1 0 1,0 0-1,-1 1 1,1-1 0,-1 0-1,1 0 1,-1 1-1,0-1 1,1 0 0,-1 1-1,0-1 1,1 0 0,-1 1-1,0-1 1,0 1-1,1 0 1,-3-1 0,3 0-117,-1 1 0,1 0 0,0 0 1,-1 0-1,1 0 0,0 0 0,-1 0 1,1 0-1,-1 0 0,1 0 0,0 0 1,-1 0-1,1 0 0,0 0 0,-1 0 1,1 0-1,-1 1 0,1-1 0,0 0 1,-1 0-1,1 0 0,0 0 0,-1 1 1,1-1-1,0 0 0,0 0 0,-1 1 1,1-1-1,0 0 0,0 1 0,-1-1 1,1 0-1,0 1 0,0-1 0,0 0 1,0 1-1,-1-1 0,1 0 0,0 1 1,0-1-1,0 1 0,0 0 1,-3 15 757,0 0 0,1 0 1,1 0-1,2 32 1,-1-15-181,0-9-252,5 192 2103,-1-171-2192,1-1-1,21 81 0,-24-119-340,1 5 74,1 0 0,-1 0 0,11 19 0,-13-28-94,0 1-1,1-1 1,-1 0-1,1 0 1,-1 0-1,1-1 1,0 1-1,0 0 1,-1-1-1,1 1 1,0-1-1,1 1 1,-1-1-1,0 0 1,0 0-1,0 0 1,1 0-1,-1 0 0,0-1 1,1 1-1,-1-1 1,1 1-1,2-1 1,-4 0-93,1 0-1,-1 0 1,0 0 0,1 0 0,-1-1 0,0 1 0,1 0-1,-1-1 1,0 1 0,1-1 0,-1 1 0,0-1-1,0 0 1,0 1 0,1-1 0,-1 0 0,0 0 0,0 0-1,0 0 1,0-1 0,12-24-2996,-12 23 2817,10-43-7147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44.6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6339,'0'0'0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47.5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14 108 5090,'0'0'8145,"-14"-9"-4642,14 9-3426,1-1 0,-1 0-1,0 1 1,0-1-1,0 1 1,1-1 0,-1 1-1,0-1 1,1 1-1,-1-1 1,1 1 0,-1 0-1,0-1 1,1 1 0,-1 0-1,1-1 1,-1 1-1,1 0 1,-1-1 0,1 1-1,-1 0 1,1 0-1,0-1 1,-1 1 0,1 0-1,-1 0 1,1 0 0,0 0-1,-1 0 1,1 0-1,0 0 1,26 0-282,-19 1 399,1332-4-63,-1074-16-119,-39 1-59,53-6 76,-4 1-12,125 21-6,-209 3-17,319 5 60,487-3-447,-515 9 497,-439-11-83,213-10-31,246-5-465,-339 15 494,1098-1-1204,-1084 1 869,234 5-6288,-276-1 6770,96 1 1114,220 5 42,0 0 253,504-11-33,-759-7-1571,-75 2 117,13 0-20,190-3 555,-205 8-12,147 1-93,-191 3-337,112 21 0,-108-14-135,0-3 0,141-5 0,-3-1-165,-99-1-164,-82-3 277,1 2 0,-1 2 0,60 10 0,127 33 943,-165-36-654,108 3-1,40-12 777,-173 6 385,-34-6-1191,21 11 561,8-7 605,-28-4-1027,-2 2-1206,-9 1 300,-105 1-6159,73-4 1097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1.1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14 187 3057,'0'0'11024,"-2"-6"-10111,0-6-221,-1 0 0,2 0 0,-1-14 1,-1-92 275,3 127-1163,0 34 288,3 319 316,25 0 533,9-126 140,8 55-299,-45-291-776,1 12-594,-3-24-2472,-2-4 1422,0-1 0,-1 1 1,-8-16-1,11 27 1140,-19-51-5062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1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6371,'0'0'8444,"4"-3"-7577,3 1-684,-1-1 0,1 1 1,-1 0-1,1 0 0,-1 1 0,1 0 1,0 0-1,0 1 0,0 0 0,-1 0 1,1 1-1,0-1 0,0 1 0,0 1 1,-1-1-1,11 5 0,9 4 124,-1 0 0,0 2 0,23 15 0,27 22 310,126 108 0,-37-26-203,-124-102-343,2-2 1,55 27-1,-81-46-43,1-2 0,-1 0 0,1-1 0,1-1 0,-1-1 0,0 0 0,1-1 0,0-1 0,22-1 0,-39 0-52,-3 9-138,-1-7 204,-1-1 0,0 1 0,0-1 1,0 0-1,-1 0 0,-5 0 0,-11 3 31,-12 7-87,0 2 0,0 1 0,1 1 1,1 2-1,1 1 0,0 2 0,2 1 0,-33 30 1,-20 27-53,-89 109 0,-45 105-222,70-87-374,137-193 643,6-9 12,-1 1 0,1 0 0,-1 0 0,0-1-1,0 1 1,-1-1 0,1 0 0,-1 0 0,-5 3-1,9-6-44,0 0-1,0 0 1,-1 0-1,1 0 1,0 0-1,-1 0 1,1 0-1,0 0 0,-1 0 1,1 0-1,0-1 1,0 1-1,-1 0 1,1 0-1,0 0 1,0 0-1,-1 0 1,1-1-1,0 1 0,0 0 1,0 0-1,-1-1 1,1 1-1,0 0 1,0 0-1,0-1 1,0 1-1,0 0 1,-1 0-1,1-1 0,0 1 1,0 0-1,0-1 1,0 1-1,0 0 1,0 0-1,0-1 1,0 1-1,0 0 1,0-1-1,0 1 0,0 0 1,0 0-1,1-1 1,-1-18 194,0 15-299,0-1 163,0-1 1,0 1-1,1 0 1,-1 0 0,1 0-1,1-1 1,-1 1-1,1 0 1,0 0-1,0 1 1,0-1 0,1 0-1,-1 1 1,1-1-1,0 1 1,5-5 0,22-37-1604,-12 13-3567,2-5-5579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2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1889,'0'0'0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2.7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46 268 4034,'-36'-148'886,"33"141"-473,1 0 0,1-1 0,-1 1 0,1 0 1,1-1-1,-1 0 0,2-13 0,1 2 486,-2 2 129,0 6 5550,0 13-6316,2 47 301,3 0 0,17 76 0,1 6-233,0 67-239,-5 202 0,-17-349-91,-3-1 0,-13 80 0,-1-53-18,3-22-57,2 1-1,3 0 0,-1 91 1,42-147-1828,-33 0 1820,1 0 0,-1 0 0,0 0 0,1 0-1,-1 0 1,0 0 0,1 0 0,-1 0 0,0-1-1,0 1 1,1 0 0,-1 0 0,0 0-1,0-1 1,1 1 0,-1 0 0,0 0 0,0-1-1,0 1 1,1 0 0,-1 0 0,0-1 0,0 1-1,0 0 1,0-1 0,0 1 0,1 0-1,-1-1 1,0 1 0,0 0 0,0 0 0,0-1-1,0 1 1,0 0 0,0-1 0,0 1 0,0 0-1,0-1 1,-1 1 0,1 0 0,0-1 0,1-31-2193,-1-16-1849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3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2 106 3057,'0'0'6817,"-2"-26"-1044,4 23-5634,1 1 1,-1 0-1,1 0 0,0 0 1,-1 0-1,1 1 0,0-1 1,0 1-1,0-1 0,0 1 1,0 0-1,5 0 0,44-9 377,-41 8-322,188-22 387,314 3-1,-489 22-515,-1 1 0,1 2 0,31 7-1,11 3 675,-32-13 210,-34-1-877,0 1-163,0-1 0,0 0 1,0 1-1,0-1 0,0 1 1,0-1-1,0 0 0,0 1 0,0-1 1,0 1-1,0-1 0,0 0 1,0 1-1,0-1 0,0 0 1,0 1-1,-1-1 0,1 1 1,0-1-1,0 0 0,0 1 0,-1-1 1,1 0-1,0 0 0,0 1 1,-1-1-1,1 0 0,0 0 1,-1 1-1,1-1 0,0 0 1,-1 0-1,1 1 0,0-1 0,-1 0 1,1 0-1,0 0 0,-1 0 1,1 0-1,-1 0 0,1 0 1,0 0-1,-1 0 0,1 0 1,0 0-1,-1 0 0,0 0 0,-27 0-5191,-14 0-6222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4.6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1248 154 3169,'0'0'4232,"9"-4"-4003,68-25-103,-68 25 5298,-8 3-5374,1 0 0,-1 1 0,0-1 0,0 1 0,1-1 0,-1 1 0,0-1 0,1 1 0,-1 0 0,0 0 0,9-2 5367,-13-3-3691,-11-3-2176,-3 2 465,-1 1 0,0 0 0,-1 1 1,1 1-1,-1 1 0,-30 1 1,17-1-14,-896-31 139,870 33-134,6-1-35,-69 8 1,125-12 2,1 0-1,0 0 0,0 1 0,0 0 0,7-5 1,-2 6 8,0 1 0,0 0 1,0 1-1,0 0 0,0 1 0,0 0 1,14 1-1,7 0-327,-25-1-91,0 1-1,1-1 1,-1 1-1,0 0 0,0 1 1,0 0-1,10 3 1,12 7-4197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6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85 40 5507,'0'0'5207,"0"-5"-4801,0-14-83,0 4 5746,-1 15-5901,-2 0-104,2 0-52,0 0 0,0 0 0,1 0 0,-1 1 0,0-1 0,0 0 0,0 1 0,0-1 0,0 1 0,1-1 0,-1 1 0,0-1 0,0 1 0,1-1 0,-1 1 0,0 0 0,1 0 0,-1-1 0,1 1 0,-1 0 0,1 0 0,-1-1 0,1 1 0,0 0 0,-1 0 0,1 1 0,-7 28 45,5-22-30,-17 90-1,-10 183 0,24 102 717,5-271 23,6 31-25,-3-118-681,0-1-1,2 1 1,14 41-1,-19-66-95,0 0 1,0 0-1,0 1 0,1-1 1,-1 0-1,0 0 1,0 0-1,0 0 0,0 0 1,0 0-1,0 0 0,0 0 1,0 0-1,0 1 0,0-1 1,0 0-1,0 0 0,0 0 1,0 0-1,0 0 0,0 0 1,0 0-1,0 0 0,0 0 1,0 1-1,0-1 0,-1 0 1,1 0-1,0 0 0,0 0 1,0 0-1,0 0 0,0 0 1,0 0-1,0 0 0,0 0 1,0 0-1,0 1 0,0-1 1,0 0-1,-1 0 0,1 0 1,0 0-1,0 0 0,0 0 1,0 0-1,0 0 0,0 0 1,0 0-1,0 0 0,0 0 1,-1 0-1,1 0 0,0 0 1,0 0-1,0 0 0,0 0 1,0 0-1,0 0 0,0 0 1,0 0-1,-1 0 1,-5-4-456,3 0-88,0-1 0,1 1 0,-1-1 0,1 0 0,1 0 0,-1 0 0,-1-7 0,-2-18-4660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8.1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40 210 1377,'0'0'11392,"-5"0"-10552,-15 3 2586,33-4-2482,110-12 859,31-3-1210,409-30-273,-502 41-196,67 2-1,-126 3-106,-1 0 348,-17 3-44,1 0-303,0 1 0,0 0-1,1 1 1,-1 1 0,1 0 0,1 1 0,-1 1 0,1 0 0,1 0 0,0 1 0,0 1 0,0 0 0,1 1 0,-17 23 0,-2 2-31,2 2 0,1 1 1,3 2-1,-23 50 0,-53 170 38,-4 12 9,95-249-29,6-15-2,-1 0 1,0-1-1,-6 12 0,8-19 5,1-1-1,-1 1 0,0 0 0,1-1 1,-1 1-1,0-1 0,0 1 0,1-1 1,-1 0-1,0 0 0,0 1 0,1-1 1,-1-1-1,0 1 0,0 0 0,0 0 0,1-1 1,-1 1-1,0-1 0,-2 0 0,2-1-6,-1 1-1,1-1 1,-1 0-1,1 0 0,0 0 1,0 0-1,0 0 0,0 0 1,0-1-1,0 1 0,0-1 1,1 1-1,-2-4 0,-15-41-59,14 34 33,-11-32-29,-103-265-258,-29 13-402,135 270 533,1-1-1,2 0 1,0-1-1,-5-40 0,8 18 258,-1-88 0,7 158-242,1 0 0,0-1-1,1 1 1,1-1-1,1 1 1,0-1 0,2 0-1,0-1 1,1 1 0,17 29-1,-3-10-4154,-3-1-3057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8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0 130 5074,'0'0'11984,"10"-2"-10959,60-18-791,1 3-1,0 3 1,1 3 0,123-3-1,170 14 317,-357 0-541,0 0 0,-1 0 0,1-1 0,0 0 0,-1 0 0,1 0 0,-1-1 0,1-1 0,-1 1 0,0-1-1,0 0 1,0-1 0,0 0 0,0 0 0,-1 0 0,9-8 0,-15 9 256,-7 2-563,-15 1-1087,9 1 647,-33-2-3162,-6-1-3114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2:59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79 2769,'0'0'3071,"0"-4"-2409,-1-1-397,0 0 0,0 0 1,-1 0-1,1 0 0,-1 0 1,-1 0-1,1 1 1,-1-1-1,0 1 0,0 0 1,0 0-1,0 0 0,-1 0 1,-7-6-1,8 16 4736,3 13-3975,4 22-1013,8 22 471,5 98 1,-12 260-160,-4-202-245,0 19-75,3 185 6,-4-395-24,2 0 0,1-1 1,1 1-1,1-1 0,10 31 0,-15-57-22,0 0 0,0 0 0,1-1 0,-1 1 0,0 0 0,0 0 0,1 0 0,-1-1-1,0 1 1,1 0 0,-1-1 0,1 1 0,-1 0 0,1-1 0,-1 1 0,1-1 0,0 1 0,-1-1 0,1 1 0,0-1 0,-1 1 0,1-1 0,0 1 0,-1-1 0,1 0 0,0 1 0,0-1 0,0 0 0,0 0 0,0-34-4997,-1 8 1012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01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38 1713,'0'0'8457,"0"-4"-7208,-1 2-668,-3-20 200,1 14 5569,181 6-6167,206 5 272,-264 8-469,16 0-4,286-9-820,-226-3 454,-184 1 382,0 1 0,-1 1 1,1 0-1,0 0 0,-1 1 0,12 5 0,3 0 85,-23-8-1261,-7-4-1918,1 1 2282,-9-10-4343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01.5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 6323,'0'0'7926,"0"-4"-6772,0 2-696,0 5 177,0 41 316,13 83 0,-2-46-894,2 91 1,-13 84 57,-1-126-94,1 540 704,4-715-6511,-4-6 666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02.3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17 4738,'0'0'10426,"20"-3"-9527,68-10-272,-77 13-514,0 0 0,1 1 0,-1 0 0,0 0 0,0 2 0,0-1 0,-1 1 0,1 1 0,-1 0-1,15 7 1,8 3 118,17 7-63,0 3-1,82 52 1,79 78 244,-178-129-218,1-1 0,1-2 0,69 33-1,-77-44-117,1-1 0,-1-1-1,1-1 1,1-2-1,0-1 1,37 2 0,-50-5-46,0 0 1,23 6-1,-19-3-33,-12-1 23,-11 0 32,-11 1 36,-33 1-96,0 1 1,0 3-1,1 2 1,0 2-1,-66 30 0,77-25 7,1 1-1,1 2 1,-55 48-1,-80 92-14,59-53 1,62-64-24,-2-2-1,-1-2 1,-82 50 0,-83 35-706,321-213-813,-70 55-1617,4-8-2902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02.9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5 4466,'0'0'5725,"-2"-1"-4967,1 1-687,1-1 0,-1 1 1,1-1-1,-1 1 0,0 0 0,1-1 1,-1 1-1,0 0 0,0 0 0,1 0 1,-1-1-1,0 1 0,1 0 0,-1 0 0,0 0 1,0 0-1,1 0 0,-1 0 0,0 1 1,0-1-1,1 0 0,-1 0 0,0 0 0,1 1 1,-1-1-1,0 0 0,1 1 0,-1-1 1,0 0-1,1 1 0,-2 0 0,1 1 40,1 0 0,-1 0-1,0 0 1,1 0 0,-1 0-1,1 1 1,-1-1-1,1 0 1,0 0 0,0 0-1,0 3 1,-2 187 1647,11 303-709,28 44-506,-14-187 178,-22-333-1543,-1-24-2240,-1-22-190,1-17-3197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03.5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82 6659,'0'0'6256,"4"0"-5837,500 1 1744,560-3-2357,-927 0 214,0-6 0,0-6 0,153-36 0,-257 44 5628,-41 6-4522,4-1-1102,1 1 0,-1 0-1,1 1 1,-1-1 0,1 1 0,-1-1 0,1 1 0,-1 0 0,1 0-1,0 0 1,0 1 0,-1-1 0,1 1 0,0 0 0,0 0-1,-4 4 1,-13 10-3170,-1-4-5041,8-3-2354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08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18 1505,'0'0'4829,"0"-3"-4277,-1 2-423,1 0-1,-1 0 1,0 0 0,0 0 0,0 0-1,1 0 1,-1 1 0,0-1 0,0 0-1,0 0 1,0 1 0,-1-1 0,1 0-1,0 1 1,0-1 0,0 1-1,0-1 1,-1 1 0,1 0 0,0 0-1,0-1 1,-1 1 0,1 0 0,0 0-1,0 0 1,-1 0 0,1 1 0,0-1-1,-1 0 1,1 0 0,0 1 0,0-1-1,0 1 1,-2 0 0,-23 10 1874,25-8-1887,-1 0-1,1 0 1,0-1-1,-1 1 1,0 0-1,1-1 1,-1 1-1,0-1 1,0 0-1,-1 1 1,1-1-1,0 0 1,-1 0-1,-2 1 1,-18 19-202,26-21 325,0-1 0,0 1 0,0 0 0,0-1 0,0 1 0,1-1 0,-1 0 0,0 0 1,5-1-1,-3 1-11,693 0 2985,-682 2-2826,-36-1-9242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10.2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927 24 1809,'0'0'4802,"2"-2"-4354,0 1-201,-2 1-120,1-1-1,0 1 1,0-1-1,0 0 1,0 1-1,0-1 1,-1 0 0,1 1-1,0-1 1,-1 0-1,4-7 6020,-4 8-5914,0 0-184,0-1 0,0 1 0,0 0 0,0 0 0,0 0 0,0 0 1,0-1-1,0 1 0,0 0 0,0 0 0,0 0 0,0-1 1,0 1-1,0 0 0,0 0 0,0 0 0,0 0 0,0-1 0,0 1 1,0 0-1,0 0 0,0 0 0,-1 0 0,1 0 0,0-1 1,0 1-1,0 0 0,0 0 0,0 0 0,-1 0 0,1 0 1,0 0-1,0 0 0,0 0 0,0 0 0,-1 0 0,1-1 0,0 1 1,0 0-1,0 0 0,0 0 0,-1 0 0,1 0 0,0 0 1,-573 0 428,550 1-447,-38 7 0,39-4 4,-39 1 0,-137-5 1916,198 0-1790,0-2-71,9 2-3406,-5 5 97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11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43 3378,'0'0'170,"-2"-6"177,-1-1 117,-1-6-245,2-3 6853,2 16-6932,0 0 0,-1 0 0,1 0 0,0 0 0,-1-1 0,1 1 0,0 0 0,-1 0 0,1 0 0,0 0 0,-1 0 0,1 0 0,0 0 0,-1 0 0,1 0 0,0 0 0,0 1 0,-1-1 0,1 0 0,0 0 0,-1 0 0,1 0 0,0 0 0,-1 0 0,1 1 0,0-1 0,0 0 0,-1 0 0,1 0 0,0 1 0,0-1 0,-4 995 1688,19-818-959,-4-86-709,-10 2-296,-28-93-416,26 0 511,0-1-1,0 0 1,0 1 0,1-1-1,-1 0 1,0 0-1,1 0 1,-1 1 0,1-1-1,-1 0 1,1 0 0,-1 0-1,1 0 1,-1 0-1,1 0 1,0 0 0,0 0-1,-1 0 1,1 0 0,0 0-1,0 0 1,0-2 0,1-30-1880,-1 21-6,0-7-2817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12.5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152 0 5202,'0'0'5251,"-11"6"-4480,-33 18-35,31-15 287,18-9 3391,423-12-1698,-369 12-2583,32-1-35,140 17-1,-170-8-10,98 0 0,-157-10-69,1 1-1,-1-1 1,0 0 0,0 0 0,0 1 0,0-1 0,-1-1 0,3-2-1,3-4 3,-12 12 0,-30 37 23,2 0 0,2 2 0,1 2 0,3 0 0,1 2 0,-25 64 1,10-6 2,-51 207 1,81-255 25,6-30-15,-1 0 1,-1-1-1,-11 27 0,16-49-51,0 0 0,0 0 0,0 0 0,0-1 0,-1 1 0,1-1 0,-1 1 0,0-1 0,0 0 0,1 0 0,-2 0 0,1 0 0,0-1 0,0 1 0,0-1 0,-1 0 0,1 0-1,-7 1 1,3 0-2,0-1 0,0 0 0,0-1-1,-1 1 1,1-1 0,0-1-1,0 1 1,-11-3 0,12 0-6,1 1-1,0-1 1,0 0 0,0-1-1,0 1 1,0-1 0,1 0 0,0 0-1,0 0 1,0 0 0,0-1-1,0 0 1,1 0 0,-4-6-1,7 10 3,-49-78-97,-49-109 0,-1-2-11,75 150 39,-1 1 0,-51-58 0,15 36-194,-10-13-48,69 71 321,0 0 0,0 0 0,0 0 0,0-1 0,0 1 0,1-1 0,-1 0 0,1 1 0,0-1 0,0 0 0,1 0 0,-1 1 0,1-1 0,0 0 0,0 0 0,0 0 0,0 0 0,1-5-1,0 7 1,0 0-1,-1 1 0,1-1 1,0 0-1,0 0 0,0 1 1,0-1-1,1 0 0,-1 1 0,0-1 1,1 1-1,-1 0 0,1-1 1,-1 1-1,1 0 0,0 0 1,-1 0-1,1 0 0,0 0 0,0 1 1,0-1-1,-1 0 0,1 1 1,0-1-1,4 1 0,5-3-150,0 2 0,0 0 0,15 0 0,-25 1-40,0 0 1,1 0 0,-1 0-1,0 0 1,0 0 0,0 0-1,0 1 1,0-1 0,1 1-1,-1-1 1,0 1 0,0-1-1,0 1 1,0-1 0,0 1-1,-1 0 1,1 0 0,0-1-1,0 1 1,0 0 0,0 0-1,-1 0 1,1 0 0,-1 0-1,1 0 1,0 2 0,10 22-4041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13.1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58 123 3954,'0'0'9196,"-10"-5"-8500,-28-15 3,29 15 179,9 5-758,0-1-1,0 0 1,0 1 0,0-1-1,0 0 1,0 0-1,0 1 1,0-1 0,0 0-1,0 1 1,1-1 0,-1 0-1,0 1 1,0-1-1,1 1 1,-1-1 0,1 0-1,-1 1 1,0-1 0,1 1-1,-1-1 1,1 1-1,-1-1 1,1 1 0,-1-1-1,1 1 1,0 0 0,-1-1-1,1 1 1,0-1-1,232-16 1409,-161 14-1345,232-4 230,-65 4-381,-149-3 2,29 0 391,29 6 530,-146 0-940,1 0-1,-1 0 1,0 0-1,0-1 1,0 1-1,0-1 1,1 1 0,-1-1-1,0 0 1,0 0-1,0 0 1,0 0-1,-1 0 1,1 0 0,0-1-1,0 1 1,-1 0-1,1-1 1,-1 0-1,3-2 1,7-7 101,-10 10-178,-15 4-2242,1 0 1318,0 1 0,0 0 0,-22 11 0,9-4-1287,-24 9-3607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13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171 107 3714,'0'0'3751,"0"-16"-3223,0-49 462,-2 44 1220,-3 16 1323,4 5-3353,1 1-1,-1 0 1,1-1-1,-1 1 1,1-1-1,-1 1 1,1-1-1,-1 1 1,1 0-1,0-1 1,-1 1-1,1 0 1,0 0-1,-1-1 0,1 1 1,0 0-1,0 0 1,0 0-1,-19 129 539,-1 24-454,-24 841 291,44-596-619,-1-386-31,1 1-1,-2-1 1,0 1 0,0-1 0,-2 0 0,1 0-1,-2 0 1,1 0 0,-13 21 0,6-15 5,7-15 90,1 0-1,1 1 1,-1 0-1,1 0 1,-1 0-1,2 0 1,-4 9-1,5-13-15,0-7-273,1 0 1,-1 1-1,1-1 0,0 0 0,1 0 1,0 1-1,-1-1 0,4-5 0,-2 5-554,-1 0-1,0 0 0,0 0 0,0-1 0,-1 1 1,1-11-1,-2 2-9006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17.5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67 4226,'0'0'5408,"0"-5"-4563,0-1-559,1-24 1276,-1 29-1440,0-1 0,0 0 0,0 1 0,0-1 0,-1 0 0,1 1 0,-1-1 0,1 1 1,-1-1-1,1 1 0,-1-1 0,0 1 0,-1-3 0,2 4-93,-1 0 0,1-1 0,0 1 1,0 0-1,0 0 0,0 0 0,0 0 1,0 0-1,-1 0 0,1 0 0,0-1 1,0 1-1,0 0 0,0 0 0,-1 0 1,1 0-1,0 0 0,0 0 0,0 0 1,-1 0-1,1 0 0,0 0 0,0 0 1,0 0-1,0 0 0,-1 0 0,1 0 0,0 0 1,0 0-1,0 0 0,0 0 0,-1 1 1,1-1-1,0 0 0,0 0 0,0 0 1,0 0-1,-1 0 0,1 0 0,0 0 1,0 1-1,0-1 0,0 0 0,0 0 1,0 0-1,0 0 0,0 1 0,-1-1 1,-1 10-73,-1 130 218,2-46-126,1 288 663,5-302-652,-1-16-22,-4 82 0,-3-128-36,-1 1 1,0 0-1,-12 32 0,8-29 7,-10 45 0,13-18 111,0 92 1,5-113-15,2-16 40,-1-31-2288,-7-12-1769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18.7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79 125 2609,'0'0'9882,"0"0"-9830,-1 0 0,1 0 0,0 0 0,0 1 0,-1-1 0,1 0-1,0 0 1,-1 1 0,1-1 0,0 0 0,0 0 0,-1 1 0,1-1 0,0 0 0,0 1 0,0-1 0,-1 0-1,1 1 1,0-1 0,0 0 0,0 1 0,0-1 0,0 1 0,1 0 21,1 0-1,0-1 1,0 1-1,0-1 1,0 0-1,0 0 1,0 1 0,0-1-1,-1 0 1,1-1-1,0 1 1,2-1-1,29-3 933,33-3-354,1 3 0,70 5 1,-43 1-547,90 4-16,-91-1-41,143-11-1,-202 2-39,59-3-131,-91 7 441,-5 1-287,1 0 1,0 0-1,0 0 1,-1 0-1,1 0 1,-1 0-1,1-1 1,-1 1-1,1-1 1,-1 0-1,1 1 0,-4-1 1,0 0-11,-13 4-7,0 1 1,0 1 0,0 1-1,1 0 1,0 1 0,-29 18-1,12-3-20,2 2 1,-37 33-1,54-42 1,0 1 1,1 0-1,1 1 1,0 0-1,2 1 1,0 1-1,-11 25 1,-4 19 3,-19 69 1,-12 33 38,47-141-21,-1 0 0,-1-1-1,-1-1 1,-24 31 0,38-53-16,-25 26 16,23-25-9,1-1-1,-1 0 1,0 1 0,1-1-1,-1 0 1,0 0 0,0 0 0,0 0-1,0 0 1,0 0 0,0-1-1,-1 1 1,1-1 0,-3 1 0,5-1 12,-1 0 1,1 0-1,-1-1 1,1 1-1,-1 0 1,1 0-1,-1-1 0,1 1 1,0 0-1,-1-1 1,1 1-1,-1 0 1,1-1-1,0 1 1,-1-1-1,1 1 1,0-1-1,-1 1 1,1 0-1,0-1 1,0 1-1,0-1 1,-1 1-1,1-1 1,0 0-1,0 1 1,0-1-1,0 1 1,0-1-1,0 0 1,-16-70 404,6 21-290,-2 1 0,-19-49-1,-77-129-179,-13-34-259,32 30 58,82 211-80,9 42 212,-2 27-140,0 53 655,1-88-1576,1 1 1,1-1 0,0 1-1,8 25 1,3-7-6696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19.2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78 3362,'0'0'10146,"2"-7"-9653,-1 3-450,0 1 0,1 1 1,-1-1-1,1 0 0,-1 0 0,1 0 1,0 1-1,0-1 0,0 1 0,0-1 0,0 1 1,1 0-1,3-3 0,0 2 41,-1 0 1,1 0-1,0 0 1,0 1-1,0 0 1,1 0-1,9-2 1,27-1 190,0 1 0,84 5 1,-46 0-113,667 2 849,-746-3-780,-1 1-66,-1-1-218,0 0-1,0 0 1,0 0 0,0 0-1,0 0 1,1 0 0,-1 0-1,0 0 1,0 0 0,0 0-1,0 0 1,0 0 0,0 1-1,0-1 1,0 0 0,1 0-1,-1 0 1,0 0 0,0 0-1,0 0 1,0 0 0,0 0-1,0 0 1,0 1 0,0-1-1,0 0 1,0 0 0,0 0-1,0 0 1,0 0 0,0 0-1,0 1 1,0-1 0,0 0-1,0 0 1,0 0 0,0 0-1,0 0 1,0 0 0,0 1-1,0-1 1,0 0 0,0 0-1,0 0 1,0 0 0,0 0-1,0 0 1,0 0 0,0 0-1,0 1 1,-1-1 0,1 0 0,0 0-1,0 0 1,0 0 0,0 0-1,0 0 1,0 0 0,0 0-1,0 0 1,-1 0 0,1 0-1,0 0 1,-11 6-3827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0.2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0 185 2353,'0'0'1545,"6"-5"-2009,-3 2 441,22-21-649,-23 22 809,-1 0 0,1 0-1,0 0 1,-1-1 0,0 1-1,1 0 1,-1-1 0,0 1-1,0-1 1,-1 1 0,1-1-1,0 0 1,-1-3 0,0 3-34,1 1 0,-1-1-1,0 1 1,0-1 0,1 1 0,0-1 0,-1 1 0,1 0 0,0-1-1,2-2 1,-1 2-439,1-1 0,-1 1 0,1 0-1,0 0 1,0 1 0,0-1 0,7-4 0,10-8 528,-12 0 3828,-8 13-3821,1 1-1,-1-1 1,1 1 0,-1-1 0,1 1 0,0 0-1,-1 0 1,1-1 0,0 1 0,0 0 0,1-1-1,-1 0-109,1 1 0,-1 0 0,1 0-1,-1 1 1,1-1 0,-1 0-1,1 0 1,-1 1 0,1-1-1,0 1 1,-1 0 0,1-1-1,0 1 1,0 0 0,-1 0 0,1 0-1,0 0 1,2 0 0,3 1 2281,-7 7-1885,-1 376 1410,3 424-1554,-2-761-229,2 1 1,2-1 0,2 0-1,21 79 1,-23-111 175,-3-11-234,0 1-1,0-1 0,1 0 1,0 0-1,-1 0 0,4 5 0,-5-9-59,0 0-1,0 0 1,0-1-1,0 1 1,0 0-1,0 0 0,0 0 1,0 0-1,0 0 1,0-1-1,0 1 1,0 0-1,0 0 0,0 0 1,0 0-1,0 0 1,0 0-1,0-1 0,0 1 1,1 0-1,-1 0 1,0 0-1,0 0 1,0 0-1,0 0 0,0 0 1,0 0-1,0-1 1,1 1-1,-1 0 1,0 0-1,0 0 0,0 0 1,0 0-1,0 0 1,0 0-1,1 0 0,-1 0 1,0 0-1,0 0 1,0 0-1,0 0 1,0 0-1,1 0 0,-1 0 1,0 0-1,0 0 1,0 0-1,0 0 1,0 0-1,1 0 0,-1 0 1,0 1-1,0-1 1,0 0-1,0 0 0,0 0 1,0 0-1,0 0 1,1 0-1,-1 0 1,0 0-1,0 1 0,0-1 1,1-14-482,-1 12 355,-1-28-2271,-2 2-2665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1.5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3 4866,'0'0'5923,"-7"-3"-5587,4 3 464,-1 0-271,1 0-161,-4 3-128,1 9-160,-8-3-64,4 9-16,4-6-1249,2-3-4737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2.4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5923,'0'0'6539,"7"-2"-6254,25-3 274,1 2 1,0 1-1,54 3 0,-21 1-136,1257-2 1349,-1298-2-1713,47-7 1,-47 5-48,47-2 945,-79 7-1010,-5 5-647,11-5 375,-1 0-1,1 0 0,0-1 1,-1 1-1,1 0 0,0-1 1,-1 1-1,1-1 0,-1 1 1,1-1-1,-1 0 0,-2 1 1,-6-1-4600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2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15 5026,'0'0'6232,"-1"-2"-5794,-1-8-185,1 7 831,1 6-631,2 17 54,0 0-1,1 0 1,9 28-1,3 17-147,3 65 35,1 137-1,-18 127 196,-3-191-308,2-177-107,0-23-218,0-7-97,0-40-1531,0-52-5134,0 43 424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3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5587,'0'0'8097,"23"15"-6785,6 4-938,-7-3 3,2-1 0,0-1-1,50 21 1,-20-17 144,1-2 0,88 13 1,4 2-250,-86-16-180,-2 4 1,0 1-1,-1 4 1,-1 2-1,83 51 0,-98-49 139,37 24 101,-67-46-303,-1 1 0,1-2 0,1 0 0,21 6-1,-22-4 51,-9-2-32,-10-2 1,-33 4 0,1 1 1,0 2-1,0 2 0,1 1 1,1 2-1,0 2 0,-35 21 1,-37 31-73,3 5 0,-120 109 0,74-41-125,4-4-228,140-130 246,-1-1-1,0-1 0,0 1 1,-1-2-1,-18 10 0,27-15 114,1 0 0,-1 0-1,1 1 1,0-1 0,-1 0-1,1 0 1,-1 0-1,1 0 1,-1 0 0,1 0-1,0 0 1,-1 0-1,1 0 1,-1 0 0,1 0-1,-1 0 1,1 0 0,0 0-1,-1-1 1,1 1-1,-1 0 1,1 0 0,0 0-1,-1-1 1,1 1 0,0 0-1,-1 0 1,1-1-1,0 1 1,-1-1 0,-5-15-294,7-31 33,-1 33 135,0 9 81,1-1 0,-1 1 0,1-1 0,0 1 0,0-1-1,1 1 1,-1-1 0,1 1 0,0 0 0,4-7 0,3 0-1160,-1 0 1,18-19-1,1-1-3486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4.2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113 0 2017,'0'0'6624,"-13"8"-5882,-39 27-8,50-34-625,-1 1 1,1-1 0,0 1 0,0 0 0,0 0 0,0 0 0,0 0 0,1 0-1,-1 0 1,1 0 0,-1 1 0,1-1 0,0 1 0,0-1 0,0 1 0,0-1-1,0 1 1,0 2 0,-1 6 284,-4 16 19,2-1 0,1 2-1,1-1 1,3 51 0,0-29-92,-2 139 590,5 282 346,3-326-901,32 174 1,-36-298-336,-3-15-7,1 0-1,-1 0 1,1-1-1,0 1 1,0 0 0,0-1-1,1 1 1,-1 0-1,1-1 1,1 0-1,-1 1 1,3 3 0,-5-8-15,0 0 0,1 0 0,-1 0 0,0 0 0,0 0 0,0 0 0,0 0 0,0 0 0,1 0 1,-1 0-1,0 0 0,0 0 0,0 0 0,0 0 0,0 0 0,1 0 0,-1 0 0,0 0 0,0-1 0,0 1 1,0 0-1,0 0 0,0 0 0,1 0 0,-1 0 0,0 0 0,0 0 0,0 0 0,0-1 0,0 1 1,0 0-1,0 0 0,0 0 0,0 0 0,0 0 0,0-1 0,1 1 0,-1 0 0,0 0 0,0 0 0,0 0 1,0 0-1,0-1 0,0 1 0,0 0 0,0 0 0,-1 0 0,1 0 0,0 0 0,0-1 0,0 1 0,0 0 1,0 0-1,1-13-113,-1 13 114,0-134-5595,0 85 1343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4.7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5010,'0'0'5021,"36"-1"-4234,118-3-181,200 12 1229,-100 1-1032,92-9-393,497 0 2054,-838-3 1087,-19 0-3986,-10 3-2767,-5 0-3243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6.5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275 181 1056,'0'0'5163,"-6"3"-5016,-1 0-254,0 0 1,-1-1 0,1 0 0,0 0 0,-1-1 0,1 0 0,-1 0 0,-8-1-1,-6 1-873,12-1 1302,0 1 1,-19-4-1,26 3-184,0-1-1,0 0 1,0 0-1,0 0 1,0 0 0,0 0-1,1 0 1,-1-1-1,0 0 1,1 1 0,-1-1-1,1 0 1,-4-4-1,5 4-35,0 0-1,-1 0 0,1 0 0,0 0 1,0 0-1,1 0 0,-1 0 1,0 0-1,1 0 0,-1 0 0,1 0 1,0-1-1,0 1 0,0-3 0,0 2 433,-1 1-1,1-1 0,0 0 0,-1 1 0,1-1 0,-1 1 1,0-1-1,-1-3 0,1 5-374,1 0-1,0 0 1,-1 0 0,1 0 0,0-1-1,0 1 1,-1 0 0,1 0-1,0 0 1,0 0 0,0-1 0,0 1-1,1-2 1,-1 3-168,0-1-1,1 0 1,-1 0 0,0 0-1,0 1 1,0-1 0,0 0-1,0 0 1,0 0 0,0 1-1,-1-1 1,1 0 0,0 0-1,0 0 1,-1 1 0,1-1-1,0 0 1,-1 0 0,1 1-1,-1-1 1,1 0 0,-1 1-1,0-1 1,1 0 4,-2 0 58,0 0-1,1 0 0,-1-1 1,0 1-1,1-1 1,-1 1-1,1-1 1,0 0-1,0 0 0,-1 1 1,1-1-1,0 0 1,0 0-1,1 0 0,-1 0 1,0 0-1,1-1 1,-1 1-1,1 0 0,0 0 1,-1 0-1,1-3 1,0 4-11,1-1-1,-1 1 1,0 0 0,-1 0 0,1-1 0,0 1 0,0 0-1,0 0 1,-1-1 0,1 1 0,-1 0 0,1 0 0,-1 0 0,1-1-1,-1 1 1,0 0 0,0 0 0,1 0 0,-1 0 0,0 0-1,0 1 1,0-1 0,0 0 0,0 0 0,0 0 0,0 1 0,0-1-1,0 1 1,-1-1 0,1 1 0,0-1 0,0 1 0,0 0-1,-1-1 1,1 1 0,0 0 0,-2 0 0,2 0 72,-2 1135 2055,10-1007-1896,-7-128-316,-1-6-2131,0 0 1329,1 0 0,-1 0 0,1 0 0,2-6 0,-1-5-1144,-1-14-3219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7.2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7732,'0'0'7592,"11"0"-6749,286-2 587,245 2 1100,-449 7-2533,27 0 30,-120-4 248,0-3-271,0 0-1,0 1 0,0-1 0,0 0 0,0 0 0,1 1 0,-1-1 0,0 0 0,0 1 1,0-1-1,0 0 0,0 0 0,0 1 0,0-1 0,0 0 0,-1 0 0,1 1 0,0-1 1,0 0-1,0 1 0,0-1 0,0 0 0,0 0 0,0 1 0,-1-1 0,1 0 0,0 0 0,0 0 1,0 1-1,0-1 0,-1 0 0,1 0 0,0 0 0,0 0 0,-1 1 0,1-1 0,0 0 1,0 0-1,-1 0 0,-5 1 26,-1-1 1,1 2-1,0-1 1,-1 0 0,1 1-1,0 1 1,0-1-1,0 1 1,0 0-1,1 0 1,-6 4 0,-11 9-85,-26 24 1,30-24 80,-5 3-39,2 0 1,1 2-1,1 0 0,0 1 1,2 1-1,0 1 0,2 1 0,0 0 1,2 1-1,1 0 0,-11 35 1,-2 35-17,-27 195 1,50-270 42,-1 19-87,3-31-755,-3-28-579,2 12 576,0 1-1,-1-1 0,0 0 1,0 1-1,-1 0 0,1-1 0,-6-6 1,-13-20-5458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7.7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38 5699,'0'0'5842,"0"-6"-5012,0-21-182,-1 22 3106,0 8-3119,2 10-822,4-1 300,1-1-1,1 1 0,-1-1 1,2 0-1,-1-1 0,2 0 1,10 11-1,12 16-5,107 171 200,-17 10-10,-89-158-159,21 40 29,117 197 93,-167-291-248,-1-4-7,-1 1 0,0-1-1,1 0 1,-1 1 0,1-1-1,0 0 1,0 0 0,0 0 0,0 0-1,0-1 1,3 3 0,-4-17-675,-3 1 4,1 0 1,-1-1-1,-1 1 0,0 0 0,-1 0 1,0 0-1,-1 1 0,-8-15 0,-11-25-4309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8.3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0 6051,'0'0'6726,"-5"3"-5809,-9 5-25,14-8-860,0 0 0,0 0-1,0 0 1,0 0 0,0 0-1,0 0 1,0 0 0,0 0-1,0 0 1,0 1-1,0-1 1,-1 0 0,1 0-1,0 0 1,0 0 0,0 0-1,0 0 1,0 0 0,0 0-1,0 0 1,0 0 0,0 0-1,0 1 1,0-1-1,0 0 1,0 0 0,0 0-1,0 0 1,0 0 0,0 0-1,0 0 1,0 0 0,0 0-1,0 1 1,0-1-1,0 0 1,0 0 0,0 0-1,0 0 1,0 0 0,0 0-1,0 0 1,0 0 0,1 0-1,-1 0 1,0 0 0,0 0-1,0 1 1,0-1-1,0 0 1,0 0 0,0 0-1,0 0 1,0 0 0,0 0-1,0 0 1,0 0 0,1 0-1,-1 0 1,29 1 3221,-7-1-3651,157-8 1619,-11 1-940,-113 6-256,212 1 39,-183 4-39,95 16-1,-114-9-252,67 3 0,-189-14-7784,28 3 62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29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48 199 1249,'0'0'2852,"-4"0"-2676,3 0-144,0 0 1,0 0-1,0 0 1,0-1 0,0 1-1,0 0 1,1 0-1,-1-1 1,0 1 0,0 0-1,0-1 1,0 1 0,0-1-1,1 1 1,-1-1-1,0 1 1,0-1 0,1 0-1,-1 1 1,0-1-1,1 0 1,-1 1 0,0-2-1,0-2 172,0 1-1,1-1 0,-1 1 1,1-1-1,0 0 0,0-4 1,0 7-188,0-20 451,-1 16-337,0 0 1,1-1-1,0 1 1,0 0-1,0 0 1,1 0-1,0 0 1,0 0 0,0 0-1,1 1 1,-1-1-1,1 0 1,5-8-1,-3 7 119,0 2 269,-1-1 1,1 0-1,-1 1 1,0-1-1,0 0 0,-1 0 1,1-1-1,1-6 4109,-4 23-4027,-23 822 881,20-803-1471,-18 331 15,11-170-44,0 49 83,10-233-64,0-2 0,0 0-1,0 0 1,0 0 0,0 0 0,1 0-1,0 0 1,0 0 0,1 0 0,3 8-1,0 2-10,3 1-63,-7-16-30,-1-10-3009,-3-5 813,-8 4-1971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34.7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281 15 5587,'0'0'5263,"0"-4"-4833,-1-7 631,-3 21 755,-6 17-1409,-25 50-344,-27 86 0,-14 85 42,2-4-61,56-185-701,20-76-136,2 1-1,0 0 0,7-19 1,3-11-2163,-3-3-1606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35.1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 6739,'0'0'5114,"6"-2"-4593,22-4 108,-26 6-578,-1 0 0,0 0 0,1 0-1,-1 0 1,0 0 0,1 1 0,-1-1 0,0 0-1,0 1 1,1-1 0,-1 1 0,0-1 0,0 1-1,0 0 1,0-1 0,1 1 0,-1 0 0,0 0-1,0 0 1,-1 0 0,1 0 0,0 0 0,0 0-1,0 0 1,-1 0 0,1 0 0,0 0 0,-1 0-1,1 1 1,-1-1 0,1 0 0,-1 2 0,4 4 185,21 39 594,-2 0 0,27 79-1,17 99 840,-10-28-499,-55-188-1142,1 1-1,0-1 1,0 0 0,1 0-1,0 0 1,0 0-1,1-1 1,0 0 0,0 0-1,11 11 1,-16-18-56,-1 0 1,1 0-1,0 0 0,0 0 1,0 0-1,0 0 0,0 1 0,0-1 1,-1 0-1,1 0 0,0 0 1,0 0-1,0 0 0,0 0 1,0 0-1,0 0 0,0 0 0,0 0 1,0 1-1,-1-1 0,1 0 1,0 0-1,0 0 0,0 0 0,0 0 1,0 0-1,0 1 0,0-1 1,0 0-1,0 0 0,0 0 1,0 0-1,0 0 0,0 1 0,0-1 1,0 0-1,0 0 0,0 0 1,0 0-1,0 0 0,0 0 0,0 1 1,0-1-1,0 0 0,1 0 1,-1 0-1,0 0 0,0 0 1,0 0-1,0 0 0,0 1 0,0-1 1,0 0-1,0 0 0,0 0 1,1 0-1,-1 0 0,0 0 1,0 0-1,0 0 0,0 0 0,0 0 1,0 0-1,1 0 0,-1 0 1,0 0-1,0 0 0,0 0 1,-12-3-3526,-12-14-579,-3-4-417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35.4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1 151 11781,'0'0'4274,"187"-108"-3057,-117 87-801,-6 6-416,-4 9-288,-14 6-1841,-12 0-1521,-14 18-7971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36.3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38 223 5587,'0'0'7035,"-3"1"-6523,2-1-492,0 0 1,1 0-1,-1 0 0,0 0 1,0-1-1,1 1 0,-1 0 0,0 0 1,0 0-1,1-1 0,-1 1 1,0 0-1,1-1 0,-1 1 1,0 0-1,1-1 0,-1 1 0,0-1 1,1 1-1,-1-1 0,1 1 1,-1-1-1,1 0 0,-1 1 1,1-1-1,0 0 0,-1-1 0,-10-30 163,9 15-179,-1-34-1,3-60 178,0 111 123,0 6-378,0 740 2285,0-740-2202,1 14 33,-1-20-47,0 1 0,0-1 0,0 1 0,1-1 0,-1 1 0,0-1 0,0 0 0,0 1 0,1-1 0,-1 1 0,0-1 0,1 1 0,-1-1 0,0 0 0,1 1 0,-1-1 0,0 0 0,1 1 0,-1-1 0,1 0 0,-1 0 0,1 0 0,-1 1 0,0-1 0,1 0 0,-1 0 0,1 0 0,-1 0 0,1 0 0,-1 0 0,2 1 0,-2-6-417,0-58-2966,0 19-1475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36.9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283 1 4306,'0'0'2833,"3"0"-2590,14 0 2019,-17 1-2072,1 0 0,0 0 0,0 0 0,0 1 0,-1-1 0,1 0-1,-1 1 1,1-1 0,-1 0 0,1 1 0,-1-1 0,0 1 0,0-1-1,0 0 1,0 1 0,0 1 0,0 0 93,3 10-75,-2-1 0,0 1 0,0 0 0,-1 1 0,-1-1 0,0-1 0,-1 1-1,0 0 1,-1 0 0,0 0 0,-1-1 0,-7 16 0,-21 26-82,-2-1 0,-3-1 0,-1-2 0,-68 68 0,98-110-124,6-6-13,1 0-1,-1 0 1,0-1-1,0 1 1,0 0-1,0-1 1,0 1-1,0-1 1,0 0-1,-1 0 1,1 1-1,-3 0 1,4-2 2,1 0 1,0 0-1,0 0 1,0 0 0,0 0-1,0 0 1,-1 0-1,1 0 1,0 0-1,0-1 1,0 1 0,0 0-1,0 0 1,0 0-1,0 0 1,-1 0-1,1 0 1,0 0-1,0 0 1,0 0 0,0 0-1,0 0 1,0 0-1,0-1 1,0 1-1,-1 0 1,1 0-1,0 0 1,0 0 0,0 0-1,0 0 1,0-1-1,0 1 1,0 0-1,0 0 1,0 0-1,0 0 1,0 0 0,0 0-1,0-1 1,0 1-1,0 0 1,0 0-1,0 0 1,0 0 0,0 0-1,0 0 1,0-1-1,0 1 1,0 0-1,0 0 1,0 0-1,1 0 1,-1 0 0,0 0-1,0 0 1,0-1-1,0 1 1,0 0-1,0 0 1,0-12-384,0 5-76,0-1 1,0 1 0,1-1-1,3-14 1,-4 20 427,1-1 0,0 1 0,0-1 0,1 1 0,-1-1 0,0 1 0,1 0 0,-1 0 0,1 0 0,0 0 0,0 0 0,0 0-1,0 0 1,0 1 0,0-1 0,0 0 0,1 1 0,3-2 0,4-1 189,-1 1 0,0 1 0,1 0 0,-1 0-1,1 1 1,-1 0 0,1 0 0,0 1-1,-1 0 1,1 1 0,0 0 0,15 5 0,-9-2 172,0 1 0,0 0 0,-1 1 1,1 1-1,-2 1 0,23 14 1,10 12 1165,82 78 0,-123-105-1382,1-2 0,-1 1 0,1-1 0,14 9 0,-20-13-128,1-1 0,-1 1-1,0 0 1,1 0 0,-1-1-1,1 1 1,-1-1 0,1 1-1,-1-1 1,1 0 0,-1 0-1,1 0 1,-1 0 0,1 0-1,0 0 1,-1 0 0,1 0-1,-1 0 1,1-1 0,-1 1-1,1 0 1,-1-1 0,1 0-1,-1 1 1,0-1 0,1 0-1,-1 0 1,0 0 0,0 0-1,1 0 1,-1 0 0,0 0-1,0 0 1,0 0 0,1-2-1,1-2-460,-1 0 0,0 0 0,0 0 0,-1 0-1,2-8 1,5-37-5417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38.5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163 21 2465,'0'0'8191,"6"-3"-7242,17-12-186,-23 15-694,0 0 0,0-1 0,0 1 0,0 0 0,0 0 0,0 0 0,1 0 0,-1 0 0,0-1-1,0 1 1,0 0 0,0 0 0,1 0 0,-1 0 0,0 0 0,0 0 0,0 0 0,1 0 0,-1-1 0,0 1 0,0 0-1,0 0 1,1 0 0,-1 0 0,0 0 0,0 0 0,0 0 0,1 0 0,-1 0 0,0 1 0,0-1 0,0 0 0,1 0-1,-1 0 1,0 0 0,0 0 0,0 0 0,1 0 0,-1 0 0,0 0 0,0 1 0,-2 10 837,-16 24-1360,12-24 768,-98 239-185,72-166-146,29-78 13,-8 22 15,-11 45 0,44-148-3884,-9 35-930,-3 4-2360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38.8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 3826,'0'0'5674,"3"-1"-4799,-1 1-798,0 0 28,-1-1 1,1 1 0,-1-1-1,1 1 1,0 0 0,-1 0 0,1 0-1,-1 0 1,1 0 0,0 0-1,-1 0 1,1 1 0,0-1 0,-1 0-1,1 1 1,-1-1 0,1 1 0,-1 0-1,1 0 1,-1-1 0,1 1-1,-1 0 1,0 0 0,0 0 0,1 0-1,-1 1 1,0-1 0,0 0 0,0 0-1,1 3 1,14 23 739,-1 1 0,20 55 0,12 65 476,-31-92-911,3 5-52,-3-4-28,42 99 1,-55-151-330,-1 0-4,0 0 0,1 0-1,0 0 1,0 0 0,0-1 0,1 1 0,4 3 0,-8-7-213,-2-8-2521,-11-13-689,-12-4-1614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39.1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75 7876,'0'0'2465,"193"-63"-704,-119 51-1089,-11 12-672,-16 0-3298,-17 0-4593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39.8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3378,'0'0'8475,"4"13"-5948,0 7-2181,-2-1-1,0 2 1,-1-1-1,-3 35 1,1-5-260,1 368 482,0-413-570,1 16 20,-1-20-23,0-1 0,1 1 0,-1-1 0,0 0 0,0 1 0,0-1 0,0 1 0,1-1 0,-1 1-1,0-1 1,1 1 0,-1-1 0,0 0 0,0 1 0,1-1 0,-1 0 0,1 1 0,-1-1 0,0 0 0,1 1 0,-1-1-1,1 0 1,-1 0 0,1 1 0,-1-1 0,1 0 0,-1 0 0,1 0 0,-1 0 0,1 0 0,0 0 0,-1 0-16,0 0-1,1 0 1,-1 0 0,0 0 0,1-1 0,-1 1 0,0 0 0,0 0 0,1-1 0,-1 1 0,0 0-1,0 0 1,0-1 0,1 1 0,-1 0 0,0 0 0,0-1 0,0 1 0,0 0 0,1-1 0,-1 1 0,0 0-1,0-1 1,0 1 0,0 0 0,0-1 0,0 1 0,0 0 0,0-1 0,0 1 0,0 0 0,0-1-1,0 1 1,-1 0 0,1-1 0,0 0 0,0-3-234,0-65-4950,0 27-1216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0.3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461 1 4098,'0'0'6195,"1"3"-5323,0 5-38,0-1 0,-1 1 0,1 0 0,-1-1 0,-1 1 0,-2 13 0,1-14-694,0-1 1,0 0-1,0 0 1,-1 0-1,0 0 1,0 0-1,-1-1 1,-7 10-1,-202 211 359,17-20-686,179-184 70,17-22 113,-1 0 0,1 1 0,0-1 0,0 0 1,0 0-1,-1 1 0,1-1 0,0 0 0,0 0 0,0 1 1,0-1-1,0 0 0,-1 0 0,1 1 0,0-1 0,0 0 1,0 1-1,0-1 0,0 0 0,0 1 0,0-1 0,0 0 0,0 0 1,0 1-1,0-1 0,0 0 0,0 1 0,1-1 0,-1 0 1,0 0-1,0 1 0,0-1 0,0 1 0,17 0-356,409-1 734,-241 0-2824,-169 0-1856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4.5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272 1 6403,'0'0'6835,"-1"2"-6694,-5 16-75,-1 0 0,-1 0 0,-11 17-1,-11 25 238,-31 87 163,-70 259-1,129-399-939,0 1-1,0 0 1,1 0 0,0 11-1,1-30-5650,0-10 3540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4.9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2049,'0'0'9914,"9"10"-8892,-2-2-852,0-1 0,0 1 0,-1 0 0,0 1 1,-1 0-1,0 0 0,0 0 0,-1 0 1,6 20-1,17 72 995,-5-13-418,4 0-1,51 113 0,-72-189-735,24 41 64,-26-49-89,-1 0-1,1-1 1,0 1 0,0-1-1,0 0 1,1 1-1,-1-2 1,1 1 0,0 0-1,6 3 1,-10-6-51,1 0 0,-1 0 1,0 0-1,0 0 0,0 0 1,0 0-1,0 1 0,0-1 1,0 0-1,1 0 0,-1 0 0,0 0 1,0 0-1,0 0 0,0 0 1,0 0-1,0 0 0,1 0 0,-1 0 1,0 0-1,0 0 0,0 0 1,0 0-1,0 0 0,0 0 0,1-1 1,-1 1-1,0 0 0,0 0 1,0 0-1,0 0 0,0 0 0,0 0 1,0 0-1,0 0 0,0 0 1,1 0-1,-1 0 0,0-1 0,0 1 1,0 0-1,0 0 0,0 0 1,0 0-1,0 0 0,0 0 0,0 0 1,0-1-1,0 1 0,0 0 1,0 0-1,0 0 0,0 0 0,0 0 1,0 0-1,0-1 0,0 1 1,0 0-1,0 0 0,0 0 0,0 0 1,0 0-1,0-1 0,-4-10-2554,-16-18-4813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5.4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1 181 11797,'0'0'2450,"250"-66"-1090,-136 27-992,-4 6-368,-3 6-2017,-17 12-5490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5.8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39 4482,'0'0'6990,"0"-6"-6211,1-18-43,-1 24-674,0-1 0,-1 1 0,1 0 1,0 0-1,0-1 0,0 1 0,0 0 0,0 0 0,0-1 0,0 1 0,0 0 0,0 0 0,0-1 0,0 1 0,0 0 0,0-1 0,0 1 0,0 0 1,1 0-1,-1-1 0,0 1 0,0 0 0,0 0 0,0 0 0,0-1 0,0 1 0,1 0 0,-1 0 0,0 0 0,0-1 0,0 1 0,1 0 1,-1 0-1,0 0 0,0 0 0,1-1 0,-1 1 0,3 9 2624,-5 205-2061,5 239 36,-2-434-607,-2-9-21,1 0 1,1 0-1,0 0 0,0-1 0,1 1 1,0 0-1,1 0 0,0-1 1,6 13-1,2-11-49,-11-11 6,0 0 0,1 0-1,-1 0 1,0 0 0,1 0-1,-1 0 1,0 0 0,1 0-1,-1 0 1,1 0 0,-1 0-1,0 0 1,1 0 0,-1-1 0,0 1-1,1 0 1,-1 0 0,0 0-1,1 0 1,-1-1 0,0 1-1,1 0 1,-1 0 0,0-1-1,2-1-78,-1 1 0,0-1-1,0 0 1,0 0 0,0 0-1,0 0 1,0 0-1,0 0 1,-1 0 0,1-4-1,3-17-1521,1-32 0,-4 2-4277,-1 13-2970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6.2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451 8 6707,'0'0'6670,"5"-2"-5969,15-4 46,-20 6-724,0 0 0,0 0-1,0 1 1,0-1-1,0 0 1,0 0 0,0 0-1,0 0 1,0 0-1,0 0 1,0 1 0,0-1-1,0 0 1,0 0 0,0 0-1,0 0 1,0 0-1,0 0 1,0 1 0,0-1-1,0 0 1,1 0-1,-1 0 1,0 0 0,0 0-1,0 0 1,0 0-1,0 1 1,0-1 0,0 0-1,0 0 1,0 0-1,1 0 1,-1 0 0,0 0-1,0 0 1,0 0-1,0 0 1,0 0 0,0 0-1,1 0 1,-1 0-1,0 0 1,0 0 0,0 0-1,0 0 1,0 0-1,0 0 1,1 0 0,-1 0-1,0 0 1,0 0-1,0 0 1,0 0 0,0 0-1,0 0 1,1 0-1,-1 0 1,0 0 0,0 0-1,0 0 1,0 0-1,0-1 1,0 1 0,0 0-1,0 0 1,0 0 0,1 0-1,-2 2 243,1 2-161,0 0 0,-1 0 1,0-1-1,0 1 0,0 0 0,0 0 0,-1-1 0,1 1 0,-1-1 0,0 1 0,0-1 0,-5 6 0,-36 37 385,30-35-412,-356 314-571,356-317 298,12-7 162,0-1 1,-1 1 0,1 0-1,-1-1 1,1 1 0,0 0-1,0 0 1,0 0 0,-1 0-1,1 0 1,0 0 0,0 1-1,1-1 1,-1 0 0,0 1-1,0-1 1,0 0 0,1 1-1,-1-1 1,0 3 0,1-3 25,0-1 1,0 0 0,0 1 0,0-1-1,1 0 1,-1 0 0,0 1 0,0-1-1,0 0 1,0 1 0,0-1 0,1 0-1,-1 0 1,0 1 0,0-1 0,0 0-1,1 0 1,-1 1 0,0-1-1,0 0 1,1 0 0,-1 0 0,0 0-1,1 1 1,-1-1 0,0 0 0,1 0-1,-1 0 1,0 0 0,0 0 0,1 0-1,-1 0 1,0 0 0,1 0 0,-1 0-1,0 0 1,1 0 0,0 0 0,189 26-289,-83-13 637,174 32 555,-272-44-1148,20 4 600,-28-5-550,0 1 0,0-1 0,0 0 0,0 1-1,0-1 1,0 0 0,0 1 0,0 0 0,0-1-1,0 1 1,0 0 0,0-1 0,0 1 0,0 0 0,0 0-1,-1 0 1,1 0 0,1 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7.4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251 35 5731,'0'0'7750,"-1"-6"-6971,-4-16 93,5 22-844,0-1 0,0 1 0,0 0 0,-1-1 0,1 1 0,0 0 0,0 0 0,0-1-1,0 1 1,-1 0 0,1-1 0,0 1 0,0 0 0,-1 0 0,1-1 0,0 1 0,-1 0 0,1 0 0,0 0 0,-1 0-1,1-1 1,0 1 0,0 0 0,-1 0 0,1 0 0,-1 0 0,1 0 0,0 0 0,-1 0 0,1 0 0,0 0 0,-1 0-1,1 0 1,0 0 0,-1 0 0,1 0 0,0 0 0,-1 0 0,1 0 0,0 1 0,-1-1 0,1 0 0,0 0-1,-1 0 1,1 1 0,0-1 0,0 0 0,-1 0 0,1 0 0,0 1 0,0-1 0,-1 0 0,1 1 0,-4 4 11,1 0 1,0 0-1,0 0 0,0 0 1,1 1-1,-3 6 1,-3 7 68,-169 391 76,174-403-408,-12 31 626,12-15-3411,3-31 2014,0 0-1,1-1 1,0 1-1,0 0 1,1 0-1,5-15 1,4-6-3805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7.8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0 106 6275,'0'0'4786,"6"-18"-4271,17-55 80,-17 58-304,-4 19 0,28 195 2600,9 51-494,-24-175-1727,32 93 1,-44-155-662,2 0 0,-1-1 0,2 0-1,0 1 1,0-2 0,1 1 0,0-1 0,1 0-1,15 16 1,-9-19-224,-13-8 181,-1 0 1,0 0-1,1 0 1,-1 0 0,0 0-1,0 0 1,1 0-1,-1 0 1,0 0-1,1 0 1,-1 0 0,0 0-1,0 0 1,1-1-1,-1 1 1,0 0-1,0 0 1,1 0 0,-1 0-1,0-1 1,0 1-1,1 0 1,-1 0 0,0 0-1,0-1 1,0 1-1,0 0 1,1-1-1,2-24-2102,-3 24 2130,0 1 6,0-5-681,0 0-1,-1 0 0,1 0 0,-1 0 0,0 0 0,-2-8 1,-2 2-1746,-1 1 1,0-1-1,-8-10 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8.1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64 10501,'0'0'1537,"220"-57"-1826,-156 51-4065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8.6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0 6051,'0'0'12178,"-3"19"-12183,1 322 492,4-180-421,-2-62-50,0-98-24,3 18 26,-3-19-25,0 1 0,0-1 1,0 1-1,0-1 0,1 1 0,-1-1 0,0 1 0,0-1 1,0 1-1,1-1 0,-1 0 0,0 1 0,1-1 0,-1 1 0,0-1 1,1 0-1,-1 1 0,1-1 0,-1 0 0,0 0 0,1 1 1,-1-1-1,1 0 0,-1 0 0,1 0 0,-1 1 0,1-1 1,-1 0-1,1 0 0,0-1-90,0 0 0,-1 0 0,1 0 0,0 0 1,-1 0-1,1 0 0,-1 0 0,1-1 0,-1 1 0,0 0 1,0 0-1,1 0 0,-1-1 0,0 1 0,0 0 0,0 0 1,0-2-1,0-1-310,3-31-2416,1-3-2126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3:48.9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287 15 8036,'0'0'8065,"2"-4"-7214,4-4-456,-5 5 535,-15 13-481,-10 8-240,-18 11-521,1 3 0,2 1 1,-49 52-1,82-78 248,0 1 1,1 0-1,-1 0 0,2 1 0,-1-1 1,-4 15-1,7-20 56,1 1 1,0-1-1,0 1 0,1 0 0,-1-1 1,1 1-1,0 0 0,0 0 1,0-1-1,0 1 0,0 0 0,1-1 1,0 1-1,0 0 0,0-1 0,0 1 1,1-1-1,-1 1 0,1-1 1,3 5-1,0-1 8,1-1 0,0 0 0,0-1-1,1 0 1,0 0 0,0 0 0,0-1 0,10 5 0,69 27 210,-60-26-78,16 5-207,0-1-1,1-3 0,1-1 0,69 6 0,-101-15-2527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08.3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7577 73 4162,'0'0'9727,"-9"0"-6608,-9 0-2844,-16-1-238,23 0-37,-1 0 1,1 1-1,-1 0 0,1 1 1,-1 1-1,-17 4 1,4 1-22,0 0 1,-1-2-1,-32 3 1,38-6 51,-185 26-837,173-23 817,18-2-7,0-1-1,-17 0 1,3 0-142,0 0 0,-51 14 1,52-10-3,0-1 0,-53 3 0,53-8-565,-234 9-487,144-5 1248,82-4-23,0 1 0,-53 9 0,-69 10 185,87-13-175,38-3-39,-113 7 382,-2-2-295,0 0-3,-166-9-8,300-1-67,0 0 1,0-1 0,1-1-1,-1 0 1,1-1-1,-22-10 1,18 8-17,0 0 0,0 1 0,-18-3-1,-112-11 1,-73-14 63,142 18 45,-155-10 0,191 24-63,-204-6 199,-509 7 1637,639-9-1800,-817 9 1602,311-3-1581,-267 6-38,872-4-52,0-1 0,1-1-1,-1 0 1,1-1 0,-22-9-1,22 8-22,0 0 0,-1 1 0,1 0 0,-1 1 0,-23-1 0,-6 4 71,-294 12-28,302-9 1339,54-3-1469,-12 0 107,0 0 1,0 0-1,0-1 0,1 1 1,-1-1-1,0 0 0,0-1 1,0 1-1,-1-1 0,1 0 1,0 0-1,-1 0 0,1-1 1,-1 0-1,6-4 0,-3 2 42,-6 5-88,0-1 0,0 1 0,0-1 0,0 0 0,0 1 0,0-1 0,0 0 0,0 0 0,-1 0 0,1 0 0,0 0 0,0 0 0,-1 0 0,1 0 0,-1 0 0,1 0 0,-1 0 0,1 0 0,-1 0 0,1 0 0,-1-1 0,0 1 0,0 0 0,0 0 0,0 0 0,0-3 0,0 4 11,-53-12-366,44 11 434,6 1-27,0 0 0,-1 0-1,1 0 1,0 1-1,0-1 1,0 0-1,0 1 1,-4 1 0,6-1-11,-1 0 1,0 1 0,1-1-1,0 0 1,-1 1 0,1-1-1,0 1 1,-1-1 0,1 1-1,0-1 1,0 1 0,0 0-1,1 0 1,-1-1 0,-1 5 0,-2 6 141,0 0 0,0 1 1,2-1-1,-1 0 1,2 1-1,0 0 1,0 0-1,2 19 1,-1-31-134,1 0 0,-1 0 0,1 0 0,-1 0 0,1-1 0,-1 1 0,1 0 0,-1 0 0,1-1 0,-1 1 0,1 0 0,0-1 0,0 1 0,-1-1 0,1 1 0,0-1 0,0 1 0,0-1 1,-1 1-1,1-1 0,0 0 0,0 0 0,0 1 0,0-1 0,0 0 0,0 0 0,0 0 0,0 0 0,1 0 0,36 0 111,-25-1-71,-3 1-22,-1-1 1,0-1-1,0 1 1,0-1-1,1-1 1,-2 1-1,1-2 0,0 1 1,-1-1-1,11-7 1,-8 4-135,0 0 0,-1-1 1,0 0-1,0-1 0,-1 0 1,15-20-1,-22 27 20,-1-1-1,1 1 1,-1-1-1,1 0 0,-1 1 1,0-1-1,0 0 1,0 0-1,-1 0 1,1 0-1,-1-3 1,1 6 69,-1-1 1,0 0 0,0 0-1,0 0 1,0 0 0,-1 1-1,1-1 1,0 0 0,0 0-1,0 0 1,-1 0 0,1 1-1,0-1 1,-1 0 0,1 0-1,-1 1 1,1-1 0,-1 0-1,1 1 1,-1-1 0,1 1-1,-1-1 1,1 0 0,-1 1-1,0-1 1,0 1 0,1 0-1,-1-1 1,0 1-1,0-1 1,1 1 0,-1 0-1,0 0 1,0-1 0,0 1-1,1 0 1,-3 0 0,-5-1-8,-42 0 303,46 1-225,0 0 0,0 1-1,0-1 1,1 1 0,-1 0-1,0 0 1,0 1 0,1-1-1,-1 1 1,-5 3-1,2 1 99,-1 0-1,1 1 0,-8 10 0,12-14-150,1 0 1,-1 0-1,1 0 1,0 0-1,0 1 0,0-1 1,1 1-1,-1-1 1,1 1-1,0-1 1,-2 8-1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17.7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0 121 2113,'0'0'16925,"11"-6"-16226,240 3-328,-238 2-363,0 0 0,17-4 0,-16 2-83,-1 1 0,20-1 1,-30 3 68,21 0 15,0 1 0,25 3 0,-31-1 7,1-2-1,-1-1 1,22-1 0,6-1 1,-12 1-12,-1-1-1,57-10 1,-63 9-11,-1 0 1,1 2 0,31 3 0,-2 0 1,107-2 15,-126 9-139,-8-9 177,0 2 0,29 4 0,-40-4-36,0 0 0,0-2-1,22-1 1,4-1-21,180 2-233,-161 6 260,-34-5-26,46 9-1,-52-7 4,17 1-279,80-3-1,-55-2-53,-60 1 269,-1 0-1,0-1 1,0 1-1,0-1 1,1 0-1,-1 0 1,0 0-1,0 0 1,0-1-1,0 0 1,5-3-1,-9 5 84,1-1 0,-1 1 0,0-1-1,0 1 1,1-1 0,-1 1 0,0-1-1,0 1 1,0-1 0,0 1 0,1-1-1,-1 1 1,0-1 0,0 1 0,0-1-1,0 1 1,0-1 0,0 1 0,0-1 0,0 1-1,-1-1 1,1 0 0,0-5-64,4 1-114,1-1 0,-2 0 0,1 0 0,-1 0 0,0 0 0,0 0 0,0-1 0,-1 0 0,0 1 0,-1-1 0,2-9 1,-27 16 612,-32-9 487,53 23-598,1 23 888,4 67 0,-2-103-1203,0 0-1,1 0 1,-1 0 0,1-1-1,-1 1 1,1 0-1,-1 0 1,1 0 0,0 0-1,-1 0 1,1-1-1,0 1 1,0 0 0,-1-1-1,1 1 1,0 0-1,0-1 1,0 1 0,0-1-1,0 1 1,0-1-1,0 0 1,0 1 0,0-1-1,0 0 1,0 0-1,0 0 1,0 0 0,1 0-1,1 1-13,0-1-1,0 0 1,0 0 0,0 0-1,-1-1 1,1 1-1,0 0 1,0-1 0,0 0-1,3-1 1,-2-1-95,-1 1 1,1-1-1,-1 0 0,0 1 1,0-1-1,-1-1 1,1 1-1,-1 0 0,1-1 1,-1 1-1,0-1 1,0 0-1,-1 1 0,1-1 1,-1 0-1,0 0 1,0 0-1,1-5 0,1-9-1075,-1 0 0,0-31 0,-3 48 1155,1 1 0,0-1 0,0 1 0,0-1 0,-1 1 1,1-1-1,0 1 0,0-1 0,-1 1 0,1 0 0,0-1 0,-1 1 0,1-1 0,-1 1 0,1 0 0,0-1 0,-1 1 0,1 0 0,-1 0 0,1-1 1,-1 1-1,1 0 0,-1 0 0,1 0 0,-1 0 0,1-1 0,-1 1 0,1 0 0,-1 0 0,1 0 0,-1 0 0,1 0 0,-1 0 0,0 1 0,0-1 1,0 0 119,-1 0 0,1 0 0,0 0 0,-1 0 1,1 1-1,-1-1 0,1 1 0,0-1 0,-1 1 1,1-1-1,0 1 0,-1 0 0,-1 1 0,1 1 28,0 0 0,0 0 0,0 0 0,1 0 0,-1 1 0,1-1-1,-2 5 1,2-5-148,0 1 1,0-1-1,-1 1 0,1-1 0,-1 0 0,0 0 0,0 1 0,-5 4 1,4-7-2432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35.0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1969,'0'0'6040,"7"10"-467,-7 1-4911,2 1 0,-1-1-1,7 21 1,3 25-91,-3 29-231,12 233 531,-7-15-748,-11-271-79,1-1-1,2 1 1,1-1 0,11 36 0,-10-43-37,5 30 77,-1 1-1,-3 0 1,1 98-1,-6-92 52,11 68 1,-11-104-74,9 112 142,-9 183 0,-4-170-11,1 570 1,-10-504-34,6 457 59,3-649-219,-1 0 0,-10 37 0,7-37 0,1-1 0,-2 40 0,7 6-7,-2 76-20,-4-121 11,0 11 32,5-36 85,1-24-58,0 23-48,0 0 1,0 0 0,0-1 0,0 1-1,0 1 1,0-1 0,0 0 0,1 0-1,-1 0 1,0 1 0,1-1 0,-1 0-1,0 1 1,1-1 0,-1 1 0,1 0-1,-1 0 1,1-1 0,-1 1 0,1 0-1,-1 0 1,3 1 0,37 0 104,-35 2-92,0 0-1,-1 0 0,1 0 1,-1 0-1,0 1 1,0 0-1,0 0 0,0 1 1,-1-1-1,0 1 1,0 0-1,6 9 0,57 91 412,-64-96-389,-1 0 0,1-1 0,-1 1 1,-1 0-1,0 0 0,0 0 0,-1 0 0,0 0 0,-2 16 0,1 5-59,1-21 17,0 0 0,-1-1 0,0 1 0,0-1-1,-1 1 1,0-1 0,0 1 0,-1-1 0,0 0 0,0 0-1,-1 0 1,0 0 0,-1-1 0,0 0 0,-10 13 0,1 0-88,-21 38 0,24-38 45,-1 0 1,-18 22 0,16-26-157,-22 18 1,5-5 17,28-26 221,0 0-1,-1 0 1,1 0 0,-1 0-1,1-1 1,-1 1-1,0-1 1,0 0 0,0 0-1,0 0 1,0-1-1,0 0 1,0 1 0,-1-2-1,1 1 1,-1 0 0,1-1-1,0 0 1,-9 0-1,13 2-4,0 1-1,1-1 1,-1 1-1,1-1 1,-1 0-1,1 1 0,0-1 1,1 3-1,-2-5-10,6 13 48,-2 1-1,1-1 1,-2 1 0,0 0 0,0 0 0,0 24 0,-3 83-1776,1-121 1699,0-1 1,1 1-1,-1-1 0,0 1 1,0-1-1,0 1 0,0-1 0,1 1 1,-1 0-1,0 0 0,0 0 0,1 0 1,-1 0-1,0 0 0,2 0 0,4 0 40,30-4-166,-26 3 92,1 0 0,18-5 0,34-13 48,-27 7-37,0 2 0,58-8 0,-75 16 95,40-5-114,0 3-1,81 5 1,-112 4 236,10 1-68,-18-6-82,6 0-3,31 3-1,-48-1-15,0-1 0,-1 2-1,1-1 1,-1 1-1,0 0 1,17 10 0,-18-10 16,0 0 0,0 0 0,0-1 0,0 0 0,0 0 0,0-1 0,1 0 0,-1-1 0,11 0 0,32 4 13,-18 0 13,-28-4-52,0 0-1,1 0 0,-1 1 1,0 0-1,0 0 1,0 1-1,1-1 0,-1 1 1,-1 0-1,9 5 1,-11-6 4,1 0 1,-1 0 0,1 0 0,0-1 0,-1 1-1,1-1 1,0 1 0,-1-1 0,1 0-1,0 0 1,3 0 0,20 1-4,-3 4-16,0-1 1,0-1-1,0-1 1,41-1-1,-39-2 94,-22 2-66,1-1 1,-1 1-1,0 0 0,1 0 0,-1 0 0,6 2 1,15 5 163,8-2-115,36 12 0,-62-13 285,-11-1-5,4-5-350,1 0 0,-1 0 0,0 0 0,1 0-1,0 0 1,-1 0 0,1 0 0,0 0 0,-1-1-1,1 1 1,0 0 0,0 0 0,0 0 0,0 0-1,0 0 1,0 0 0,0 0 0,0 0 0,1-2-1,-1 1-14,0-96-1218,0 96 1231,0 1 0,-1-1 1,1 1-1,0 0 1,-1-1-1,1 1 0,-1 0 1,0-1-1,1 1 0,-1 0 1,0 0-1,0-1 1,0 1-1,0 0 0,0 0 1,0 0-1,0 0 0,0 0 1,0 0-1,0 1 1,0-1-1,-1 0 0,1 0 1,0 1-1,-2-1 1,1 0-7,0 0 0,-1 0 1,1 1-1,0-1 0,0 1 1,-1 0-1,1-1 0,0 1 1,-1 0-1,1 0 1,0 1-1,-1-1 0,1 0 1,0 1-1,-5 1 0,6 0 34,0 0-1,0 0 0,0 0 1,0 0-1,0 1 0,0-1 1,0 0-1,1 0 0,-1 1 1,1-1-1,0 1 0,0 2 0,-1 2 24,-3 26 943,2 53-1,2-85-971,0 0 0,1 0 0,-1 1 0,0-1 0,1 0 0,0 0 0,-1 0-1,1 0 1,-1 0 0,1 0 0,0 0 0,0 0 0,-1-1 0,1 1 0,0 0-1,0 0 1,0-1 0,0 1 0,0 0 0,0-1 0,0 1 0,0-1 0,0 0-1,1 1 1,0-1 0,30 7 238,-29-7-217,1 0-52,-1 0-1,1 0 0,-1 0 1,1-1-1,-1 1 0,1-1 1,5-1-1,-8 1-8,1 0 1,0-1-1,-1 1 0,1 0 1,-1-1-1,1 1 0,-1-1 0,0 0 1,0 1-1,0-1 0,0 0 1,0 0-1,0 1 0,1-4 1,1-5-60,0 1 1,-1 0-1,0-1 0,0 1 1,-1-1-1,0 1 1,-2-20-1,1 19 51,0 9 38,0 1 1,-1-1-1,1 0 1,0 0-1,-1 0 1,1 0-1,-1 1 1,0-1-1,1 0 1,-1 0-1,1 1 1,-1-1-1,0 1 1,0-1-1,1 1 1,-1-1-1,0 1 1,0-1-1,0 1 1,0-1-1,0 1 1,1 0-1,-1 0 1,0-1-1,0 1 1,-2 0-1,-33-6 61,23 5-74,11 0 42,0 1 0,0-1 0,-1 1 1,1 0-1,0 0 0,0 0 0,0 0 0,0 0 0,0 0 0,0 1 0,0-1 0,0 1 1,0-1-1,0 1 0,0 0 0,0 0 0,0 0 0,0 0 0,0 0 0,0 0 1,1 1-1,-1-1 0,-2 2 0,2 0 20,1 0 1,-1 1 0,0-1-1,1 0 1,-1 0-1,1 1 1,0-1-1,0 1 1,1-1-1,-1 1 1,1-1 0,0 1-1,0 5 1,-2 25 309,1-21-247,1-1 0,0 0-1,1 1 1,2 13-1,-3-25-96,0 0-1,0 0 0,0 0 0,1-1 1,-1 1-1,0 0 0,1 0 0,-1-1 1,1 1-1,-1 0 0,1 0 0,-1-1 1,1 1-1,-1-1 0,1 1 0,-1 0 1,1-1-1,0 1 0,-1-1 0,1 1 1,0-1-1,0 0 0,-1 1 0,1-1 1,0 0-1,0 1 0,0-1 0,-1 0 1,1 0-1,0 0 0,0 0 0,0 0 0,0 0 1,0 0-1,-1 0 0,1 0 0,1 0 1,0-1-26,1 0 0,-1 1 1,0-1-1,0 0 1,0 0-1,0 0 0,0 0 1,0-1-1,0 1 0,0-1 1,0 1-1,1-3 0,9-11-305,-1-1 0,-1-1 0,10-20-1,-3 4-224,-8 22 643,-9 11-78,0 0 1,0 0 0,1 0-1,-1 0 1,0 0 0,0 0-1,0 0 1,0 0 0,1 0 0,-1 0-1,0 0 1,0 0 0,0 0-1,0 0 1,0 0 0,1 0-1,-1 0 1,0 0 0,0 0-1,0 0 1,0 0 0,1 0 0,-1 0-1,0 0 1,0 0 0,0 0-1,0 0 1,0 0 0,1 0-1,-1 1 1,0-1 0,0 0-1,0 0 1,0 0 0,0 0 0,0 0-1,0 0 1,0 1 0,1-1-1,-1 1 50,0 0 0,0 0 0,0-1-1,0 1 1,0 0 0,0 0 0,0 0-1,0 0 1,0 0 0,0 0-1,0 0 1,-1 0 0,1-1 0,0 1-1,-1 0 1,1 0 0,-1 0 0,1 0-1,-1-1 1,1 1 0,-1 0 0,0 0-1,-1 1-29,1-1 0,0 1 1,-1-1-1,1 0 0,0 0 0,-1 1 0,0-1 0,1 0 0,-1-1 0,0 1 0,1 0 0,-1 0 0,0-1 0,-3 1 0,4-1-82,0 0 0,0 0 0,0 0 0,0 0 0,0-1 0,0 1 0,0 0 0,0-1 0,0 1 0,1 0 0,-1-1 0,0 0 0,0 1 0,0-1 0,0 1 0,1-1 0,-1 0 0,0 0-1,1 1 1,-1-1 0,1 0 0,-1 0 0,1 0 0,-1 0 0,1 1 0,-1-1 0,1 0 0,0 0 0,-1-2 0,1 2-141,-1-1-8,0 0-1,1 0 1,-1 0-1,0 0 1,0 0 0,0 0-1,0 1 1,-1-1-1,-1-1 1,3 2-186,-1 0-1,0 1 1,0-1-1,0 1 1,1-1 0,-1 1-1,0 0 1,0-1-1,0 1 1,0 0 0,0 0-1,0 0 1,0-1-1,0 1 1,-1 0 0,-11 0-10179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39.5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64 100 6787,'-2'-3'9537,"-6"-9"-9440,7 10-73,-1 1 1,1 0 0,0-1-1,-1 1 1,1 0 0,0 0-1,-1 0 1,0 0-1,1 0 1,-1 1 0,1-1-1,-1 0 1,0 1-1,0-1 1,1 1 0,-5-1-1,5 1-9,0 0-1,0 0 0,1 0 0,-1 1 1,0-1-1,0 0 0,0 0 1,0 0-1,0 1 0,0-1 0,0 1 1,0-1-1,1 0 0,-1 1 1,0-1-1,0 1 0,0 0 0,1-1 1,-1 1-1,0 0 0,1-1 1,-1 1-1,1 0 0,-1 0 0,1 0 1,-1-1-1,1 1 0,-1 0 1,1 0-1,0 0 0,0 0 0,-1 0 1,1 0-1,0 0 0,0 0 1,0 1-1,-1 83 1195,2-83-1185,-1 0 1,0 0-1,1 0 1,-1 0-1,1 0 1,-1-1-1,1 1 1,0 0-1,0 0 1,0-1-1,0 1 1,0 0-1,0-1 1,0 1-1,1-1 1,-1 0-1,0 1 1,1-1 0,-1 0-1,1 0 1,0 0-1,-1 0 1,1 0-1,0 0 1,0 0-1,-1-1 1,1 1-1,0 0 1,0-1-1,0 0 1,0 1-1,0-1 1,0 0-1,0 0 1,0 0-1,0 0 1,-1-1 0,1 1-1,0 0 1,0-1-1,0 0 1,0 1-1,0-1 1,-1 0-1,1 0 1,0 0-1,-1 0 1,1 0-1,0 0 1,-1 0-1,0 0 1,1-1-1,-1 1 1,0-1-1,1 1 1,0-4-1,3-3-148,-2-1 0,1 0 0,-1 0-1,0 0 1,-1 0 0,2-17-1,0-59-2195,-4 84 2298,0 0 0,0 0 1,0-1-1,0 1 1,0 0-1,0 0 0,-1 0 1,1 0-1,0 0 0,-1 0 1,1 0-1,0 0 1,-1 0-1,1 0 0,-1 0 1,0 0-1,1 0 1,-1 0-1,0 0 0,1 0 1,-1 0-1,0 1 0,0-1 1,0 0-1,0 1 1,0-1-1,-1 0 0,-2 0 245,-1 0 0,1 0 0,0 0 0,0 1 0,0 0 0,-6 0 0,9 0-178,0 0 1,1 0-1,-1 0 1,1 0-1,-1 0 0,1 1 1,-1-1-1,1 0 1,-1 0-1,1 1 1,-1-1-1,1 0 1,0 1-1,-1-1 0,1 0 1,-1 1-1,1-1 1,0 0-1,-1 1 1,1-1-1,0 1 1,-1-1-1,1 1 0,0 0 1,-5 20 736,4 26-21,1-37-679,1 7-172,0 0-1,2-1 1,0 1 0,6 18-1,4 20-460,1 15 233,19 134 300,7 176-1492,-30-266 1530,-4-37-67,21 110-1,-17-131-172,-3 1 0,1 84 0,1 26 242,4 117-406,-10-123 352,4 20 8,-4-130-27,10 111 126,34 322 550,-45-49-411,-3-227-138,9 75 36,-6-246-72,14 381 246,-14-59-313,-4-189 89,-8-2 34,10-167 240,0 9-101,-1-9-216,-1 0 0,1 0 1,-1 0-1,1 0 1,-1-1-1,0 1 0,1-1 1,-1 1-1,0-1 1,-2 1-1,2-3-25,0 0-1,-1 0 1,1 0 0,0 0-1,0 0 1,0 0-1,1-1 1,-1 1 0,0-1-1,1 1 1,0-1 0,-3-5-1,-3-5-9,-33-41-533,38 53 534,-1 0 0,0 0-1,0 0 1,0 1 0,0-1 0,0 1 0,0-1 0,0 1 0,0 0 0,0 0 0,0 0 0,0 1 0,-2 0 0,-5-1 127,9 26 53,0 12 25,0-11-65,4 43-1,-2-63-70,0 0 0,0-1 1,1 1-1,0 0 0,0 0 0,1-1 0,-1 1 0,1-1 0,1 0 1,-1 0-1,6 6 0,-9-11-38,1 0 1,0 0-1,0 0 0,0 0 1,0-1-1,0 1 0,0 0 1,1-1-1,-1 1 0,0 0 1,0-1-1,0 0 0,0 1 1,1-1-1,-1 0 1,0 1-1,1-1 0,-1 0 1,0 0-1,0 0 0,1 0 1,-1 0-1,0 0 0,1-1 1,-1 1-1,0 0 0,0-1 1,0 1-1,3-2 1,-1 1-35,0-1 0,0 0 0,1 0 0,-2 0 1,1 0-1,0-1 0,0 1 0,3-4 1,-2 0-85,0 1 1,0 0 0,0-1 0,0 0 0,-1 0-1,0 0 1,-1 0 0,1-1 0,-1 1-1,0-1 1,0 1 0,-1-1 0,0 0 0,0 1-1,-1-1 1,0-13 0,0 18 117,-1 0 1,1-1-1,0 1 1,-1 0-1,1 0 1,-1 0-1,0 0 1,0 0 0,0 0-1,0 0 1,0 0-1,0 0 1,0 0-1,-1 0 1,1 0-1,-1 1 1,1-1-1,-1 1 1,1-1-1,-1 1 1,0-1-1,0 1 1,0 0-1,-2-1 1,-2-1 127,1 1-1,0 0 1,-1 1 0,1-1 0,-1 1 0,0 0 0,0 0-1,-9 1 1,14 0-111,-1 0-1,1 0 1,-1 1-1,1-1 0,0 1 1,-1 0-1,1-1 0,0 1 1,-1 0-1,1 0 1,0 0-1,0-1 0,0 1 1,-1 1-1,1-1 1,0 0-1,1 0 0,-1 0 1,0 0-1,-1 2 1,-16 34 356,9-18-226,-1 1-3,-6 10-101,15-30-177,0 1 0,1-1 0,-1 0 0,1 1 0,-1-1 0,0 0 0,0 0 0,1 0 1,-1 1-1,0-1 0,1 0 0,-1 0 0,0 0 0,0 0 0,1 0 0,-1 0 0,0 0 1,0-1-1,-3 1-1791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43.2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90 88 3650,'0'0'8289,"3"0"-7545,0 0-546,-2 0-139,0 0 1,0 0-1,1-1 0,-1 1 1,0 0-1,0 0 0,0 0 1,0-1-1,0 1 1,0 0-1,0-1 0,3-2 3697,-16-7-3720,12 10-43,-1-1 0,1 0 0,-1 1 0,1-1 0,-1 1 0,1-1 0,-1 1 0,0-1 0,1 1-1,-1-1 1,0 1 0,1 0 0,-1-1 0,0 1 0,-1-1 0,-74-2-361,75 4 371,0 0 0,0 0 1,1 0-1,-1 1 0,0-1 1,1 0-1,-1 0 0,1 0 1,-1 1-1,1-1 0,0 0 0,0 1 1,-1-1-1,1 0 0,0 1 1,0-1-1,1 2 0,-2 4-25,-2 10 323,2 1 0,0 0 0,2 31 0,0-8 552,20-40-258,-16-1-568,0 0 0,0 0-1,0-1 1,0 1 0,-1-1 0,1 0 0,0-1-1,0 1 1,0-1 0,-1 0 0,1 0 0,-1 0-1,0 0 1,1-1 0,-1 0 0,0 0 0,0 0-1,-1 0 1,1-1 0,5-7 0,-3 6-119,-1-2 0,0 1 0,0 0 0,0-1 0,0 0 0,-1 0 0,-1-1 0,1 1 0,-1-1 0,0 0 0,-1 0 0,0 0 1,0 0-1,1-15 0,-3 21 102,0-1 1,0 1 0,0-1 0,0 1 0,-1-1-1,1 1 1,-1-1 0,0 1 0,1 0 0,-1-1-1,0 1 1,0 0 0,-1 0 0,1 0 0,0 0 0,-3-3-1,1 2 8,0 1-1,0 0 1,0 0-1,-1 0 1,1 0-1,0 1 1,-1-1-1,1 1 1,-1 0-1,-5-2 1,6 2-12,-1 1 0,1-1 0,-1 0 0,0 1 1,1 0-1,-1 0 0,1 0 0,-1 0 0,1 0 0,-1 1 1,0-1-1,-4 3 0,5-2 5,1 0 0,0 1 0,0-1 0,-1 1 0,1-1 0,0 1 0,0 0 0,1 0 0,-1 0 0,0 0 0,1 0 0,-1 1 0,1-1 0,-1 0 0,1 1 0,-1 3 0,-3 9 191,1 0 0,1 1 1,0-1-1,1 1 1,1 0-1,1 32 1,0-35-156,1-13-50,-1 1 0,1-1-1,-1 0 1,1 0 0,0 0-1,-1 0 1,1 1 0,-1-1-1,1 0 1,0 0 0,-1 0 0,1 0-1,-1 0 1,1 0 0,0-1-1,-1 1 1,1 0 0,0 0-1,0-1-5,2 1-54,0-2 0,0 1-1,0 0 1,-1-1 0,1 1 0,0-1 0,-1 0-1,1 0 1,-1 0 0,0 0 0,0 0-1,1 0 1,-1-1 0,-1 1 0,1-1-1,0 1 1,-1-1 0,1 0 0,0-3-1,2-3-883,0 1 0,-1-1 0,0 0 0,-1 0 0,2-15 0,-3-5-5747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51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1745,'0'0'4493,"-3"21"-2682,-1-8-1747,0-1 0,-1 0 0,-9 17 0,10-17-2436,1-9 249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52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1 0 560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52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40 560,'-28'50'14,"26"-49"-882,1-5 1948,1-13 4941,1 8-1124,-28 6-4334,24 2-455,0 0 0,1 0 1,-1 0-1,0 0 0,0 0 1,0 1-1,0-1 0,0 1 0,0 0 1,0 0-1,0 0 0,-5 1 0,-6-1 2068,14 0-2157,-1 0-1,1 0 1,0 0 0,-1 0-1,1 0 1,-1 0 0,1 0-1,-1 0 1,1 0 0,0 0-1,-1 0 1,1 0 0,-1 0-1,1 1 1,0-1 0,-1 0-1,1 0 1,-1 0 0,1 1-1,0-1 1,-1 0 0,1 0-1,0 1 1,-1-1 0,1 0-1,0 1 1,-2 7 161,1 1 0,0-1 0,1 1 0,0 12 0,1-2 230,0-18-399,-1-1-1,1 1 1,0 0-1,0-1 1,0 1-1,0 0 1,0-1 0,0 1-1,0-1 1,0 1-1,0-1 1,0 0-1,0 1 1,0-1 0,0 0-1,0 0 1,0 0-1,0 0 1,1 0-1,-1 0 1,0 0 0,0 0-1,2-1 1,0 1 31,1 0 0,-1 0 1,1-1-1,-1 1 0,1-1 1,-1 0-1,6-2 0,-6 1-111,-1-1 0,1 1-1,-1-1 1,0 0 0,0 1-1,0-1 1,0 0 0,-1 0 0,1 0-1,-1 0 1,1-1 0,-1 1-1,0 0 1,-1 0 0,2-7-1,0-6-487,-1-1-1,-1-15 0,0 21 582,-24 10 1544,21 1-1534,1 1 0,-1 0 0,1 0 0,-1 0 0,1 0 0,-1 0 0,1 0 0,-1 0 0,1 1 0,0 0 0,0-1 0,0 1 0,0 0 0,0 0 0,0 0 0,0 0 0,0 0 0,1 0 0,-1 1 0,1-1 0,0 0 0,-2 5 0,3-6-245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1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52 3570,'0'0'2139,"-2"-2"-1356,-13-9 6631,9 7-7567,2 2 203,1 1 0,0 0-1,-1 0 1,1 0 0,-1 1 0,1-1 0,-1 1-1,0 0 1,1 0 0,-1 0 0,1 1 0,-5 0-1,-6 0 11,13-1-48,1 0 1,-1 0-1,0 1 0,0-1 0,1 1 1,-1-1-1,0 0 0,0 1 1,1 0-1,-1-1 0,0 1 0,1-1 1,-1 1-1,1 0 0,-1-1 1,1 1-1,-1 0 0,1 0 1,-1-1-1,1 1 0,0 0 0,0 0 1,-1 0-1,1-1 0,0 1 1,0 0-1,0 0 0,0 0 0,0 0 1,0 0-1,0 1 0,0 37 1014,1-26-548,-1-10-386,0 0 1,0 1-1,0-1 0,0 0 1,1 1-1,-1-1 0,1 0 1,0 1-1,0-1 0,3 5 1,-3-7-84,0 0 0,0 0 0,0 0 1,0 1-1,1-1 0,-1 0 0,0-1 0,1 1 0,-1 0 1,1 0-1,-1-1 0,1 1 0,-1 0 0,1-1 1,0 0-1,-1 1 0,1-1 0,-1 0 0,1 0 1,0 0-1,-1 0 0,3 0 0,0 0 15,-1 0 1,1 0-1,0-1 1,-1 1-1,1-1 0,0 0 1,-1 0-1,1 0 0,-1-1 1,1 1-1,-1-1 0,0 0 1,6-4-1,-5 3-147,0-1 0,0 0 0,-1 0-1,1 0 1,-1-1 0,0 1 0,-1-1-1,1 1 1,2-7 0,-3 4-183,1-1-1,-1 0 1,-1 0-1,0 0 1,0 0 0,0 0-1,-1 0 1,0-9 0,0 6 206,-1 10 153,-1 1 1,1-1 0,0 1-1,0 0 1,0 0 0,0 0-1,0-1 1,-1 1 0,1 0-1,0 1 1,0-1 0,0 0-1,0 0 1,-1 0 0,1 1-1,-1 0 1,-2 1 99,1 0 0,0 1 0,-1-1-1,1 1 1,0 0 0,0 0 0,0 0 0,1 1 0,-1-1-1,1 0 1,-4 7 0,1 0 233,0 0 0,1 0 0,-5 14 0,8-21-117,1-5-3,3-11-174,-3 11-477,0 0 0,1 0 0,-1 0 0,1 0 0,0 0 1,0 0-1,-1 0 0,1 0 0,0 0 0,0 1 0,2-3 0,-2 5 262,0 0-1,0 0 0,-1 1 1,1-1-1,0 0 0,-1 1 1,0-1-1,1 0 0,-1 1 1,0-1-1,1 1 0,-1-1 1,0 3-1,0-1-20,4 16 924,1-1-1,1 1 1,13 26 0,-18-39-666,1 0 0,-1 0 0,-1 0 0,1 0 0,-1 0 0,0 0 0,0 0 0,-1 7 0,0 8 212,11 286 272,-10 344 1019,10-425-1214,-10-133-161,0-92-18,0-1-228,1-1 0,-1 0 0,0 0 0,1 1 0,-1-1-1,1 0 1,-1 1 0,1-1 0,-1 0 0,1 1 0,0-1-1,-1 1 1,1-1 0,0 1 0,1-2 0,10 0 11,0 0 0,0 0 0,24 1 0,3-1 2,352-6 27,-245 9-43,175 10 29,-159-6-19,-2-1 20,-31 3-20,-46 0 30,116-6-1,-93-3-17,-61 2-15,208 5 0,58-2-35,-165-5 14,445 5 77,-453 1-36,-62-1 4,0-3 1,82-11 0,-62 2-37,162 6 0,-137 4 6,89-1-45,-122 6 225,-16-6-249,-71 0 42,-1-1-1,1 1 1,-1-1-1,1 0 1,-1 1-1,0-1 1,1 0-1,-1 0 1,0 1-1,1-1 1,-1 0 0,0 0-1,0 1 1,0-1-1,0 0 1,0 0-1,0 0 1,0 1-1,0-2 1,0-25-506,-1 21 483,1 2 40,-1-1 1,0 1 0,0 0 0,0 0-1,-1 0 1,1 0 0,-4-6 0,-7-17 41,12 26-31,0 0 0,0 0 0,-1 0 0,1 0 0,0 0 0,-1 0 0,1 0 0,-1 0 1,0 0-1,1 0 0,-1 0 0,0 0 0,0 0 0,1 0 0,-1 1 0,0-1 0,0 0 1,0 0-1,0 1 0,0-1 0,-1 0 0,-24 0-178,11 1 153,14 0 38,0 0 1,0 0-1,0 0 0,-1 0 0,1 0 0,0 0 0,0 1 0,0-1 0,0 0 0,0 1 0,0-1 0,0 0 0,0 1 0,0-1 0,0 1 1,0 0-1,0-1 0,-2 2 0,-5 19 285,5-12-217,-2 14 317,1 1 0,1-1 0,1 1-1,2 39 1,0-42-150,0-19-228,0 0-1,0-1 1,0 1 0,0 0 0,0-1 0,1 1 0,-1 0 0,0-1 0,1 1 0,-1 0 0,1-1-1,-1 1 1,1-1 0,0 1 0,0-1 0,0 1 0,0-1 0,0 1 0,0-1 0,0 0 0,0 0-1,1 1 1,-1-1 0,0 0 0,1 0 0,-1 0 0,3 0 0,1 1 10,0-1 1,1 0 0,-1 0-1,0 0 1,1-1-1,-1 0 1,6 0 0,-1 0 19,-7-1-121,1 1 0,0-1 0,-1 1 0,1-1 0,-1 0 0,1 0 1,-1-1-1,1 1 0,-1-1 0,0 0 0,0 0 0,0 0 0,0 0 0,0 0 0,0-1 1,0 1-1,-1-1 0,1 0 0,-1 0 0,0 0 0,0 0 0,0 0 0,0 0 1,2-7-1,3-8-1078,0 0 0,-1-1 0,5-29 0,-8 33 383,-11 29 5889,-17 20-3349,-7 8-708,28-32-826,4-8-225,0-16-3096,4-6-1023,2-1-2974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13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348 618 3057,'0'0'8927,"-7"-12"-5795,-6 6-2763,-1 0 1,0 1-1,0 1 0,-28-5 0,16 7-297,0 1-1,-48 4 0,71-2-76,1 0-1,-1 0 1,1 1 0,-1-1 0,1 0-1,-1 1 1,1 0 0,0 0 0,0-1-1,0 1 1,-3 4 0,-21 25-62,25-30 69,-6 9 33,1 0 1,0 0-1,0 0 0,1 1 1,0 0-1,1 0 1,0 0-1,1 0 0,-2 13 1,1 6 660,1 1 1,2 37 0,0-63-578,1 0 1,1 0 0,-1 0 0,1-1 0,0 1-1,0 0 1,0 0 0,1-1 0,-1 1 0,1 0 0,0-1-1,1 0 1,4 8 0,-3-8-43,0 0 0,1 1 1,0-1-1,-1-1 0,2 1 0,-1-1 0,0 0 1,0 0-1,1 0 0,8 2 0,2 0 35,1-2 0,0 0 0,-1-1 0,1 0 0,0-2 0,0 0 0,21-2 0,-29 1-203,-1 0 0,0-1 0,1 0-1,-1 0 1,0-1 0,0 0-1,0 0 1,0-1 0,-1 0-1,1 0 1,-1-1 0,0 1-1,0-2 1,-1 1 0,0-1 0,0 0-1,0 0 1,0-1 0,-1 0-1,0 0 1,5-11 0,6-13-890,-1 0 0,-2-1 1,17-64-1,-26 80 942,11-37-254,-2-1 1,-3 0 0,-3 0-1,2-97 1,-9-174 180,0 324 141,-1 1-16,0 0 1,0 0-1,1 0 0,-1 0 0,0 0 0,0 0 1,0 0-1,1 0 0,-1 0 0,0 0 1,0 0-1,0 1 0,1-1 0,-1 0 1,0 0-1,0 1 0,1-1 0,-1 1 1,0-1-1,1 1 0,-1-1 0,0 1 0,1-1 1,-1 1-1,0 1 0,-2 4 138,0 1 0,0-1-1,1 1 1,0 0 0,-1 8 0,-5 15 278,2-12-147,1 0 0,1 0 0,0 1 0,-1 28 0,4 79 496,0-15-477,-6 102 382,3 58 575,5-173-830,-2-77-160,2-1-1,1 1 0,0-1 0,1 0 1,10 31-1,-13-50-281,0 1 0,0-1 0,1 0 0,-1 0 1,1 0-1,-1 0 0,1 0 0,-1 0 0,1 0 0,-1 0 0,1 0 1,0 0-1,0 0 0,0 0 0,-1 0 0,1 0 0,0-1 0,0 1 1,0 0-1,0 0 0,0-1 0,0 1 0,1-1 0,-1 1 0,0-1 1,0 0-1,0 1 0,0-1 0,0 0 0,1 0 0,-1 0 1,0 0-1,0 0 0,0 0 0,1 0 0,-1 0 0,0 0 0,0-1 1,0 1-1,1 0 0,0-1 0,2-1-393,-1 0 1,1-1-1,-1 1 1,1-1-1,-1 1 1,0-1-1,0 0 0,0 0 1,4-6-1,13-18-6524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14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87 109 12406,'0'0'12918,"0"-33"-13030,0 21-1201,-13-3-400,-11 0-1152,-3-4-1953,4 4-5875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1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3239 31 912,'0'0'5261,"-1"-3"-5026,0 2-172,1 0 0,0 0 0,0 0 0,-1 0 0,1 0 0,0 0 0,-1 1 0,1-1 0,-1 0 0,1 0 0,-1 0 0,1 1 0,-1-1 0,0 0 0,1 1 0,-1-1 0,0 1 0,0-1 0,1 0 0,-1 1 0,0 0 0,0-1 0,0 1 0,0-1 0,0 1 0,0 0 0,1 0 0,-1-1 0,0 1 0,0 0 0,0 0 0,0 0 0,-7-2 6302,5-4-6135,-69 6 93,-87 1 199,127 1-416,0 1 0,-60 15 0,58-8 110,-1-3 0,-1 0 0,1-3 0,-57 1 0,58-3-153,-1 1-1,-51 12 0,68-12-59,1-2 0,-1 0 0,-27-3 0,2 0 4,-274 2 3,197-10 26,79 5-21,-40-1 1,-20 5-7,-192 8 46,56 7-23,125-7-22,52-5 29,1 3 1,-89 19-1,55-6-29,-112 7 0,135-18-14,-10-5 35,55-2 0,-36 4 1,15 0 62,-51-1 1,97-3-68,-7 0 563,2 0 26,10-3-448,-2 1-168,-1 0 0,1 0 1,-1 0-1,1 0 1,-1 0-1,0 0 1,0-1-1,0 1 0,0-1 1,-1 0-1,1 1 1,-1-1-1,1 0 0,-1 0 1,0 0-1,0 0 1,-1 0-1,2-5 0,0-4-55,0-1 0,-1 1 0,0-15-1,-1 17-37,1 8 74,-1 0 1,0 0-1,0 0 0,0 1 0,0-1 1,-1 0-1,1 0 0,0 0 1,-1 1-1,1-1 0,-2-2 0,1 4 16,1-1 0,-1 0-1,-1 1 1,1-1 0,0 0-1,0 1 1,0-1 0,0 1-1,0 0 1,0-1 0,-1 1-1,1 0 1,0 0-1,0 0 1,0 0 0,-1 0-1,1 0 1,-2 0 0,2 1-4,-1-1-1,1 0 1,-1 1 0,1-1 0,0 1 0,-1 0 0,1-1 0,0 1 0,0 0-1,0 0 1,-1 0 0,1 0 0,0 0 0,0 0 0,0 0 0,0 0 0,1 0-1,-1 0 1,0 1 0,0-1 0,1 0 0,-1 1 0,1-1 0,-1 3 0,-12 39-34,12-38 38,-3 18 188,1 0-1,1 0 1,1 0-1,1 0 1,4 35-1,-3-55-156,0 0 0,0 0 0,-1-1 0,1 1 0,1-1 0,-1 1 0,0-1 0,1 1 0,-1-1-1,1 0 1,0 0 0,0 0 0,0 0 0,0 0 0,0 0 0,0 0 0,0 0 0,1-1 0,-1 0 0,0 1-1,1-1 1,0 0 0,-1 0 0,1 0 0,-1 0 0,1-1 0,5 1 0,1 1-2,1-1 0,1 0 0,-1-1 0,0 0 0,0-1 0,13-2 0,-20 2-87,0 1 1,0-1 0,0 0-1,-1 0 1,1 0 0,0-1 0,-1 1-1,1 0 1,-1-1 0,1 0 0,-1 0-1,0 0 1,0 0 0,0 0-1,0 0 1,0 0 0,0-1 0,-1 1-1,1-1 1,-1 1 0,1-1 0,-1 1-1,0-1 1,0 0 0,1-4-1,0-7-858,0 1-1,0 0 0,-1-1 0,-1-17 0,0 18 97,0 8 726,0 1-1,0 0 1,-1-1 0,1 1 0,-1 0 0,0 0 0,0 0 0,-1-1 0,1 1 0,-1 0-1,-2-5 1,2 7 105,1 0-1,-1 1 0,0-1 0,0 0 1,0 1-1,1-1 0,-1 1 0,-1-1 1,1 1-1,0 0 0,0 0 0,0 0 1,-1 0-1,1 0 0,0 1 0,-1-1 1,1 1-1,-1 0 0,1-1 0,-1 1 1,-3 0-1,4 0-6,-34 4 709,33-4-599,1 1 0,0 0 0,0 1 0,-1-1-1,1 0 1,0 0 0,0 1 0,1 0 0,-1-1 0,0 1 0,0 0 0,-2 3 0,-7 8 559,7-8-358,0 0 1,0 0-1,0 0 1,0 0-1,1 1 0,0-1 1,-3 8-1,6-10-258,-20 1-10729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20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41 268 6755,'0'0'8343,"0"-7"-7452,0-34 1283,4 41-2070,416 3 555,-418-3-666,0 0 0,-1-1 0,1 1 0,-1-1 1,1 1-1,0-1 0,-1 0 0,1 1 0,-1-1 0,0 0 0,1 0 0,-1 0 1,0 0-1,1 0 0,-1 0 0,0-1 0,0 1 0,0 0 0,0-1 0,0 1 1,0-1-1,-1 1 0,1-1 0,0 1 0,-1-1 0,1 1 0,-1-1 1,1 0-1,-1 1 0,0-1 0,0-2 0,2-9-69,-1-1 0,0-25-1,-1 27 32,0 9 42,0 0-1,0 0 0,0 0 0,-1 0 0,1 0 0,-1 0 1,1 0-1,-1 0 0,0 0 0,0 0 0,0 1 0,-2-4 0,0 3 4,0-1 0,-1 1-1,1 0 1,-1 0-1,0 0 1,-7-4-1,2 1 0,0 1 0,-1 1-1,0-1 1,0 1 0,0 1 0,0 0 0,0 1-1,-16-3 1,-7 3-38,-46 1-1,34 2 45,41-1-10,1 0 1,-1 1-1,0-1 0,0 1 1,0 0-1,1 0 1,-1 0-1,0 1 1,1 0-1,0-1 1,-1 1-1,-5 4 0,-1 3 1,0-1 1,-12 16-1,1-2 13,13-13-5,0 0-1,0 1 0,1 0 0,0 0 0,1 0 1,1 1-1,-1 0 0,2 0 0,-1 0 1,1 1-1,-2 14 0,2-3 28,1 0 0,0 1 1,2-1-1,4 45 0,-2-60 27,0 1 1,1 0-1,0-1 0,0 0 0,1 1 0,0-1 1,1 0-1,0 0 0,0-1 0,0 1 0,9 9 1,-5-6 90,1-2 0,1 1 0,0-1 0,0-1 0,1 0 0,22 14 0,-12-12-29,1 0 0,-1-1 0,2-1 0,-1-1 0,1-1 1,0-1-1,1-1 0,27 1 0,-24-3-137,-14 0-97,0-1 0,0-1 0,-1 0-1,1-1 1,18-3 0,-31 4-22,0 0 1,1 0-1,-1-1 0,0 1 1,1 0-1,-1 0 0,0 0 0,1-1 1,-1 1-1,0 0 0,1 0 1,-1-1-1,0 1 0,0 0 0,1-1 1,-1 1-1,0 0 0,0 0 1,0-1-1,1 1 0,-1-1 1,0 1-1,0 0 0,0-1 0,0 1 1,0 0-1,0-1 0,0 1 1,0-1-1,1-16-9666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23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3163 215 3682,'0'0'2257,"4"-2"-4378,2 0 2048,-4 2 83,0-1 0,0 0 0,-1 0 0,1 1 0,9-14 11540,-11-10-10690,0 23-747,-1 0 1,1 1-1,-1-1 1,1 0 0,-1 0-1,1 1 1,-1-1-1,1 0 1,-1 1-1,0-1 1,1 1 0,-1-1-1,0 1 1,0-1-1,1 1 1,-1-1-1,0 1 1,0 0-1,0-1 1,0 1 0,1 0-1,-1 0 1,0 0-1,0-1 1,0 1-1,0 0 1,0 0-1,0 0 1,-1 1 0,-37-1-694,28 0 856,-364 0-370,280-8 63,0 1-7,-423 7 86,376 10 19,45-2-54,70-5-21,1 1 1,-43 13-1,40-10 27,-46 7 1,-78 13-3,109-17 5,1-2 1,-84 4 0,-481-12-60,404 6 160,113-15-134,67 6 61,0-1-1,-33-10 1,36 8-31,2 2 116,-1 2 1,0-1-1,1 2 1,-25 2-1,15-1 986,29-1-1109,0 0 0,0 1 0,0-1 0,0 0 1,0 0-1,1 0 0,-1 0 0,0 1 0,1-1 0,-1 0 0,0 0 0,1 1 0,-1-1 0,1 0 0,-1 1 0,1-1 0,-1 0 1,1 1-1,0-1 0,-1 1 0,1-1 0,0 1 0,0-2 0,22-5 114,-21 6-126,1 1 0,-1-1 0,0 0-1,0 1 1,0-1 0,1 0 0,-1 0-1,0 0 1,0 0 0,2-3 0,0 0-50,-1 0 1,0-1-1,0 0 1,0 0 0,-1 0-1,1 0 1,-1 0-1,0 0 1,-1-1 0,1 1-1,0-9 1,0-5-87,-1 0 0,-2-21 1,0 8 25,1 31 101,0 1 1,-1-1-1,1 1 1,0-1-1,-1 1 1,1-1-1,0 1 1,-1-1-1,1 1 1,-1 0-1,1-1 1,-1 1-1,1 0 1,-1-1-1,1 1 1,-1 0-1,1 0 1,-1-1-1,1 1 1,-1 0-1,1 0 1,-1 0-1,0 0 1,1 0-1,-1 0 1,1 0-1,-1 0 1,1 0-1,-2 0 1,-23 0 89,18 1-105,4-1 22,1 0-1,-1 0 0,0 0 0,1 1 0,-1 0 0,1-1 0,-1 1 0,1 0 0,-1 0 1,1 0-1,-1 1 0,1-1 0,0 1 0,0-1 0,0 1 0,0-1 0,0 1 0,0 0 1,0 0-1,1 0 0,-1 0 0,1 1 0,-1-1 0,1 0 0,0 1 0,0-1 0,0 1 1,0-1-1,0 1 0,0-1 0,0 4 0,-1 10 14,0-1 1,0 1-1,1 0 1,2 18-1,0-14 75,-1 79 821,0-99-905,0 1 0,0-1 0,0 0-1,0 1 1,0-1 0,0 0 0,1 0 0,-1 0-1,0 1 1,0-1 0,0 0 0,1 0 0,-1 0-1,0 1 1,0-1 0,0 0 0,1 0 0,-1 0 0,0 0-1,1 0 1,-1 1 0,0-1 0,0 0 0,1 0-1,-1 0 1,0 0 0,0 0 0,1 0 0,-1 0-1,0 0 1,1 0 0,-1 0 0,0 0 0,0 0-1,1 0 1,-1-1 0,0 1 0,1 0 0,-1 0 0,0 0-1,0 0 1,1 0 0,-1 0 0,0-1 0,0 1-1,0 0 1,1 0 0,-1 0 0,0-1 0,15-9 129,-9 2-265,0-1 0,-1 0 1,0 1-1,0-2 0,-1 1 1,0 0-1,-1-1 0,4-13 1,-5 11-437,0 1 0,0-1 1,-1 1-1,0-1 1,-1 0-1,0 0 0,-3-13 1,2 24 580,1 1 0,-1-1 0,1 1 0,-1-1 0,1 1 1,-1-1-1,0 1 0,1 0 0,-1-1 0,0 1 0,1 0 1,-1 0-1,0-1 0,0 1 0,1 0 0,-1 0 0,0 0 0,1 0 1,-1 0-1,0 0 0,0 0 0,1 0 0,-1 0 0,0 0 1,0 0-1,1 1 0,-1-1 0,0 0 0,1 1 0,-1-1 0,0 0 1,0 1-1,-1 1 87,0 1-1,0-1 1,0 0 0,0 1-1,0 0 1,1-1 0,-1 1 0,1 0-1,0 0 1,0 0 0,0 0 0,0 0-1,-1 3 1,-3 42 2087,6-47-2177,-1-1-1,1 0 0,-1 0 0,1 0 1,-1 1-1,1-1 0,0 0 0,-1 0 0,1 0 1,-1 0-1,1 0 0,-1 0 0,1 0 1,0 0-1,-1 0 0,1 0 0,-1-1 0,2 1 1,-2 0-12,2 0-229,0-1 0,-1 1 1,1-1-1,0 1 0,-1-1 1,1 0-1,0 0 0,-1 0 1,1 0-1,-1 0 0,1 0 1,-1 0-1,0 0 0,1 0 1,-1-1-1,0 1 0,0-1 1,1-1-1,1-12-6330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24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26 7700,'0'0'6392,"-21"-4"-5819,-64-14 14,80 17-497,1 0 0,-1 0-1,1 1 1,-1-1 0,0 1-1,1 0 1,-1 1 0,1-1-1,-1 1 1,1 0 0,-1 0-1,-7 3 1,8-2-32,0 1-1,0 0 1,0 0 0,0 0-1,1 0 1,-1 1 0,1-1-1,-3 5 1,-2 1 58,-6 9 82,1 0-1,0 1 1,1 0-1,-15 36 1,-28 89 116,43-108-289,3 2 1,0-1-1,3 1 0,0 0 1,1 67-1,5-76-18,-1 4 41,2 1-1,1-1 1,10 49 0,43 107 102,-32-119-50,-3 0 0,10 76 0,-24-88 42,-3 71-1,-3-103-47,-1-17-62,0 0 0,0 0 1,-1 0-1,0-1 1,0 1-1,-1 0 1,0-1-1,-1 1 0,1-1 1,-2 0-1,1-1 1,-1 1-1,0-1 0,-1 1 1,0-2-1,0 1 1,0-1-1,-1 0 1,0 0-1,0 0 0,-1-1 1,1 0-1,-1-1 1,0 0-1,-1 0 1,1-1-1,-1 0 0,1 0 1,-1-1-1,0 0 1,0 0-1,-17 0 0,23-2-80,1-1-1,0 1 1,0-1-1,-1 1 1,1-1-1,0 0 0,0 0 1,0 0-1,-1 0 1,1 0-1,0 0 1,1-1-1,-1 1 0,0-1 1,0 1-1,1-1 1,-1 0-1,0 1 0,1-1 1,0 0-1,-1 0 1,1 0-1,0 0 1,0 0-1,-1-3 0,-3-7-449,1-1-1,0 0 0,-3-16 0,5 18 97,-8-43-2725,0 0-2219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2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12822,'0'0'2881,"224"-52"-1776,-157 46-1105,-11 0-609,-15 6-3809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36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1 354 1169,'0'0'2024,"0"-17"-1887,0-119-276,0 79 4477,6 47-2321,27 3-1367,-29 6-645,-1 1-1,1 0 1,-1-1-1,1 0 1,0 0-1,-1 0 1,1 0-1,-1-1 1,0 1-1,1-1 0,-1 0 1,0 0-1,0 0 1,3-3-1,-4 0 33,-1 0-1,0 0 0,0 0 0,-1 0 1,0 0-1,1 0 0,-2-1 1,1 1-1,-2-9 0,1 13-15,1 0 0,-1 0 1,0 1-1,1-1 0,-1 0 0,0 0 0,1 1 0,-1-1 0,0 1 0,0-1 0,0 1 1,0-1-1,0 1 0,0-1 0,0 1 0,0 0 0,0 0 0,0-1 0,0 1 0,-2 0 1,3 0 44,-1 0 0,1 0 0,-1 0 0,1 0 0,-1 0 0,1 0 0,-1 0 0,1 0 0,-1 0 0,0-1 0,1 1 0,-1 0 0,1 0 0,-1-1 0,1 1 0,0 0 0,-1 0 0,1-1 0,-1 1 0,1-1 0,-1 1 0,1 0 0,0-1 0,-1 1 0,1-1 1,0 1-1,0-1 0,-1 0 0,1 0 21,-1-1 0,0 1 0,1 0 0,-1-1 0,0 1 0,0 0 0,1 0 0,-1 0 0,0-1 0,0 1 1,-1 0-1,1 0 0,0 0 0,0 1 0,0-1 0,-2-1 0,2 1-19,0 1 1,0-1-1,0 1 0,1-1 1,-1 1-1,0-1 1,0 1-1,0-1 0,0 1 1,0 0-1,0 0 0,0-1 1,0 1-1,0 0 0,0 0 1,0 0-1,0 0 0,0 0 1,0 0-1,0 0 0,0 1 1,0-1-1,0 0 0,0 1 1,-2 0-1,2 1 4,0 1 0,1-1 0,-1 1 0,0-1 0,1 1 0,0 0 0,0-1-1,0 1 1,0 0 0,0-1 0,1 5 0,-1 2 191,0 4 49,0-8-129,0 0 0,0 1 0,0-1 0,0 0 0,1 0 0,0 0 0,2 6 0,-2-9-162,0-1 0,0 1 0,0-1 1,0 1-1,0-1 0,0 1 1,1-1-1,-1 0 0,1 0 0,-1 0 1,1 0-1,-1 0 0,1 0 1,-1 0-1,1 0 0,0 0 0,-1-1 1,1 1-1,0-1 0,0 1 1,0-1-1,-1 0 0,1 0 0,2 0 1,-3 1-26,58 2 354,-54-2-435,-1-1 1,0-1 0,0 1 0,1 0 0,-1-1 0,0 0-1,0 0 1,0 0 0,0-1 0,0 1 0,5-4-1,-8 4-73,0 0 0,1 0 0,-1-1 0,0 1 0,-1 0 0,1-1 0,0 1 0,0-1 0,0 1 0,-1-1 0,1 0 0,-1 1-1,0-1 1,1 0 0,-1 1 0,0-1 0,0 0 0,0 1 0,0-1 0,0-3 0,0 2-271,0 2 407,-1 1 0,1-1 0,0 1 0,-1-1 0,1 1 0,0-1 0,-1 1 0,1-1 0,0 1 0,-1 0 0,1-1 0,-1 1 0,1-1 0,-1 1 0,1 0 0,-1 0 0,1-1 0,-1 1 0,1 0 0,-1 0 0,1-1 0,-1 1 0,1 0 0,-1 0 0,0 0 0,1 0 1,-1 0-1,1 0 0,-2 0 0,-22-1 112,19 1-129,-10 0 60,12-1 47,0 1 0,0 0 0,-1-1 0,1 1-1,0 0 1,0 1 0,0-1 0,-1 1 0,1-1-1,0 1 1,0 0 0,0 0 0,0 0 0,0 0-1,0 1 1,1-1 0,-1 1 0,-4 3 0,1 1 363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3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1 224,'0'0'6705,"-6"0"-5892,-15 0-319,7 0 4671,51 0-4765,-2-1-323,-1 2 0,1 1-1,42 8 1,101 17 184,-127-19-241,0-3 0,81-2 0,-113-3-10,78-2 7,106 4 14,-200-2-26,179 9 1147,729-9-186,-687-12-771,-56 13 301,179-3-122,-133-10-355,94-3-54,-165 15 66,265 6-49,-289 5 43,56 3-18,156 10-7,-137-12-23,97 3-21,229-9 68,-424-2-41,111 20-1,-101-10 11,42 13-54,-95-15 70,107 8 0,187 4-212,93-12 168,-284-14 1,552 2-300,-36-3 2231,-716 5-1922,-71 11 0,73-7-1803,-12-3-3123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43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2977,'0'0'9645,"0"22"-8701,-3 1634 2594,13-1367-3554,-4-72 53,-6-90-36,-2-80 6,5 53 1,7 220-42,-11-253 76,-9 123-10,10 183-64,-10-235 78,10 210-57,0-347 118,1-2-111,0 0 1,0 0-1,0 0 1,-1 1 0,1-1-1,0 0 1,-1 0-1,1-1 1,-1 1 0,1 0-1,-1 0 1,0 0-1,1 0 1,-1 0 0,0 0-1,0-1 1,0 0-1,2-4-70,0 5 76,-1 1 230,-3-1-234,1 0 27,0 1-1,-1-1 0,1 1 1,-1-1-1,1 1 1,-1 0-1,1-1 1,-1 1-1,1 0 1,-1 0-1,0 0 0,1 0 1,-1 0-1,1 1 1,-3 0-1,-15-1 369,18 0-392,1-1-1,-1 1 1,1 0-1,-1 0 1,0 0-1,1 0 1,-1 0-1,1 0 1,-1 0-1,1 0 1,-1 0 0,0 0-1,1 0 1,-1 0-1,1 1 1,-1-1-1,1 0 1,-1 0-1,1 1 1,-1-1-1,1 0 1,-1 0-1,1 1 1,-1-1 0,1 1-1,-1-1 1,1 0-1,0 1 1,-1-1-1,0 2 1,-8 9-23,8-8 26,1-1 0,-1 1 0,1-1-1,0 1 1,0-1 0,0 1 0,0-1 0,1 5 0,-1 1 22,0 1-6,-1-3 51,1 0 0,0 0 0,0 0 0,1 0 0,-1 0 0,1 0 0,0 0 0,1 0 0,0 0 0,0 0 1,0 0-1,0-1 0,1 1 0,6 9 0,-8-13-60,1-1-1,-1 1 1,1 0 0,-1-1 0,1 1 0,0-1-1,-1 0 1,1 1 0,0-1 0,0 0 0,0 0-1,0 0 1,0 0 0,2 0 0,-2-1-26,-1 0 0,0 0 0,0 0 0,1 0 0,-1 0 0,0 0 0,0 0 0,1-1 0,-1 1 0,0 0 0,0-1 0,0 1 0,1-1 0,-1 0 0,0 1 0,0-1 0,0 0 0,0 0 0,0 1-1,0-1 1,0 0 0,-1 0 0,1 0 0,1-2 0,6-7-113,-4 6 32,0 0-1,-1-1 1,1 1-1,-1-1 1,0 1-1,-1-1 1,1 0-1,-1 0 0,0 0 1,0 0-1,0-1 1,-1 1-1,0 0 1,0-1-1,0-7 1,-1-48-152,-1 59 246,1 0 1,-1 0-1,0 1 1,0-1-1,0 0 1,0 0-1,-1 1 1,1-1-1,0 0 0,-1 1 1,1-1-1,-1 1 1,0 0-1,1 0 1,-4-2-1,-29-17-99,30 18 101,-1 1-1,1-1 1,-1 1-1,1 1 1,-1-1-1,0 1 1,1-1-1,-1 1 1,-7 1-1,-11 0 78,22-1-77,0 0 0,0 1-1,0-1 1,0 0 0,0 1-1,0-1 1,0 1 0,0-1 0,0 1-1,0 0 1,0 0 0,0-1-1,0 1 1,0 0 0,1 0 0,-1 0-1,0 0 1,1 0 0,-1-1-1,1 1 1,-1 2 0,-1-1 12,1 1 0,0-1 0,0 1 0,0 0 0,1-1 0,-1 1 0,0 0 0,1 3 0,-1 16 315,1-2 132,3 32-1,-2-46-357,0 1 0,1-1-1,0 0 1,0 1-1,0-1 1,1 0 0,-1 0-1,8 10 1,-9-15-84,-1 0-1,1 0 1,0 0-1,0 0 1,-1 0 0,1 0-1,0 0 1,0 0 0,0 0-1,0-1 1,0 1-1,0 0 1,0-1 0,0 1-1,1-1 1,-1 1 0,0-1-1,0 0 1,0 1-1,1-1 1,-1 0 0,0 0-1,0 0 1,1 0 0,-1 0-1,0 0 1,0 0-1,1 0 1,-1 0 0,0-1-1,0 1 1,0 0-1,1-1 1,-1 1 0,0-1-1,1-1 1,2 0-91,-1 0 0,0-1 1,0 1-1,0-1 0,0 0 0,0 0 0,-1 0 1,0 0-1,4-6 0,-2 1-156,0 0 0,0 0 0,-1 0-1,0 0 1,-1-1 0,0 1 0,0-1 0,-1 0 0,0 0-1,0-15 1,-1 24 284,-1 0 0,1 0-1,0-1 1,0 1 0,0 0 0,0 0-1,0 0 1,-1 0 0,1 0-1,0 0 1,0 0 0,0 0 0,0 0-1,-1 0 1,1 0 0,0 0-1,0 0 1,0 0 0,0 0 0,-1 0-1,1 0 1,0 0 0,0 0-1,0 0 1,0 0 0,-1 0 0,1 0-1,0 0 1,0 0 0,0 0-1,0 0 1,0 1 0,-1-1 0,1 0-1,0 0 1,0 0 0,0 0-1,0 0 1,0 0 0,0 1-1,0-1 1,-1 0 0,1 0 0,0 0-1,0 0 1,0 0 0,0 1-1,-8 7 573,3 2-388,1 0-1,0 1 0,0 0 0,1-1 0,0 1 1,1 0-1,0 1 0,1-1 0,0 22 0,2-33-236,-1 0 0,1 0 0,-1 0 0,0 1 0,1-1 0,-1 0 0,1 0 0,-1 0 0,1 0-1,-1 0 1,0 0 0,1 0 0,-1 0 0,1 0 0,-1 0 0,1 0 0,-1-1 0,1 1 0,-1 0 0,0 0 0,1 0 0,-1 0-1,1-1 1,-1 1 0,1-1 0,4-2-173,-1-1 0,1 0 1,-1 0-1,0 0 0,0-1 0,0 1 0,0-1 0,-1 0 0,0 0 1,0-1-1,0 1 0,-1 0 0,0-1 0,0 0 0,0 1 0,-1-1 0,1 0 1,-1-10-1,-1 17 171,0-1 1,0 0 0,0 0 0,0 0-1,0 0 1,0 0 0,0 0-1,0 0 1,-1 0 0,1 0 0,0 0-1,0 0 1,0 0 0,0 0-1,0 0 1,0 0 0,0 0 0,-1 0-1,1 0 1,0 0 0,0 0-1,0 0 1,0 0 0,0 0-1,0 0 1,0 0 0,-1 0 0,1 0-1,0 0 1,0 0 0,0 0-1,0 0 1,0 0 0,0 0 0,0 0-1,0 0 1,-1 0 0,1-1-1,0 1 1,0 0 0,0 0 0,0 0-1,0 0 1,0 0 0,0 0-1,0 0 1,0-1 0,0 1 0,0 0-1,0 0 1,0 0 0,0 0-1,0 0 1,-1 0 45,-7 11 309,1 0-1,0 0 1,0 0 0,1 0-1,1 1 1,0 0-1,-4 16 1,-11 23 867,19-86-3465,1 8-3529,0 9-9090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45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53 7299,'0'0'6937,"-6"-3"-6710,-17-9 524,14 7-276,0 0 0,0 1 0,0 0 0,0 0 0,-1 1 0,0 0 0,-13-2 0,-12 3-451,23 0 48,1 2-1,-23 1 0,31-1-68,0 1 0,-1-1-1,1 1 1,0 0-1,-1 0 1,1 1 0,0-1-1,0 1 1,0-1-1,0 1 1,0 0 0,1 0-1,-1 0 1,-2 3 0,-11 12-10,6-9 12,1 1 1,0 1 0,1-1-1,0 2 1,1-1 0,0 1 0,0 0-1,1 0 1,1 1 0,-7 18 0,7-6 8,1 1 1,2-1 0,0 1 0,2 28-1,0-46 3,0-1 29,1-1 0,-1 1 0,1 0 0,1-1 0,-1 1 0,1-1 1,0 1-1,0-1 0,0 0 0,1 1 0,0-1 0,0-1 0,0 1 0,1 0 0,0-1 0,-1 0 0,2 0 0,-1 0 0,0 0 0,1 0 0,-1-1 0,1 0 0,0 0 0,0-1 0,1 1 0,-1-1 0,0 0 0,1 0 0,-1-1 1,12 2-1,-4-1-22,0-1 1,0 0-1,0-1 1,1-1-1,-1 0 1,17-4-1,-24 3-92,1 0 0,-1 0 0,1-1-1,-1 0 1,0 0 0,0-1-1,-1 0 1,1 1 0,-1-2-1,0 1 1,0-1 0,0 0 0,7-9-1,-7 6-258,0 1 0,0-1-1,0-1 1,-1 1 0,-1-1 0,1 0-1,-1 1 1,-1-1 0,3-19 0,-2-1-84,-2-54 0,-2 40 2056,1 43-1630,0 0-1,0 0 1,0 0-1,0 0 1,0 0-1,0 0 1,0 0-1,0 0 1,0 0-1,0 1 1,0-1-1,0 0 1,0 0-1,-1 0 1,1 0-1,0 0 1,0 0-1,0 0 1,0 0-1,0 0 1,0 0-1,0 0 1,0 0-1,0 0 1,0 0-1,0 0 1,-1 0-1,1 0 1,0 0-1,0 0 1,0 0-1,0 0 1,0 0-1,0-1 1,0 1-1,0 0 1,0 0-1,0 0 1,0 0-1,0 0 1,0 0-1,-1 0 1,1 0-1,0 0 1,0 0-1,0 0 1,0 0-1,0 0 1,0 0-1,0 0 1,0-1-1,0 1 1,0 0-1,0 0 1,0 0-1,0 0 1,0 0-1,0 0 1,0 0 0,-3 7 21,3-6-20,-1 22 291,1 0 0,1 0 0,1-1-1,2 1 1,10 41 0,-1-22-257,-2 0 1,-3 1-1,6 58 1,-7 131-13,-6-211-20,-2 0 0,-1 0 1,0 0-1,-2-1 0,-10 38 0,11-49-31,-1 0 0,0 0 0,-1 0 0,0-1-1,0 0 1,-1 0 0,1 0 0,-2-1 0,1 1 0,-1-2 0,0 1-1,-1-1 1,0 0 0,-15 9 0,13-10-450,0-1 1,-1 0-1,1 0 0,-1-1 0,0 0 1,0-1-1,-1 0 0,-19 0 1,-41 1-6286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18.83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4 91 4882,'-4'-8'14522,"5"11"-14458,0 0 1,-1 0 0,1 0 0,0 0 0,0 0-1,1 0 1,-1-1 0,0 1 0,1 0 0,0-1-1,-1 0 1,1 1 0,0-1 0,0 0 0,1 0 0,-1 0-1,0 0 1,1 0 0,-1 0 0,1-1 0,0 1-1,4 1 1,9 4-11,1 0-1,26 7 1,-37-12 7,37 7 127,-35-8-165,-1 0-1,1 0 1,0 1-1,-1 0 1,0 1-1,1 0 1,11 6-1,-5-1-5,0-1 0,1 0-1,0-1 1,0-1-1,0-1 1,1 0 0,-1-1-1,24 2 1,18-1 32,59-5 1,-44 0-64,-9 2 21,0-4-1,102-15 0,198-30 392,-235 34-289,108-31 220,-155 27-306,63-19-62,34-7 17,-78 24 24,-83 19-178,-17 1 137,0 0 0,0 0-1,0-1 1,0 1 0,0 0-1,0 0 1,0 0 0,0-1-1,0 1 1,0 0 0,0 0-1,0 0 1,0 0 0,0-1-1,0 1 1,0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20.021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130 148 1553,'0'0'5658,"-3"-12"-4641,-11-38-150,11 43-171,1 1 0,-1-1 0,0 1-1,0-1 1,-1 1 0,0 0 0,0 1 0,-8-9 0,-11-7 3786,25 79-4270,7 66 277,-7 151 0,-3-134-304,2-81-155,0-31-20,0 0 0,-2 0 0,-1-1 0,-1 1 1,-8 31-1,-1-23-10,1 1 1,2 0-1,2 1 1,-4 74-1,17 49 78,-5-80-106,-1-46 10,1-36-81,1 0 0,-1 0 0,0 0 0,1 0 0,-1 0 0,0 0 0,1 0 0,-1 0 0,1-1 0,-1 1 0,0 0 0,1-1 0,-1 1 0,0-1 0,2-1 0,2-6-303,0 0 1,0 0-1,-1 0 1,4-13 0,-1 5-207,13-34-2238,0-6-1556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21.14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114 3 3169,'3'-3'12214,"11"20"-11723,-6-10-396,1-1 0,0 0 0,0-1 0,1 0 0,18 6 0,13 7 261,5 10 122,60 46 0,-25-16-370,39 34-1,-39-28 234,-58-46-309,1-2 0,32 17 0,-37-24-28,-9-4 0,1 0 0,-1 1 0,0 0 0,14 10 0,-23-15-8,0 1 4,1 0 0,-1-1 0,1 1 0,0-1 0,0 0 0,-1 1-1,1-1 1,0 0 0,0 0 0,0 0 0,0-1 0,0 1 0,1 0 0,-1-1 0,0 1 0,0-1 0,0 0 0,0 0 0,1 0 0,-1 0 0,0 0 0,3-1 0,-4 1-29,-10 4-126,-17 4 309,0 1 0,0 2 1,1 1-1,-37 23 0,24-12-131,0 2 0,2 2 0,1 1 0,1 2 0,2 1 0,1 2 0,-32 44 0,34-40 2,-2 0 1,-1-3-1,-60 51 1,56-52-9,2 2 1,-54 72 0,53-64 25,27-32 71,1 1 0,1-1 0,0 1 0,0 1 0,1-1 0,-4 17 0,-1 0 123,11-43-188,3-20-640,8 5-1004,1 0 0,26-40 0,-17 32-1271,23-45-6395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22.15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18 2545,'0'0'4335,"3"-2"-3940,30-13 6750,-32 14-7128,1 1 0,-1 0 0,1 0 0,-1 0 0,0 0 0,1 0 0,-1 0 1,0 1-1,1-1 0,-1 0 0,0 1 0,1-1 0,-1 1 0,0-1 0,1 1 0,-1 0 0,0-1 1,0 1-1,0 0 0,0 0 0,0 0 0,0 0 0,0 0 0,0 0 0,0 0 0,1 2 0,6 31 699,-2 1-1,2 45 0,3 17-417,-1-1 134,-5 190 1,-6-167-319,4 393-60,-10-340-847,6-130 767,0-24-68,1 0 1,0 0 0,4 21-1,-4-37 29,1 1 1,0 0-1,1-1 0,-1 0 1,0 1-1,1-1 0,2 4 0,-2-5 2,-1 1 0,1 0-1,-1-1 1,0 1 0,0 0-1,0 0 1,0 0 0,0 0-1,-1 0 1,1 0 0,0 3 584,-1-16-754,0-82-5884,0 47 125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23.903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33 150 8244,'0'0'2134,"-32"-19"4205,38 13-5025,9-2-1299,-3 6 96,0-1 0,0 2 0,0-1 0,0 2 1,0 0-1,15 1 0,5 0-97,520-7-206,-4 3-155,-523 4 238,44 9 0,-44-6 19,47 2 1,101-6 633,-152 2-388,-21-2-136,1 0-1,-1 1 1,1-1 0,0 0-1,-1 0 1,1 0 0,-1 0-1,1 0 1,-1 1 0,1-1-1,-1 0 1,1 0 0,-1 1-1,1-1 1,-1 1 0,1-1-1,-1 0 1,1 1 0,-1-1-1,0 1 1,1-1 0,-1 1-1,0-1 1,1 1 0,0 1 546,-1-2-608,1 0 0,-1 0 0,1 0 0,0-1 1,-1 1-1,1 0 0,0-1 0,-1 1 0,1-1 0,-1 1 1,1 0-1,-1-1 0,1 1 0,-1-1 0,1 0 0,-1 1 1,0-1-1,1 1 0,-1-1 0,0 1 0,1-1 0,-1-1 0,8-19-462,-4 9 165,-2 8 94,1 0 121,-1 1 0,0-1 1,-1 0-1,1 0 0,1-7 0,-2 10 143,-1-1 0,0 1-1,0 0 1,0-1 0,-1 1-1,1 0 1,0 0 0,0-1 0,-1 1-1,1 0 1,-1 0 0,1 0-1,-1 0 1,1-1 0,-1 1-1,0 0 1,1 0 0,-1 0-1,0 0 1,0 0 0,0 1-1,-1-2 1,1 0 50,0 1 1,-1 0-1,1 0 1,0 0-1,0 1 1,-1-1-1,1 0 1,0 0-1,-1 1 1,1-1-1,-1 0 0,-2 0 1,4 1-57,-1 0-1,1 0 1,-1 1-1,1-1 1,-1 0-1,1 0 1,0 0 0,-1 0-1,1 0 1,-1 0-1,1 1 1,-1-1-1,1 0 1,0 0 0,-1 1-1,1-1 1,0 0-1,-1 1 1,1-1-1,0 0 1,-1 1 0,1-1-1,0 0 1,0 1-1,0-1 1,-1 1 0,1-1-1,-1 5 2,0-1-1,0 0 1,0 1-1,1-1 1,-1 1 0,1 6-1,0-1 123,-3 124 1446,3-133-1572,0 1 0,0 0 0,0 0 1,0-1-1,1 1 0,-1 0 0,0 0 0,1-1 0,-1 1 1,1 0-1,0-1 0,-1 1 0,1-1 0,0 1 0,0-1 1,0 1-1,0-1 0,0 1 0,0-1 0,0 0 0,1 0 1,-1 0-1,0 1 0,1-1 0,1 1 0,1-1-48,0 0 0,0 0 0,0 0 0,0 0 0,0-1 0,0 1 0,0-1 0,0 0-1,0 0 1,6-1 0,-6 0-27,-1 1 1,0-1-1,0 0 0,1 0 0,-1 0 0,0-1 1,0 1-1,0-1 0,0 1 0,0-1 1,-1 0-1,1 0 0,0 0 0,-1 0 0,4-5 1,-1 1-176,-1 0 1,0 0 0,0-1-1,-1 1 1,0-1 0,5-13-1,-3 1-507,-1 1 0,-1-1 0,0 0-1,0-33 1,-3 15 187,0 36 587,-1 1 0,1 0 0,0 0 0,0 0 1,0 0-1,-1 0 0,1 0 0,0-1 0,0 1 0,-1 0 1,1 0-1,0 0 0,-1 0 0,1 0 0,0 0 1,0 0-1,-1 0 0,1 0 0,0 0 0,0 0 0,-1 0 1,1 1-1,0-1 0,0 0 0,-1 0 0,1 0 1,0 0-1,0 0 0,-1 0 0,1 1 0,0-1 0,-4 2 180,0 1-1,0 0 0,1 0 0,0 0 1,-1 0-1,1 0 0,0 1 0,-3 4 1,-22 38 538,12-19-791,3-6-1168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25.244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115 94 6259,'0'0'3361,"1"-3"-2827,4-29 6087,-4 15-7749,-37-1 1587,25 10-452,9 7 2,0-1 0,0 0 0,0 1 0,0 0 0,0-1 1,0 1-1,0 0 0,-1 0 0,1 0 0,0 1 0,-1-1 0,1 0 0,-1 1 0,1 0 0,0-1 1,-1 1-1,-2 0 0,3 1 7,1-1 1,0 0 0,-1 1-1,1-1 1,0 1-1,-1 0 1,1-1-1,0 1 1,0 0 0,-1 0-1,1-1 1,0 1-1,0 0 1,0 0-1,0 0 1,0 1 0,1-1-1,-1 0 1,0 0-1,0 0 1,1 1-1,-1-1 1,1 0 0,-1 0-1,1 1 1,-1-1-1,1 1 1,0-1-1,0 0 1,0 3 0,-2 8 244,1 0 0,1 20 0,0-24-99,-1 3 78,1 24 160,-1-34-390,1 0 0,0 0-1,0 0 1,1 0 0,-1 0-1,0 0 1,0-1 0,0 1 0,1 0-1,-1 0 1,0 0 0,1 0-1,-1 0 1,1-1 0,-1 1-1,1 0 1,-1 0 0,1-1-1,0 1 1,-1 0 0,1-1-1,0 1 1,-1 0 0,1-1 0,0 1-1,1 0 1,2 0-11,0-1 0,0 1-1,0 0 1,0-1 0,0 0 0,0 0 0,0 0 0,-1-1 0,1 1-1,0-1 1,0 0 0,0 0 0,5-3 0,-7 3-71,0 0 1,0-1 0,0 1 0,-1-1-1,1 1 1,0-1 0,-1 0 0,0 0-1,1 0 1,-1 0 0,0 0-1,0 0 1,0 0 0,0 0 0,0 0-1,0 0 1,-1-1 0,1 1-1,-1 0 1,0-1 0,1 1 0,-1 0-1,0-1 1,-1-1 0,2 3 14,-1 0 0,0 0 0,-1 0 1,1 0-1,0 0 0,0 0 0,0 0 1,-1 0-1,1 0 0,0 0 1,-1 0-1,1 0 0,-1 1 0,1-1 1,-1 0-1,1 0 0,-2-1 0,1 2 62,1 0-1,-1-1 1,0 1 0,1 0-1,-1 0 1,0 0-1,1 0 1,-1 0 0,0-1-1,1 2 1,-1-1-1,0 0 1,1 0 0,-1 0-1,0 0 1,1 0-1,-1 0 1,0 1 0,1-1-1,-1 0 1,1 0-1,-1 1 1,0-1 0,1 1-1,-1-1 1,1 0-1,-1 1 1,1-1 0,-1 1-1,1-1 1,0 1-1,-1 0 1,-3 4 67,0 1 1,0-1-1,1 1 1,0-1-1,0 1 1,1 0-1,0 0 0,-3 12 1,-10 55 214,14-60-594,0-1-1,0 1 1,3 24-1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27.084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108 22 5410,'0'-21'13004,"0"29"-12729,0 65-145,-10 300 793,-34 17-1008,34-337-245,6-38 220,1 1 1,0 0-1,0 23 1,3 0 193,2-16-217,-2-1 1,-1 1 0,-1 0 0,-1-1-1,-10 41 1,9-47 184,1 0 0,0 0 0,1 0 0,1 0 0,1 25 0,0-35-41,0-5-12,0-1 1,0 0 0,0 0-1,0 0 1,0 1 0,0-1-1,0 0 1,0 0 0,0 0-1,0 0 1,0 0 0,0 1-1,0-1 1,0 0 0,0 0-1,0 0 1,0 0-1,0 0 1,0 1 0,0-1-1,0 0 1,0 0 0,0 0-1,0 0 1,1 0 0,-1 0-1,0 0 1,0 1 0,0-1-1,0 0 1,0 0 0,0 0-1,1 0 1,-1 0 0,0 0-1,0 0 1,0 0 0,0 0-1,0 0 1,1 0-1,-1 0 1,0 0 0,0 0-1,0 0 1,0 0 0,0 0-1,1 0 1,-1 0 0,0 0-1,0 0 1,0 0 0,0 0-1,0 0 1,1 0 0,-1 0-1,0 0 1,0 0 0,0-1-1,0 1 1,0 0-1,2 0 17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28.98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94 2545,'0'0'8802,"0"-9"-7893,1-29-188,-1 36-641,0 0 1,0 0 0,1 1-1,-1-1 1,0 0 0,1 0 0,0 1-1,-1-1 1,1 0 0,0 1-1,0-1 1,0 0 0,0 1 0,0-1-1,0 1 1,0 0 0,1-1-1,-1 1 1,0 0 0,1 0 0,-1 0-1,1 0 1,-1 0 0,1 0 0,0 0-1,2 0 1,2-1 188,0 1 0,0 0 0,0 0 0,1 1 0,-1 0 0,6 1 0,0-1 231,501 0 978,-168-3-1537,-94 6-58,-8 6-734,-243-9 836,0 0 0,1 0 0,-1 0 0,0 0 0,1 0 0,-1 0 1,0 0-1,0 0 0,1 0 0,-1 0 0,0 0 0,1 0 0,-1 0 1,0 0-1,0 0 0,1 0 0,-1 0 0,0 0 0,0 1 0,1-1 1,-1 0-1,0 0 0,0 0 0,1 1 0,-1-1 0,0 0 0,0 0 1,0 0-1,0 1 0,1-1 0,-1 0 0,0 1 0,0-1 0,0 0 1,0 0-1,0 1 0,0-1 0,0 0 0,0 1 0,0-1 0,0 0 0,0 0 1,0 1-1,0-1 0,0 0 0,0 1 0,0-1 0,0 0 0,0 0 1,0 1-1,0-1 0,0 0 0,0 1 0,0-1 0,-1 0 0,1 0 1,0 0-1,0 1 0,-1-1 0,-12 16 578,-54 26-326,43-29-208,0 2-1,1 0 1,1 2-1,1 1 1,-25 25 0,0 16 11,-41 66 0,58-75-23,3 1 1,-35 92 0,24-52-23,-57 119 143,89-196-97,3-9 9,0 0 0,0 0 0,0-1-1,-1 1 1,1 0 0,-7 7 0,9-12-2,-1 0-13,-13 0-17,12-1 44,-1 1 1,1 0 0,0 0 0,-1 0 0,1 0 0,-1 0-1,1 0 1,-1 1 0,1-1 0,-1 1 0,1 0 0,0 0-1,-1 0 1,-1 1 0,2-2 13,0 1-1,1-1 1,-1 0 0,0 1-1,0-1 1,0 0-1,1 0 1,-1 0 0,0-1-1,0 1 1,1 0 0,-1-1-1,0 1 1,0-1 0,1 1-1,-1-1 1,0 0-1,1 0 1,-4-2 0,0-7-56,-1 0 1,1-1-1,0 0 0,1 0 1,1 0-1,-5-21 1,1 3 25,-4-11-47,-2 0 0,-1 0-1,-21-39 1,-32-63-68,39 79 24,-44-73-1,68 130 43,0 0-1,0 1 1,-1 0 0,1 0 0,-1 0-1,-1 0 1,1 1 0,-8-5 0,-3 0-26,-30-13 0,32 16 19,-1-1-1,1 0 1,-19-13 0,26 15 51,0-1 0,0 0 0,-9-10 1,13 13-30,1 0 1,0 0 0,0-1-1,1 1 1,-1 0 0,0-1 0,1 1-1,0-1 1,0 0 0,0 1-1,0-6 1,-2-3-41,0-2 148,4 11-320,5 6-361,30 23-4615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30.141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161 52 4626,'0'0'3746,"-8"-4"-2964,-1-2-9,-1 2 1,0-1 0,1 2-1,-1-1 1,-21-3 0,-2 6 758,26 1-968,1 1-1,-1-2 1,1 1 0,-9-2 0,36-1 1320,232 9-1183,-220-4-736,1-2-1,0-1 1,56-8 0,-55 4-38,0 1 0,0 3 0,47 2 0,-12 1 117,-32 0-50,44 7 0,15 2-12,-57-10 12,-10-1-16,1 2 0,-1 1 1,33 8-1,-48-9-10,0-1 1,23-1-1,-30 0-52,-7 0-44,-32 0-5424,5 0 1404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31.27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10 0 4786,'0'0'6846,"-1"2"-6499,-1 6 61,0 0-1,0 1 1,1-1 0,0 0-1,1 1 1,0-1 0,0 1 0,2 10-1,-1 8 35,12 598 852,-6-87-1326,-7-318 61,-7-170-168,0 2 41,4 118 631,3-195-4257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33.244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12 3025,'3'-11'14760,"4"26"-13434,6 30-1575,3 38 511,-4 0 1,1 89-1,-12 171-909,-3-168-189,3-144 956,-1-9-498,-2 33 0,1-48 346,-1 1-1,1-1 1,-1 0-1,-1 1 1,1-1-1,-1 0 0,0 0 1,-5 7-1,1-1 173,3-25-1792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35.34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91 4914,'0'0'5734,"0"-2"-5495,0 1 1,0 0 0,0-1 0,0 1 0,0 0 0,1 0 0,-1-1 0,0 1 0,1 0 0,-1 0-1,1-1 1,0 0 0,8 0 47,-1 0-1,0 0 1,1 1-1,-1 1 1,1 0-1,11 0 1,-4 1 218,149 0 901,183-3-1428,-137-7-754,-114-7 755,-72 11 13,1 0 0,44-1 0,-46 5-76,1 0 0,0-1 0,41-10 0,-42 8 41,-1 2 0,0 0 0,39 1 0,-34 1 148,-23 1-77,0 0 0,-1 0 0,1 1 0,0-1 0,-1 1-1,8 5 1,5 0-28,-4-2-8,-10-3 25,0-1 1,0 1 0,1-1 0,-1 0 0,1 0 0,-1-1 0,1 1 0,-1-1-1,5 1 1,-5-2 27,-3 1-36,1 0 0,-1 0 0,1 0 0,0 0 0,-1-1 0,1 1 0,-1 0 0,1 0 0,-1 0 0,1 0 0,-1 0 0,1 0 0,-1 1 0,1-1 0,0 0 0,-1 0 0,1 0 0,-1 0 0,1 1 0,-1-1 0,1 0 0,-1 0 0,1 1 0,-1-1 0,0 0 0,1 1 0,-1-1 0,1 1 0,-1-1 0,0 0 0,1 3 369,-1 18 81,0-16-450,-1 0 0,-1 1 1,1-1-1,-1 0 0,0 0 1,0 1-1,0-1 0,-1-1 0,0 1 1,0 0-1,0-1 0,0 1 1,-5 3-1,-17 28 96,-85 129-24,34-54-64,41-54-25,22-34-43,0 0 0,-2-1 0,-1-1-1,-20 22 1,8-13-20,2 2 0,1 1 0,1 1 0,2 1 0,-27 60-1,26-51-5,-50 74 0,56-91 138,17-24-40,0-3 22,-27 0 435,25-2-463,0-1 0,0 1 0,0 0 0,0-1 1,0 0-1,1 1 0,-1-1 0,1 0 1,-1 1-1,1-1 0,-1-6 0,-4-5 85,-6-10 273,-29-40-1,-77-131-333,59 93-92,51 86 76,0 0-1,-6-21 1,-10-21 19,20 51-41,4 4 3,-1 1-1,0-1 1,-1 1 0,1-1-1,0 1 1,-1 0 0,1 0 0,-1-1-1,0 1 1,1 0 0,-1 0-1,0 1 1,0-1 0,-1 0 0,1 1-1,0-1 1,0 1 0,-1 0-1,1-1 1,-1 1 0,-2 0-1,-4-1 83,1 0 0,0-1-1,-1 1 1,1-1 0,0-1-1,0 0 1,1 0 0,-1 0-1,-11-11 1,15 12-88,0-1 0,0 0 0,0-1 0,0 1 0,1-1 0,0 1 0,0-1 0,1 0 0,-1 0 0,1-1 0,0 1 0,0 0 0,1-1 0,-1 1 0,0-12 0,-1-13 25,0-1 0,-2 1 0,-2 0 0,0 0 0,-19-44 1,22 62 159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36.793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127 40 3089,'0'0'6027,"-9"-2"-5274,-1-1-500,-36-9 854,43 11-813,-1 0 0,1 0 0,-1 1 0,1 0 0,-1 0 0,1 0 0,-1 0 0,0 0 0,-5 2 0,-12 1 1646,23-24-585,6 20-1228,1-1 0,-1 2-1,0-1 1,1 1 0,12 2 0,8 0-21,170-2 123,-187 0-216,-1 2-1,1-1 0,-1 2 0,0 0 0,19 7 1,-18-6 15,1 0 1,-1-1-1,1 0 1,19 2 0,111-5-50,34 1-132,-144 5 171,11 0-6,240-6-1032,-277 0 1021,1 1-1,-1 0 0,13 4 0,-12-3 29,-1 0-1,1-1 1,15 2-1,113 6 500,-137-9-519,1 1 1,-1-1-1,0 1 0,0-1 0,1 0 0,-1 1 0,0-1 0,0 0 0,0 0 0,1 0 1,-1 1-1,0-1 0,0 0 0,0 0 0,0 0 0,1 0 0,-1 0 0,0-1 0,0 1 1,0 0-1,-3 0-43,-98 0-5905,75 0 875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37.821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268 13 720,'0'0'5432,"-5"-2"-4821,1 1-1062,0-1 1080,0 1 0,0-1 0,0 1 1,-1 0-1,1 0 0,-1 0 0,1 1 0,-1-1 1,1 1-1,0 0 0,-7 1 0,10 1-486,-1 0-1,1 0 0,0 1 0,0-1 0,0 0 1,0 0-1,0 1 0,0-1 0,1 1 0,-1-1 1,1 1-1,-1-1 0,1 1 0,0 2 0,-1 2 180,-3 27 229,2-1 0,3 54 0,1-24-339,-15 162 108,3-122-304,-17 145 69,-16 60-103,23-141-1,19-123-47,1-34 51,0-1-1,0 0 1,-1 0 0,0 0 0,-4 16-1,2-14 2,-8 22 23,1 1-1,-5 41 0,15-29-1,1-38 1,0-1 0,-1 1 0,0-1 1,-1 1-1,-1 10 0,-10 0 126,4-12-49,8-6-72,0 0 1,0 0-1,0 0 0,-1 0 1,1 0-1,0 0 1,0 0-1,0 0 0,0 0 1,-1 0-1,1 0 1,0 0-1,0-1 0,0 1 1,0 0-1,0 0 1,-1 0-1,1 0 0,0 0 1,0 0-1,0-1 1,0 1-1,0 0 0,0 0 1,0 0-1,0 0 1,0-1-1,0 1 0,0 0 1,0 0-1,-1 0 1,1 0-1,0-1 0,0 1 1,0 0-1,0 0 1,0 0-1,1 0 0,-1-1 1,0 1-1,0 0 1,0 0-1,0 0 0,2-35 686,-1 18-1709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40.029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8 1 4482,'0'0'9026,"0"19"-7284,0 440 501,-7-270-2195,7 227-13,7-344 701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42.14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12 6819,'4'-12'9818,"23"22"-9529,-22-7-247,0-1 0,0 0-1,1-1 1,-1 1 0,0-1-1,1 0 1,-1 0 0,6 0-1,73-2 428,92 2-39,-165 1-428,0-1 1,20 7-1,-19-4 6,-1-1 1,22 2-1,78-4 48,-60-1-50,96-6-188,-141 6 183,0 1 0,0 0 0,0 0-1,0 1 1,-1 0 0,1 0 0,9 5-1,-8-4 7,-1 0-1,1-1 0,0 1 0,14 2 1,29-2-401,71-3 1,-42-2 353,-35 2-24,-22 2-6,0-2 0,1-1 0,-1 0 1,0-2-1,23-6 0,-45 9 71,0 0 0,0 0 0,0 0 0,0 0 1,0 1-1,0-1 0,0 0 0,0 0 0,0 0 1,0 0-1,0 0 0,0 0 0,0 0 0,0 0 0,0 0 1,0 0-1,0 0 0,1 0 0,-1 0 0,0 0 1,0 0-1,0 0 0,0 0 0,0 0 0,0 0 1,0 0-1,0 0 0,0 0 0,0 1 0,0-1 0,0 0 1,0 0-1,0 0 0,0 0 0,0 0 0,0 0 1,0 0-1,0 0 0,0 0 0,0 0 0,0 0 1,0 0-1,0 0 0,1 0 0,-1 0 0,0 0 0,-7 6 108,-10 6 23,-5 0-91,0 1 0,2 1 0,0 0 0,-34 33 0,13-8 60,2 2 0,2 2-1,-56 83 1,71-94-50,-38 45 0,-2 2-17,45-53-31,-23 49 0,-2 6 5,30-54-10,11-23 5,0-1 1,0 0 0,0 1-1,-1-1 1,0 0 0,1 0-1,-1 0 1,0 0 0,-5 4-1,5-5 0,-1-1 0,0 0 0,1 0 0,-1 0 0,0-1 0,0 1 0,0-1 0,0 0 0,0 1 0,0-1 0,0 0 0,-4-1 0,-1 1 116,7-1-98,0-1 0,0 1 0,0 0 0,0-1 0,0 1 0,0 0 0,1-1 1,-1 1-1,1-1 0,-1 0 0,0-1 0,-3-8-2,-59-109-149,47 85 177,-1 2 0,-2 0 0,-26-36 0,36 59-6,-1 1 0,1 0-1,-2 1 1,1 0-1,-1 0 1,0 2-1,0-1 1,-20-8-1,-6-3 441,33 16-425,1 0-1,-1-1 0,1 1 1,0-1-1,0 0 1,0 1-1,0-1 1,0 0-1,1-1 0,-1 1 1,1 0-1,-2-5 1,-1-2 55,1-1 1,1 1 0,-3-12-1,-10-28 56,14 47-157,0 0 0,0 0 0,0 1 1,-1-1-1,1 0 0,-1 1 0,1-1 0,-1 1 0,0 0 0,0 0 0,0 0 0,0 0 1,0 0-1,0 1 0,-4-2 0,2 1 27,0 0 0,0-1 0,1 0 0,-1 0 0,1 0 1,-5-4-1,1-1-18,-8-8 54,-20-26 0,31 35-67,0-1 0,0 1 0,1-1 0,1 0 0,-1 0 0,1 0 0,-2-10 0,1 1-32,1 0 0,0 0 0,0-31 123,0 87-7205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43.63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289 2 3249,'0'0'2484,"-13"0"-2628,-108 0 2809,100 0-1205,14-1-1283,0 1 1,0 0-1,-1 0 1,1 1-1,0 0 0,-1 0 1,1 1-1,0-1 1,-10 5-1,-6 2 1069,21-7-981,-1-1 0,0 1 1,1 0-1,-1 0 0,0 0 1,1 0-1,-1 1 0,-3 2 1,5-2-14,1 0 1,0 0-1,-1 0 1,1-1 0,0 1-1,0 0 1,1 0 0,-1 0-1,0 0 1,0 0 0,1 0-1,0 2 1,3-1-183,0 0 0,0 0 1,0-1-1,0 1 1,0-1-1,0 0 0,1 0 1,-1 0-1,1-1 0,-1 1 1,7 0-1,6 1 227,31 2 0,77-4 145,41 4 98,-18 2-567,-16-1-61,5 8-331,-96-11-211,65-4-1,-39 0 515,130 1 957,-197 0-935,-40 0-4828,7 0 1179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44.77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47 22 2001,'-4'-4'3626,"-30"-13"2377,33 18-5905,-3 23 3547,4-18-4177,-3 27 1866,3 64 0,2-36-773,-2 6-259,10 227-15,-3-210-283,-5-44 3,9 50 1,-3-34-20,-3 1 1,-3 108 0,-3-81 32,7 8-8,-6 108-32,0-199-13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48.842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28 7171,'3'-21'9729,"-1"18"-9320,267 0 354,-204 9-716,-19 0-14,62 11-46,-16-2-6,-32-13 39,-49-3-14,0 1-1,0 0 1,0 1-1,0 0 1,0 1-1,0 0 1,12 4-1,-7 0 50,-1-1 0,2-1-1,-1-1 1,0 0 0,1-1-1,-1-1 1,18-1 0,514 0 1079,-548 0-1126,-13 0-1083,11 0 895,0 0 0,0 0 0,0 0 0,0-1 0,1 1 0,-1 0 0,0-1 1,0 1-1,1-1 0,-1 0 0,0 0 0,1 1 0,-1-1 0,1 0 0,-1 0 1,1-1-1,-1 1 0,0-2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49.931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18 12 3586,'-17'-12'12259,"20"13"-12194,1 0 0,-1-1 1,1 0-1,-1 0 0,1 0 1,5-1-1,-3 0-42,-4 2-4,0-1 0,-1 0 0,1 1 1,0-1-1,0 1 0,-1-1 0,1 1 0,0 0 1,-1 0-1,1 0 0,-1 0 0,1 0 0,-1 0 1,0 0-1,1 0 0,-1 0 0,0 1 0,0-1 1,0 1-1,0-1 0,0 1 0,0-1 0,0 1 1,0-1-1,-1 1 0,1 0 0,0 3 0,3 7 198,-2 0 0,1 0 0,0 14 0,-1-9-115,7 123 346,-5-49-165,13 234 203,-7-256-468,-6-42-3,2 45 0,1 204 1,-6-246 6,10 51 0,-7-57-18,-2 31 17,-3-46-142,0-36-230,1-24-1913,0 17-2046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51.549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81 0 5218,'0'0'7716,"3"5"-7217,-1-2-459,-1-1 0,0 0 0,1 0-1,0 0 1,0 0 0,-1 0 0,1 0 0,0-1 0,0 1 0,0 0 0,1-1 0,-1 0-1,0 1 1,1-1 0,-1 0 0,0 0 0,1-1 0,0 1 0,-1 0 0,1-1 0,4 1 0,6 1 110,-1 1 0,0 0 0,0 1 1,0 0-1,0 1 0,13 7 0,27 11 415,124 41 703,-145-52-1083,0 1 1,-1 2 0,-1 1-1,32 22 1,-21-8 140,-27-20-254,0 0 0,25 14 0,-9-8-10,1 1 0,34 28 0,-44-29 1,29 28 0,-45-39-62,-1-1 1,1 0-1,0 0 1,0 0 0,0-1-1,0 0 1,1 0-1,-1 0 1,1 0 0,0 0-1,0-1 1,0 0 0,0 0-1,0 0 1,0-1-1,0 0 1,1 0 0,-1 0-1,9 0 1,-7-1 0,0 1 1,0 0 0,0 0-1,0 1 1,11 4 0,-18-4-20,1-1 0,-1 0 0,0 1 0,0-1 1,0 1-1,0-1 0,0 0 0,0 1 0,0-1 1,0 1-1,-1-1 0,1 0 0,0 1 0,-1-1 1,1 0-1,-1 1 0,0-1 0,1 0 0,-2 2 1,-17 11 132,-1 0 1,0-1 0,-43 20-1,-23 15-30,-59 35 24,103-61-92,2 3-7,-68 54-1,86-62 4,-11 9 13,-106 86 95,126-98-82,0 0 1,-13 20-1,-15 15-28,-198 188-20,237-235 2,0 0-1,0-1 1,1 1-1,-1 0 1,1 0-1,0 0 0,-1 0 1,1 0-1,0 1 1,0-1-1,0 0 1,0 4-1,1-5 196,48-75-5994,-16 22 536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52.622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17 0 3474,'-15'5'10180,"13"-3"-9956,2 382 2923,0 768-1732,4-1166-2316,6-38-3122,-4 22-161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55.36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1 6659,'0'0'7294,"13"0"-6643,753 0 2438,-649 6-2819,-114-6-267,19 0 24,-21 0-24,0 0 0,-1 0 1,1 0-1,-1 0 1,1 0-1,-1 0 0,1 0 1,-1 1-1,1-1 0,0 0 1,-1 0-1,1 0 0,-1 1 1,1-1-1,-1 0 1,1 0-1,-1 1 0,0-1 1,1 0-1,-1 1 0,1-1 1,-1 1-1,0-1 0,1 0 1,-1 1-1,0-1 1,1 1-1,-1 1 380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57.304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14 7 3570,'-13'-7'13424,"26"275"-12554,5-125-753,4 49-12,-21-116-90,-2-50-3,1-1 0,2 1 0,6 32 1,-1-29-2,1-1 1,13 29-1,-17-44-9,0 1-1,-1 0 0,-1 0 0,-1 0 0,0 0 0,0 0 1,-2 15-1,0-5-27,1 36-168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6:59.361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17 44 4258,'0'0'5432,"0"-5"-4389,1-32 4335,110 36-3291,125 3-1303,-214 0-784,39 10 0,-42-7 13,0-2 0,0 0-1,24 1 1,214-3-8,258-2 374,-517 26-32,-1-19-329,0-1 0,0 1 0,-1-1 0,0 0 0,0 0 0,-9 8 0,-35 28-3,35-31 4,-32 28-10,1 2 0,3 1 1,-60 78-1,-52 88-22,137-185-1,2 0 0,0 1 0,1 1 1,1 0-1,-13 40 0,17-41 11,-1-1 1,-1 1-1,-1-2 0,-1 0 1,-27 38-1,7-17 30,17-38-22,13-3-5,1-1 0,0 1 1,-1 0-1,1 0 0,-1-1 0,1 1 0,-1 0 0,1-1 1,-1 0-1,1 1 0,-1-1 0,1 0 0,-1 0 0,0 0 1,1 0-1,-1 0 0,1 0 0,-3 0 0,1-2 9,0 0 0,0 1 0,0-1 0,0 0 0,0 0-1,0-1 1,-2-2 0,4 5-8,-5-5 14,0 0 0,1-1 1,-1 1-1,1-1 1,0 0-1,0-1 0,1 1 1,0-1-1,0 0 0,1 0 1,-4-8-1,-11-40 43,7 20-55,-2 0 0,0 1-1,-35-59 1,43 86 4,-25-42-41,-2 2-1,-68-77 1,99 123 32,-7-9-23,-1 1 1,-1-1 0,1 2-1,-2-1 1,1 2 0,-1-1-1,0 2 1,-19-10 0,22 12 13,0-1 1,-1 0-1,2 0 1,-1-1-1,1 0 1,0-1-1,-9-9 1,12 11-16,0 2 0,1-1-1,0 0 1,-1 0-1,2 0 1,-1 0 0,0 0-1,1-1 1,0 1-1,0-1 1,-2-7-1,2 4 50,1 0 1,0 0-1,1 0 0,0-1 1,0 1-1,2-14 0,7 22-594,-2 0 154,-1 0-1,1 0 0,-1 1 0,0-1 0,1 1 1,-1 1-1,0-1 0,0 1 0,11 4 0,11 12-3394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00.57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41 1 3506,'-1'3'10646,"-2"15"-9786,20 447 1787,-9-109-2293,-9-221-329,1-97-20,-6 224 8,6-100-8,-1 8 4,-1-159-6,0 0 0,0 0 0,-8 18 0,7-18-34,-1 0 0,1-1 0,1 1 0,0 0-1,0 1 1,1 12 0,0-36-957,0 0-1,-4-18 1,-2-12-2076,1-8-1712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01.77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3 0 5394,'0'0'5840,"-2"0"-5583,30 12 4814,-5-4-4732,1-2 0,24 5 0,53 5-78,-63-13-152,1 3 0,-1 1 0,-1 1 0,54 20-1,-72-22 10,0 0-1,0-2 1,1 0-1,34 2 1,81-6 294,-64-1-331,480 1 981,-532 1-959,-19-1-82,1 1 0,-1-1 0,0 0 0,1 0 0,-1 0-1,1 0 1,-1 0 0,0 1 0,1-1 0,-1 0 0,1 0 0,-1 1-1,0-1 1,1 0 0,-1 1 0,0-1 0,0 0 0,1 1-1,-1-1 1,0 0 0,0 1 0,1-1 0,-1 1 0,0-1-1,0 0 1,0 1 0,0-1 0,0 1 0,1-1 0,-1 1-1,0 0 36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04.304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64 1281,'0'0'4647,"0"-10"-3305,0-40 7438,13 46-8132,499 4 926,-504 1-1583,-1 0 0,1 0-1,0 1 1,-1 0-1,14 5 1,-14-4 12,1-1-1,0 1 1,0-2 0,-1 1 0,16 1-1,110 9 14,-35-6-48,41 0 16,-96-5 26,-34-1-10,0 0 1,-1 0-1,1 0 1,0 1-1,-1 1 1,1 0-1,10 3 1,-18-5-5,-1 0 0,0 1 0,0-1 0,1 0 0,-1 0 0,0 0 0,0 0 0,0 1 0,0-1 0,1 0 0,-1 0 0,0 0 0,0 1 0,0-1 0,0 0 0,0 0 0,0 1 0,0-1 0,0 0 0,0 0 0,1 1 0,-1-1 0,0 0 0,0 0 0,0 1 0,0-1 0,0 0 0,-1 0 0,1 1 0,0-1 0,0 0 0,0 0 1,0 0-1,0 1 0,0-1 0,0 0 0,-1 1 8,1-1 0,0 0 0,0 0 1,0 0-1,0 1 0,0-1 0,0 0 0,0 0 1,0 0-1,0 1 0,0-1 0,0 0 1,0 0-1,0 0 0,0 1 0,0-1 1,0 0-1,0 0 0,0 0 0,0 1 0,0-1 1,0 0-1,0 0 0,0 0 0,0 1 1,0-1-1,0 0 0,0 0 0,1 0 1,-1 0-1,0 1 0,0-1 0,0 0 0,0 0 1,0 0-1,1 0 0,-1 0 0,0 0 1,0 1-1,0-1 0,0 0 0,1 0 1,-1 0-1,0 0 0,0 0 0,0 0 0,1 0 1,-1 0-1,0 0 0,0 0 0,0 0 1,1 0-1,-1 0 0,0 0 0,0 0 1,0 0-1,1 0 0,-1 0 0,0 0 0,153 9 130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05.14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17 0 3073,'-13'7'9877,"12"-6"-9712,0 78 1669,-1-27-1397,2 1 1,13 92-1,-1-65-162,2 99 0,-6-59-12,2 268-244,-10-333 0,1-44-20,0 0-1,1 0 1,1-1 0,0 1-1,0 0 1,1-1 0,9 18 0,-8-18 5,0 0 0,-1 0 0,-1 0 1,1 1-1,-1 0 0,-1-1 1,2 21-1,-4-25 5,0 0-1,0 0 1,1 1 0,-1-1-1,1 0 1,1 0 0,3 11-1,-2-26-67,-2-10-263,-7-55-3846,3 49 2109,-1-22-3720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06.711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0 4514,'0'0'5058,"7"3"-4217,173 66 3265,64 22-2330,-204-75-1632,-1 1 1,0 2-1,44 30 0,-67-40-115,-11-6-7,1 0 1,1-1-1,-1 0 0,0 0 0,0 0 0,1-1 1,10 1-1,-9-1 19,-1 0 0,1 0 1,-1 1-1,13 4 0,-11-2-40,-2-1 5,1 1 0,-1 0-1,12 8 1,-11-7 27,0-1 0,0 1 1,14 4-1,-15-6-21,0 0 0,0 0 0,0 1 0,-1 0 0,11 8 1,-14-10-13,0 0 0,1 0 0,-1 0 0,1-1 0,-1 1 0,1-1-1,0 0 1,-1 0 0,1 0 0,0 0 0,0-1 0,5 1 0,26 5-2,-27-3 12,-1-1 0,1 0 1,0 0-1,0 0 0,10 0 0,-10-2-21,0 1 0,1 1 0,-1 0 0,0 0 0,13 6 0,-20-8 6,-1 0 1,1 0-1,-1 0 1,0 0-1,0 0 1,1 0-1,-1 1 1,0-1-1,1 0 1,-1 0-1,0 0 1,0 1-1,1-1 1,-1 0-1,0 0 1,0 1 0,1-1-1,-1 0 1,0 1-1,0-1 1,0 0-1,0 1 1,0-1-1,1 0 1,-1 1-1,0-1 1,0 0-1,0 1 1,0-1-1,0 0 1,0 1-1,0-1 1,0 0-1,0 1 1,0-1-1,0 0 1,0 1-1,-1-1 1,1 0-1,0 1 1,0-1 0,0 0-1,0 1 1,0-1-1,-1 0 1,1 0-1,0 1 1,-1-1-1,-13 11 46,-14 2 192,6-5-156,0 2 0,1 1-1,0 1 1,1 0 0,-22 18 0,14-7-2,-30 19 1,31-24 159,2 1 0,-27 25 0,36-29-180,-2 4-24,-1-1-1,-42 30 1,-227 127 43,277-168-68,0 0-1,1 0 1,0 1-1,0 1 0,1 0 1,-9 10-1,-45 65 119,29-35-83,-15 6-16,11-14-15,35-35 814,14-7-2451,-6-1 1179,0 1-1,-1-1 1,1-1 0,0 1 0,-1 0 0,1-1-1,5-4 1,19-18-3631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07.738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5 3826,'0'-4'10522,"20"260"-8461,-20-251-2044,13 96 174,17 266 16,-30-19-205,1-339 5,0 0 0,0 0 0,1 0 0,4 12 0,3 16 17,-7-17-69,0 37 0,-2-37-73,-5-10-87,5-9 191,-1 0 0,0 0 0,1 0 0,-1 0 0,1 0 0,-1 0 0,1 0 0,0 0 0,-1 1 0,1-1 0,0 0 0,0 2 0,-3-26-3358,6-11-774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09.062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6 5122,'5'-6'8972,"-5"6"-8886,319 0 2264,-175 6-1792,-86-7-468,65 3-92,-118-1 16,1 0 0,0 1 0,-1 0 0,1 0 0,-1 0 0,7 4 0,-6-3 16,0 0 0,0-1 0,0 1 0,11 2 0,43 1 116,86-2 1,-127-4-147,71 7-16,-50 0 6,-27-4 2,0 0 1,1-1 0,13 0-1,252-2-160,-275 0 162,-1 0 0,1 1 1,-1-1-1,1 1 0,-1 0 0,1 0 0,-1 1 0,7 2 0,-7-2 32,1 0 0,0-1 0,0 1 0,0-1 0,0 0-1,8 1 1,8-1-30,0 1-1,0 1 0,0 1 0,-1 1 1,1 1-1,-1 0 0,0 1 0,22 12 1,-35-16 7,1-1 0,0-1 1,0 1-1,-1-1 0,1 0 1,0-1-1,0 0 0,0 0 1,14-2-1,5 1-44,220 7-221,-191 0 673,-55-6-396,0 0 1,1 1-1,-1-1 1,0 0-1,1 0 0,-1 1 1,0-1-1,0 0 1,1 1-1,-1-1 0,0 1 1,0-1-1,0 0 0,0 1 1,1-1-1,-1 0 1,0 1-1,0-1 0,0 1 1,0-1-1,0 0 1,0 1-1,0-1 0,0 1 1,0-1-1,0 1 0,0-1 1,0 0-1,0 1 1,-1-1-1,1 1 0,0-1 1,0 0-1,0 1 0,-1-1 1,1 0-1,0 1 1,0-1-1,-1 0 0,1 1 1,0-1-1,0 0 1,-1 0-1,1 1 0,0-1 1,-1 0-1,-67 43-5529,13-6-3221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15.1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108 77 2849,'0'0'9613,"-3"-18"-3944,1 17-5704,0 0 1,1 0-1,-1 0 0,0-1 1,1 1-1,0-1 0,-1 1 1,1-1-1,0 0 0,-1 1 1,1-1-1,0 0 0,0 0 1,1 0-1,-1 1 0,-1-5 1,-9-15 81,9 20-44,1 0-1,-1 0 0,1 0 1,-1 1-1,1-1 0,-1 0 0,1 1 1,-1 0-1,0-1 0,1 1 1,-1 0-1,0-1 0,0 1 0,-1 0 1,-27 3-6,29-3 11,0 0-1,0 1 0,0 0 0,0-1 1,1 1-1,-1-1 0,0 1 0,1 0 1,-1 0-1,0-1 0,1 1 1,-1 0-1,1 0 0,-1 0 0,1-1 1,0 1-1,-1 0 0,1 0 0,0 0 1,0 0-1,-1 0 0,1 0 0,0 0 1,0 1-1,-1 29 200,1-26-174,0 13 168,0 5 564,4 42 0,-2-56-621,0-1 0,0 0-1,0 0 1,1-1 0,0 1 0,0 0 0,1-1-1,9 13 1,-11-17-105,1 1-1,0-1 1,0 0-1,0 0 1,1 0-1,-1 0 1,1-1-1,-1 0 1,9 5-1,-10-7-39,-1 1 0,1 0 0,-1-1 1,1 1-1,0-1 0,-1 0 0,1 1 0,0-1 0,-1 0 0,1 0 0,0 0 1,0 0-1,-1-1 0,1 1 0,0 0 0,-1-1 0,1 1 0,-1-1 0,1 1 1,0-1-1,-1 0 0,1 0 0,-1 0 0,0 0 0,1 0 0,-1 0 0,0 0 0,1 0 1,-1 0-1,1-2 0,3-4-221,-1-1 0,1 0 1,-2 1-1,1-1 0,-1 0 0,0-1 1,-1 1-1,0 0 0,2-14 1,-2 4-971,-1 0 1,0-1 0,-4-30 0,3 48 1197,0-1 0,-1 1 1,1 0-1,-1-1 0,0 1 0,1 0 0,-1 0 0,0 0 1,0-1-1,0 1 0,0 0 0,0 0 0,0 0 1,0 0-1,0 0 0,0 0 0,0 1 0,0-1 0,-1 0 1,1 1-1,0-1 0,-1 1 0,1-1 0,0 1 1,-1-1-1,1 1 0,-1 0 0,-1 0 0,-6-2 325,-1 1 0,0 1 0,-9 0 0,9 0 15,8 0-252,0 0 0,0 0 0,0 0 0,-1 0 0,1 1 0,0-1-1,0 1 1,0-1 0,0 1 0,0 0 0,0 0 0,0 0 0,0 0 0,0 0 0,0 0 0,0 1 0,1-1 0,-1 0 0,-1 3 0,1-1-12,0 0 0,0 1 0,0-1 0,1 1 1,-1-1-1,1 1 0,0-1 0,0 1 0,0 0 0,0 6 0,-2 16 375,0 0-1,2 0 0,1 1 0,5 34 0,-4-58-431,-1 0-1,1 0 0,0 0 0,0-1 0,0 1 0,0 0 1,1-1-1,-1 1 0,1-1 0,-1 1 0,1-1 0,0 0 1,0 0-1,0 0 0,0 0 0,0 0 0,1 0 1,-1 0-1,1-1 0,-1 1 0,1-1 0,4 2 0,1 0-9,0-1 1,0 0-1,0 0 0,1-1 0,-1 0 0,14-1 0,-19 0-38,0 0-1,0-1 1,1 1-1,-1-1 1,0 1-1,0-1 1,0 0 0,0 0-1,0-1 1,-1 1-1,1-1 1,0 1-1,0-1 1,-1 0 0,1 0-1,-1 0 1,0 0-1,1 0 1,-1-1-1,0 1 1,0-1 0,-1 1-1,1-1 1,0 0-1,-1 1 1,0-1-1,0 0 1,0 0 0,0 0-1,1-6 1,2-8-527,-2-1 0,0 1 0,-1-1 0,-1-23 0,0 23-48,0 16 575,-1-1-1,1 1 0,-1 0 0,1-1 1,-1 1-1,0 0 0,0 0 1,0 0-1,0-1 0,0 1 1,0 0-1,-1 0 0,1 1 1,-1-1-1,1 0 0,-3-2 1,3 3 79,0 0 1,0 0 0,0 1 0,0-1 0,-1 0 0,1 1 0,0-1 0,0 1 0,0-1 0,-1 1 0,1-1-1,0 1 1,0 0 0,-1 0 0,1-1 0,0 1 0,-1 0 0,1 0 0,0 0 0,0 1 0,-1-1 0,1 0-1,0 0 1,0 1 0,-1-1 0,1 1 0,0-1 0,0 1 0,0-1 0,-1 1 0,1 0 0,-1 0 0,-1 3 96,0 1 0,0-1 0,1 0 0,-1 1 1,1-1-1,0 1 0,0 0 0,1 0 1,-1 0-1,0 7 0,0-7-56,-3 20 308,0 0 1,1-1-1,1 1 1,2 1-1,3 45 1,-2-70-405,0 0 0,1 0 1,-1 0-1,1 0 0,-1 0 0,1 0 1,0 0-1,-1-1 0,1 1 1,0 0-1,-1 0 0,1-1 0,0 1 1,0-1-1,0 1 0,0-1 0,0 1 1,-1-1-1,1 1 0,0-1 0,0 0 1,0 1-1,0-1 0,0 0 1,0 0-1,0 0 0,0 0 0,0 0 1,0 0-1,0 0 0,0 0 0,2-1 1,0 1-10,0 0 1,-1 0-1,1-1 1,0 1-1,0-1 1,-1 1-1,1-1 1,0 0-1,-1-1 1,1 1-1,4-3 1,-4 0-141,0 0-1,0-1 1,0 1 0,0-1 0,-1 1-1,0-1 1,0 0 0,0 0 0,-1 0 0,1 0-1,-1 0 1,0 0 0,0-11 0,0 0-1267,-1 0 0,0 0 0,-3-21 1,2 36 1177,1-1 0,-1 1-1,1-1 1,-1 1 0,0-1 0,1 1 0,-1 0 0,0-1 0,0 1 0,0 0 0,0-1 0,0 1 0,0 0 0,0 0 0,0 0 0,-1 0 0,1 0 0,0 1 0,-1-1 0,1 0 0,-2 0 0,2 0 212,0 1 0,0 0 1,0-1-1,0 1 0,0 0 0,0 0 1,0 0-1,0 0 0,0 0 1,0 0-1,0 0 0,0 0 0,0 0 1,0 0-1,0 1 0,0-1 0,0 0 1,0 1-1,-2 0 0,2 0 52,1 0 0,-1 0 0,1 0 0,-1-1 0,1 1-1,-1 0 1,1 0 0,0 0 0,-1 0 0,1 0 0,0 0 0,0 1-1,0-1 1,0 0 0,0 0 0,0 0 0,0 0 0,0 2 0,1 1-468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16.1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238 115 80,'0'0'15199,"0"-12"-14593,0-38-164,0 48-388,0 0-1,0 0 0,0 0 0,0 0 0,0 1 0,-1-1 0,1 0 0,-1 0 0,1 0 0,-1 0 0,0 0 1,0 1-1,0-1 0,0 0 0,0 0 0,0 1 0,0-1 0,0 1 0,-1-1 0,1 1 0,-1 0 1,1-1-1,-1 1 0,1 0 0,-1 0 0,0 0 0,1 0 0,-1 0 0,0 1 0,0-1 0,-2 0 0,-4-1 16,0 1 1,0 1-1,0-1 0,0 1 0,-15 2 0,4-1 5,15-1-66,-1 1 1,0 0-1,1 0 0,-1 1 0,1-1 1,0 1-1,-1 0 0,1 1 1,0-1-1,0 0 0,0 1 0,0 0 1,1 0-1,-1 0 0,1 1 0,0-1 1,-5 7-1,3-4-6,1 0 0,-1 1 0,1 0 0,0 0 0,0 0-1,1 0 1,0 0 0,1 1 0,-4 14 0,3 23 315,2 66 0,2-86 10,1 1-89,0-1 1,2 0-1,1 0 1,1 0-1,1-1 1,1 0 0,1 0-1,1-1 1,1 0-1,2 0 1,15 21-1,-23-36-218,1 0-1,1 0 1,-1-1-1,1 0 0,0 0 1,1-1-1,0 0 1,0 0-1,0 0 0,0-1 1,1-1-1,0 0 1,0 0-1,0 0 0,1-1 1,-1-1-1,1 1 1,-1-1-1,1-1 0,0 0 1,12-1-1,-18 1-90,0-2-1,0 1 1,0 0-1,-1-1 1,1 0 0,0 1-1,0-2 1,0 1-1,-1 0 1,1-1-1,0 0 1,-1 1 0,1-2-1,5-3 1,-5 2-362,-1 0 1,1 0-1,0-1 0,-1 1 1,0-1-1,0 0 1,-1 0-1,1 0 1,2-9-1,7-31-5370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16.7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90 0 5138,'0'0'6803,"-4"0"-5871,1 0-823,-1 0 0,1 1 1,0-1-1,0 0 0,0 1 1,0 0-1,0 0 1,0 0-1,0 0 0,0 0 1,0 1-1,0-1 1,1 1-1,-1-1 0,0 1 1,1 0-1,0 0 0,-1 1 1,1-1-1,0 0 1,0 1-1,0-1 0,0 1 1,1 0-1,-1-1 1,1 1-1,0 0 0,-2 3 1,-1 11 184,1 0 0,1 0 1,0 0-1,1 0 0,2 34 0,0-12 443,-1-29-526,1-1-1,0 1 0,0-1 1,1 0-1,0 0 0,0 1 1,1-2-1,1 1 0,0 0 1,9 16-1,-10-20-171,1-1 0,-1 1 0,1-1 0,0 1 0,0-1 0,0-1-1,1 1 1,-1 0 0,1-1 0,0 0 0,0 0 0,0 0 0,0-1 0,0 0 0,1 0 0,-1 0 0,1-1-1,0 0 1,7 1 0,-8-1-40,0-1-1,1 0 0,-1 0 1,0 0-1,0-1 1,0 1-1,0-1 0,0 0 1,0-1-1,0 0 1,0 1-1,0-2 0,0 1 1,7-5-1,-6 2-138,1-1 0,-1 0 1,0 0-1,-1-1 0,1 0 0,-1 0 0,-1 0 0,6-10 0,-5 7-353,-1 0 1,0 0-1,0 0 0,-1 0 1,0-1-1,2-19 0,-1-66-3039,-4 93 3430,0-3-36,0 1 1,-1 0 0,0-1-1,1 1 1,-2 0 0,1 0-1,-1-1 1,1 1 0,-2 0-1,-1-4 1,2 6 227,1 1 0,-1-1 1,0 1-1,0 0 0,0-1 0,0 1 0,0 0 1,-1 1-1,1-1 0,0 0 0,-1 1 1,0-1-1,1 1 0,-1-1 0,0 1 0,1 0 1,-1 1-1,0-1 0,-5-1 0,0 1 348,0 1 1,0-1-1,1 1 0,-1 0 1,0 1-1,1 0 0,-13 3 0,16-3-359,0 1-1,0 0 1,0 0-1,0 0 1,0 0-1,0 1 1,0 0-1,1-1 1,-1 1-1,1 1 1,0-1-1,0 0 1,-5 8-1,6-9-226,2-1 40,0-1 0,0 1-1,0-1 1,-1 1 0,1-1 0,0 0 0,0 1 0,-1-1-1,1 0 1,-1 1 0,1-1 0,0 0 0,-1 1-1,1-1 1,-1 0 0,1 1 0,0-1 0,-1 0 0,1 0-1,-2 1 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17.6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71 2817,'0'0'8415,"0"-3"-6203,4 8-596,7 29-741,-1 1 1,4 38-1,-7-39-401,43 180 3053,-44-202-3227,-1-7 94,-6-51-1917,-1 0-1,-12-71 1,8 82 1439,2-1 1,1-63-1,3 95 83,1 0 0,0 0-1,0 0 1,0 0 0,1 1 0,-1-1 0,1 0-1,0 1 1,0-1 0,0 1 0,1-1-1,-1 1 1,1 0 0,0 0 0,0 0 0,4-3-1,-5 5 6,-1-1 0,0 1 0,0 0 0,1 0 0,-1 0 0,1 0 0,-1 1 0,1-1 0,-1 0 0,1 0 0,0 1 0,-1-1 0,1 1 0,0 0 0,-1-1 0,1 1 0,0 0 0,-1 0 0,1 0 0,0 0 0,0 0 0,-1 1 0,1-1 0,0 0 0,-1 1 0,1-1 0,0 1 0,-1 0 0,1-1 0,-1 1 0,1 0 0,-1 0 0,1 0 0,-1 0 0,0 0 0,0 1 0,1-1 0,-1 0 0,0 0 0,0 1 0,1 1 0,7 13 351,-1 1-1,-1 0 1,11 34 0,-7-16 85,53 169 2367,-48-168-2300,-9-22-158,-7-15-344,-1-1 0,1 0 0,-1 0 0,1 0 0,0 1 0,0-1-1,0 0 1,0 0 0,0 0 0,0 1 0,1-4 0,0-6-77,-1-224-4575,1 227 4598,0 1 0,0-1 1,0 0-1,1 1 0,1 0 1,-1-1-1,1 1 0,0 0 1,1 0-1,-1 0 0,1 1 1,1-1-1,-1 1 1,1 0-1,0 0 0,1 1 1,-1 0-1,1 0 0,0 0 1,1 0-1,-1 1 0,1 0 1,0 0-1,-1 1 1,12-4-1,-13 6 176,0 0-1,-1 0 1,1 0 0,0 0 0,9 1-1,-12 0-65,0 0 0,0 0-1,-1 0 1,1 0-1,0 1 1,-1-1 0,1 1-1,0-1 1,-1 1-1,1-1 1,0 1-1,-1 0 1,1 0 0,-1 0-1,1 0 1,-1 0-1,0 0 1,0 0 0,1 1-1,1 2 1,12 27 671,-2 0 1,-1 1-1,13 58 1,-20-74-536,1 7-199,0 1 1,-2 0 0,4 46-1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18.7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73 3217,'0'0'7623,"0"-4"-4825,17 233 980,-11-173-3287,5-3 134,-7-41-354,-2 1 0,1-1 0,-2 0 0,1 14-1,-2-26-280,-1-4-452,-8-28-223,1-1-1,1 0 0,2 0 1,-1-45-1,4 23 273,0 33 265,2 0 0,0-1-1,6-35 1,-4 50 98,0 1 0,0 0 0,1 0 1,0 0-1,0 1 0,5-8 0,-7 11 6,1 1 0,-1 0 1,1 0-1,0 0 0,-1 0 1,1 0-1,0 0 0,0 0 0,0 1 1,0-1-1,1 1 0,-1-1 1,0 1-1,0 0 0,1 0 0,-1 0 1,1 0-1,-1 0 0,1 1 1,4-1-1,-6 1 104,0 0-1,1 1 1,-1-1 0,1 0-1,-1 1 1,0-1-1,1 1 1,-1 0 0,0-1-1,0 1 1,1 0 0,-1 0-1,0 0 1,0 0 0,0 0-1,0 0 1,0 0 0,0 0-1,0 0 1,0 0 0,0 2-1,15 31 1179,-14-30-1029,62 213 5252,-25-74-3372,-38-139-2014,-1-1-37,1 0 0,0 0 0,0 0 0,-1-1 1,2 1-1,-1 0 0,0-1 0,0 1 1,1-1-1,0 0 0,1 3 0,-2-24-35,-1-4-114,-1-26-1738,10-75 0,-6 108 1274,0 1-1,0-1 1,2 0-1,0 1 1,1 0-1,0 0 1,1 1-1,18-27 1,-20 34 663,0 1-1,1 0 1,0 0 0,1 0-1,-1 1 1,1 0 0,0 0 0,0 1-1,1 0 1,14-6 0,-19 9-1,1-1 0,-1 1 0,1 0 0,-1 0 1,1 0-1,0 1 0,-1-1 0,1 1 0,0 0 1,-1 0-1,1 0 0,0 0 0,-1 1 0,1 0 0,0-1 1,-1 1-1,1 1 0,-1-1 0,1 0 0,-1 1 1,0 0-1,0-1 0,0 2 0,0-1 0,0 0 0,4 4 1,3 7 215,0 1 1,-2-1 0,1 1-1,-2 1 1,0-1 0,-1 1 0,0 0-1,-1 1 1,-1 0 0,4 21-1,-2 13 297,-1-1-1,-3 54 0,2-69-898,-6-54-7639,1 18 6976,-10-29-6599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19.3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0 100 2017,'0'0'9671,"1"-5"-8660,2-37 2505,0 36-2000,-1 6-716,-1 5-688,-2 55-61,1 55 1501,1-101-1175,0 0 0,1-1 0,1 1 1,0 0-1,9 23 0,-10-32-308,0-1-1,1 1 1,-1 0-1,1-1 1,0 1 0,1-1-1,-1 0 1,1 0-1,0 0 1,0-1 0,0 1-1,0-1 1,1 0-1,-1 0 1,1 0 0,7 2-1,-9-4-68,1 0-1,-1 0 0,0 0 1,1-1-1,-1 1 1,1-1-1,-1 0 0,1 0 1,-1 0-1,1-1 1,-1 1-1,1-1 0,-1 0 1,0 0-1,1 0 1,-1 0-1,0-1 0,0 1 1,0-1-1,0 0 0,0 0 1,0 0-1,-1 0 1,1 0-1,0-1 0,2-3 1,3-3-219,-1 0-1,0-1 1,0 0-1,-1 0 1,0 0 0,-1-1-1,0 0 1,4-15 0,-4 8-645,-1 0 1,-1-1 0,-1 1-1,0-34 1,-2 46 772,0 0 1,0 0-1,-1 0 1,0 1-1,-1-1 1,1 0-1,-1 0 1,0 1-1,0-1 0,-1 1 1,0 0-1,0 0 1,0 0-1,0 0 1,-1 0-1,0 1 1,0-1-1,0 1 0,0 0 1,-6-3-1,4 2 316,-1 1 1,0 0-1,0 1 0,0 0 0,0 0 0,0 1 0,-1-1 0,0 1 0,1 1 0,-1 0 0,0 0 0,1 0 0,-1 1 0,0 0 0,-9 2 0,14-1-103,-1-1-1,1 2 0,-1-1 0,1 0 0,0 1 0,-1-1 0,1 1 1,0 0-1,0 0 0,0 0 0,1 1 0,-1-1 0,0 1 1,1-1-1,-4 6 0,5-6-548,0-1-1,0 1 1,0 0 0,0-1 0,0 1 0,1 0-1,-1 0 1,1 0 0,-1 0 0,1-1-1,0 4 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19.8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45 1457,'0'0'12032,"0"-5"-9788,2 28-1360,1 0 0,0-1 0,2 1 0,9 24 1,2 14 400,2 36 498,8 30 329,-16-104-1696,-10-23-412,0 0-1,0 1 1,0-1 0,0 0 0,1 1 0,-1-1 0,0 0 0,0 1-1,0-1 1,0 0 0,1 1 0,-1-1 0,0 0 0,0 1 0,0-1 0,1 0-1,-1 0 1,0 1 0,1-1 0,-1 0 0,0 0 0,1 1 0,-1-1-1,0 0 1,1 0 0,-1 0 0,0 0 0,1 0 0,-1 0 0,0 1 0,1-1-1,-1 0 1,0 0 0,1 0 0,-1 0 0,1 0 0,-1 0 0,0-1-1,1 1 1,-1 0 0,0 0 0,1 0 0,-1 0 0,1 0 0,-1 0 0,0-1-1,0 1 1,1 0 0,-1 0 0,0 0 0,1-1 0,-1 1 0,0 0-1,0-1 1,1 1 0,-1 0 0,0 0 0,0-1 0,0 1 0,1 0 0,-1-1-1,0 0 1,4-9-79,0 1 0,-1-2 0,0 1 0,-1 0 0,0-1 1,1-10-1,1-72-1331,-3 64 759,-1 3-70,1-3-371,0 0 0,7-35 1,-6 55 1004,0 0 0,1 0 1,0 1-1,0-1 0,1 1 0,0-1 1,1 1-1,0 0 0,0 1 1,0-1-1,8-7 0,-9 12 220,0 0-1,-1 0 0,1 1 1,0-1-1,1 1 1,-1 0-1,0 0 0,1 1 1,-1-1-1,1 1 1,-1 0-1,1 0 1,0 0-1,-1 1 0,1 0 1,0 0-1,-1 0 1,1 0-1,0 1 0,-1-1 1,1 1-1,0 1 1,-1-1-1,1 1 1,-1-1-1,0 1 0,0 0 1,1 1-1,4 3 1,10 14 208,-1 2 1,-1 0 0,-1 0 0,21 41-1,-8-16 93,-14-24-359,-6-10-182,-1 1 0,0-1 1,0 1-1,-1 1 0,-1-1 0,7 24 1,-13-31-1022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01.4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4178 1 2401,'0'0'14431,"-17"0"-13791,-147 0-8,159 0-630,0 1-1,0 0 0,0 0 0,0 0 1,-6 3-1,6-2 0,0 0 1,0-1-1,-1 1 1,1-1-1,-9 1 0,-247-2 2,69 2-94,-148-2 182,223-6-74,-231-5-5,272 9-25,22 1 88,-1 1-1,-76 12 1,50-2 59,-1-4-1,-125-6 0,88-1 121,-45-1 118,-179 4-80,126 18 251,29-2-96,-109-14-313,198-4-60,38 0 65,-67-9-1,60 3-2,-107 5-1,57 2 1579,124 12-3098,-2-8 610,0-1 0,0 0 0,1 0 0,0 0 0,-1 0-1,1-1 1,6 3 0,22 10-8067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03.1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 2977,'2'-1'13689,"-2"1"-13688,0 0 0,1 0-1,-1 0 1,0 0-1,0 0 1,0-1-1,1 1 1,-1 0 0,0 0-1,0 0 1,1 0-1,-1 0 1,0 0 0,0 0-1,1 0 1,-1 0-1,0 0 1,0 1 0,0-1-1,1 0 1,-1 0-1,0 0 1,0 0 0,1 0-1,-1 0 1,0 0-1,0 1 1,0-1-1,0 0 1,1 0 0,-1 0-1,0 0 1,0 1-1,0-1 1,1 0 0,2 43 299,-4-34-250,2 0 1,-1 0-1,4 13 0,1 1 137,-1-1 0,0 1-1,-1 37 1,-2-36-149,7 37 0,-5-37 100,2 37 0,-4-34-95,6 32 0,-5-49-41,0 54 57,-1-8 2,10 224 868,-8-83-1447,-4-255-4727,-5 12-1358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04.1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125 0 4706,'0'0'6731,"2"2"-6061,-2-2-642,0 1 0,1-1 0,-1 0 1,0 0-1,0 0 0,0 0 0,1 0 0,-1 0 1,0 1-1,0-1 0,0 0 0,0 0 0,1 0 1,-1 0-1,0 1 0,0-1 0,0 0 0,0 0 1,0 0-1,0 1 0,0-1 0,1 0 0,-1 0 0,0 1 1,0-1-1,0 0 0,0 0 0,0 0 0,0 1 1,0-1-1,0 0 0,0 0 0,0 1 0,0-1 1,0 0-1,-1 0 0,1 1 0,0-1 0,0 0 1,0 0-1,0 0 0,0 1 0,0-1 0,0 0 0,-1 0 1,1 0-1,0 1 0,0-1 0,0 0 0,0 0 1,-1 0-1,1 0 0,0 0 0,0 0 0,0 1 1,-1-1-1,-18 0 2113,7-1-1674,9 2-468,0 0 0,1-1 0,-1 1-1,0 0 1,1 0 0,-1 1 0,1-1 0,0 0 0,-1 1-1,1 0 1,0-1 0,0 1 0,0 0 0,0 0 0,0 0-1,0 0 1,1 0 0,-1 1 0,-1 2 0,-5 7-3,1 1 0,-6 15 0,7-12 163,2 1 0,0-1-1,1 1 1,1 0-1,0-1 1,2 1-1,1 21 1,-1-29 8,0-7-101,1 1 0,-1-1 1,1 1-1,0-1 0,0 0 1,0 0-1,0 1 0,0-1 1,1 0-1,-1 0 0,1 0 1,-1 0-1,1-1 0,0 1 0,0 0 1,0-1-1,0 1 0,0-1 1,0 0-1,0 1 0,0-1 1,0 0-1,4 1 0,3 2 64,1-1 0,-1 0 0,1 0 0,16 2 0,37-2 3,-61-3-137,-1 0 0,0 0 0,1 0 0,-1-1 0,1 1 0,-1 0 0,0-1 0,1 1-1,-1-1 1,0 1 0,0-1 0,1 0 0,-1 0 0,0 1 0,0-1 0,0 0 0,0 0 0,0 0 0,1-2 0,0 0-77,0 1 1,0-2-1,0 1 0,-1 0 1,1 0-1,-1 0 1,1-6-1,1-4-311,-1 1-1,-1 0 0,0-20 0,0 10-12,0 7 133,-1 0 1,-1 0 0,0 0 0,-6-27-1,7 39 319,-1 0-1,0 0 0,0 1 0,0-1 1,0 0-1,-1 0 0,1 1 0,-1-1 1,1 1-1,-1-1 0,0 1 0,0 0 1,0 0-1,0 0 0,-1 0 0,1 0 1,0 0-1,-1 1 0,0-1 0,1 1 1,-1-1-1,0 1 0,1 0 0,-1 0 1,0 1-1,0-1 0,0 0 0,0 1 0,0 0 1,-5-1-1,5 1 66,-1 0 0,1 0 0,-1 0 1,1 1-1,-1-1 0,1 1 0,0 0 0,-7 2 0,8-2-86,0 0-1,1 1 1,-1-1-1,1 1 1,0-1-1,-1 1 1,1-1-1,0 1 0,0 0 1,0 0-1,0 0 1,0 0-1,0-1 1,1 1-1,-2 4 1,-4 18-2011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12.4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2436 115 720,'0'0'8426,"-9"1"-2019,-12 1-5240,-171-4 378,-207 4-153,284 11-1171,76-7-187,-57 2-1,27-8 65,-293-7 271,342 5-340,1-2-1,-1 0 1,1-1-1,1-1 1,-1-1-1,-18-9 1,16 6-6,-1 2-1,0 0 1,-40-8 0,-9 5 445,-118-3 0,-138 20 4,322-6-457,0-1 0,0 1 0,0-2 0,0 1 0,0 0-1,0-1 1,1 0 0,-9-5 0,8 5-2,0-1 0,0 1 0,0 0 0,0 0 0,0 1 0,-1-1 0,1 1 0,-11-1 0,-142 2-50,157 0 0,36 0-8485,-3 0 791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13.7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76 4402,'0'0'590,"3"-3"-2042,17-15 2173,-18 13 3560,-2 5-4290,0 0 0,0-1 0,0 1 0,0 0 0,0 0 0,0 0 1,1-1-1,-1 1 0,0 0 0,0 0 0,0 0 0,0 0 0,0-1 0,0 1 0,0 0 0,0 0 1,1 0-1,-1 0 0,0-1 0,0 1 0,0 0 0,0 0 0,1 0 0,-1 0 0,0 0 1,0 0-1,0 0 0,1-1 0,-1 1 0,0 0 0,0 0 0,0 0 0,1 0 0,-1 0 0,0 0 1,0 0-1,1 0 0,0 0-204,1-1 1,0 1 0,-1-1 0,1 1-1,-1-1 1,1 0 0,0 0 0,-1 0-1,0 0 1,1 0 0,-1 0 0,2-2-1,-2 2 486,-1 0 0,1 0-1,-1 0 1,1 0-1,-1 0 1,1 0-1,-1 0 1,0 0-1,1 0 1,-1-1 0,0 1-1,0 0 1,0-2-1,0 3-133,3-15 7142,31 15-7337,-14 0-2547,-7 0-2803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23.7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0 131 3826,'0'0'5912,"2"-5"-5427,1 0 31,1-6-726,-3-1 8327,0 11-8072,-1 0 1,0 1-1,1-1 1,-1 0-1,1 1 1,-1-1-1,1 1 1,-1-1-1,1 1 1,-1-1-1,1 1 0,-1-1 1,1 1-1,0-1 1,-1 1-1,1 0 1,0-1-1,-1 1 1,1 0-1,1-1 1,19-5 29,-18 5-25,9-2 57,1 1 0,-1 1 0,0 0-1,1 1 1,18 2 0,7 0-62,14-3 63,-17-1 45,40 5 0,-40 4 166,-27-5-188,0 0 1,-1-1 0,17 2-1,89 5 123,-78-6-32,-27-2-221,-1 0 1,0 1 0,1-1-1,-1 2 1,0-1-1,0 1 1,7 2-1,-8-2 2,0-1 0,0 0 0,0 0-1,0 0 1,1-1 0,-1 0 0,12-1-1,3 0 3,293-5-5,46-3 43,-217 0-83,-135 9 40,27 0 3,0-1 1,44-7-1,-29 0-27,1 2 0,68 2 0,-93 2 22,-1 0 0,38-9 0,-38 5-3,0 2 0,39-1 0,-63 5 4,55 0 10,98-12-1,-81 4-2,139 5 0,-23 1 11,463-8-4,-431 11-7,-178-1-8,135 6-17,79 4 22,-204-11-9,100 0-38,165 3-61,-122 9 35,173 5-103,-235-6 163,-27 0 7,51-8-11,39 2-263,-18-3 216,5-1 44,-120 9 18,-44-6 15,39 3-1,-39-6-22,-19 1 27,-4-1 20,-32 2 374,13-2-273,0-1-372,-1 1 0,1 1 0,0 1 0,0 1 0,-26 7-1,3 4-3913,-2-4-4555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25.9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114 10 6435,'0'0'3458,"-6"-2"-3077,-19-4 307,19 5 1455,5 115 4561,-1 25-5658,-11 85-713,11-186-250,-10 57-1,6-57-48,-1 56-1,8-69-1,-2-1-1,0 1 0,-2 0 0,0-1 0,-10 34 0,8-36-1,2-1 0,0 2-1,1-1 1,1 0 0,3 33 0,0-4 69,-3-9-21,0-23-46,0 0 0,2 0-1,0-1 1,6 34 0,-4-40-33,-1-1 0,-1 1 1,0 0-1,-1 15 0,0-26 5,0-1 31,1 0-51,0-1-1,-1 1 1,1-1 0,0 1 0,-1-1-1,1 1 1,0-1 0,-1 1 0,1-1-1,-1 0 1,1 1 0,-1-1 0,1 0-1,-1 1 1,0-1 0,1 0 0,-1 0-1,0 1 1,1-1 0,-1 0 0,0 0-1,0 0 1,0 0 0,0 1 0,0-1-1,0 0 1,0 0 0,0 0 0,0 0-1,0-37-573,-1 25 70,1 1-624,0 0 0,1 0 0,0 0 1,1 0-1,0 1 0,5-15 0,12-33-4041,-3 0 3878,-5 8 5803,8-81 0,-14-286-1655,-8 230-2382,2 173-457,-1 1-1,-1 0 0,0 0 1,-1 0-1,0 0 0,-2 1 1,-11-25-1,16 37-21,0-1 0,1 0 0,-1 1 0,0-1 0,0 1 0,0-1 0,0 1 1,0-1-1,0 1 0,-1-1 0,1 1 0,0 0 0,-1 0 0,1 0 0,-1 0 0,0 0 0,1 0 0,-1 0 0,1 1 0,-4-2 0,4 2 68,1-13 177,0 6-564,0 28-4410,0 8-552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21.1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1 113 2897,'0'0'3746,"1"-10"-3719,6-37 1060,-5 5 5114,-2 29-5028,0 12-769,0 4 693,0 2-957,1 0 1,0 0 0,0 0 0,4 10 0,3 19-138,13 364 858,-11-57-687,-10-282-131,4 213 12,5 37-23,6-32 0,-13-253-32,11 490 33,-13-463-31,7 69 95,-1-1 46,-6 499 380,-3 83 88,-5-494-527,6-170-69,-3 55-43,-11 134 69,14-200-99,-8 123 87,9-136-44,0 0 0,-1-1 1,-4 16-1,3-15-40,0-1-1,1 1 1,0 15 0,-12 132-271,14-160 334,0-10-157,-1-25-3162,-8-42 0,3 28-3329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22.6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120 73 3906,'0'0'7206,"-3"12"-2828,2-12-4340,0 0 0,1 0 0,-1 0 0,0 0 0,0 0 0,0 0 1,0-1-1,1 1 0,-1 0 0,0 0 0,0-1 0,1 1 0,-1 0 0,0-1 0,1 1 0,-1-1 1,0 1-1,1-1 0,-1 1 0,0-1 0,1 0 0,-1 1 0,1-1 0,-1 1 0,1-2 1,-6-20 31,3 3 40,2 19-102,1-1-1,-1 0 1,1 0 0,-1 1-1,1-1 1,-1 1 0,0-1 0,1 0-1,-1 1 1,0-1 0,1 1-1,-1 0 1,0-1 0,0 1-1,0-1 1,1 1 0,-1 0 0,0 0-1,0 0 1,0-1 0,0 1-1,0 0 1,0 0 0,-28 0 39,17 1-63,11-1 23,-1 0 1,1 1-1,0-1 1,0 1-1,0-1 1,0 1-1,0 0 1,0-1-1,0 1 0,0 0 1,1 0-1,-1-1 1,0 1-1,0 0 1,0 0-1,1 0 0,-1 0 1,1 0-1,-1 0 1,1 0-1,-1 0 1,1 0-1,-1 1 1,1-1-1,0 2 0,-7 30 159,7-33-165,-3 36 277,2-1-1,5 45 1,-4-76-247,1 0 0,-1 0 0,1 0 0,0 0 1,0-1-1,0 1 0,1 0 0,-1-1 1,1 1-1,0-1 0,0 1 0,0-1 0,0 0 1,1 0-1,-1 0 0,1 0 0,0 0 0,3 2 1,-1-2 9,-1 0 0,1-1 0,0 1 0,0-1 1,0 0-1,0 0 0,0-1 0,0 1 0,0-1 1,1-1-1,-1 1 0,10 0 0,-10-1 11,0 0 0,0 0 1,0-1-1,0 0 0,0 1 0,0-2 0,5-1 0,-7 2-74,-1 0 0,0 0 0,1-1-1,-1 0 1,0 1 0,0-1 0,-1 0-1,1 0 1,0 0 0,0 0 0,-1 0-1,1 0 1,-1 0 0,0-1 0,2-3-1,2-6-346,-1 0-1,0-1 0,-1 1 1,-1-1-1,0 0 0,1-19 0,-6-80-1073,3 109 1507,-1 0-1,1 0 1,-1 0-1,0 0 1,0 1-1,0-1 1,0 0-1,-1 0 1,1 0-1,-1 1 1,1-1-1,-1 1 1,0-1-1,0 1 1,0 0-1,0 0 1,-1 0-1,1 0 1,-1 0-1,1 0 1,-1 1-1,1-1 1,-1 1 0,0 0-1,0 0 1,0 0-1,0 0 1,0 0-1,0 0 1,0 1-1,0 0 1,0-1-1,0 1 1,0 0-1,0 1 1,0-1-1,0 0 1,0 1-1,0 0 1,-5 1-1,7-1-27,0 0 1,-1 0-1,1 0 0,0-1 1,0 1-1,0 1 0,-1-1 0,1 0 1,0 0-1,1 0 0,-1 1 0,0-1 1,0 0-1,0 1 0,1-1 1,-1 0-1,0 2 0,-6 29 542,5-24-400,-1 13 308,1-1 1,0 41-1,2-44-379,0-16-105,1 0-1,-1-1 1,0 1 0,0-1-1,1 1 1,-1 0 0,1-1-1,-1 1 1,0-1-1,1 1 1,-1-1 0,1 1-1,-1-1 1,1 1 0,-1-1-1,1 1 1,0-1 0,-1 0-1,1 1 1,-1-1 0,1 0-1,0 1 1,-1-1 0,1 0-1,0 0 1,0 0 0,-1 0-1,1 0 1,0 0 0,-1 0-1,1 0 1,0 0 0,-1 0-1,1 0 1,0 0 0,-1 0-1,1-1 1,0 1 0,1-1-1,-1 1-187,0 0 0,0 0 0,0 0 0,0-1 0,0 1 0,0-1 0,0 1 0,0-1 0,0 1 0,0-1 0,0 1-1,0-1 1,0 0 0,0 1 0,0-1 0,0 0 0,-1 0 0,1 0 0,0 0 0,0 0 0,-1 0 0,1 0 0,-1 0 0,1 0-1,-1 0 1,0 0 0,1-1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24.1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91 102 2801,'0'0'7302,"0"-27"-3353,1 25-3847,-1 0 1,0 0-1,0 0 1,0-1-1,0 1 1,-1 0-1,1 0 1,-1 0-1,1 0 1,-1-1-1,0 1 1,0 0-1,1 0 1,-1 0-1,-1 0 1,1 1-1,-2-3 1,1 2-125,0 1-1,-1 0 1,1 0 0,0 0 0,-1 0 0,1 0-1,-1 1 1,1-1 0,-1 1 0,1 0-1,-1-1 1,1 1 0,-6 1 0,7-1 128,-1-1-1,0 1 1,1 0 0,-1 0 0,1 0 0,-1 0-1,0 1 1,1-1 0,-1 0 0,1 1 0,-1-1 0,1 1-1,-1-1 1,1 1 0,-1 0 0,1-1 0,0 1-1,-1 0 1,1 0 0,0 0 0,-3 3 0,3-1-45,0 0 0,0 1 0,0-1 0,1 1 1,-1-1-1,1 1 0,0 0 0,0-1 1,0 5-1,0-1 50,0-1 1,0 0 0,0 1-1,1-1 1,0 0 0,1 0-1,1 8 1,-1-12-84,-1 0 1,0 0-1,0-1 0,1 1 1,-1 0-1,0-1 1,1 1-1,0 0 0,-1-1 1,1 0-1,0 1 0,0-1 1,0 0-1,0 0 1,0 0-1,0 0 0,0 0 1,0-1-1,0 1 0,1-1 1,-1 1-1,0-1 1,4 0-1,2 1 27,-1-1 1,1 1-1,-1-2 0,1 1 0,-1-1 1,1 0-1,-1-1 0,0 0 1,0 0-1,0 0 0,0-1 1,0 0-1,10-6 0,-13 6-160,0 1 0,0-2-1,-1 1 1,1 0 0,-1-1 0,0 0-1,0 1 1,0-1 0,0 0-1,0-1 1,-1 1 0,0 0-1,0-1 1,0 0 0,-1 1 0,1-1-1,-1 0 1,0 0 0,0 1-1,-1-1 1,0-8 0,1 11 33,-1 0 1,0-1-1,0 1 0,-1 0 1,1 0-1,0 0 0,-1-1 1,1 1-1,-1 0 1,-1-3-1,1 4 70,0 0 0,0 0 0,0 0 0,0 1 0,0-1 0,0 0 0,0 0 0,0 1 0,-1-1 0,1 1 0,0-1 0,0 1 0,-1-1 0,1 1 0,0 0 0,-1 0-1,-1-1 1,-5 0 216,0 0-1,1 0 1,-1 1-1,0 0 1,0 0-1,0 1 0,0 0 1,-11 3-1,15-3-94,1 0-1,-1 1 0,0 0 0,1 0 1,-1 0-1,1 0 0,0 0 1,0 1-1,0 0 0,0-1 0,0 1 1,0 0-1,1 0 0,-1 1 0,1-1 1,0 0-1,-3 8 0,2-6-17,-1 11 110,4-15-323,1-20-4287,7-1-499,-1 2-5163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29.0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0 110 5298,'0'0'7414,"0"-8"-6618,0-35 3144,18 43-2745,1 2-1034,-1 0 0,0 1 0,0 1 0,30 11 0,-7-2-59,-11-4-32,-17-5-62,-1 0 0,1-1 0,0 0 0,0-1 0,14 0 0,120 6 3,-102-5-12,144-1 60,-98-3-110,-69 0 24,0-2-1,0 0 0,32-9 0,-32 6 18,0 1 0,0 1 0,35-1-1,-11 5 10,0-1 0,70-13 1,-64 8 5,1 1 1,-1 3 0,67 6-1,-6-1 93,-40-1-63,-32-1 11,70-5 1,-59-5-32,-30 5-22,1 1 0,27-1 0,-8 2 65,55-10-1,19-1 221,-2 10-128,175-15-106,-215 12-2,109 4-1,-88 4 58,226-2-86,-286 1-33,52 10-1,1 1 27,-32-9-7,-18-1-1,0 1-1,1 1 1,-1 3 0,67 19-1,-78-18 16,0-1 0,1-1 0,0-1-1,1-2 1,33 0 0,-32-2-13,-15 1-13,1 1-1,0 0 0,26 10 1,12 3-13,5-1 44,26 6 12,3-2-23,-47-10 3,45 6 0,94 4-66,-110-13 19,117-4-1,-91-4-4,1636 2-1033,-1627-7 1087,0-1-70,-59 8 38,142-6-248,-131 2 231,-33 3 17,42-8 0,-63 8 82,-2 1-18,-1 0 0,0 0 0,1 0-1,-1 0 1,0 0 0,0 0 0,1 0-1,-1 0 1,0 0 0,1 0 0,-1-1-1,0 1 1,1 0 0,-1 0 0,0 0-1,0 0 1,1-1 0,-1 1 0,0 0 0,0 0-1,1 0 1,-1-1 0,0 1 0,0 0-1,0-1 1,0 1 0,1 0 0,-1 0-1,0-1 1,0 1 0,0 0 0,0-1-1,0 1 1,0 0 0,0-1 0,0 1-1,0 0 1,0-1 0,0 1 0,0 0-1,0 0 1,0-1 0,0 1 0,0 0-1,0-1 1,0 1 0,-1-1 0,1 0-36,-2 0-32,-1 0 0,0 0-1,1 1 1,-1-1 0,0 0 0,0 1-1,0 0 1,-4 0 0,5 0-88,-54-1-5352,23-2-2150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32.4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 7 5811,'5'-7'13224,"1"24"-13119,0 0-1,-1 0 1,-1 1-1,-1-1 1,3 30-1,-4 96 256,-2-94-277,1 50 0,-6 145-104,-15-137 13,13-78 7,1 0 0,1 1 1,0 34-1,5 441 84,-12-277 8,1 1-78,11 295-56,1-500 44,2 1 0,1-1 0,13 45 0,-5-24 11,19 111-3,4 15 11,-27-134-24,-2 0 0,-1 0 0,0 59 0,4 13-34,-1-40 31,8 306-1786,-22-194 1313,5-158 493,2 30 0,0-40-14,0 0 1,-1 0 0,0-1 0,-1 1 0,-1 0-1,0 0 1,0-1 0,-7 19 0,-30 81 85,38-102 121,1-10-113,17 0 102,-14 0-207,-1 0 45,0 0 0,0 0 0,0 0 0,-1 0 0,1 0 0,0 0 0,0 0 0,0 1 0,0-1 0,0 1 0,0-1 0,-1 1 0,1 0 0,0 0 0,-1 0 0,1 0 0,0 0 0,-1 0 0,2 2 0,40 21 183,5 13 100,-36-28-138,1 0-1,-1 1 1,0 0-1,11 14 0,2 2 79,-22-23-221,1 1 1,0-1-1,-1 1 1,0 0-1,0 0 1,0 0-1,0 0 1,-1 0-1,0 1 1,0-1-1,0 1 1,0-1-1,1 7 1,14 75 839,-13-58-793,-1-1 0,0 39-1,-5-59-99,0 0 0,-1 0 0,1 0 0,-1 0 0,-1 0 0,1 0 0,-1-1 0,0 0 0,-8 10 0,1-1 25,-47 58-12,18-26-59,38-45 60,1 0-1,-1 0 1,0 0 0,0 0 0,0-1 0,0 1 0,0 0 0,-1-1 0,1 0 0,0 1 0,-1-1 0,1 0 0,-1 0 0,-3 0 0,-2 0-33,1 0 1,0 0-1,-15-2 0,2 1-14,-93 0-640,113 8 786,2 1 0,-1-1 0,1 1 0,0-1 0,5 13 0,-3-12-73,-1 0 0,-1-1 0,0 1 0,0 0-1,1 17 1,-3 136-331,-20-180-5571,13 8-1030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34.3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2 188 16,'0'0'4381,"0"-10"-3287,0-31-211,0 40-543,0 0 1,0 0-1,0 0 1,-1-13 12236,66 14-12191,109 14-1,-132-10-319,0-1 0,51-5 0,-20 1-40,513-2 263,-565 1-276,40-6 1,-1-1-7,150 6-22,-132 3-12,-78 0-40,0-16-726,0-63-1114,0 78 1906,0 0-1,0 0 1,-1 1 0,1-1-1,0 0 1,0 0 0,-1 1-1,1-1 1,-1 0 0,1 1-1,0-1 1,-1 0 0,0 1-1,1-1 1,-1 1 0,1-1-1,-1 1 1,0-1 0,1 1-1,-1-1 1,0 1 0,1-1-1,-1 1 1,0 0 0,0 0-1,1-1 1,-1 1 0,0 0-1,0 0 1,0 0 0,1 0-1,-2 0 1,-33 0 202,26 0-153,-57 0 313,65 0-329,0 1 1,1-1-1,-1 0 1,0 0-1,1 1 1,-1-1 0,0 1-1,0-1 1,1 0-1,-1 1 1,1-1 0,-1 1-1,0 0 1,1-1-1,-1 1 1,1-1-1,0 1 1,-1 0 0,1-1-1,-1 1 1,1 0-1,0 0 1,0-1-1,-1 1 1,1 1 0,-6 23 364,5-22-308,-1 10 113,0 0-1,1 0 0,0 0 0,1 1 1,0-1-1,4 17 0,-4-29-193,0 0 1,1-1-1,-1 1 0,1 0 0,-1 0 0,1-1 1,0 1-1,-1 0 0,1-1 0,0 1 0,-1-1 1,1 1-1,0-1 0,0 1 0,-1-1 0,1 0 1,0 1-1,0-1 0,0 0 0,-1 1 0,1-1 1,0 0-1,0 0 0,0 0 0,0 0 1,0 0-1,1 0 0,0 0-36,0 0 1,0 0-1,0-1 1,1 1-1,-1 0 0,0-1 1,0 1-1,0-1 1,-1 0-1,1 0 0,4-1 1,-4-1-79,1 0 0,-1 1-1,1-1 1,-1 0 0,0 0 0,0-1 0,0 1 0,0 0 0,-1-1 0,1 1 0,-1-1 0,0 1 0,1-5 0,0-4-1363,0 1 0,-1-1 0,0-15 0,-1-10-6684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36.6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28 5555,'0'0'7510,"-3"18"-3690,3-17-3755,1 0-1,0-1 0,0 1 1,-1 0-1,1-1 1,0 1-1,0-1 1,0 1-1,0-1 1,0 1-1,0-1 1,0 0-1,0 1 1,0-1-1,0 0 1,0 0-1,2 0 1,23 1 278,-14 0-75,202 10 1490,-148-12-1598,1-3 0,113-21 0,-153 22-171,-1 1 1,0 0 0,41 4-1,-8 0 58,231-14 71,-224 7-91,89 5 0,-61 2 300,173-2 4,-267 0-384,-27 0-3648,27 0 3465,-1 0-1,0 0 1,1 0-1,-1 0 1,0 0-1,1 0 1,-1 0-1,0 0 1,1 0-1,-1 0 1,0-1-1,1 1 0,-1 0 1,0 0-1,1-1 1,-1 1-1,1 0 1,-1-1-1,1 1 1,-1-1-1,1 1 1,-1-1-1,1 1 1,-1-1-1,0 0 1,-3-10-5828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37.0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3362,'0'0'2993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37.6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127 1 4930,'0'0'4184,"8"0"-3502,0 0-157,18 2-37,-10-4 5393,-40 9-6377,1 1-1,0 1 0,0 2 0,-25 13 1,25-13-2290,2-9-2072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7:42.4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181 5171 6019,'0'0'6381,"0"-7"-6111,0 3-410,2-47 1725,-2 46-1313,1 0 0,0 0 0,0 0 1,0 0-1,0 1 0,1-1 0,-1 0 1,1 1-1,3-5 0,-3 4-233,-1 0 0,1 0 0,-1-1 0,0 1-1,0 0 1,-1-1 0,1-6 0,-1 1 125,1 4-68,1-14 402,9-39-1,16-81-193,-23 120-230,-1 1 0,-1-1 0,-1 0 0,-3-40 0,1 8-57,1-1128 1931,-7 1109-2036,7-896-14,-2 930 99,-6-39-1,3 40 13,0-39 0,2-247 116,-1 184-127,3 104-17,-9-48 0,4 49-28,0-50 1,6-88 78,-3-262-168,-1 81 125,-6 223-202,10-168-241,0 298 444,0-1-322,0 0 317,0 1 1,0-1-1,0 0 1,0 0-1,0 1 0,-1-1 1,1 0-1,0 1 1,0-1-1,-1 0 1,1 0-1,0 1 1,-1-1-1,0 0 1,-145 1-125,145 0 137,0 0-1,0 1 1,-1-1-1,1 1 0,0-1 1,0 1-1,0 0 1,0-1-1,0 1 1,0 0-1,0 0 1,0-1-1,0 1 0,0 0 1,0 0-1,0 0 1,1 0-1,-1 0 1,0 0-1,1 1 1,-1-1-1,0 0 0,0 2 1,0 1-11,-1 0-1,1 0 1,0 0 0,0 0-1,1 0 1,-1 6-1,1-2 54,1 0 0,0 0-1,1 0 1,0 0-1,0 0 1,1 0-1,0 0 1,0 0-1,1-1 1,0 0 0,1 0-1,-1 0 1,1 0-1,0-1 1,1 1-1,-1-1 1,2-1-1,-1 1 1,0-1 0,1 0-1,0-1 1,8 5-1,-13-8-27,0 0-1,0 0 0,0 0 1,0-1-1,0 1 0,0-1 1,0 1-1,0-1 0,0 0 1,1 1-1,-1-1 0,0 0 1,0-1-1,0 1 0,0 0 1,1-1-1,-1 1 0,0-1 1,0 1-1,0-1 0,0 0 1,0 0-1,0 0 0,0 0 1,-1 0-1,1-1 0,0 1 1,0-1-1,-1 1 0,1-1 1,-1 1-1,0-1 0,1 0 1,-1 0-1,0 1 0,0-1 1,0 0-1,0 0 0,1-3 1,2-10-301,0 0 0,-1 0 0,-1 0 1,0-1-1,-1 1 0,-1-1 0,-3-29 0,3 42 284,-1 0-1,0 0 1,1 1-1,-1-1 1,0 0-1,0 1 1,-1-1-1,1 0 1,0 1-1,-1-1 1,0 1-1,1 0 1,-1 0-1,0-1 1,0 1-1,-1 1 1,1-1 0,0 0-1,0 0 1,-1 1-1,1-1 1,-1 1-1,0 0 1,1 0-1,-1 0 1,0 0-1,0 0 1,0 1-1,1-1 1,-1 1-1,0 0 1,0-1-1,-5 2 1,7-1 52,-1 1 1,1-1-1,-1 1 1,1 0-1,-1-1 1,1 1-1,0 0 1,-1 0-1,1 0 1,0 0-1,0 0 1,0 0-1,0 0 1,0 1-1,0-1 1,0 0-1,0 1 1,0-1-1,0 0 1,1 1-1,-1-1 1,1 1-1,-1-1 1,1 1-1,-1-1 1,1 4-1,-2 1-369,1 1 0,0 0-1,0 0 1,1 0 0,0 11 0,2 1-3171,-1 9-2733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43.2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75 1 5234,'0'0'4779,"0"10"-3976,1-1-636,-1 2 141,0 0 1,0-1-1,-1 1 1,0-1 0,-1 1-1,0-1 1,-6 19-1,-45 67 1277,44-89-1600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43.6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39 4370,'0'0'4960,"0"-4"-4424,0-30 198,0 33-297,0 7-229,-1 3-190,0 0-1,-1 1 0,0-1 1,0 0-1,-1-1 0,0 1 1,-5 9-1,4-10-374,1 0-1,0 1 1,0 0-1,0 0 1,1 0-1,1 0 0,-1 10 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44.5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97 30 2369,'0'0'7227,"4"-1"-6095,10-6 487,-13 6-1343,0 0 1,0-1-1,-1 1 0,1 0 1,-1-1-1,1 1 0,-1-1 1,0 1-1,0-1 0,1 1 0,-1-1 1,0 1-1,-1-3 0,-23 38 962,-44 85-491,43-74-493,23-42-168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44.9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7 0 7732</inkml:trace>
  <inkml:trace contextRef="#ctx0" brushRef="#br0" timeOffset="1">7 0 7732,'130'15'608,"-130"3"112,0 9 529,0 6-129,-6 3-576,-21-5-544,-3-1-96,-4-6-2145,-6-6-2465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48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2149 1922 5170,'0'0'3466,"-4"0"-3079,-72-2 6794,-5-4-5102,-15 2-1314,-18-2-599,56 1 353,-77 2 0,75 4-388,-64-9-1,68 4-63,-80 3 0,-24-2-54,-123-4 355,226 7-394,-384 0 103,426 1-48,1 1 1,0 1-1,0 0 1,0 0-1,0 2 0,0-1 1,1 2-1,-14 7 0,6-4 99,-43 14 0,64-22-111,-1-1-1,1 0 1,0 0-1,0 0 1,-1 1-1,1-1 1,0 0-1,-1 0 1,1 0-1,0 0 1,-1 0-1,1 0 1,0 0-1,0 0 1,-1 0 0,1 0-1,0 0 1,-1 0-1,1 0 1,0 0-1,-1 0 1,1 0-1,0 0 1,-1 0-1,1 0 1,0 0-1,-1 0 1,1-1-1,0 1 1,-1 0-1,1 0 1,0 0-1,0-1 1,-1 1-1,1 0 1,0 0-1,0-1 1,0 1-1,-1 0 1,1 0 0,0-1-1,0 1 1,0 0-1,0-1 1,0 1-1,-1 0 1,1-1-1,0 1 1,0 0-1,0-1 1,0 1-1,0 0 1,0-1-1,0 1 1,0 0-1,0-1 1,0 1-1,0 0 1,1 0-1,-1-1 1,0 1-1,0 0 1,0-1-1,0 1 1,0 0-1,1-1 1,-1-11-131,0-1041-297,-14 874 406,5 104-1,-1-171 94,23-65-48,-13 252 587,0 65-328,0-2-1934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49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16 4882,'0'0'4712,"5"4"-4427,-3-2-260,0 1 24,1-1 1,-1 0-1,1 0 1,-1 0-1,1 0 1,0 0 0,0-1-1,0 1 1,0-1-1,0 0 1,0 0-1,0 0 1,0 0 0,0-1-1,1 1 1,4-1-1,17 4 86,-14-2 3126,-11-26-3202,-1 23-59,0-1-1,0 1 0,0-1 1,0 1-1,0 0 0,0-1 1,-1 1-1,1 0 0,0 0 1,-1 0-1,1 0 0,0 0 1,-1 0-1,0 0 0,1 1 1,-1-1-1,1 0 0,-1 1 1,0-1-1,-1 1 0,-37-6 231,32 6-164,0 0-1,1 0 0,-1 1 1,0 0-1,0 0 1,0 1-1,-8 3 0,13-3-20,0-1 1,0 1-1,1 0 0,-1-1 0,1 1 0,-1 0 0,1 1 0,0-1 0,0 0 0,0 1 0,0-1 1,0 1-1,0 0 0,1 0 0,-1-1 0,1 1 0,0 0 0,0 0 0,0 0 0,0 0 1,0 4-1,-1 7 321,0-1 0,0 0 0,1 0 1,1 0-1,1 1 0,2 16 0,-3-29-373,1 0 0,-1-1-1,1 1 1,-1-1-1,1 1 1,-1-1-1,1 1 1,-1-1-1,1 1 1,0-1-1,-1 1 1,1-1-1,0 0 1,0 0-1,-1 1 1,1-1-1,0 0 1,0 0-1,-1 0 1,1 0-1,0 1 1,0-1 0,-1 0-1,1-1 1,0 1-1,0 0 1,0 0-1,-1 0 1,1 0-1,0 0 1,-1-1-1,1 1 1,1-1-1,1 0-77,1 0 0,-1 0-1,1 0 1,-1-1 0,0 1 0,6-5-1,-2-2-624,0 0 0,-1 0 0,0-1 0,0 0 0,-1-1 0,0 1 0,-1-1 0,0 0-1,0 0 1,-1 0 0,2-13 0,3-20-4828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49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100 57 3570</inkml:trace>
  <inkml:trace contextRef="#ctx0" brushRef="#br0" timeOffset="1">100 57 3570,'-33'-57'4754,"6"105"-2129,4 3-624,9-5-432,11-13-17,3-12-943,0-18-609,20-3-1697,7-18-3281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50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 7123,'0'0'6523,"6"1"-5848,-4-1-604,0 1 0,-1-1-1,1 1 1,0-1 0,0 1 0,0 0-1,-1-1 1,1 1 0,0 0 0,-1 0-1,1 0 1,-1 1 0,1-1-1,-1 0 1,0 0 0,3 4 0,-2-1 138,1 0 1,-1 1-1,0-1 1,-1 1-1,1 0 1,-1-1-1,1 8 1,15 69 1091,12 67 66,-18-56-872,-6-44-81,1-1-1,2 1 1,22 68 0,-7-65 53,-21-48-435,0 1 0,0-1 1,0 0-1,1 0 0,-1 0 0,1 0 1,-1-1-1,1 1 0,0-1 0,0 1 1,6 3-1,-8-6-39,0 0-1,-1 0 1,1 0 0,0 0 0,-1 0-1,1 0 1,0-1 0,-1 1 0,1 0-1,0 0 1,-1 0 0,1-1 0,0 1 0,-1 0-1,1-1 1,-1 1 0,1 0 0,-1-1-1,1 1 1,-1-1 0,1 1 0,-1-1-1,1 1 1,-1-1 0,1 1 0,-1-1 0,0 1-1,1-1 1,-1 1 0,0-1 0,0 0-1,0 1 1,1-2 0,0-1-35,13-22-298,-1-1 0,-2-1 1,0 0-1,8-39 0,19-120-1679,-18 76 649,-3 35 1083,29-86 0,-37 134 504,-4 11-168,1-1 0,1 1 0,0 0-1,1 0 1,11-16 0,-19 32-101,0-1 0,0 1 0,0 0 0,0 0-1,0-1 1,1 1 0,-1 0 0,0 0 0,0-1 0,0 1 0,0 0 0,0 0 0,1-1 0,-1 1 0,0 0-1,0 0 1,0 0 0,1 0 0,-1-1 0,0 1 0,0 0 0,1 0 0,-1 0 0,0 0 0,0 0-1,1 0 1,-1 0 0,0 0 0,0 0 0,1 0 0,-1-1 0,0 1 0,1 1 0,-1-1 0,0 0-1,0 0 1,1 0 0,1 12-3517,-2 13-2167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50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60 5843,'0'0'5709,"0"-5"-5242,0-18-104,-1 22-309,1 0 0,0 0 1,0 0-1,-1 0 0,1 0 1,-1 1-1,1-1 0,-1 0 1,1 0-1,-1 0 0,1 1 1,-1-1-1,0 0 0,1 1 1,-1-1-1,0 1 1,0-1-1,0 1 0,1-1 1,-1 1-1,0-1 0,0 1 1,0 0-1,0-1 0,-1 1 1,-27-5 635,22 4-523,-39-4 42,-64 1 1,107 5-166,0-1 0,-1 1 0,1 0 0,0 0 1,0 0-1,0 1 0,0-1 0,0 1 0,0 0 0,0 0 0,1 0 0,-1 0 1,1 0-1,-1 0 0,1 1 0,0-1 0,0 1 0,0 0 0,0-1 0,0 1 1,-2 5-1,-3 5 94,1 1 0,0 0 0,-6 20 0,9-16 19,1 0 0,0 1-1,1-1 1,1 0 0,2 20 0,-2-23 95,1-7-155,0 0 0,1 0 0,0 0 0,0 0 0,0 0 1,1 0-1,1-1 0,-1 1 0,1-1 0,0 0 0,1 0 0,0 0 0,0-1 0,0 0 1,12 11-1,-10-11-35,1 1 1,0-1 0,0-1 0,0 0-1,1 0 1,0 0 0,0-1-1,0 0 1,0-1 0,1 0-1,0-1 1,18 3 0,-19-4-118,0 0 0,0-1 0,0 0 0,0-1 0,17-3 0,-22 3-283,0 0 1,0-1-1,0 0 0,0 0 1,-1 0-1,1 0 1,0 0-1,-1-1 0,0 0 1,0 1-1,0-1 0,0 0 1,0-1-1,3-4 0,5-8-3714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9:51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66 2961,'0'0'6153,"0"-4"-5078,0-22 787,-2 24-1675,-1 1 0,1-1 0,-1 1 0,0-1-1,0 1 1,0 0 0,0 0 0,-5-1 0,5 1-71,-20-5 253,0 0 0,-1 2 0,1 1 0,-1 1 0,-39 1 0,60 2-333,0-1 0,-1 1-1,1-1 1,0 1 0,0 0 0,0 1-1,0-1 1,0 0 0,0 1-1,1 0 1,-1-1 0,0 1 0,1 0-1,-1 0 1,1 1 0,-4 3-1,-3 6 56,-1 0 0,-8 16 0,16-26-82,-3 8 62,1-1 0,0 1 0,0 0 1,1 0-1,0 0 0,1 0 0,0 0 0,1 1 0,-1 13 1,2 9 638,6 55-1,-4-75-563,0 0-1,2 0 0,-1 0 0,2 0 1,0-1-1,0 1 0,1-1 0,1-1 1,0 1-1,0-1 0,1 0 1,1-1-1,11 12 0,-12-14-101,1 0-1,0 0 0,1-1 1,-1 0-1,1 0 1,1-1-1,-1-1 1,1 0-1,0 0 1,0-1-1,1 0 1,-1-1-1,1-1 1,0 0-1,12 1 1,-11-2-83,-5-1-88,-1 1 1,1-1-1,0-1 1,8-1 0,-14 2-62,0-1 1,0 1 0,0-1-1,-1 0 1,1 0 0,0 1-1,0-1 1,-1 0 0,1-1-1,0 1 1,-1 0 0,0 0-1,1-1 1,-1 1 0,1-1-1,-1 1 1,0-1 0,0 1 0,0-1-1,1-2 1,7-25-6744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21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2 4162,'0'0'3895,"-5"2"-3236,-20 5 4944,33-6-5322,1 0 1,1 0-1,-1-1 1,16-1-1,4-1-120,92 3-91,272-8-44,13 2-166,-229 7 179,-85-3-26,116 4-63,-57 22-8,19 1 105,680-7 74,-708-19 481,-143 176-74,6 313 118,0-427-551,15 65 0,-11-74-70,6 107 0,-14-121-21,0-24 7,0-1 0,-1 1 0,-1 0 1,0-1-1,-1 1 0,-1-1 0,-6 20 0,4-20-5,1-1-1,0 1 1,1 0-1,-3 27 1,4 58 68,3-59 3,-1-40-10,0-14-2135,0-6-477,0-3-1836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24.1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318 58 3330,'0'0'2078,"-11"-2"-1651,-35-8 277,43 10-537,-1-1 0,1 0 0,0-1 0,0 1 0,0 0 0,1-1-1,-1 0 1,0 0 0,1 0 0,-6-4 0,-9-7 982,-15 3 1208,19 7-485,18 6 1623,70 29-2510,14 6-796,-59-29-186,0 1 1,-1 2-1,-1 1 0,0 2 1,-1 0-1,45 35 1,21 22-151,-92-72 139,-1 1 0,1-1 1,-1 1-1,1-1 0,0 1 0,-1 0 0,1-1 0,-1 1 1,1 0-1,-1-1 0,0 1 0,1 0 0,-1 0 0,0-1 1,1 1-1,-1 0 0,0 0 0,0 0 0,0 0 1,0-1-1,0 1 0,0 0 0,0 0 0,0 0 0,0 0 1,0-1-1,0 1 0,0 0 0,-1 0 0,1 0 0,0-1 1,-1 1-1,1 0 0,0 0 0,-1-1 0,1 1 0,-1 0 1,1-1-1,-1 1 0,0 0 0,1-1 0,-2 1 0,-3 4 27,0-2-1,0 1 0,-1 0 0,-9 3 0,5-1-25,-91 48 141,-8 5-100,71-36-87,-1-2 1,-1-2 0,0-2 0,-61 18-1,93-33-29,-1-1 0,1 1 0,-13-1 0,21-1 81,0 0-1,-1 1 0,1-1 1,0 0-1,0 0 1,-1 0-1,1 0 1,0 0-1,0 1 1,0-1-1,-1 0 1,1 0-1,0 0 0,0 0 1,0 1-1,0-1 1,-1 0-1,1 0 1,0 1-1,0-1 1,0 0-1,0 0 1,0 1-1,0-1 0,0 0 1,0 0-1,0 1 1,0-1-1,0 0 1,0 1-1,0-1 1,0 0-1,0 0 1,0 1-1,0-1 1,0 0-1,0 0 0,0 1 1,0-1-1,0 0 1,0 0-1,1 1 1,-1-1-1,0 0 1,0 0-1,0 0 1,0 1-1,1-1 0,-1 0 1,0 0-1,0 0 1,0 0-1,1 1 1,-1-1-1,0 0 1,0 0-1,1 0 1,-1 0-1,0 0 0,0 0 1,1 0-1,-1 0 1,1 0-1,134 36 392,5-15-543,-22-5-335,-99-13 462,-1 2 0,0 0 0,-1 1 0,22 10 0,-37-15 25,0 0 1,0-1-1,-1 1 0,1 0 1,-1 0-1,1-1 1,-1 1-1,1 0 1,-1 0-1,1 1 1,-1-1-1,0 0 1,0 0-1,0 1 1,1-1-1,-1 1 1,0-1-1,-1 1 1,2 1-1,-2-2-1,-2 14-18,2-14 31,1 0-1,-1 0 1,0-1-1,0 1 1,0 0-1,0 0 1,0-1-1,0 1 1,0 0-1,-1 0 1,1-1-1,0 1 1,0 0-1,0 0 1,-1-1-1,1 1 1,0 0-1,-1-1 1,1 1-1,-1-1 1,1 1-1,-1 0 1,1-1-1,-1 1 1,1-1-1,-1 1 1,0-1-1,0 1 1,-15 8 57,0-1 0,-28 10 0,-4 2-45,-4 5 20,-64 19 1,92-36-86,-1-2 1,-1 0-1,1-2 0,-1-1 1,-27 0-1,30-2-2,-1 2 0,-36 8 0,24-4-165,35-7 202,-1 1 1,1 0 0,0 0 0,0 0 0,0 0 0,0 0 0,0 0 0,0 0 0,0 0 0,1 0 0,-1 0 0,0 0 0,1 1 0,-1-1 0,0 0-1,1 0 1,0 1 0,-1-1 0,1 0 0,0 1 0,-1-1 0,1 1 0,0-1 0,0 0 0,1 2 0,-2-1 0,1 0 1,0 0-1,0 0 0,0-1 1,0 1-1,0 0 1,1 0-1,-1-1 1,0 1-1,1 0 0,0 0 1,-1-1-1,1 1 1,0 0-1,0-1 1,0 1-1,0-1 0,0 1 1,0-1-1,2 3 1,18 6 52,1-1 0,-1-1 0,32 7 0,24 9-182,-58-17 36,-1 0 1,0 2-1,0 0 0,-1 1 1,0 0-1,0 2 0,-2 0 0,1 1 1,16 17-1,-32-29 101,1-1 0,-1 0 1,1 1-1,-1-1 0,1 0 0,-1 1 1,0-1-1,1 1 0,-1-1 0,0 0 1,1 1-1,-1-1 0,0 1 0,0-1 1,0 1-1,1 0 0,-1-1 0,0 1 1,0-1-1,0 1 0,0-1 0,0 1 1,0-1-1,0 1 0,0-1 0,0 1 1,0 0-1,0-1 0,0 1 0,-15 5 31,4-2 16,6-2-16,1 0 0,-1 0 0,1 1 0,-1 0-1,1 0 1,0 0 0,0 0 0,1 0 0,-1 1-1,1 0 1,-1 0 0,1 0 0,0 0-1,1 0 1,-1 1 0,1-1 0,0 1 0,0-1-1,-2 9 1,-2 8 106,1 1-1,2-1 0,-2 31 1,0-3-180,-17 72 87,11-66-50,2 0 1,-2 80-1,12-54-110,1-24 159,-6 64 0,-10-44-46,9-53 15,1 0-1,-2 44 1,6 623 722,-8-584-311,-1 5 484,9-111-738,0-59-3173,0 17-762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26.4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7523,'0'0'7022,"6"0"-6611,113 0 1605,340-6-1209,-211 3-909,-214 6 102,1 2-1,59 15 1,17 3 47,-19-14 100,102-3-1,-194-6-112,0 0 0,0 0 0,0 0 0,0 1 0,0-1 0,0 0 0,0 0 0,0 0 0,0 0 0,0 0 0,0 0 0,0 0 0,0 0 0,0 0 0,1 0 0,-1 0 0,0 0-1,0 0 1,0 1 0,0-1 0,0 0 0,0 0 0,0 0 0,0 0 0,0 0 0,0 0 0,0 0 0,0 0 0,0 0 0,0 0 0,0 0 0,0 0 0,0 0 0,0 0 0,1 0 0,-1 0 0,0 0 0,0 0 0,0 0 0,0 0 0,0 0-1,0 0 1,0 0 0,0 0 0,-13 6 437,-30 7-944,30-9 380,-80 22-3920,37-14 166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26.9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271 2 5202,'0'0'7921,"0"0"-7900,0 0 0,-1 0-1,1-1 1,0 1 0,-1 0 0,1 0-1,0 0 1,0 0 0,-1 0-1,1 0 1,0 0 0,-1 0 0,1 0-1,0 0 1,-1 0 0,1 0-1,0 0 1,0 0 0,-1 0 0,1 0-1,0 0 1,-1 0 0,1 1-1,0-1 1,0 0 0,-1 0-1,1 0 1,0 0 0,0 1 0,-1-1-1,1 0 1,0 0 0,0 0-1,0 1 1,-1-1 0,1 0 0,0 0-1,0 1 1,0-1 0,0 0-1,-1 1 1,-5 7 168,1 1-1,-1-1 1,1 1-1,1 0 1,-5 11-1,-2 6 100,-145 322 2180,148-332-2359,-26 62 530,31-68-559,-1 0-1,2 0 0,0 1 1,0-1-1,-1 20 1,7-29-256,1-2 8,0 0-1,0 0 1,0-1 0,-1 0 0,1 1 0,0-1 0,-1-1 0,1 1 0,-1-1 0,1 0 0,-1 0 0,0 0-1,-1 0 1,8-8 0,4-6-1584,0 0 1,12-20-1,2-11-4374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27.3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432 0 9812,'0'0'4461,"-10"11"-4170,8-9-268,-11 13 236,0 1-1,0 0 0,-14 27 0,-136 211 2533,1-2-1550,160-248-1234,-2 2-5,1-1-1,-1 1 0,1 0 1,1 1-1,-1-1 0,1 0 1,1 1-1,-1-1 1,0 10-1,2-14-444,5-7-765,16-17-377,0-1-1,19-29 1,-14 18-1316,18-23-3398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27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375 0 7491,'0'0'5288,"-1"11"-4645,-3 0-337,0 0 0,-1-1 0,0 0 0,-1 0 0,0 0 0,-12 14 0,-4 7 284,-214 346 2355,231-368-2892,-37 69 236,38-69-281,1-1 0,0 1 0,0-1 0,1 1 0,0 0 0,1 0 0,-1 12 0,2-19-21,1 4-371,9-5-415,-9-2 752,3 1-123,0-1 1,0 0 0,1 0-1,-1-1 1,0 1 0,0-1 0,0 0-1,-1 0 1,1-1 0,0 1-1,-1-1 1,0 1 0,5-6-1,7-7-1380,21-28-1,-20 22-183,34-43-5304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28.0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545 0 10213,'0'0'6227,"-170"148"-4835,106-61 305,4 12-705,0 9-543,3 1-449,4-10-144,9-9-1937,8-18-3506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30.0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154 172 6467,'0'0'6558,"0"-3"-6502,1-30 3009,1 21-3131,-2 1-1,1 0 1,-1 0 0,-1-1-1,0 1 1,-4-16 0,3 24 73,1 1 0,0 0-1,-1 0 1,1-1 0,-1 1 0,0 0 0,0 0 0,0 0 0,0 1 0,0-1 0,0 0-1,0 1 1,-1-1 0,1 1 0,0 0 0,-1 0 0,1 0 0,-1 0 0,1 0-1,-1 1 1,-3-1 0,-5-1 111,-1 0-1,0 1 0,-13 1 1,24 0-112,-1 0 9,0 0 0,1 1 0,-1-1 0,1 1 1,-1 0-1,0-1 0,1 1 0,-1 0 0,1 0 0,-1 0 1,1 0-1,0 0 0,-1 0 0,1 0 0,0 1 0,0-1 1,0 0-1,0 1 0,0-1 0,0 1 0,0-1 0,0 1 1,1-1-1,-1 1 0,1 0 0,-1-1 0,0 4 0,-1 3 112,0 1 0,1-1 0,0 1 0,0 10 0,1 71 1020,0-87-1115,1-1 1,-1 1-1,1-1 0,0 0 0,0 1 0,-1-1 0,1 0 1,1 1-1,-1-1 0,0 0 0,1 0 0,-1 0 1,1 0-1,-1 0 0,1 0 0,0-1 0,0 1 0,0-1 1,0 1-1,0-1 0,0 1 0,0-1 0,0 0 1,1 0-1,-1 0 0,0 0 0,1-1 0,-1 1 0,5 0 1,-3 0-22,1 0 1,-1-1 0,1 1-1,-1-1 1,0 0-1,1 0 1,-1 0 0,1 0-1,-1-1 1,1 0 0,-1 0-1,0 0 1,1-1-1,-1 1 1,0-1 0,5-3-1,-3 1-58,1-1-1,-1-1 0,0 1 0,0-1 1,-1 0-1,1 0 0,-1 0 0,-1-1 1,1 0-1,-1 0 0,0 0 0,-1-1 1,0 1-1,0-1 0,0 0 0,-1 1 1,0-1-1,-1 0 0,1-9 0,-2 13 113,0 0-1,0 0 1,0 0-1,-1 1 1,1-1-1,-1 0 1,0 0-1,0 1 1,-1-1-1,-2-5 1,3 7-44,0 1 1,-1-1-1,1 0 0,-1 1 1,0-1-1,0 1 0,1-1 1,-1 1-1,0 0 0,0-1 1,0 1-1,0 0 0,-1 1 1,1-1-1,0 0 0,0 1 1,0-1-1,-5 0 0,-50-1 249,56 2-260,0 0 0,0 1 1,0-1-1,0 1 0,0-1 0,0 1 1,0-1-1,0 1 0,0-1 0,0 1 1,1 0-1,-1 0 0,0-1 0,0 1 0,1 0 1,-1 0-1,0 0 0,1 0 0,-1 0 1,1 0-1,-1 0 0,1 0 0,0 0 1,-1 1-1,-8 31 290,8-27-216,-4 20 301,2 0 1,1 1-1,1 34 0,1-47-186,0-12-179,0 1 0,0-1 0,0 0 0,0 0 0,0 1 0,1-1 0,-1 0 0,1 0 0,0 0 0,-1 0 0,1 0 0,0 0 0,0 0 0,0 0 1,0 0-1,1 0 0,-1 0 0,1-1 0,-1 1 0,1 0 0,-1-1 0,3 2 0,0-1-3,0 0 0,0-1-1,0 1 1,0-1 0,0 0 0,0 0-1,1 0 1,-1-1 0,0 1 0,9-2-1,-13 1-15,8 1-14,1-1 1,-1-1 0,0 0-1,10-2 1,-15 2-27,-1 0 1,1 0-1,0 0 0,-1 0 1,1-1-1,-1 1 0,1-1 1,-1 0-1,1 1 0,-1-1 0,0 0 1,0-1-1,0 1 0,0 0 1,1-4-1,1-2-159,0 0 0,-1 0-1,0 0 1,0-1 0,-1 1 0,-1-1 0,1 1 0,-1-1-1,-1 0 1,1 0 0,-3-14 0,2 6-111,0 17 314,0-1-1,1 0 0,-1 0 0,0 0 0,0 0 0,0 0 0,-1 0 1,1 0-1,0 0 0,0 0 0,-1 0 0,1 0 0,0 0 1,-1 0-1,1 0 0,-1 0 0,1 0 0,-1 1 0,1-1 0,-1 0 1,0 0-1,1 1 0,-1-1 0,0 0 0,-1 0 0,0 0 90,-1 1-1,1-1 1,-1 1-1,1 0 1,-1-1 0,1 1-1,-1 1 1,-4-1-1,4 1-26,1 0 0,0 0 0,-1 0 0,1 0 0,0 0 0,-1 0-1,1 0 1,0 1 0,0-1 0,0 1 0,0 0 0,1-1 0,-1 1 0,0 0 0,1 0-1,-1 0 1,1 0 0,0 1 0,-2 3 0,-4 7 248,1 0 1,-5 16-1,10-24-208,-1 0-23,0 1 1,1 0-1,0 0 1,0 0 0,0 0-1,1 10 1,0-15-87,0-1 1,1 0-1,-1 1 0,0-1 1,1 0-1,-1 1 1,0-1-1,1 0 1,-1 1-1,1-1 0,-1 0 1,0 0-1,1 1 1,-1-1-1,1 0 0,-1 0 1,1 0-1,-1 0 1,1 0-1,-1 0 0,1 0 1,-1 0-1,0 0 1,1 0-1,-1 0 0,1 0 1,-1 0-1,1 0 1,-1 0-1,1 0 0,15-3-28,-13 2-10,-1 0 1,0 0-1,0-1 1,0 1-1,0 0 1,-1-1-1,1 1 1,0-1-1,0 0 1,-1 0-1,1 1 1,-1-1-1,0 0 1,1 0-1,-1 0 1,0 0-1,0-1 1,-1 1-1,1 0 1,0 0-1,0-5 1,1-4-464,-1 0 1,0 1-1,0-16 0,-1 23 293,0 1 157,0 1 0,0-1 0,0 1 0,0 0 0,0-1 0,-1 1 0,1 0 0,0 0 0,-1-1 0,1 1 0,-1 0 0,1-1 0,-1 1 0,1 0 0,-1 0 0,0 0 0,0 0 0,0 0 0,0 0 0,1 0 0,-1 0-1,0 0 1,-1 0 0,1 0 0,0 1 0,0-1 0,0 0 0,0 1 0,-1-1 0,1 1 0,-2-1 0,-1 0 61,-1 0 0,0 1-1,0 0 1,0 0 0,0 0 0,0 0-1,-7 2 1,8 0 67,0-1 0,1 1 0,-1-1 0,1 1 0,-1 0 0,1 0 0,0 0 0,0 1 0,0-1 0,0 1 0,0 0 0,0 0 0,1 0 0,0 0 0,-1 0 0,-2 6 0,2-4 9,0 0 0,0 1 0,1 0-1,-1 0 1,1 0 0,0 0 0,1 0-1,0 0 1,-1 10 0,2-16-94,0 0 1,0 0-1,0 0 1,0 0-1,0 0 0,0 0 1,0 0-1,0 1 1,0-1-1,0 0 0,0 0 1,0 0-1,0 0 1,0 0-1,0 0 0,0 0 1,0 0-1,0 0 1,0 1-1,0-1 0,0 0 1,0 0-1,0 0 1,0 0-1,0 0 0,0 0 1,0 0-1,0 0 1,0 0-1,1 0 0,-1 0 1,0 0-1,0 0 1,0 1-1,0-1 1,0 0-1,0 0 0,0 0 1,0 0-1,0 0 1,1 0-1,-1 0 0,0 0 1,0 0-1,0 0 1,0 0-1,0 0 0,0 0 1,0 0-1,0 0 1,0 0-1,1 0 0,-1-1 1,0 1-1,0 0 1,0 0-1,20-3-2399,17-12-2276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5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20 131 3922,'0'0'3255,"-3"0"-2933,-14 0 7749,17 0-8009,0 0 0,0-1 0,0 1 0,1 0 0,-1-1 0,0 1 0,0 0 1,0 0-1,0-1 0,1 1 0,-1 0 0,0 0 0,0-1 0,0 1 0,1 0 0,-1 0 0,0-1 0,0 1 0,1 0 1,-1 0-1,0 0 0,1 0 0,-1 0 0,0-1 0,0 1 0,1 0 0,-1 0 0,0 0 0,1 0 0,-1 0 1,0 0-1,1 0 0,19 0 41,187 6 117,4-4 177,-107-4-328,154-7-55,-83 3 14,-64 3-11,341-3-70,-363 6 53,101 14 68,0-1-40,446-13 271,-433-12-281,-152 10 12,97-18-1,-124 16 0,-1 1 193,-1 2 0,36 1-1,-35 1 8,1-1-1,24-3 0,-42 2-173,1 0-1,-1 0 1,0-1-1,0 0 0,0 0 1,-1 0-1,1-1 1,0 1-1,7-6 1,-11 6-73,0 1 1,-1 0 0,1 0 0,0 0 0,-1-1 0,1 1-1,-1-1 1,0 1 0,1-1 0,-1 0 0,0 1 0,2-4-1,-1-26-236,-2 28 251,0 3 1,0-1-1,0 1 1,-1-1-1,1 1 0,-1-1 1,1 0-1,0 1 1,-1 0-1,1-1 0,-1 1 1,1-1-1,-1 1 1,1 0-1,-1-1 0,0 1 1,1 0-1,-1-1 1,1 1-1,-1 0 0,0 0 1,1 0-1,-1-1 1,0 1-1,1 0 0,-1 0 1,0 0-1,1 0 1,-1 0-1,0 1 1,-28-1 18,20 0-48,1-1 4,6 1 23,1 0 0,-1 0 0,1-1 0,-1 1 0,0 0-1,1 0 1,-1 0 0,1 1 0,-1-1 0,0 0 0,1 1 0,-1-1-1,1 1 1,-1-1 0,1 1 0,-1 0 0,1-1 0,0 1-1,-2 1 1,-7 9-7,8-10 10,1 1 1,-1-1 0,0 1-1,1 0 1,0 0-1,-1 0 1,1 0-1,0 0 1,-2 4 0,-1 7 71,1 1 1,1-1 0,0 1 0,1 0 0,0 0 0,1-1-1,1 1 1,2 16 0,-2-26-49,1 0 0,-1 1 0,1-1 0,0 0 0,1 0-1,-1 0 1,1-1 0,0 1 0,0 0 0,0-1 0,0 0 0,0 0 0,1 0-1,-1 0 1,1 0 0,0-1 0,0 0 0,0 0 0,0 0 0,1 0 0,-1 0-1,0-1 1,1 0 0,8 1 0,8 0 24,-15-2-36,-1 1 1,1-1 0,0 0-1,0-1 1,0 1-1,8-3 1,-12 2-26,0 0 0,0 0 1,0-1-1,0 1 0,-1-1 0,1 0 0,-1 0 0,1 1 0,-1-1 1,1 0-1,-1 0 0,0 0 0,0-1 0,0 1 0,1-3 0,10-35-254,-10 31 91,0 0-1,-1 0 1,-1 0 0,0 0-1,0-1 1,-2-12 0,1 20 172,0 0 0,0 0 1,0 0-1,0 1 0,0-1 0,0 0 1,-1 1-1,1-1 0,-1 1 0,1-1 1,-1 1-1,0 0 0,1 0 1,-1 0-1,0 0 0,-2-1 0,0 0 9,0 0-1,1 1 0,-1-1 0,0 1 0,0 0 0,0 0 0,-5 0 1,4 1-29,4 0 25,0 0-1,0-1 1,1 1 0,-1 0-1,0 0 1,0 0-1,0 0 1,0 0 0,0 0-1,1 0 1,-1 0-1,0 1 1,0-1 0,0 0-1,0 0 1,1 1-1,-1-1 1,0 1 0,0-1-1,1 1 1,-1-1 0,0 1-1,1-1 1,-1 1-1,0-1 1,1 1 0,-1 0-1,1-1 1,-1 1-1,1 0 1,-1 0 0,1-1-1,0 1 1,-1 0-1,1 0 1,0 0 0,0-1-1,-1 1 1,1 0-1,0 0 1,0 0 0,0 1-1,-3 14 236,1-1-1,0 1 0,1 0 0,2 21 1,-1-10 176,1-26-405,-1-1-1,0 1 1,0 0-1,1 0 1,-1-1-1,0 1 1,1 0-1,-1 0 1,1-1-1,-1 1 1,1-1 0,-1 1-1,1 0 1,0-1-1,-1 1 1,1-1-1,-1 1 1,1-1-1,0 0 1,0 1-1,-1-1 1,1 0 0,0 1-1,0-1 1,-1 0-1,1 0 1,0 0-1,0 0 1,0 0-1,-1 0 1,1 0-1,1 0 1,1 1 2,-1-1 1,1 0-1,0-1 1,0 1-1,-1 0 1,1-1-1,0 1 1,0-1-1,-1 0 1,4-1-1,-3 0-59,0 0 1,0 0-1,-1 0 0,1 0 0,0-1 1,-1 1-1,0-1 0,1 0 0,-1 0 1,0 0-1,0 0 0,-1 0 0,1 0 1,-1 0-1,2-6 0,0 1-383,-1 0 1,0 0-1,-1 0 0,0-1 1,0-12-1,-1 21 412,0-1-1,0 0 1,0 1 0,0-1-1,0 1 1,0-1 0,0 0 0,0 1-1,0-1 1,0 1 0,0-1 0,-1 0-1,1 1 1,0-1 0,0 1 0,-1-1-1,1 1 1,0-1 0,-1 1-1,1-1 1,0 1 0,-1-1 0,0 0-1,-5 3 258,5-2-227,-1 1 75,1 0-1,-1 0 1,0 0-1,0 0 0,0 0 1,1 0-1,-1 1 1,0-1-1,1 0 1,-1 1-1,1 0 0,0-1 1,-1 1-1,1 0 1,0-1-1,-2 5 0,-14 35 1016,15-32-862,-2 1 34,0 0 0,1 1 0,1-1 0,0 1 0,-1 21 0,7-32-295,-1 0-50,0-1 1,-1 0 0,1 0-1,0 0 1,-1 0 0,1 0 0,-1 0-1,1-1 1,-1 1 0,0-1-1,0 1 1,0-1 0,1 0-1,-2 0 1,4-4 0,0 0-851,-1 0 1,0 0-1,0-1 1,-1 0-1,4-7 1,4-23-9768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4:5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359 128 6403,'0'0'7254,"0"-19"-6192,0-38 1520,-3 54-2571,0-1 0,0 0 0,0 1 0,-1 0 0,1 0 0,-1 0 0,0 0 0,-7-4 0,5 4 10,0 0 1,0 1-1,0 0 1,0 0-1,-1 0 1,1 0-1,-1 1 1,-8 0-1,-57 0-96,36 2 5,32 0 69,1-1 0,-1 1 0,1 0 1,-1 0-1,1 1 0,0-1 0,0 1 0,0-1 0,0 1 1,0 0-1,0 0 0,0 0 0,0 1 0,1-1 0,-3 3 0,-2 3-3,0 0 0,0 0 0,1 0 0,-5 10-1,2 0 70,1 1-1,0-1 1,1 1-1,2 0 0,0 0 1,-4 31-1,5-11 488,2 0-1,3 52 0,-1-85-488,1 0 0,1-1 0,-1 1 0,1-1 0,0 1 0,0-1 0,0 0 1,1 0-1,0 0 0,0 0 0,0 0 0,1-1 0,-1 1 0,1-1 0,0 0 0,0 0 0,1-1 0,-1 1 0,1-1 0,0 0 0,0 0 0,0 0 0,0-1 0,0 1 0,1-1 0,-1-1 0,1 1 0,-1-1 0,1 0 0,-1 0 0,12 0 0,-4-1 23,-8 0-76,0 1 0,0-1-1,0 0 1,-1-1-1,1 1 1,0-1-1,0 0 1,-1 0-1,1 0 1,0-1-1,-1 1 1,1-1 0,-1 0-1,8-5 1,4-7-100,0 0 0,-1-1 0,0 0 0,-1-1 0,-1-1 0,-1 0 0,0-1 0,-1 0 0,-1-1 0,9-23 0,-15 27-222,-1-1 0,0 1 1,-1-1-1,0 1 0,-1-17 0,1-9-160,-1-31 558,-1 66 1803,-1 158-1284,2 169 1418,-1-315-1965,0 1 0,0-1 0,1 1 1,0-1-1,0 0 0,0 1 1,1-1-1,0 0 0,0 0 1,1 0-1,0 0 0,0 0 1,7 10-1,-10-16-102,0 1 0,1-1 0,-1 0 0,0 1 0,0-1 0,1 0 0,-1 1 1,0-1-1,1 0 0,-1 0 0,0 1 0,1-1 0,-1 0 0,0 0 0,1 1 0,-1-1 0,0 0 0,1 0 0,-1 0 0,1 0 0,-1 0 1,0 0-1,1 0 0,-1 0 0,1 0 0,-1 0 0,0 0 0,1 0 0,-1 0 0,1 0 0,-1 0 0,1 0 0,-1 0 0,0 0 0,1 0 1,-1-1-1,0 1 0,1 0 0,-1 0 0,0-1 0,1 1 0,-1 0 0,0 0 0,1-1 0,-1 1 0,1-1 0,3-10-6049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03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6 342 4274,'-5'0'10626,"588"0"-10063,-550-2-555,-1-1-1,0-2 1,34-10 0,21-2 4,79-3-19,-95 14 12,113-25-1,-141 21 7,0 3-1,57-4 1,86 7-34,-46 2 124,-55-6 118,-51 3-87,34 1 0,-11 5-93,-19 0 16,0-1 1,70-11-1,278-32 844,-318 38-804,153-4 112,-189 9 89,-31 0-291,2-30-261,-3-46 195,0 75 45,0 0 0,-1 0 0,1 0 0,-1 0 0,1 0 0,-1 0 0,0 0 0,1 0 0,-1 0 0,0 0 1,0 0-1,0 0 0,1 1 0,-1-1 0,0 0 0,0 1 0,0-1 0,0 0 0,0 1 0,-1-1 0,1 1 0,0 0 0,0-1 1,0 1-1,0 0 0,0 0 0,-1-1 0,1 1 0,0 0 0,0 0 0,-2 1 0,-4-2 39,1 1-1,-1 0 0,0 1 1,-9 1-1,15-2-23,-1 1 0,1 0-1,0-1 1,0 1 0,0 0-1,0 0 1,-1 0 0,1 0-1,0 0 1,1 0 0,-1 0-1,0 0 1,0 0 0,0 0-1,1 0 1,-1 1 0,0 1-1,-11 27 2,8-19 19,0 4 52,0 0 0,0 0 0,1 1 0,-1 21 1,3 66 677,1-65-392,0-36-349,0 1-1,0-1 1,0 0 0,0 0 0,1 1-1,-1-1 1,1 0 0,-1 0 0,1 1-1,0-1 1,0 0 0,0 0 0,0 0-1,0 0 1,0 0 0,0 0 0,1 0-1,-1-1 1,1 1 0,2 2 0,0-2-10,-1 0 1,1 0 0,-1-1-1,1 0 1,0 0 0,0 0-1,-1 0 1,1 0 0,0-1-1,0 0 1,7 0 0,-6 0-47,-1 0 1,0-1 0,1 1 0,-1-1 0,0 0 0,1-1 0,-1 1 0,0-1 0,0 1 0,0-1-1,0-1 1,-1 1 0,1 0 0,0-1 0,-1 0 0,0 0 0,1 0 0,-1 0 0,0 0 0,-1-1-1,1 1 1,-1-1 0,1 0 0,-1 0 0,0 0 0,-1 0 0,1 0 0,1-5 0,2-9-502,-1 1-1,0-1 1,-2 0 0,0 0 0,0-29 0,-3 46 600,1 0 0,-1 1 0,1-1 0,-1 1 1,1-1-1,-1 1 0,1-1 0,-1 1 0,0-1 0,1 1 1,-1-1-1,0 1 0,1 0 0,-1-1 0,0 1 1,1 0-1,-1 0 0,0-1 0,0 1 0,1 0 0,-1 0 1,0 0-1,0 0 0,1 0 0,-1 0 0,0 0 0,0 0 1,0 1-1,-26 3 1482,24-2-1394,0 0-1,0 0 1,0 1 0,1-1-1,-1 1 1,1 0 0,-1 0-1,1 0 1,0 0-1,0 0 1,0 1 0,-2 4-1,-16 46 1149,17-46-1078,2-2-106,-1-1-1,1 0 1,0 0 0,0 1 0,1-1 0,-1 6 0,10-10-183,-6-2 16,1 0 1,-1 0 0,0 0-1,0 0 1,0 0-1,0-1 1,-1 0-1,1 1 1,0-1-1,-1 0 1,1 0 0,-1-1-1,1 1 1,-1 0-1,0-1 1,0 0-1,0 1 1,-1-1-1,1 0 1,2-5-1,-1 2-402,1-1 0,-1 0-1,0 0 1,-1-1-1,0 1 1,0-1-1,0 1 1,0-12-1,-2 10-136,0 8 809,-1 4 573,-2 7-160,1-5-337,0 1 0,0-1-1,1 1 1,0 0 0,0 0 0,1-1-1,0 10 1,3-20-666,16-33-1902,12-16-3130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04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4514,'0'0'9130,"4"0"-8768,-3 0-284,0 0-1,1 0 0,-1 0 0,1 0 0,-1 1 1,0-1-1,1 0 0,-1 1 0,0-1 1,0 1-1,1 0 0,-1-1 0,0 1 0,0 0 1,0 0-1,1-1 0,-1 1 0,0 0 1,0 0-1,-1 0 0,1 1 0,0-1 0,0 0 1,0 0-1,-1 0 0,1 1 0,0-1 0,-1 0 1,0 0-1,1 1 0,-1-1 0,0 0 1,1 1-1,-1 2 0,6 33 320,-1 0 1,0 51 0,-3 384 1229,-3-247-840,1 50 352,2-267-1263,0-7-312,0-6-10,1-34 77,-4-67 0,-1 37-48,2 42 99,-1 11 171,1 1 0,0-1 0,1 1 0,1-1 0,0 1 0,1-1 0,0 1 0,11-25 0,-9 28 141,-3 6 38,1 1 1,-1-1 0,1 0 0,0 1 0,1 0-1,-1-1 1,1 1 0,0 0 0,1 1 0,-1-1-1,7-4 1,2 1-40,-7 4 9,0 0 0,1 0 0,-1 0 0,1 1 0,0 0 0,-1 0 0,1 1 0,1 0 0,-1 0 0,0 1 0,0 0 0,13 0 0,-16 1 11,-1 1 0,1 0 1,-1 0-1,1 0 0,-1 1 0,0-1 1,1 1-1,-1 0 0,0-1 0,0 2 0,0-1 1,-1 0-1,1 0 0,0 1 0,3 4 1,9 10 136,15 25 0,-19-27-75,2 3 43,-1 1 1,17 35-1,-24-44-59,-2 0-1,1 0 0,-1 0 1,-1 1-1,0-1 0,0 1 0,0 18 1,-1-4 91,-2 32 258,0-54-384,1 1 0,-1-1-1,0 1 1,0-1 0,0 0 0,0 1-1,0-1 1,-1 0 0,0 0-1,1 0 1,-1 0 0,-4 5 0,-17 14 141,0 0 0,-2-1 1,0-2-1,-1-1 1,-51 28-1,66-42-149,0 0 0,0 0-1,0-1 1,-1 0 0,1-1 0,0 0-1,-1-1 1,0 0 0,-11-1 0,21 0-58,1 0 0,-1 0 0,0 0 1,1 0-1,-1-1 0,1 1 0,-1-1 1,1 1-1,-1-1 0,1 0 1,-1 1-1,1-1 0,-1 0 0,1 0 1,0 0-1,0 0 0,-1 0 1,1 0-1,0 0 0,0 0 0,0-1 1,0 1-1,0 0 0,-1-3 0,0-2-691,-1 0 0,1 0 0,0-1-1,-2-10 1,2 5-950,-5-15-5325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07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2577,'0'0'12342,"21"0"-11857,5 1-312,1 1-1,33 6 1,-16-2 89,0-3 1,74-3-1,-43-2-99,9-5-156,2-1 4,126 4 228,134 3-99,-259 8-115,44 0-44,419-7 99,-424-10-54,-1-1 54,-79 11-43,-1-2-1,45-8 1,0 0-14,-1 4 1,116 6 0,-84 1-10,-115-1-10,42 0-56,76 9 1,-34-2 146,-72-7-111,0 1 0,1 0 1,-1 1-1,0 1 0,0 1 0,0 1 0,30 11 0,-38-11 11,-4-2 14,0 1-1,0-2 1,0 1-1,0-1 1,1 0-1,-1 0 1,1 0-1,-1-1 1,14 0-1,145-1 465,-165 0-228,0-3-147,1 0-123,-1 0 0,0 0 0,0 0 0,0 0 0,0 0 0,0 1 0,-1-1 0,1 0-1,-1 0 1,0 0 0,0 0 0,0 1 0,0-1 0,-1 0 0,1 1 0,-1-1-1,1 1 1,-4-4 0,-8-9 5,9 10 24,0 0-1,-1 1 1,0-1-1,1 1 1,-1 0-1,-1 0 1,-5-4-1,6 7 19,0 0-1,1 0 1,-1 1-1,0 0 1,0-1-1,0 2 1,-9 0 0,-5 0 35,17-1-48,1 0 1,0 0-1,-1 0 1,1 0-1,0 0 0,-1 0 1,1 0-1,0 1 1,0-1-1,-1 0 1,1 1-1,0-1 1,0 1-1,0-1 1,-1 1-1,1 0 1,0-1-1,-2 3 1,2-1 21,1-1 0,-1 1 0,0 0 1,0 0-1,1 0 0,-1 0 1,1 0-1,-1 0 0,1 4 1,-2 10 166,-3 21 314,2 1 1,2 44 0,1-63-261,0-18-238,0 1 0,1-1 0,-1 0 0,0 0 0,1 0 0,-1 0 1,1 0-1,0 0 0,-1 0 0,1 0 0,0 0 0,0 0 0,-1 0 0,1 0 0,0 0 1,0-1-1,0 1 0,0 0 0,0-1 0,0 1 0,0-1 0,0 1 0,1-1 0,-1 1 1,0-1-1,0 0 0,0 0 0,0 1 0,1-1 0,-1 0 0,0 0 0,0 0 0,2-1 1,6 2 16,0-1 1,0-1-1,-1 0 1,10-2-1,-11 2-103,-1-1-1,0-1 0,1 1 0,-1-1 0,0 0 0,-1-1 0,1 1 0,-1-1 1,1 0-1,-1 0 0,0-1 0,-1 0 0,1 1 0,-1-2 0,7-8 1,-6 6-62,-1 0 1,0 0 0,0 0 0,0 0 0,-1-1-1,0 1 1,-1-1 0,0 0 0,0 0 0,-1 0 0,1-11-1,-3 20 210,1 0 0,-1 0 0,1 0 0,-1 0-1,1 0 1,0 0 0,-1 0 0,1 0 0,-1 0-1,1 0 1,-1 0 0,1 0 0,0 0 0,-1 0-1,1 1 1,-1-1 0,1 0 0,-1 0-1,1 0 1,0 1 0,-1-1 0,1 0 0,0 0-1,-1 1 1,1-1 0,-1 1 0,-10 14 378,-1 1 1,2 1 0,0 0 0,1 0-1,1 0 1,-6 20 0,12-33-418,0 2-1,-1 0 1,1 0 0,1 0-1,-1 0 1,1 1-1,-1 6 1,2-12-178,5-18-1895,6-8-589,0-2-2049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0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9 4882,'0'0'11579,"-18"0"-10925,-54-4 225,52 1-816,-1 2 0,0 0 0,0 2 0,-24 2 1,41-1-68,-1-1 0,1 1 0,0 0 0,-1 0 0,1 1 0,0-1 0,0 1 0,1 0 0,-1 0 0,0 0 0,1 0 0,0 1 0,0 0 1,-5 7-1,-3 4 70,2 1 1,-12 25 0,18-32-41,-1 0 1,1 1-1,1-1 0,0 1 0,0 0 0,0 12 1,2 61 694,1-38-249,-1-33-362,0-1 0,1 0 0,0 1 0,1-1 0,0 0 0,1 0 0,0 0 0,0 0 0,2 0 1,-1-1-1,1 1 0,1-1 0,0-1 0,0 1 0,1-1 0,0 0 0,0 0 0,1-1 0,1 0 0,-1 0 0,1-1 0,19 12 1,-22-16-94,-1 0 1,1-1 0,0 1 0,0-1 0,0-1-1,0 1 1,0-1 0,0 0 0,0 0 0,0 0 0,1-1-1,-1 0 1,0-1 0,0 1 0,0-1 0,1 0-1,-1-1 1,0 1 0,0-1 0,-1 0 0,1-1-1,0 1 1,-1-1 0,1 0 0,-1-1 0,0 1 0,0-1-1,0 0 1,-1-1 0,6-5 0,-8 7-61,23-34-456,-23 34 454,0 0-1,0 0 1,-1 0 0,1-1-1,-1 1 1,0-1 0,0 1-1,0-1 1,0-4 0,-1 7-3,0 18-7404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3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0,'0'0'3546,"-2"0"-3397,-19 0 3389,15 0-4102,-18 0 9011,13 0-9495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32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76 3698,'0'0'3823,"3"-33"-3690,-3 32-113,0-2 40,0-1 1,0 1-1,0-1 1,0 1-1,-1 0 1,-1-7-1,1 9 17,1 1-1,-1-1 1,1 0-1,-1 0 1,0 0-1,1 1 1,-1-1 0,0 0-1,0 1 1,1-1-1,-1 1 1,0-1 0,0 1-1,0-1 1,0 1-1,1 0 1,-1-1-1,0 1 1,0 0 0,0 0-1,0-1 1,0 1-1,0 0 1,0 0-1,0 0 1,-2 0 0,3 1 7,-1-1 1,1 1 0,-1-1 0,1 1-1,-1-1 1,1 1 0,-1-1-1,1 1 1,0-1 0,-1 1 0,1-1-1,0 1 1,-1 0 0,1-1 0,0 1-1,0 0 1,0-1 0,-1 1-1,1 0 1,0-1 0,0 1 0,0 0-1,0-1 1,0 1 0,1 1-1,-2 24 700,2-20-390,-3 13 125,2-14-350,-1 0-1,1 0 1,0 0-1,0 1 1,0-1-1,1 0 1,2 8-1,-3-12-138,1 0-1,0 0 1,0 0 0,0 0-1,-1 0 1,1-1-1,0 1 1,0 0-1,0 0 1,0-1-1,1 1 1,-1-1-1,0 1 1,0-1 0,0 0-1,0 1 1,0-1-1,1 0 1,-1 0-1,2 1 1,30-1 147,-24 0-188,-7 0-29,0 0 0,-1 0 0,1 0 0,-1 0 0,1 0 0,-1-1 0,1 1 0,-1 0 0,1-1 0,-1 1 0,1-1 0,-1 0 0,0 1 0,1-1 0,-1 0 0,0 0 0,1 0 0,-1 0-1,0 0 1,0 0 0,2-2 0,-2 1-95,0-1-1,0 0 1,0 1-1,0-1 1,0 0-1,0 0 0,-1 0 1,0 1-1,1-1 1,-1 0-1,0-4 1,0-23 887,-2 30-661,0 0 1,1 0 0,-1 0-1,1 1 1,-1-1-1,1 0 1,0 1-1,-1-1 1,1 1-1,-1 0 1,1 0-1,0-1 1,0 1-1,-1 0 1,1 0-1,0 0 1,0 0-1,0 0 1,0 1 0,0-1-1,0 0 1,-1 3-1,0-1 15,1 0-1,0 0 0,0 0 1,0 0-1,0 0 0,0 0 1,0 1-1,1-1 0,-1 6 1,1-8 203,6-1 75,4 0-392,-7 1-92,0-1 0,0 0 0,0 0-1,0 0 1,-1 0 0,1 0 0,0-1 0,0 1-1,0-1 1,-1 1 0,1-1 0,0 0 0,-1 0-1,1-1 1,2-1 0,-4 3-340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15:3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46 624,'0'0'2231,"-3"-1"-2005,-18-5-810,-22 1 8169,36 0-5160,6 5-2431,0 0 1,0-1-1,1 1 0,-1 0 0,0 0 0,0-1 1,0 1-1,0-1 0,1 1 0,-1-1 0,0 1 1,1-1-1,-1 1 0,0-1 0,1 0 0,-1 1 1,1-1-1,-1 0 0,1 0 0,-1 1 0,1-1 0,-1-1 1,1 1 61,0 1 1,0-1 0,0 0 0,0 1 0,0-1 0,0 1-1,0-1 1,0 1 0,-1-1 0,1 1 0,0-1 0,0 1-1,0-1 1,-1 1 0,1-1 0,0 1 0,-1-1 0,1 1-1,0 0 1,-1-1 0,1 1 0,-1 0 0,1-1-1,0 1 1,-1 0 0,1-1 0,-1 1 0,1 0 0,-2-1-1,-18 0-3979,18 1 3306,-14 0-4615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49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4542 43 3874,'0'0'4156,"10"-7"-3318,27-21 424,-27 21 4279,-18 7-5042,-6-1-436,1 2 0,-1 0 0,1 0 1,-1 1-1,1 1 0,0 0 0,0 1 0,-13 6 0,0 2-39,0 2-1,1 0 0,0 2 0,2 1 1,0 1-1,0 0 0,2 2 1,-35 42-1,21-17 51,2 2-1,2 1 1,-39 82 0,37-49-65,3 1 1,-25 115-1,36-125-8,-100 336-1,31-114 45,42-115-102,-38 310 0,70-105 33,14-322 16,0-21-7,3 0 0,1 0 0,2 0 0,15 56 0,172 475-335,-98-329 485,-75-184-106,-3 2 0,11 72 0,21 364-21,-37 5-22,-14-449 19,-2 0 0,-13 63 0,-34 100 2,26-136-6,-48 110 1,-53 67-3,82-173-273,-4-2-1,-106 137 0,27-64-381,-57 69 521,-18-16-456,-397 310-249,481-424 850,-134 113-906,54-44 1075,117-101-67,3 3 0,-72 80 0,114-102 14,2 1 0,-57 95 1,-99 197 158,140-252-265,-17 31 19,-27 108-9,77-178-15,7-25-49,0-1 0,-1 0-1,-1-1 1,-1 0 0,0 0-1,-26 23 1,17-16 27,-35 48 1,26-21-224,-38 86 1,-185 368 1181,236-479-947,-29 35-1,28-39 35,-30 49-1,-42 95 933,87-160-928,-1 0 0,-1 0 0,1-1 0,-1 0 0,-11 10 0,11-11-18,0 1 0,0 0-1,0 0 1,-9 14-1,10-12-39,0-1 0,0 1 0,1 1 0,0-1-1,1 0 1,0 1 0,0 0 0,1 0-1,-2 15 1,1-119-7143,3 54 1254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1:50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6211,'0'0'5026,"7"12"-4415,48 64 883,-49-66-1282,-1 0-1,-1 1 1,0 0-1,0 0 1,-1 0-1,0 1 1,-1-1-1,0 1 1,-1 0-1,0 15 1,-1 273 430,0-298-647,0 0-1,0-1 0,0 1 1,0 0-1,1-1 0,-1 1 0,0-1 1,1 1-1,0 0 0,-1-1 0,1 1 1,0-1-1,0 0 0,0 1 0,0-1 1,0 1-1,0-1 0,0 0 0,2 1 1,-1 0-22,1 0 1,0 0 0,0-1 0,-1 0-1,1 1 1,0-1 0,0 0 0,0 0-1,6 0 1,1 0-70,1 0-1,0-1 1,0 0 0,22-3-1,-17-1 91,-1 0 0,27-10 0,18-6-21,-26 14-766,48-2 0,-12 2-2890,-52 1 863,-12 2-1537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02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68 6739,'0'0'8580,"0"-5"-7817,0-38 1689,-1 42-2405,0 0 0,0 0 0,0 0 0,0 0 0,0 0 0,0 0 0,0 0 0,0 1 0,0-1 0,0 0 0,0 1-1,-1-1 1,1 1 0,0-1 0,0 1 0,-1 0 0,1-1 0,0 1 0,-1 0 0,1 0 0,0 0 0,-3 0 0,-34-2-60,-45 0-91,37 0-80,-52 4 0,93-1 183,1 0 0,0 0 1,0 0-1,0 1 0,0 0 0,0 0 1,1 0-1,-1 0 0,0 1 0,1-1 1,0 1-1,-1 0 0,1 0 1,0 0-1,1 1 0,-1-1 0,0 1 1,1-1-1,0 1 0,0 0 1,-2 5-1,-2 4-2,1-1 0,1 1 1,0 0-1,0 0 0,-2 23 1,4-4 44,2 38 0,1-24 93,-1-28 48,2-1 0,0 1 1,0-1-1,2 0 0,10 31 1,-11-39-98,0 0 1,1-1-1,0 0 1,0 1-1,1-2 1,1 1-1,-1 0 1,1-1-1,0 0 1,1 0-1,-1-1 1,15 11 0,-16-15-71,1 1 0,-1 0 1,1-1-1,0 0 1,-1-1-1,1 1 1,10 0-1,-13-1-8,1-1-1,-1 0 0,0 1 0,0-1 0,1-1 0,-1 1 0,0 0 1,0-1-1,0 0 0,0 0 0,1 0 0,-1 0 0,-1 0 1,1-1-1,0 1 0,5-4 0,-4 0-27,1 0 0,-1 0 0,0-1-1,-1 1 1,1-1 0,-1 0 0,2-6 0,19-51-733,-17 43 373,6-19-840,-2 0-1,-2-1 1,-2 0-1,4-67 1,-8-10 3800,8 119-2057,-8 4-482,0 0-1,0-1 0,-1 1 0,0 1 0,0-1 0,0 0 1,0 0-1,0 8 0,-1-7-12,10 70 493,-4 0-1,-3 118 1,-2-45 342,-1-103-683,-1-20-98,1 0-1,1-1 1,8 38 0,-2-42 160,-2-13-1249,2-7-3639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03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55 4002,'0'0'6606,"-4"-4"-5577,-11-20 40,10-2 3394,5 26-4424,0 0-1,0 0 1,-1 0-1,1 0 0,0 0 1,0 0-1,0 0 0,0 0 1,-1 0-1,1 0 0,0 0 1,0-1-1,0 1 1,0 0-1,-1 0 0,1 0 1,0 0-1,0 1 0,0-1 1,0 0-1,-1 0 1,1 0-1,0 0 0,0 0 1,0 0-1,0 0 0,-1 0 1,1 0-1,0 0 0,0 0 1,0 0-1,0 1 1,0-1-1,-1 0 0,1 0 1,0 0-1,0 0 0,0 0 1,0 1-1,0-1 1,0 0-1,0 0 0,-9 293 701,1 1 38,8 55 439,0-343-1183,-1-2-22,1-1 0,0 1 0,0-1 0,0 0 0,0 1 0,1-1 0,-1 0 0,1 1 0,0-1 1,0 0-1,0 0 0,0 1 0,0-1 0,1 0 0,0 0 0,-1 0 0,4 3 0,-5-6-11,0 0-1,0 0 1,0 1-1,1-1 1,-1 0-1,0 0 1,0 0-1,0 0 1,0 0-1,0 0 1,1 0-1,-1 0 1,0 1-1,0-1 1,0 0-1,0 0 1,0 0-1,1 0 1,-1 0-1,0 0 1,0 0-1,0 0 1,0 0-1,1 0 1,-1 0-1,0 0 1,0 0-1,0 0 1,0 0-1,1 0 1,-1 0-1,0 0 1,0 0-1,0-1 1,0 1-1,1 0 1,-1 0-1,0 0 1,0 0-1,0 0 1,0 0-1,0 0 1,0 0-1,1-1 1,-1 1-1,0 0 1,0 0-1,0 0 1,0 0-1,0 0 1,0-1-1,0 1 1,0 0-1,0 0 1,0 0-1,0 0 1,0-1-1,0 1 1,-1-93-1244,3-117-2786,-1 201 4023,1 0 0,0 1 0,0-1 0,1 1 0,0 0 0,0 0 0,1 0 0,0 0 0,10-13 0,-4 7 9,1 1 1,-1 0 0,2 1 0,16-14 0,-24 23-6,1 0 0,-1 0 0,1 1 0,0-1 0,0 1 1,0 0-1,0 1 0,7-2 0,-9 2 7,0 0 0,0 1-1,0-1 1,0 1 0,0 0-1,0 0 1,0 0 0,0 1-1,0-1 1,0 1 0,-1-1-1,1 1 1,0 0 0,0 0 0,0 0-1,4 3 1,2 5 129,-1 1-1,0 0 1,0 1 0,-1-1 0,0 1-1,-1 0 1,7 20 0,-1-4 185,-2 1 1,-2 0-1,0 0 1,-2 1-1,-1 0 1,-1 0 0,-1 0-1,-2 1 1,-5 53-1,4-79-292,-1 0 0,1-1 0,-1 1 0,0-1 0,-1 1 0,1-1 0,0 1 0,-1-1 0,0 0 1,0 0-1,0 1 0,0-1 0,0-1 0,-1 1 0,0 0 0,1-1 0,-1 1 0,0-1 0,0 0 0,0 0 0,0 0 0,0 0 0,-1 0 0,1-1 0,-1 0 0,1 1 0,-8 0 0,-7 2-54,-1-1-1,0-1 1,1-1-1,-25-1 1,25 0-81,10 0 15,-1 0-30,1 0-1,-1-1 1,1 1 0,-1-1 0,-9-3 0,16 3 16,0 0 0,0 0 0,0 0 0,0 0 0,0 0 0,0 0 0,0 0 0,0-1 0,0 1-1,1-1 1,-1 1 0,0-1 0,1 0 0,0 0 0,-1 1 0,1-1 0,0 0 0,0 0 0,0 0 0,0 0 0,0-1 0,1 1 0,-1 0-1,0-3 1,-1-45-7636,2 31-156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0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6 6707,'0'0'9031,"-1"0"-8943,0-1 1,0 1 0,1-1-1,-1 1 1,0-1 0,0 1-1,0-1 1,0 1-1,0 0 1,0-1 0,0 1-1,1 0 1,-3-1-1,-270 1 539,271 1-628,0-1-1,0 1 0,0 0 0,0 0 0,0 0 1,0-1-1,0 2 0,1-1 0,-1 0 0,0 0 1,1 0-1,-1 1 0,1-1 0,-1 1 0,-1 2 0,-17 25-11,11-8 158,0 0 0,2 0 1,1 1-1,0 0 0,-4 41 1,0 116 992,10-166-1094,-2 37 295,0-6 14,2 0 0,7 58 0,-5-94-282,-1 1 0,1-1 0,1 0 0,-1 0 0,1-1 0,1 1 1,0-1-1,0 1 0,0-1 0,1 0 0,0 0 0,6 6 0,-6-9-39,-1 1 1,2-1-1,-1-1 0,0 1 0,1 0 1,-1-1-1,1 0 0,0-1 0,0 1 1,0-1-1,0 0 0,1-1 1,-1 1-1,0-1 0,1-1 0,6 1 1,-3-1-69,0 0 0,0-1 0,0 0 0,0 0 1,0-1-1,0-1 0,0 0 0,-1 0 0,1-1 1,-1 0-1,0 0 0,0-1 0,-1 0 0,1-1 1,-1 0-1,0 0 0,-1-1 0,11-11 0,-4 4-793,-2-2 0,1 1 0,17-32 1,-23 34-824,0 0 0,-2 0 1,6-18-1,-5-4-6215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07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352 569 5282,'0'0'8127,"8"0"-2183,-209 0-5589,195 1-360,1-1 1,-1 1-1,0 0 1,1 1-1,-1 0 1,1 0-1,-1 0 1,1 0-1,0 1 1,0 0-1,0 0 1,0 0-1,1 0 1,-1 1-1,1 0 1,0 0 0,0 0-1,0 1 1,1-1-1,-1 1 1,-2 5-1,-1 1-12,1 1-1,0 0 1,0 0-1,2 0 1,-1 1-1,2 0 1,-1 0-1,-1 14 1,2 14 48,2 51 0,1-52-19,0-35-6,0 0 1,0 0-1,1 0 0,-1-1 0,1 1 0,0 0 1,1 0-1,-1-1 0,1 1 0,4 8 0,-4-10 10,0-1-1,0 1 0,0-1 0,0 0 1,1 0-1,-1 0 0,1 0 0,-1 0 0,1-1 1,0 1-1,0-1 0,0 1 0,-1-1 1,1 0-1,0 0 0,1 0 0,-1-1 1,5 1-1,-2 1 18,0-1 1,0-1-1,0 1 1,0-1 0,1 0-1,-1 0 1,0-1-1,0 0 1,0 0-1,0 0 1,1-1 0,-2 0-1,1 0 1,0 0-1,0-1 1,-1 0-1,1 0 1,-1 0 0,0-1-1,0 0 1,0 0-1,-1 0 1,5-5-1,5-8 82,0 0 0,-2 0 0,0-1 0,0-1 0,-2 0 0,9-21 0,-8 10-574,-1 0 0,-1-1 0,6-47 0,-5-12-2250,-6-178-1,-5 161 2067,0 92 461,-1 0 1,0 0 0,-1 0 0,0 0 0,-1 1 0,-8-20 0,-1-2 219,3 10 356,9 25-243,1 0 0,-1 0 0,1 0 0,0 0 0,-1 0 0,1 0 0,-1 0 0,0 0 0,1 1 0,-1-1 0,0 0 0,1 1 0,-1-1 0,0 0 0,0 1 0,0-1 0,0 1 0,-1-1-1,1 3-72,1 1 0,-1 0 0,0 0 0,1 0 0,-1-1 0,1 1 0,0 0 0,0 0-1,0 0 1,1 4 0,-1-3 2,0 53 359,13 314 832,6-139-452,16 108-101,-34-335-728,4 20 131,-5-24-131,0-1 0,0 1-1,1 0 1,-1-1 0,0 1 0,0 0-1,1-1 1,-1 1 0,0-1 0,1 1-1,-1 0 1,1-1 0,-1 1 0,1-1-1,-1 1 1,1-1 0,-1 0 0,1 1-1,0-1 1,-1 1 0,1-1 0,0 0-1,-1 1 1,1-1 0,0 0 0,0 0-1,0-4-1277,-1-1 532,-1 0 0,0 0-1,0 0 1,0 0 0,0 0 0,-1 1 0,0-1 0,0 0 0,-5-7 0,-15-21-9945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08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35 334 4882,'0'0'10642,"-7"-6"-9905,-20-18-46,27 24-642,0 0 1,0 0 0,0 0-1,0 0 1,0-1-1,0 1 1,0 0-1,0 0 1,0 0 0,0 0-1,0 0 1,0 0-1,0-1 1,0 1 0,0 0-1,0 0 1,0 0-1,0 0 1,0 0 0,0 0-1,0-1 1,0 1-1,0 0 1,0 0 0,0 0-1,1 0 1,-1 0-1,0 0 1,0 0-1,0 0 1,0 0 0,0-1-1,0 1 1,0 0-1,0 0 1,1 0 0,-1 0-1,0 0 1,0 0-1,0 0 1,0 0 0,0 0-1,0 0 1,1 0-1,-1 0 1,0 0 0,0 0-1,0 0 1,0 0-1,0 0 1,0 0-1,1 0 1,-1 0 0,0 0-1,0 0 1,0 0-1,0 0 1,1 1 0,18-3 706,32 1-1269,-42 1 791,11 0-220,-4 1-2,0-1 0,1-1 1,26-5-1,-38 5-103,0-1 1,1 0 0,-1 0 0,0 0-1,0-1 1,0 1 0,0-1 0,-1-1-1,1 1 1,-1 0 0,0-1 0,0 0-1,0 0 1,5-7 0,-6 6-23,0 0 0,0-1 1,-1 1-1,0 0 0,0-1 1,0 0-1,-1 1 0,1-1 0,-1 0 1,-1 1-1,1-1 0,-1 0 0,0 0 1,-1-8-1,0-3-106,1 13 153,-1 0 1,0 0-1,0 0 0,0 0 1,0 0-1,-1 1 1,1-1-1,-1 0 0,0 1 1,0-1-1,-5-4 0,-31-37 83,34 41-92,1 1 6,0 0 0,-1 0 0,1 0 0,-1 1 0,1 0 0,-1-1 0,0 1 0,0 0 0,0 1 0,0-1 0,0 1 0,-5-1 0,-3 0 17,0 0 0,-25 1 0,35 2 8,-1-1 0,1 1 0,0 0-1,0 0 1,-1 0 0,1 0 0,0 0 0,0 0 0,0 1 0,0-1 0,0 1-1,0-1 1,0 1 0,1 0 0,-1-1 0,0 1 0,1 0 0,0 0 0,-1 0-1,1 0 1,0 1 0,0-1 0,-1 4 0,-4 9 1,1 0 0,-5 21 0,9-34-1,-6 40 15,2 0 0,1 0 0,2 0 1,5 42-1,-2-6 93,-1-38 52,2-1 1,2 1-1,11 49 0,-10-71-75,0 0-1,0 0 1,2 0-1,0-1 1,2 0-1,-1 0 1,2-1-1,0 0 1,14 15-1,-19-26-72,0 1 0,0-1 0,0 0 0,1-1 0,0 0 0,0 0 0,0 0 0,1 0 0,-1-1 0,13 4-1,-8-4-11,1 0-1,-1-1 1,1-1-1,-1 0 1,21-1-1,-27 0-71,0 0-1,-1 0 0,1-1 1,-1 0-1,1 0 1,-1 0-1,1 0 0,-1-1 1,0 0-1,0 0 1,0 0-1,0 0 0,0-1 1,0 1-1,0-1 1,-1 0-1,1 0 0,4-7 1,-4 6-496,-1-1-1,0 0 1,-1 0 0,1 0 0,-1 0-1,0 0 1,0-1 0,-1 1 0,2-10-1,0-36-11057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09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47 7523,'0'0'6985,"0"-5"-6393,0-16 102,0 21-639,0-1-1,0 0 1,-1 0 0,1 0 0,0 1-1,0-1 1,-1 0 0,1 0 0,-1 1-1,1-1 1,0 0 0,-1 1 0,0-1-1,1 0 1,-1 1 0,1-1 0,-1 1-1,0-1 1,1 1 0,-1-1 0,0 1-1,1 0 1,-1-1 0,0 1 0,0 0-1,1-1 1,-1 1 0,0 0 0,0 0-1,0 0 1,1 0 0,-1 0 0,0 0-1,0 0 1,0 0 0,-1 0 0,-2 0 133,-15-3 86,1 2 0,-32 0 0,44 2-279,0-1 1,-1 1 0,1 0-1,0 0 1,0 1-1,0 0 1,1 0-1,-1 0 1,0 1-1,1 0 1,-9 5 0,-1 4-6,1 0 0,1 1 0,0 0 1,-11 16-1,19-22 6,0 0 1,0 1 0,1 0 0,0 0-1,1 0 1,-1 0 0,2 0-1,-1 1 1,1-1 0,-2 15-1,2 78-39,3-56 52,0-19 8,1 0 0,1-1 0,9 35 0,28 77 25,-17-63-8,-16-50-2,57 215 248,-54-189-41,-2 0 0,2 98 0,-10-148-260,-1 1 0,0-1 0,1 0 0,-1 1-1,0-1 1,1 0 0,-1 0 0,0 0-1,0 1 1,1-1 0,-1 0 0,0 0 0,0 0-1,1 0 1,-1-1 0,0 1 0,0 0-1,-2 0-100,-3 0-139,1-1-1,-1 0 1,0 0 0,1 0-1,-1-1 1,1 1-1,-1-1 1,1-1 0,0 1-1,0-1 1,-7-4-1,-5-5-2480,-28-27 0,32 27 1006,-24-21-3727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10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9076,'0'0'3890,"190"-63"-2866,-136 42-1024,-14 3-16,-10 3-3057,-10 3-4659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1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280 105 5699,'0'0'7624,"0"-10"-7197,0-29-29,0 38-285,0-1 1,0 0-1,0 0 0,-1 1 1,1-1-1,-1 0 0,1 0 1,-1 1-1,1-1 1,-1 1-1,0-1 0,0 1 1,0-1-1,0 1 0,0-1 1,0 1-1,-1 0 1,1-1-1,0 1 0,-1 0 1,1 0-1,-3-1 0,-1-1 45,0 1-1,0-1 0,-1 1 0,-9-2 0,12 3-130,-9-1-10,-1 0 0,1 1 0,-1 1 0,-22 1 0,3 0 29,28-1-43,1 0 0,-1 1 0,0 0 0,0-1 0,1 1 0,-1 1 0,0-1 1,1 0-1,-1 1 0,1 0 0,0 0 0,-1 0 0,1 0 0,0 1 0,0-1 0,0 1 0,1 0 1,-1-1-1,1 1 0,-1 0 0,1 1 0,0-1 0,0 0 0,1 1 0,-2 3 0,-2 4 12,1 0 0,0 0-1,1 1 1,1-1-1,-1 1 1,2-1 0,-1 14-1,2 121 1494,0-142-1470,0-1 0,0 0 0,1 0 0,-1 0 0,1 1 0,0-1 1,0 0-1,0 0 0,0 0 0,0 0 0,1-1 0,-1 1 0,1 0 0,0 0 1,0-1-1,0 1 0,0-1 0,0 0 0,0 1 0,1-1 0,-1 0 1,1-1-1,0 1 0,-1 0 0,1-1 0,3 2 0,1-1 5,-1 0 0,1 0 0,0-1 0,0 0 0,0-1 0,-1 1 0,1-1 0,0-1-1,0 1 1,0-1 0,9-2 0,-10 1-30,0 0 1,0 0-1,-1 0 0,1 0 0,-1-1 0,0 0 0,1 0 0,-1-1 1,-1 1-1,1-1 0,4-5 0,-1 2-144,-1-2 0,-1 1 1,0-1-1,0 0 0,9-18 0,-8 11-536,-1 0 0,0 0 0,-1-1 0,-1 1 0,-1-1 0,0 0 0,0-29 1,-3 11-631,0 35 1333,1-1 0,-1 1-1,0-1 1,0 1 0,-1-1 0,1 1 0,0-1 0,0 1-1,0-1 1,0 1 0,0-1 0,0 1 0,-1-1-1,1 1 1,0-1 0,0 1 0,-1 0 0,1-1 0,0 1-1,-1-1 1,1 1 0,-1 0 0,1-1 0,0 1-1,-1 0 1,1-1 0,-1 1 0,1 0 0,-1 0 0,1-1-1,-1 1 1,1 0 0,-1 0 0,1 0 0,-1 0 0,1 0-1,-1 0 1,1 0 0,-2 0 0,-11 3 1842,12 8-1754,-1 0 0,2 1 0,-1-1 0,3 20-1,0 3 128,-1-13-126,1 0 0,0-1 0,8 27 0,4 21 58,-7 12 68,-3 93 0,-4-146-241,0-20-2,0 0 0,-1 0 1,1 0-1,-1 0 0,-1-1 1,1 1-1,-1 0 0,0-1 1,-1 0-1,0 1 0,-6 10 1,7-14-117,-1 0 1,0 0 0,0 1-1,0-2 1,0 1-1,-1 0 1,1-1-1,-1 1 1,1-1 0,-1 0-1,0 0 1,0-1-1,0 1 1,0-1 0,0 0-1,0 0 1,-1 0-1,1 0 1,0-1-1,-5 0 1,-30 1-3940,-4-1-3741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2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2722 608 4674,'0'0'5635,"0"-2"-4974,-4-43 5747,1 34-6387,0 0 1,-1 0-1,-1 0 1,1 0-1,-2 1 1,-12-20-1,5 11 71,-2 1 0,0 0 0,-1 1 0,0 0 0,-2 1 0,0 2 0,0-1 0,-2 2 0,1 0 0,-2 2 0,-28-13 1,-247-107 109,247 111-31,0 3-1,-1 1 1,-1 3-1,0 2 0,-1 3 1,0 1-1,-57 1 1,-119-14-71,-41-1-43,148 25-95,103-1 29,0 0 0,0 1 0,0 0 0,-26 12 0,-35 18-72,2 4-1,-87 56 1,109-57 83,2 3-1,2 2 1,-68 70 0,79-68 44,3 1 0,1 2 0,3 1 0,1 2 1,-31 70-1,44-79-10,2 2 1,2 0 0,1 1 0,3 0 0,2 1-1,1 0 1,-2 65 0,9-69-6,0 84 35,2-104-56,2-1 1,-1 1-1,2-1 1,7 21-1,2-5 65,1 0 0,2-1 0,2-1-1,1-1 1,2 0 0,47 57 0,-28-46-42,2-1 0,1-3 0,89 63 0,-93-77 10,2-2 0,0-3 0,2 0 0,0-3 0,1-2 0,1-2 0,0-1 0,89 12 0,3-12-11,239-7 0,-338-9-56,-1-1-1,0-1 0,0-2 0,-1-2 0,0-2 1,0-1-1,44-21 0,-19 2-35,-2-1-1,-1-4 1,62-49-1,-78 51-5,-1-1-1,-3-2 1,0-1-1,-3-2 1,-1-2-1,-2-1 1,-3-2 0,-1 0-1,-2-2 1,36-90-1,0-6-37,-5 14 205,-48 103-94,-1-1 0,-2 0-1,0 0 1,2-50-1,-6-116 28,-3 105-28,1 49 2,1 18 4,0 1 0,-2-1 0,-1 0 1,0 1-1,-1-1 0,-8-25 0,-16-48-4,27 93-2,0 1 0,0 0-1,0 0 1,0-1 0,0 1 0,0 0 0,0 0-1,-1-1 1,1 1 0,0 0 0,0 0 0,0-1 0,0 1-1,0 0 1,0 0 0,-1-1 0,1 1 0,0 0 0,0 0-1,0 0 1,0-1 0,-1 1 0,1 0 0,0 0-1,0 0 1,-1 0 0,1 0 0,0-1 0,0 1 0,-1 0-1,1 0 1,0 0 0,0 0 0,-1 0 0,1 0 0,0 0-1,0 0 1,-1 0 0,1 0 0,0 0 0,-1 0-1,1 0 1,0 0 0,0 0 0,-1 0 0,1 0 0,0 1-1,0-1 1,-1 0 0,1 0 0,0 0 0,0 0 0,0 0-1,-1 1 1,1-1 0,0 0 0,-13 15 316,12-13-354,-9 10-768,0-1 1,-1-1 0,0 0-1,-24 17 1,-6-2-5068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27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60 122 1857,'0'0'11536,"3"-8"-11299,12-25 41,-6 20 1093,-9 13-1327,0 0 1,0 0 0,1 0-1,-1 0 1,0 0 0,0 0-1,0 0 1,0 0 0,0 0-1,1 0 1,-1 0 0,0 0-1,0 0 1,0 0 0,0 0-1,0 0 1,1 0 0,-1 1-1,0-1 1,0 0 0,0 0-1,0 0 1,0 0 0,0 0-1,1 0 1,-1 0 0,0 0-1,0 0 1,0 1 0,0-1-1,0 0 1,0 0 0,0 0-1,0 0 1,0 0 0,0 1-1,0-1 1,1 0 0,-1 0-1,0 0 1,0 0 0,0 1-1,1 20 1430,-1-19-1896,1 118 300,1 2 550,-16 136 0,4-181-252,-12 143 197,15-309-3841,0-6-766,7-3 104,6-182 2844,-4 128 5873,-3 83-3008,1 68-1567,1-1 1,-1 0-1,1 0 1,-1 0-1,1 1 1,0-1-1,0 0 1,0 1-1,0-1 1,0 1-1,0-1 1,0 1-1,0-1 1,1 1-1,-1 0 0,0 0 1,1-1-1,1 0 1,35-21 415,-22 13-325,-7 4-114,1 0 0,0 1 0,0 0 0,0 1 0,0 0 0,1 0 0,0 1-1,0 1 1,0 0 0,0 0 0,0 1 0,17 0 0,-26 1 5,0 0 55,1-1 0,0 1 0,-1 0 0,1 0 0,0 0 0,0 1-1,-1-1 1,1 1 0,-1-1 0,1 1 0,0 0 0,-1 0-1,1 0 1,-1 0 0,0 0 0,1 1 0,-1-1 0,0 1 0,0-1-1,0 1 1,0 0 0,3 3 0,2 3 38,0 1 0,0 1-1,-1-1 1,0 1 0,-1 0 0,0 0 0,0 1 0,-1-1 0,-1 1-1,1 0 1,-2 0 0,2 15 0,0 13 385,-2 0-1,-3 48 1,0-76-367,0 0-3,-1 0-1,0 0 1,0 0 0,-2 0-1,1 0 1,-1 0 0,-1-1-1,0 0 1,0 0 0,-13 18-1,1-6-18,-1 0 0,-1-1-1,-27 24 1,37-37-126,0 0 0,0-1 0,-1 0 0,-1 0 1,1-1-1,-1 0 0,0-1 0,0 0 0,0-1 0,-1 0 0,1-1 1,-1 0-1,0-1 0,0 0 0,-24 0 0,34-2-17,0 0 0,0 0 1,0 0-1,0 0 0,0-1 0,0 1 0,0-1 0,0 1 1,0-1-1,1 0 0,-1 0 0,0 1 0,0-1 0,1 0 1,-1-1-1,0 1 0,1 0 0,-1 0 0,1-1 1,0 1-1,-1-1 0,1 1 0,0-1 0,0 0 0,0 1 1,0-1-1,0 0 0,-1-3 0,1 0-107,0 1-1,0-1 1,0 0 0,1 0-1,0 0 1,0 0 0,0 0-1,0 0 1,1 1 0,0-1-1,1-5 1,-1 8 133,0 1 0,-1-1 0,1 0 1,0 1-1,0-1 0,0 1 0,0-1 0,0 1 0,0-1 0,1 1 0,-1 0 0,0-1 1,1 1-1,-1 0 0,1 0 0,-1 0 0,1 0 0,0 1 0,-1-1 0,1 0 0,0 1 1,0-1-1,-1 1 0,1-1 0,2 1 0,5-1 163,-1 0 0,1 0 0,17 3 0,-22-2-22,1 1 1,0 0 0,-1 0-1,1 0 1,-1 1-1,1-1 1,-1 1 0,0 0-1,0 1 1,0-1 0,0 1-1,0-1 1,6 8 0,2 1 347,-2 2 1,17 22-1,-12-14-20,30 50 769,-34-52-793,0-1 0,0-1 0,2 0 1,0 0-1,30 27 0,-41-42-387,1 0 0,0 0 0,0 0 0,0-1 1,1 1-1,-1-1 0,0 0 0,0 0 0,4 1 0,-5-2-58,-1 0 0,0 0 0,1 1-1,-1-1 1,1 0 0,-1-1 0,1 1-1,-1 0 1,1 0 0,-1 0 0,0-1 0,1 1-1,-1-1 1,1 1 0,-1-1 0,0 0-1,0 1 1,1-1 0,-1 0 0,0 0 0,0 0-1,0 0 1,0 0 0,0 0 0,1-2-1,3-6-624,-1-2-1,0 1 1,-1 0-1,0-1 0,-1 1 1,0-1-1,1-14 0,-1-30-5121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2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8660,'0'0'8948,"44"0"-8852,-11 0-16,-3 0 0,-3 0-16,-3 0-64,-11 0-128,0 0-272,-3 0-400,-3 0-657,0 0-320,-4 0-704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28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7379,'0'0'6932,"148"15"-6708,-125-12-32,-6-3-128,-1 0-64,-6 0-416,0 0-817,-3 0-1584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29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68 4690,'0'0'7486,"-1"0"-7044,0-1 0,0 1 0,0-1 0,0 1-1,0-1 1,0 1 0,0-1 0,0 0 0,0 0 0,0 1 0,0-1-1,0-1 1,0 1-443,1 0 0,0 0 1,0 0-1,0 1 0,0-1 0,0 0 0,0 0 0,0 0 0,0 0 1,0 0-1,0 0 0,1 0 0,-1 1 0,0-1 0,0 0 0,1 0 1,-1 0-1,1 1 0,-1-1 0,1 0 0,-1 0 0,1 1 0,-1-1 1,1 0-1,0 1 0,-1-1 0,1 1 0,0-1 0,-1 1 0,1-1 1,0 1-1,0-1 0,0 1 0,0 0 0,-1-1 0,1 1 0,0 0 0,1 0 1,11-5-4,3-1-58,0 1 1,1 0-1,0 1 0,0 1 1,0 1-1,0 1 1,1 0-1,21 2 0,-30-1 89,-5 0-8,-1 0 0,1 1 0,-1 0-1,1-1 1,-1 1 0,1 1 0,-1-1 0,0 0 0,0 1 0,1 0 0,-1 0 0,0 0 0,0 0 0,-1 0 0,1 0 0,0 1 0,-1-1 0,1 1 0,-1 0 0,0 0 0,0 0 0,0 0 0,0 0 0,-1 0 0,1 0 0,0 5 0,2 3 102,0 0-1,-1 1 1,0-1 0,-1 1 0,-1 0 0,1 21 0,-2-25-69,0 13 298,-5 43-1,4-57-289,0 0-1,-1-1 0,0 1 1,-1 0-1,1 0 0,-1-1 0,-1 0 1,1 1-1,-9 9 0,5-7-14,-1 0-1,0-1 0,-10 9 1,15-15-67,-1 1 0,1-1 0,0 0 0,0 0 1,-1 0-1,1-1 0,-1 1 0,0-1 0,1 0 0,-1 0 1,0 0-1,0 0 0,-3 0 0,6-1-33,1 0 1,-1-1-1,1 1 0,-1 0 1,1 0-1,0 0 0,-1 0 1,1-1-1,-1 1 0,1 0 1,0 0-1,-1-1 0,1 1 0,0 0 1,-1-1-1,1 1 0,0 0 1,-1-1-1,1 1 0,0 0 1,0-1-1,-1 1 0,1-1 1,0 1-1,0-1 0,0 1 0,0 0 1,0-1-1,0 1 0,0-1 1,0 1-1,0-1 0,0 1 1,0-1-1,0 1 0,0 0 1,0-2-1,4-18-938,-3 17 834,0-1-1,1 1 1,-1-1-1,1 1 1,0 0-1,0 0 1,0 0-1,1 0 1,-1 0-1,1 0 1,0 1-1,-1-1 1,1 1-1,0 0 1,1 0-1,-1 0 1,0 0-1,6-2 1,0 1 77,-1 0 1,1 1 0,0 0-1,-1 0 1,1 1-1,0 0 1,9 0 0,-14 2 99,0-1 0,-1 1 0,0 0 0,1 0 0,-1 0 0,1 0 0,-1 0-1,0 1 1,0 0 0,0-1 0,0 1 0,0 0 0,0 1 0,0-1 0,-1 0 0,1 1 0,-1-1 0,0 1 0,0 0 0,0 0 0,0 0 0,0 0 0,2 5 0,1 2 113,-1 0 0,0 0 0,-1 1-1,0-1 1,0 1 0,1 14 0,-4-23-108,2 21 622,0 40-1,-2-57-545,0-1 0,-1 1 0,0 0 0,0 0 0,0 0 0,-1-1 0,0 1 0,0 0 0,0-1 0,-1 0 0,0 0 0,-4 6 0,-4 2 16,0-2 1,-1 1 0,-1-2 0,-21 16 0,-63 32-2,48-29-146,35-20-89,11-6 2,0-1 1,0 1 0,0-1 0,0 0-1,-1 0 1,1-1 0,-1 1 0,1-1 0,-1 1-1,-4 0 1,8-7-1469,0-20-945,0-14-2300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2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53 6419,'0'0'4807,"-3"0"-4783,2-1-15,0 1 0,0 0 0,0 0 0,0 0-1,0-1 1,0 1 0,0-1 0,0 1 0,1-1-1,-1 1 1,0-1 0,0 1 0,0-1-1,1 0 1,-1 1 0,0-1 0,1 0 0,-1 0-1,0 1 1,1-1 0,-1-1 0,0-1 310,0 1 1,0-1 0,0 0 0,1 1-1,-1-1 1,1 0 0,0 0-1,0-4 1,1 6-296,-1 0 0,1 0 0,0 1 0,0-1 0,0 0-1,1 1 1,-1-1 0,0 1 0,0-1 0,0 1 0,0-1 0,0 1 0,1 0-1,-1 0 1,0-1 0,0 1 0,1 0 0,-1 0 0,0 0 0,2 1 0,-2-2 8,13 0 94,0 1 0,25 1 0,-35 0-77,0-1 0,0 1 1,-1 0-1,1 0 0,0 1 0,-1-1 0,1 1 0,-1-1 0,0 1 0,1 0 1,-1 1-1,0-1 0,0 0 0,4 6 0,-2-3 73,-1 1 0,1 0 0,-2 0 1,1 0-1,-1 0 0,0 1 0,0 0 0,-1-1 0,1 1 1,0 9-1,0 3 243,-1 1 0,-1 29-1,-1-41-363,0-1 0,-1 0-1,-1 0 1,1 1-1,-1-1 1,0 0-1,-1-1 1,1 1-1,-1 0 1,-1-1 0,1 1-1,-1-1 1,0 0-1,-1 0 1,1-1-1,-1 1 1,0-1-1,-1 0 1,1-1 0,-1 1-1,0-1 1,0 0-1,-9 4 1,14-7-132,1-1 0,-1 0 0,1 1 0,-1-1 0,1 0 0,-1 1 0,1-1 0,-1 0 0,1 0 0,-1 1 0,1-1 0,-1 0 0,0 0 0,1 0 0,-1 0 0,1 0 0,-1 0 0,0 0 0,1 0 0,-1 0 0,1 0 0,-1 0 0,0 0 0,1 0 0,-1-1 0,1 1 0,-1 0 0,1 0 0,-1-1 0,1 1 0,-1 0 0,1-1 0,-1 1 0,1 0 0,-1-1 0,1 1 0,-1-1 0,1 1 0,0-1 0,-1 1 0,1-1 0,-1 0 0,1-1-215,0 1 0,0-1 0,0 1 0,0-1 0,0 1 0,0 0 0,0-1 0,0 1 0,1-1 0,-1 1 1,1-1-1,-1 1 0,1 0 0,-1-1 0,2-1 0,0 1-249,0-1 1,0 1-1,0 0 1,1 0-1,-1 0 0,1 0 1,3-2-1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30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5651,'0'0'4722,"20"165"-2753,-20-105 128,-10-3-769,-24-8-543,-2-10-305,-1-12-384,0-12-96,4-15-256,6 0-721,10-21-928,11-18-1808,6-3-769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30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13 4034,'0'0'7305,"-10"-1"-5689,2-1-1361,2 1 4,-1-1 0,0 1 0,1 0 1,-1 1-1,0-1 0,0 2 0,0-1 0,1 1 1,-12 2-1,13-1-127,1 1 0,-1 0 1,1 0-1,0 0 0,0 1 0,0-1 1,1 1-1,-1 0 0,1 0 0,0 0 1,0 0-1,1 1 0,-5 7 0,-1 6 236,1 0-1,-7 24 0,6-3 211,1 0 0,2 1 0,2 0 0,2 61-1,1-78-334,0-5-44,-1-5 24,1 1 0,1-1 0,3 18 0,-4-27-185,1-1-1,0 0 1,0 0-1,0-1 1,0 1-1,0 0 1,1 0-1,-1 0 1,1-1-1,0 1 1,0-1-1,0 1 1,0-1-1,0 0 1,0 0-1,0 0 1,1 0-1,-1 0 1,6 2-1,-3-2-45,0 0-1,0 0 1,0 0-1,0-1 1,1 0-1,-1 0 1,0 0-1,1-1 1,-1 0-1,1 0 1,-1 0-1,1-1 1,-1 0-1,0 0 1,1 0-1,-1 0 1,0-1-1,0 0 1,0 0-1,0-1 1,0 1-1,-1-1 1,1 0-1,-1 0 1,5-4-1,3-4-221,0-1 0,-1 0 0,0 0 0,-1-1-1,-1 0 1,0-1 0,7-15 0,-4 7-563,-1-1 0,-2-1 0,0 0 0,-1 0 0,-2-1 1,0 0-1,-2 0 0,-1 0 0,1-41 0,-4 45 605,1 11 86,-1-1 0,0 1 0,-1-1 0,0 1 1,-1-1-1,-3-12 0,4 20 233,0 1 0,-1-1 0,1 1 0,-1-1 0,1 1 0,-1 0 1,0-1-1,0 1 0,0 0 0,0 0 0,0 0 0,0 1 0,0-1 0,-1 1 0,1-1 0,-1 1 0,1 0 0,-1-1 0,1 1 0,-1 1 0,0-1 0,0 0 1,1 1-1,-1-1 0,0 1 0,0 0 0,0 0 0,-4 0 0,1 1 65,0-1 0,0 1 1,-1 0-1,1 0 0,0 1 0,0 0 0,1 0 1,-1 0-1,0 1 0,1 0 0,-1 0 0,1 1 1,0-1-1,0 1 0,1 0 0,-1 0 1,1 1-1,-1-1 0,2 1 0,-1 0 0,-5 8 1,3-7-1307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3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1 514 6419,'0'0'11544,"10"7"-11088,-4-2-405,-2-1-25,0-1 0,1 0 0,-1 0 0,1 0 0,0 0 0,0-1 0,0 0 0,0 0 0,0 0 0,1 0 0,-1-1-1,0 0 1,1 0 0,6 0 0,24 0 179,-15 0-169,40-4-1,-55 3-94,-1-1 0,1 0 0,-1-1-1,1 1 1,-1-1 0,0 0 0,1-1-1,-1 1 1,0-1 0,0 0 0,8-7-1,-5 3-219,0-1 0,0 0 0,-1 0 1,12-19-1,-16 22 215,0-1 0,0 1 1,-1-1-1,0 0 1,0 0-1,0 0 0,-1 0 1,0 0-1,0-1 1,0-9-1,-2 6 337,0 0 1,0 0-1,-1 0 0,-1 1 1,1-1-1,-8-17 0,-1-1 12,4 5-131,2-1 0,0 0 0,1 0 0,1 0 0,1-41 0,2 61-131,0 1 1,0 0 0,1-1 0,-1 1 0,1-1 0,0 1 0,0 0-1,0 0 1,0 0 0,1-1 0,-1 1 0,1 0 0,0 1 0,0-1-1,0 0 1,3-3 0,-1 2-10,0 1 0,1-1 0,-1 1 0,1 1 0,-1-1 0,1 0 0,0 1 0,0 0 0,9-2 0,-1 1 0,0 0 1,1 1 0,-1 1-1,1 0 1,-1 1-1,1 1 1,21 3-1,-29-3 2,0 1 1,0 0-1,0 0 0,0 1 1,0 0-1,-1 0 0,0 0 1,1 1-1,-1 0 0,-1 0 0,1 0 1,0 1-1,-1-1 0,0 1 1,0 0-1,5 10 0,-2-4 72,0 1 0,-1 0-1,-1 0 1,0 0 0,-1 1 0,6 25-1,-5 6 165,-2 1 0,-4 70 0,-1-39 70,2-64-230,0-10-67,0 0 0,-1 0 0,1 0 0,1 0 1,-1 0-1,0 0 0,0 0 0,1 0 0,-1 0 1,1 0-1,1 3 0,-1-4-23,0 0 0,0 0 0,1 0 0,-1-1-1,0 1 1,1 0 0,-1-1 0,1 1 0,-1-1 0,1 1 0,-1-1 0,1 0-1,-1 0 1,1 0 0,-1 0 0,1 0 0,-1 0 0,3 0 0,6-1-118,-1 0 0,1 0 1,-1-1-1,0 0 0,0 0 1,1-1-1,-1 0 0,-1-1 1,17-9-1,3-5-1183,39-32 0,-25 18-496,31-20-3065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49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46 0,'0'0'11619,"16"-3"-9144,-16 3-2208,17-4 1446,-14-8-514,-3 10-1144,0 1-1,1-1 0,-1 0 1,1 1-1,-1-1 1,1 1-1,-1-1 0,1 1 1,0-1-1,0 1 1,0-1-1,0 1 1,2-2 1325,-3 3-1332,17-2 130,-16 2-174,0-1-1,-1 1 0,1 0 1,0 0-1,-1 0 1,1 0-1,0 0 1,-1 0-1,1 0 0,0 0 1,-1 0-1,1 0 1,0 0-1,-1 0 0,1 0 1,-1 1-1,1-1 1,0 0-1,-1 0 1,1 1-1,-1-1 0,1 1 1,0-1-1,-1 0 1,1 1-1,-1-1 1,1 1-1,-1-1 0,0 1 1,1-1-1,-1 1 1,1-1-1,-1 1 1,0 0-1,0-1 0,1 1 1,-1 0-1,0-1 1,0 1-1,0 0 1,0-1-1,1 2 0,13 34 34,-1 1 1,-1 0-1,7 45 0,7 118-44,-9 246-97,-12-443-17,-1-1 0,1 0 0,0 0 0,0-1 0,6 2 0,23 6 53,-1 1 0,0 2 0,36 18 0,37 14-650,-91-41 691,-12-3 26,0 1-1,0-1 1,-1 1-1,1 0 0,-1 0 1,1 0-1,-1 0 1,1 0-1,2 2 1,-5-3-15,0 0-1,0 0 1,0 1 0,0-1 0,1 0 0,-1 0 0,0 1 0,0-1 0,0 0 0,0 1 0,0-1 0,0 0 0,0 0 0,0 1 0,0-1-1,0 0 1,0 1 0,0-1 0,0 0 0,0 1 0,0-1 0,0 0 0,0 0 0,-1 1 0,1-1 0,0 0 0,0 0 0,0 1 0,0-1 0,0 0-1,-1 0 1,1 1 0,0-1 0,0 0 0,0 0 0,-1 0 0,1 1 0,0-1 0,0 0 0,-1 0 0,-11 8 277,-148 66 67,45-25-261,79-36-125,1 2 0,-64 37 0,83-41 54,-1 0 4,-33 18-1,50-28-9,1-1-1,-1 1 0,1 0 1,0-1-1,-1 1 0,1-1 1,0 1-1,-1-1 0,1 1 1,0-1-1,0 0 0,0 1 1,-1-1-1,1 0 0,0 0 1,0 1-1,0-1 0,0 0 1,-1 0-1,2 0 0,28 8 278,69 7-29,-51-8-209,52 13 0,-29 3-21,27 7 3,-86-25-85,-22-1 38,-4 0 188,-28 13-91,-98 36 102,74-35-166,-22 6-5,76-20 7,1 1 1,0 0 0,-1 0 0,2 1-1,-12 8 1,21-13-2,0 0 1,0 0-1,0 0 0,0 0 1,0 0-1,0 1 0,0-1 0,0 0 1,1 0-1,-1 1 0,0-1 1,1 1-1,-1-1 0,1 0 0,-1 1 1,1-1-1,0 1 0,0-1 1,0 1-1,0-1 0,0 1 0,0-1 1,0 1-1,0-1 0,1 3 1,-1-1 8,1-1 0,0 0 0,0 0 0,0 0 0,0 0 1,0 0-1,0 0 0,0 0 0,1 0 0,-1-1 0,1 1 1,-1 0-1,1-1 0,0 1 0,-1-1 0,3 2 0,78 38 425,21 12-221,-88-44-237,0 1 0,-1 0 0,-1 1 0,20 19 0,-32-29 16,0-1 1,-1 1 0,1 0-1,0 0 1,-1 0 0,1-1-1,0 1 1,-1 0 0,1 0-1,-1 0 1,1 0 0,-1 0-1,0 0 1,1 0 0,-1 0-1,0 0 1,0 0 0,0 0-1,1 0 1,-1 0 0,0 0-1,-1 0 1,1 0 0,0 0-1,0 0 1,0 0 0,-1 0-1,1 0 1,0 0 0,-1 0-1,1 0 1,-1 0 0,1 0-1,-2 1 1,-2 2 42,1 0 1,-2-1-1,1 1 0,0-1 0,-9 5 0,-7 4 1,12-6-24,0 1-1,1 0 1,0 0-1,0 0 1,1 1 0,-1 0-1,2 0 1,-1 1-1,1-1 1,1 1-1,-1 0 1,1 1-1,1-1 1,0 1-1,0-1 1,1 1-1,0 0 1,1 0-1,0 0 1,1 16-1,-3 179 304,4 173-356,24-87 158,-18 150 189,-7-429-296,0-12-14,0 0 0,0 1 0,0-1 0,0 0 0,0 0 0,-1 1 0,1-1 0,0 0 0,0 0 0,0 1 0,0-1 0,0 0-1,-1 0 1,1 0 0,0 1 0,0-1 0,0 0 0,-1 0 0,1 0 0,0 0 0,0 1 0,-1-1 0,1 0 0,0 0 0,0 0 0,-1 0 0,1 0 0,0 0 0,-1 0 0,1 0 0,0 0 0,0 0 0,-1 0 0,1 0 0,0 0 0,0 0 0,-1 0 0,1 0 0,0 0 0,-1 0 0,1 0 0,0 0 0,0 0 0,-1 0 0,1-1 0,0 1 0,0 0 0,-1 0 0,1 0 0,0 0 0,0-1 0,-2 0-37,1 0 1,-1 1 0,1-1-1,0 0 1,0 0-1,-1 0 1,1 0 0,0 0-1,0 0 1,0-1-1,-1 0 1,-2-8-237,0 0 0,0 0 0,1-1 0,0 1 1,-1-14-1,-4-59-2905,6 61 1707,-3-67-7089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5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1443 2513,'0'0'6534,"1"-11"-5547,8-92 2276,-4-182 669,-7 169-3158,0 66-773,-3-1 0,-18-74-1,13 75-75,2 1-1,-4-78 1,12-341 360,0 468-287,0 0 0,0 0-1,0 0 1,0 0 0,0-1-1,0 1 1,0 0 0,0 0-1,0 0 1,0 0 0,0 0 0,0 0-1,0-1 1,0 1 0,-1 0-1,1 0 1,0 0 0,0 0-1,0 0 1,0 0 0,0 0-1,0 0 1,0 0 0,-1 0-1,1-1 1,0 1 0,0 0 0,0 0-1,0 0 1,0 0 0,0 0-1,-1 0 1,1 0 0,0 0-1,0 0 1,0 0 0,0 0-1,0 0 1,-1 0 0,1 0-1,0 0 1,0 0 0,0 1 0,0-1-1,0 0 1,0 0 0,-1 0-1,1 0 1,0 0 0,0 0-1,0 0 1,0 0 0,0 0-1,0 0 1,0 1 0,0-1-1,0 0 1,-1 0 0,-7 9-48,-48 125 83,-53 121 67,97-228-5,1 0 0,-13 51 0,26-132-169,5 34-61,0 1 0,2-1 0,15-25 0,-4 7-294,-9 15 261,51-111-2159,-53 110 1866,-1 0 1,-1 0-1,6-45 0,-12 68 418,6-30 385,-7 30-312,0 0-1,0 1 0,0-1 0,1 1 0,-1-1 1,0 1-1,0-1 0,1 1 0,-1-1 0,0 1 1,1 0-1,-1-1 0,0 1 0,1-1 0,-1 1 1,1 0-1,-1-1 0,0 1 0,1 0 0,-1 0 1,1-1-1,-1 1 0,1 0 0,0 0 0,-1 0 1,1-1-1,-1 1 0,1 0 0,-1 0 0,1 0 0,-1 0 1,1 0-1,-1 0 0,1 0 0,0 0 0,-1 0 1,1 1-1,-1-1 0,1 0 0,-1 0 0,1 0 1,-1 1-1,1-1 0,-1 0 0,1 0 0,-1 1 1,1-1-1,-1 0 0,0 1 0,1-1 0,-1 1 1,0-1-1,1 1 0,-1-1 0,1 1 0,4 6 95,0 0-1,-1 0 0,1 0 0,-2 0 0,1 1 0,5 14 0,-1-2 133,0 0-6,75 166 1642,-65-150-1512,2-1 0,2-1-1,25 32 1,-42-60-355,-4-4-30,1 0 1,-1 0-1,1 1 1,0-1-1,-1 0 1,1 0 0,0 0-1,1-1 1,-1 1-1,0-1 1,0 1-1,1-1 1,-1 1-1,1-1 1,-1 0-1,5 1 1,-6-2-17,-1 0-1,0 0 1,0 0 0,1 0 0,-1 0-1,0 0 1,1 0 0,-1 0-1,0 0 1,0-1 0,1 1 0,-1 0-1,0 0 1,0 0 0,1 0 0,-1 0-1,0-1 1,0 1 0,0 0-1,1 0 1,-1 0 0,0 0 0,0-1-1,0 1 1,0 0 0,0 0-1,1-1 1,-1 1 0,0 0 0,0 0-1,0-1 1,0 1 0,0 0 0,0 0-1,0-1 1,0 1 0,0 0-1,0-1 1,0 1 0,3-40-3338,-2-24-4869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5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7796,'0'0'6026,"0"28"-4617,0-7-1153,-1 16 185,2-1 0,2 1 0,10 48 0,29 209 1952,-16-93-1457,-23-177-864,11 53 335,-12-71-341,0 1 1,0 0-1,0 0 0,1-1 0,0 1 0,1-1 0,7 11 1,-10-16-63,0 0 0,0 0 0,-1 0 0,1-1 0,0 1 0,0-1 1,0 1-1,0 0 0,1-1 0,-1 0 0,0 1 0,0-1 0,0 0 1,0 1-1,0-1 0,0 0 0,1 0 0,-1 0 0,0 0 0,0 0 1,0 0-1,0 0 0,1-1 0,-1 1 0,0 0 0,0-1 0,0 1 1,0 0-1,0-1 0,0 0 0,0 1 0,0-1 0,0 1 0,0-1 1,0 0-1,0 0 0,1-1 0,4-7 15,-1 1 0,1-1 0,-2-1 0,1 1 1,-1-1-1,4-13 0,14-68-460,-20 84 374,41-224-3050,21-90-819,-52 275 3734,40-179 3336,-51 217-3036,-1 23-3783,-1-5 2336,1 25-5572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52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269 173 6963,'0'0'6336,"0"-16"-5501,-1-49-21,1 63-751,0 0 0,0 0 0,0 0 1,0 0-1,0 0 0,0 0 0,-1 0 0,1 0 0,-1 0 0,0 1 0,1-1 0,-1 0 0,0 0 0,0 0 0,0 1 1,0-1-1,0 0 0,-1 1 0,1-1 0,0 1 0,-1-1 0,1 1 0,-1 0 0,0 0 0,1 0 0,-1-1 1,-3 0-1,-6-4 208,4 1-193,0 0-1,-1 1 0,1 0 0,-1 1 0,0-1 1,0 1-1,0 1 0,0 0 0,-1 0 0,1 0 1,-1 1-1,1 1 0,-1-1 0,-13 2 0,20-1-64,-1 0 0,0 1 0,1-1 0,-1 1 0,1-1 0,-1 1 0,0 0 0,1 0 0,0 0 0,-1 0 0,1 0 0,-1 1 0,1-1 0,0 1 0,0-1 0,-3 4 0,1-1-3,1 1-1,-1-1 1,1 1 0,0 0 0,0 0 0,1 0-1,-4 8 1,1 2 27,1 1 1,0 0-1,1 0 0,-2 25 1,4-25 82,1 0 1,0 0-1,1 0 1,3 22 0,-2-31-38,0-1 1,0 1 0,0-1 0,1 1-1,0-1 1,0 0 0,0 0 0,1-1-1,0 1 1,0-1 0,1 1 0,8 7-1,-4-5-56,0-1-1,0 0 0,1-1 1,0 0-1,0 0 0,0-1 1,1 0-1,0-1 0,0-1 1,0 1-1,0-2 0,0 1 1,1-2-1,0 1 0,14-1 1,-12-1-33,-2 1-289,0-1 0,0 0 0,20-3 0,-28 2-92,-1 0 0,0 1 0,0-1 0,0-1 0,0 1 0,0 0 0,0-1 0,-1 1 0,1-1 0,0 0-1,-1 0 1,1 0 0,-1 0 0,0-1 0,0 1 0,1 0 0,-2-1 0,4-4 0,7-20-7494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53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0 8324,'0'0'6790,"-21"0"-6129,-69 4-119,86-4-492,-1 1 0,1 0 0,-1 0 0,1 0 0,0 1 0,-1-1 0,1 1 0,0 0 0,0 0 0,0 1 0,1-1-1,-1 1 1,1 0 0,-1 0 0,1 0 0,-4 5 0,-2 0 51,1 1-20,1-1 0,0 1 0,0 0 0,0 1 0,1-1 0,1 1 0,-1 0 0,2 1 0,-5 12 0,4-6 155,1 1 0,1-1 1,1 1-1,0 0 0,1 21 0,1-34-185,0-1 1,0 1-1,0 0 0,1-1 0,0 1 0,0 0 0,0-1 0,1 1 0,-1-1 1,1 0-1,0 1 0,0-1 0,1 0 0,-1 0 0,1-1 0,0 1 1,0 0-1,0-1 0,1 0 0,-1 1 0,1-1 0,-1-1 0,1 1 0,0 0 1,0-1-1,1 0 0,-1 0 0,0 0 0,5 1 0,4 1-5,-1-1 1,1 0-1,-1-1 0,1 0 0,19 0 0,64-5-165,-95 3 116,9-1-399,0 0 1,0 0-1,0-1 0,-1-1 1,1 1-1,0-1 1,-1-1-1,0 0 0,0 0 1,12-9-1,16-17-4918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2:57.8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4604 3036 2161,'-4'-2'10004,"-9"-8"-7786,13 10-2161,0 0 1,0-1 0,0 1 0,0 0 0,0-1 0,0 1 0,0 0 0,1-1-1,-1 1 1,0 0 0,0 0 0,0-1 0,0 1 0,0 0 0,0 0-1,1-1 1,-1 1 0,0 0 0,0 0 0,0-1 0,1 1 0,-1 0 0,0 0-1,0 0 1,1-1 0,-1 1 0,0 0 0,0 0 0,1 0 0,-1 0 0,0 0-1,1 0 1,-1 0 0,0 0 0,1-1 0,-1 1 0,0 0 0,0 0-1,1 0 1,-1 0 0,0 1 0,1-1 0,-1 0 0,0 0 0,1 0 0,-1 0-1,0 0 1,0 0 0,1 0 0,-1 0 0,0 1 0,0-1 0,1 0 0,-1 0-1,2 1-32,-1 0 0,0 0 0,1 0 0,-1-1 0,0 1 0,1 0 0,-1 1 0,0-1 0,0 0 0,2 2 0,1 6 29,0 0 1,-1 0-1,0 0 0,0 1 0,-1-1 0,0 1 1,0 11-1,1 74 221,-3-68-189,0 6-30,1-15-20,0 0 1,-2 0-1,0 0 1,-2 0-1,-5 24 1,-3-15-5,-1 1 0,-1-2 0,-2 0 0,-1 0 0,-1-1 0,0-1 0,-43 42 0,37-44 1,-2 0-1,-1-2 1,0-1-1,-1-2 1,-57 28 0,39-25-38,-1-1 1,0-3 0,-59 12 0,60-21-6,0-1 0,-1-3 0,-51-3 0,66 0 10,10 0 9,0-2-1,-1 0 1,1-1 0,0-1-1,0-1 1,1-1 0,0-1-1,0-1 1,0-1 0,1 0-1,0-2 1,-17-12 0,15 8 3,1-2 0,0 0 1,1-1-1,2-1 1,0 0-1,0-2 1,2 0-1,1 0 1,-19-39-1,13 15 2,1-1 0,-12-51 0,-18-100 59,14 46-44,6 37 66,5-1-1,-10-141 0,19-50 421,-8-91-416,3 210-63,-13-142 547,-44-214-349,62 480-221,-4 2-1,-2 0 1,-2 1-1,-3 2 1,-50-84-1,61 118-18,0 1-1,-1 1 1,-1 1 0,-1 0-1,-1 1 1,-1 1-1,-36-27 1,41 35 1,0 1 1,-1 1 0,-1 0-1,1 1 1,-1 1-1,-1 0 1,1 2-1,-1 0 1,0 1-1,0 0 1,0 2-1,-25-1 1,25 3-12,-64 0 1,-102-13 0,-83-13 56,-6-1-98,241 24 50,-57 2 0,46 2-3,22 0 1,1 2-1,-1 0 0,1 2 0,0 0 0,-23 9 0,-32 9 11,41-15-4,-359 101 3,383-106-17,1 1 1,0 1-1,-1 0 1,1 0-1,1 1 0,-1 0 1,1 1-1,0 0 0,1 0 1,-1 0-1,1 1 1,-9 15-1,4-9 29,1 0 1,-2 0-1,0-1 1,0-1-1,-18 13 1,28-24-13,1 0 0,-1 0 1,0 0-1,0 0 0,1 0 0,-1-1 1,0 1-1,0-1 0,0 0 0,0 0 1,-5 0-1,6-1 1,-1 1 0,1 0 0,0 0 0,0 0 0,0 0 0,-1 0 0,1 1 0,0-1 0,0 0 0,0 1 0,0 0 0,0 0 0,0-1 0,-3 3 0,4-2 98,0-20-560,-5 14 466,-1 1 1,1 0 0,-1 0 0,0 1 0,0 0 0,-12-4 0,10 4 6,0-1-1,0 1 0,1-2 1,-13-7-1,17 9-14,1 0 1,-1 1-1,0-1 0,1 1 0,-1 0 0,0 0 0,0 0 0,0 0 1,0 1-1,-1 0 0,1 0 0,0 0 0,-1 0 0,-7 0 1,7 2-3,0-1 1,0 1 0,1 0-1,-1 0 1,1 0 0,-1 1-1,1-1 1,-1 1 0,1 0-1,0 1 1,-7 4 0,-21 10 26,8-9 12,20-7-27,-1 0 0,1 1 0,0-1 0,-1 1 1,1 0-1,0 0 0,-5 3 0,7-1-31,1 1 0,0-1 1,1 0-1,-1 0 0,1 0 0,-1 1 0,1-1 1,1 0-1,-1 0 0,0 0 0,3 8 0,-2-11 32,0 1 0,0-1 0,0 0-1,0 0 1,0 0 0,0 0-1,1 0 1,-1 0 0,0-1 0,1 1-1,-1 0 1,0-1 0,1 1-1,-1-1 1,1 1 0,-1-1 0,1 1-1,-1-1 1,1 0 0,2 0-1,39 0 169,-27 0-132,-1 0-43,-5 0 16,-1 0 0,1 0 0,0-1 0,17-3 0,-25 3-34,0 1 0,0-1 1,0 1-1,0-1 0,-1 0 0,1 0 1,0 0-1,-1 0 0,1 0 1,-1 0-1,1-1 0,-1 1 0,1 0 1,-1-1-1,0 1 0,0-1 1,0 1-1,0-1 0,0 0 1,0 1-1,0-1 0,0 0 0,-1 0 1,1 0-1,-1 1 0,1-1 1,-1 0-1,0 0 0,0 0 0,0-3 1,0 4 1,0 0 0,-1 0 0,1 0 0,-1 0 0,0 1 1,1-1-1,-1 0 0,0 0 0,1 1 0,-1-1 0,0 0 0,0 1 0,1-1 1,-1 0-1,0 1 0,0-1 0,0 1 0,0 0 0,0-1 0,0 1 0,0 0 1,0-1-1,0 1 0,0 0 0,0 0 0,0 0 0,0 0 0,0 0 0,0 0 1,-1 1-1,-3-2 35,1 1 1,-1 0-1,1 1 1,-1-1-1,1 1 1,-9 2-1,10-1-24,0 0 1,0 0-1,0 1 0,0-1 0,0 1 1,1-1-1,-1 1 0,1 0 0,0 0 0,-1 0 1,1 0-1,1 0 0,-1 0 0,0 1 1,1-1-1,0 1 0,-1-1 0,1 1 0,1-1 1,-1 1-1,1 0 0,-1-1 0,1 8 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3:00.2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285 27 5555,'0'0'9201,"0"-4"-8427,-1 3-364,1-12-615,0 13 332,0-1-1,0 1 0,0 0 0,0-1 1,0 1-1,4-5 2146,-4 5-2145,0-1-1,0 1 0,1 0 0,-1 0 1,0 0-1,1 0 0,-1 0 0,0 0 1,1-1-1,-1 7 522,0 0-615,0-1 0,0 1 0,-1 0 0,0-1 0,0 1 0,-1-1 1,0 1-1,-3 6 0,0-2-22,-1 0 1,0-1 0,-13 16-1,-103 99 48,19-22-24,101-101-47,0 1 0,1 0 0,-1 0-1,1 0 1,0 0 0,0 0 0,-1 0 0,1 0 0,1 0 0,-1 1 0,0-1 0,0 0 0,1 0 0,-1 1 0,1-1 0,0 0 0,0 1 0,0-1 0,0 1 0,0-1 0,0 0 0,1 1 0,-1-1 0,1 0 0,0 1-1,-1-1 1,1 0 0,0 0 0,0 0 0,1 0 0,-1 0 0,2 2 0,12 15 22,2-2 1,0 0-1,26 19 0,64 40 48,-55-40-47,-16-12-122,-12-8-469,30 25 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3:03.0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82 3698,'0'0'5306,"0"-22"-1355,0 67-3862,0 62 212,-13 109 0,-11 91 2463,24-560-8273,0-3 3385,1 231 2170,0 1-1,2-1 0,7-30 1,-9 49 67,1 1 0,-1-1 0,1 0 0,1 1 0,-1-1 0,1 1 0,0 0 0,0 0 0,1 0 0,5-7 0,-6 9-15,1 0-1,-1 1 0,1-1 1,0 1-1,-1 0 0,1 0 0,0 0 1,0 0-1,1 0 0,-1 1 0,0 0 1,0 0-1,1 0 0,6 0 0,108-2 453,-81 4-339,-36-1-182,0 0 0,0 1 1,0 0-1,0-1 0,1 1 1,-1 0-1,-1 0 1,1 0-1,0 0 0,0 0 1,0 1-1,-1-1 0,1 1 1,0-1-1,-1 1 0,1-1 1,-1 1-1,0 0 0,0 0 1,0 0-1,0 0 1,0 0-1,0 0 0,1 2 1,1 5 61,1 0 1,-2 0 0,1 0 0,1 13-1,-1 5 248,-1 0 0,-2 0 0,-3 42 0,1-61-309,0 0 0,0-1 0,-1 1 0,0-1 0,0 1 0,-1-1 0,0 0 0,0 0 0,-1-1 0,0 1 0,0-1 0,0 0 0,-1 0 1,0-1-1,0 0 0,-7 5 0,2-2-26,-1-1 1,1 0-1,-1 0 1,0-1 0,-1-1-1,0 0 1,0 0-1,-21 4 1,14-7-592,-37 0 1,42-2 150,14 0 385,0 0-1,0 0 1,0 0-1,0 0 1,0 0 0,0-1-1,0 1 1,0 0-1,0 0 1,0-1 0,0 1-1,0-1 1,0 1-1,0 0 1,0-1 0,0 0-1,1 1 1,-1-1-1,0 0 1,0 1 0,1-1-1,-1 0 1,1 1-1,-1-1 1,0 0 0,1 0-1,-1 0 1,1 0-1,0 0 1,-1-1 0,0-2-40,1 1 0,-1 0 0,1-1 0,0 1 0,0 0 0,0-1 0,1 1 0,0-4 0,-1 7 93,1-1-1,-1 1 0,0-1 1,1 1-1,-1-1 0,1 1 0,-1 0 1,1-1-1,-1 1 0,1-1 1,-1 1-1,1 0 0,-1-1 1,1 1-1,-1 0 0,1 0 1,-1-1-1,1 1 0,0 0 1,-1 0-1,1 0 0,0 0 0,-1 0 1,1 0-1,-1 0 0,2 0 1,22 0 241,-16 0-23,-6 1-185,0-1 0,0 0 0,0 1-1,0-1 1,0 1 0,0-1 0,0 1 0,0 0 0,0 0-1,0 0 1,-1 0 0,1 0 0,0 0 0,-1 1 0,1-1-1,0 0 1,-1 1 0,0 0 0,1-1 0,-1 1 0,2 3-1,2 4 147,0 1-1,-1-1 1,4 13-1,-4-11 32,21 65 898,-18-49-523,2 1 0,1-2-1,26 50 1,-35-73-561,1-1 0,0 0-1,0 0 1,0 0 0,0 0-1,0 0 1,0-1 0,1 1-1,-1-1 1,1 1 0,-1-1 0,1 0-1,-1 0 1,1 0 0,0 0-1,4 0 1,-6 0-111,0-1 0,1 0 0,-1 0 0,1 0-1,-1 0 1,0 0 0,1 0 0,-1 0 0,1 0 0,-1 0 0,0-1 0,1 1 0,-1-1-1,0 1 1,1-1 0,-1 1 0,0-1 0,0 0 0,1 1 0,-1-1 0,0 0 0,0 0 0,0 0-1,0 0 1,0 0 0,0 0 0,0 0 0,-1-1 0,1 1 0,0 0 0,-1 0 0,2-3-1,3-27-4710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3:03.7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0 6979,'0'0'5099,"-2"18"-2288,4-17-2717,1 0 0,0 0-1,-1 0 1,1-1 0,0 1-1,0-1 1,-1 0 0,1 0-1,0 0 1,0 0 0,5-1-1,3 0 67,45 1-95,20 0-368,-25 0-7274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3:04.2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4306,'5'0'8172,"166"9"-5158,-163-9-3100,23 2 227,-30-1-202,0-1 0,0 0 0,0 1 1,-1-1-1,1 1 0,0-1 0,0 1 1,-1-1-1,1 1 0,0-1 0,-1 1 0,1 0 1,0 0-1,-1-1 0,1 1 0,-1 0 1,1 0-1,-1-1 0,1 1 0,-1 0 1,0 0-1,1 0 0,-1 0 0,0 0 0,0 0 1,0 0-1,0-1 0,0 1 0,0 2 1,0 13-2200,0 0-1921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3:05.2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53 6403,'0'0'4175,"0"-3"-3583,0-1-568,0 3 59,0 0-1,0 0 1,-1 0 0,1-1 0,0 1 0,0 0-1,1 0 1,-1 0 0,0 0 0,0-1 0,1 1-1,-1 0 1,0 0 0,1 0 0,-1 0 0,1 0-1,-1 0 1,1 0 0,0 0 0,-1 0 0,1 0-1,0 0 1,0 1 0,0-1 0,0 0 0,0 0-1,-1 1 1,1-1 0,0 1 0,1-1 0,-1 1-1,0-1 1,0 1 0,2-1 0,8-3-32,1 1 1,0 1 0,0 0 0,0 1-1,0 0 1,1 1 0,19 1-1,-31 0-32,0-1-1,0 0 0,0 1 0,0-1 1,0 0-1,0 1 0,0-1 1,0 1-1,0 0 0,0-1 0,-1 1 1,1 0-1,0-1 0,0 1 0,-1 0 1,1 0-1,-1 0 0,1-1 1,0 1-1,-1 0 0,0 0 0,1 0 1,-1 0-1,1 0 0,-1 0 0,0 0 1,0 0-1,0 0 0,1 1 1,0 38 618,-2-27-425,1-9-148,0 1 0,-1 0 0,1 0-1,-1-1 1,0 1 0,-1-1 0,1 1 0,-1-1-1,0 1 1,0-1 0,0 0 0,-3 5 0,-3 1 20,0 0 1,-1-1 0,-10 9-1,-10 11 74,26-26-158,3-2-10,-1-1 0,0 1 0,0 0 0,1-1 0,-1 1 0,1 0 0,-1 0 0,1 0-1,-1 0 1,1-1 0,-1 1 0,1 0 0,0 0 0,-1 0 0,1 0 0,0 1 0,3-1-897,15-1-200,-5 0 844,-1 0 0,1 0 0,0 1 0,-1 1 0,16 3 0,-24-3 293,0-1 1,-1 1 0,1 0 0,0-1-1,-1 1 1,1 1 0,-1-1 0,0 1 0,0-1-1,0 1 1,0 0 0,0 0 0,-1 0-1,1 0 1,-1 1 0,0-1 0,0 1-1,0-1 1,0 1 0,-1 0 0,2 4-1,-1-4 28,-1 1 0,0-1 0,0 0 0,0 1 0,-1-1 0,0 0 0,1 1 0,-2-1-1,1 1 1,0-1 0,-1 1 0,-1 5 0,1-8-40,0 1-1,0-1 1,-1 1 0,1-1-1,0 1 1,-1-1 0,0 0-1,0 0 1,1 1-1,-1-2 1,0 1 0,-1 0-1,1 0 1,0 0 0,0-1-1,-1 0 1,1 1 0,-1-1-1,1 0 1,-4 1 0,-11 2 19,0 0 0,0-1 1,-1 0-1,1-2 0,-25 0 1,43-18-1620,1 11 867,1 0 0,-1 0 0,1 1 0,0-1 0,1 1 0,-1-1 0,1 1 0,7-7 0,16-16-6758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3:05.7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 4306,'0'0'4586,"0"-1"-4371,0 0-1,0 0 1,0 0-1,1 0 1,-1 0-1,0 0 1,0 1-1,1-1 1,-1 0-1,1 0 1,-1 0-1,0 0 1,1 0-1,0 1 1,-1-1-1,1 0 1,-1 0-1,1 1 1,1-1-1,5-2 8,2 1 0,-1 0 0,16-2 0,-22 4-191,-1-1 0,1 1 0,-1 0 0,1 0 0,0 0 0,-1 0 0,1 0 1,0 0-1,-1 0 0,1 0 0,0 1 0,-1-1 0,1 1 0,-1-1 0,1 1 0,-1 0 0,1-1 0,-1 1 0,1 0 1,-1 0-1,1 0 0,-1 0 0,0 0 0,0 0 0,0 1 0,0-1 0,1 2 0,1 10 173,-1 1-1,0-1 1,-1 1-1,-1 0 1,-2 25 0,1 0-28,1 1-331,0-39 89,1-1 0,-1 1 0,1 0-1,0-1 1,-1 1 0,1 0-1,0-1 1,0 1 0,-1-1 0,1 0-1,0 1 1,0-1 0,0 1-1,-1-1 1,1 0 0,0 0 0,0 1-1,0-1 1,1 0 0,1 1-132,2 0 178,-1 1 1,1 0-1,-1 1 1,0-1-1,0 1 1,0 0-1,0 0 1,0 0-1,-1 1 1,1-1-1,-1 1 0,0 0 1,0 0-1,0 0 1,-1 0-1,1 0 1,-1 1-1,0-1 1,0 1-1,-1-1 0,2 9 1,1 3 221,-2 0 1,0 0-1,-1 0 1,0 0-1,-3 20 0,2-33-172,0-1 0,0 0 0,-1 1 0,1-1 0,-1 1 0,0-1 0,1 0 0,-1 1 0,0-1 0,-1 0 0,1 0 0,0 0 0,-1 0 0,1 0-1,-1 0 1,1 0 0,-1 0 0,0 0 0,0-1 0,0 1 0,-4 1 0,2 0-22,-1-1 0,1-1-1,-1 1 1,0-1 0,1 0 0,-1 0-1,0 0 1,0 0 0,-9-1 0,14 0-55,-1 0-1,0 0 1,0 0 0,1 0 0,-1 0 0,0 0 0,1-1 0,-1 1 0,0 0-1,1 0 1,-1-1 0,0 1 0,1 0 0,-1-1 0,0 1 0,1-1 0,-1 1-1,1-1 1,-1 1 0,1-1 0,-1 1 0,1-1 0,0 1 0,-1-1-1,1 0 1,0 1 0,-1-1 0,1 0 0,0 1 0,0-1 0,-1-1 0,0-26-2329,1 19 1295,0-27-4324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3:06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108 37 4098,'0'0'8089,"0"-5"-7083,1 2-734,-1 1-172,1 1 0,-1-1 1,0 1-1,0-1 1,0 0-1,0 1 1,0-1-1,0 1 1,0-1-1,0 0 0,-1 1 1,1-1-1,-1-2 1,-1 3 39,-1 1 0,1-1 0,0 0 0,0 1 0,0 0 0,-1-1 0,1 1 0,0 0 0,0 0 0,0 0 0,-1 1 0,1-1 0,0 0 0,0 1 0,0-1 0,-3 2 0,2 0-71,0 0 1,0 0-1,0 1 1,1-1-1,-1 0 1,1 1-1,-1 0 0,1 0 1,0-1-1,0 1 1,1 1-1,-1-1 1,-1 4-1,-15 47 706,12-25-285,2-1-1,1 1 1,1 47-1,2-71-453,0-1 0,0 1 0,0-1 0,1 1 0,0-1-1,0 0 1,0 1 0,0-1 0,1 0 0,1 5 0,-1-7-27,-1 0 1,1 0 0,0 0 0,-1-1-1,1 1 1,0 0 0,0-1 0,0 1-1,0-1 1,0 0 0,1 0 0,-1 0 0,0 0-1,1 0 1,-1 0 0,0 0 0,1-1-1,-1 1 1,3-1 0,4 1 1,-1 1 0,1-2 1,0 0-1,-1 0 0,1 0 0,-1-1 0,1 0 1,10-3-1,-14 2-114,0 0 0,0 0 0,0 0 0,0-1 0,-1 1 1,1-1-1,-1-1 0,1 1 0,-1 0 0,0-1 0,-1 0 0,1 0 0,5-8 1,-4 5-421,-1 0 1,1-1-1,-2 0 1,1 0-1,-1 0 1,0-1-1,-1 1 1,0-1-1,0 1 1,-1-1-1,0 0 1,-1-14-1,0 20 326,0-1-1,0 1 1,-1 0-1,1 0 0,-1 0 1,0 0-1,0 0 1,0 0-1,0 0 1,0 1-1,0-1 1,-1 0-1,0 1 1,1-1-1,-1 1 0,0-1 1,0 1-1,-1 0 1,1 0-1,0 0 1,-1 0-1,1 0 1,-1 0-1,0 1 1,1-1-1,-1 1 1,0 0-1,0 0 0,-4-1 1,-7-2 410,0 1 0,-1 1 0,1 0 0,0 2 1,-16-1-1,22 1-1120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1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94 7379,'0'0'2916,"-4"-14"-2214,-14-45-384,13 39 4377,5 22-4554,2 35 84,2 0 1,14 62-1,-1-10-82,58 502 1409,-50-368-777,-24-215-751,13 79 212,-12-77-202,1 0 1,0 0-1,1 0 1,0 0-1,1-1 1,6 11-1,-10-18-22,1 0 1,0 0-1,0 0 0,0 0 0,1 0 0,-1 0 0,0 0 0,4 1 0,-5-2-57,-1-1 1,1 0 0,-1 1-1,1-1 1,0 0-1,-1 1 1,1-1-1,0 0 1,-1 0-1,1 0 1,0 0-1,-1 0 1,1 0-1,0 0 1,-1 0-1,1 0 1,0 0-1,-1 0 1,1 0-1,0 0 1,-1-1-1,1 1 1,-1 0-1,1 0 1,0-1-1,-1 1 1,1 0-1,-1-1 1,1 1-1,-1-1 1,1 1-1,-1 0 1,1-1-1,-1 1 1,1-1 0,-1 0-1,0 1 1,1-1-1,-1 1 1,0-1-1,0 1 1,1-1-1,-1 0 1,0 1-1,0-1 1,0 0-1,3-15-1412,-1 1 1,0-1-1,-2-23 0,0-14-5218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1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4882,'0'0'7065,"26"-20"-6524,89-60-338,-110 77-181,0 0-1,-1 0 1,1 1-1,0 0 1,1 0-1,-1 0 1,0 0-1,1 1 1,-1 0-1,0 0 1,1 1-1,-1-1 1,1 1-1,0 0 1,7 2-1,8-1 134,-15-1-80,0 1 0,-1-1 0,1 1 0,0 0 0,0 1 0,0-1 0,-1 1 0,1 1 0,-1-1 0,1 1 0,5 3 0,-3 0 72,0 0-1,-1 0 1,1 1-1,-1 0 1,0 0-1,6 9 1,2 7 233,0 1 0,-2 0 1,21 51-1,-18-30-45,-2 0-1,-2 2 1,-1-1 0,3 49-1,0 194 1080,-21-131-778,3-132-513,0 1 0,-2-1 0,-17 46 0,14-47-66,-2-1-1,0-1 1,-2 0-1,-17 25 1,25-41-86,0-1 0,0 0 0,0 0 1,-1 0-1,1-1 0,-1 0 0,-1 0 0,1-1 1,-1 1-1,1-1 0,-1-1 0,-1 1 1,1-1-1,0-1 0,-1 1 0,1-1 1,-1 0-1,-9 0 0,10-1-160,1-1 0,-1 0 0,1 0 0,-1-1 0,1 0 1,-1 0-1,1 0 0,0-1 0,-10-3 0,12 3-61,0-1 0,-1 0 0,1 0 0,0 0 0,0 0 0,1 0 0,-1-1 0,1 1 0,0-1 1,0 0-1,0 0 0,-4-7 0,0-2-1540,1-1-1,-5-15 1,-7-28-8033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17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16 409 7043,'0'0'7742,"25"-5"-7331,9-2-385,38-15-1,-66 19-43,0 1-1,-1-1 1,1 0-1,-1-1 1,0 1-1,0-1 1,0 0-1,0 0 1,-1-1-1,0 0 1,0 1 0,0-1-1,0-1 1,-1 1-1,0 0 1,3-9-1,-2 8-38,1-6-93,0 0 0,-1 0 0,-1 0 0,0 0 0,0-1 0,-1 1 0,-1-1 0,0 0 0,-1 1-1,0-1 1,-3-17 0,3 25 97,-1 0-1,0 0 1,0-1 0,-1 1-1,0 0 1,0 0-1,0 0 1,0 1-1,-1-1 1,1 1-1,-1-1 1,-1 1 0,1 0-1,-1 0 1,1 0-1,-1 0 1,0 1-1,0 0 1,-8-5-1,4 3 112,0 1 0,0 0-1,0 1 1,-1 0 0,1 0-1,-1 1 1,0 0 0,0 0-1,0 1 1,-15-1-1,21 3-12,0-1-1,0 0 0,0 1 0,0-1 0,0 1 1,1 0-1,-1 0 0,0 0 0,0 1 0,1-1 0,-1 0 1,1 1-1,-1 0 0,1 0 0,0 0 0,0 0 1,0 0-1,0 0 0,0 0 0,0 0 0,0 1 0,1-1 1,-1 1-1,1 0 0,-2 3 0,-1 5 91,0 0 1,1 0-1,0 0 1,1 1-1,-2 16 0,0 34 1254,8 117 0,-2-157-1011,1 1 0,1-1 0,1 0 1,1-1-1,1 1 0,13 27 1,-16-40-308,0-1 1,0 1 0,1-1 0,0 0 0,1-1-1,0 0 1,0 1 0,0-2 0,1 1 0,0-1-1,0 0 1,1 0 0,0-1 0,0 0 0,0-1-1,0 0 1,17 6 0,-11-7-75,-1 0 0,1-1-1,-1-1 1,18 0 0,-24-1-111,0 0-1,-1-1 1,1 1 0,0-2 0,-1 1 0,1-1-1,-1 0 1,1 0 0,-1-1 0,10-5 0,-9 2-517,-1 0 0,1 0 0,-1 0 1,-1-1-1,0 0 0,1 0 0,-2 0 1,1-1-1,-1 0 0,-1 1 0,6-15 1,3-32-8775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1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4274,'0'0'6112,"-9"1"-5640,1-2-340,5 1-86,1 0 1,-1 0-1,0 0 0,1 0 0,-1 0 0,0 0 0,1 1 1,-1-1-1,1 1 0,-1 0 0,1 0 0,-1 0 1,1 0-1,-1 0 0,1 0 0,0 1 0,-3 1 0,-1 2 210,-1 0-1,1 1 0,0 0 0,0 0 1,1 1-1,0 0 0,0 0 0,0 0 0,1 0 1,0 1-1,-5 15 0,2-2 66,1 1 0,2 0 0,0 0-1,-1 27 1,3 93 750,3-84-507,-1-28-38,1 0 0,9 48 0,-7-64-350,1 0 0,0 0 0,1 0 0,1 0 0,0-1-1,0 0 1,13 18 0,-16-27-148,1 0-1,-1 0 1,1 0-1,0 0 1,1 0 0,-1-1-1,1 0 1,-1 1-1,1-2 1,0 1-1,0-1 1,0 0-1,0 0 1,1 0-1,8 1 1,-10-2-47,1 0-1,-1-1 1,1 1-1,-1-1 1,1-1-1,-1 1 1,1 0-1,-1-1 1,0 0-1,1 0 1,-1 0-1,0-1 1,0 0-1,1 1 1,-1-1-1,0-1 1,-1 1-1,1-1 1,6-4-1,-1-3-521,-1 0 0,1-1 1,-2 0-1,0 0 0,0-1 0,10-24 0,-8 15-2604,8-33-1,-9 17-1709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17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37 2481,'0'0'9770,"-7"12"-7822,4-9-1760,0-1 0,1 2 0,-1-1 0,1 0 1,0 0-1,-1 1 0,1-1 0,1 1 1,-2 4-1,-14 38 812,16-44-953,-4 21 364,0 0 0,2 0 0,1 0 0,1 0-1,2 33 1,0-14 216,-1-19-292,-1-5-61,1-1 0,1 1 1,0 0-1,1-1 0,7 24 0,-8-37-249,0 0 0,1 0 0,-1-1-1,1 1 1,0-1 0,0 1 0,0-1 0,1 0-1,-1 0 1,1 0 0,0 0 0,-1 0-1,1-1 1,1 1 0,-1-1 0,0 0 0,1 0-1,-1 0 1,1 0 0,-1 0 0,1-1 0,0 0-1,0 0 1,-1 0 0,1 0 0,0 0-1,0-1 1,0 0 0,7 0 0,-8 0-23,0 0 1,0-1 0,0 1-1,0-1 1,0 0 0,0 0-1,0 0 1,0 0-1,-1 0 1,1-1 0,0 1-1,-1-1 1,1 0-1,3-3 1,-1 0-56,1 0 1,-1-1-1,-1 0 0,1 0 0,6-11 1,-1-5-429,0 1 1,13-44 0,-16 37-274,0-1 0,-3 1 0,0-1 0,-2 0 0,-1 0 0,-1 0 0,-6-44 0,5 67 726,0 0 0,-1 0 0,0-1 0,0 1 0,0 0 1,-1 1-1,0-1 0,0 0 0,0 1 0,-1 0 0,0-1 0,0 2 1,-5-6-1,5 6 265,0 0 1,-1 1 0,1 0-1,-1 0 1,1 0-1,-1 1 1,0-1 0,0 1-1,-1 0 1,1 1 0,0-1-1,0 1 1,-1 0 0,1 0-1,-10 1 1,11 0-396,-17 2 2183,13 3-3021,4 6-4261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18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226 505 11621,'0'0'2767,"-8"-2"-2900,0 1 165,1-1 1,-1 0-1,1-1 1,0 1 0,-1-1-1,1-1 1,0 1-1,-10-9 1,12 9 55,0-1-1,1 0 1,-1 1-1,-1 0 1,1 0-1,0 0 1,-1 1-1,1 0 1,-1 0-1,0 0 1,0 1-1,0-1 1,0 2-1,-11-2 1,16 3-73,0-1 0,0 0 0,0 0 0,0 1 0,0-1 0,0 1 0,0-1 0,0 1 0,1-1 0,-1 1 0,0-1 0,0 1 0,0 0 0,1-1 1,-1 1-1,0 0 0,1 0 0,-1 0 0,0-1 0,1 1 0,-1 0 0,1 0 0,0 0 0,-1 2 0,-9 29 206,9-25-122,-6 24 408,2 0-1,-2 50 1,8 67 1112,0-68-834,-2-54-517,1-10-82,-1 0-1,2 0 1,0 0 0,1 0-1,6 25 1,-7-38-152,0 0 0,0 0 0,1 0 0,-1 0 0,1 0 0,0 0 0,0-1 0,0 1 0,0 0 0,0-1 0,0 0 0,1 0 0,4 4 0,-3-4-10,-1-1-1,0 1 1,1-1-1,-1 0 0,1 0 1,-1 0-1,1-1 1,0 1-1,-1-1 1,1 0-1,0 0 1,-1 0-1,1 0 1,0-1-1,3-1 0,-2 1-35,0 0 0,0-1 0,0 0 0,-1 0 0,1-1 0,-1 1-1,1-1 1,-1 0 0,0 0 0,0 0 0,0-1 0,-1 1 0,1-1-1,-1 0 1,0 0 0,5-8 0,3-7-262,-2 1 1,14-35-1,-12 19-575,0 0 0,-3-1-1,0 1 1,3-62-1,-10-145-5139,-4 206 4811,-2-1 0,-16-62 0,-32-68 783,27 89 1546,19 51 7613,27 430-8350,-6-217 557,-11-129-531,10 116 970,-9-143-1056,1 1 0,2-1 0,13 40-1,-18-66-328,0 0-1,0-1 1,1 1-1,-1 0 1,5 5-1,-6-9-25,0 0 0,-1 0 0,1 0 0,0-1 0,0 1 0,0 0 0,0 0-1,-1-1 1,1 1 0,0 0 0,0-1 0,0 1 0,1-1 0,-1 0 0,0 1 0,0-1 0,0 0 0,0 1 0,0-1 0,0 0 0,0 0 0,1 0 0,-1 0 0,0 0-1,0 0 1,0-1 0,0 1 0,0 0 0,2-1 0,-2 0-9,0 1 0,0-1-1,0 1 1,0-1 0,-1 0 0,1 1-1,0-1 1,0 0 0,-1 0 0,1 1-1,0-1 1,-1 0 0,1 0 0,-1 0-1,1 0 1,-1 0 0,1 0 0,-1-2-1,6-20-1088,-1-1-1,-2 0 1,0 1-1,-2-2 1,-1-28-1,0 48 769,0-64-6408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1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1 355 8884,'0'0'9212,"16"4"-8617,-5-1-514,-3 0-42,0-1 0,0 0 0,0-1 0,11 1 0,-16-2-29,1 0-1,-1 0 0,1-1 0,-1 1 0,1-1 0,-1 0 0,1 0 0,-1 0 0,0 0 0,1-1 0,-1 1 0,0-1 1,0 0-1,0 0 0,5-4 0,-1 0-194,1-1 0,-1-1 0,0 1-1,-1-1 1,0-1 0,0 1 0,-1-1 0,0 0 0,0 0 0,-1 0 0,0-1 0,-1 1 0,0-1 0,-1 0 0,1 0 0,-2 0 0,0 0 0,0-17-1,-1 12-278,1 10 309,0-1-1,-1 1 0,0 0 0,0-1 0,-1 1 0,0 0 0,0 0 1,0-1-1,0 1 0,-1 0 0,0 0 0,0 0 0,0 0 1,0 1-1,-1-1 0,-5-6 0,2 4 234,0 0 0,-1 1 0,0 0 0,-1 1 1,-12-9-1,17 12 30,1 1 0,-1-1 1,0 1-1,0 0 1,0 0-1,0 0 1,0 0-1,0 0 0,0 1 1,-1-1-1,1 1 1,0 0-1,0 0 0,0 0 1,-1 0-1,1 1 1,0-1-1,0 1 0,0 0 1,-4 1-1,5-1-35,1 0-1,-1 0 1,1 1-1,-1-1 1,1 0-1,-1 1 0,1-1 1,0 1-1,0-1 1,0 1-1,0-1 1,0 1-1,0 0 1,0-1-1,-1 5 0,-6 31 536,7-31-489,-4 46 1144,2 99 0,3-89-539,1-36-418,0 1 0,1-1 1,2 0-1,0 0 0,11 34 0,-11-51-212,-1 0-1,1 1 1,1-1-1,0-1 1,0 1-1,1-1 1,10 13-1,-12-17-66,1 0-1,-1 1 0,1-2 0,0 1 0,1 0 0,-1-1 0,1 0 0,-1 0 0,1-1 0,0 0 0,0 0 0,0 0 1,8 1-1,-6-1-60,1-1 0,-1 0 0,1-1 0,0 0 0,-1 0 0,1-1 0,11-2 0,-16 2-86,0 0 0,0-1-1,0 1 1,0-1-1,0 0 1,0 0-1,0 0 1,-1-1-1,0 0 1,1 1 0,-1-1-1,0 0 1,0 0-1,0-1 1,3-5-1,-2 3-449,0 0 0,-1-1 0,0 1 0,0-1 0,3-12 0,1-37-5024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1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72 2321,'0'0'12312,"0"1"-12246,0-1 1,-1 0-1,1 0 0,-1 0 0,1 0 0,0 1 0,-1-1 0,1 0 0,0 0 0,-1 1 0,1-1 0,0 0 1,0 0-1,-1 1 0,1-1 0,0 0 0,0 1 0,-1-1 0,1 1 0,0-1 0,0 0 0,0 1 0,0-1 0,0 0 1,0 1-1,-1-1 0,1 1 0,0-1 0,0 0 0,0 1 0,0-1 0,0 1 0,1-1 0,-1 1 0,0 84 1647,10 376 3636,-9-448-5260,-1-5-41,1-1 0,-1 0 0,1 1 0,1-1 0,-1 0 0,1 0 0,4 8 0,-6-14-49,0-1 0,0 0 0,0 1 0,0-1 1,1 0-1,-1 1 0,0-1 0,0 1 1,1-1-1,-1 0 0,0 0 0,1 1 0,-1-1 1,0 0-1,1 1 0,-1-1 0,0 0 1,1 0-1,-1 0 0,1 1 0,-1-1 0,0 0 1,1 0-1,-1 0 0,1 0 0,-1 0 1,1 0-1,-1 0 0,0 0 0,1 0 1,-1 0-1,1 0 0,-1 0 0,1 0 0,-1 0 1,0 0-1,1 0 0,-1-1 0,1 1 1,-1 0-1,0 0 0,1-1 0,-1 1 0,1 0 1,-1 0-1,0-1 0,0 1 0,1 0 1,-1-1-1,0 1 0,1 0 0,-1-1 0,0 1 1,0 0-1,0-1 0,1 1 0,-1-1 1,0 1-1,0 0 0,0-1 0,0 0 1,4-13-120,0 0 1,-1 0-1,0 0 1,0-18-1,-1-66-1381,-1 58 606,-1-55-1473,-1 21-1280,13-108 1,-11 174 3642,1 0 0,0 0 0,0 0 0,0 0 0,1 0 0,0 1 0,1 0 0,-1-1 0,9-10 0,-9 14 122,0 1 0,0 0 0,1-1-1,-1 1 1,1 1 0,0-1 0,-1 0 0,1 1 0,0 0 0,1 0 0,-1 0 0,0 0 0,1 1 0,-1 0 0,1 0-1,-1 0 1,10-1 0,8 1 523,1 1 0,-1 1 0,1 1 0,-1 1 0,41 10-1,-58-11-922,0-1 0,0 0-1,0 0 1,0-1-1,0 0 1,0 0 0,0 0-1,8-1 1,2-7-5968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 7587,'0'0'5686,"2"-3"-5321,5-5 263,-4 9 854,-2 19 133,-1-13-2101,-3 1050 6238,3-1048-5943,2-14-626,-1-18-560,-1 20 1221,0-21-3301,-5-46 0,-10 14-4242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3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12102,'0'0'1315,"30"1"-678,-5 1-487,173 4 696,-150-7-859,81 4-3237,-128-2 3272,-1-1 0,1 0 0,0 1 0,0-1 0,0 0 0,0 1 0,0 0 0,-1-1 0,1 1 0,0-1 0,0 1 0,-1 0 0,1-1 0,-1 1 0,1 0 0,0 0 0,-1 0 0,1-1 1,-1 1-1,0 0 0,1 0 0,-1 0 0,0 0 0,1 0 0,-1 0 0,0 0 0,0 0 0,0 0 0,0 0 0,0 1 0,0 38 3450,-1-25-2953,-11 126 2278,1-16-1432,10 102 676,1-215-1933,0-1 0,1 1-1,1-1 1,3 19 0,-4-27-96,0 0 0,0 0 0,1 0-1,-1 0 1,0 0 0,1 0 0,0 0 0,0 0-1,0-1 1,0 1 0,0-1 0,0 0-1,1 1 1,-1-1 0,1 0 0,-1 0 0,1-1-1,0 1 1,0-1 0,4 3 0,-3-3-19,0 0 0,1 1 0,-1-1 0,1-1 0,-1 1 0,1-1-1,-1 1 1,1-1 0,-1 0 0,1-1 0,-1 1 0,1-1 0,-1 0 0,9-3 0,-7 1-23,-1 0 0,1 0-1,-1 0 1,0-1 0,1 0 0,-2 0-1,1 0 1,0 0 0,6-9 0,-1-2-129,1-1 0,-2 0 0,0 0 0,-1-1 0,-1-1 0,7-20 0,-6 5-734,0-1 0,-3 1 0,-1-1 0,-1 0 0,-2 0 0,-3-41 0,1 63 709,0 0-1,-1 0 1,0 0-1,0 0 0,-1 1 1,-1-1-1,0 1 1,-1 0-1,0 0 1,0 0-1,-1 1 1,-1 0-1,0 0 1,0 0-1,-1 1 0,0 0 1,-1 1-1,1 0 1,-2 0-1,1 1 1,-1 0-1,-12-6 1,16 10 438,0 0 1,0 1 0,0 0-1,-1 1 1,1-1 0,-1 1 0,1 0-1,-1 1 1,1-1 0,-1 1-1,0 1 1,1-1 0,-1 1 0,-7 2-1,11-2-260,-1 0-1,1 0 1,0 1-1,-1-1 1,1 1-1,0 0 1,0 0-1,0 0 0,0 0 1,0 0-1,0 1 1,1-1-1,-1 1 1,1 0-1,0 0 1,0 0-1,0 0 1,0 0-1,0 0 1,1 1-1,-1-1 1,1 0-1,0 1 0,0-1 1,0 1-1,0 4 1,0 3-4231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11333,'0'0'5029,"32"-8"-5053,102-27-565,-127 33 443,0 0 0,0 0 0,0-1 0,0 0 0,0-1 0,0 1 0,-1-1 0,0-1 0,0 1 0,0-1 0,0 0 0,-1 0 1,0-1-1,0 0 0,7-9 0,-9 10-17,6-6 169,-7 11 905,-9 18 953,2-7-2118,-5 18 526,0 1 0,2 0 0,1 1 0,-4 53 0,2 133 657,8-142-529,-6 588 2327,10-730-8431,-3 11 1419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4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13062,'0'0'4354,"214"-42"-4018,-151 18-336,-12 6-1825,-11 3-2721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11461,'0'0'5059,"194"-51"-5972,-171 42-2208,-3-3-5459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5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6419,'0'0'4965,"-32"23"-4085,-98 77 358,125-96-1102,0 1 0,0 0-1,0 0 1,0 1 0,1-1 0,0 1-1,-6 11 1,8-13 1,1 0 0,0 0 0,0 0 0,0 0 0,0 0 0,1 1 0,0 6-1,-1 2 207,1-8-181,-2 7-9,1 0 0,1 0-1,0 1 1,0-1 0,1 0 0,1 0-1,0 0 1,6 18 0,1-13-146,0 0-1,2-1 1,13 17 0,-9-13-120,18 31 0,-30-44 48,0-1-1,0 1 1,0 0-1,-1-1 1,0 1-1,0 0 1,-1 1-1,0-1 1,1 10-1,-2-14 53,-1 0 0,1-1 0,0 1 1,-1 0-1,1-1 0,-1 1 0,0 0 0,0-1 0,0 1 0,0-1 0,-1 0 1,1 1-1,-1-1 0,1 0 0,-1 0 0,0 0 0,0 0 0,0 0 1,0 0-1,0 0 0,0-1 0,0 1 0,-1-1 0,1 1 0,-1-1 1,1 0-1,-1 0 0,1 0 0,-1 0 0,-3 0 0,-7 2-74,-1-1 0,0 0 1,0-1-1,-20 0 0,34-1 82,-4 0-99,1 0 1,0 0-1,-1 0 0,1 0 0,0-1 0,0 1 0,-1-1 0,1 0 0,0 0 1,0 0-1,-5-3 0,6 3-114,1-1 0,-1 1 1,1-1-1,0 0 0,0 0 1,-1 1-1,1-1 0,0 0 1,0 0-1,1 0 0,-1 0 0,0 0 1,1-1-1,-1 1 0,1 0 1,0 0-1,0-3 0,-2-40-6870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5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1 545 16712,'0'0'3310,"31"-30"-2747,104-101-672,-118 114-249,-1-1-1,17-25 1,-25 29-318,0 1-1,7-21 1,-13 30 549,4-11-845,-1 0-1,0 0 1,-1-1-1,-1 0 1,-1 0 0,0 0-1,0-29 1,-2 42 933,0 0 0,0 0-1,0 0 1,-1 0 0,1 0 0,-1 1 0,1-1 0,-1 0 0,0 0 0,0 1 0,0-1 0,0 0 0,-1 1 0,1-1 0,-1 1 0,-3-4-1,1 3 381,0 0 0,0 0 0,0 0 0,0 1 0,-1 0 0,1 0 0,-1 0 0,-8-2-1,2 1 65,1 0-1,-1 1 0,-1 0 0,1 0 0,-17 1 1,26 2-370,0-1 0,0 0 1,0 1-1,0 0 0,1-1 0,-1 1 1,0 0-1,1 0 0,-1 0 1,0 0-1,1 0 0,-1 0 1,1 1-1,0-1 0,-1 0 1,1 1-1,0-1 0,0 1 1,0-1-1,0 1 0,0 0 1,0-1-1,-1 4 0,-2 6 232,0 0 0,-5 18 0,1 9 760,2 0 1,-3 72-1,13 77 1056,-4-179-2035,1 0 0,0 0 0,0-1 0,1 1 0,0 0 0,0-1 0,1 1-1,0-1 1,0 0 0,0 0 0,1 0 0,9 11 0,-9-14-57,0 0-1,1 0 1,0 0 0,-1 0-1,2-1 1,-1 0 0,0 0-1,0 0 1,1-1 0,0 0-1,-1 0 1,1 0 0,0 0 0,0-1-1,0 0 1,12 0 0,-10-1-210,0 0 0,0 0 1,-1 0-1,1-1 0,0-1 1,0 1-1,0-1 0,-1-1 1,14-5-1,-12 3-546,0 0 0,0 0 0,-1-1-1,0-1 1,0 1 0,-1-2 0,10-9 0,33-45-8418</inkml:trace>
  <inkml:trace contextRef="#ctx0" brushRef="#br0" timeOffset="1">626 42 11989,'0'0'3370,"-18"2"-2946,6-1-272,8-1-89,-1 0 1,1 0-1,-1 0 0,1 1 1,-1 0-1,1 0 0,-1 0 1,1 0-1,0 0 1,-1 1-1,1 0 0,0 0 1,0 0-1,0 1 1,1-1-1,-1 1 0,0 0 1,1 0-1,0 0 0,0 0 1,0 1-1,0-1 1,-3 7-1,-8 18 563,2 0-1,1 2 1,1-1-1,-10 58 1,13-36-197,1 1 0,2 55 0,4-104-427,0-1-1,0 1 1,0 0-1,0-1 1,0 1-1,1-1 0,-1 1 1,1 0-1,0-1 1,0 1-1,0-1 1,0 0-1,0 1 1,0-1-1,1 0 1,-1 0-1,1 1 0,-1-1 1,1 0-1,2 1 1,-1-1-28,-1-1 1,1 0-1,0 0 1,0 0-1,-1 0 0,1 0 1,0-1-1,0 1 1,0-1-1,0 0 1,0 0-1,0 0 1,0 0-1,-1 0 0,1-1 1,0 1-1,5-3 1,-3 2-75,-1-1 0,1 1 0,-1-1 0,0 0 0,0-1 0,0 1 0,0-1 0,0 0 0,-1 0 0,6-5 0,28-39-1404,-14 12-968,-3-2-1,17-38 1,-3-1-3186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12278,'119'70'2630,"-115"-68"-2491,-1 0 0,0 0 0,0 1 0,0 0 0,-1-1 0,1 1 0,0 0 0,-1 1-1,0-1 1,0 0 0,0 1 0,0-1 0,2 8 0,63 200 3289,-50-137-3145,-3-1 0,-4 2 0,-2 0-1,-6 142 1,-3-203-290,0 0-1,-1 0 1,-1-1-1,0 1 1,-1-1-1,-1 1 1,0-1-1,-1-1 1,0 1-1,0-1 1,-10 13-1,12-20-98,0 0 0,0 0-1,-1 0 1,0 0 0,0-1-1,0 1 1,0-1 0,-1-1-1,1 1 1,-1-1 0,0 0 0,0 0-1,0 0 1,-1-1 0,1 0-1,0-1 1,-1 1 0,0-1-1,1 0 1,-1-1 0,1 0-1,-1 0 1,0 0 0,-11-2-1,14 0-85,-1 1 0,1-1-1,-1 1 1,1-1 0,-1-1 0,1 1-1,0 0 1,0-1 0,0 0-1,1 0 1,-1 0 0,1-1 0,-1 1-1,1-1 1,0 0 0,0 0-1,1 0 1,-1 0 0,-3-9-1,1 1-466,0 0-1,1 0 0,1-1 0,0 1 0,0-1 0,0-16 0,1-33-2779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6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34 132 3890,'0'0'9457,"-5"-5"-8867,-17-13-16,16 14 3590,6 12-3393,3 57 484,18 102 1,-5-61-616,-6-1-155,6 39 127,-16-143-608,0 1 0,0-1 1,0 0-1,1 0 1,-1 0-1,0 0 1,0 1-1,1-1 1,-1 0-1,1 0 1,-1 0-1,1 0 0,-1 0 1,1 0-1,0 0 1,-1 0-1,1 0 1,1 1-1,-1-3-14,0 1-1,0-1 1,0 0 0,-1 0-1,1 0 1,0 0-1,-1 0 1,1 0 0,-1 0-1,0 0 1,1 0-1,-1 0 1,0-1 0,1 1-1,-1 0 1,0 0-1,0 0 1,0 0 0,0 0-1,0-1 1,0 0-1,4-312-5091,-5 185 3999,0 88 1094,-1 26 336,2 1-1,0-1 0,4-24 1,-4 38-264,1 1 1,-1-1-1,0 0 1,1 0-1,-1 0 1,1 1 0,-1-1-1,1 0 1,-1 1-1,1-1 1,0 0 0,-1 1-1,1-1 1,0 1-1,-1-1 1,1 1 0,0-1-1,0 1 1,-1-1-1,1 1 1,0 0-1,0-1 1,0 1 0,0 0-1,0 0 1,-1 0-1,3 0 1,-1-1 63,0 1-1,1 0 1,-1 0 0,1 0-1,-1 1 1,0-1-1,1 1 1,-1-1 0,4 2-1,-2 1-7,1 0-1,-1 0 0,1 0 1,-1 0-1,0 1 0,0 0 1,-1 0-1,1 0 0,-1 0 1,0 0-1,0 1 1,0-1-1,3 8 0,3 9 277,11 39-1,-19-57-364,18 70 821,11 95 0,15 63 462,-44-228-1305,-1-2-3,0 0 0,0 1-1,1-1 1,-1 0 0,0 1 0,1-1-1,-1 0 1,1 1 0,-1-1 0,1 0-1,0 0 1,0 0 0,-1 0 0,1 1-1,0-1 1,0 0 0,0 0-1,0-1 1,0 1 0,0 0 0,1 0-1,1 1 1,-3-2-6,0 0-1,0 0 0,1 0 1,-1 0-1,0 0 0,0 0 0,0 0 1,0 0-1,1 0 0,-1 0 1,0 0-1,0 0 0,0 0 1,0 0-1,0 0 0,1 0 1,-1 0-1,0 0 0,0 0 1,0 0-1,0-1 0,0 1 1,0 0-1,1 0 0,-1 0 1,0 0-1,0 0 0,0 0 1,0 0-1,0 0 0,0-1 1,0 1-1,0 0 0,0 0 1,0 0-1,0 0 0,1 0 1,-1-1-1,0 1 0,0 0 1,0 0-1,0 0 0,0 0 1,0 0-1,0-1 0,0 1 1,0 0-1,3-20-367,-1 1 0,0-1 0,-2-37 0,0 8-161,11-191-2256,-7 201 2134,2 1 0,2-1 0,1 1 0,16-42 0,-19 65 545,0 1-1,1 0 0,0 1 0,12-16 0,-17 26 132,0 0 1,0 1-1,0-1 0,0 1 1,0-1-1,1 1 0,-1 0 1,1 0-1,-1 0 0,1 0 1,0 1-1,-1-1 0,1 1 1,0-1-1,0 1 0,1 0 1,-1 0-1,0 1 0,0-1 1,0 0-1,0 1 0,1 0 1,-1 0-1,0 0 0,7 1 1,-8 0 26,0-1 0,0 1 1,0 0-1,0 0 0,0 0 1,0 0-1,0 1 0,0-1 0,-1 0 1,1 1-1,0-1 0,-1 1 1,1 0-1,-1 0 0,0-1 0,2 4 1,13 34 553,-13-30-468,9 28 367,-3 0 1,-1 0-1,6 72 0,-9 120 800,-6-165-1229,1-63-878,-1-7-904,-6-16-1968,-4-29 0,7 1-4889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1 437 10533,'0'0'9233,"19"-6"-8899,-7 2-301,-4 3-24,-1-1-1,0 0 1,1-1-1,-1 0 1,0 0-1,0 0 1,0-1 0,-1 0-1,1 0 1,-1-1-1,0 1 1,-1-2-1,1 1 1,-1 0-1,0-1 1,9-13 0,-3-1-294,-1 0 0,0-1 1,-2 0-1,-1-1 1,0 1-1,-2-1 1,0-1-1,-1 1 0,-2-1 1,0 0-1,-3-42 1,1 63 273,0 0 1,-1 0 0,1 0 0,-1 0-1,1 0 1,-1 1 0,0-1-1,0 0 1,0 1 0,0-1-1,0 0 1,0 1 0,0-1-1,0 1 1,-1-1 0,1 1 0,0 0-1,-1 0 1,1 0 0,-1-1-1,0 1 1,1 1 0,-1-1-1,0 0 1,1 0 0,-5 0 0,-2-1 147,0 0 0,-1 1 0,1 1 0,-15-1 0,15 2-5,5-1-60,0 0 0,-1 1 0,1 0 0,0 0 0,0 0 0,0 0 0,0 0 0,0 0 0,0 1 0,0 0 0,1-1 0,-1 1 0,1 0 0,-1 0 0,1 1 0,0-1 0,-1 0 0,1 1 0,0 0 0,1-1 0,-1 1 0,0 0 0,1 0 0,-1 0 0,-1 6 0,-3 8 272,1 1 0,0-1 0,-3 25 0,8-40-327,-7 56 1253,2 113-1,6-125-903,-1-33-251,0 0-1,1-1 0,0 1 1,1 0-1,1-1 1,7 22-1,-7-28-78,-1 0 0,2 0 0,-1 0 0,1 0-1,-1-1 1,2 0 0,-1 0 0,0 0 0,1 0 0,0-1 0,0 0 0,0 0 0,1 0 0,9 5 0,-8-6-82,0 1 0,1-2 0,-1 1 0,0-1 0,1 0 1,-1-1-1,1 1 0,-1-2 0,1 1 0,0-1 0,-1 0 0,1 0 1,0-1-1,-1 0 0,1-1 0,-1 0 0,1 0 0,-1 0 0,0-1 0,13-7 1,-9 1-651,0-2 1,-1 1-1,0-1 1,-1 0-1,0-1 1,-1 0 0,-1 0-1,11-24 1,17-43-6511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3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85 3730,'0'0'3260,"-3"-4"-2753,-11-16 1744,8 1 2125,5-13-3853,1 23-38,0 9-50,0 10-374,0 3-29,8 580 4152,-3-535-3640,-5-57-539,0-1 0,0 1 0,0-1 1,0 1-1,0-1 0,0 1 0,1-1 0,-1 1 0,0-1 0,0 1 1,0-1-1,0 0 0,1 1 0,-1-1 0,0 1 0,0-1 0,1 0 1,-1 1-1,0-1 0,1 1 0,-1-1 0,0 0 0,1 0 0,-1 1 1,1-1-1,0 1 0,-1-2-5,1 1 0,-1 0 0,1-1 0,-1 1 0,1 0 0,-1-1 0,0 1 0,1 0 0,-1-1 0,1 1 0,-1-1 0,0 1 0,0-1 0,1 1 0,-1-1 0,0 1 0,0-1 0,1 1 0,-1-1 0,0 1 0,0-1 0,0 1 0,0-1 0,0 1 0,0-1 0,0 1 0,0-1 0,0 0 0,4-49-1307,-3-85 1,-2 60 261,-1 23 521,1-33 37,2 75 446,0-1-1,0 1 1,1 0 0,1 0-1,6-19 1,-2 12 47,1 0 0,1 1 0,0-1 0,1 2 0,1-1 1,1 2-1,0-1 0,0 2 0,21-17 0,-30 27-12,1 1-1,0 0 0,0 0 0,0 0 1,0 1-1,0-1 0,1 1 1,-1 0-1,0 0 0,6 0 1,-8 1 3,1 0 0,-1 0-1,0-1 1,1 2 0,-1-1 0,1 0 0,-1 0 0,0 1 0,1 0 0,-1-1 0,0 1-1,0 0 1,0 0 0,1 0 0,-1 0 0,0 1 0,0-1 0,0 0 0,-1 1 0,4 3-1,2 6 84,0 0 0,-1 0 0,0 1 0,-1 0 0,0 0 0,3 17 0,15 80 868,-16-36 552,-3 106-1,-4-135-907,0-43-712,1-23-2441,15-62-3488,-3 31-89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3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6147,'0'0'6112,"0"2"-5392,-1 167 2644,1 134 146,21-6-1241,-19-278-2153,1-1 0,0 0 0,1 0 0,1 0-1,1 0 1,15 32 0,-19-46-143,1-1 0,-1 1 0,1-1 0,0 0 0,0 0 0,1 0 0,-1 0 0,1 0 1,-1-1-1,1 0 0,0 1 0,0-1 0,0-1 0,0 1 0,0-1 0,0 1 0,0-1 0,1 0 0,-1-1 0,0 1 0,1-1 0,-1 1 0,1-2 0,-1 1 0,0 0 0,1-1 0,-1 0 0,0 0 0,0 0 0,1 0 0,-1-1 0,0 1 0,0-1 1,0 0-1,-1-1 0,1 1 0,5-5 0,-2 0-320,-1 0 1,0-1 0,-1 0-1,1 0 1,-2 0-1,1-1 1,-1 1 0,4-13-1,-2 4-1319,-1 0 1,-1-1-1,3-29 0,-4-20-7068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31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15303,'0'0'1441,"231"-93"-1025,-134 45-416,-14 3-608,-16 9-3266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0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46 6931,'0'0'5048,"0"-5"-4315,0-21 303,0 12 2133,0 14-2830,0 0-365,-1 0 0,1 0 0,-1 0 1,1 0-1,-1 0 0,1 0 0,-1 0 0,1 0 1,-1 0-1,1 0 0,0 0 0,-1 0 0,1 0 1,-1 1-1,1-1 0,0 0 0,-1 0 0,1 0 0,-1 1 1,1-1-1,0 0 0,-1 1 0,1-1 0,0 0 1,-1 1-1,1-1 0,0 0 0,0 1 0,-1-1 1,1 1-1,0-1 0,0 0 0,0 1 0,0-1 0,-1 1 1,1-1-1,0 1 0,0-1 0,0 1 0,-2 179 204,4-90 15,2 58 840,30 191-1,-32-319-892,2-1 0,0 1 0,1-1-1,12 28 1,-17-45-134,1 0-1,0 0 1,-1 0-1,1-1 0,0 1 1,0 0-1,0 0 1,0-1-1,1 1 1,-1-1-1,0 1 0,1-1 1,-1 0-1,1 1 1,-1-1-1,1 0 1,-1 0-1,1 0 1,0 0-1,0 0 0,0 0 1,-1-1-1,1 1 1,0-1-1,4 1 1,-6-1-15,0 0 0,0 0 0,1 0 0,-1 0 0,0 0 0,0 0 0,0 0 0,1 0-1,-1 0 1,0 0 0,0-1 0,0 1 0,1 0 0,-1 0 0,0 0 0,0 0 0,0 0 0,0-1 0,0 1 0,1 0 0,-1 0 0,0 0 0,0-1 0,0 1 0,0 0 0,0 0 0,0 0 0,0-1 0,0 1 0,0 0 0,0 0 0,0 0 0,0-1 0,0 1 0,0 0 0,0 0 0,0 0 0,0-1 0,0 1 0,0 0 0,0 0 0,0-1 0,0 1 0,0 0 0,1-111-4320,-2 57 236,1-20-4018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0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2417,'0'0'4768,"11"-8"-4376,38-25 21,-43 29-224,0 1 0,0 1 0,0-1 0,0 1 0,1 0 0,-1 0 0,1 1 0,-1 0 0,1 0 0,0 1 0,-1-1-1,1 1 1,0 1 0,9 1 0,-10-1-29,-1 0-19,0 0 0,0 0 0,0 1 1,-1 0-1,1 0 0,0 1 0,-1-1 0,0 1 1,1 0-1,-1 0 0,0 0 0,0 0 1,-1 1-1,1 0 0,-1 0 0,0 0 1,0 0-1,0 0 0,4 8 0,1 5 324,0-1-1,0 1 0,-2 1 1,6 23-1,-5-7 205,-3 0 0,0 1 1,-3 66-1,-2-59-262,1-6 47,-8 57 0,6-79-445,-1 0 0,-1 0-1,1-1 1,-2 1-1,0-1 1,-13 24 0,17-36-214,1-2 140,0 1 0,0 0 0,0 0 1,0 0-1,0 0 0,0 0 0,0 0 0,0 0 0,0 0 0,0-1 1,0 1-1,-1 0 0,1 0 0,0 0 0,0 0 0,0 0 0,0 0 1,0 0-1,0 0 0,0 0 0,-1 0 0,1 0 0,0 0 0,0 0 1,0 0-1,0 0 0,0 0 0,0 0 0,-1 0 0,1 0 0,0 0 1,0 0-1,0 0 0,0 0 0,0 0 0,0 0 0,0 0 0,-1 0 1,1 0-1,0 0 0,0 0 0,0 0 0,0-5-338,1-1-1,0 1 1,1-1 0,-1 1-1,1 0 1,0 0 0,0 0-1,1 0 1,0 0-1,-1 0 1,2 1 0,-1-1-1,0 1 1,1 0 0,0 0-1,0 0 1,0 0-1,0 1 1,8-5 0,-3 2 276,0 0 0,1 0 0,0 1 0,0 1 0,0-1 0,1 2 0,-1-1 0,1 2 0,15-3 0,-10 3 507,-1 1 1,1 0-1,0 1 1,27 4-1,-38-3-241,-1 0 0,0 0 0,0 0 0,0 0 0,0 1 0,0 0 0,0-1 0,-1 1 0,1 1 0,-1-1-1,1 1 1,-1-1 0,0 1 0,0 0 0,0 0 0,0 0 0,0 0 0,-1 1 0,1-1 0,-1 1 0,0 0 0,2 4 0,0 4 140,-1 0 0,0 0 0,-1 0 0,0 0 0,0 0 0,-2 1 0,0-1 0,0 1 0,-1-1 1,0 0-1,-1 0 0,-1 1 0,1-1 0,-2-1 0,0 1 0,-1 0 0,0-1 0,0 0 0,-12 17 0,0-7-137,0 0 0,-2-2-1,0 0 1,-1-1 0,0-1-1,-2-1 1,-39 22 0,41-27-271,-1-2 1,1 0-1,-1-1 1,-1-1-1,0-1 0,0-1 1,0 0-1,0-2 1,-33 0-1,44-2-132,-7-2-1234,18 1 1386,-1 0-1,1-1 1,-1 1-1,1 0 0,-1-1 1,1 1-1,-1 0 1,1-1-1,0 1 1,-1-1-1,1 1 1,-1-1-1,1 1 0,0-1 1,0 1-1,-1-1 1,1 1-1,0-1 1,0 1-1,0-1 1,0 1-1,-1-1 0,1 1 1,0-1-1,0 0 1,0 1-1,0-1 1,0 0-1,3-25-3878,11-6-3085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2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13478,'0'0'672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5:09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492 109 8548,'0'0'5773,"0"-7"-5485,0-61 654,0 67-920,-1-1-1,1 1 1,-1 0-1,1 0 0,-1-1 1,0 1-1,1 0 1,-1 0-1,0 0 1,0 0-1,0 0 1,0 0-1,0 0 1,0 0-1,0 0 1,0 0-1,-1 1 1,1-1-1,0 0 1,0 1-1,-1-1 0,1 1 1,0-1-1,-1 1 1,-1-1-1,-37-6-64,4 4-25,-72 4 0,104 0 66,0-1 1,0 1-1,0 1 0,0-1 1,0 0-1,1 1 1,-1 0-1,1 0 0,-1 0 1,1 0-1,-1 1 0,1-1 1,-6 7-1,-3 4-5,1 0 0,-10 16 0,-1 0 96,7-10 8,0 1 0,2 0 0,0 1-1,2 1 1,0-1 0,1 2 0,1 0-1,1 0 1,2 0 0,-7 36 0,-2 51 232,-3 155 1,18-251-210,0 0 0,2-1-1,-1 1 1,2 0 0,0-1 0,9 26 0,-8-30-24,1 1-1,0-1 1,0 1 0,1-1-1,1-1 1,-1 1-1,1-1 1,1-1 0,12 11-1,-13-12-63,1 0 0,0-1 0,0 0-1,1-1 1,-1 0 0,1 0 0,0-1 0,0 0-1,0-1 1,0 0 0,1 0 0,-1-1 0,0 0-1,14 0 1,-15-2-117,0 1 1,0-1-1,0 0 0,0-1 0,0 0 0,0-1 0,0 1 0,0-1 0,-1-1 1,0 1-1,1-1 0,-1-1 0,-1 1 0,1-1 0,-1 0 0,9-10 0,2-3-693,18-28-1,-14 8-1783,-19 34 1543,-1 0-1,0-1 1,1 1-1,-1 0 1,-1 0-1,1-9 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5:09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99 176,'0'0'7283,"6"-13"-6962,31-61 572,-29 63 1681,-4 17 476,-3 21-815,-1-25-2624,1 163 971,-7 395 1776,4-393-1703,3-107-2948,-6-121-2229,-4 18-141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5:10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34 3185,'0'0'7521,"9"-4"-6795,-4 1-656,2-1 171,0 1 0,0-1 1,1 1-1,-1 0 0,1 1 0,-1 0 1,1 0-1,13-1 0,-14 3-114,-3 0 17,0 0 0,0-1 0,1 1 0,-1 1 1,0-1-1,0 1 0,1-1 0,-1 1 0,0 0 0,0 1 0,0-1 0,0 1 1,0 0-1,0 0 0,-1 0 0,1 0 0,-1 1 0,4 2 0,5 7 93,-1 0-1,0 1 0,0 0 0,-2 1 1,0 0-1,0 1 0,9 22 1,-8-13-134,-2 0 1,0 0 0,-1 0 0,3 33-1,-5-1 507,-3 90-1,-2-11-267,1 27 5,-2-149-333,0-1 0,-1 0 0,-1 0 0,0 0 0,0-1 0,-1 1-1,0-1 1,-8 13 0,-52 85 172,54-93-169,4-7-13,-1 1 1,0-1-1,0 0 0,-1 0 0,-16 13 1,18-18-25,0 0 0,0 0 0,-1 0 0,1-1 1,-1 0-1,0 0 0,0-1 0,0 0 1,0 0-1,-9 1 0,-28 1 111,-73-4-1,56-1-122,60 1-7,-1 0 0,1 0-1,0-1 1,-1 1-1,1 0 1,0-1 0,0 1-1,-1-1 1,1 0-1,0 1 1,0-1 0,0 0-1,0 0 1,0 0-1,0 0 1,0 0 0,0 0-1,0 0 1,0 0 0,0 0-1,1 0 1,-1 0-1,0 0 1,1-1 0,-1 1-1,1 0 1,-1-1-1,1 1 1,0 0 0,0-1-1,0 1 1,-1-3-1,0-7-563,1-1 0,-1 1-1,3-13 1,-1 6-795,-1-4-1529,3-1-1963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5:1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9044,'0'0'5939,"187"-6"-5939,-147-3-368,-13 0-1777,-14 0-4850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03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2721,'0'0'5163,"-3"0"-4606,0-1-417,-22 2 2640,25-1-2701,-1 0 1,0 0-1,1 0 1,-1 0-1,0 0 1,1 0-1,-1 0 1,0 1-1,1-1 1,-1 0-1,1 0 1,-1 1-1,0-1 1,1 0-1,-1 0 1,1 1-1,-1-1 1,1 1-1,-1-1 1,1 1-1,0-1 1,-1 1-1,1-1 1,-1 1-1,1-1 1,0 1-1,-1-1 1,1 1-1,0 3 3317,7 1-3189,340 1 308,424-6-691,-709 2 192,-1 3 0,67 15 0,-113-19 36,0 1 0,18-2 0,-19 0 1524,7 0-720,24 0-581,-44 0-257,-28 2-3515,0 9-967,1 6-5119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5:5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6787,'0'0'5307,"-3"1"-4902,-10 5-50,25-3 2952,9-1-3351,433 4 126,-160-6-74,-143 6 46,-117-6-36,3 0-1,0 0 0,45-8 0,-58 5 39,0 2-1,44 2 1,-17 1 268,-18-2-296,18-1 10,-1 2 0,1 2-1,52 11 1,-64-10 1029,-38-4-979,-2 1-306,0-1 1,0 1-1,0 0 1,0 0-1,0 0 1,-1-1-1,1 1 1,0-1-1,0 1 1,0-1-1,-1 1 0,1-1 1,0 0-1,-1 1 1,1-1-1,0 0 1,-1 0-1,1 0 1,0 0-1,-2-1 1,-5 2-2152,-21 5-7969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5:59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2513,'-2'6'13553,"3"-6"-13404,695 0 521,-590 8-667,3-1-3,226-7-376,-180 3 1173,-116 3-34,-38-6-629,10 0 285,36-1-211,-31-1-215,1 1-1,-1 1 1,1 1 0,-1 0 0,1 2-1,15 3 1,-31-6 6,0 0 0,0 0 0,-1 0 0,1 1 0,0-1 0,-1 0 0,1 1 0,0-1 0,-1 0-1,1 1 1,-1-1 0,1 1 0,0-1 0,-1 1 0,1-1 0,-1 1 0,0-1 0,1 1 0,-1-1 0,1 1 0,-1 0 0,0-1 0,1 1 0,-1 0 0,0-1 0,0 1 0,1 1 0,-1-2 129,-20 3 162,9 1-156,-15 3-1451,5-6-3294,5-1-2027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01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2385,'3'-5'13238,"0"4"-14310,16 1 1154,0 0 1,0-1 0,0-1-1,29-7 1,-11 2-301,0 1 0,-1 3-1,1 0 1,63 5 0,-22 0 178,295 1 59,-366-3-29,0 1 0,0 0 0,-1 1 1,1 0-1,0 0 0,-1 0 1,7 3-1,31 10 58,-7-8 212,1-2 0,44 1-1,256-6 875,-272-9-720,24-3 1589,-89 12-1562,4-6 980,-20 5-1536,9 1-116,-1 0-1,1 0 1,0 0-1,-11 3 0,15-3-346,0 1-1,0 0 0,0-1 0,0 1 0,0 0 0,0 0 0,0 1 0,0-1 0,1 0 1,-4 3-1,-3 8-8145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11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2209,'0'0'8756,"3"-2"-7782,11-8 579,-14 32-1265,-1 134 1415,2 173 1689,-1-322-3386,1 4 156,-1-1 0,1 1 0,3 11 1,-4-21-188,0 1 0,0-1 0,1 0 1,-1 1-1,1-1 0,-1 1 0,1-1 1,-1 0-1,1 1 0,0-1 0,0 0 1,-1 0-1,1 1 0,0-1 0,0 0 1,0 0-1,0 0 0,1 0 0,-1 0 1,0-1-1,0 1 0,0 0 0,1 0 1,-1-1-1,0 1 0,1-1 0,-1 1 1,1-1-1,2 1 0,-4-20-2701,0-5-150,0-5-1521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1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75 5827,'0'0'6803,"0"-6"-6438,-1 1-323,0 1 43,1 0 0,0 0 0,0 0 0,0 0 1,0 1-1,0-1 0,2-5 0,-2 8-45,1-1 0,0 1 1,-1-1-1,1 1 1,0 0-1,0-1 0,0 1 1,0 0-1,0 0 0,0 0 1,0-1-1,0 1 0,1 0 1,-1 1-1,0-1 1,1 0-1,-1 0 0,0 1 1,1-1-1,-1 0 0,1 1 1,-1-1-1,1 1 0,2 0 1,8-2 346,1 1-1,0 1 1,16 1 0,1 0-197,-22-1-150,0 2 0,1-1 1,-1 1-1,-1 0 1,1 1-1,0 0 1,-1 0-1,1 0 1,-1 1-1,10 7 1,-1 0 16,0 1 1,-1 0-1,19 20 1,-31-28-39,0 0 0,0 0 1,0 0-1,0 0 1,0 1-1,-1-1 1,0 1-1,0-1 1,0 1-1,-1 0 1,2 5-1,-1 3 59,-1 1 0,0 23 0,-1-26-68,-1-7-9,1 0 1,0 0-1,-1 0 0,0 0 0,0 0 1,0 0-1,-1 0 0,1 0 1,-1-1-1,0 1 0,-3 4 0,-31 36 7,18-24-7,-98 144 11,63-82-8,15-19 16,22-34-69,52-94-4655,-16 35-183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1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18 5250,'0'0'9186,"10"-6"-5256,-11 6-3906,1-1 0,-1 1 0,0-1 0,1 1 0,-1-1 0,0 1 0,0-1 0,1 1 0,-1-1 0,0 1 1,0 0-1,0 0 0,0-1 0,1 1 0,-1 0 0,0 0 0,0 0 0,0 0 0,-1 0 0,-30-2-163,21 2 74,-12-2 11,1 1-1,-1 1 0,-32 3 0,53-2 56,-1 0-1,1 0 0,0 0 0,-1 0 0,1 1 0,0-1 0,0 0 1,0 1-1,0 0 0,0-1 0,0 1 0,0 0 0,1 0 0,-1 0 1,1 0-1,-3 5 0,-17 38-59,16-29 83,1-1-1,0 1 1,1 0-1,-1 25 0,3 67 489,1-59-159,0-27-142,1 1 0,0 0-1,2-1 1,0 1 0,2-1-1,8 25 1,-11-40-169,1-1-1,0 1 1,0-1-1,0 0 1,1 0-1,0 0 1,0-1-1,0 1 1,1-1-1,0 0 1,0 0-1,0-1 1,1 0-1,-1 1 1,1-2 0,0 1-1,0-1 1,1 0-1,-1 0 1,0 0-1,1-1 1,0 0-1,0-1 1,9 2-1,-7-2-16,1 0-1,-1 0 0,1-1 0,-1 0 1,1-1-1,13-3 0,-19 3-68,0 0 0,0 0-1,0-1 1,0 0 0,0 0 0,0 0 0,0 0-1,-1-1 1,1 1 0,-1-1 0,0 0 0,1 0 0,-1 0-1,-1 0 1,1-1 0,2-4 0,0 2-385,-1-1 0,0-1 1,-1 1-1,6-14 0,-6-4-5930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14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5891,'3'0'11290,"-2"4"-11754,-1 579 3404,0-577-2894,2 30 231,-2-34-259,1 0 1,-1 0-1,1-1 0,-1 1 1,1 0-1,0-1 1,0 1-1,-1 0 0,1-1 1,0 1-1,1-1 0,-1 1 1,0-1-1,0 0 0,1 1 1,1 0-1,-3-2-18,0 1 0,0-1-1,0 0 1,1 0 0,-1 0 0,0 0 0,0 1 0,1-1 0,-1 0-1,0 0 1,0 0 0,0 0 0,1 0 0,-1 0 0,0 0-1,1 0 1,-1 1 0,0-1 0,0 0 0,1 0 0,-1 0-1,0 0 1,0 0 0,1 0 0,-1-1 0,0 1 0,0 0-1,1 0 1,-1 0 0,0 0 0,0 0 0,1 0 0,-1 0-1,0 0 1,0-1 0,1 1 0,-1 0 0,0 0 0,0 0-1,0 0 1,0-1 0,1 1 0,-1 0 0,0 0 0,0-1 0,0 1-1,0 0 1,0 0 0,1-1 0,-1 1 0,0 0 0,0 0-1,0-1 1,0 1 0,0-1 0,0-17-191,0 13 97,1-87-2399,-3-102-3604,-14 84 5702,10 78 808,1 0-1,-1-42 1,6 71-331,0 1 1,0 0-1,1 0 1,-1-1-1,0 1 1,1 0-1,-1 0 1,1 0-1,-1 0 1,1-1-1,0 1 1,0 0-1,2-3 1,0 2-47,1 0 1,-1 0 0,0 0 0,1 1-1,7-5 1,-7 5 2,4-3 106,2 1-1,-1 0 1,0 1-1,1 0 1,-1 1 0,1 0-1,0 0 1,0 1 0,0 0-1,0 1 1,0 0 0,0 1-1,17 3 1,-24-4-93,-1 1 0,1 0 0,-1 0 0,0 1 0,0-1 0,1 1 0,-1-1 0,0 1 0,0-1 1,0 1-1,-1 0 0,1 0 0,0 0 0,-1 0 0,1 0 0,-1 1 0,1-1 0,-1 0 0,0 1 0,0-1 0,0 1 0,-1-1 0,1 1 0,-1-1 1,1 4-1,2 10 229,-1-1 1,-1 32-1,-1-42-174,0 8 40,-3 85 940,1-86-972,0 0 0,0 0 0,-1 1 0,-1-2-1,-8 21 1,-3 0-104,16-44-1630,0 7 1485,1 0 0,0 1 0,0-1 0,0 0 0,0 1 1,1 0-1,0 0 0,0 0 0,0 0 0,0 0 0,1 0 0,-1 1 0,1-1 1,0 1-1,0 0 0,0 0 0,1 1 0,-1-1 0,7-1 0,-8 2 159,1 0 0,0 1-1,-1-1 1,1 1-1,0 0 1,0 0-1,0 1 1,0-1-1,0 1 1,0 0 0,0 0-1,0 0 1,0 0-1,0 1 1,0 0-1,0-1 1,0 1-1,0 1 1,0-1 0,-1 1-1,1-1 1,-1 1-1,1 0 1,-1 1-1,1-1 1,3 4-1,0 2 109,-1 0 0,0 0 0,-1 1 0,0-1 0,0 1-1,-1 1 1,0-1 0,0 0 0,-1 1 0,-1 0 0,0 0-1,2 12 1,-1 4 267,-1 0 0,-1 0 0,-5 42 0,4-62-362,-1-1-1,0 0 0,0 0 1,-1 0-1,0 0 0,0 0 1,0 0-1,0 0 0,-1-1 1,1 1-1,-1-1 0,0 1 1,-1-1-1,1 0 0,-1-1 1,0 1-1,0 0 0,0-1 1,-8 5-1,4-4-30,0 1 0,0-2-1,-1 1 1,0-1 0,1-1 0,-1 1 0,0-2 0,0 1-1,0-1 1,-15 0 0,20-1-112,0-1 0,0 1 0,0-1 0,1 0 0,-1 0 0,0 0 0,0 0 0,0-1 0,1 1 0,-1-1 0,0 0 0,1 0 0,0-1 0,-1 1 0,1-1 0,0 1 0,-2-4 0,0 0-400,1 1 1,0-1-1,0 1 0,0-1 1,1 0-1,0-1 0,0 1 1,1-1-1,-3-10 1,3-5-4197,2 10-3082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14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24 2753,'0'0'9687,"0"-4"-8609,0 3-937,0-1 0,0 1 0,0-1 0,1 1 0,-1-1 0,0 1 0,1 0 0,-1-1 0,1 1 0,-1-1 0,3-2 3150,-3 6-2973,-1 8-260,0-1 0,-1 0-1,0 1 1,-1-1 0,0 0 0,-7 14 0,-8 25-44,-6 49 257,4 1 0,-9 119 0,29-268-2336,0-53-3932,3 73 1336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15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6371,'0'0'7323,"0"0"-7150,0-1 1,1 1-1,-1-1 0,0 1 0,1-1 0,-1 1 0,0-1 1,1 1-1,-1 0 0,1-1 0,-1 1 0,1 0 0,-1-1 0,1 1 1,-1 0-1,1 0 0,-1-1 0,1 1 0,0 0 0,0 0 1,10 11 170,-1 1 1,-1 1 0,0 0-1,-1 0 1,0 1 0,7 18 0,-11-23-216,20 44 313,-2 2 1,-2 0-1,-3 1 0,18 112 1,-21-95-200,-9-66-338,-5-7 8,0 0 0,1 0 0,-1 0 1,0 0-1,0 0 0,1 0 1,-1 0-1,0 0 0,0 0 0,0 0 1,1 0-1,-1 0 0,0 0 0,0 0 1,1 0-1,-1 0 0,0-1 1,0 1-1,0 0 0,0 0 0,1 0 1,-1 0-1,0 0 0,0-1 0,0 1 1,0 0-1,1 0 0,-1 0 0,0-1 1,0 1-1,0 0 0,0 0 1,0 0-1,0-1 0,0 1 0,0 0 1,0 0-1,0-1 0,0 1 0,0 0 1,0 0-1,0 0 0,0-1 1,0 1-1,0 0 0,0 0 0,0-1 1,0 1-1,0 0 0,0-34-5625,0 16 1244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15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7523,'0'0'6836,"183"-36"-4932,-116 33-1055,-7 0-801,-16 3-48,-14 0-704,-20 0-3122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20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6163,'0'0'6347,"6"-1"-1721,19-1-4546,792-1 40,-795 4-120,0 1-1,0 1 1,24 7 0,-24-4 1,-1-2 1,1-1 0,26 1-1,420-4 3075,-478 0-6781,-11 0 167,-5 0-2561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21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2593,'0'0'7718,"-3"0"-5413,15-2-2130,-1 0-1,1 1 1,-1 1 0,1 0-1,13 1 1,10 0 282,199-3 651,185 2-439,-336 8-638,-52-3 73,36-1 1,705-7 391,-744 2-472,29-5 0,-29 2 422,29 0 880,-68 4-998,-22 0-546,9-1-1782,-42 4 0,20 7-2335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2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7684,'0'0'8331,"18"0"-7805,1220 0-27,-1195 0-426,189 3 318,-173 4-490,-37-3 577,30 0-1,-39 2 17,-12-6-289,-1 0-21,3 0-186,-20 0-11475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26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2081,'-7'6'12045,"7"-5"-11983,0-1 0,1 1 0,-1 0-1,0-1 1,1 1 0,-1-1 0,0 1-1,1 0 1,-1-1 0,1 1-1,-1-1 1,1 1 0,-1-1 0,1 0-1,-1 1 1,1-1 0,-1 1-1,1-1 1,0 0 0,-1 1 0,1-1-1,0 0 1,-1 0 0,1 0 0,1 1-1,21 4-56,-16-4 192,28 4 103,1-2 1,61-1 0,-62-2-128,924 3-2,-705 3-62,93-6 622,-349 0-1099,-1 0 1,1 0-1,0 0 1,0 1-1,-1-1 0,1 1 1,0 0-1,0 0 0,-4 1 1,-2 2-762,-27 13-3825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37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4578,'0'0'6584,"7"3"-2773,26 9-2630,40 3 265,-45-10-674,-5 0-564,0-2 1,37 2 0,47 7-110,-65-11-22,-26 1 19,0-2 0,0 0 0,0-1 0,0 0 0,22-6 0,-25 4-41,1 1-1,-1 0 0,20 0 0,7 0 18,112-5 253,161 7 262,-223 9-310,127-3-183,-35-6-2898,-196 0-1596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42.1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110 7 6451,'0'0'1577,"-10"-1"-1260,-90-4 3106,147 5 3880,-6 2-7003,42 7-1,-12 0-233,1-4-1,73-4 1,55 3-63,-34 4 67,28 2-62,94 26-27,-228-31 6,83 5-38,324-10-2,-463 0 21,-3 3 405,-18-3-11354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34.2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24 316 784,'0'0'78,"-2"-11"68,-2-18 1614,0-36-1,4-146 11111,13 1004-10789,-2-319-1939,4 87-4,-2 343-431,-15-589 221,1-116-44,3 224 40,5-285-144,2 37-270,-19 214 314,5-111 129,6-175-303,-3-74 215,-1 0 0,-2-1 0,-1 0 1,-1 0-1,-19 50 0,19-59-4,3-2 188,0 2 242,2-19-677,1-12-699,1-80-4624,0 23-163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36.6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6675,'0'0'5373,"0"0"-5310,0-1 0,0 1-1,0 0 1,-1-1 0,1 1 0,0 0-1,0-1 1,0 1 0,0-1 0,0 1-1,0 0 1,0-1 0,0 1 0,0-1-1,0 1 1,0 0 0,1-1 0,-1 1-1,0 0 1,0-1 0,0 1 0,1-1 0,46 0 2912,-14 0-2696,43 4 1,-66-1-271,0 0 0,19 7 0,6 2 18,271 42 142,-2 1-223,-242-42 59,1-3 0,69 1 0,128-9-21,-125-3-15,1080 2-50,-1181-1 95,50-9-1,-50 4-600,53-1 0,127-2 825,-180 8-137,0-2-1,1-1 1,-1-2 0,39-11 0,-69 16-15,1 0 0,-1 1 1,1-1-1,-1 1 0,7 1 0,1-1 2137,-12 16-2114,-1 181 17,2 215-41,25-2-152,-14 35 98,-14-290-27,3-66-6,0 37-12,-20 167 1,5-179-13,2 134 1,13-137-104,0 29-223,-20 178 1,6-88 358,3-26-65,0 112 48,10-269-4,0 5 19,-1 31-28,11 86 1,-4-100-173,-6 103-1,-2-74 93,-5 210-46,7-365-2602,0 56 2391,0 0 0,-1 0-1,1 0 1,-1 0 0,0-1 0,1 1-1,-1 0 1,0 0 0,0 0 0,0 1-1,0-1 1,0 0 0,0 0-1,0 0 1,0 1 0,0-1 0,-1 0-1,0-1-768,-14-7-6541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4:38.5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117 350 5507,'0'0'1699,"-6"6"-1384,-14 18-142,7-8 740,0-1 0,-1-1 1,-26 22-1,29-27-14,28-15 968,-7 1-1749,0 1 0,1 0 0,-1 1 1,1 0-1,0 1 0,18-2 0,6-1-30,9-5 212,1 3 0,72-3-1,235 10 262,-249-8-525,0 1 5,-81 7-43,14-1 84,57 8 1,-40-2-28,0-2 1,62-4-1,-31 0-43,93-1 21,196 4-7,-268 7-75,25 0-17,528-9-1622,-647 0 1688,-1 1 1,1 1-1,-1 0 1,0 0 0,0 1-1,0 0 1,0 1-1,18 9 1,-19-11 14,-1 1 1,1-2-1,0 1 0,0-1 0,0 0 1,0-1-1,0 0 0,16-3 1,6 2 1,417 1 265,-394 9 1874,-58-3-2172,3-6 12,0-1 0,0 1-1,0 0 1,0-1 0,-1 1-1,1-1 1,0 1 0,1-1 0,-1 0-1,0 1 1,0-1 0,0 0-1,0 0 1,0 1 0,1-1 0,-1 0-1,0 0 1,1 0 0,-1 0-1,1 0 1,-1 0 0,1 0 0,-1 0-1,1 0 1,0 0 0,-1-2-1,-9-41-64,5 16-34,-3-1 58,2-1 0,1 0-1,-2-56 1,7-4-1311,5 1-3449,-4 65-274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13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95 13 496,'-6'-5'13568,"1"6"-14202,-2 4 633,-25 15 64,30-19-62,0 1 1,0-1 0,1 0 0,-1 1-1,1-1 1,0 1 0,-1 0 0,1-1 0,0 1-1,0 0 1,0 0 0,0 0 0,0 0 0,0 0-1,1 0 1,-1 0 0,0 3 0,-7 45 78,4-23-32,0-3 248,1 1 0,1 0 0,1 27 0,1-51-255,0 0-1,0 1 0,0-1 1,0 0-1,0 1 1,1-1-1,-1 0 0,0 1 1,1-1-1,-1 0 1,1 0-1,-1 1 1,1-1-1,0 0 0,-1 0 1,1 0-1,0 0 1,0 0-1,0 0 1,0 0-1,0 0 0,0 0 1,0 0-1,0-1 1,0 1-1,0 0 0,0-1 1,3 2-1,1-1 44,1 0 1,-1 0-1,1 0 0,-1-1 0,10 0 0,-11 0-24,-2 0-67,0 0 0,-1-1 0,1 1 1,0-1-1,0 0 0,-1 0 0,1 1 0,-1-1 1,1 0-1,-1 0 0,1-1 0,-1 1 0,1 0 0,-1 0 1,0-1-1,0 1 0,1-1 0,-1 1 0,0-1 1,-1 1-1,1-1 0,0 0 0,0 1 0,-1-1 0,1 0 1,-1 0-1,1-1 0,3-10-610,-1 0 0,2-21 0,-5 33 519,3-49-3780,-2-54-1,-2 48 7122,1 74-2264,1-12-771,0 0-1,1 1 0,0-1 0,0 0 1,0 0-1,5 9 0,4 10 442,20 77 778,-10-26-866,-19-71-583,1 5-56,0-1 0,0 1 1,-1 0-1,0 0 0,0 13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15.1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 1985,'0'0'5149,"0"18"-4271,-2 71 1524,5 97 1324,-3-181-3604,1-1 0,-1 1 0,1-1 0,0 1 1,0-1-1,1 1 0,-1-1 0,1 0 0,0 0 0,0 1 0,0-2 1,1 1-1,5 7 0,-2-10-42,-6-1-136,0-3-214,0-129-2758,0 130 3019,0-1-1,0 1 0,1 0 0,-1-1 1,0 1-1,1 0 0,0-1 0,-1 1 1,1 0-1,0 0 0,0 0 0,0 0 1,0 0-1,1 0 0,-1 0 0,0 0 0,1 0 1,3-2-1,-3 2 37,1 0 0,0 0 1,0 0-1,0 1 0,0 0 0,0-1 0,1 1 1,-1 0-1,0 1 0,0-1 0,7 0 0,-3 1 78,1 0 0,-1 0 0,0 1-1,0 0 1,1 0 0,-1 0 0,0 1-1,0 0 1,-1 1 0,1 0 0,10 5-1,-14-6-35,0 0-1,1 1 0,-1-1 1,0 1-1,-1-1 0,1 1 1,0 0-1,-1 0 0,0 0 1,1 1-1,-1-1 0,0 0 1,-1 1-1,1-1 0,-1 1 1,1 0-1,-1-1 0,0 1 1,-1 0-1,1 0 1,-1 0-1,1-1 0,-1 1 1,0 0-1,-1 6 0,1-6 20,0 2-15,0-1 0,0 0 1,0 1-1,-1-1 0,-2 8 0,2-11-71,0 0 0,0 0-1,0 0 1,0 0 0,0 0-1,-1-1 1,1 1-1,-1 0 1,1-1 0,-1 1-1,1-1 1,-1 0 0,0 1-1,0-1 1,0 0-1,-2 1 1,-16 8-242,-2 0 0,1-1 0,-1-2 0,-44 10 0,50-14-1506,-1-1-1,-18 0 0,28-2-1460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16.1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170 23 5699,'0'0'5744,"0"-1"-5493,0 0 1,1 0 0,-1 0 0,0 0 0,0 0 0,0 0 0,0 0-1,0 0 1,0-1 0,0 1 0,-1 0 0,1 0 0,0 0-1,-1-2 1,-12 1-361,1 1 0,-1 0-1,1 0 1,-25 3-1,35-1 91,-1 0 0,0 0 0,0 0 0,1 0 0,-1 0 0,1 1-1,-1-1 1,1 1 0,-1 0 0,1 0 0,0 0 0,0 0 0,0 0-1,0 0 1,0 0 0,1 1 0,-4 4 0,0 1-18,1 0-1,0 1 1,0-1 0,-4 15-1,5-9 177,0 0-1,0-1 0,1 1 0,1 1 0,0-1 0,1 0 0,3 22 0,-2-32-53,-1 1-1,1-1 1,0 1 0,0-1-1,1 1 1,0-1 0,-1 1-1,1-1 1,1 0-1,-1 0 1,1 0 0,-1 0-1,1-1 1,0 1 0,0-1-1,1 0 1,-1 1 0,1-2-1,0 1 1,-1 0 0,1-1-1,0 1 1,1-1 0,-1 0-1,9 2 1,-2-1 6,0-1 1,1 0-1,-1-1 0,0-1 1,1 1-1,21-4 0,-29 3-217,-1 0 1,1-1-1,-1 0 1,1 1-1,-1-1 0,0 0 1,0-1-1,1 1 0,-1 0 1,0-1-1,0 0 0,0 0 1,-1 0-1,1 0 0,0 0 1,-1-1-1,1 1 1,-1-1-1,0 1 0,0-1 1,0 0-1,0 0 0,0 0 1,-1 0-1,1 0 0,1-5 1,-2-4-4283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17.0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25 1761,'0'0'11856,"-9"-2"-11050,2-1-785,0-1 1,0 1-1,0 1 1,0-1 0,-1 1-1,1 1 1,-1-1-1,1 1 1,-1 0-1,-10 1 1,15 0-32,0 0 0,1 0 0,-1 0 0,0 0 0,0 1-1,0-1 1,1 1 0,-1 0 0,0 0 0,1 0 0,-1 0 0,1 0 0,-5 3 0,3 0-12,-1 1 0,2-1 0,-1 1 0,0 0 0,-4 7 1,7-10 16,-4 8 22,0-1 0,0 1 1,1 1-1,0-1 1,1 1-1,0 0 0,0-1 1,0 16-1,0 12 446,2 40 1,1-51-59,-1-24-352,1-1 1,0 1-1,0 0 0,1-1 0,-1 1 1,0-1-1,1 1 0,-1-1 0,1 1 0,0-1 1,0 1-1,0-1 0,0 1 0,1-1 0,2 4 1,-2-5-29,-1 1 0,1-1 0,0 0 0,0 0 1,0-1-1,0 1 0,0 0 0,0-1 0,1 1 1,-1-1-1,0 0 0,0 1 0,0-1 0,0 0 1,1 0-1,-1-1 0,0 1 0,0 0 0,4-2 1,-2 1-33,1-1 0,-1 0 0,0 0 0,0 0 0,0 0 0,-1-1 1,1 0-1,-1 0 0,1 0 0,-1 0 0,0 0 0,0 0 0,0-1 1,0 0-1,-1 1 0,0-1 0,4-8 0,3-5-411,-2-1-1,11-34 0,-12 30-952,-2-1 1,0 1-1,-2-1 0,0-31 0,-2 15-2244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17.3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 2657,'-3'-3'8241,"2"90"-6532,-1-8-800,15 128 0,-6-153-407,10 56 274,-14-92-726,2-1-1,0 1 1,2-2 0,8 20-1,-13-32-269,7 9 346,0-10-3716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18.1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2 103 6019,'0'0'7387,"0"3"-6699,-1-1-617,1-1-1,0 0 1,0 0-1,0 1 1,0-1-1,0 0 1,0 0-1,0 0 1,0 1-1,1-1 1,-1 0-1,0 0 0,1 0 1,-1 1-1,1-1 1,-1 0-1,1 0 1,0 0-1,-1 0 1,1 0-1,0 0 1,2 1-1,-1 0 51,1 0 1,-1 0-1,1-1 1,0 1-1,-1-1 0,1 0 1,0 0-1,0 0 1,4 1-1,8 0 186,1 0 0,-1-1 1,16-1-1,-25 0-267,-3 1-71,0-1 0,0 0 0,0-1 0,1 1 0,-1-1 0,-1 1 0,1-1 0,0 0 0,0 0 0,0 0 0,0 0 0,0-1 0,-1 1 0,1-1 0,-1 1 0,1-1 0,-1 0 0,0 0 0,1 0 0,-1-1 0,0 1 0,0 0 0,-1-1 0,4-5 0,-3 3-291,0-1 0,0 1 0,0-1 0,-1 0 0,0 0 0,0 0-1,-1 0 1,0 0 0,0 0 0,0 0 0,-2-11 0,1 15 186,0 0 0,0 0 0,0 1 0,0-1 0,0 0 0,0 0 0,-1 1 0,1-1 0,0 1 0,-1-1 0,1 1 0,-1-1 0,0 1 0,1 0 0,-1 0 0,0 0 0,0 0 0,0 0 0,0 0 0,0 0 0,0 1 0,0-1 0,0 1 0,-3-1 0,3 1 178,0-1 0,0 1-1,0-1 1,0 1-1,0 0 1,0 0-1,-1 0 1,1 0-1,0 0 1,0 1-1,0-1 1,0 1 0,0-1-1,0 1 1,0 0-1,0 0 1,0-1-1,0 1 1,1 1-1,-1-1 1,0 0-1,1 0 1,-1 1 0,-2 2-1,1 2 172,0 1 0,0 0 0,0 0 0,1 0 0,0 0 0,0 0 0,1 1 0,-1 10 0,2 64 1279,1-41-715,-1-34-709,0 1 1,0-1-1,1 1 0,0-1 0,0 1 0,1-1 1,0 1-1,0-1 0,1 0 0,0 0 1,0 0-1,1-1 0,0 1 0,0-1 1,0 0-1,1 0 0,0 0 0,8 7 1,-11-11-311,0-1 1,0 1 0,1-1 0,-1 0-1,0 0 1,1 0 0,-1 0-1,1-1 1,-1 1 0,1 0 0,-1-1-1,1 0 1,-1 0 0,1 0-1,3 0 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18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181 1 4194,'0'0'7753,"-17"0"-6072,12 0-1474,-1 0 0,1 0 0,-1 1 0,1-1 1,0 1-1,-1 1 0,1-1 0,0 1 1,-6 2-1,8-2-177,0 1 0,-1-1 0,1 0 0,0 1 0,1-1 0,-1 1 0,0 0 0,1 0 0,-1 0-1,1 0 1,0 1 0,0-1 0,-2 7 0,1-2 5,2 0-1,-1 0 0,1 0 0,0 1 1,1-1-1,0 0 0,0 1 0,2 7 0,-1 15 48,2 0 121,0 0 0,3 0 1,0 0-1,15 41 0,6 26 360,-20-60-355,-2 0 0,-1 1 1,-2 42-1,-2-80-221,0 0 1,-1 0-1,1 0 1,0-1 0,0 1-1,0 0 1,-1 0-1,1-1 1,0 1-1,-1 0 1,1-1-1,0 1 1,-1 0 0,1-1-1,-1 1 1,1-1-1,-1 1 1,0-1-1,1 1 1,-1-1 0,0 1-1,1-1 1,-1 1-1,0-1 1,-1 1-1,-1 0-115,0 0-1,0 0 1,0 0-1,-1-1 1,1 1-1,-7-1 1,5 0-275,-1 0 0,0 0 0,1-1 1,-1 0-1,1 0 0,-1-1 1,1 1-1,-9-5 0,-9-14-2337,2-2-1214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19.3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7716,'0'0'4209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20.2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40 6499,'0'0'5229,"1"-6"-4671,1-2-307,2-17 3988,-6 25-4187,0 1 0,0-1 0,1 1 0,-1 0 0,0 0 0,1 0 0,-1 0 0,0 0 0,1 0 0,-1 0 0,1 0 0,0 1 0,-1-1 0,1 1 0,-1 1 0,-18 25-49,16-22 29,1 0 0,0 1 0,0 0 0,1-1 0,0 1 0,0 0 0,1 0 1,-2 11-1,1 60 683,3-54-516,0 69 641,-1-91-832,0 1 0,0-1 0,1 0-1,-1 0 1,1 0 0,-1 0 0,1 0-1,0 0 1,0 0 0,0-1 0,0 1-1,0 0 1,0 0 0,0-1 0,1 1-1,-1 0 1,1-1 0,-1 0 0,1 1-1,0-1 1,-1 0 0,1 0 0,0 0 0,0 0-1,0 0 1,0 0 0,0 0 0,0-1-1,0 1 1,0-1 0,0 1 0,0-1-1,0 0 1,0 0 0,0 0 0,0 0-1,0 0 1,0 0 0,0-1 0,0 1-1,0-1 1,0 1 0,0-1 0,0 0-1,0 0 1,0 0 0,0 0 0,0 0-1,-1 0 1,1 0 0,0-1 0,-1 1-1,3-3 1,0-2-113,1-1 0,-1 1 0,-1-1 0,1 0-1,-1 0 1,-1 0 0,1 0 0,-1-1 0,0 1 0,1-14 0,-1-10-1535,-1-44 0,-2 35-812,1 39 2756,1 24 2911,-2-16-2866,2 2-252,0-1-1,1 1 0,0-1 1,1 0-1,-1 0 0,1 0 1,5 9-1,10 29 120,-12-16-82,-2 1 1,-1 0-1,-1 0 0,-3 35 0,1-25-79,0-27-35,-1 0 0,0 0 1,0 0-1,-2 0 0,1 0 0,-8 18 0,9-28-156,0-1-1,-1 1 0,1-1 0,-1 1 0,0-1 0,0 0 0,-1 0 0,1 0 0,-1 0 0,1 0 0,-1 0 0,0-1 0,0 1 1,0-1-1,0 0 0,-1 0 0,1 0 0,0 0 0,-1-1 0,0 1 0,1-1 0,-1 0 0,0 0 0,1 0 0,-1-1 0,0 1 1,-6-1-1,8 0-197,0 0 0,-1 0 0,1 0 0,0 0 0,-1 0 0,1-1 0,0 0 0,0 1 0,0-1 0,-4-1 0,-26-26-6088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20.7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40 2017,'0'0'14086,"97"-6"-13525,-60 6-113,3 0-336,-6-9-112,-4-3-1185,-7 0-2192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43.8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25 5218,'0'0'3583,"0"-4"-3166,0-16 1696,0 20-2014,-1 0 1,1 0-1,0 0 1,0 0-1,0 0 1,-1 0-1,1 0 1,0 0-1,0 0 1,0 0 0,-1 0-1,1 0 1,0 0-1,0 0 1,-1 0-1,1 0 1,0 0-1,0 0 1,0 0 0,-1 0-1,1 0 1,0 0-1,0 0 1,0 0-1,0 1 1,-1-1-1,1 0 1,0 0-1,0 0 1,0 0 0,0 0-1,-1 1 1,1-1-1,0 0 1,18 284 4,-10-227-105,-3-24-4,1 48 0,0 362-48,-4-107-93,-3-177 102,-3 1397 87,16-1318-16,0 2-3,-6 105 24,-6-335-49,6 308-110,1-144-1,-5 47-158,-3-116 217,-9 43-374,6 159 222,3-323-813,0 0 0,-6-21 0,2 9-869,-4-26-1774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46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3 4034,'-5'-3'10402,"30"4"-9892,35 7 0,-56-8-476,27 3 0,37-1 0,21 2-36,102 5 225,-73-7-91,-12 3-118,-19-3-3,0 4-1,105 21 1,-142-19 33,0-2 1,0-2-1,81-5 0,-45-1-29,-34 2-14,3-1-7,65 8 0,-60-2 62,93-5 1,-65-1-29,866 1 52,-625-7-194,-270 5 96,69-13 0,-31 3-64,-96 12 97,0-1 0,0 1-1,0 0 1,0 0 0,0 0-1,0 0 1,0 0 0,0 0-1,0 0 1,0 0 0,0 0 0,0 0-1,0 1 1,0-1 0,0 0-1,0 1 1,0-1 0,0 1-1,1 0 1,-1 1 0,0-1 1,-1 1-1,1 0 1,-1-1-1,0 1 1,1 0-1,-1-1 1,0 1-1,0 0 1,0-1-1,-1 3 1,1-2-55,0 111 137,1 131-28,12-107-52,0 4-2,-19 760 521,3-747-522,-18 280 60,-41 260-8,50-352-4,9-161-19,1-122-37,-6 318 140,-11-69-135,2-76 48,9-121-77,-1 29-75,9 674-481,-7-745 618,7-69-47,0 0 1,0 1-1,0-1 1,-1 0 0,1 0-1,0 0 1,0 0-1,0 0 1,0 0-1,0 0 1,-1 0-1,1 0 1,0 0-1,0 0 1,0 0 0,0 0-1,0 0 1,-1 0-1,1 0 1,0 0-1,0 0 1,0 0-1,0 0 1,-1 0-1,1 0 1,0 0 0,0 0-1,0 0 1,0 0-1,0 0 1,0 0-1,-1 0 1,1 0-1,0 0 1,0 0-1,0-1 1,0 1 0,0 0-1,0 0 1,-1 0-1,1 0 1,0 0-1,0 0 1,0-1-1,0 1 1,0 0-1,0 0 1,0 0 0,0 0-1,0 0 1,0-1-1,0 1 1,0 0-1,0 0 1,-2-25-163,0 1 0,4-32 0,-1-18-3005,-6 44-1518,-10 8-3901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48.2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31 107 4866,'0'0'7588,"-5"0"-6817,-10 0-233,5 0 2240,28 18-2333,-12-14-409,1 0 1,0 0-1,0 0 0,0-1 0,1 0 0,-1 0 0,1-1 0,0 0 0,0 0 0,13 0 0,11 0-8,43-3 0,-30 0-3,20-2-11,93-16 0,-33 2-10,11 5-29,-45 6-33,176-36 0,-195 27-8,130-10 0,-115 17 64,339-3-30,-277 13 35,-95-2-185,0 3-1,94 18 1,84 7-100,-73-12 481,182 46-100,-312-55-94,1-1-1,-1-2 1,47 2 0,192-6 3591,-271 0-3545,-11 0-228,-34-1-1931,17-7-3112,10-4-4272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50.6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4818,'0'0'8879,"0"0"-8855,0 0-1,0 0 1,0 0-1,0 0 1,0 0-1,0 0 1,1 0-1,-1 0 1,0 0 0,0 0-1,0 0 1,0 0-1,0 0 1,0 1-1,0-1 1,0 0 0,0 0-1,0 0 1,0 0-1,0 0 1,0 0-1,0 0 1,0 0 0,0 0-1,0 0 1,0 0-1,0 0 1,0 1-1,0-1 1,0 0 0,0 0-1,0 0 1,0 0-1,0 0 1,0 0-1,0 0 1,0 0-1,0 0 1,0 0 0,0 1-1,0-1 1,0 0-1,0 0 1,0 0-1,0 0 1,0 0 0,0 0-1,0 0 1,0 0-1,0 0 1,0 0-1,0 0 1,-1 0 0,20 8 426,0-1 0,0-1 0,1-1 0,-1 0 0,27 1 1,-19-1-317,291 21 102,-225-22-221,146-2-257,19 1-65,-201 2 287,1 4 1,64 17 0,110 43 109,-194-54-77,-28-10-5,0-1 0,0-1 0,0 0 0,0 0 0,0-1 0,20 3 0,-24-5 53,1 0 0,-1 0 0,0 0 1,0-1-1,0 0 0,1 0 0,-1 0 0,0-1 0,0 0 0,-1 0 1,12-6-1,-11 5-18,1 0 1,-1 1-1,1-1 1,0 1-1,0 1 1,0-1-1,0 1 1,7 0-1,62 2 1227,-34 0-954,-41 0-383,-1 0 0,0 0 0,0 0 0,0 0 0,0-1 0,0 1 0,0 0 0,0 0 0,0 0 0,-1 0 0,1 0 0,0-1 0,0 1 0,-1 0 0,1 0 0,-1-1 0,1 2 0,-4 1-290,0-1 0,0 0 1,1 1-1,-1-2 0,-1 1 1,1 0-1,-8 2 1,4-2-430,-25 10-3659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51.4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6147,'0'0'7419,"0"10"-6453,6 398 2516,-4-305-3403,4 92-41,4-50-72,13 144-68,-16-42-75,-7-180-62,0-67 97,0 0-409,1 0 366,-1-1 0,0 1 0,0 0 0,1-1 0,-1 1 0,0 0 0,0-1 0,1 1 1,-1 0-1,0-1 0,0 1 0,0 0 0,1-1 0,-1 1 0,0-1 0,0 1 0,0 0 0,0-1 0,0 1 0,0-1 0,0 1 0,0 0 0,0-1 0,0 1 0,0-1 1,0 1-1,0 0 0,-1-1 0,1 0 0,0-2-1463,0-9-6793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52.9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1 296 3826,'0'0'5296,"7"-14"-4592,26-47-91,-29 51-445,1 0-1,-1 0 0,-1-1 0,0 1 1,0-1-1,-1 0 0,-1 0 1,0 0-1,0 0 0,-1 0 0,0 0 1,-2-11-1,0-20-165,2 18 704,0 19 651,0 16-688,33 671 2458,-18-574-3112,-2-17 0,3 120 0,-16-179-15,10 271 0,1-228 2,2 23-12,-10 81-611,-3-178 597,0-6 139,0 5-120,-1-14-126,2 1 0,0-1 0,4-21 0,-4 29-794,1 0 1,0 1 0,1-1 0,-1 0 0,1 1 0,6-10 0,6-2-4682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54.4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71 0 5811,'0'0'5170,"-9"2"-4820,0-1-180,5-1-52,1 0 0,-1 0-1,1 0 1,0 1 0,-1 0-1,1 0 1,0 0 0,-6 2-1,8-2-22,0-1 0,0 1-1,0 0 1,0 0-1,0-1 1,0 1 0,1 0-1,-1 0 1,0 0-1,0 0 1,1 0 0,-1 0-1,0 0 1,1 1-1,0-1 1,-1 0 0,1 0-1,-1 3 1,-1 22 1928,2-25-1975,0-1 1,1 1 0,-1-1-1,1 1 1,-1-1 0,1 1-1,0-1 1,-1 0-1,1 1 1,-1-1 0,1 0-1,0 1 1,-1-1 0,1 0-1,0 0 1,-1 0-1,1 0 1,0 1 0,-1-1-1,2 0 1,21 2 308,-19-1-281,217 40 866,-186-34-823,0-2 1,52 1-1,72-9 211,-158 3-330,101-11-146,-69 5 48,52 0 0,-68 6 63,-3-1 40,0 1 0,0 0 0,0 1-1,0 1 1,0 0 0,0 1-1,21 7 1,-3 2 28,1-1 0,0-2 0,0-1 0,67 6 0,138-7-177,-196-7 40,-41 0 92,0 0 1,0 1-1,0-1 0,0 0 0,0 1 0,0-1 0,0 1 0,-1-1 0,1 1 0,0-1 0,0 1 0,0 0 0,-1-1 0,1 1 0,0 0 0,-1-1 0,1 1 1,-1 0-1,1 0 0,-1 0 0,1 0 0,-1-1 0,0 1 0,1 0 0,-1 0 0,0 0 0,0 0 0,0 0 0,1 0 0,-1 0 0,0 0 0,-1 1 1,1 42 53,0-31 56,0-11-137,0 0 0,0 1 0,0-1 0,0 0 0,-1 0-1,1 1 1,-1-1 0,1 0 0,-1 0 0,0 0 0,0 1 0,0-1 0,0 0 0,0 0 0,0 0 0,0 0-1,-1-1 1,1 1 0,-1 0 0,1-1 0,-1 1 0,0-1 0,0 1 0,0-1 0,0 0 0,0 0 0,0 1 0,0-2-1,0 1 1,0 0 0,0 0 0,0-1 0,-1 1 0,1-1 0,0 1 0,-1-1 0,1 0 0,0 0 0,-5-1 0,7 1-131,-1 0 0,0 0 0,0 0 0,0 0 0,0 0 0,1 0 0,-1-1 0,0 1 0,0 0 0,1 0 1,-1-1-1,0 1 0,0-1 0,1 1 0,-1-1 0,0 1 0,1-1 0,-1 1 0,0-1 0,1 0 1,-1 1-1,1-1 0,-1 0 0,1 1 0,0-1 0,-1 0 0,1 0 0,0 1 0,-1-1 0,1 0 0,0 0 1,0 0-1,0 1 0,-1-3 0,-5-20-6324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55.5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2 1281,'0'0'3761,"-6"0"-3427,-31-1 10465,39 5-8456,3 6-3760,1 6 1659,-1 0-1,-1 1 1,0-1-1,3 27 1,-2 70 176,0-10-339,1 20-69,7 49 1,-4-92-157,-3 147 0,-7-154 115,-5 46 10,4-95-37,-5 34-1,3-34 24,0 35 0,0 40-15,4-98 4,-1-11-2728,-4-16 485,1-14-2460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58.2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16 5555,'0'0'6749,"1"12"-2461,9-11-4071,0 0 1,0 1-1,0 1 1,11 3-1,13 4-45,18-1 285,99 5-1,53-14-90,-88-1-391,-82 1 56,9 0-260,59-6 0,-32 0 163,124 4-1,-93 4 42,-17-1 11,92-3-33,-127 0 60,-27 1-7,0-1 1,26-4-1,-38 4 53,0 1 0,0 0 0,16 1 0,-9 1 436,-16-1-389,0 0-95,-1 0 0,0 0 0,0 0 0,0 0 0,0 0 0,0 0 0,1 0 0,-1 0 0,0 0 1,0 0-1,0 0 0,0 0 0,0 0 0,1 0 0,-1 1 0,0-1 0,0 0 0,0 0 0,0 0 0,0 0 0,0 0 0,0 0 0,0 1 0,0-1 0,0 0 0,1 0 0,-1 0 0,0 0 0,0 0 0,0 1 0,0-1 1,0 0-1,0 0 0,0 0 0,0 0 0,0 0 0,0 1 0,0-1 0,0 0 0,0 0 0,0 0 0,-1 0 0,1 1 0,0-1 0,0 0 0,0 0 0,0 0 0,0 0 0,0 0 0,0 0 0,0 1 0,-4-1-576,0 0 167,-1 0 0,1-1 1,-1 1-1,1-1 0,-1 0 1,1 0-1,0 0 0,-1-1 1,1 1-1,0-1 0,0 0 1,0 0-1,0-1 0,0 1 1,-4-4-1,-27-20-5453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7:59.3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2817,'0'0'6318,"0"8"238,0 32-6208,0-18-109,14 485 1184,-6-39-1339,-9-292-69,2-164-8,0 0 0,2 0 0,-1-1-1,2 1 1,-1-1 0,9 18 0,9 28 15,-16-33-70,-2 0 1,0 0-1,-1 0 1,-2 28-1,0-47 45,0-4-23,0-10-249,0-40-579,-1-81-6341,-2 71 605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16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4882,'0'0'7014,"-13"4"-173,17-3-6708,0-1 0,0 1 1,1 0-1,-1-1 0,0 0 1,9-1-1,-7 1-13,184-3 51,-80 3-43,-104 0-377,-9-1-451,-14 2-1758,-10 12-2752,-2 7-6102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17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3025,'0'0'4325,"20"1"-6075,-20 4-969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2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 3714,'0'0'208,"-5"0"21,-12-1 8337,29 8-3886,-4-4-4633,-1 0-1,0-1 0,1 1 0,0-1 0,0-1 1,0 0-1,9 1 0,62-3 79,-38 0-73,519 10 231,165-9-809,-724 0 536,-1 0 0,1 0 0,-1 0-1,1 0 1,0 0 0,-1 0-1,1 0 1,-1 0 0,1 0-1,-1 0 1,1 1 0,-1-1-1,1 0 1,0 0 0,-1 0-1,1 1 1,-1-1 0,0 0 0,1 1-1,-1-1 1,1 0 0,-1 1-1,1 0 1,-1 0-90,0-1 0,0 1 0,-1-1 0,1 1 0,0-1 0,0 1 0,-1-1 0,1 1 0,0-1 0,-1 1 0,1-1 0,-1 1 1,1-1-1,0 0 0,-1 1 0,1-1 0,-1 0 0,1 1 0,-1-1 0,1 0 0,-1 1 0,1-1 0,-1 0 0,0 0 0,1 0 0,-1 0 0,1 0 0,-2 1 0,-28 8-4204,-9 5-4630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2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 3298,'0'0'4143,"-6"3"-3959,-3 1-1565,-1-1 4592,28-9 2071,-4 2-5077,1 2 0,-1 0-1,1 1 1,-1 0-1,1 1 1,17 2 0,11-1-85,355 5-2081,-327-6-2363,-40 0 146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1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3169,'-1'1'12581,"6"4"-11942,84 22 385,-77-24-910,1-1 0,0 0 0,-1 0 0,1-1 0,0-1 0,25-2 0,2 0-103,-9 2-467,27 0 1565,-40 0-3255,-15 1-343,-33 7-9334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2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23 3858,'-3'0'11069,"19"-1"-10619,-1-1-1,24-5 1,-13 1-25,15 2-303,-1 1 0,57 4 0,-41 0-4031,-79-1-1309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21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1809,'0'0'4247,"1"-33"3597,75 24-6326,-48 6-1027,-23 2-473,0 0 1,-1 1-1,1-1 1,0 1-1,0 0 1,0 0-1,0 1 0,0 0 1,0-1-1,0 2 1,-1-1-1,7 3 1,-7-3-151,0 1-1,0-1 1,0 1 0,0-1 0,1 0 0,-1-1 0,0 1 0,0-1-1,1 0 1,6 0 0,-2 0-2662,-15 0-1247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27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5587,'0'0'4999,"4"0"-4524,4 0 175,33 0 710,0 1 0,56 10 0,-36-1-946,97 3 0,64-13-420,-96-2 59,-116 2-32,418-8 676,-135 6-608,-152 3 259,-87-4-163,-54 3-121,0 0-41,0 0-1,0 0 0,0 0 0,0 0 1,0-1-1,1 1 0,-1 0 0,0 0 1,0 0-1,0 0 0,0 0 0,0-1 0,0 1 1,0 0-1,0 0 0,0 0 0,0 0 1,0 0-1,0-1 0,0 1 0,0 0 1,0 0-1,0 0 0,0 0 0,0 0 1,0-1-1,-1 1 0,1 0 0,0 0 0,0 0 1,0 0-1,0 0 0,0 0 0,0-1 1,0 1-1,0 0 0,0 0 0,-1 0 1,1 0-1,0 0 0,0 0 0,0 0 0,0 0 1,0 0-1,-1 0 0,1-1 0,0 1 1,0 0-1,0 0 0,-160-3-9864,102 3 5016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6:2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85 176,'0'0'1169,"-21"15"-633,-5-2-276,22-11 145,0 0 0,-1 0 0,2 0 0,-1 0-1,-6 5 4510,60-4 1346,5 0-4717,25-2-1105,-23 1-241,0-3-1,76-10 1,-19-3-177,180 1 1,-38 4 31,104-21-12,-143 22 49,-55 4 214,-82 4 698,-54 0-316,-14 0-214,-6 0 781,-9-1-368,-16-6-2757,-12-8-2284,-10-10-4217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22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33 848,'0'0'4624,"0"-5"-4248,1-16-195,1 16 410,-1 4-211,0 1-1,-1 0 0,1 0 0,0 0 0,-1 0 1,1 0-1,0 0 0,-1 0 0,1 0 0,-1 0 1,1 0-1,0 0 0,-1 1 0,1-1 0,0 0 1,-1 0-1,1 1 0,0-1 0,7 3 488,-2-3-587,1 1 0,-1 0 0,0 1 0,0-1 1,8 4-1,21 5 32,3-5 155,54 0 0,-87-5-466,0 1 1,0-1-1,0 2 1,0-1 0,8 3-1,-8-2 7,0 0 0,0 0-1,0-1 1,0 0 0,10 1 0,31 1-40,-28-2 7,-14 0 5,1 0 0,-1-1 0,0 1 0,1-1 0,-1 0-1,8-2 1,-3-7 152,-2 0-827,-1 7-3541,-18 1 293,-4-1-822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23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1377,'-3'3'12611,"173"-9"-9941,87 6-2419,-256 0-29,4 0-1247,-24 9-6325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25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1681,'6'-1'11176,"16"-1"-9762,54 8-219,20 3-1118,-79-3-61,17-6 835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0.5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79 228 5314,'0'0'8530,"-13"-2"-7327,-38-9-213,50 11-892,1 0 0,-1 0 1,0 0-1,1 0 1,-1 0-1,1 0 0,-1 0 1,1 0-1,-1 0 1,0-1-1,1 1 0,-1 0 1,1 0-1,-1-1 1,1 1-1,-1 0 0,1-1 1,-1 1-1,1 0 1,0-1-1,-1 1 0,1 0 1,-1-1-1,1 1 1,0-1-1,-1 1 0,1-1 1,0 1-1,-1-2 1,6-2 2114,34 0-1504,74 3 0,-51 2-460,180-2 61,286 3-124,-340 8-259,36 0 125,-223-10-97,-14-2-2351,9-2 2227,0 0 0,1 0 0,-1 0 0,1 0 0,0 0 0,0-1 0,0 1 0,0-1 0,-1-6 0,-14-19-652,4 11 708,-1 0 0,-1 1-1,0 0 1,-2 2-1,-24-19 1,23 24 524,17 9 417,11 5-379,-2 0-499,16 6-43,36 19 1,-10-4-315,-29-16 216,-3 0-22,0 0 0,0 0 0,0 2 1,18 13-1,-30-19 188,-1 0 0,1 1 0,-1-1 0,0 1 1,0 0-1,-1 0 0,0 0 0,1 0 0,-2 0 0,1 1 1,-1 0-1,0-1 0,0 1 0,0 0 0,-1 0 0,0 0 1,1 10-1,-1-7 100,0 1 0,-1-1 0,0 1 0,-1 0 1,0-1-1,0 1 0,-1-1 0,-1 0 0,1 1 1,-1-1-1,-1 0 0,0 0 0,0-1 0,-1 1 0,0-1 1,-6 8-1,-102 106 2251,59-67-1784,50-50-120,16-24-13402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1.8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94 272 1425,'0'0'11786,"2"-3"-11052,12-13 784,-18 16 1136,2 0-2629,0-1 0,0 1 0,0 0 0,0 0 0,1 0 0,-1 0 0,0 0 0,0 0 0,0 0-1,1 1 1,-1-1 0,0 1 0,0-1 0,-2 2 0,-1 3-15,0 0-1,0 0 1,1 1 0,0-1-1,0 1 1,0 0 0,1 0-1,0 0 1,-5 13-1,2-2 5,1 0-1,-5 35 0,3 11 41,4 96 0,3-108 76,0 2 269,3 0 1,14 83 0,-12-113-231,0-1 0,2 1 0,0-1 0,2-1 0,1 1 1,0-1-1,1-1 0,21 28 0,-27-41-104,2 1 1,-1-1-1,1 0 0,0 0 0,1-1 1,-1 0-1,1-1 0,1 1 1,-1-1-1,1-1 0,-1 0 1,1 0-1,0-1 0,1 0 1,-1 0-1,1-1 0,-1 0 1,1-1-1,0 0 0,-1 0 1,1-1-1,0-1 0,0 0 1,-1 0-1,1 0 0,-1-2 1,1 1-1,-1-1 0,0 0 1,0-1-1,0 0 0,8-5 1,-4 0-74,-1-1 1,0 1-1,-1-2 1,0 0 0,-1 0-1,0-1 1,0 0-1,-2-1 1,1 0 0,6-15-1,1-6-224,-1 0 1,-2-2-1,10-40 0,-10 20-544,-3-2-1,-3 1 1,-2-1 0,-2 0-1,-8-92 1,3 128 651,-2 0 0,0 1 0,-1-1 0,-1 1 0,-1 0 1,-1 1-1,0-1 0,-18-27 0,11 24 121,-1 1 0,-1 0 0,-1 2 0,-1 0 0,-1 1-1,-25-20 1,35 32 86,0 0 1,-1 1-1,0 0 0,0 1 0,-1 0 0,1 1 0,-14-4 0,20 8-2,1-1 0,0 1 0,0 1 0,0-1 1,-1 0-1,1 1 0,0 0 0,-1 0 0,1 0 0,0 1 0,-1 0 1,1-1-1,0 1 0,0 1 0,0-1 0,-1 1 0,1-1 0,1 1 0,-1 0 1,0 1-1,0-1 0,1 1 0,0-1 0,-5 5 0,0 4 53,0-1-1,0 1 1,1 1-1,0 0 1,1-1-1,1 2 1,0-1-1,0 1 1,1 0-1,-3 20 1,1 4-206,1 0-1,2 59 1,2-90-234,1 0 0,0-1 0,1 1-1,0 0 1,0 0 0,0-1 0,0 1 0,1-1 0,0 1-1,0-1 1,0 0 0,1 1 0,4 6 0,14 16-4528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2.3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1 127 9604,'0'0'6817,"3"-5"-6198,8-15-110,-9 15 28,-2 10 55,2 85 774,14 96 0,-8-128-723,3-2 0,33 99 0,-39-141-560,0 0 0,1 0 0,1-1 0,0 1 0,1-2 0,12 18 0,-17-27-70,1 1-1,-1-1 0,0 0 0,1 0 0,0 0 1,-1 0-1,1-1 0,0 0 0,0 1 1,1-1-1,-1-1 0,0 1 0,1-1 0,-1 1 1,1-1-1,-1-1 0,1 1 0,0-1 1,-1 1-1,1-1 0,0-1 0,-1 1 1,10-2-1,-9 0-11,0 1-1,-1-1 1,1 1 0,0-1 0,-1-1 0,1 1-1,-1-1 1,0 1 0,0-1 0,0-1 0,0 1 0,3-4-1,2-3-29,-1 0 0,0-1-1,9-17 1,-1-3-377,-1-1-1,-1 0 1,-2-1-1,-1-1 1,12-65-1,-14 31-565,-2 0 0,-2-71 1,-5 125 787,0-4-74,0 0 1,-4-22-1,3 36 269,0-1 0,0 0 0,-1 1-1,1 0 1,-1-1 0,0 1 0,0 0-1,0 0 1,-1 0 0,1 0 0,-1 0-1,0 1 1,-5-5 0,7 6 59,0 1-1,-1 0 1,1 0 0,-1 0 0,0 0 0,1 0-1,-1 0 1,0 1 0,1-1 0,-1 0-1,0 1 1,0 0 0,0-1 0,1 1 0,-4 0-1,4 0-38,0 0-1,0 0 0,0 0 0,0 0 0,0 1 0,0-1 0,1 0 1,-1 1-1,0-1 0,0 1 0,0-1 0,0 1 0,0-1 1,1 1-1,-1-1 0,0 1 0,0 0 0,1 0 0,-1-1 1,0 1-1,1 0 0,-1 0 0,1 0 0,-1 0 0,1 0 0,0-1 1,-1 3-1,-1 6-619,0 0 1,1 0-1,0 0 1,0 15-1,1-17-3874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2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11205,'0'0'6238,"-4"27"-5902,3-18-301,-6 53 417,1 124 0,19 40 1055,5 102 139,-15-198-1204,14 191 7,-15-305-451,-2-11 1,0 1-1,1 0 0,-1-1 1,1 1-1,0-1 0,1 0 1,0 1-1,-1-1 0,2 0 0,-1 0 1,1 0-1,2 5 0,-4-10-5,-1 0 0,0 1-1,0-1 1,0 0-1,0 0 1,1 1-1,-1-1 1,0 0-1,0 0 1,1 1-1,-1-1 1,0 0 0,1 0-1,-1 0 1,0 0-1,0 0 1,1 1-1,-1-1 1,0 0-1,1 0 1,-1 0 0,0 0-1,1 0 1,-1 0-1,0 0 1,1 0-1,-1 0 1,0 0-1,1 0 1,-1 0 0,0 0-1,0 0 1,1-1-1,-1 1 1,0 0-1,1 0 1,-1 0-1,0 0 1,0 0 0,1-1-1,-1 1 1,0 0-1,0 0 1,1-1-1,-1 1 1,0 0-1,0 0 1,0-1 0,1 1-1,-1 0 1,0-1-1,5-22-1008,-4-122-7639,-1 54-3433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3.0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0 120 15223,'0'0'4370,"231"37"-4370,-164-37-480,0-6-1585,-11-16-1025,-12-8-2960</inkml:trace>
  <inkml:trace contextRef="#ctx0" brushRef="#br0" timeOffset="1">545 0 10597,'0'0'8132,"3"28"-7572,24 176-283,19 330 309,-12-82 493,-32-438-1034,-1-2 3,0 0 1,1-1 0,1 0-1,-1 1 1,7 14-1,0-14-52,-5-19-91,-3-26-230,-1 27 234,-5-185-3586,1 148 1469,-2 1 0,-16-65 1,-8-1-3663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3.4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0 106 3682,'0'0'6627,"171"-106"-4050,-128 115-736,4 27-417,0 16-431,-7 5-305,-14 6-192,-19 6-15,-7-6-241,0 0-240,-33-6-448,-14-14-369,-7-13-1136,-2-21-1664,2-9-4675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3.7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69 14759,'0'0'5538,"-7"32"-5212,-21 106 151,27-125-340,0 0-1,0 1 1,1-1-1,1 1 1,0-1 0,1 0-1,0 0 1,6 18-1,-1-1 188,-6-28-301,24 94 929,-22-86-877,1 0 1,1 0-1,0-1 1,0 1 0,0-1-1,1-1 1,9 11-1,-12-16-69,0 0 0,0 0 0,0-1 0,0 0-1,1 1 1,-1-1 0,1 0 0,-1-1-1,1 1 1,0 0 0,0-1 0,-1 0 0,1 0-1,0 0 1,0-1 0,0 1 0,0-1-1,0 0 1,0 0 0,0 0 0,5-2-1,-3 1-43,0 0 0,0-1-1,0 0 1,0 0-1,0-1 1,-1 1 0,0-1-1,1 0 1,-1-1-1,0 1 1,0-1-1,-1 0 1,6-6 0,3-7-550,-1 1 0,0-2 0,-1 1 1,-1-2-1,-1 1 0,-1-1 0,0-1 1,-2 1-1,0-1 0,5-32 0,-4-3-2759,-1 1 0,-4-98 0,-2 146 3366,-1-1 0,1 1 0,-1 0 0,0 0 0,0 0 0,-4-11 0,4 15 274,0 1 0,1-1-1,-1 1 1,0-1 0,-1 1-1,1 0 1,0-1 0,0 1 0,0 0-1,-1 0 1,1 0 0,-1 0-1,1 0 1,-1 0 0,1 1-1,-1-1 1,1 0 0,-1 1-1,0-1 1,1 1 0,-1 0 0,0-1-1,1 1 1,-1 0 0,0 0-1,-2 0 1,4 0-178,-1 0 1,0 0-1,1 0 1,-1 0-1,1 0 0,-1 1 1,1-1-1,-1 0 1,1 0-1,-1 0 0,1 0 1,-1 1-1,1-1 1,-1 0-1,1 1 1,-1-1-1,1 0 0,0 1 1,-1-1-1,1 0 1,-1 1-1,1-1 0,0 1 1,-1 0-1,0 1-155,1-1 1,-1 1-1,1 0 0,0 0 0,-1 0 0,1-1 0,0 1 1,0 0-1,0 2 0,1 0-473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4.1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12854,'0'0'6563,"-6"96"-6355,16 4-160,-7 44 32,-3 39 288,0 28-80,0-10-112,0-35-176,0-46-96,0-57-192,0-48-496,10-15-1825,0-66-1105</inkml:trace>
  <inkml:trace contextRef="#ctx0" brushRef="#br0" timeOffset="1">121 355 15671,'0'0'2481,"237"0"-6947,-143-12-9108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4.7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245 99 7443,'0'0'6772,"0"-4"-6252,-1 1-375,0-1 0,0 0 0,0 1 0,0-1 0,-1 1 0,0 0 0,0 0 1,0-1-1,0 1 0,0 0 0,0 1 0,-1-1 0,0 0 0,1 1 0,-1-1 0,-4-1 0,1-2-42,-1 1 0,0 1 0,0-1 0,-1 1 0,1 1 0,-1-1-1,-9-2 1,11 5-81,0 0 0,0 0 0,0 0 0,-1 1 0,-7 1 0,11-1-14,0 0 1,1 0 0,-1 1-1,1-1 1,-1 1-1,1 0 1,-1 0 0,1-1-1,0 2 1,-1-1 0,1 0-1,0 0 1,0 1-1,0-1 1,-3 4 0,0 1 43,2 0-1,-1 1 1,0-1 0,1 1 0,0 0 0,1 0 0,-4 13-1,-5 56 297,9-64-307,-9 329 2308,11-254-1726,0-74-532,0 0 71,0-1 0,0 0-1,2 0 1,3 22 0,-4-32-127,0 1 0,0 0 1,0 0-1,1-1 1,-1 1-1,0-1 0,1 1 1,0-1-1,-1 1 1,1-1-1,0 0 0,0 0 1,1 0-1,-1 0 1,0 0-1,1-1 0,-1 1 1,1 0-1,-1-1 1,1 0-1,0 0 0,0 0 1,-1 0-1,6 1 1,-3-1-25,-1-1 0,1 0 0,0 0 0,-1 0 0,1 0 0,0 0 0,-1-1 0,1 0 0,-1 0 0,1 0 0,-1-1 0,1 0 0,-1 1 0,0-1 0,0-1 0,0 1 0,0-1 0,0 1 0,0-1 0,5-6-1,3-4-142,-1 0 0,0 0 0,-1-1 0,11-20 0,4-11-1457,32-78 1,-40 80-650,-3-1 1,10-50-1,-7-19-4237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5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0 115 2353</inkml:trace>
  <inkml:trace contextRef="#ctx0" brushRef="#br0" timeOffset="1">0 115 2353,'131'-114'10485,"-138"198"-6996,7 27-1231,0 25 15,0 5-577,0-12-719,20-29-433,3-40-480,11-39-64,-4-21-96,0-30-384,-3-42-769,-14-16-1744,-10-8-2610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5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 10949,'0'0'6366,"1"-2"-5611,0 1-735,-1 1 0,0 0 1,0 0-1,0 0 1,0-1-1,0 1 1,0 0-1,0 0 0,0 0 1,1 0-1,-1 0 1,0-1-1,0 1 0,0 0 1,0 0-1,1 0 1,-1 0-1,0 0 0,0 0 1,0 0-1,0 0 1,1-1-1,-1 1 1,0 0-1,0 0 0,0 0 1,1 0-1,-1 0 1,0 0-1,0 0 0,0 0 1,1 0-1,-1 0 1,0 0-1,0 1 1,0-1-1,1 0 0,-1 0 1,0 0-1,0 0 1,0 0-1,0 0 0,1 0 1,-1 0-1,0 1 1,0-1-1,0 0 1,0 0-1,0 0 0,1 0 1,-1 0-1,0 1 1,0-1-1,0 0 0,0 0 1,0 1-1,5 19 549,-3 32-206,-2-49-332,8 237 348,0-59-75,-5 42 274,12 245 1194,-14-450-1659,1-1 1,0 1-1,1-1 0,9 26 0,-12-42-121,0 0 1,0 0-1,1 0 1,-1 0-1,1 0 1,-1 0-1,1 0 1,-1 0-1,1 0 1,-1 0-1,1 0 1,0 0-1,0 0 0,-1-1 1,1 1-1,0 0 1,0 0-1,0-1 1,0 1-1,0-1 1,0 1-1,0-1 1,0 1-1,0-1 1,0 0-1,0 1 1,0-1-1,0 0 0,1 0 1,-1 0-1,2 0 1,-1 0-60,-1-1 0,1 0 1,-1 0-1,1 1 0,-1-1 0,1 0 0,-1 0 1,0-1-1,1 1 0,-1 0 0,0 0 1,0-1-1,0 1 0,0 0 0,0-1 0,0 1 1,0-1-1,-1 0 0,1 1 0,0-1 1,-1-1-1,10-30-2389,-3 0 0,0-1 0,2-57 1,-5 16-6750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5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411 1 11445,'0'0'9010,"-37"27"-8695,-123 92-283,146-109-33,-91 73-292,93-71 8,0 0-1,0 1 1,-18 29-1,26-36 122,1 0 0,-1 1 1,1-1-1,0 1 0,0 0 0,1 0 0,0 0 0,1 1 0,-1-1 0,1 0 0,1 1 1,-1-1-1,2 15 0,0-17 170,0-1 1,0 1-1,0-1 1,1 1-1,0-1 1,0 1-1,0-1 1,0 0-1,1 0 1,-1 0-1,1 0 1,0 0-1,0-1 0,1 0 1,-1 1-1,1-1 1,7 5-1,8 5 302,1-1-1,27 14 0,-40-23-219,101 45 845,-51-32-1785,-44-14-634,-1 0 1,21 0-1,-22-2-3708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6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 10229,'0'0'7617,"5"-3"-7065,-4 3-494,17-12 489,-18 12-493,1-1-1,0 1 1,0 0 0,-1-1 0,1 1 0,0 0 0,0-1 0,0 1 0,0 0-1,-1 0 1,1 0 0,0 0 0,0 0 0,0 0 0,0 0 0,0 0 0,0 0-1,-1 0 1,1 0 0,0 1 0,0-1 0,0 0 0,0 1 0,-1-1 0,1 0-1,1 2 1,2 5 59,1 0-1,-1 0 0,0 1 0,-1 0 0,0-1 0,0 1 0,-1 1 1,2 11-1,1-3-17,10 54 127,-2 1 0,6 118 0,-15 147 86,-5-206-274,1 145-4,1-268-249,1-10-469,2-15-862,1-25-1417,-4-13-1963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6.5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0 232 13846,'0'0'4301,"29"3"-3714,-1-1-483,163 8 45,-161-10-442,-9-1-316,-1 1-1,21 3 1,-35-2 444,0 0 1,0 1-1,0-1 1,0 1-1,-1 0 1,1 1 0,-1 0-1,1-1 1,-1 2-1,0-1 1,6 5-1,-4-1 134,0 1-1,0-1 1,-1 1-1,0 1 1,0-1-1,-1 1 1,0 0-1,-1 1 1,0-1-1,0 1 1,-1 0-1,-1-1 1,4 21-1,-2 9 1087,-1 0 1,-3 52-1,0-45 313,0 82 2604,0-239-13918,0 63 200</inkml:trace>
  <inkml:trace contextRef="#ctx0" brushRef="#br0" timeOffset="1">545 1 9412,'0'0'10485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6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391 0 14006,'0'0'6259,"-32"16"-5728,-9 5-215,-48 32 0,85-50-279,0 0-1,0 0 0,0 0 0,1 1 0,-1-1 1,1 1-1,0 0 0,0 0 0,0 0 0,1 0 0,0 1 1,-1-1-1,1 1 0,1-1 0,-3 7 0,-3 15 147,1 1 0,1 0 0,-1 38 0,3 86 304,4-94-398,1-1-29,2 0 0,17 79 0,38 112-60,-9-44-10,-35-118-1,-3 0-1,2 160 1,-14-240 5,0 0 0,0 0 0,-1 0 0,1 0 0,-1 0 0,0-1 1,0 1-1,-1 0 0,0 0 0,-3 6 0,3-8-4,0 0-1,0-1 1,-1 1-1,1-1 1,0 1-1,-1-1 1,0 0-1,0 0 1,0 0-1,1-1 1,-2 1-1,1-1 1,0 0 0,0 1-1,-5 0 1,-2 1-216,0-1 1,0 0-1,0-1 1,-1 0 0,1-1-1,0 0 1,0 0-1,0-1 1,0 0-1,0-1 1,0 0 0,-12-4-1,11 2-1119,0-1 0,0 0-1,0-1 1,1 0 0,-19-15-1,-15-15-9749</inkml:trace>
  <inkml:trace contextRef="#ctx0" brushRef="#br0" timeOffset="1">261 689 12406,'0'0'2129,"207"-69"-4002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7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4066,'0'0'8679,"2"0"-7826,1 0 0,0 0 0,0 0 0,-1 0 0,1 0 0,0 0 0,4 2 0,0 15-669,-1 0-1,-1 1 1,0 0 0,-1-1-1,-2 1 1,2 31 0,5 428 12,-10-303-147,1 429 293,0-602-340,-1 8 24,1 0 0,0 1 0,1-1-1,0-1 1,1 1 0,2 9 0,-3-15-22,0-1 0,0 0 0,0 0 0,1-1 0,-1 1 0,0 0 0,1 0 0,-1-1 0,1 1 1,-1 0-1,1-1 0,0 0 0,0 1 0,0-1 0,0 0 0,0 0 0,0 0 0,0 0 0,0 0 0,0-1 1,0 1-1,0-1 0,1 1 0,-1-1 0,0 0 0,0 0 0,1 0 0,2 0 0,8-1-54,0-1-1,0-1 0,0 0 1,-1 0-1,1-2 0,-1 1 1,0-2-1,0 1 0,12-9 0,-9 6-40,0 0 0,1 1 0,0 0 0,1 1 0,19-4-1,-13 6 9,-1 2-1,0 0 0,35 1 1,-49 2 72,0 0 0,0 0 1,0 0-1,0 1 1,-1 0-1,1 1 1,0 0-1,-1 0 0,0 0 1,0 1-1,0 0 1,0 0-1,7 7 1,2 5 8,-12-11 32,0-1 1,0 0-1,1 0 0,6 5 0,-8-9-327,-2-6-747,-1 2 696,-1-68-7714,-2 26-654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8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248 44 8900,'0'0'7329,"-4"-1"-6945,1 0-314,0 0 1,0 0-1,0 0 0,0 0 1,0 1-1,0 0 0,-1 0 1,1 0-1,0 0 1,0 0-1,0 0 0,0 1 1,0-1-1,-1 1 0,1 0 1,0 0-1,0 0 1,1 1-1,-1-1 0,0 1 1,0-1-1,1 1 0,-5 3 1,-7 8 85,1 0-1,0 0 1,0 2 0,1-1 0,1 2-1,1-1 1,0 2 0,1-1 0,1 1 0,0 0-1,2 1 1,0 0 0,-5 21 0,2 14 168,2-1-1,2 1 1,3 72 0,1-99-131,2 1-1,1 0 1,2 0-1,0-1 1,10 31-1,-12-48-130,2-1 0,-1 0 0,1 0 0,0 0-1,1-1 1,0 1 0,0-1 0,10 11 0,-11-14-28,1 0 1,0 0-1,0-1 0,0 1 1,0-1-1,1 0 0,-1-1 1,1 1-1,0-1 1,0 0-1,0-1 0,0 1 1,10 0-1,-10-1-19,0-1-1,0 0 1,-1 0-1,1-1 1,0 0 0,-1 0-1,1 0 1,0-1-1,-1 1 1,0-1 0,9-5-1,-5 2-38,0 0 0,-1-1 0,0 0 0,0-1 1,14-15-1,-4 1-239,-1-2 0,-1 0 1,24-47-1,-26 41-214,-2 0 1,-1 0-1,-1-1 1,-1-1-1,-2 1 1,-1-1-1,-1-1 1,-2 1-1,-2-62 1,-2 79 367,0-1 0,-1 1-1,-1 0 1,-1 0 0,0 1 0,0-1 0,-1 1 0,-1 0-1,-12-21 1,6 17 27,0 0-1,-1 0 0,0 2 1,-2-1-1,-30-24 1,38 34 99,0 1 0,-1 0 1,1 1-1,-1-1 1,0 1-1,-16-5 1,22 9-11,0-1 0,0 0 0,0 1 1,0-1-1,0 1 0,-1-1 0,1 1 0,0 0 1,0 0-1,0 0 0,0 0 0,-1 1 0,1-1 1,0 1-1,0-1 0,0 1 0,0-1 1,0 1-1,0 0 0,0 0 0,0 0 0,0 0 1,1 1-1,-1-1 0,0 0 0,1 1 0,-1-1 1,1 1-1,-1-1 0,1 1 0,0 0 1,-2 2-1,0 4 60,0 0 0,0 0 0,1 1 0,0-1 1,0 1-1,-1 13 0,2 57-1608,2-47-1174,-1-4-3016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9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1 120 7059,'0'0'10762,"0"2"-10359,25 78 1239,-4 1 0,18 135 0,12 51 110,-51-266-1748,2 6 50,0 0 0,0 0 0,1 0 0,0 0 0,4 8 0,-6-14-47,0 1-1,0-1 1,0 0-1,0 1 0,0-1 1,1 0-1,-1 0 1,1 0-1,-1 0 1,1 0-1,-1 0 1,1 0-1,-1 0 1,1-1-1,0 1 1,-1-1-1,1 1 1,0-1-1,0 1 0,-1-1 1,1 0-1,0 0 1,0 0-1,-1 0 1,4-1-1,-3 1-3,0 0 0,0-1 0,0 1 0,0-1 0,0 0 0,0 0 0,0 0 0,0 0 0,0 0 0,0 0 0,0 0 0,0 0 0,-1-1 0,1 1 0,-1-1 0,3-2 0,16-32-49,-14 23 4,13-30-534,-2-1 0,14-56-1,15-96-2969,-5 15 873,-36 161 2747,0 1 0,2 0 0,12-26 0,-18 44 41,0-1 0,0 0 0,1 0 0,-1 1 0,0-1 0,1 1 0,-1-1 0,1 1 0,3-3 0,-5 4-62,1 0 0,-1-1 0,1 1-1,-1 0 1,1 0 0,0 0 0,-1-1 0,1 1-1,-1 0 1,1 0 0,0 0 0,-1 0 0,1 0-1,-1 0 1,1 0 0,0 0 0,-1 0 0,1 0-1,-1 1 1,1-1 0,0 0 0,-1 0 0,1 0-1,-1 1 1,1-1 0,-1 0 0,1 1 0,-1-1-1,1 1 1,-1-1 0,1 0 0,-1 1 0,0-1-1,1 1 1,-1-1 0,0 1 0,1 0 0,5 13 363,0-1 1,-1 1-1,-1 0 1,4 21 0,-3-18-166,24 115 929,-9-40-578,31 90 1,-45-165-567,0-1 0,1 0 0,1 0-1,0-1 1,12 16 0,-17-27-39,0 0 0,0 0 0,1-1 0,-1 1 0,1-1-1,0 0 1,0 0 0,0 0 0,0-1 0,0 1 0,1-1 0,-1 0 0,1 0 0,0-1 0,0 1-1,-1-1 1,1 0 0,0-1 0,0 1 0,0-1 0,9 0 0,-10 0-13,0-1-1,0 0 1,-1 0 0,1 0 0,0 0 0,0-1 0,-1 1-1,1-1 1,-1 0 0,0 0 0,1 0 0,-1 0 0,0-1-1,0 1 1,0-1 0,-1 0 0,1 0 0,-1 0 0,1 0-1,1-4 1,4-7-141,0-1 0,-1 0 0,7-25 0,-8 24-4,15-47-837,-3 0 1,17-113-1,-24 80 1010,-2-118 0,-9 211 2253,-23 3-7870,13 0-2588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09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24 20713,'0'0'2802,"-70"-24"-7957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57.1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0 143 11365,'0'0'7900,"2"-3"-7209,0 0-679,-1 0-1,1 1 1,0 0 0,0-1 0,0 1-1,0 0 1,0 0 0,1 0 0,-1 0 0,1 1-1,-1-1 1,5-1 0,39-17-25,-20 11 20,119-44-271,-120 45 7,0 2 0,1 1 0,50-3 0,-63 8 164,-5-1 38,0 1 1,0 0 0,0 0-1,1 1 1,11 2-1,-17-2 41,-1 0-1,0 0 1,-1 0-1,1 0 1,0 0-1,0 0 1,0 0-1,0 0 1,-1 1-1,1-1 1,-1 1-1,1-1 1,-1 1-1,1 0 0,-1 0 1,0-1-1,0 1 1,0 0-1,0 0 1,0 0-1,-1 0 1,1 0-1,0 0 1,-1 1-1,1 2 1,2 22-7,-1 0 0,-3 54 0,-1-15 132,-9 196 75,2-91 6,-1 534 1593,10-695-1751,0-4-11,-1 0 1,2 0 0,-1 0-1,3 10 1,-3-16-26,0 1 1,0 0-1,1 0 0,-1 0 0,0-1 1,1 1-1,-1 0 0,0 0 1,1-1-1,-1 1 0,1 0 0,-1 0 1,1-1-1,0 1 0,-1-1 1,1 1-1,0-1 0,-1 1 0,1-1 1,0 1-1,0-1 0,-1 0 0,1 1 1,0-1-1,0 0 0,0 1 1,0-1-1,-1 0 0,1 0 0,0 0 1,0 0-1,0 0 0,0 0 0,0 0 1,0 0-1,0-1 0,1 1-27,-1 0 0,1-1 0,-1 1 0,0-1 0,1 1 0,-1-1 0,0 0 0,1 1 0,-1-1 0,0 0 0,0 0-1,0 0 1,1 0 0,-1 0 0,0 0 0,-1 0 0,1-1 0,0 1 0,1-2 0,9-27-787,-8 20 466,13-55-2604,-4-9-2733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57.6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 9044,'0'0'6790,"7"-6"-6219,26-18-40,-31 23-464,0 0 0,0 0 0,0 0 1,0 0-1,0 1 0,0-1 0,0 1 0,0-1 1,0 1-1,3 0 0,-4 0-28,-1-1-1,1 1 1,-1 0-1,1 0 0,-1 0 1,1 0-1,-1 1 1,1-1-1,-1 0 1,1 0-1,-1 0 1,1 0-1,-1 0 1,1 1-1,-1-1 1,1 0-1,-1 0 1,1 1-1,-1-1 1,0 0-1,1 1 1,-1-1-1,1 1 0,-1-1 1,0 0-1,1 1 1,-1-1-1,0 1 1,0-1-1,1 1 1,-1-1-1,0 2 1,2 93 1388,-3-44-1104,-2 2-60,-2-1 0,-12 53 0,-7 66 44,23-51 67,0-118-364,1 0 0,0 0 0,0 0 0,0 0 0,0 0 0,0 0 0,1 0 0,-1 0 0,1-1 0,-1 1 0,1 0 0,-1 0 0,1 0 0,0 0 0,0-1-1,0 1 1,2 2 0,0-2-13,-1-1-1,0 0 1,1-1-1,-1 1 1,0 0-1,1-1 1,-1 1-1,1-1 0,-1 0 1,1 0-1,-1 0 1,4 0-1,2-1-51,0 0 0,-1 0-1,1-1 1,0 0 0,-1 0 0,0-1-1,1 0 1,-1 0 0,0-1-1,-1 0 1,1 0 0,11-9 0,19-12-238,-23 18 245,-1 0 1,1 0-1,0 2 1,0-1-1,1 2 0,0 0 1,0 1-1,0 0 1,0 1-1,0 1 0,0 0 1,24 3-1,-36-1 47,1-1 0,0 1 0,-1 0 1,1 0-1,-1 1 0,1-1 0,-1 1 0,0-1 0,1 1 0,-1 0 0,0 1 0,0-1 0,0 0 0,-1 1 1,6 5-1,-1 2-159,1 1 0,-1 0 1,6 15-1,-1-4-817,-14-53-8163,-12-9 2572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58.0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91 9220,'0'0'8572,"0"-15"-8065,0-45-219,3 45 158,-3 15-41,0 1-253,54 1094 1062,-50-1052-1167,0 13 24,3 1-1,21 82 1,-26-132-67,10 29 66,-12-35-79,1 1 0,0-1 0,-1 0 0,1 1 1,0-1-1,0 0 0,0 0 0,0 0 0,0 0 0,0 0 0,0 0 0,0 0 0,0 0 0,1 0 0,-1 0 1,0-1-1,0 1 0,1 0 0,1 0 0,4-2-578,-6-11-272,-1 11 808,0-87-5050,0 34-104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58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 5811,'0'0'11581,"9"-7"-10778,-2 2-657,-5 3-91,1 0 0,-1 0 0,0 0 1,1 0-1,0 1 0,-1-1 0,1 1 0,3-2 0,-5 3-43,-1 0 1,0 0-1,1 0 1,-1 0-1,1 0 1,-1 0-1,1 0 1,-1 0-1,0 0 1,1 1-1,-1-1 1,1 0 0,-1 0-1,0 0 1,1 0-1,-1 0 1,0 1-1,1-1 1,-1 0-1,0 0 1,1 1-1,-1-1 1,0 0-1,1 1 1,-1-1-1,0 0 1,1 1-1,-1 1 33,1-1-1,0 1 0,-1 0 0,1-1 0,-1 1 0,0 0 0,1 0 1,-1 0-1,0-1 0,0 4 0,-2 215 1291,5 252 219,-3-464-1494,0 0 0,1 0 0,0 0 0,1 0 0,-1 0 0,2 0 0,4 12 0,-6-18-53,1 1 0,0 0 0,0-1 0,0 1 0,0-1 0,0 0 0,0 0 0,0 1 0,1-2-1,-1 1 1,1 0 0,0 0 0,-1-1 0,1 1 0,0-1 0,0 0 0,0 0 0,0 0 0,0 0 0,0-1 0,4 1 0,1 0-31,0 0 1,-1-1 0,1 0 0,0 0 0,-1-1 0,1 0-1,0 0 1,-1-1 0,1 0 0,-1 0 0,0-1-1,0 0 1,9-4 0,2-5-189,0-1 0,0 0-1,20-21 1,-35 32 190,30-30-342,-19 18 175,0 1 0,1 0 0,28-18 0,-42 30 182,0 0 0,1 1 0,-1-1 0,1 0 1,-1 1-1,1-1 0,-1 1 0,1-1 0,0 1 0,-1 0 0,1 0 1,-1 0-1,3 0 0,-3 0-6,-1 0 0,1 0 0,0 0 0,0 1 0,0-1 0,-1 0 0,1 1 0,0-1 0,-1 1 0,1-1 0,0 1 0,-1-1 0,1 1 0,0-1 0,-1 1 0,1 0 0,-1-1 0,1 2 0,1 3-61,0-1 0,0 1 0,-1-1 0,0 1 0,0 0 1,1 9-1,0 1 11,3 14 884,0 11-4858,-4-31-989,-7-43 1561,-3-16 768,-1-6-1847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58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87 3201,'0'0'12689,"-3"-14"-11638,-5-44-267,7 44 596,4 13-765,2 11-283,2 36 53,-2 1 0,-1 52 0,-2-34 15,3 245 991,10 150-146,-14-447-1208,-1 8-8,2 0 0,0 0 0,1 0 0,2-1 0,0 0 0,12 32 0,-16-51-45,-1 0 1,1 0-1,-1 0 0,1 0 1,-1 0-1,1 0 0,0 0 0,-1 0 1,1 0-1,0-1 0,0 1 1,0 0-1,-1 0 0,1-1 0,0 1 1,0-1-1,0 1 0,1 0 0,-1-1-24,0-1-1,-1 1 0,1 0 0,-1 0 0,1 0 0,-1-1 0,1 1 0,-1 0 0,1-1 0,-1 1 0,1 0 1,-1-1-1,1 1 0,-1-1 0,1 1 0,-1 0 0,0-1 0,1 1 0,-1-1 0,0 1 0,1-1 0,-1 0 1,0 1-1,0-1 0,0 1 0,1-1 0,-1 1 0,0-1 0,0 0 0,0 1 0,0-1 0,0 1 0,0-1 1,0 0-1,-1 0 0,3-96-6301,-2 40-1144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59.2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82 11317,'0'0'5789,"32"-2"-5362,104-10-539,-121 10-324,1-1 0,-1 0 0,-1-1 1,28-11-1,-16 5-984,-1 0-96,24-6-2497,-15 11 4777,-30 17 4224,-2 19-3440,-2-28-1091,2 228 3275,-3-122-3163,-16 266 1120,0 0-345,18-215-2246,2-310-8753,-3 141 8564,0-57-9589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8:59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0 178 17896,'0'0'2689,"214"-97"-2689,-124 55-880,4 3-3490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1.0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57 13478,'0'0'2193,"211"-6"-2161,-137-12-32,-11 0-2737,-16 3-6131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12454,'0'0'8604,"32"-17"-8388,0-1-178,-5 2-23,2 1-1,0 1 1,0 2-1,1 1 1,35-8-1,-39 11-265,1 2 1,1 2-1,-1 0 0,1 1 0,-1 2 0,49 4 1,-73-2 228,-1-1 0,1 1 0,-1 0 0,1 0 0,-1 0 0,1 1 0,-1-1 0,0 0 0,1 1 0,-1 0 0,0-1 0,0 1 0,0 0 0,-1 0 0,1 0 1,0 0-1,-1 1 0,1-1 0,-1 0 0,0 1 0,0-1 0,1 1 0,0 4 0,1 6 3,1 0 0,-2 0 0,2 22 0,-4-33 24,4 244 975,-6-125-554,-10 454 873,1 7-690,10-571-616,3 14-2,-2-24 5,0 0 1,1-1-1,-1 1 0,0-1 0,1 1 0,-1 0 1,0-1-1,1 1 0,-1-1 0,1 1 0,-1-1 1,1 1-1,-1-1 0,1 1 0,-1-1 0,1 0 1,-1 1-1,1-1 0,0 0 0,-1 1 1,1-1-1,0 0 0,-1 0 0,1 0 0,0 1 1,-1-1-1,1 0 0,0 0 0,0 0-16,0 0 0,0 0-1,0 0 1,0 0 0,-1 0-1,1 0 1,0-1 0,0 1 0,0 0-1,-1 0 1,1-1 0,0 1 0,0 0-1,0-1 1,-1 1 0,1-1-1,0 1 1,-1-1 0,1 1 0,-1-1-1,1 1 1,0-1 0,-1 0-1,1 1 1,-1-1 0,1 0 0,0-1-1,7-27-666,-7 20 413,8-39-2839,4-74 0,-11 21-5731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4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7027,'0'0'12566,"11"-3"-11835,-9 2-708,-1 0 0,1 1 0,-1-1 0,1 1 0,0-1 0,0 1 0,-1 0 0,1-1 0,0 1 0,-1 0 0,1 0 0,0 0-1,0 1 1,-1-1 0,1 0 0,0 1 0,-1-1 0,1 1 0,0-1 0,-1 1 0,1 0 0,-1 0 0,1-1 0,-1 1 0,3 2 0,-2 1 13,-1 0-1,1 1 1,-1-1-1,1 0 1,-1 1-1,-1-1 1,1 1-1,0-1 1,-1 1-1,0 0 1,0-1 0,-2 9-1,-14 159 695,-1 22-97,14-125-247,7 76-1,-3-137-356,0 0 0,0 0 0,1 0 0,0 0 0,0 0 0,1-1 0,0 1 0,1-1 0,8 14 0,-9-17-27,1 0 0,-1 0 0,1 0 0,-1 0 0,1-1-1,0 0 1,1 0 0,-1 0 0,1 0 0,-1-1 0,1 0 0,0 0 0,-1 0 0,1 0 0,10 1 0,-1 0-125,0-1 1,0-1-1,0 0 1,0-1 0,0-1-1,0 0 1,0-1-1,0 0 1,0-1 0,0-1-1,-1 0 1,0-1 0,1 0-1,-2-1 1,17-10-1,37-31-1929,-25 11-2955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6339,'0'0'11178,"0"2"-10751,7 111 1228,-1-32-975,2 620 2467,-9-445-2904,1-228-235,-1-14-12,1 0 0,1 0 1,0 0-1,5 25 1,1-24-135,-7-15 121,0 0 1,0 1-1,1-1 0,-1 0 1,0 0-1,0 0 0,0 0 0,0 0 1,0 0-1,1 1 0,-1-1 1,0 0-1,0 0 0,0 0 0,1 0 1,-1 0-1,0 0 0,0 0 1,0 0-1,0 0 0,1 0 0,-1 0 1,0 0-1,0 0 0,0 0 1,1 0-1,-1 0 0,0 0 0,0 0 1,0 0-1,0 0 0,1 0 1,-1-1-1,0 1 0,0 0 0,0 0 1,1 0-1,0-2-140,0 0 1,0 1-1,0-1 1,0 0-1,-1 0 0,1 0 1,0 0-1,-1 0 1,1 0-1,-1 0 1,1-4-1,5-132-7222,-5 51-1351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12054,'0'0'7243,"0"31"-6659,3 227 505,-3-188-698,-1-21-80,3-1 1,9 61 0,-10-101-282,1-1 1,0 0 0,0 1 0,1-1 0,0 0 0,0 0 0,5 9 0,-6-13-31,1 0 0,-1-1 1,0 1-1,1 0 0,-1-1 1,1 1-1,0-1 1,0 0-1,0 0 0,0 0 1,0 0-1,1-1 0,-1 1 1,0-1-1,1 0 1,5 1-1,2 0-183,-1 0 0,1-1 0,0-1 0,0 0 0,-1 0 0,1-1 0,0 0 0,-1-1 0,1-1 0,-1 1 0,1-1 0,-1-1 0,0 0 0,15-9 0,-10 4-636,1-2-285,30-13-1,-12 13-1894,5 7-3460,-28 4 886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5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1873,'0'0'15228,"2"9"-13921,7 37-428,-2 0-1,1 57 0,-7 103 401,-1-122-775,0 517 1121,2-582-1952,-1-31-2104,-1-70-3855,0 39 115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310 546 7812,'0'0'11973,"-23"23"-11471,-11 11-257,-30 40 1,57-63-155,0 1 1,1-1 0,0 1-1,0 0 1,2 0 0,-1 0 0,1 1-1,1 0 1,1 0 0,0 0-1,-1 18 1,0-2 139,-5 47 637,4 0 0,6 87 0,-1-150-740,0 0 1,1 0 0,0 0 0,1 0 0,9 23 0,-10-31-99,0 0 1,0 0 0,1-1 0,0 1 0,0-1-1,0 1 1,1-1 0,-1 0 0,1-1 0,0 1-1,0-1 1,0 1 0,1-1 0,-1 0 0,1-1-1,9 5 1,-8-5-10,-1 0 0,1 0 0,0-1 0,0 0 0,0 0 0,0 0 0,0-1 0,0 1 0,0-2 0,0 1-1,0-1 1,0 1 0,0-2 0,10-2 0,-9 1-35,1 0 0,-1-1 0,-1 0 0,1 0 0,0-1 0,-1 0 0,0 0 0,0 0 0,-1-1 0,7-7 0,-1-1-150,-1-1 1,-1-1-1,0 0 1,-1 0-1,0-1 1,-1 0-1,-1 0 1,-1 0-1,3-20 1,-5 20-221,0 0 0,-1-1-1,-1-28 1,-2 39 231,0-1-1,0 1 0,0 0 1,-1 0-1,0 0 0,0 0 1,-1 0-1,0 0 1,0 1-1,-1-1 0,-6-8 1,-9-7-261,0 1 0,-2 1-1,-33-24 1,25 20 259,9 8 61,-28-24 66,-63-66 0,98 91 186,1 0-1,0 0 1,1-1 0,0-1 0,2 0-1,0 0 1,1-1 0,0 0 0,-4-20 0,7 18-4,0-1 0,2 1 0,1-1 0,0 0 0,2 0 0,0 1 1,1-1-1,8-38 0,-6 46-132,0 1 0,1-1-1,1 1 1,0 0 0,1 1 0,0-1 0,1 1 0,0 0-1,0 1 1,1 0 0,1 0 0,0 1 0,0 0 0,0 0-1,14-9 1,-13 12-22,0 0 0,0 1 0,0 0 0,1 0 0,0 1 0,0 1 0,0 0-1,0 0 1,0 1 0,13-1 0,-17 3 3,0-1-1,0 2 1,-1-1-1,1 0 1,0 1 0,0 1-1,-1-1 1,1 1-1,-1 0 1,1 0 0,-1 1-1,0 0 1,0 0-1,0 0 1,0 1 0,-1 0-1,1 0 1,6 7-1,-2 2 23,-1-1 0,0 1 0,-1 1 1,0-1-1,-1 1 0,-1 1 0,0-1 0,-1 1 0,-1 0 0,0 0 0,3 28 0,-1 17 277,-3 100-1,-3-149-258,-1 27 20,-1-1 0,-1 0 1,-3 0-1,0-1 0,-3 0 0,-1 0 0,-19 45 0,26-73-120,0 0 0,-1 0 1,0-1-1,-10 13 0,13-18-131,-1 0 1,1-1-1,-1 1 0,1-1 0,-1 1 0,0-1 0,0 0 0,1 0 0,-1 0 0,0 0 0,0 0 0,0 0 0,0 0 0,-1-1 0,1 1 0,0-1 0,0 1 0,0-1 0,0 0 0,0 0 0,-1 0 0,1 0 0,-3-1 0,-22-7-4953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9636,'0'0'11878,"67"-6"-11526,0-12-304,10-9-48,-10 0-2289,-11 5-3890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285 169 5426,'0'0'2111,"-31"-12"-961,-98-36-8,98 36-629,21 8 107,1 1 1,0-1-1,-1 1 1,1 1 0,-18-3-1,8 2 3644,39 3-2482,-16 0-2076,110 4 717,-1 6 1,178 37-1,-146-17-390,328 49 91,-312-75-114,-129-4-6,-31-1-87,-1 0 0,1 0 0,0-1 1,-1 1-1,1 0 0,-1 0 0,0-1 1,1 1-1,-1 0 0,0 0 0,0-1 1,0 1-1,0 0 0,0-1 0,0 1 1,0 0-1,0-1 0,-1-1 0,1-2-364,0-30-1403,-4-100-8484,-2 90 5345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3906,'0'0'10623,"12"16"-9886,-9-12-704,10 13 42,1-1-1,1 0 1,0 0-1,1-2 0,23 17 1,-35-29-71,13 9 5,0 1-1,-1 1 1,22 21-1,-33-28-12,-1-1 0,1 1 0,-1 0 0,-1 0 0,1 0-1,-1 0 1,0 1 0,0-1 0,-1 1 0,0 0 0,0 0-1,-1 0 1,0 0 0,1 8 0,-1-4 8,-1 1 1,0-1-1,-1 1 0,0-1 1,-1 0-1,0 1 0,0-1 1,-2 0-1,1 0 0,-1-1 1,-1 1-1,0-1 0,0 0 1,-1 0-1,-12 15 0,-54 53 313,49-55-504,-28 34 1,48-49-2386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7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2049,'0'0'14476,"44"0"-13404,-27 0-957,338 12 1891,-18 21-865,-246-19-1244,152 43-1,-223-51-478,0 0 0,23 2 0,14-7-5985,-31-3-650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8404,'0'0'8676,"-27"160"-8372,13-76 160,-2 3-176,2-12 32,8-18-127,2-18-177,4-20-16,24-32-2594,9-41-271,11-21-5203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8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37 12214,'0'0'2657,"-77"162"-1409,57-98 49,14-19-465,6-18-832,0-15-1200</inkml:trace>
  <inkml:trace contextRef="#ctx0" brushRef="#br0" timeOffset="1">519 1 13750,'0'0'1921,"197"30"-784,-90-27-545,10-3-352,13 0-240,10 0-16,-9 0-112,-11 0 32,-23 0-656,-27 0-1377,-20 0-2914,-23 0-3857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8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4002,'0'0'11045,"107"3"-9765,-20 9-319,13-2-289,11-4-224,-11-3-191,-6 0-257,-18-3-48,-19 3-1057,-13-3-1568,-18 0-2882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9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8676,'0'0'4530,"-70"166"-2849,53-85 544,10-6-961,4-12-463,3-21-625,0-21-176,30-21-208,17 0-1057,16-57-352,1-21-3889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1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45 11445,'0'0'5731,"-130"187"-4403,120-163 81,10-21-1409,17-9-2817,13-36-1777</inkml:trace>
  <inkml:trace contextRef="#ctx0" brushRef="#br0" timeOffset="1">565 30 15527,'0'0'2065,"180"6"-1281,-53-6-159,14-6-625,-4-12-240,-10 6-1089,-27 12-2097,-37 0-1792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6051,'0'0'7147,"0"18"-6395,7 1097 6871,-7-1103-7602,0 8 3,0 0 0,1 0 0,1 0 0,1 0 0,8 28 0,-10-46-82,-1 0 0,1 0-1,0 0 1,0 0 0,0 0 0,0 0 0,0 0-1,1 0 1,-1 0 0,1 0 0,-1 0 0,1-1-1,-1 1 1,1-1 0,0 1 0,0-1 0,0 0-1,0 0 1,0 1 0,0-1 0,0-1 0,4 2-1,-5-1-16,0-1 0,1 0 0,-1 0 0,0-1 0,0 1 0,0 0 0,0 0 0,0 0 0,0-1 0,0 1 0,0-1 0,0 1 0,0-1 0,0 1 0,0-1 0,0 1 0,0-1 0,1-1 0,0 0-68,0 0 1,-1 0-1,1 0 1,-1 0-1,0 0 1,0 0-1,0-1 1,0 1-1,0 0 1,0-1-1,0-2 1,8-50-4236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0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12982,'0'0'3169,"230"3"-1728,-106-3-304,3 0-881,0 0-256,-17 0-160,-33 0-337,-27 0-415,-26 0-161,-21 0-927,-20 0-7365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8772,'0'0'4976,"-1"20"-4392,-2 402 2808,3-370-2996,-8 339 2012,0 1-662,8-390-1754,0-1 1,0 1-1,0-1 0,0 0 1,0 1-1,1-1 0,-1 1 0,0-1 1,1 1-1,-1-1 0,1 0 0,0 1 1,-1-1-1,1 0 0,0 0 1,0 1-1,0-1 0,0 0 0,0 0 1,2 1-1,-2-1-53,0-1 1,0 1-1,0-1 0,0 0 0,0 0 1,0 0-1,0 1 0,0-1 1,0 0-1,0 0 0,0 0 0,0 0 1,0-1-1,0 1 0,0 0 1,0 0-1,-1-1 0,1 1 0,0 0 1,0-1-1,0 1 0,0-1 1,0 1-1,0-1 0,-1 1 0,1-1 1,0 0-1,0 0 0,-1 1 1,1-1-1,1-1 0,1-3-419,0 0 1,0-1-1,0 1 0,-1 0 0,4-11 1,11-40-4502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8644,'0'0'4322,"6"157"-2401,1-73-288,-4 12-465,1-9-79,-1-9-209,0-20-432,1-25-256,2-15-192,1-18-48,0 0-560,-1-33-1153,-2-25-1937,-4-11-4561</inkml:trace>
  <inkml:trace contextRef="#ctx0" brushRef="#br0" timeOffset="1">74 1 17192,'0'0'2433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1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13350,'0'0'4565,"-21"41"-3685,2-7-635,1-3 23,2 0 0,1 2 0,1-1 0,2 2 0,1 0 0,-10 56 0,10-11 1048,-2 130-1,13-203-1271,0 1 15,0 0-1,1-1 1,-1 1 0,3 9 0,-3-15-49,1 1-1,-1 0 1,1-1-1,0 1 1,0-1 0,0 1-1,-1-1 1,1 0-1,0 1 1,1-1 0,-1 0-1,0 0 1,0 0-1,0 0 1,1 0 0,-1 0-1,1 0 1,-1 0 0,1 0-1,-1 0 1,3 0-1,1 1-3,0-1-1,1 0 0,-1 0 1,1 0-1,-1 0 0,0-1 1,1 0-1,-1 0 1,1 0-1,-1-1 0,1 0 1,-1 0-1,9-3 0,-6 1-62,0-1 0,0 0 0,-1 0-1,1-1 1,-1 0 0,0 0 0,11-12-1,-1-1-596,-1-1-1,-1 0 0,0-2 0,-2 1 1,12-25-1,-15 25-833,-1-1 0,0 1 0,-2-2 0,0 1 0,-2-1 1,4-23-1,-3-42-5657</inkml:trace>
  <inkml:trace contextRef="#ctx0" brushRef="#br0" timeOffset="1">171 0 3153,'32'31'4357,"33"43"0,-63-71-4122,0 0 1,0 0 0,-1 0-1,1 0 1,-1 0-1,1 0 1,-1 0 0,0 0-1,0 1 1,0-1-1,-1 0 1,1 1 0,-1-1-1,0 0 1,0 7-1,0-9-165,-2 30 888,1 0 0,2-1 1,1 1-1,1-1 0,14 58 0,7-13-736,29 98-48,-43-132-170,-2 0 0,5 56 0,-11-60-22,-1 0-1,-1-1 1,-9 53-1,7-75 4,-1 1-1,-1-1 1,-1 0-1,0 0 0,0 0 1,-2-1-1,1 0 0,-2 0 1,0-1-1,0 0 1,-15 16-1,17-21-41,-1 0-1,0 0 1,0-1 0,-1 0-1,0 0 1,0-1 0,-1 0 0,1 0-1,-1-1 1,0 0 0,0 0-1,-1-1 1,1-1 0,-1 1 0,1-2-1,-1 1 1,0-1 0,-15-1-1,19 0-117,1 0 0,-1 0 0,0 0 0,1-1 0,-1 0 0,1-1 0,0 1-1,-1-1 1,1 0 0,0 0 0,0 0 0,0-1 0,-7-5 0,7 4-186,1-1 1,-1 0 0,1 1 0,0-1 0,0-1 0,1 1-1,0-1 1,0 1 0,0-1 0,0 0 0,-2-12 0,-12-57-4800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2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9 3698,'0'0'10797,"-2"-2"-9938,-3-5-319,2 9 224,3 18 626,0-5-1171,13 357 3922,0-84-2773,-13-164-902,0-32 65,18 160 1,-17-248-516,0 0 1,0 1-1,0-1 0,0 0 0,1 0 1,0 0-1,0 0 0,4 6 1,-6-10-18,0 1 0,1-1 0,-1 0 0,0 1 1,1-1-1,-1 1 0,1-1 0,-1 0 1,1 0-1,-1 1 0,0-1 0,1 0 0,-1 0 1,1 1-1,-1-1 0,1 0 0,-1 0 1,1 0-1,-1 0 0,1 0 0,0 0 0,-1 0 1,1 0-1,-1 0 0,1 0 0,-1 0 1,2 0-1,-1-1-5,0 0 1,0 0-1,1 0 1,-1 0-1,0 0 1,0 0-1,0 0 1,0 0-1,0-1 1,0 1 0,-1 0-1,1-1 1,0 1-1,0-3 1,7-15-279,-2 0 0,0 0 0,-1 0 1,2-23-1,6-87-2707,-11 83 1368,3 0 0,12-50 0,-15 86 1392,1 0 1,1 1 0,0-1 0,0 1-1,1 0 1,0 0 0,6-8 0,-8 13 218,1 0 1,-1 0 0,1 0 0,-1 1-1,1 0 1,0-1 0,0 1-1,0 1 1,1-1 0,-1 1 0,1-1-1,-1 1 1,1 1 0,0-1 0,9-1-1,-6 1 200,0 2 0,0-1 0,0 1-1,1 0 1,13 2 0,-18-1-55,0 0 0,0 0 1,0 0-1,-1 1 1,1-1-1,0 1 0,-1 0 1,1 0-1,-1 0 0,0 1 1,0-1-1,0 1 0,0 0 1,3 3-1,4 9 177,0 0 0,0 0-1,-2 1 1,0 0 0,-1 0 0,0 1 0,3 18-1,0 1 244,-3 0-1,6 53 0,-11 9 353,-3-60-3488,-12-62-8035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3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26 193 2993,'0'0'8311,"-25"0"2000,80-6-10168,121-9 109,126 9-178,206-9-100,-378-2 34,-44 5 43,-77 11-62,-7 1-42,-2 18 456,0-6-153,0-12-359,-1-9-1329,-22-105-8316,17 87 5424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4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10885,'0'0'8929,"25"11"-8643,83 38-222,-72-35-19,-22-8-41,1 0-1,-1 1 1,21 13 0,-32-17-22,1 0 0,-1 0 1,1 0-1,-1 0 0,0 1 1,-1 0-1,1-1 0,0 1 1,-1 0-1,0 0 0,0 1 1,0-1-1,-1 0 0,3 9 0,-2-1-17,0 0 0,0 0 0,-1 0 0,-1 1 0,0-1 0,0 0-1,-1 1 1,-1-1 0,-4 14 0,1-7 45,-1-1-1,-1 0 1,-1-1-1,0 0 1,-14 21-1,-10 7 129,-3-1-1,-1-2 1,-43 39 0,20-27-477,58-53-150,-3 1 296,3-26-11942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4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11205,'0'0'5974,"32"-10"-5550,210-67-392,-151 48-1501,109-52 0,-188 75 1259,-17 28 431,3-18-166,-22 52 284,-21 71 1,17 0 625,-19 207 0,43-298-753,-30 531 3467,35-537-3567,-1-30-116,0 1 0,0 0 0,1-1 0,-1 1 0,0 0-1,1-1 1,-1 1 0,0-1 0,1 1 0,-1-1 0,1 1 0,-1-1 0,1 1 0,-1-1-1,1 0 1,-1 1 0,1-1 0,-1 0 0,1 1 0,0-1 0,-1 0 0,1 1-1,-1-1 1,1 0 0,0 0 0,-1 0 0,1 0 0,0 0 0,-1 0 0,1 0 0,0 0-1,-1 0 1,1 0 0,0 0 0,0 0 0,0-1-52,1 1 0,-1 0 1,0 0-1,1-1 0,-1 1 0,0-1 0,1 1 1,-1-1-1,0 0 0,0 1 0,0-1 0,0 0 1,0 0-1,0 0 0,0 0 0,0 0 0,1-1 1,1-4-224,-1 0 1,0 0 0,0 0-1,0 0 1,-1 0 0,0-1-1,1-9 1,-2-52-3561,0 38 973,0-36-6104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13606,'0'0'4979,"221"-30"-4451,-151 9-528,-7 0-1281,-6-3-2865,-10 0-9428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5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7203,'0'0'10757,"210"-30"-11125,-173 12-1393,-10-3-4193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6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8388,'0'0'8486,"-25"3"-7693,-3-1-520,-48 12 1,72-13-233,0 1 1,0 0-1,1-1 1,-1 1-1,1 0 0,0 0 1,-1 1-1,1-1 1,0 1-1,0 0 1,0 0-1,1 0 1,-1 0-1,1 0 1,0 0-1,0 1 1,0-1-1,0 1 1,0-1-1,1 1 0,0 0 1,-1 0-1,1 0 1,0 6-1,0-7-10,-1 6-6,0 1-1,0-1 1,1 1 0,0-1 0,1 1-1,0 0 1,0-1 0,1 1 0,1-1 0,0 1-1,0-1 1,0 1 0,1-1 0,1 0-1,-1 0 1,2-1 0,-1 1 0,1-1 0,0 0-1,10 11 1,39 37-128,-37-41 85,-1 2-1,-1-1 1,0 2 0,22 35-1,-35-49 12,1 0 1,-1 0-1,0 0 0,-1 1 0,1-1 0,-1 1 0,0-1 0,0 1 0,0-1 1,-1 1-1,1 0 0,-1-1 0,0 1 0,0 0 0,-1-1 0,0 1 0,1 0 1,-2-1-1,1 1 0,0-1 0,-1 1 0,0-1 0,0 0 0,0 0 0,-1 0 1,1 0-1,-1 0 0,0 0 0,0-1 0,0 0 0,0 1 0,-6 3 1,-1 1 31,-1-1 1,0 0 0,-1-1 0,1 0 0,-1 0 0,0-1 0,-1-1-1,1 0 1,-1-1 0,0 0 0,0-1 0,-23 1 0,42-4-43,0 0 0,0 0 1,1 0-1,-1-1 0,0 0 1,-1-1-1,1 1 0,0-1 1,7-4-1,1-1-24,115-52 97,55-30 22,-157 75-220,-2-2 1,0 0-1,0-2 1,35-35-1,-53 46 54,0 1 0,-1-1-1,0 0 1,0 0 0,-1 0 0,0-1 0,0 0-1,-1 0 1,0 0 0,-1-1 0,0 1 0,-1-1 0,0 0-1,0 0 1,-1 0 0,0 0 0,-1-16 0,0 18-20,0-4-106,0 0-1,-1 0 1,0 0 0,-3-15 0,2 22 195,0 1 1,1-1 0,-2 1-1,1 0 1,0 0 0,-1-1-1,0 1 1,0 1 0,0-1 0,0 0-1,0 1 1,-1 0 0,-7-6-1,5 5 54,0 1 1,0 0-1,0 0 0,-1 0 0,1 0 0,-1 1 0,0 0 0,0 1 0,-10-2 1,14 3 18,-1-1 1,1 1-1,-1 0 1,1 0-1,-1 0 1,1 0-1,-1 1 1,1-1-1,-1 1 0,1 0 1,0 0-1,0 1 1,-1-1-1,1 0 1,0 1-1,0 0 1,0 0-1,0 0 1,1 0-1,-1 0 1,-3 4-1,0 2 50,1 1-1,1-1 1,-1 1-1,1 0 0,1 0 1,0 1-1,0-1 1,-1 10-1,-2 16 379,-1 34 0,2 21 745,9 127 0,-3-205-1110,0 1 0,1-1 0,1 1 1,0-1-1,1 0 0,0 0 0,1 0 0,11 19 0,-13-26-82,0 0 0,1 0 0,0 0 0,0-1 0,0 1 0,1-1 0,-1 0 0,1-1 0,0 1 0,0-1 0,0 0-1,1 0 1,-1 0 0,1-1 0,-1 0 0,1 0 0,0 0 0,0-1 0,12 2 0,-12-3-89,0 0 0,1-1 0,-1 1 0,0-1 0,1 0 1,-1-1-1,0 0 0,0 0 0,0 0 0,0 0 0,-1-1 0,1 0 1,-1 0-1,1-1 0,-1 0 0,0 0 0,0 0 0,-1 0 0,1-1 1,4-5-1,7-12-689,0 1 1,-2-2-1,18-34 1,-31 54 660,37-79-5124,-11 5-3333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277 110 12470,'0'0'4023,"-4"-18"-3799,-16-53 157,20 70-348,0 0-1,-1-1 0,1 1 1,-1 0-1,1-1 0,-1 1 1,0 0-1,1 0 0,-1-1 1,0 1-1,0 0 0,0 0 1,0 0-1,0 0 0,0 0 0,-2-1 1,-11 2 231,9 1-176,1-1-39,-1-1 0,0 1 0,1 0 0,-1 1 0,1-1 0,-1 1 1,1-1-1,0 1 0,-1 1 0,1-1 0,0 1 0,-1-1 0,1 1 0,0 1 0,0-1 0,1 0 0,-1 1 0,0 0 0,1 0 0,-6 6 0,-4 4 59,1 1 0,0 1 0,1 0 0,0 0 0,2 1 0,-1 0 0,2 1 0,1 0 0,0 0 1,1 1-1,0 0 0,2 0 0,0 0 0,1 1 0,1-1 0,1 1 0,1 33 0,1-40-166,1-1 1,0 1-1,0-1 1,2 0-1,-1 0 1,1 0-1,1-1 1,0 1-1,9 15 1,8 5-629,39 46 1,-32-43 361,23 26 44,26 32 115,-67-78 165,-1 1 0,0 0 0,-1 1-1,9 23 1,-15-33 5,-1 1 0,0-1 0,-1 0 1,0 1-1,0 0 0,0-1 0,0 1 0,-1 0 0,0-1 0,-1 1 1,0 0-1,-2 9 0,2-11 6,-1 0 1,0-1-1,0 1 1,0 0-1,-1-1 1,1 1-1,-1-1 1,0 0-1,0 0 1,-1 0-1,1 0 1,-1-1-1,0 0 1,0 1-1,-8 3 1,2-1 78,-1-1 1,-1 0-1,1 0 1,-1-2-1,1 1 1,-1-2-1,0 1 1,0-2-1,0 1 1,-1-2-1,1 0 1,-21-2-1,31 2-102,0-1 0,1 1 0,-1 0 0,1-1 0,-1 1 0,1-1 0,-1 0 0,1 1 0,0-1 0,-1 0 0,1 0 0,0 0 0,-1 0 0,1 0 0,0 0 0,0 0 0,0-1 0,0 1 0,0 0 0,0-1 0,1 1 0,-1 0 0,0-1-1,1 1 1,-1-1 0,1 1 0,-1-3 0,-1-5-236,1 1 0,0 0 0,1 0 0,0-10 1,0 8-140,1-49-2577,5-7-3647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7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28 7652,'0'0'5463,"-2"-4"-5255,1 2-165,1 1 68,0 0 0,-1-1 0,1 1 0,-1 0 0,1 0 0,-1 0 0,1 0 0,-1 0 0,0 0 0,1 0 0,-1 0 0,0 0 0,0 0 0,0 0 0,0 0 0,0 1 0,0-1 0,0 0 0,0 1 0,0-1 0,0 1 0,-3-2 1294,4 4-1258,16 189 1740,-3-75-743,-3 68 289,15 129 773,-25-311-2199,0-1 1,0 0-1,0 0 1,0 0 0,0 0-1,0 0 1,0 0-1,1 0 1,-1 0 0,1 0-1,-1 0 1,0 0-1,1 0 1,0 0-1,-1-1 1,1 1 0,-1 0-1,1 0 1,0 0-1,0-1 1,-1 1 0,1 0-1,1 0 1,5-7 15,-2-14-68,4-95-2474,-7-142-1,-4 130 1044,2-53 1038,4 149 911,-4 31-432,0-1 1,0 1-1,0-1 1,0 1-1,0 0 1,0-1-1,1 1 1,-1-1-1,0 1 1,0-1-1,1 1 1,-1-1-1,0 1 1,0 0-1,1-1 1,-1 1-1,1 0 1,-1-1-1,0 1 1,1 0 0,-1-1-1,1 1 1,-1 0-1,0 0 1,1 0-1,-1-1 1,1 1-1,-1 0 1,1 0-1,-1 0 1,1 0-1,-1 0 1,1 0-1,-1 0 1,1 0-1,-1 0 1,1 0-1,-1 0 1,1 0-1,-1 0 1,1 0-1,-1 1 1,1-1-1,-1 0 1,1 0 0,-1 0-1,0 1 1,1-1-1,-1 0 1,1 1-1,-1-1 1,0 0-1,1 1 1,-1 0-1,3 2 72,-1 0 0,1 0 0,-1 0 0,0 0-1,0 0 1,0 1 0,-1-1 0,1 1 0,-1 0 0,0-1 0,0 1-1,1 7 1,1 4 200,31 137 2177,22 231 1,-40-270-1918,-15-107-560,-1-5-17,0 0 1,0 0 0,0-1-1,0 1 1,0 0-1,0 0 1,0 0 0,0-1-1,0 1 1,1 0 0,-1 0-1,0 0 1,1-1 0,-1 1-1,0 0 1,1-1 0,-1 1-1,1 0 1,-1-1 0,1 1-1,0-1 1,-1 1 0,1 0-1,0-1 1,0 1-1,-1-1 2,0 0-1,0 0 0,1 0 0,-1 0 1,0 0-1,0 0 0,0 0 0,0 0 1,1 0-1,-1 0 0,0 0 0,0 0 0,0 0 1,0 0-1,0 0 0,0 0 0,1-1 1,-1 1-1,0 0 0,0 0 0,0 0 1,0 0-1,0 0 0,0 0 0,0 0 0,1-1 1,-1 1-1,0 0 0,0 0 0,0 0 1,0 0-1,0 0 0,0-1 0,0 1 1,0 0-1,0 0 0,0 0 0,0 0 0,0 0 1,0-1-1,0 1 0,0 0 0,0 0 1,0 0-1,0 0 0,0 0 0,0-1 1,0 1-1,0 0 0,0 0 0,0 0 0,-1 0 1,9-240-2624,-8 159 710,3 0 1,21-130 0,-24 211 1912,3-14-80,1-1 0,7-20 1,-10 32 116,0 1 0,1-1 0,-1 0 0,1 0 0,-1 1 0,1-1 1,0 1-1,0-1 0,0 1 0,0 0 0,0 0 0,1 0 1,-1 0-1,1 0 0,-1 0 0,1 1 0,0-1 0,2 0 0,-3 1 11,-1 1 0,0 0 0,0 0 0,0-1 0,1 1-1,-1 0 1,0 0 0,0 0 0,0 0 0,1 1-1,-1-1 1,0 0 0,0 0 0,0 1 0,0-1 0,1 1-1,-1-1 1,0 1 0,1 0 0,0 1 34,0-1-1,0 1 1,0 0 0,0 0-1,0 0 1,-1 0 0,1 1-1,-1-1 1,2 3 0,13 33 611,-1 1-1,-2 1 1,13 67-1,-23-91-571,15 82 655,5 103 0,-13-104-561,-8-76-289,-1-18-489,-1-8-981,-1-78-6070,-1 18-1350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7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1 560 15831,'0'0'3533,"31"-30"-3032,97-102-634,-118 121 52,-1 0 0,0-1 0,0 0 0,-1 0 0,-1-1 0,0 0 0,0-1 1,8-27-1,-10 26-34,2-9-405,0-1 0,-2 1 0,-1-1 0,-1 0 0,-1 0 1,-2-44-1,0 68 517,1 0 0,-1 0 1,-1 0-1,1 0 1,0 0-1,0 0 0,0 0 1,-1 0-1,1 0 0,0 0 1,-1 0-1,1 0 0,-1 0 1,1 0-1,-1 0 1,1 0-1,-1 0 0,0 1 1,1-1-1,-1 0 0,0 0 1,0 1-1,0-1 1,-1 0-1,-1 0 55,1 0 0,-1 0 0,0 1 0,0 0 1,1-1-1,-1 1 0,-5 1 0,1-1 109,5 0-89,0 0 0,0 0 0,0 1 0,0-1 0,0 1 0,0-1-1,0 1 1,0 0 0,1 0 0,-1 0 0,0 0 0,1 0 0,-1 0 0,1 0 0,-1 1 0,1-1 0,-1 0 0,1 1 0,0-1 0,0 1 0,0 0 0,0-1-1,0 1 1,0 0 0,-1 2 0,-2 6 168,0 0-1,1 1 0,-3 15 1,5-19-141,-9 54 803,2 0 0,4 1 0,2-1 1,8 85-1,-4-126-734,1 0 0,0 0 0,2 0-1,0-1 1,1 0 0,2 0 0,-1 0 0,2-1 0,12 20 0,-15-30-129,0 0 1,0-1 0,0 1 0,1-1-1,0 0 1,1-1 0,-1 0-1,1 0 1,9 5 0,-10-8-48,0 0 1,-1 0-1,1-1 1,0 1 0,0-2-1,1 1 1,-1-1-1,0 0 1,1 0-1,-1-1 1,0 0-1,0-1 1,11-1 0,-12 1-141,0-1 1,0-1 0,0 1 0,-1-1 0,1 0 0,0 0-1,-1 0 1,0-1 0,0 0 0,0 0 0,0 0 0,0-1 0,-1 1-1,0-1 1,0 0 0,0 0 0,4-10 0,3-5-2313,-1 0 0,-1 0 0,12-40 0,-3-16-9903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2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10 256,'0'0'19881,"-13"217"-17608,13-109-224,7 3-736,9-3-417,1-17-272,0-31-143,-4-24-257,4-30-224,-4-6-112,7-42-112,0-36-689,0-28-591,0-17-609,0 0-2097,4 11-2770,3 25-2864</inkml:trace>
  <inkml:trace contextRef="#ctx0" brushRef="#br0" timeOffset="1">355 1 7091,'0'0'9172,"67"174"-6738,-50-65-177,-4-4-737,-6-9-575,-1-18-481,-2-30-336,-1-17-128,-3-28-176,0-18-8452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3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562 164 6307,'0'0'7353,"1"-14"-6558,2-66 2230,-4 77-2956,0 1 1,0 0-1,0 0 0,0 0 0,0 0 1,0 0-1,0 0 0,0 0 0,-1 0 1,1 0-1,-1 1 0,0-1 0,1 0 1,-1 1-1,0-1 0,0 1 0,0 0 1,0 0-1,-3-2 0,-44-19 216,36 19-250,0 1 1,0 0-1,0 0 0,0 1 1,-1 1-1,1 0 0,0 1 0,0 0 1,-1 1-1,1 1 0,0 0 1,-20 8-1,18-4 16,0 1 1,1 0-1,0 1 0,0 0 1,1 1-1,0 1 1,1 0-1,0 1 0,-18 24 1,15-16 75,2 1 0,0 1 0,2 0 0,0 1 0,-14 44-1,10-6 286,2-1 0,3 2 0,3-1 0,0 88 0,7-128-288,-2 47 396,9 80 0,-5-128-435,1-1 1,1 0 0,1-1-1,0 1 1,1-1-1,1 0 1,1 0-1,19 31 1,-22-41-44,1 0 1,0-1-1,1 1 0,0-1 1,0 0-1,0-1 0,1 0 1,0 0-1,0-1 0,1 0 1,-1 0-1,16 5 0,-11-6-2,1 0 0,0-1-1,0 0 1,0-1-1,1-1 1,-1 0 0,25-2-1,-27 0-51,0-1 0,0 0-1,0-1 1,0 0 0,-1 0 0,1-1-1,-1-1 1,0 0 0,0-1 0,-1 0-1,1 0 1,13-12 0,-13 8-132,0 0 0,-1-1 0,-1 0-1,1-1 1,-2 0 0,0 0 0,0-1 0,-1 0 0,-1 0-1,6-14 1,-8 15-259,0 0 0,-1 0 0,0 0 0,-1 0 0,-1 0 0,0 0 0,0-1 0,-1 1-1,-1 0 1,-2-19 0,3 30 272,-1 0 0,1-1 0,-1 1 0,1 0 0,-1 0 0,1-1 0,-1 1 0,1 0 0,-1 0 1,0 0-1,0 0 0,0 0 0,1 0 0,-1 0 0,0 0 0,0 0 0,0 1 0,-1-1 0,1 0 0,0 0 0,-2 0 0,1 1-219,1-1 0,0 1 0,-1 0 0,1 0 0,-1 0-1,1 0 1,0 0 0,-1 0 0,1 0 0,0 0 0,-1 0 0,1 1 0,-3 0 0,-6 7-5095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3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73 16279,'0'0'6259,"-47"-6"-8436,47-21-1616,0-13-5380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3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5 6147,'0'0'10602,"0"-1"-10503,0 1 0,0 0 0,0 0 0,0-1 0,0 1 0,1 0 1,-1 0-1,0 0 0,0-1 0,0 1 0,0 0 0,1 0 0,-1 0 0,0 0 0,0-1 0,1 1 0,-1 0 0,0 0 1,0 0-1,1 0 0,-1 0 0,0 0 0,1 0 0,-1 0 0,0 0 0,0 0 0,1 0 0,-1 0 0,-1 11 20,0 1-1,-1 0 0,-1-1 0,0 1 0,0-1 1,-10 20-1,5-9-4,-206 679 977,211-691-1069,-36 154 208,32-128 65,2 1 0,0 54 0,5-90-292,-1 0 0,1 0 1,0-1-1,0 1 0,0 0 0,0 0 1,0 0-1,1 0 0,-1 0 0,0-1 1,0 1-1,0 0 0,1 0 0,-1 0 1,0-1-1,1 1 0,0 1 0,0-2-10,-1 1 0,1-1-1,0 0 1,0 1 0,-1-1-1,1 0 1,0 0-1,0 0 1,-1 0 0,1 0-1,0 0 1,-1 0-1,1 0 1,0 0 0,0 0-1,-1 0 1,1-1-1,0 1 1,0 0 0,-1 0-1,1-1 1,0 1-1,-1 0 1,1-1 0,-1 1-1,1-1 1,0 1 0,0-2-1,18-19-460,-11 5-287,-1 1 1,0-1 0,-2 0 0,0 0 0,0 0 0,-2-1 0,0 0-1,1-25 1,3-24-4333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3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9812,'0'0'6854,"14"-6"-6464,45-18 87,-56 23-414,1-1-1,0 1 0,0 0 0,0 0 0,0 0 1,0 1-1,0 0 0,0-1 0,0 1 0,0 1 1,0-1-1,0 0 0,0 1 0,0 0 0,0 0 1,0 0-1,-1 1 0,1-1 0,0 1 0,-1 0 1,1 0-1,-1 0 0,1 0 0,-1 1 0,0-1 1,0 1-1,3 3 0,2 6 30,1-1 1,-2 1-1,0 1 0,0-1 0,9 26 1,-9-22 23,11 32 276,22 86 0,0 56 372,-26-119-434,4 18 104,1 16 346,46 138-1,-60-227-750,1-1-1,1 0 1,0-1-1,1 1 1,14 18-1,-21-31-209,-2-10-1225,0 0 638,-1 1 0,0-1 0,0 1 0,0-1 0,-1 1 0,0 0 0,-1 0 0,0 0 0,-8-12 0,-3-6-2381,-18-31-5733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32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16456,'0'0'4273,"228"-69"-3760,-145 21-513,-13 9-1521,-23 11-3073,-27 16-7075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5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34 227 10069,'0'0'5141,"-6"-4"-4290,-18-14-240,23 18-602,1 0 0,0 0 1,0 0-1,0 0 0,0 0 1,0 0-1,0-1 1,-1 1-1,1 0 0,0 0 1,0 0-1,0 0 0,0 0 1,0 0-1,0 0 0,0 0 1,0 0-1,-1 0 1,1 0-1,0 0 0,0-1 1,0 1-1,0 0 0,0 0 1,0 0-1,0 0 0,0 0 1,0 0-1,0 0 1,0-1-1,0 1 0,0 0 1,0 0-1,0 0 0,0 0 1,0 0-1,0 0 1,0-1-1,0 1 0,0 0 1,0 0-1,0 0 0,0 0 1,0 0-1,0 0 0,0-1 1,0 1-1,0 0 1,0 0-1,0 0 0,0 0 1,1 0-1,-1 0 0,0 0 1,0 0-1,0 0 0,0-1 1,0 1-1,0 0 1,0 0-1,0 0 0,1 0 1,-1 0-1,0 0 0,0 0 1,0 0-1,0 0 0,0 0 1,11-1 71,-10 1-16,179-2 852,-90 3-799,283 25-89,3-1-154,-142-25-256,-228 1 359,-1-1 1,1 0-1,-1 0 0,1 0 1,0-1-1,-1 0 1,1 0-1,-1 0 1,0-1-1,1 0 1,-1 0-1,0 0 1,5-4-1,-10 6 23,1 0 0,-1 0 0,0 0 0,0 0 0,0 0 0,1 0 0,-1 0 0,0 0 0,0 0 0,0 0 0,1 0 0,-1 0 0,0-1 0,0 1 0,0 0 0,1 0 0,-1 0 0,0 0 0,0 0 0,0-1 0,0 1 0,0 0 0,0 0 0,1 0 0,-1 0 0,0-1 0,0 1 0,0 0 0,0 0 0,0 0 0,0-1 0,0 1 0,0 0 0,0 0 0,0 0 0,0-1 0,0 1 0,0 0 0,0 0 0,0-1 0,0 1 0,0 0 0,0 0 0,0 0 0,0-1 0,0 1 0,0 0 0,-1 0 0,1 0 0,0 0 0,0-1 0,0 1 0,0 0 0,0 0 0,0 0 0,-1 0 0,1 0 0,0-1 0,0 1 0,0 0 0,-1 0 0,1 0 0,0 0 0,0 0 0,0 0 0,-1 0 0,1 0 0,-19-3 101,12 2-88,-27-4-617,28 5 110,1-1 0,-1 1-1,1-1 1,-1 0-1,1-1 1,0 1 0,0-1-1,0 0 1,0 0-1,0-1 1,0 1 0,0-1-1,1 0 1,-7-5 0,-20-29-2183,22 26 2447,0 0-1,-19-17 0,-38-28 2104,23 19 2367,42 35-3855,7 2 1493,18 9-1724,0 1-1,0 0 1,-2 2 0,28 18-1,-9-6-169,-23-13 26,-2-3-10,0 1-1,-1 0 1,-1 1-1,1 1 0,16 17 1,-28-24-3,0-1 0,0 1 0,0 0 1,0 0-1,-1 1 0,1-1 0,-1 0 0,0 1 0,-1 0 1,1-1-1,-1 1 0,0 0 0,0 0 0,0-1 0,-1 1 0,0 0 1,0 0-1,0 0 0,0 0 0,-1 0 0,0 0 0,0 0 1,0-1-1,-4 10 0,2-7 59,-1 0 0,1 0 1,-1 0-1,-1 0 0,1-1 1,-9 8-1,-38 37 468,45-46-472,-229 193 1091,195-165-1090,31-28-308,8-10-897,10-17-1650,-9 22 2773,31-57-5697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55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8468,'0'0'6376,"8"-8"-6050,0 1-287,-1 0 1,1 1 0,0 0 0,1 0-1,-1 1 1,1 1 0,0-1 0,0 1-1,16-4 1,180-41 287,-158 40-383,1 2-1,67 0 1,-114 7 549,-2 7-349,-41 160 30,3 67 729,-15 462 0,52-659-698,1-13-70,4 44 0,-3-67-164,1 0 1,-1-1 0,0 1-1,1 0 1,-1-1 0,1 1-1,0-1 1,-1 1 0,1-1-1,-1 1 1,1-1 0,0 1-1,-1-1 1,1 0 0,0 1-1,0-1 1,-1 0 0,1 1-1,0-1 1,0 0 0,-1 0-1,1 0 1,0 0 0,0 0-1,0 0 1,-1 0 0,1 0-1,0 0 1,0 0 0,0 0-1,-1-1 1,1 1 0,0 0-1,0-1 1,-1 1 0,1 0-1,0-1 1,-1 1 0,1-1-1,0 1 1,0-2 0,1 0-145,0 0 0,-1-1 0,1 1 0,-1-1 0,0 1 0,1-1 0,-1 0 0,0 0 1,-1 1-1,2-7 0,2-31-2567,-4 40 2726,1-56-5610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5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14038,'0'0'3810,"233"-24"-2561,-139 3-1249,-4 3 0,-6-3-1489,-17 6-2593,-31 0-4242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56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13494,'0'0'3730,"180"6"-3634,-126-6-96,-8 0-1777,-6 0-3505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5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4 912,'0'0'13849,"-29"-1"-12821,-6-1-722,-50 4 1,80-2-265,0 1 0,0 0 0,0 0-1,0 1 1,0-1 0,1 1 0,-1 0 0,1 0 0,-1 1-1,1-1 1,0 1 0,0 0 0,0 0 0,0 1 0,1-1-1,-1 1 1,-3 4 0,3-2 18,1 0 1,-1 0-1,1 0 0,0 1 0,1-1 1,0 1-1,0-1 0,0 1 0,-1 11 0,1-2-23,1 1 0,0-1 0,2 1 0,-1-1 0,2 0 0,0 1 0,1-1-1,1 0 1,0 0 0,12 28 0,9 2-53,55 80 0,-53-88-25,-2 2 0,36 74 0,-58-105 43,0 0 0,0 1-1,-1-1 1,0 0 0,0 1-1,-1-1 1,-1 13 0,0-20 2,0 1 1,0-1-1,-1 0 1,1 0-1,-1 0 1,1 1 0,-1-1-1,0 0 1,0 0-1,0 0 1,0 0-1,0 0 1,0 0-1,0-1 1,-1 1 0,1 0-1,-1-1 1,1 1-1,-1-1 1,0 1-1,0-1 1,1 0 0,-1 1-1,0-1 1,0 0-1,0 0 1,0-1-1,-1 1 1,1 0 0,0-1-1,-3 1 1,-8 1 56,0 0 1,0-1 0,0 0-1,-16-1 1,13-1-15,8 2-26,1-2-1,-1 1 1,1-1-1,-1 0 1,1 0-1,-14-5 1,19 5-20,-1-1 1,1 1 0,-1 0 0,1-1 0,0 0 0,-1 1 0,1-1-1,0 0 1,0 0 0,0 0 0,0 0 0,1-1 0,-1 1-1,1 0 1,-1-1 0,1 1 0,0-1 0,0 0 0,0 1 0,0-1-1,-1-3 1,1 1-6,1 1-1,-1-1 1,1 1-1,0-1 1,0 1-1,0 0 1,0-1-1,1 1 1,0-1-1,0 1 1,0 0-1,1-1 1,2-4-1,-1 2-5,0 1 0,1 0-1,0 0 1,1 0 0,-1 1-1,1 0 1,9-8-1,3 0-3,1 1-1,0 1 1,0 0-1,36-14 0,-20 13 8,2 1-1,-1 2 0,48-6 0,36-10-14,-101 20 20,0 0 0,0-2 0,-1 0 0,23-14-1,-34 18-13,0-1 0,-1-1 0,1 1 0,-1-1 0,0 0 0,0 0 0,0 0 0,-1-1 0,0 0 0,0 1 0,-1-2 0,1 1 0,-1 0 0,0-1 0,-1 1 0,0-1 0,0 0 0,1-7 0,0-10-111,-1 0 1,-1 0 0,-4-46 0,2 50 74,0 7-84,-1-1 0,0 1 0,-7-21 0,8 28 144,-1 1 1,0 0 0,0 0-1,-1 0 1,0 0 0,1 0-1,-2 0 1,1 1 0,0-1-1,-1 1 1,-6-5 0,9 8 8,0 0 1,0 0 0,0 0-1,-1 0 1,1 1 0,0-1 0,-1 0-1,1 1 1,0-1 0,-1 1-1,1-1 1,-1 1 0,1 0 0,-1-1-1,1 1 1,-1 0 0,1 0-1,-1 0 1,1 0 0,-1 1 0,1-1-1,-1 0 1,1 1 0,0-1-1,-1 0 1,1 1 0,-1 0 0,1-1-1,0 1 1,0 0 0,-1 0-1,1 0 1,0 0 0,0 0 0,0 0-1,0 0 1,0 0 0,0 0-1,-1 2 1,-3 5 86,-1 0 0,2 0 0,-1 1 0,-5 15-1,10-23-95,-19 52 474,3 0 0,3 1 1,2 1-1,2 0 0,2 1 1,3-1-1,3 1 0,6 68 0,-5-118-438,1 1-1,0-1 0,0 0 1,1 0-1,-1 1 0,1-1 1,0 0-1,1-1 1,0 1-1,0 0 0,0-1 1,7 9-1,-6-10-29,0 0 0,0-1 0,0 1 0,0-1 0,1 0 0,0-1 0,-1 1 0,1-1 0,0 0 0,0 0 0,0 0 0,0-1 0,1 1-1,-1-1 1,5 0 0,1 0-47,0 0-1,-1 0 1,1-1 0,-1-1-1,1 0 1,-1 0-1,1-1 1,-1 0-1,0-1 1,0 0-1,0 0 1,0-1-1,0-1 1,-1 0-1,0 0 1,0 0-1,0-2 1,-1 1-1,8-8 1,13-13-950,-2-2 0,-1 0 0,-1-2-1,-2-1 1,-1 0 0,31-64 0,-38 65-1016,-2-1 0,-2 0 0,-1 0 0,11-59 0,-17 42 1521,-4 17 3764,0 24-1385,0 8-1743,0-1 0,0 1 0,-1 0 1,1-1-1,0 1 0,0 0 0,0-1 1,-1 1-1,1 0 0,0-1 0,-1 1 1,1 0-1,0-1 0,0 1 0,-1 0 1,1 0-1,-1-1 0,1 1 0,0 0 1,-1 0-1,1 0 0,0 0 0,-1-1 1,1 1-1,-1 0 0,1 0 0,0 0 1,-1 0-1,1 0 0,-1 0 0,0 0 1,-19 0 1417,13 1-853,-14-2 77,0 2 1,0 0-1,0 1 0,-22 6 1,37-7-758,0 1 0,0 0 0,0 1 0,1-1 0,-1 1 0,1 0 1,-1 1-1,1-1 0,0 1 0,0 0 0,1 0 0,-1 1 0,1-1 0,0 1 0,0 0 0,0 0 1,1 0-1,-4 8 0,3-2-74,1 1 0,0-1-1,1 1 1,0-1 0,1 1 0,0-1 0,1 1 0,0 0 0,1 0 0,0-1-1,4 19 1,-1-16-109,0 0-1,1 1 1,1-2 0,12 24-1,37 51-555,-31-51 440,121 175-395,-139-203 661,0 0 1,0 0-1,-1 1 0,-1-1 1,0 1-1,0 0 0,0 0 0,-2 1 1,1-1-1,-1 1 0,-1-1 0,1 17 1,-2-24-8,0 0 0,0-1 1,-1 1-1,1 0 1,-1 0-1,0 0 0,0 0 1,0-1-1,0 1 1,0 0-1,0-1 0,-1 1 1,0-1-1,1 1 1,-1-1-1,0 0 0,-2 3 1,-1-1 17,1-1 1,-1 1-1,0-1 1,0 0 0,0-1-1,-1 1 1,1-1-1,-7 2 1,-6 1 46,-1-1 0,1-1 0,0-1 0,-31 0 0,31-1-90,12-1 27,0 0 0,0 0 1,0 0-1,-11-2 0,16 2-50,-1-1 0,1 1 0,0 0 0,0-1-1,-1 0 1,1 1 0,0-1 0,0 0 0,0 1 0,0-1 0,0 0 0,0 0 0,0 0-1,0 0 1,0 0 0,0 0 0,0 0 0,1 0 0,-1-1 0,0 1 0,1 0-1,-1 0 1,1-1 0,-1 1 0,1-2 0,-2-7-768,1 0-1,0 0 1,1 1 0,1-1-1,-1 0 1,3-11 0,11-29-4947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58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2609,'0'0'5269,"0"-6"-4428,3-24 6325,-3 38-6849,18 231 911,-3-62-87,-10-56-213,4 79 473,-9-192-1327,4 18 235,-4-25-297,0 0 0,0-1 0,0 1 0,0 0 0,0-1 0,1 1 0,-1 0 0,0-1 0,1 1 0,-1-1 0,0 1 1,1 0-1,-1-1 0,1 1 0,-1-1 0,1 1 0,-1-1 0,1 0 0,-1 1 0,1-1 0,-1 1 0,1-1 0,0 0 0,-1 1 0,1-1 0,0 0 0,-1 0 0,1 0 1,1 1-1,-1-1-11,-1 0 1,1-1 0,0 1-1,-1 0 1,1 0 0,0 0-1,-1 0 1,1-1 0,-1 1-1,1 0 1,0-1 0,-1 1 0,1 0-1,-1-1 1,1 1 0,-1-1-1,1 1 1,-1-1 0,1 1-1,-1-1 1,1 1 0,-1-1-1,0 1 1,1-1 0,0-1 0,5-20-6,-4 12 4,7-34-603,-3 0 1,3-55-1,-7-93-3276,-2 25 1076,1 153 2802,-1 1 1,2-1-1,0 0 0,0 1 0,2-1 0,-1 1 0,2 0 0,0 0 0,0 1 0,1-1 1,9-12-1,-14 23 103,0 0 0,0 1 0,0-1 0,0 1 0,0-1 0,1 1 0,-1 0 0,0-1 0,1 1 0,-1 0 1,1 0-1,-1 0 0,1 0 0,0 0 0,-1 0 0,1 1 0,0-1 0,0 1 0,0-1 0,-1 1 0,1-1 0,0 1 0,0 0 1,0 0-1,0 0 0,0 0 0,0 0 0,-1 0 0,1 1 0,0-1 0,0 1 0,0-1 0,-1 1 0,1 0 0,3 1 0,-1 1 78,1 1 0,-1-1-1,0 1 1,0 0-1,-1 0 1,1 0-1,-1 1 1,0-1-1,0 1 1,0 0-1,2 7 1,13 31 458,-3 1 1,-1 1-1,7 49 1,14 141 1117,-11-54-317,-23-173-1391,-1-7-42,0 0 0,0 0 1,0 0-1,0 0 0,0 0 0,0 0 0,1 0 1,-1 0-1,0 0 0,0 0 0,1 0 0,-1 0 1,1 0-1,-1 0 0,1 0 0,-1-1 0,1 1 1,1 1-1,1-6-1,3-27-332,-2-1 0,1-32-1,0 4-451,0 1-28,14-103-2054,-14 133 2235,1 1-1,2 0 1,16-41 0,-21 61 637,1 1 1,-1 0-1,1 0 1,1 0-1,0 1 1,0-1-1,9-8 1,-13 14 42,1-1 0,0 0 0,-1 1 0,1 0 1,0-1-1,0 1 0,0 0 0,0 0 0,1 0 1,-1 1-1,0-1 0,0 0 0,0 1 1,1-1-1,-1 1 0,0 0 0,1 0 0,-1 0 1,0 0-1,1 0 0,-1 0 0,0 1 0,0-1 1,1 1-1,-1-1 0,0 1 0,0 0 0,0 0 1,4 2-1,-4-1 56,1 0-1,-1 0 1,1 1 0,-1-1-1,0 1 1,1-1 0,-1 1 0,0 0-1,-1 0 1,1 0 0,2 6-1,12 39 718,-14-40-697,11 51 609,-3 0 0,4 71-1,0 2 58,-13-128-814,6 29 136,-7-32-143,1 0-1,-1 0 1,0 0 0,1 0-1,-1 0 1,1 0 0,0 0-1,-1-1 1,1 1 0,0 0-1,-1 0 1,1-1 0,0 1-1,0 0 1,0-1 0,-1 1-1,1-1 1,0 1-1,0-1 1,0 1 0,0-1-1,0 0 1,0 1 0,0-1-1,0 0 1,2 0 0,-2 0-61,-1 0 0,1 0 0,0 0 0,-1 0 0,1-1 0,0 1 0,-1 0 0,1 0 0,-1-1 0,1 1 0,-1 0 0,1-1 0,-1 1 0,1 0 1,-1-1-1,1 1 0,-1-1 0,1 1 0,-1-1 0,1 1 0,-1-1 0,0 1 0,1-1 0,-1 0 0,0 1 0,0-1 0,1 0 0,3-21-1292,-3 16 755,3-47-4542,-4-11-3687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5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9508,'0'0'6926,"6"-2"-6011,-6 1-898,2 1 43,-1-1 0,0 0 1,1 1-1,-1-1 0,0 1 1,1 0-1,-1-1 0,1 1 0,-1 0 1,0 0-1,1 0 0,-1 0 1,1 0-1,1 0 0,-2 1-12,0 0-1,0 0 1,-1 0-1,1 0 1,0 0 0,0 0-1,0 0 1,-1 0-1,1 0 1,-1 0-1,1 1 1,-1-1-1,1 0 1,-1 0 0,0 1-1,1-1 1,-1 0-1,0 1 1,0-1-1,0 0 1,0 0-1,0 1 1,-1 1 0,3 354 3223,-3-193-2455,0-134-687,2 0-1,1 0 1,11 52 0,-11-73-128,1 0 0,0-1 0,1 0 0,0 1 0,0-1 0,0 0 0,7 8 0,-7-11-23,0-1 0,0 0 0,0 0 0,1 0-1,-1 0 1,1-1 0,0 1 0,0-1-1,0-1 1,0 1 0,1-1 0,6 3 0,-4-3-341,0 0 0,0 0 1,0-1-1,1 0 1,-1 0-1,0-1 1,1 0-1,-1 0 1,0-1-1,0 0 0,1-1 1,-1 0-1,0 0 1,0-1-1,-1 1 1,1-2-1,0 1 1,7-6-1,30-33-5885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5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14054,'0'0'4034,"247"15"-4034,-147-15 0,-13-9-3777,-13-6-10534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29:5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578 119 7684,'0'0'9820,"-14"-15"-9412,-49-49-138,61 61-223,-1 0 1,0 0-1,0 0 1,0 1 0,-1-1-1,1 1 1,-1 0-1,1 0 1,-1 0 0,0 1-1,0-1 1,1 1-1,-1 0 1,0 0 0,0 0-1,-5 0 1,-1 0 79,-9-2 105,-1 1 0,1 1 0,-39 3 0,49-1-174,-1 0 0,1 1 1,0 0-1,0 1 0,0 0 0,1 0 1,-1 1-1,1 0 0,0 1 1,-12 8-1,7-2 32,-1 1 1,1 0-1,1 1 1,1 0-1,0 1 1,0 1-1,-13 23 0,12-13 82,0 1 0,1 0 0,2 0 0,-7 33-1,3 8 246,4 0 0,2 0 0,3 73-1,3-103-223,2-1 0,1 0-1,3 0 1,0 0 0,18 58 0,-18-79-149,0-1 1,2 1 0,0-1 0,0 0 0,1-1-1,1 1 1,0-2 0,1 1 0,1-1-1,0-1 1,0 0 0,1 0 0,0-2 0,1 1-1,20 10 1,-15-11-63,1 0 0,0-2-1,0-1 1,0 0 0,1-1 0,0-1-1,0-1 1,0-1 0,1-1-1,-1-1 1,0 0 0,28-5 0,-41 4-102,0-1 0,0 1 1,0-1-1,0-1 1,0 1-1,-1-1 0,1-1 1,-1 1-1,1-1 0,-1 0 1,-1 0-1,1-1 1,0 0-1,4-6 0,-6 6-329,0 0-1,0 0 0,0-1 1,-1 0-1,0 0 0,0 0 1,0 0-1,-1 0 0,2-10 1,-2 7-979,-1-1 0,0 1-1,-1-12 1,0 21 1418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30:00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19801,'0'0'2673,"24"-159"-10260,6 123-6612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30:00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79 1921,'0'0'13505,"-4"-6"-12531,2 2-871,0 0 1,-1 0 0,0 0 0,0 0 0,0 1 0,0-1 0,0 1-1,-1 0 1,0 0 0,1 0 0,-1 1 0,0-1 0,-6-2 0,-6 0 30,-1 0 0,0 1 0,0 0 0,0 1 0,0 2 0,-1-1 0,-27 3 0,40-1-105,0 1-1,1-1 1,-1 1-1,0 1 1,0-1-1,0 1 1,1-1 0,-1 1-1,1 1 1,-1-1-1,-5 5 1,2-1 43,1 0 0,1 0 1,-1 1-1,1-1 0,-10 15 1,3 0 158,0 1 0,2 0 1,-17 48-1,13-22 250,1 0 1,3 2-1,-8 91 0,15-62 424,9 136 0,-3-194-788,0 1 0,2-1 0,0 0 0,2 0 0,0 0 0,1-1 0,1 0-1,14 24 1,-16-33-96,1-1 1,1 1-1,-1-2 0,2 1 0,-1-1 0,1 0 0,1-1 0,0 0 0,0 0 0,0-1 1,1 0-1,0-1 0,0-1 0,1 1 0,15 4 0,-4-5-51,-1-1-1,1 0 1,1-2-1,43-1 1,-59-1-68,0 0 0,0 0 1,0-1-1,1 0 0,-1-1 0,0 0 0,-1 0 1,1-1-1,9-4 0,-12 5-66,-1-1 1,1 0-1,-1-1 0,0 1 1,-1-1-1,1 1 0,0-1 1,-1 0-1,0 0 1,0-1-1,0 1 0,-1-1 1,1 1-1,-1-1 0,2-7 1,-1 3-657,0 0 0,-1 0 1,1-14-1,-1-23-4060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30:00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14807,'0'0'8132,"-60"42"-23307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4:11.8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1 232 3298,'0'0'6170,"2"-3"-5503,31-42 2984,9-37-3468,-26 50-647,-9 17 242,12-21-128,-18 34 388,0 1-1,0 0 1,0-1 0,0 1-1,0 0 1,1 0 0,-1 0-1,0 0 1,1 0 0,-1 0-1,1 0 1,-1 0-1,1 0 1,-1 1 0,1-1-1,0 1 1,-1-1 0,1 1-1,0 0 1,1-1 0,-3 7 514,0 25-454,-1 11 161,2 0 1,1 0-1,3 0 1,12 54-1,-15-85-256,0 1-1,-1-1 1,0 1-1,-1 15 0,0-22 0,0-4-3,1 0 0,-1 0 0,0 0 0,0 1 0,1-1 0,-1 0 0,1 0 0,-1 0 0,1 0 1,-1 0-1,1 0 0,0 0 0,0 0 0,-1 0 0,1 0 0,0 0 0,0-1 0,0 1 0,0 0 1,1 0-1,-1 0 5,-1-1 1,1 0 0,0 1-1,-1-1 1,1 0 0,0 0-1,-1 0 1,1 1 0,0-1-1,-1 0 1,1 0 0,0 0-1,0 0 1,-1 0 0,1 0-1,0-1 1,-1 1-1,1 0 1,0 0 0,-1 0-1,1-1 1,0 1 0,-1 0-1,1 0 1,-1-1 0,1 1-1,0-1 1,-1 1 0,1-1-1,-1 1 1,1-1 0,-1 1-1,0-1 1,1 1 0,-1-1-1,1 1 1,-1-1 0,1-1-1,14-29-96,-2-1-1,-1-1 0,10-40 1,-11 33-1060,28-67 1,-22 71 959,-17 35 437,4-20-42,-4 21-203,0 0 1,0 0-1,0 0 0,0-1 1,0 1-1,0 0 0,0 0 1,0 0-1,0-1 0,0 1 1,0 0-1,0 0 0,0 0 0,1-1 1,-1 1-1,0 0 0,0 0 1,0 0-1,0 0 0,0-1 1,0 1-1,1 0 0,-1 0 1,0 0-1,0 0 0,0 0 0,1 0 1,-1 0-1,0-1 0,0 1 1,0 0-1,1 0 0,-1 0 1,0 0-1,0 0 0,0 0 1,1 0-1,-1 0 0,0 0 0,0 0 1,0 0-1,1 0 0,-1 0 1,0 0-1,0 0 0,0 1 1,1-1-1,2 13 59,-3 31 92,0-33-117,0 300 1193,0-310-1226,0-1 0,0 0 0,0 1 0,0-1-1,0 0 1,0 1 0,0-1 0,0 0 0,1 1 0,-1-1 0,0 0-1,0 1 1,0-1 0,0 0 0,1 0 0,-1 1 0,0-1 0,0 0-1,1 0 1,-1 1 0,0-1 0,0 0 0,1 0 0,-1 0 0,0 1-1,1-1 1,-1 0 0,0 0 0,1 0 0,-1 0 0,0 0 0,1 0-1,-1 0 1,0 0 0,1 0 0,-1 0 0,0 0 0,1 0 0,0 0-1,9-3-23,0-14-308,-1 0 0,7-19 0,12-25 449,-20 46-112,-2 0 0,7-22 1,-8 21-66,0 1 0,11-20 0,22-57-440,-37 91 574,1 1-1,-1-1 1,1 0-1,-1 0 1,1 1-1,-1-1 1,1 0-1,0 1 1,0 0-1,-1-1 1,1 1-1,0 0 0,0 0 1,-1 0-1,1 0 1,0 0-1,0 1 1,-1-1-1,1 0 1,0 1-1,2 0 1,-2 3-16,1-1 1,-1 1-1,-1-1 1,1 1-1,0 0 1,-1 0-1,0-1 1,0 1-1,1 8 1,3 43 389,-3-18-114,0 13 40,-3-39-263,1 0 0,1 0-1,0 0 1,0 0 0,6 18 0,-5-28-190,-2-9-2403,0-11-237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4:14.1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0 249 4322,'0'0'3796,"7"-13"-3622,-2 4-140,4-4-9,-1-1-1,-1 0 1,0 0-1,-1-1 1,5-20-1,-8 10-225,-3 21 265,0-1-1,0 0 1,1 0-1,0 0 1,0 1-1,0-1 1,0 0-1,1 1 1,-1-1-1,1 1 1,0 0-1,4-5 1,-5 7 723,24-24 861,-25 26-1625,1 0 0,-1-1 0,0 1 0,0 0 0,1-1 0,-1 1 0,1 0 0,-1 0-1,0-1 1,1 1 0,-1 0 0,1 0 0,-1 0 0,0-1 0,1 1 0,-1 0 0,1 0 0,-1 0 0,1 0-1,-1 0 1,1 0 0,-1 0 0,1 0 0,-1 0 0,1 0 0,-1 0 0,0 0 0,1 0 0,-1 0 0,1 1-1,-1-1 1,1 0 0,-1 0 0,0 0 0,1 1 0,-1-1 0,1 0 0,-1 1 0,0-1 0,1 0-1,-1 1 1,0-1 0,0 0 0,1 1 0,-1-1 0,0 0 0,0 1 0,1-1 0,-1 1 0,0-1 0,0 1-1,0-1 1,0 0 0,0 1 0,0-1 0,0 1 0,0 0 0,3 65 819,-2-6-497,1-45-279,34 233 1279,-35-242-1320,1 0-1,-1-1 0,1 1 0,1-1 1,-1 0-1,1 0 0,0 0 0,0 0 1,0 0-1,6 6 0,-9-11-43,0 0-1,1 0 1,-1 0-1,0 1 1,0-1 0,1 0-1,-1 0 1,0 0-1,0 0 1,1 0-1,-1 0 1,0 0-1,1 1 1,-1-1 0,0 0-1,0 0 1,1 0-1,-1 0 1,0 0-1,1 0 1,-1 0-1,0-1 1,1 1 0,-1 0-1,0 0 1,0 0-1,1 0 1,-1 0-1,0 0 1,0 0-1,1-1 1,-1 1 0,0 0-1,0 0 1,1 0-1,-1-1 1,0 1-1,0 0 1,0 0-1,0 0 1,1-1 0,-1 1-1,0 0 1,0-1-1,0 1 1,0 0-1,0-1 1,6-14-96,-6 14 80,13-56-1262,6-66 0,-7 37-252,-9 59 979,0-45 508,7 73 3228,-3 46-2611,3-35-579,-3 11 279,-1 1-1,-1-1 0,3 32 1,7 37 576,-10-68-522,-4-16-204,1 1-1,0-1 0,0 1 1,1-1-1,0 0 1,1 0-1,0 0 0,5 9 1,-8-16-101,0 0 0,0-1 0,0 1 0,0-1 0,1 1 0,-1-1 0,0 1 1,0-1-1,0 0 0,0 0 0,0 1 0,1-1 0,-1 0 0,0 0 0,0 0 1,0 0-1,0 0 0,1-1 0,-1 1 0,0 0 0,0 0 0,0-1 0,0 1 1,0-1-1,0 1 0,1-1 0,-1 1 0,0-1 0,-1 0 0,1 0 0,0 1 1,2-3-1,0-13-372,0-1 1,-1 1-1,-1-20 1,4-25 39,38-152-985,-40 200 1392,1 0 0,2-27 0,24 33 1853,-30 7-1925,1-1 0,-1 0 0,0 1 0,1 0 0,-1-1 0,1 1 0,-1-1 0,1 1 0,-1-1-1,1 1 1,-1 0 0,1-1 0,-1 1 0,1 0 0,-1 0 0,1-1 0,-1 1 0,1 0 0,0 0 0,-1 0 0,1 0 0,-1 0 0,1 0 0,0 0 0,-1 0 0,1 0 0,0 0 0,-1 0 0,1 0 0,-1 0 0,1 0 0,-1 1 0,1-1-1,0 0 1,-1 0 0,1 1 0,-1-1 0,1 0 0,-1 1 0,1-1 0,-1 1 0,1-1 0,-1 0 0,0 1 0,1-1 0,-1 1 0,1 0 0,1 3 119,0 1 0,-1 0 0,1-1 0,-1 1 0,1 6 0,0-1 46,9 45 539,-4-23-234,0 0 0,14 36 0,-20-66-1112,-5-23-17096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4:15.9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1 322 6227,'0'0'6640,"2"0"-6176,-1 0-439,0 0 0,0 0-1,1 0 1,-1 0-1,0 0 1,0 0-1,0 0 1,1-1 0,-1 1-1,0 0 1,0-1-1,0 1 1,0-1-1,0 1 1,0-1 0,0 0-1,0 1 1,0-1-1,0 0 1,0 0 0,-1 0-1,1 0 1,0 0-1,0-1 1,1-2-27,-1 1 0,0-1 0,0 0-1,0 0 1,0 1 0,-1-1 0,1-5 0,0-8-809,2 1-1,-1 0 1,2 0-1,0 0 1,13-29-1,-17 44 805,1-1 0,0 0 0,0 1 0,-1-1 0,1 0-1,1 1 1,-1-1 0,0 1 0,0 0 0,0-1 0,1 1 0,-1 0 0,1 0 0,-1 0-1,1 0 1,-1 0 0,1 0 0,0 0 0,-1 0 0,5 0 1024,-5 1-919,0-1 0,0 1-1,0 0 1,0 0 0,-1 0-1,1 0 1,0 0 0,0 0 0,0 1-1,0-1 1,0 0 0,0 0-1,0 1 1,0-1 0,1 1 0,1 9 86,0-1 1,0 1 0,-2-1 0,2 11 0,4 23 427,16 68 1046,-20-83-1097,3 1 1,0-1-1,1 0 1,2-1-1,20 45 1,-27-70-524,-1 1 1,1-1 0,0 0 0,-1 0 0,1 0-1,0 0 1,0 0 0,0 0 0,1-1 0,-1 1-1,0-1 1,5 3 0,-6-4-34,-1 0 1,1 1-1,0-1 1,0 0-1,0 0 0,0 0 1,0 1-1,0-1 1,0 0-1,0 0 0,0 0 1,0-1-1,0 1 1,0 0-1,0 0 0,0 0 1,0-1-1,0 1 1,-1-1-1,1 1 0,0 0 1,0-1-1,0 0 1,0 1-1,-1-1 0,1 1 1,0-1-1,-1 0 1,1 0-1,0 1 0,-1-1 1,1 0-1,-1 0 1,1 0-1,-1 1 0,0-1 1,1 0-1,-1 0 1,1-1-1,4-18-260,0 0 1,0 0-1,-2 0 0,1-28 1,4-20-1000,1-12-627,-7 53 1776,1 0 0,2 0-1,9-32 1,-9 41-8,3-9 45,-8 26 81,0 1 0,1 0 0,-1 0 0,0-1 0,0 1 0,0 0 0,0 0 0,0 0 0,0-1 0,0 1 1,1 0-1,-1 0 0,0 0 0,0-1 0,0 1 0,0 0 0,1 0 0,-1 0 0,0 0 0,0-1 0,1 1 0,-1 0 0,0 0 1,0 0-1,0 0 0,1 0 0,-1 0 0,0 0 0,0 0 0,1 0 0,-1 0 0,0 0 0,0 0 0,1 0 0,-1 0 1,1 0-1,4 9 356,0 16-19,-5-24-347,33 181 1397,-12-76-549,-18-83-613,2 0 0,1 0 0,1 0 0,0-1-1,2 0 1,13 24 0,-21-45-238,0 0 1,-1 0-1,1-1 0,0 1 1,0 0-1,0-1 0,0 1 1,0-1-1,0 1 1,0-1-1,0 1 0,0-1 1,0 0-1,0 1 0,0-1 1,0 0-1,0 0 0,0 0 1,0 0-1,0 0 0,0 0 1,0 0-1,0 0 0,0 0 1,0-1-1,0 1 0,0 0 1,0-1-1,0 1 1,0-1-1,0 1 0,0-1 1,0 1-1,0-1 0,-1 1 1,1-1-1,1-1 0,5-18-466,-1-1-1,-2 0 0,5-38 0,-2 10-518,2 1 249,35-166-1398,-3 67 1387,-41 146 810,0 0 0,0 1 0,0-1 0,0 0 0,1 0 0,-1 1 0,0-1 0,0 0 0,1 0 0,-1 1 0,0-1 0,1 0 0,-1 1 0,1-1 0,-1 0 0,1 1 0,-1-1 0,1 0 0,-1 1 0,1-1 0,-1 1 0,1-1 0,0 1 0,-1 0 0,1-1 0,0 1 0,0 0 1,-1-1-1,1 1 0,0 0 0,1-1 0,2 19 886,56 279 3264,-59-291-5532,-2-13-1204,1-12-670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4:17.7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1 151 4466,'0'0'8964,"3"2"-8558,11 8 2,-13-10-393,-1 1 0,1-1 1,-1 0-1,1 0 0,-1 0 1,1 0-1,0 0 0,-1 0 1,1 0-1,-1 0 0,1 0 0,-1 0 1,1 0-1,-1 0 0,1 0 1,-1-1-1,1 1 0,-1 0 1,1 0-1,-1 0 0,1-1 0,-1 1 1,0 0-1,1-1 0,-1 1 1,1 0-1,-1-1 0,0 1 1,1-1-1,-1 1 0,0 0 0,1-1 1,-1 1-1,0-1 0,0 1 1,0-1-1,1 0 0,7-21-60,-7 19 58,2-8-83,1-3-339,1 0 0,0 0 0,1 1 0,0 0 0,12-19 1,-18 31 423,1 0-1,0 1 1,-1-1 0,1 0 0,0 0 0,-1 0 0,1 0 0,0 1 0,0-1 0,0 0-1,0 1 1,0-1 0,0 0 0,0 1 0,0-1 0,0 1 0,0 0 0,0-1 0,0 1 0,0 0-1,0 0 1,0-1 0,0 1 0,1 0 0,-1 0 0,0 0 0,0 1 0,0-1 0,0 0 0,0 0-1,0 1 1,2-1 0,-2 1 47,1 0 0,-1 0-1,1 0 1,-1 1 0,0-1 0,1 0-1,-1 1 1,0-1 0,0 0 0,0 1-1,0 0 1,0-1 0,0 1 0,0-1-1,-1 1 1,1 0 0,-1 0 0,1 2-1,15 114 1366,-14-87-962,2-1 0,1-1 1,1 1-1,1-1 0,13 34 0,-19-61-435,0 0 0,-1 0 1,1 0-1,0 0 0,0 0 0,0 0 0,1-1 0,-1 1 0,0 0 0,1-1 0,-1 1 0,1-1 0,-1 1 0,1-1 1,0 0-1,0 1 0,-1-1 0,1 0 0,0 0 0,0 0 0,0-1 0,0 1 0,0 0 0,0-1 0,1 1 0,-1-1 1,0 0-1,4 0 0,-5 0-32,-1 0-1,1-1 1,-1 1 0,1-1 0,0 1 0,-1-1 0,1 1 0,-1-1-1,1 1 1,-1-1 0,0 0 0,1 1 0,-1-1 0,1 0 0,-1 1-1,0-1 1,0 0 0,1 1 0,-1-1 0,0 0 0,0 1 0,0-2 0,4-21-219,-3 19 136,32-252-5384,-25 224 4436,-6 25 950,0 0 0,0-1 1,-1 1-1,1-11 1,-2 17 157,0 0 0,0 0-1,1 0 1,-1 0 0,0 1 0,1-1 0,-1 0 0,1 0 0,-1 0 0,1 0 0,-1 0 0,1 0 0,-1 1 0,1-1 0,0 0-1,-1 0 1,1 1 0,0-1 0,0 0 0,0 1 0,-1-1 0,1 1 0,0-1 0,0 1 0,0 0 0,0-1 0,0 1 0,0 0-1,0 0 1,0-1 0,0 1 0,0 0 0,0 0 0,0 0 0,1 0 0,-1 0 192,-1 0-257,0 0 0,0 0 0,0 0 0,0 0 0,1 0 0,-1 0 0,0 0 0,0-1 0,0 1 0,0 0 0,0 0 0,1 0 0,-1 0 0,0 0 0,0 0 0,0 0 0,0 0 0,1 0 0,-1 0 0,0 0 0,0 0 0,0 0 0,0 0 0,1 0 0,-1 0 0,0 0 0,0 0 0,0 0 0,0 0 0,1 1 0,-1-1 0,0 0 0,0 0 0,0 0 0,0 0 0,0 0 0,0 0 0,1 0 0,-1 0 0,0 1 0,0-1 0,0 0 0,0 0 0,0 0 0,0 0 0,0 1 0,0-1 0,0 0 0,1 0 0,6 8 357,2 11-45,-2 0 0,0 1 1,-2 0-1,0 0 0,4 32 1,6 26 325,-8-44-448,-5-21-66,1-1-1,0 1 1,1 0-1,10 21 0,-14-33-132,1 0-1,-1-1 1,0 1-1,1 0 1,-1-1-1,1 1 1,-1 0-1,1-1 1,-1 1-1,1-1 1,-1 1-1,1-1 1,0 1-1,-1-1 1,1 1-1,0-1 1,-1 1-1,1-1 1,1 1-1,-1-1-7,-1 0 0,1-1 0,0 1-1,-1 0 1,1 0 0,-1 0 0,1 0 0,-1-1 0,1 1 0,-1 0-1,1 0 1,-1-1 0,1 1 0,-1 0 0,1-1 0,-1 1-1,0-1 1,1 1 0,-1 0 0,1-2 0,12-25-430,-12 26 398,11-31-250,13-39-324,-18 51 53,1-1 0,0 1 0,15-25 0,-11 23 16,-1-1 1,9-27-1,-19 47 642,6-17-268,-7 19 225,1 1 1,-1-1-1,0 0 0,1 0 1,-1 1-1,0-1 1,1 0-1,-1 1 0,1-1 1,-1 0-1,1 1 1,-1-1-1,1 1 0,0-1 1,-1 1-1,1-1 1,0 1-1,-1 0 1,1-1-1,1 0 0,-1 25 2205,14 67-703,26 87 0,-33-154-1186,-4-16-682,-3-13-2055,-1-14-595,0-5-2791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4:19.4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1 162 8948,'0'0'6939,"1"-5"-6632,58-127-1692,-58 130 1336,0 1 0,0-1-1,0 1 1,0-1-1,0 1 1,0-1 0,0 1-1,1-1 1,-1 1-1,0 0 1,1 0-1,-1 0 1,1 0 0,0 0-1,-1 0 1,1 0-1,0 0 1,0 1-1,-1-1 1,5 0 1011,1 40-378,-4 15-32,3 0-1,2 0 1,18 62-1,-18-85-206,-6-19-215,1 0 0,1-1 0,0 1 1,1-1-1,9 18 0,-14-29-131,0 1 1,1-1-1,-1 0 0,0 1 0,0-1 0,1 1 0,-1-1 1,0 0-1,0 1 0,1-1 0,-1 0 0,1 0 1,-1 1-1,0-1 0,1 0 0,-1 0 0,1 1 0,-1-1 1,0 0-1,1 0 0,-1 0 0,1 0 0,-1 1 0,1-1 1,-1 0-1,1 0 0,-1 0 0,1 0 0,-1 0 1,0 0-1,1 0 0,-1-1 0,1 1 0,-1 0 0,1 0 1,-1 0-1,1 0 0,-1-1 0,0 1 0,1 0 0,-1 0 1,1-1-1,-1 1 0,0 0 0,1 0 0,-1-1 0,0 1 1,1-1-1,-1 1 0,0 0 0,1-1 0,9-21-167,8-68-544,45-188-2785,-62 276 3514,5-16 510,-6 18-511,0 0-1,0-1 1,0 1-1,1-1 1,-1 1-1,0 0 1,0-1-1,1 1 1,-1 0-1,0 0 1,1-1-1,-1 1 1,0 0-1,0 0 1,1-1-1,-1 1 1,1 0-1,-1 0 1,0 0-1,1 0 1,-1-1-1,0 1 1,1 0-1,-1 0 1,1 0-1,-1 0 1,1 0-1,-1 0 1,0 0-1,1 0 1,-1 0-1,1 0 1,-1 0-1,0 0 1,1 1-1,-1-1 1,1 0-1,-1 31 1431,2 7-982,2-1 0,2 0 0,9 37 0,5 24 148,-19-88-570,1 0-1,0-1 1,0 1-1,1-1 1,0 0-1,0 0 1,1 0-1,6 10 1,-10-19-50,1 1 1,0-1 0,0 1 0,0-1 0,-1 0-1,1 1 1,0-1 0,0 0 0,0 1 0,0-1-1,0 0 1,0 0 0,-1 0 0,1 0 0,0 0-1,0 0 1,0 0 0,0 0 0,0 0-1,0-1 1,0 1 0,-1 0 0,1 0 0,0-1-1,0 1 1,0-1 0,0 1 0,-1 0 0,1-1-1,0 0 1,-1 1 0,1-1 0,0 1 0,-1-1-1,1 0 1,0-1 0,7-15-369,-2-1 0,0 0 0,-1 0 0,-1-1 0,4-30 0,2-10-324,8-13 63,-8 36 294,4-37 0,-13 66 372,-2 7-4,1-1 0,0 0 0,0 0 1,0 0-1,0 1 0,0-1 0,0 0 0,0 0 0,0 1 0,0-1 1,0 0-1,0 0 0,1 1 0,-1-1 0,0 0 0,0 0 1,1 1-1,-1-1 0,0 0 0,1 1 0,-1-1 0,1 0 1,-1 1-1,1-1 0,-1 1 0,1-1 0,0 0 0,0 1 287,1 35 452,1-1 0,9 38 0,1 7-12,-12-66-625,0-6-77,0 0 0,0 0-1,0 0 1,1 0-1,4 9 1,-6-14-640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4:21.0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1 201 5507,'0'0'9503,"13"0"-7366,-12 0-2117,1 0 1,-1 0-1,1-1 1,-1 1 0,1-1-1,-1 1 1,1-1 0,-1 0-1,0 0 1,1 1 0,-1-1-1,0 0 1,1 0 0,-1 0-1,0 0 1,0 0 0,0-1-1,0 1 1,1-2-1,17-31 263,-15 24-261,-2 6-30,14-30-1204,40-58-1,-56 91 1196,0 0 1,1 1-1,-1-1 1,1 1-1,-1-1 1,1 1-1,-1-1 0,1 0 1,-1 1-1,1 0 1,-1-1-1,1 1 0,0-1 1,-1 1-1,1 0 1,0-1-1,-1 1 0,1 0 1,1 0-1,-2 0 34,1 0 0,-1 0 0,1 0 0,-1 0 0,0 1 0,1-1 0,-1 0 0,0 0 0,1 0 0,-1 1 0,1-1 0,-1 0 0,0 1 0,0-1 0,1 0 0,-1 1 0,0-1 0,0 1 0,1-1 0,-1 0 0,0 1 0,0-1 0,0 1 0,7 32 1023,-7-26-1121,9 54 536,2-1 0,3 0 1,3-1-1,25 61 0,-39-114-408,11 22 120,-14-27-164,1-1-1,-1 1 0,1 0 1,-1-1-1,1 1 1,0 0-1,-1-1 0,1 1 1,-1-1-1,1 1 0,0-1 1,-1 1-1,1-1 1,0 0-1,0 1 0,-1-1 1,1 0-1,0 0 1,0 1-1,0-1 0,-1 0 1,1 0-1,0 0 1,0 0-1,0 0 0,0 0 1,-1 0-1,1 0 1,0-1-1,0 1 0,1-1 1,-1 1-7,-1-1 1,1 0 0,0 0-1,-1 0 1,1 0 0,-1 0 0,0 0-1,1 1 1,-1-1 0,1 0-1,-1 0 1,0 0 0,0 0-1,0-1 1,0 1 0,0 0-1,0 0 1,0-1 0,1-3-70,7-63-1039,13-65-2576,-11 69 2456,-8 46 768,0 0 1,8-26 0,-10 44 513,0-1 1,1 0 0,-1 0 0,0 1 0,0-1 0,1 0 0,-1 1-1,0-1 1,1 0 0,-1 1 0,1-1 0,-1 0 0,1 1-1,-1-1 1,1 1 0,-1-1 0,1 1 0,0-1 0,-1 1 0,1-1-1,0 1 1,-1 0 0,1-1 0,0 1 0,-1 0 0,1-1-1,0 1 1,0 0 0,-1 0 0,1 0 0,0 0 0,0 0 0,1 0-1,-2 0 316,3 7 472,45 174 2277,-18-78-2498,-29-97-593,3 9 37,0 0-1,1 0 0,0-1 1,1 1-1,9 13 1,-14-27-67,-1 0 0,1-1 1,0 1-1,-1 0 0,1-1 1,0 1-1,0-1 0,0 1 1,-1-1-1,1 0 0,0 1 1,0-1-1,0 0 0,0 0 1,0 1-1,0-1 0,0 0 1,0 0-1,0 0 0,-1 0 0,1 0 1,0 0-1,0-1 0,0 1 1,0 0-1,0 0 0,0-1 1,0 1-1,0 0 0,-1-1 1,1 1-1,0-1 0,0 1 1,-1-1-1,1 1 0,0-1 1,0 0-1,-1 1 0,1-1 0,-1 0 1,1 0-1,-1 1 0,1-1 1,-1 0-1,1-1 0,12-31-1032,-2-1-1,10-51 0,-13 45 347,22-58 0,-9 20-1216,-21 77 1942,0 1 0,0 0 0,0 0 0,0 0 0,0-1 0,0 1 1,0 0-1,0 0 0,0 0 0,0-1 0,0 1 0,0 0 0,0 0 0,0 0 0,1-1 0,-1 1 0,0 0 0,0 0 0,0 0 0,0-1 0,0 1 0,0 0 1,0 0-1,1 0 0,-1 0 0,0 0 0,0 0 0,0-1 0,0 1 0,1 0 0,-1 0 0,0 0 0,0 0 0,0 0 0,1 0 0,-1 0 0,0 0 1,0 0-1,0 0 0,0 0 0,1 0 0,-1 0 0,0 0 0,0 0 0,0 0 0,1 0 0,-1 0 0,0 0 0,0 0 0,0 0 0,1 0 0,-1 0 0,0 0 1,0 0-1,0 0 0,1 0 0,-1 1 0,0-1 0,0 0 0,0 0 0,0 0 0,0 0 0,1 0 0,-1 1 0,0-1 0,0 0 0,0 0 0,0 0 0,0 1 1,7 14 1948,-6-12-2125,6 22 789,0 0-1,5 49 1,-9-48-361,2-1 0,13 47 1,-17-70-471,-1-15-3781,0-16-1259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4:23.4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1 277 6195,'1'0'11691,"18"-14"-11723,-2-7-693,0-1 0,-2 0 0,24-46 1,12-19-4000,-43 73 4162,-8 12 561,1 0 0,0 0-1,0 1 1,-1-1 0,1 0 0,1 0 0,-1 0 0,0 1 0,0-1 0,1 1-1,-1-1 1,1 1 0,-1-1 0,1 1 0,0 0 0,2-2 1568,-3 15-158,0 0-1,4 22 1,23 59-416,-13-45-401,68 231 1180,-83-276-1751,0-2-18,0-1 0,0 1 0,0-1 0,0 1 0,0-1 0,0 1-1,0-1 1,0 1 0,1-1 0,-1 0 0,0 1 0,0-1 0,0 1-1,0-1 1,1 1 0,-1-1 0,0 0 0,1 1 0,-1-1 0,0 0 0,0 1-1,1-1 1,-1 0 0,1 1 0,-1-1 0,0 0 0,1 0 0,-1 1 0,1-1-1,-1 0 1,1 0 0,-1 0 0,0 0 0,1 1 0,-1-1 0,1 0-1,0 0 1,0-1-36,-1-1 0,1 1 0,0 0 0,-1 0 0,1-1-1,-1 1 1,1 0 0,-1-1 0,0 1 0,1 0 0,-1-1-1,0 1 1,0-1 0,0-2 0,0 2-25,44-304-3300,-41 285 3358,1 7-118,0-1 1,6-16 0,2-4-420,-7 25 1406,1 15 550,1 2-1271,-4-1-69,0-1 0,0 1 0,0 0-1,0-1 1,-1 1 0,0 1 0,-1-1 0,2 8 0,-1-6 27,23 111 728,4 17 264,-25-121-997,5 16 362,21 54 0,-30-84-458,0-1 0,0 1 0,0-1 0,1 0 0,-1 1 0,0-1 0,0 1 0,0-1 0,0 1 0,1-1 0,-1 0 0,0 1 0,0-1 0,1 0 0,-1 1 0,0-1 0,0 0-1,1 1 1,-1-1 0,1 0 0,-1 0 0,0 1 0,1-1 0,-1 0 0,0 0 0,1 0 0,-1 1 0,1-1 0,-1 0 0,1 0 0,-1 0 0,0 0 0,1 0 0,-1 0 0,1 0 0,-1 0 0,1 0 0,-1 0 0,1 0 0,-1 0 0,0 0 0,1-1 0,-1 1 0,1 0 0,-1 0 0,1 0 0,-1 0 0,0-1 0,1 1 0,-1 0 0,0-1 0,1 1 0,-1 0-1,0-1 1,1 1 0,1-3-17,-1 1 0,1 0-1,-1-1 1,0 1-1,1 0 1,-1-1-1,1-3 1,19-101-2009,-15 70 1369,16-55 1,-12 63 494,-2-1 1,-1 1-1,-1-1 0,-1 0 1,0-42-1,-5 71 165,0 1 0,0-1 0,0 1-1,0-1 1,0 1 0,0 0 0,0-1-1,0 1 1,0-1 0,0 1-1,0-1 1,0 1 0,1 0 0,-1-1-1,0 1 1,0 0 0,0-1 0,1 1-1,-1-1 1,0 1 0,0 0 0,1-1-1,-1 1 1,0 0 0,1 0-1,-1-1 1,0 1 0,1 0 0,-1 0-1,0-1 1,1 1 0,-1 0 0,1 0-1,-1 0 1,0 0 0,1 0-1,-1 0 1,2 0 0,-1 6 584,8 44 479,3-1 0,29 80-1,-40-126-3540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49.3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118 76 5507,'0'0'5135,"0"-3"-4684,0-16-77,0 8 2760,-7 13-2982,4 1-145,1-1 0,-1 0-1,1 1 1,-1 0 0,1-1-1,0 1 1,0 0-1,0 0 1,0 0 0,1 1-1,-2 3 1,-11 41 6,4-9 4,-31 96 73,35-109-28,2-1 0,0 1 0,0 38 1,4-45 92,0-6-11,0-1 0,3 20 0,-2-28-116,-1 0 1,2 1 0,-1-1-1,0 0 1,1 0 0,0-1-1,0 1 1,0 0 0,1-1-1,-1 1 1,5 4 0,-1-2 3,0 0 0,1 0 0,0 0 0,1-1 0,-1 0 0,1 0 0,0-1 0,0 0-1,0 0 1,15 4 0,-6-4 37,0-1-1,1 0 1,-1-1-1,27-1 0,-37-1-59,0-1 0,0 0 0,0 0 0,0-1 1,0 0-1,0 0 0,-1 0 0,1-1 0,-1 0 0,0 0 0,1 0 0,-1-1 0,-1 0 0,1-1 0,-1 1 0,1-1 0,-1 0 0,-1 0 0,1 0 0,-1-1 0,0 0 0,6-10 0,-3 2-19,0 0-1,0-1 1,-2 0 0,0 0-1,0-1 1,-2 1 0,0-1-1,2-31 1,-2-155-97,-4 193 102,0-1 0,0 0-1,-1 1 1,0-1 0,-1 1-1,0 0 1,0 0-1,-1 0 1,-1 0 0,1 1-1,-8-10 1,9 12 15,-1 1 1,0 1-1,0-1 1,0 0-1,0 1 0,-1 0 1,1 0-1,-1 0 1,0 0-1,0 1 1,-1 0-1,1 0 0,-1 0 1,0 1-1,1 0 1,-1 0-1,0 1 0,-9-2 1,-2 1 10,-1 2 0,-21 2 0,34-2-21,0 1-1,0 0 1,1 0 0,-1 1 0,0-1 0,1 1 0,-1 0 0,1 0 0,-1 1 0,1-1-1,0 1 1,-4 4 0,-4 3-31,-5 4-35,1 1 0,1 0 0,0 1 0,1 0 0,-20 31 0,33-44-233,0-1-1,0 1 1,0 0-1,0-1 1,0 1-1,0 0 1,1 0-1,-1 0 0,1 0 1,0 3-1,0 7-4459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0.1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0 205 5827,'0'0'5341,"18"-2"-1275,-17 4-4046,0-1 1,0 0-1,0 0 1,0 0 0,0 1-1,0-1 1,0 0 0,-1 1-1,1-1 1,0 1-1,-1-1 1,1 1 0,-1-1-1,1 1 1,-1 1-1,5 32 33,-2-12-6,11 72 165,7 30 546,-18-112-648,1-1-1,0 1 1,1-1-1,0 0 1,1-1-1,0 1 1,12 15-1,-14-23-86,0 0 0,0 0-1,0 0 1,1 0-1,-1-1 1,1 1 0,0-1-1,0 0 1,0-1-1,0 1 1,1-1 0,-1 0-1,1 0 1,-1-1 0,1 1-1,0-1 1,-1-1-1,1 1 1,0-1 0,7 0-1,-9 0-10,1-1 0,-1 1 0,0-1 0,0 0 0,0 0 0,0 0 0,0 0 0,0-1 0,-1 0 0,1 0 0,0 0 0,-1 0 1,1 0-1,3-4 0,3-3-83,0-1 0,16-21 0,-15 17-51,0 0-151,-1 0 0,0 0 0,-1-1 0,-1 0 0,0-1 0,-1 0 0,9-31 0,-10 20 127,-1-1-1,-1 0 1,-2 0-1,0-31 1,-2 34 467,1 9 138,-1-1 0,-1 1 0,0 0 1,-8-32-1,8 40-648,-1 1 0,1-1 1,1 0-1,-1 0 0,2-13 1,0 3-1602,1-1-2409,9-2-3938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0.5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6067,'0'0'6267,"0"7"-5723,11 349 2172,-10-282-2083,-1 22 368,19 138 1,-17-220-926,14 66 498,-15-75-530,1 1-1,0 0 1,0 0 0,1-1-1,-1 0 1,1 1 0,0-1 0,1 0-1,-1 0 1,6 5 0,3-3-405,-6-11-1707,-3-16-2172,-3 19 4130,0-21-5541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0.8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55 10997,'0'0'2625,"197"-49"-2305,-144 43-320,-6 6-1600,-10 0-4035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1.3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56 7908,'0'0'6547,"2"-1"-6121,-1 1-387,0-1 0,0 1 0,0-1-1,0 1 1,0-1 0,0 1-1,0-1 1,0 1 0,0 0-1,0 0 1,0 0 0,0-1-1,0 1 1,0 0 0,0 0-1,0 0 1,0 1 0,0-1-1,0 0 1,0 0 0,0 0-1,0 1 1,0-1 0,0 1 0,0-1-1,0 1 1,0-1 0,0 1-1,0-1 1,-1 1 0,1 0-1,0-1 1,0 1 0,-1 0-1,2 1 1,0 3 12,0 0 1,0 0-1,0 0 0,-1 0 0,0 1 1,1 6-1,-1-4-68,23 224 516,-19-152 243,26 132-1,-26-191-590,1-1 0,0 0 0,2-1 0,0 0 0,1 0 0,1 0 0,15 20 0,-24-38-145,0 1 0,0 0 0,0-1 0,1 1 0,-1-1-1,1 0 1,-1 1 0,1-1 0,-1 0 0,1 0 0,0 0-1,-1 0 1,1 0 0,0 0 0,2 0 0,-3-16 55,-1-525-8299,0 515 7925,1 1 0,1-1 1,2 1-1,6-25 1,-9 41 275,2 0 1,-1 1-1,1-1 1,0 1 0,0 0-1,1 0 1,0 0-1,0 0 1,1 1-1,0 0 1,0 0 0,1 0-1,-1 0 1,1 1-1,0 0 1,9-6-1,-12 9 154,0 1 0,0-1-1,1 1 1,-1-1-1,0 1 1,0 0 0,1 0-1,-1 1 1,1-1 0,-1 1-1,0-1 1,1 1-1,-1 0 1,1 1 0,-1-1-1,1 0 1,-1 1 0,5 1-1,-4 0 45,0 0 0,0 0 0,0 1 0,-1-1 0,1 1 0,-1 0 0,1 0 0,-1 0 0,0 0 0,0 0 0,-1 1 0,5 6 0,-1 0 56,-1 1-1,0 0 1,-1 0 0,0 0-1,0 1 1,-1-1 0,-1 1-1,0 0 1,1 20-1,-3-12-110,0 1-1,0-1 0,-5 23 0,4-36-94,0-1-1,-1 1 1,0 0 0,-1-1 0,1 0-1,-1 1 1,0-1 0,-1 0 0,0 0-1,-4 6 1,2-5-107,0 0 0,-1 0 0,1-1 0,-1 0-1,-1 0 1,1 0 0,-1-1 0,0 0 0,0-1-1,0 1 1,-1-2 0,1 1 0,-1-1 0,0 0-1,0-1 1,0 0 0,0-1 0,-19 1 0,9-5-2156,11-12-1899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1.8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81 1265,'0'0'10234,"3"-12"-9058,12-36-378,-15 47-748,0 0 0,0 0 0,1 0 0,-1 0 0,0 0 0,1 1 0,-1-1 0,1 0 0,-1 0 0,1 0-1,0 1 1,-1-1 0,1 0 0,0 1 0,-1-1 0,1 0 0,0 1 0,0-1 0,-1 1 0,3-1 0,-3 1-17,0 0 0,1 0 0,-1 0 0,0 0 0,1 0 0,-1 0 0,1 0 0,-1 0 0,0 0 0,1 0 0,-1 0 0,0 0 0,1 0 0,-1 1 0,0-1 0,1 0 0,-1 0 0,0 0 0,1 1 0,-1-1 0,0 0 0,0 0 0,1 1 0,-1-1 0,0 0 0,0 0 0,1 1 0,-1-1 0,0 0 0,0 1 0,0 0 0,6 21 424,-2 0-1,0 0 1,-2 0 0,0 38 0,0-8 303,0-18-240,0-1 88,0 1 1,9 33-1,-10-59-521,1-1 0,0 1 0,0-1 1,1 0-1,0 1 0,0-1 0,1 0 0,0-1 0,0 1 0,1-1 1,-1 0-1,1 0 0,1 0 0,7 7 0,-7-10-70,0 1 0,0-2-1,0 1 1,0 0 0,0-1 0,0 0-1,0-1 1,1 1 0,-1-1-1,1-1 1,-1 1 0,1-1 0,-1 0-1,12-2 1,-10 1-11,1 0 0,-1-1 0,0 0 0,0 0 0,1-1 0,-2 0 0,1-1 1,0 0-1,-1 0 0,13-9 0,-6 0-276,-1 0-1,0 0 1,-1-1 0,0-1 0,-1 0 0,-1-1 0,0 0 0,-1 0 0,8-21 0,-9 15-328,0 0 1,-2 0-1,0-1 1,-2 0-1,0 0 1,0-45 0,-4-25 1594,0 92-258,0-5-5191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2.2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 4210,'0'0'7828,"0"0"-7819,0 0 0,0 0 0,0 0 1,0-1-1,0 1 0,0 0 0,0 0 1,0 0-1,0 0 0,1-1 1,-1 1-1,0 0 0,0 0 0,0 0 1,0 0-1,0 0 0,1 0 1,-1-1-1,0 1 0,0 0 0,0 0 1,0 0-1,1 0 0,-1 0 0,0 0 1,0 0-1,0 0 0,0 0 1,1 0-1,-1 0 0,0 0 0,0 0 1,0 0-1,1 0 0,-1 0 1,0 0-1,0 0 0,0 0 0,0 0 1,1 0-1,-1 0 0,0 0 0,0 0 1,0 0-1,0 1 0,1-1 1,-1 0-1,0 0 0,0 0 0,0 0 1,0 0-1,0 0 0,0 1 1,0-1-1,1 0 0,-1 0 0,0 0 1,0 0-1,0 1 0,0-1 0,0 0 1,0 0-1,0 0 0,0 1 1,0-1-1,0 0 0,1 9 152,0 0 0,0 0-1,-1-1 1,-1 12 0,1 6 246,0 545 6066,0-560-6457,2 31 94,-2-40-123,1 0-1,-1 0 0,1 0 0,-1 0 1,1 0-1,0 0 0,0 0 1,0 0-1,0-1 0,0 1 0,0 0 1,1-1-1,-1 1 0,0-1 1,1 1-1,-1-1 0,4 2 1,-8-38-20050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2.5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1 133 13222,'0'0'4850,"207"-84"-4001,-124 63-849,-2 6-128,-4 3-1889,-17 12-5811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3.5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275 37 3506,'0'0'9097,"0"-3"-8371,0-14 125,0 16-214,0 0-519,0 0-1,0 0 1,-1 0-1,1 0 0,0 0 1,0 0-1,-1 0 1,1 0-1,-1 0 0,1 0 1,-1 1-1,1-1 0,-1 0 1,-1-1-1,-15 2 128,5-1-145,0 1 0,-20 3 0,28-2-97,0 0 0,-1 1 0,1-1 0,0 1 0,0 0 0,0 0 1,0 0-1,1 0 0,-1 0 0,-6 6 0,-3 5 11,1 0-1,1 1 0,-1 0 0,2 1 1,0 0-1,1 1 0,1 0 1,0 0-1,1 1 0,1 0 1,-6 24-1,3-2 573,2 1 1,2 0-1,0 76 0,5-113-530,-1 0-1,1-1 1,0 1-1,1 0 1,-1 0 0,0 0-1,1-1 1,0 1-1,-1 0 1,3 4-1,-2-6-45,0 0 1,0-1-1,1 1 0,-1 0 0,0-1 0,0 1 0,1 0 1,-1-1-1,1 0 0,-1 1 0,0-1 0,1 0 0,-1 0 1,1 0-1,-1 1 0,0-1 0,1-1 0,-1 1 0,1 0 1,2-1-1,3 0 11,1-1 0,0 0 0,-1-1 1,0 0-1,0 0 0,1 0 0,-2-1 0,1 0 1,0 0-1,-1-1 0,0 0 0,0 0 0,9-10 0,8-11-518,34-47-1,-53 68 364,19-28-1789,32-61-1,-47 77 1461,0 0 1,-1-1 0,-1 0-1,-1 0 1,5-30 0,-12 90 4492,3 60-2344,1-16-757,-4-36-475,1-24-345,1 0-1,4 29 0,3-31-284,0-17-2453,-7-7 2348,1 0 0,-1 0-1,1-1 1,-1 1 0,0 0 0,1 0-1,-1-1 1,1 1 0,-1 0 0,0-1-1,1 1 1,-1 0 0,0-1 0,1 1-1,-1 0 1,0-1 0,1 1 0,-1-1-1,0 1 1,0-1 0,0 1 0,1 0-1,-1-1 1,0 0 0,7-20-8851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3.9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144 70 7796,'0'0'7027,"0"-9"-6462,3-43 615,-3 51-1174,0 1 0,-1-1 0,1 1 0,0-1 0,-1 1 0,1-1 0,-1 1 0,1-1 0,0 1 0,-1 0 0,1-1 0,-1 1 0,1 0 0,-1-1 0,1 1 0,-1 0 0,0-1 0,1 1 0,-1 0 0,1 0 0,-1 0 0,1 0 0,-1 0 0,0-1 0,1 1 0,-1 0 0,0 0 0,1 1 0,-1-1 0,-26 0-5,19 0-6,6 0 4,-1 1 0,1-1 0,-1 1 0,1 0 0,0 0 0,-1 0 0,1 0 0,0 0 0,0 0 0,0 1 0,0-1 0,0 1 0,0-1 0,0 1 0,0 0 0,1 0 0,-1-1 0,1 1 0,-3 5 0,-2 1 8,1 1 0,1 1 0,-8 18 0,5-4 194,1 0 0,1 0 0,1 1 1,0 31-1,4 103 2172,0-155-2295,0 3 50,0 0-1,1 0 0,-1 0 1,2 0-1,-1 0 0,1 0 1,0-1-1,1 1 0,-1-1 1,1 1-1,8 11 0,-8-14-77,0-1-1,0 1 0,1-1 0,0 0 1,-1 0-1,1 0 0,1 0 0,-1-1 1,0 1-1,1-1 0,-1 0 0,1-1 0,-1 1 1,1-1-1,0 0 0,0 0 0,9 1 1,-4-1-48,0 0 1,0 0-1,0-1 1,0 0-1,-1-1 1,1 0-1,0-1 1,0 0-1,-1 0 1,1-1-1,-1 0 1,1-1-1,-1 0 1,0 0-1,10-7 1,-6 0-739,0 0 0,0-1 0,-1-1 0,-1 0 0,19-27 0,0-14-4258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4.3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4466,'0'0'10490,"0"3"-10098,13 230 1999,-13-55-744,7 134 409,-6-304-2005,-1-2-30,0 0 1,1 1 0,0-1 0,0 0 0,0 0-1,1 0 1,-1 0 0,2 0 0,-1-1-1,1 1 1,4 8 0,-7-15-35,0 1 0,0 0 1,0 0-1,0-1 0,0 1 0,0 0 0,0-1 1,0 1-1,0 0 0,0 0 0,0-1 0,0 1 0,1 0 1,-1 0-1,0-1 0,0 1 0,0 0 0,0 0 1,0-1-1,1 1 0,-1 0 0,0 0 0,0-1 1,0 1-1,1 0 0,-1 0 0,0 0 0,0 0 1,1 0-1,-1-1 0,0 1 0,0 0 0,1 0 1,-1 0-1,0 0 0,1 0 0,-1 0 0,0 0 1,0 0-1,1 0 0,-1 0 0,0 0 0,1 0 0,-1 0 1,0 0-1,0 0 0,1 0 0,-1 0 0,0 0 1,0 0-1,1 1 0,-1-1 0,0 0 0,0 0 1,1 0-1,-1 0 0,0 1 0,0-1 0,1 0 1,-1 0-1,0 0 0,0 1 0,0-1 0,0 0 1,0 0-1,1 1 0,-1-1 0,0 0 0,0 1 0,1-27-2330,-1 22 1522,0-34-4328,0-1-3729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4.6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3 896,'0'0'14436,"38"0"-13513,126 0 38,-66-1-613,-60 0-397,57 5 1,-90-3-7,0-1 0,0 1 0,0 0 0,0 0 0,0 1 0,0 0 0,0 0 0,0 0 0,0 0 0,-1 1 0,1 0 0,-1 0-1,0 0 1,7 6 0,-7-4 30,-1 0-1,1 1 0,-1-1 0,0 1 0,0-1 0,0 1 0,-1 0 0,0 0 0,0 0 0,0 0 0,0 10 0,3 20 607,-2 43 0,-3-52 263,1 1 0,2 0 0,7 33 0,-10-61-846,0 1 0,0 0 0,0 0 1,0 0-1,1-1 0,-1 1 0,0 0 0,1 0 0,-1 0 0,0-1 0,1 1 0,-1 0 0,1-1 0,-1 1 0,1 0 0,0-1 0,-1 1 1,1-1-1,0 1 0,-1-1 0,1 1 0,0-1 0,0 0 0,-1 1 0,1-1 0,0 0 0,0 1 0,-1-1 0,1 0 0,0 0 0,0 0 1,0 0-1,0 0 0,-1 0 0,3 0 0,-3-12-3680,0-13-896,0-7-3239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5.0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7027,'0'0'0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5.3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 9492,'0'0'7428,"1"3"-6625,10 29 138,-1 1 0,-1 0-1,-2 0 1,3 37 0,-4-25-331,-1-10-196,-1-5 40,1 0 1,17 53-1,-21-80-442,-1-1-1,1 0 1,0 0-1,0 0 1,0 1-1,0-1 1,0 0 0,0 0-1,1 0 1,-1 0-1,1-1 1,-1 1-1,1 0 1,0-1-1,-1 1 1,1-1 0,0 1-1,0-1 1,0 0-1,0 0 1,0 0-1,1 0 1,-1 0-1,0 0 1,0-1 0,1 1-1,-1-1 1,0 0-1,1 1 1,-1-1-1,0 0 1,1 0 0,-1-1-1,1 1 1,-1 0-1,0-1 1,0 1-1,5-3 1,-4 2-11,-1 0-1,1 0 1,-1-1-1,1 1 1,-1-1 0,0 1-1,1-1 1,-1 0-1,0 0 1,0 0 0,0-1-1,0 1 1,1-3-1,18-35-115,-19 36 94,14-36-1158,-2 0 0,16-74 0,3-88-1535,-33 192 2717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6.0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3 3554,'0'0'5946,"0"-2"-5306,0 5-407,-6 320 3775,3 153 927,3-471-4851,0 0 0,1 0 0,0 1 0,0-1 1,0 0-1,0 0 0,1 0 0,0 0 1,3 7-1,-3-10-156,-1-1 1,0 1-1,1 0 1,-1 0 0,1 0-1,0-1 1,0 1-1,-1-1 1,1 1 0,0-1-1,0 0 1,0 0-1,1 0 1,-1 0-1,0 0 1,0 0 0,0-1-1,1 1 1,-1-1-1,0 1 1,1-1 0,3 0-1,-5 0-92,0-1 1,-1 1-1,1 0 0,-1-1 0,1 1 1,0-1-1,-1 1 0,1-1 0,-1 1 0,0-1 1,1 1-1,-1-1 0,1 1 0,-1-1 1,0 0-1,1 1 0,-1-1 0,0 1 1,0-1-1,0 0 0,1 1 0,-1-1 0,0 0 1,0 0-1,0 1 0,0-1 0,0 0 1,0 1-1,0-1 0,-1-1 0,1-1-796,1-23-5915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6.4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0 200 8436,'0'0'3100,"31"-26"-2761,100-81-275,-124 101-64,1 0 0,-1 1 1,1 0-1,0 0 0,1 0 1,-1 1-1,1 1 0,18-6 0,-7 4 0,-12 2-10,-1 0-1,1 1 0,0 1 1,0-1-1,0 1 0,0 0 1,0 1-1,0 0 0,15 2 1,-22-2 21,1 1-1,-1 0 1,0 0 0,1 0 0,-1 0 0,0 0-1,1 0 1,-1 0 0,0 0 0,0 0 0,0 1-1,0-1 1,0 0 0,-1 1 0,1-1 0,0 1-1,0-1 1,-1 1 0,1-1 0,-1 2 0,10 36 589,-9-33-435,12 90 2154,-3 1 1,-4 123-1,-6-212-2130,0 0 1,0 0-1,3 15 1,-2-23-193,-1 0 0,1 1 0,-1-1 1,1 1-1,0-1 0,-1 0 1,1 0-1,-1 1 0,1-1 0,0 0 1,-1 0-1,1 0 0,-1 0 0,1 1 1,0-1-1,-1 0 0,1 0 0,0 0 1,-1 0-1,1-1 0,0 1 0,-1 0 1,1 0-1,0 0 0,-1 0 0,1-1 1,-1 1-1,1 0 0,-1-1 0,1 1 1,0 0-1,0-1 0,3-4-352,-1 0 1,0 0-1,0 0 0,0 0 1,-1 0-1,0-1 1,0 1-1,0-1 0,1-6 1,-2 7-83,11-42-5643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6.8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6947,'0'0'5611,"6"30"-4488,21 101 224,-23-104-685,-1 1 0,-1 32 0,-1-20-33,0 3-23,2 35 203,-2-69-750,0 0-1,0 0 0,1 1 1,1-1-1,5 13 1,3-8 16,-11-14-109,1 0 0,-1 0 0,0 0 0,0 1 0,1-1 0,-1 0 0,0 0 0,0 0 0,1 1 0,-1-1 0,0 0 0,0 0 0,1 0 0,-1 0 0,0 0 0,1 0 0,-1 0 0,0 0 0,1 0 0,-1 0 0,0 0 0,1 0 0,-1 0 0,0 0 0,1 0 0,-1 0 0,0 0 0,1 0 0,-1 0 0,0-1 0,0 1 0,1 0 1,-1 0-1,0 0 0,0 0 0,1-1 0,-1 1 0,0 0 0,0 0 0,1-1 0,-1 1 0,0 0 0,0 0 0,0-1 0,0 1 0,1 0 0,-1 0 0,0-1 0,0 1 0,0 0 0,0-1 0,0 1 0,5-29-2413,-4-9-2480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7.1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24 14567,'0'0'2705,"104"-24"-11653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7.6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218 160 3602,'0'0'7358,"3"-8"-7172,1-2 29,0 0 0,-1 0 0,-1 0 0,3-16 0,-5 23-142,1 0 1,-1 1-1,0-1 1,0 0-1,0 0 0,-1 1 1,1-1-1,-1 0 1,1 0-1,-1 1 1,0-1-1,0 1 1,0-1-1,0 1 0,0-1 1,-1 1-1,1-1 1,-1 1-1,0 0 1,1 0-1,-1 0 1,0 0-1,0 0 1,0 0-1,-1 1 0,-3-3 1,-2 0-24,0 1 0,-1 0 0,1 1 0,-1 0 1,0 0-1,0 1 0,0 0 0,0 0 0,-16 2 0,23-1-27,0 0-1,0 0 1,0 1-1,-1-1 1,1 1-1,0-1 1,0 1-1,0 0 1,0 0-1,0 0 1,0 0-1,0 0 1,1 0-1,-1 1 1,-3 2-1,2 0 50,-1 0 0,1 0-1,0 0 1,0 1 0,0-1 0,-3 7-1,0 6 339,-1-1 0,-6 34 0,6-8 466,2 1 0,1 0 0,2 0 1,7 69-1,-5-109-845,1-1 1,-1 0-1,1 0 1,-1 0-1,1 0 1,0 0-1,0 0 1,0 0-1,0 0 1,0 0-1,0 0 0,0 0 1,1-1-1,-1 1 1,1 0-1,-1-1 1,1 1-1,0-1 1,-1 0-1,1 1 1,0-1-1,0 0 1,0 0-1,0 0 1,0-1-1,0 1 1,0 0-1,0-1 1,1 1-1,2-1 1,2 1-8,1 0 0,0-1 1,-1 0-1,1 0 1,0-1-1,-1 0 0,14-3 1,-12 0-84,0 1-1,1-2 1,-1 1 0,0-1-1,-1 0 1,0-1-1,1 0 1,-2 0 0,1-1-1,13-15 1,-10 9-569,0-1-1,-1 0 1,-1-1-1,0 0 1,11-25 0,-15 23-830,-1 0 0,0 0 1,-1 0-1,0 0 0,-2-1 1,0 1-1,-3-30 0,2 8-1148,-2 31 6782,-1 12-936,-2 14-508,4 115 2088,2-67-3712,1-24-764,3 0 0,1-1-1,15 53 1,-10-52-282,-2 0 0,-2 0 0,2 58-1,-9-67-156,1-16 88,-1-1 1,0 0-1,-1 1 1,-5 18-1,5-30-63,0 0 0,-1-1 1,1 1-1,-1-1 0,-1 1 0,1-1 0,-1 0 0,1 1 0,-1-1 0,0-1 0,-1 1 0,1 0 0,-1-1 0,1 0 0,-1 1 1,0-2-1,0 1 0,-6 3 0,1-2-232,-1 0 1,1-1-1,-1 0 1,0 0-1,0-1 1,0 0-1,-1-1 1,1 0 0,0 0-1,0-1 1,-1-1-1,1 0 1,-11-2-1,18 2 127,1 0 1,0 0-1,0 0 0,0 0 0,0 0 1,0 0-1,0-1 0,0 1 0,0-1 1,0 0-1,0 1 0,1-1 0,-1 0 1,1 0-1,0 0 0,-1 0 0,1 0 1,0 0-1,0 0 0,0 0 1,0-1-1,1 1 0,-1 0 0,0-1 1,1-3-1,-3-33-6159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6:58.3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0 3970,'0'0'10461,"0"12"-9549,0 79-336,-13 513 2909,9-456-1196,5-157-2273,0 1 1,1-1 0,0 1 0,0-1-1,5-10 1,4-21-237,-2 2-132,1-10-1251,20-59 0,-25 94 1355,0 0 0,1 0 0,0 1-1,1 0 1,0 0 0,1 0-1,1 1 1,-1 0 0,13-11-1,-18 20 303,0 0 0,-1-1 0,1 2 0,0-1 0,0 0 0,1 0-1,-1 1 1,0 0 0,0 0 0,1 0 0,-1 0 0,0 0-1,1 0 1,-1 1 0,1 0 0,-1 0 0,1 0 0,-1 0 0,1 0-1,-1 1 1,1 0 0,-1-1 0,0 1 0,1 0 0,-1 1 0,0-1-1,0 1 1,0-1 0,0 1 0,0 0 0,0 0 0,0 0-1,0 0 1,-1 1 0,1-1 0,-1 1 0,3 3 0,6 12 519,-1 0 1,0 0-1,13 39 1,12 64 899,-23-74-1158,24 59-1,-34-101-529,0-1 0,0 1-1,0 0 1,1-1-1,0 0 1,0 1-1,5 4 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7:02.9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0 1665,'0'0'13598,"-3"0"-13411,-3 0-107,4 0 35,3 1 16,17 6 143,16 12 78,-24-13-328,0 0 0,1 0 0,0 0 0,0-2 0,0 1 0,1-1 0,0-1 0,0 0 0,0-1 0,17 2 0,34-5-4122,-38-1-738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1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1966 64 608,'0'0'7084,"-27"-3"-2666,0-12-3074,23 14-1325,0-1 0,1 1 0,-1 0-1,0 0 1,0 0 0,-5 0 0,-12-3 33,4 1-7,1 0 0,-1 1 0,0 1 0,0 1 0,-24 2 0,-5-1 37,-692-1 1943,618 8-1618,0-1-69,-111-7-258,211-1-73,-1-1-1,2-1 1,-36-10 0,32 7-1,0 0 0,-30-1 0,-74 4-5,30 2 244,97 21-149,0-1 0,-2 1 0,0-1 0,-1 0 0,-7 26 0,3-21-90,2 1 1,0-1-1,-1 38 1,5 78-18,2-77-114,-1-62 73,0 0 0,0-1 0,0 1 0,1 0 0,-1-1 0,0 1 0,0 0 0,1-1 0,-1 1 0,1 0-1,-1-1 1,0 1 0,1-1 0,-1 1 0,1-1 0,-1 1 0,1-1 0,0 1 0,-1-1 0,1 0 0,-1 1-1,1-1 1,0 0 0,-1 1 0,1-1 0,0 0 0,-1 0 0,1 0 0,0 1 0,0-1 0,-1 0 0,1 0-1,0 0 1,-1 0 0,1 0 0,0 0 0,0-1 0,-1 1 0,1 0 0,0 0 0,0-1 0,-1-23-2587,0 7 9,0 1-1236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4210,'0'0'5856,"-13"3"-2124,193 0-807,143-3-3032,-248-6-262,-75 7 345,0 0 0,0-1 0,0 1-1,0 0 1,0 0 0,0 0 0,0-1-1,-1 1 1,1 0 0,0 0 0,0 0 0,-1-1-1,1 1 1,0 0 0,-1-1 0,1 1-1,-1 0 1,1-1 0,0 1 0,-1 0-1,0-1 1,0 2 0,-19-2-3861,6 0-188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15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16 2353,'0'0'5893,"0"-3"-5020,0-9 3494,-8 19-4217,-41 62-131,-17 20-6,58-81-13,1 1 0,1-1 1,-1 1-1,1 1 1,-7 15-1,13-22-2739,5-4 84,13-9-1459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15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16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1489,'176'13'3580,"-138"-11"-2185,-34-2-506,-5 2-214,1 12-100,1-9-442,-1 0 0,0 0 0,0 0 1,0 0-1,0 0 0,-1 0 0,0 0 0,0 0 0,0 0 0,-1-1 0,0 1 0,0 0 1,0-1-1,0 1 0,-5 6 0,-83 109 737,89-116-509,12-14-9860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1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3105,'0'0'4741,"0"7"-4231,-3 3-246,1 0 1,-2 1-1,1-1 0,-1 0 1,-1 0-1,0-1 1,0 1-1,-1-1 0,-10 12 1,11-15-129,-59 81 1459,63-85-1581,0-1 0,0 1 0,0-1 0,0 1 0,1 0 0,-1-1 0,0 1 0,1 0 0,0 0 0,-1-1 0,1 1 0,0 2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19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1398 1 8836,'0'0'7401,"-5"0"-7004,-167-1 209,-280 6-705,409-1-67,-64 14-1,69-10 55,0-2 0,-59 2 0,64-6 43,0 1 0,1 1 0,-1 2 0,1 1 0,-47 17 0,61-20-60,-1 0 0,0-2 1,1 0-1,-1-1 0,-34-2 0,12 1 35,41 0 96,-1-1 1,1 1-1,-1 0 1,1 0-1,-1 0 1,1 0-1,-1-1 0,1 1 1,0 0-1,-1 0 1,1-1-1,-1 1 1,1 0-1,-1-1 0,1 1 1,0-1-1,-1 1 1,1 0-1,0-1 1,0 1-1,-1-1 0,-6-7 777,7 10-720,0 317 885,1-306-940,0-1-1,2 1 0,-1-1 0,2 1 0,4 13 1,9 33 11,3 80-28,-16-104-27,9 23 35,-10-45-33,1 0 0,-2 0 0,0 0 0,1 16 0,-3 502-1541,-1-526 1582,1-1 0,-1 1 1,0-1-1,0 1 1,0-1-1,0 0 0,-1 0 1,0 1-1,0-1 1,-2 4-1,10-7 105,1 0 0,0 0 0,13-1 0,-2 0-83,1-1 0,0 0 0,0-2 1,29-7-1,-22 5-19,-1 2 1,1 0 0,-1 2 0,45 3 0,-12-1 41,674-1 371,-591 6 411,-104-5-554,-30 0-173,-25 0-226,13-1-76,0 0-1,1 0 1,-1 0 0,0-1-1,1 1 1,-1-1 0,1 0-1,-1-1 1,1 1 0,0-1-1,-1 0 1,1 0 0,-7-5-1,-22-16-4116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21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880 830 4402,'-5'-1'13025,"-21"-1"-12625,-36-1-352,-77-13 0,76 7-43,-13 3 9,-82 4 0,105 2 4,21 2-21,-1 1 0,1 2 1,-45 13-1,-18 2 67,67-14 496,28-19-208,0-12-192,-1-19-92,3-1-1,7-47 1,2 4-123,-4-1-1,-7-125 1,-1 98 197,2 83-111,7-43 0,-6 67-99,-2 10 620,0-1-578,0 0-1,-1 1 1,1-1 0,0 0 0,0 0-1,0 0 1,0 1 0,0-1 0,0 0 0,0 0-1,0 0 1,0 1 0,0-1 0,0 0-1,0 0 1,0 0 0,0 1 0,0-1 0,0 0-1,0 0 1,1 0 0,-1 1 0,0-1-1,0 0 1,0 0 0,0 0 0,0 0 0,0 1-1,0-1 1,1 0 0,-1 0 0,0 0-1,0 0 1,0 0 0,0 1 0,1-1 0,-1 0-1,0 8-18,1 71 747,-1-78-691,0 0 0,1 1 1,-1-1-1,0 0 0,1 0 1,-1 1-1,1-1 0,0 0 1,0 0-1,-1 0 1,1 1-1,0-1 0,0 0 1,0 0-1,0-1 0,0 1 1,0 0-1,0 0 0,3 1 1,-1 0-24,0-1 1,0 0-1,0 1 0,0-1 1,0-1-1,1 1 0,-1 0 1,6 0-1,-6-1-56,0 0 0,1 0 0,-1 0 0,0-1 0,1 1 0,-1-1-1,0 0 1,5-2 0,-6 3 6,-1-1 1,0 1-1,0-1 0,0 0 0,1 1 1,-1-1-1,0 0 0,0 0 0,0 0 1,0 0-1,0 0 0,-1 0 0,1 0 0,0 0 1,0 0-1,-1-1 0,1 1 0,0 0 1,-1 0-1,1-2 0,0-14-806,-6 11 428,3 6 433,1 0 0,-1 0 0,0 0 0,1 1 0,-1-1 0,0 0 0,0 1 0,1 0 0,-1-1 0,-2 2-1,-16 4 191,19-33-12194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2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48 199 3490,'0'0'4116,"-7"-7"-3414,-23-25 2777,30 32-3245,0 0 0,-1 0 0,1 0 0,0 0 1,0-1-1,-1 1 0,1 0 0,0 0 0,-1 0 0,1 0 0,0 0 0,-1 0 0,1 0 0,0 0 0,-1 0 0,1 0 1,0 0-1,-1 0 0,1 0 0,-4 10 1635,4 20-3092,0-25 1940,3 21-389,9 44 0,0-7 150,24 201 672,-35-255-1112,1 0 1,0-1-1,0 1 1,0 0-1,1-1 1,6 13-1,-9-21-32,0 1 0,1-1-1,-1 1 1,0-1 0,1 1-1,-1-1 1,0 0 0,1 1-1,-1-1 1,0 0 0,1 1-1,-1-1 1,1 0-1,-1 1 1,1-1 0,-1 0-1,1 0 1,-1 1 0,0-1-1,1 0 1,-1 0 0,1 0-1,0 0 1,-1 0 0,1 0-1,-1 0 1,1 0 0,-1 0-1,1 0 1,-1 0 0,1 0-1,-1 0 1,1 0 0,-1-1-1,1 1 1,-1 0-1,1 0 1,-1 0 0,0-1-1,1 1 1,-1 0 0,1-1-1,-1 1 1,0 0 0,1-1-1,-1 1 1,0-1 0,1 1-1,-1 0 1,0-1 0,1 1-1,-1-1 1,0 1 0,0-1-1,0 1 1,1-1 0,-1 1-1,0-2 1,46-173-2198,-31 108 493,28-76 1,-6 54 1830,61-108 0,-87 174 225,-11 21-458,-5 20-5454,-6 9 166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2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62 5715,'0'0'5613,"-5"-7"-5165,-1-2-300,5 6-63,-1 0-1,0 0 1,0 0 0,0 0 0,-1 1 0,1-1-1,-1 0 1,1 1 0,-1 0 0,-4-3 0,3 3 106,-1 0 1,1 0 0,-1 0 0,0 1 0,1-1 0,-1 1 0,0 0 0,0 1 0,0-1 0,0 1 0,1 0-1,-1 0 1,0 1 0,-9 1 0,12-1-191,0 0 0,1 1 0,-1-1 0,1 0-1,-1 0 1,1 1 0,-1-1 0,1 1 0,0-1 0,0 1-1,0 0 1,0-1 0,0 1 0,0 0 0,0 0 0,1 0-1,-1-1 1,1 1 0,-1 3 0,-8 42-5,8-40 5,-2 29 401,1 0-1,4 42 1,-2-75-384,0-1-1,0 1 0,0 0 0,1-1 1,-1 0-1,1 1 0,0-1 0,0 1 0,0-1 1,0 0-1,0 1 0,0-1 0,1 0 1,-1 0-1,1 0 0,-1 0 0,1 0 0,0-1 1,0 1-1,0 0 0,0-1 0,0 1 1,0-1-1,0 0 0,1 0 0,-1 1 1,4 0-1,4 0-57,0 0 1,0 0-1,0-1 1,0 0-1,15-1 1,-20 0-171,-1 0 1,1 0-1,-1-1 1,0 1-1,1-1 1,-1 0-1,1 0 1,-1-1-1,0 1 1,0-1-1,0 0 1,0 0-1,0 0 1,6-5-1,20-19-3874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6T02:48:22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16 1088,'0'0'9890,"-9"-2"-9223,-11-2-234,-1 0-1,-37-1 0,48 5-308,4 0-9,1 0 0,0 0-1,0 1 1,-1-1-1,-8 3 1,12-2-76,0 0 0,0-1 0,1 1 0,-1 0 0,0 1 0,1-1 0,-1 0 0,1 0 0,-1 1 0,1-1 0,0 1 0,-1-1 0,1 1 0,0-1 1,0 1-1,0 0 0,0 0 0,1-1 0,-2 4 0,-1 6 140,1 0 0,0 0 0,0 0 0,1 1 0,1-1 0,0 0 0,0 1 0,1-1 0,3 14 0,-3-22-153,0 0 0,0 1-1,0-1 1,0 0 0,0 0 0,1 0 0,-1 0 0,1 0 0,0-1-1,0 1 1,0 0 0,0-1 0,1 1 0,-1-1 0,4 2 0,-2 0 14,1-1 1,0 0 0,1-1-1,-1 1 1,1-1 0,-1 0 0,1-1-1,5 2 1,11 0-927,0-1-1,0-1 1,35-2-1,-44 1-408,23-3-5206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2740-E1D0-33FE-9B9F-33F3BF3B1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C7DC4-5A78-E86B-44B6-BB5DFE3EB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CADE-3F78-D686-B30B-9E88484F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342AC-202B-8F6D-D8F3-92C2F686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EAC08-A08C-20EE-0511-124A73BDF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2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C13E-E6F5-B410-24B3-CFAC8A6D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6D8A0-12CA-270A-F7E1-134C5E212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7D919-1A4A-1E5D-83CB-87338591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F6930-CB6E-3AA8-7039-C2B2229B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920ED-0DB9-AEB9-F43E-4017071E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0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6E1D4-6748-DFD3-B0A2-CF6CC996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45F86-D932-D642-EDEA-B4446B343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B85AE-6E1D-D449-9BD5-EC71EA81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EAB39-21E4-0153-8348-C44782F8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65E99-CDD1-0227-F4BF-19E0F23A0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6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743C-73DA-8AC0-A075-50893238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5E425-E3E8-8E81-6C11-97365B321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05852-238D-14CE-0215-C6F138E0D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D4E7C-DDED-9D5E-B844-A51D7C5A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1359A-0A4D-8538-F165-7E4C8CB6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D500A-7669-2CB5-610A-809556362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3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8D56-F0D1-B20A-2F47-C29112A6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3AFBB-4EEE-64CA-5E15-6258106AA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1C118-E59F-889C-5521-86D986F27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7E867-124E-95BE-32C7-C88338E03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E88DB-4146-6DD4-010C-8788A95CD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EC63FE-30EF-E08C-0751-C5A8A1C1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9F636F-FADC-B1A7-AC7E-6BA5260D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BEA6A-E57C-9475-771F-89DA1533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2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972A-8611-4E6D-5A86-C6879080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99262-3CA2-543C-63D0-521A3056A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8A2B5-5AE2-0A29-18F1-DAA03D6F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69759-88E5-2CD8-91F0-4946C8AC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2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B08D2-469B-55A4-D265-BB079A0A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18FC9-3AAB-5A83-BC1B-6CBA1292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67B2F-E9E6-5A98-FD3E-ABE87F9C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07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34F0-FA14-9271-A26E-4DD077126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50382-B344-0352-56BD-2FCA27933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86BE0-DA65-F767-4451-807727FA7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354EB-C708-1D48-DC5D-8662E7B0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9B9D9-C7DD-4D4E-3F66-AE7BB322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93A43-A04F-D67F-C127-EA4A2F9A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6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80E4-9FB1-2533-AAF5-EF7DB172D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F6B4E-3A27-E3F1-5883-65C7D83F8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7D6B7-1E91-40FB-D1A3-8A9348E4A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23C81-90C9-6AC7-8CD5-9A80836C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3647D-DC28-3013-A197-0462969EB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950EC-BD2D-D68D-80B7-AD650F82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1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5F8B-B7BE-84FA-38C0-D53805E7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F68A8-B7C1-3D7D-FDB0-21E2BBC44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D4727-1F81-A560-82BF-45F9CD38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76151-6BEB-8802-8A68-67BAE7D8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FF54F-0BE4-6B12-A6A7-11361D1E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69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2BD53B-4566-35C4-F47B-E7764BDC3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CE014-A89E-6482-2D46-7E2C3F961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996F0-1D07-9A4B-14A7-682A4278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384E5-0119-8E91-C19B-275C718A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CB3AD-3B88-3F23-F7CD-70E5AFAD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4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96067-42BC-6B7D-3CDD-AE31107D8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F3DF4-5B43-562A-C1E4-FA9B2707E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D0C71-F415-9BE5-8306-4571246B9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40466-6205-46C7-BA73-56B62AE20EE7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3033B-FF3B-9E4C-EAE0-900FB7BC0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D677A-7EC2-BBE2-4DCB-6CC9C9C60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42334-2A50-4AAD-8A31-B87C778D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2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9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62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9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image" Target="../media/image140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17" Type="http://schemas.openxmlformats.org/officeDocument/2006/relationships/image" Target="../media/image158.png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28" Type="http://schemas.openxmlformats.org/officeDocument/2006/relationships/customXml" Target="../ink/ink164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283" Type="http://schemas.openxmlformats.org/officeDocument/2006/relationships/image" Target="../media/image141.png"/><Relationship Id="rId318" Type="http://schemas.openxmlformats.org/officeDocument/2006/relationships/customXml" Target="../ink/ink159.xml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273" Type="http://schemas.openxmlformats.org/officeDocument/2006/relationships/image" Target="../media/image136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329" Type="http://schemas.openxmlformats.org/officeDocument/2006/relationships/image" Target="../media/image164.png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284" Type="http://schemas.openxmlformats.org/officeDocument/2006/relationships/customXml" Target="../ink/ink142.xml"/><Relationship Id="rId319" Type="http://schemas.openxmlformats.org/officeDocument/2006/relationships/image" Target="../media/image159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330" Type="http://schemas.openxmlformats.org/officeDocument/2006/relationships/customXml" Target="../ink/ink165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4" Type="http://schemas.openxmlformats.org/officeDocument/2006/relationships/customXml" Target="../ink/ink137.xml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320" Type="http://schemas.openxmlformats.org/officeDocument/2006/relationships/customXml" Target="../ink/ink160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285" Type="http://schemas.openxmlformats.org/officeDocument/2006/relationships/image" Target="../media/image142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310" Type="http://schemas.openxmlformats.org/officeDocument/2006/relationships/customXml" Target="../ink/ink155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331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image" Target="../media/image137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286" Type="http://schemas.openxmlformats.org/officeDocument/2006/relationships/customXml" Target="../ink/ink14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32" Type="http://schemas.openxmlformats.org/officeDocument/2006/relationships/customXml" Target="../ink/ink166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38.xml"/><Relationship Id="rId297" Type="http://schemas.openxmlformats.org/officeDocument/2006/relationships/image" Target="../media/image148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22" Type="http://schemas.openxmlformats.org/officeDocument/2006/relationships/customXml" Target="../ink/ink161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287" Type="http://schemas.openxmlformats.org/officeDocument/2006/relationships/image" Target="../media/image143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customXml" Target="../ink/ink156.xml"/><Relationship Id="rId333" Type="http://schemas.openxmlformats.org/officeDocument/2006/relationships/image" Target="../media/image166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8.png"/><Relationship Id="rId298" Type="http://schemas.openxmlformats.org/officeDocument/2006/relationships/customXml" Target="../ink/ink149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323" Type="http://schemas.openxmlformats.org/officeDocument/2006/relationships/image" Target="../media/image16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288" Type="http://schemas.openxmlformats.org/officeDocument/2006/relationships/customXml" Target="../ink/ink144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image" Target="../media/image1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39.xml"/><Relationship Id="rId303" Type="http://schemas.openxmlformats.org/officeDocument/2006/relationships/image" Target="../media/image151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271" Type="http://schemas.openxmlformats.org/officeDocument/2006/relationships/image" Target="../media/image135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3.png"/><Relationship Id="rId299" Type="http://schemas.openxmlformats.org/officeDocument/2006/relationships/image" Target="../media/image314.png"/><Relationship Id="rId21" Type="http://schemas.openxmlformats.org/officeDocument/2006/relationships/image" Target="../media/image176.png"/><Relationship Id="rId63" Type="http://schemas.openxmlformats.org/officeDocument/2006/relationships/image" Target="../media/image196.png"/><Relationship Id="rId159" Type="http://schemas.openxmlformats.org/officeDocument/2006/relationships/image" Target="../media/image244.png"/><Relationship Id="rId324" Type="http://schemas.openxmlformats.org/officeDocument/2006/relationships/customXml" Target="../ink/ink328.xml"/><Relationship Id="rId366" Type="http://schemas.openxmlformats.org/officeDocument/2006/relationships/customXml" Target="../ink/ink349.xml"/><Relationship Id="rId170" Type="http://schemas.openxmlformats.org/officeDocument/2006/relationships/customXml" Target="../ink/ink251.xml"/><Relationship Id="rId226" Type="http://schemas.openxmlformats.org/officeDocument/2006/relationships/customXml" Target="../ink/ink279.xml"/><Relationship Id="rId268" Type="http://schemas.openxmlformats.org/officeDocument/2006/relationships/customXml" Target="../ink/ink300.xml"/><Relationship Id="rId32" Type="http://schemas.openxmlformats.org/officeDocument/2006/relationships/customXml" Target="../ink/ink182.xml"/><Relationship Id="rId74" Type="http://schemas.openxmlformats.org/officeDocument/2006/relationships/customXml" Target="../ink/ink203.xml"/><Relationship Id="rId128" Type="http://schemas.openxmlformats.org/officeDocument/2006/relationships/customXml" Target="../ink/ink230.xml"/><Relationship Id="rId335" Type="http://schemas.openxmlformats.org/officeDocument/2006/relationships/image" Target="../media/image332.png"/><Relationship Id="rId377" Type="http://schemas.openxmlformats.org/officeDocument/2006/relationships/image" Target="../media/image353.png"/><Relationship Id="rId5" Type="http://schemas.openxmlformats.org/officeDocument/2006/relationships/image" Target="../media/image168.png"/><Relationship Id="rId181" Type="http://schemas.openxmlformats.org/officeDocument/2006/relationships/image" Target="../media/image255.png"/><Relationship Id="rId237" Type="http://schemas.openxmlformats.org/officeDocument/2006/relationships/image" Target="../media/image283.png"/><Relationship Id="rId402" Type="http://schemas.openxmlformats.org/officeDocument/2006/relationships/customXml" Target="../ink/ink367.xml"/><Relationship Id="rId279" Type="http://schemas.openxmlformats.org/officeDocument/2006/relationships/image" Target="../media/image304.png"/><Relationship Id="rId43" Type="http://schemas.openxmlformats.org/officeDocument/2006/relationships/image" Target="../media/image187.png"/><Relationship Id="rId139" Type="http://schemas.openxmlformats.org/officeDocument/2006/relationships/image" Target="../media/image234.png"/><Relationship Id="rId290" Type="http://schemas.openxmlformats.org/officeDocument/2006/relationships/customXml" Target="../ink/ink311.xml"/><Relationship Id="rId304" Type="http://schemas.openxmlformats.org/officeDocument/2006/relationships/customXml" Target="../ink/ink318.xml"/><Relationship Id="rId346" Type="http://schemas.openxmlformats.org/officeDocument/2006/relationships/customXml" Target="../ink/ink339.xml"/><Relationship Id="rId388" Type="http://schemas.openxmlformats.org/officeDocument/2006/relationships/customXml" Target="../ink/ink360.xml"/><Relationship Id="rId85" Type="http://schemas.openxmlformats.org/officeDocument/2006/relationships/image" Target="../media/image207.png"/><Relationship Id="rId150" Type="http://schemas.openxmlformats.org/officeDocument/2006/relationships/customXml" Target="../ink/ink241.xml"/><Relationship Id="rId192" Type="http://schemas.openxmlformats.org/officeDocument/2006/relationships/customXml" Target="../ink/ink262.xml"/><Relationship Id="rId206" Type="http://schemas.openxmlformats.org/officeDocument/2006/relationships/customXml" Target="../ink/ink269.xml"/><Relationship Id="rId248" Type="http://schemas.openxmlformats.org/officeDocument/2006/relationships/customXml" Target="../ink/ink290.xml"/><Relationship Id="rId12" Type="http://schemas.openxmlformats.org/officeDocument/2006/relationships/customXml" Target="../ink/ink172.xml"/><Relationship Id="rId108" Type="http://schemas.openxmlformats.org/officeDocument/2006/relationships/customXml" Target="../ink/ink220.xml"/><Relationship Id="rId315" Type="http://schemas.openxmlformats.org/officeDocument/2006/relationships/image" Target="../media/image322.png"/><Relationship Id="rId357" Type="http://schemas.openxmlformats.org/officeDocument/2006/relationships/image" Target="../media/image343.png"/><Relationship Id="rId54" Type="http://schemas.openxmlformats.org/officeDocument/2006/relationships/customXml" Target="../ink/ink193.xml"/><Relationship Id="rId96" Type="http://schemas.openxmlformats.org/officeDocument/2006/relationships/customXml" Target="../ink/ink214.xml"/><Relationship Id="rId161" Type="http://schemas.openxmlformats.org/officeDocument/2006/relationships/image" Target="../media/image245.png"/><Relationship Id="rId217" Type="http://schemas.openxmlformats.org/officeDocument/2006/relationships/image" Target="../media/image273.png"/><Relationship Id="rId399" Type="http://schemas.openxmlformats.org/officeDocument/2006/relationships/image" Target="../media/image364.png"/><Relationship Id="rId259" Type="http://schemas.openxmlformats.org/officeDocument/2006/relationships/image" Target="../media/image294.png"/><Relationship Id="rId23" Type="http://schemas.openxmlformats.org/officeDocument/2006/relationships/image" Target="../media/image177.png"/><Relationship Id="rId119" Type="http://schemas.openxmlformats.org/officeDocument/2006/relationships/image" Target="../media/image224.png"/><Relationship Id="rId270" Type="http://schemas.openxmlformats.org/officeDocument/2006/relationships/customXml" Target="../ink/ink301.xml"/><Relationship Id="rId326" Type="http://schemas.openxmlformats.org/officeDocument/2006/relationships/customXml" Target="../ink/ink329.xml"/><Relationship Id="rId65" Type="http://schemas.openxmlformats.org/officeDocument/2006/relationships/image" Target="../media/image197.png"/><Relationship Id="rId130" Type="http://schemas.openxmlformats.org/officeDocument/2006/relationships/customXml" Target="../ink/ink231.xml"/><Relationship Id="rId368" Type="http://schemas.openxmlformats.org/officeDocument/2006/relationships/customXml" Target="../ink/ink350.xml"/><Relationship Id="rId172" Type="http://schemas.openxmlformats.org/officeDocument/2006/relationships/customXml" Target="../ink/ink252.xml"/><Relationship Id="rId228" Type="http://schemas.openxmlformats.org/officeDocument/2006/relationships/customXml" Target="../ink/ink280.xml"/><Relationship Id="rId281" Type="http://schemas.openxmlformats.org/officeDocument/2006/relationships/image" Target="../media/image305.png"/><Relationship Id="rId337" Type="http://schemas.openxmlformats.org/officeDocument/2006/relationships/image" Target="../media/image333.png"/><Relationship Id="rId34" Type="http://schemas.openxmlformats.org/officeDocument/2006/relationships/customXml" Target="../ink/ink183.xml"/><Relationship Id="rId76" Type="http://schemas.openxmlformats.org/officeDocument/2006/relationships/customXml" Target="../ink/ink204.xml"/><Relationship Id="rId141" Type="http://schemas.openxmlformats.org/officeDocument/2006/relationships/image" Target="../media/image235.png"/><Relationship Id="rId379" Type="http://schemas.openxmlformats.org/officeDocument/2006/relationships/image" Target="../media/image354.png"/><Relationship Id="rId7" Type="http://schemas.openxmlformats.org/officeDocument/2006/relationships/image" Target="../media/image169.png"/><Relationship Id="rId183" Type="http://schemas.openxmlformats.org/officeDocument/2006/relationships/image" Target="../media/image256.png"/><Relationship Id="rId239" Type="http://schemas.openxmlformats.org/officeDocument/2006/relationships/image" Target="../media/image284.png"/><Relationship Id="rId390" Type="http://schemas.openxmlformats.org/officeDocument/2006/relationships/customXml" Target="../ink/ink361.xml"/><Relationship Id="rId404" Type="http://schemas.openxmlformats.org/officeDocument/2006/relationships/customXml" Target="../ink/ink368.xml"/><Relationship Id="rId250" Type="http://schemas.openxmlformats.org/officeDocument/2006/relationships/customXml" Target="../ink/ink291.xml"/><Relationship Id="rId292" Type="http://schemas.openxmlformats.org/officeDocument/2006/relationships/customXml" Target="../ink/ink312.xml"/><Relationship Id="rId306" Type="http://schemas.openxmlformats.org/officeDocument/2006/relationships/customXml" Target="../ink/ink319.xml"/><Relationship Id="rId45" Type="http://schemas.openxmlformats.org/officeDocument/2006/relationships/image" Target="../media/image188.png"/><Relationship Id="rId87" Type="http://schemas.openxmlformats.org/officeDocument/2006/relationships/image" Target="../media/image208.png"/><Relationship Id="rId110" Type="http://schemas.openxmlformats.org/officeDocument/2006/relationships/customXml" Target="../ink/ink221.xml"/><Relationship Id="rId348" Type="http://schemas.openxmlformats.org/officeDocument/2006/relationships/customXml" Target="../ink/ink340.xml"/><Relationship Id="rId152" Type="http://schemas.openxmlformats.org/officeDocument/2006/relationships/customXml" Target="../ink/ink242.xml"/><Relationship Id="rId194" Type="http://schemas.openxmlformats.org/officeDocument/2006/relationships/customXml" Target="../ink/ink263.xml"/><Relationship Id="rId208" Type="http://schemas.openxmlformats.org/officeDocument/2006/relationships/customXml" Target="../ink/ink270.xml"/><Relationship Id="rId261" Type="http://schemas.openxmlformats.org/officeDocument/2006/relationships/image" Target="../media/image295.png"/><Relationship Id="rId14" Type="http://schemas.openxmlformats.org/officeDocument/2006/relationships/customXml" Target="../ink/ink173.xml"/><Relationship Id="rId56" Type="http://schemas.openxmlformats.org/officeDocument/2006/relationships/customXml" Target="../ink/ink194.xml"/><Relationship Id="rId317" Type="http://schemas.openxmlformats.org/officeDocument/2006/relationships/image" Target="../media/image323.png"/><Relationship Id="rId359" Type="http://schemas.openxmlformats.org/officeDocument/2006/relationships/image" Target="../media/image344.png"/><Relationship Id="rId98" Type="http://schemas.openxmlformats.org/officeDocument/2006/relationships/customXml" Target="../ink/ink215.xml"/><Relationship Id="rId121" Type="http://schemas.openxmlformats.org/officeDocument/2006/relationships/image" Target="../media/image225.png"/><Relationship Id="rId163" Type="http://schemas.openxmlformats.org/officeDocument/2006/relationships/image" Target="../media/image246.png"/><Relationship Id="rId219" Type="http://schemas.openxmlformats.org/officeDocument/2006/relationships/image" Target="../media/image274.png"/><Relationship Id="rId370" Type="http://schemas.openxmlformats.org/officeDocument/2006/relationships/customXml" Target="../ink/ink351.xml"/><Relationship Id="rId230" Type="http://schemas.openxmlformats.org/officeDocument/2006/relationships/customXml" Target="../ink/ink281.xml"/><Relationship Id="rId25" Type="http://schemas.openxmlformats.org/officeDocument/2006/relationships/image" Target="../media/image178.png"/><Relationship Id="rId67" Type="http://schemas.openxmlformats.org/officeDocument/2006/relationships/image" Target="../media/image198.png"/><Relationship Id="rId272" Type="http://schemas.openxmlformats.org/officeDocument/2006/relationships/customXml" Target="../ink/ink302.xml"/><Relationship Id="rId328" Type="http://schemas.openxmlformats.org/officeDocument/2006/relationships/customXml" Target="../ink/ink330.xml"/><Relationship Id="rId132" Type="http://schemas.openxmlformats.org/officeDocument/2006/relationships/customXml" Target="../ink/ink232.xml"/><Relationship Id="rId174" Type="http://schemas.openxmlformats.org/officeDocument/2006/relationships/customXml" Target="../ink/ink253.xml"/><Relationship Id="rId381" Type="http://schemas.openxmlformats.org/officeDocument/2006/relationships/image" Target="../media/image355.png"/><Relationship Id="rId241" Type="http://schemas.openxmlformats.org/officeDocument/2006/relationships/image" Target="../media/image285.png"/><Relationship Id="rId36" Type="http://schemas.openxmlformats.org/officeDocument/2006/relationships/customXml" Target="../ink/ink184.xml"/><Relationship Id="rId283" Type="http://schemas.openxmlformats.org/officeDocument/2006/relationships/image" Target="../media/image306.png"/><Relationship Id="rId339" Type="http://schemas.openxmlformats.org/officeDocument/2006/relationships/image" Target="../media/image334.png"/><Relationship Id="rId78" Type="http://schemas.openxmlformats.org/officeDocument/2006/relationships/customXml" Target="../ink/ink205.xml"/><Relationship Id="rId101" Type="http://schemas.openxmlformats.org/officeDocument/2006/relationships/image" Target="../media/image215.png"/><Relationship Id="rId143" Type="http://schemas.openxmlformats.org/officeDocument/2006/relationships/image" Target="../media/image236.png"/><Relationship Id="rId185" Type="http://schemas.openxmlformats.org/officeDocument/2006/relationships/image" Target="../media/image257.png"/><Relationship Id="rId350" Type="http://schemas.openxmlformats.org/officeDocument/2006/relationships/customXml" Target="../ink/ink341.xml"/><Relationship Id="rId406" Type="http://schemas.openxmlformats.org/officeDocument/2006/relationships/customXml" Target="../ink/ink369.xml"/><Relationship Id="rId9" Type="http://schemas.openxmlformats.org/officeDocument/2006/relationships/image" Target="../media/image170.png"/><Relationship Id="rId210" Type="http://schemas.openxmlformats.org/officeDocument/2006/relationships/customXml" Target="../ink/ink271.xml"/><Relationship Id="rId392" Type="http://schemas.openxmlformats.org/officeDocument/2006/relationships/customXml" Target="../ink/ink362.xml"/><Relationship Id="rId252" Type="http://schemas.openxmlformats.org/officeDocument/2006/relationships/customXml" Target="../ink/ink292.xml"/><Relationship Id="rId294" Type="http://schemas.openxmlformats.org/officeDocument/2006/relationships/customXml" Target="../ink/ink313.xml"/><Relationship Id="rId308" Type="http://schemas.openxmlformats.org/officeDocument/2006/relationships/customXml" Target="../ink/ink320.xml"/><Relationship Id="rId47" Type="http://schemas.openxmlformats.org/officeDocument/2006/relationships/image" Target="../media/image189.png"/><Relationship Id="rId89" Type="http://schemas.openxmlformats.org/officeDocument/2006/relationships/image" Target="../media/image209.png"/><Relationship Id="rId112" Type="http://schemas.openxmlformats.org/officeDocument/2006/relationships/customXml" Target="../ink/ink222.xml"/><Relationship Id="rId154" Type="http://schemas.openxmlformats.org/officeDocument/2006/relationships/customXml" Target="../ink/ink243.xml"/><Relationship Id="rId361" Type="http://schemas.openxmlformats.org/officeDocument/2006/relationships/image" Target="../media/image345.png"/><Relationship Id="rId196" Type="http://schemas.openxmlformats.org/officeDocument/2006/relationships/customXml" Target="../ink/ink264.xml"/><Relationship Id="rId16" Type="http://schemas.openxmlformats.org/officeDocument/2006/relationships/customXml" Target="../ink/ink174.xml"/><Relationship Id="rId221" Type="http://schemas.openxmlformats.org/officeDocument/2006/relationships/image" Target="../media/image275.png"/><Relationship Id="rId263" Type="http://schemas.openxmlformats.org/officeDocument/2006/relationships/image" Target="../media/image296.png"/><Relationship Id="rId319" Type="http://schemas.openxmlformats.org/officeDocument/2006/relationships/image" Target="../media/image324.png"/><Relationship Id="rId58" Type="http://schemas.openxmlformats.org/officeDocument/2006/relationships/customXml" Target="../ink/ink195.xml"/><Relationship Id="rId123" Type="http://schemas.openxmlformats.org/officeDocument/2006/relationships/image" Target="../media/image226.png"/><Relationship Id="rId330" Type="http://schemas.openxmlformats.org/officeDocument/2006/relationships/customXml" Target="../ink/ink331.xml"/><Relationship Id="rId165" Type="http://schemas.openxmlformats.org/officeDocument/2006/relationships/image" Target="../media/image247.png"/><Relationship Id="rId372" Type="http://schemas.openxmlformats.org/officeDocument/2006/relationships/customXml" Target="../ink/ink352.xml"/><Relationship Id="rId232" Type="http://schemas.openxmlformats.org/officeDocument/2006/relationships/customXml" Target="../ink/ink282.xml"/><Relationship Id="rId274" Type="http://schemas.openxmlformats.org/officeDocument/2006/relationships/customXml" Target="../ink/ink303.xml"/><Relationship Id="rId27" Type="http://schemas.openxmlformats.org/officeDocument/2006/relationships/image" Target="../media/image179.png"/><Relationship Id="rId48" Type="http://schemas.openxmlformats.org/officeDocument/2006/relationships/customXml" Target="../ink/ink190.xml"/><Relationship Id="rId69" Type="http://schemas.openxmlformats.org/officeDocument/2006/relationships/image" Target="../media/image199.png"/><Relationship Id="rId113" Type="http://schemas.openxmlformats.org/officeDocument/2006/relationships/image" Target="../media/image221.png"/><Relationship Id="rId134" Type="http://schemas.openxmlformats.org/officeDocument/2006/relationships/customXml" Target="../ink/ink233.xml"/><Relationship Id="rId320" Type="http://schemas.openxmlformats.org/officeDocument/2006/relationships/customXml" Target="../ink/ink326.xml"/><Relationship Id="rId80" Type="http://schemas.openxmlformats.org/officeDocument/2006/relationships/customXml" Target="../ink/ink206.xml"/><Relationship Id="rId155" Type="http://schemas.openxmlformats.org/officeDocument/2006/relationships/image" Target="../media/image242.png"/><Relationship Id="rId176" Type="http://schemas.openxmlformats.org/officeDocument/2006/relationships/customXml" Target="../ink/ink254.xml"/><Relationship Id="rId197" Type="http://schemas.openxmlformats.org/officeDocument/2006/relationships/image" Target="../media/image263.png"/><Relationship Id="rId341" Type="http://schemas.openxmlformats.org/officeDocument/2006/relationships/image" Target="../media/image335.png"/><Relationship Id="rId362" Type="http://schemas.openxmlformats.org/officeDocument/2006/relationships/customXml" Target="../ink/ink347.xml"/><Relationship Id="rId383" Type="http://schemas.openxmlformats.org/officeDocument/2006/relationships/image" Target="../media/image356.png"/><Relationship Id="rId201" Type="http://schemas.openxmlformats.org/officeDocument/2006/relationships/image" Target="../media/image265.png"/><Relationship Id="rId222" Type="http://schemas.openxmlformats.org/officeDocument/2006/relationships/customXml" Target="../ink/ink277.xml"/><Relationship Id="rId243" Type="http://schemas.openxmlformats.org/officeDocument/2006/relationships/image" Target="../media/image286.png"/><Relationship Id="rId264" Type="http://schemas.openxmlformats.org/officeDocument/2006/relationships/customXml" Target="../ink/ink298.xml"/><Relationship Id="rId285" Type="http://schemas.openxmlformats.org/officeDocument/2006/relationships/image" Target="../media/image307.png"/><Relationship Id="rId17" Type="http://schemas.openxmlformats.org/officeDocument/2006/relationships/image" Target="../media/image174.png"/><Relationship Id="rId38" Type="http://schemas.openxmlformats.org/officeDocument/2006/relationships/customXml" Target="../ink/ink185.xml"/><Relationship Id="rId59" Type="http://schemas.openxmlformats.org/officeDocument/2006/relationships/image" Target="../media/image82.png"/><Relationship Id="rId103" Type="http://schemas.openxmlformats.org/officeDocument/2006/relationships/image" Target="../media/image216.png"/><Relationship Id="rId124" Type="http://schemas.openxmlformats.org/officeDocument/2006/relationships/customXml" Target="../ink/ink228.xml"/><Relationship Id="rId310" Type="http://schemas.openxmlformats.org/officeDocument/2006/relationships/customXml" Target="../ink/ink321.xml"/><Relationship Id="rId70" Type="http://schemas.openxmlformats.org/officeDocument/2006/relationships/customXml" Target="../ink/ink201.xml"/><Relationship Id="rId91" Type="http://schemas.openxmlformats.org/officeDocument/2006/relationships/image" Target="../media/image210.png"/><Relationship Id="rId145" Type="http://schemas.openxmlformats.org/officeDocument/2006/relationships/image" Target="../media/image237.png"/><Relationship Id="rId166" Type="http://schemas.openxmlformats.org/officeDocument/2006/relationships/customXml" Target="../ink/ink249.xml"/><Relationship Id="rId187" Type="http://schemas.openxmlformats.org/officeDocument/2006/relationships/image" Target="../media/image258.png"/><Relationship Id="rId331" Type="http://schemas.openxmlformats.org/officeDocument/2006/relationships/image" Target="../media/image330.png"/><Relationship Id="rId352" Type="http://schemas.openxmlformats.org/officeDocument/2006/relationships/customXml" Target="../ink/ink342.xml"/><Relationship Id="rId373" Type="http://schemas.openxmlformats.org/officeDocument/2006/relationships/image" Target="../media/image351.png"/><Relationship Id="rId394" Type="http://schemas.openxmlformats.org/officeDocument/2006/relationships/customXml" Target="../ink/ink363.xml"/><Relationship Id="rId408" Type="http://schemas.openxmlformats.org/officeDocument/2006/relationships/customXml" Target="../ink/ink370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72.xml"/><Relationship Id="rId233" Type="http://schemas.openxmlformats.org/officeDocument/2006/relationships/image" Target="../media/image281.png"/><Relationship Id="rId254" Type="http://schemas.openxmlformats.org/officeDocument/2006/relationships/customXml" Target="../ink/ink293.xml"/><Relationship Id="rId28" Type="http://schemas.openxmlformats.org/officeDocument/2006/relationships/customXml" Target="../ink/ink180.xml"/><Relationship Id="rId49" Type="http://schemas.openxmlformats.org/officeDocument/2006/relationships/image" Target="../media/image190.png"/><Relationship Id="rId114" Type="http://schemas.openxmlformats.org/officeDocument/2006/relationships/customXml" Target="../ink/ink223.xml"/><Relationship Id="rId275" Type="http://schemas.openxmlformats.org/officeDocument/2006/relationships/image" Target="../media/image302.png"/><Relationship Id="rId296" Type="http://schemas.openxmlformats.org/officeDocument/2006/relationships/customXml" Target="../ink/ink314.xml"/><Relationship Id="rId300" Type="http://schemas.openxmlformats.org/officeDocument/2006/relationships/customXml" Target="../ink/ink316.xml"/><Relationship Id="rId60" Type="http://schemas.openxmlformats.org/officeDocument/2006/relationships/customXml" Target="../ink/ink196.xml"/><Relationship Id="rId81" Type="http://schemas.openxmlformats.org/officeDocument/2006/relationships/image" Target="../media/image205.png"/><Relationship Id="rId135" Type="http://schemas.openxmlformats.org/officeDocument/2006/relationships/image" Target="../media/image232.png"/><Relationship Id="rId156" Type="http://schemas.openxmlformats.org/officeDocument/2006/relationships/customXml" Target="../ink/ink244.xml"/><Relationship Id="rId177" Type="http://schemas.openxmlformats.org/officeDocument/2006/relationships/image" Target="../media/image253.png"/><Relationship Id="rId198" Type="http://schemas.openxmlformats.org/officeDocument/2006/relationships/customXml" Target="../ink/ink265.xml"/><Relationship Id="rId321" Type="http://schemas.openxmlformats.org/officeDocument/2006/relationships/image" Target="../media/image325.png"/><Relationship Id="rId342" Type="http://schemas.openxmlformats.org/officeDocument/2006/relationships/customXml" Target="../ink/ink337.xml"/><Relationship Id="rId363" Type="http://schemas.openxmlformats.org/officeDocument/2006/relationships/image" Target="../media/image346.png"/><Relationship Id="rId384" Type="http://schemas.openxmlformats.org/officeDocument/2006/relationships/customXml" Target="../ink/ink358.xml"/><Relationship Id="rId202" Type="http://schemas.openxmlformats.org/officeDocument/2006/relationships/customXml" Target="../ink/ink267.xml"/><Relationship Id="rId223" Type="http://schemas.openxmlformats.org/officeDocument/2006/relationships/image" Target="../media/image276.png"/><Relationship Id="rId244" Type="http://schemas.openxmlformats.org/officeDocument/2006/relationships/customXml" Target="../ink/ink288.xml"/><Relationship Id="rId18" Type="http://schemas.openxmlformats.org/officeDocument/2006/relationships/customXml" Target="../ink/ink175.xml"/><Relationship Id="rId39" Type="http://schemas.openxmlformats.org/officeDocument/2006/relationships/image" Target="../media/image185.png"/><Relationship Id="rId265" Type="http://schemas.openxmlformats.org/officeDocument/2006/relationships/image" Target="../media/image297.png"/><Relationship Id="rId286" Type="http://schemas.openxmlformats.org/officeDocument/2006/relationships/customXml" Target="../ink/ink309.xml"/><Relationship Id="rId50" Type="http://schemas.openxmlformats.org/officeDocument/2006/relationships/customXml" Target="../ink/ink191.xml"/><Relationship Id="rId104" Type="http://schemas.openxmlformats.org/officeDocument/2006/relationships/customXml" Target="../ink/ink218.xml"/><Relationship Id="rId125" Type="http://schemas.openxmlformats.org/officeDocument/2006/relationships/image" Target="../media/image227.png"/><Relationship Id="rId146" Type="http://schemas.openxmlformats.org/officeDocument/2006/relationships/customXml" Target="../ink/ink239.xml"/><Relationship Id="rId167" Type="http://schemas.openxmlformats.org/officeDocument/2006/relationships/image" Target="../media/image248.png"/><Relationship Id="rId188" Type="http://schemas.openxmlformats.org/officeDocument/2006/relationships/customXml" Target="../ink/ink260.xml"/><Relationship Id="rId311" Type="http://schemas.openxmlformats.org/officeDocument/2006/relationships/image" Target="../media/image320.png"/><Relationship Id="rId332" Type="http://schemas.openxmlformats.org/officeDocument/2006/relationships/customXml" Target="../ink/ink332.xml"/><Relationship Id="rId353" Type="http://schemas.openxmlformats.org/officeDocument/2006/relationships/image" Target="../media/image341.png"/><Relationship Id="rId374" Type="http://schemas.openxmlformats.org/officeDocument/2006/relationships/customXml" Target="../ink/ink353.xml"/><Relationship Id="rId395" Type="http://schemas.openxmlformats.org/officeDocument/2006/relationships/image" Target="../media/image362.png"/><Relationship Id="rId409" Type="http://schemas.openxmlformats.org/officeDocument/2006/relationships/image" Target="../media/image369.png"/><Relationship Id="rId71" Type="http://schemas.openxmlformats.org/officeDocument/2006/relationships/image" Target="../media/image200.png"/><Relationship Id="rId92" Type="http://schemas.openxmlformats.org/officeDocument/2006/relationships/customXml" Target="../ink/ink212.xml"/><Relationship Id="rId213" Type="http://schemas.openxmlformats.org/officeDocument/2006/relationships/image" Target="../media/image271.png"/><Relationship Id="rId234" Type="http://schemas.openxmlformats.org/officeDocument/2006/relationships/customXml" Target="../ink/ink283.xml"/><Relationship Id="rId2" Type="http://schemas.openxmlformats.org/officeDocument/2006/relationships/customXml" Target="../ink/ink167.xml"/><Relationship Id="rId29" Type="http://schemas.openxmlformats.org/officeDocument/2006/relationships/image" Target="../media/image180.png"/><Relationship Id="rId255" Type="http://schemas.openxmlformats.org/officeDocument/2006/relationships/image" Target="../media/image292.png"/><Relationship Id="rId276" Type="http://schemas.openxmlformats.org/officeDocument/2006/relationships/customXml" Target="../ink/ink304.xml"/><Relationship Id="rId297" Type="http://schemas.openxmlformats.org/officeDocument/2006/relationships/image" Target="../media/image313.png"/><Relationship Id="rId40" Type="http://schemas.openxmlformats.org/officeDocument/2006/relationships/customXml" Target="../ink/ink186.xml"/><Relationship Id="rId115" Type="http://schemas.openxmlformats.org/officeDocument/2006/relationships/image" Target="../media/image222.png"/><Relationship Id="rId136" Type="http://schemas.openxmlformats.org/officeDocument/2006/relationships/customXml" Target="../ink/ink234.xml"/><Relationship Id="rId157" Type="http://schemas.openxmlformats.org/officeDocument/2006/relationships/image" Target="../media/image243.png"/><Relationship Id="rId178" Type="http://schemas.openxmlformats.org/officeDocument/2006/relationships/customXml" Target="../ink/ink255.xml"/><Relationship Id="rId301" Type="http://schemas.openxmlformats.org/officeDocument/2006/relationships/image" Target="../media/image315.png"/><Relationship Id="rId322" Type="http://schemas.openxmlformats.org/officeDocument/2006/relationships/customXml" Target="../ink/ink327.xml"/><Relationship Id="rId343" Type="http://schemas.openxmlformats.org/officeDocument/2006/relationships/image" Target="../media/image336.png"/><Relationship Id="rId364" Type="http://schemas.openxmlformats.org/officeDocument/2006/relationships/customXml" Target="../ink/ink348.xml"/><Relationship Id="rId61" Type="http://schemas.openxmlformats.org/officeDocument/2006/relationships/image" Target="../media/image195.png"/><Relationship Id="rId82" Type="http://schemas.openxmlformats.org/officeDocument/2006/relationships/customXml" Target="../ink/ink207.xml"/><Relationship Id="rId199" Type="http://schemas.openxmlformats.org/officeDocument/2006/relationships/image" Target="../media/image264.png"/><Relationship Id="rId203" Type="http://schemas.openxmlformats.org/officeDocument/2006/relationships/image" Target="../media/image266.png"/><Relationship Id="rId385" Type="http://schemas.openxmlformats.org/officeDocument/2006/relationships/image" Target="../media/image357.png"/><Relationship Id="rId19" Type="http://schemas.openxmlformats.org/officeDocument/2006/relationships/image" Target="../media/image175.png"/><Relationship Id="rId224" Type="http://schemas.openxmlformats.org/officeDocument/2006/relationships/customXml" Target="../ink/ink278.xml"/><Relationship Id="rId245" Type="http://schemas.openxmlformats.org/officeDocument/2006/relationships/image" Target="../media/image287.png"/><Relationship Id="rId266" Type="http://schemas.openxmlformats.org/officeDocument/2006/relationships/customXml" Target="../ink/ink299.xml"/><Relationship Id="rId287" Type="http://schemas.openxmlformats.org/officeDocument/2006/relationships/image" Target="../media/image308.png"/><Relationship Id="rId30" Type="http://schemas.openxmlformats.org/officeDocument/2006/relationships/customXml" Target="../ink/ink181.xml"/><Relationship Id="rId105" Type="http://schemas.openxmlformats.org/officeDocument/2006/relationships/image" Target="../media/image217.png"/><Relationship Id="rId126" Type="http://schemas.openxmlformats.org/officeDocument/2006/relationships/customXml" Target="../ink/ink229.xml"/><Relationship Id="rId147" Type="http://schemas.openxmlformats.org/officeDocument/2006/relationships/image" Target="../media/image238.png"/><Relationship Id="rId168" Type="http://schemas.openxmlformats.org/officeDocument/2006/relationships/customXml" Target="../ink/ink250.xml"/><Relationship Id="rId312" Type="http://schemas.openxmlformats.org/officeDocument/2006/relationships/customXml" Target="../ink/ink322.xml"/><Relationship Id="rId333" Type="http://schemas.openxmlformats.org/officeDocument/2006/relationships/image" Target="../media/image331.png"/><Relationship Id="rId354" Type="http://schemas.openxmlformats.org/officeDocument/2006/relationships/customXml" Target="../ink/ink343.xml"/><Relationship Id="rId51" Type="http://schemas.openxmlformats.org/officeDocument/2006/relationships/image" Target="../media/image191.png"/><Relationship Id="rId72" Type="http://schemas.openxmlformats.org/officeDocument/2006/relationships/customXml" Target="../ink/ink202.xml"/><Relationship Id="rId93" Type="http://schemas.openxmlformats.org/officeDocument/2006/relationships/image" Target="../media/image211.png"/><Relationship Id="rId189" Type="http://schemas.openxmlformats.org/officeDocument/2006/relationships/image" Target="../media/image259.png"/><Relationship Id="rId375" Type="http://schemas.openxmlformats.org/officeDocument/2006/relationships/image" Target="../media/image352.png"/><Relationship Id="rId396" Type="http://schemas.openxmlformats.org/officeDocument/2006/relationships/customXml" Target="../ink/ink364.xml"/><Relationship Id="rId3" Type="http://schemas.openxmlformats.org/officeDocument/2006/relationships/image" Target="../media/image167.png"/><Relationship Id="rId214" Type="http://schemas.openxmlformats.org/officeDocument/2006/relationships/customXml" Target="../ink/ink273.xml"/><Relationship Id="rId235" Type="http://schemas.openxmlformats.org/officeDocument/2006/relationships/image" Target="../media/image282.png"/><Relationship Id="rId256" Type="http://schemas.openxmlformats.org/officeDocument/2006/relationships/customXml" Target="../ink/ink294.xml"/><Relationship Id="rId277" Type="http://schemas.openxmlformats.org/officeDocument/2006/relationships/image" Target="../media/image303.png"/><Relationship Id="rId298" Type="http://schemas.openxmlformats.org/officeDocument/2006/relationships/customXml" Target="../ink/ink315.xml"/><Relationship Id="rId400" Type="http://schemas.openxmlformats.org/officeDocument/2006/relationships/customXml" Target="../ink/ink366.xml"/><Relationship Id="rId116" Type="http://schemas.openxmlformats.org/officeDocument/2006/relationships/customXml" Target="../ink/ink224.xml"/><Relationship Id="rId137" Type="http://schemas.openxmlformats.org/officeDocument/2006/relationships/image" Target="../media/image233.png"/><Relationship Id="rId158" Type="http://schemas.openxmlformats.org/officeDocument/2006/relationships/customXml" Target="../ink/ink245.xml"/><Relationship Id="rId302" Type="http://schemas.openxmlformats.org/officeDocument/2006/relationships/customXml" Target="../ink/ink317.xml"/><Relationship Id="rId323" Type="http://schemas.openxmlformats.org/officeDocument/2006/relationships/image" Target="../media/image326.png"/><Relationship Id="rId344" Type="http://schemas.openxmlformats.org/officeDocument/2006/relationships/customXml" Target="../ink/ink338.xml"/><Relationship Id="rId20" Type="http://schemas.openxmlformats.org/officeDocument/2006/relationships/customXml" Target="../ink/ink176.xml"/><Relationship Id="rId41" Type="http://schemas.openxmlformats.org/officeDocument/2006/relationships/image" Target="../media/image186.png"/><Relationship Id="rId62" Type="http://schemas.openxmlformats.org/officeDocument/2006/relationships/customXml" Target="../ink/ink197.xml"/><Relationship Id="rId83" Type="http://schemas.openxmlformats.org/officeDocument/2006/relationships/image" Target="../media/image206.png"/><Relationship Id="rId179" Type="http://schemas.openxmlformats.org/officeDocument/2006/relationships/image" Target="../media/image254.png"/><Relationship Id="rId365" Type="http://schemas.openxmlformats.org/officeDocument/2006/relationships/image" Target="../media/image347.png"/><Relationship Id="rId386" Type="http://schemas.openxmlformats.org/officeDocument/2006/relationships/customXml" Target="../ink/ink359.xml"/><Relationship Id="rId190" Type="http://schemas.openxmlformats.org/officeDocument/2006/relationships/customXml" Target="../ink/ink261.xml"/><Relationship Id="rId204" Type="http://schemas.openxmlformats.org/officeDocument/2006/relationships/customXml" Target="../ink/ink268.xml"/><Relationship Id="rId225" Type="http://schemas.openxmlformats.org/officeDocument/2006/relationships/image" Target="../media/image277.png"/><Relationship Id="rId246" Type="http://schemas.openxmlformats.org/officeDocument/2006/relationships/customXml" Target="../ink/ink289.xml"/><Relationship Id="rId267" Type="http://schemas.openxmlformats.org/officeDocument/2006/relationships/image" Target="../media/image298.png"/><Relationship Id="rId288" Type="http://schemas.openxmlformats.org/officeDocument/2006/relationships/customXml" Target="../ink/ink310.xml"/><Relationship Id="rId106" Type="http://schemas.openxmlformats.org/officeDocument/2006/relationships/customXml" Target="../ink/ink219.xml"/><Relationship Id="rId127" Type="http://schemas.openxmlformats.org/officeDocument/2006/relationships/image" Target="../media/image228.png"/><Relationship Id="rId313" Type="http://schemas.openxmlformats.org/officeDocument/2006/relationships/image" Target="../media/image321.png"/><Relationship Id="rId10" Type="http://schemas.openxmlformats.org/officeDocument/2006/relationships/customXml" Target="../ink/ink171.xml"/><Relationship Id="rId31" Type="http://schemas.openxmlformats.org/officeDocument/2006/relationships/image" Target="../media/image181.png"/><Relationship Id="rId52" Type="http://schemas.openxmlformats.org/officeDocument/2006/relationships/customXml" Target="../ink/ink192.xml"/><Relationship Id="rId73" Type="http://schemas.openxmlformats.org/officeDocument/2006/relationships/image" Target="../media/image201.png"/><Relationship Id="rId94" Type="http://schemas.openxmlformats.org/officeDocument/2006/relationships/customXml" Target="../ink/ink213.xml"/><Relationship Id="rId148" Type="http://schemas.openxmlformats.org/officeDocument/2006/relationships/customXml" Target="../ink/ink240.xml"/><Relationship Id="rId169" Type="http://schemas.openxmlformats.org/officeDocument/2006/relationships/image" Target="../media/image249.png"/><Relationship Id="rId334" Type="http://schemas.openxmlformats.org/officeDocument/2006/relationships/customXml" Target="../ink/ink333.xml"/><Relationship Id="rId355" Type="http://schemas.openxmlformats.org/officeDocument/2006/relationships/image" Target="../media/image342.png"/><Relationship Id="rId376" Type="http://schemas.openxmlformats.org/officeDocument/2006/relationships/customXml" Target="../ink/ink354.xml"/><Relationship Id="rId397" Type="http://schemas.openxmlformats.org/officeDocument/2006/relationships/image" Target="../media/image363.png"/><Relationship Id="rId4" Type="http://schemas.openxmlformats.org/officeDocument/2006/relationships/customXml" Target="../ink/ink168.xml"/><Relationship Id="rId180" Type="http://schemas.openxmlformats.org/officeDocument/2006/relationships/customXml" Target="../ink/ink256.xml"/><Relationship Id="rId215" Type="http://schemas.openxmlformats.org/officeDocument/2006/relationships/image" Target="../media/image272.png"/><Relationship Id="rId236" Type="http://schemas.openxmlformats.org/officeDocument/2006/relationships/customXml" Target="../ink/ink284.xml"/><Relationship Id="rId257" Type="http://schemas.openxmlformats.org/officeDocument/2006/relationships/image" Target="../media/image293.png"/><Relationship Id="rId278" Type="http://schemas.openxmlformats.org/officeDocument/2006/relationships/customXml" Target="../ink/ink305.xml"/><Relationship Id="rId401" Type="http://schemas.openxmlformats.org/officeDocument/2006/relationships/image" Target="../media/image365.png"/><Relationship Id="rId303" Type="http://schemas.openxmlformats.org/officeDocument/2006/relationships/image" Target="../media/image316.png"/><Relationship Id="rId42" Type="http://schemas.openxmlformats.org/officeDocument/2006/relationships/customXml" Target="../ink/ink187.xml"/><Relationship Id="rId84" Type="http://schemas.openxmlformats.org/officeDocument/2006/relationships/customXml" Target="../ink/ink208.xml"/><Relationship Id="rId138" Type="http://schemas.openxmlformats.org/officeDocument/2006/relationships/customXml" Target="../ink/ink235.xml"/><Relationship Id="rId345" Type="http://schemas.openxmlformats.org/officeDocument/2006/relationships/image" Target="../media/image337.png"/><Relationship Id="rId387" Type="http://schemas.openxmlformats.org/officeDocument/2006/relationships/image" Target="../media/image358.png"/><Relationship Id="rId191" Type="http://schemas.openxmlformats.org/officeDocument/2006/relationships/image" Target="../media/image260.png"/><Relationship Id="rId205" Type="http://schemas.openxmlformats.org/officeDocument/2006/relationships/image" Target="../media/image267.png"/><Relationship Id="rId247" Type="http://schemas.openxmlformats.org/officeDocument/2006/relationships/image" Target="../media/image288.png"/><Relationship Id="rId107" Type="http://schemas.openxmlformats.org/officeDocument/2006/relationships/image" Target="../media/image218.png"/><Relationship Id="rId289" Type="http://schemas.openxmlformats.org/officeDocument/2006/relationships/image" Target="../media/image309.png"/><Relationship Id="rId11" Type="http://schemas.openxmlformats.org/officeDocument/2006/relationships/image" Target="../media/image171.png"/><Relationship Id="rId53" Type="http://schemas.openxmlformats.org/officeDocument/2006/relationships/image" Target="../media/image192.png"/><Relationship Id="rId149" Type="http://schemas.openxmlformats.org/officeDocument/2006/relationships/image" Target="../media/image239.png"/><Relationship Id="rId314" Type="http://schemas.openxmlformats.org/officeDocument/2006/relationships/customXml" Target="../ink/ink323.xml"/><Relationship Id="rId356" Type="http://schemas.openxmlformats.org/officeDocument/2006/relationships/customXml" Target="../ink/ink344.xml"/><Relationship Id="rId398" Type="http://schemas.openxmlformats.org/officeDocument/2006/relationships/customXml" Target="../ink/ink365.xml"/><Relationship Id="rId95" Type="http://schemas.openxmlformats.org/officeDocument/2006/relationships/image" Target="../media/image212.png"/><Relationship Id="rId160" Type="http://schemas.openxmlformats.org/officeDocument/2006/relationships/customXml" Target="../ink/ink246.xml"/><Relationship Id="rId216" Type="http://schemas.openxmlformats.org/officeDocument/2006/relationships/customXml" Target="../ink/ink274.xml"/><Relationship Id="rId258" Type="http://schemas.openxmlformats.org/officeDocument/2006/relationships/customXml" Target="../ink/ink295.xml"/><Relationship Id="rId22" Type="http://schemas.openxmlformats.org/officeDocument/2006/relationships/customXml" Target="../ink/ink177.xml"/><Relationship Id="rId64" Type="http://schemas.openxmlformats.org/officeDocument/2006/relationships/customXml" Target="../ink/ink198.xml"/><Relationship Id="rId118" Type="http://schemas.openxmlformats.org/officeDocument/2006/relationships/customXml" Target="../ink/ink225.xml"/><Relationship Id="rId325" Type="http://schemas.openxmlformats.org/officeDocument/2006/relationships/image" Target="../media/image327.png"/><Relationship Id="rId367" Type="http://schemas.openxmlformats.org/officeDocument/2006/relationships/image" Target="../media/image348.png"/><Relationship Id="rId171" Type="http://schemas.openxmlformats.org/officeDocument/2006/relationships/image" Target="../media/image250.png"/><Relationship Id="rId227" Type="http://schemas.openxmlformats.org/officeDocument/2006/relationships/image" Target="../media/image278.png"/><Relationship Id="rId269" Type="http://schemas.openxmlformats.org/officeDocument/2006/relationships/image" Target="../media/image299.png"/><Relationship Id="rId33" Type="http://schemas.openxmlformats.org/officeDocument/2006/relationships/image" Target="../media/image182.png"/><Relationship Id="rId129" Type="http://schemas.openxmlformats.org/officeDocument/2006/relationships/image" Target="../media/image229.png"/><Relationship Id="rId280" Type="http://schemas.openxmlformats.org/officeDocument/2006/relationships/customXml" Target="../ink/ink306.xml"/><Relationship Id="rId336" Type="http://schemas.openxmlformats.org/officeDocument/2006/relationships/customXml" Target="../ink/ink334.xml"/><Relationship Id="rId75" Type="http://schemas.openxmlformats.org/officeDocument/2006/relationships/image" Target="../media/image202.png"/><Relationship Id="rId140" Type="http://schemas.openxmlformats.org/officeDocument/2006/relationships/customXml" Target="../ink/ink236.xml"/><Relationship Id="rId182" Type="http://schemas.openxmlformats.org/officeDocument/2006/relationships/customXml" Target="../ink/ink257.xml"/><Relationship Id="rId378" Type="http://schemas.openxmlformats.org/officeDocument/2006/relationships/customXml" Target="../ink/ink355.xml"/><Relationship Id="rId403" Type="http://schemas.openxmlformats.org/officeDocument/2006/relationships/image" Target="../media/image366.png"/><Relationship Id="rId6" Type="http://schemas.openxmlformats.org/officeDocument/2006/relationships/customXml" Target="../ink/ink169.xml"/><Relationship Id="rId238" Type="http://schemas.openxmlformats.org/officeDocument/2006/relationships/customXml" Target="../ink/ink285.xml"/><Relationship Id="rId291" Type="http://schemas.openxmlformats.org/officeDocument/2006/relationships/image" Target="../media/image310.png"/><Relationship Id="rId305" Type="http://schemas.openxmlformats.org/officeDocument/2006/relationships/image" Target="../media/image317.png"/><Relationship Id="rId347" Type="http://schemas.openxmlformats.org/officeDocument/2006/relationships/image" Target="../media/image338.png"/><Relationship Id="rId44" Type="http://schemas.openxmlformats.org/officeDocument/2006/relationships/customXml" Target="../ink/ink188.xml"/><Relationship Id="rId86" Type="http://schemas.openxmlformats.org/officeDocument/2006/relationships/customXml" Target="../ink/ink209.xml"/><Relationship Id="rId151" Type="http://schemas.openxmlformats.org/officeDocument/2006/relationships/image" Target="../media/image240.png"/><Relationship Id="rId389" Type="http://schemas.openxmlformats.org/officeDocument/2006/relationships/image" Target="../media/image359.png"/><Relationship Id="rId193" Type="http://schemas.openxmlformats.org/officeDocument/2006/relationships/image" Target="../media/image261.png"/><Relationship Id="rId207" Type="http://schemas.openxmlformats.org/officeDocument/2006/relationships/image" Target="../media/image268.png"/><Relationship Id="rId249" Type="http://schemas.openxmlformats.org/officeDocument/2006/relationships/image" Target="../media/image289.png"/><Relationship Id="rId13" Type="http://schemas.openxmlformats.org/officeDocument/2006/relationships/image" Target="../media/image172.png"/><Relationship Id="rId109" Type="http://schemas.openxmlformats.org/officeDocument/2006/relationships/image" Target="../media/image219.png"/><Relationship Id="rId260" Type="http://schemas.openxmlformats.org/officeDocument/2006/relationships/customXml" Target="../ink/ink296.xml"/><Relationship Id="rId316" Type="http://schemas.openxmlformats.org/officeDocument/2006/relationships/customXml" Target="../ink/ink324.xml"/><Relationship Id="rId55" Type="http://schemas.openxmlformats.org/officeDocument/2006/relationships/image" Target="../media/image193.png"/><Relationship Id="rId97" Type="http://schemas.openxmlformats.org/officeDocument/2006/relationships/image" Target="../media/image213.png"/><Relationship Id="rId120" Type="http://schemas.openxmlformats.org/officeDocument/2006/relationships/customXml" Target="../ink/ink226.xml"/><Relationship Id="rId358" Type="http://schemas.openxmlformats.org/officeDocument/2006/relationships/customXml" Target="../ink/ink345.xml"/><Relationship Id="rId162" Type="http://schemas.openxmlformats.org/officeDocument/2006/relationships/customXml" Target="../ink/ink247.xml"/><Relationship Id="rId218" Type="http://schemas.openxmlformats.org/officeDocument/2006/relationships/customXml" Target="../ink/ink275.xml"/><Relationship Id="rId271" Type="http://schemas.openxmlformats.org/officeDocument/2006/relationships/image" Target="../media/image300.png"/><Relationship Id="rId24" Type="http://schemas.openxmlformats.org/officeDocument/2006/relationships/customXml" Target="../ink/ink178.xml"/><Relationship Id="rId66" Type="http://schemas.openxmlformats.org/officeDocument/2006/relationships/customXml" Target="../ink/ink199.xml"/><Relationship Id="rId131" Type="http://schemas.openxmlformats.org/officeDocument/2006/relationships/image" Target="../media/image230.png"/><Relationship Id="rId327" Type="http://schemas.openxmlformats.org/officeDocument/2006/relationships/image" Target="../media/image328.png"/><Relationship Id="rId369" Type="http://schemas.openxmlformats.org/officeDocument/2006/relationships/image" Target="../media/image349.png"/><Relationship Id="rId173" Type="http://schemas.openxmlformats.org/officeDocument/2006/relationships/image" Target="../media/image251.png"/><Relationship Id="rId229" Type="http://schemas.openxmlformats.org/officeDocument/2006/relationships/image" Target="../media/image279.png"/><Relationship Id="rId380" Type="http://schemas.openxmlformats.org/officeDocument/2006/relationships/customXml" Target="../ink/ink356.xml"/><Relationship Id="rId240" Type="http://schemas.openxmlformats.org/officeDocument/2006/relationships/customXml" Target="../ink/ink286.xml"/><Relationship Id="rId35" Type="http://schemas.openxmlformats.org/officeDocument/2006/relationships/image" Target="../media/image183.png"/><Relationship Id="rId77" Type="http://schemas.openxmlformats.org/officeDocument/2006/relationships/image" Target="../media/image203.png"/><Relationship Id="rId100" Type="http://schemas.openxmlformats.org/officeDocument/2006/relationships/customXml" Target="../ink/ink216.xml"/><Relationship Id="rId282" Type="http://schemas.openxmlformats.org/officeDocument/2006/relationships/customXml" Target="../ink/ink307.xml"/><Relationship Id="rId338" Type="http://schemas.openxmlformats.org/officeDocument/2006/relationships/customXml" Target="../ink/ink335.xml"/><Relationship Id="rId8" Type="http://schemas.openxmlformats.org/officeDocument/2006/relationships/customXml" Target="../ink/ink170.xml"/><Relationship Id="rId142" Type="http://schemas.openxmlformats.org/officeDocument/2006/relationships/customXml" Target="../ink/ink237.xml"/><Relationship Id="rId184" Type="http://schemas.openxmlformats.org/officeDocument/2006/relationships/customXml" Target="../ink/ink258.xml"/><Relationship Id="rId391" Type="http://schemas.openxmlformats.org/officeDocument/2006/relationships/image" Target="../media/image360.png"/><Relationship Id="rId405" Type="http://schemas.openxmlformats.org/officeDocument/2006/relationships/image" Target="../media/image367.png"/><Relationship Id="rId251" Type="http://schemas.openxmlformats.org/officeDocument/2006/relationships/image" Target="../media/image290.png"/><Relationship Id="rId46" Type="http://schemas.openxmlformats.org/officeDocument/2006/relationships/customXml" Target="../ink/ink189.xml"/><Relationship Id="rId293" Type="http://schemas.openxmlformats.org/officeDocument/2006/relationships/image" Target="../media/image311.png"/><Relationship Id="rId307" Type="http://schemas.openxmlformats.org/officeDocument/2006/relationships/image" Target="../media/image318.png"/><Relationship Id="rId349" Type="http://schemas.openxmlformats.org/officeDocument/2006/relationships/image" Target="../media/image339.png"/><Relationship Id="rId88" Type="http://schemas.openxmlformats.org/officeDocument/2006/relationships/customXml" Target="../ink/ink210.xml"/><Relationship Id="rId111" Type="http://schemas.openxmlformats.org/officeDocument/2006/relationships/image" Target="../media/image220.png"/><Relationship Id="rId153" Type="http://schemas.openxmlformats.org/officeDocument/2006/relationships/image" Target="../media/image241.png"/><Relationship Id="rId195" Type="http://schemas.openxmlformats.org/officeDocument/2006/relationships/image" Target="../media/image262.png"/><Relationship Id="rId209" Type="http://schemas.openxmlformats.org/officeDocument/2006/relationships/image" Target="../media/image269.png"/><Relationship Id="rId360" Type="http://schemas.openxmlformats.org/officeDocument/2006/relationships/customXml" Target="../ink/ink346.xml"/><Relationship Id="rId220" Type="http://schemas.openxmlformats.org/officeDocument/2006/relationships/customXml" Target="../ink/ink276.xml"/><Relationship Id="rId15" Type="http://schemas.openxmlformats.org/officeDocument/2006/relationships/image" Target="../media/image173.png"/><Relationship Id="rId57" Type="http://schemas.openxmlformats.org/officeDocument/2006/relationships/image" Target="../media/image194.png"/><Relationship Id="rId262" Type="http://schemas.openxmlformats.org/officeDocument/2006/relationships/customXml" Target="../ink/ink297.xml"/><Relationship Id="rId318" Type="http://schemas.openxmlformats.org/officeDocument/2006/relationships/customXml" Target="../ink/ink325.xml"/><Relationship Id="rId99" Type="http://schemas.openxmlformats.org/officeDocument/2006/relationships/image" Target="../media/image214.png"/><Relationship Id="rId122" Type="http://schemas.openxmlformats.org/officeDocument/2006/relationships/customXml" Target="../ink/ink227.xml"/><Relationship Id="rId164" Type="http://schemas.openxmlformats.org/officeDocument/2006/relationships/customXml" Target="../ink/ink248.xml"/><Relationship Id="rId371" Type="http://schemas.openxmlformats.org/officeDocument/2006/relationships/image" Target="../media/image350.png"/><Relationship Id="rId26" Type="http://schemas.openxmlformats.org/officeDocument/2006/relationships/customXml" Target="../ink/ink179.xml"/><Relationship Id="rId231" Type="http://schemas.openxmlformats.org/officeDocument/2006/relationships/image" Target="../media/image280.png"/><Relationship Id="rId273" Type="http://schemas.openxmlformats.org/officeDocument/2006/relationships/image" Target="../media/image301.png"/><Relationship Id="rId329" Type="http://schemas.openxmlformats.org/officeDocument/2006/relationships/image" Target="../media/image329.png"/><Relationship Id="rId68" Type="http://schemas.openxmlformats.org/officeDocument/2006/relationships/customXml" Target="../ink/ink200.xml"/><Relationship Id="rId133" Type="http://schemas.openxmlformats.org/officeDocument/2006/relationships/image" Target="../media/image231.png"/><Relationship Id="rId175" Type="http://schemas.openxmlformats.org/officeDocument/2006/relationships/image" Target="../media/image252.png"/><Relationship Id="rId340" Type="http://schemas.openxmlformats.org/officeDocument/2006/relationships/customXml" Target="../ink/ink336.xml"/><Relationship Id="rId200" Type="http://schemas.openxmlformats.org/officeDocument/2006/relationships/customXml" Target="../ink/ink266.xml"/><Relationship Id="rId382" Type="http://schemas.openxmlformats.org/officeDocument/2006/relationships/customXml" Target="../ink/ink357.xml"/><Relationship Id="rId242" Type="http://schemas.openxmlformats.org/officeDocument/2006/relationships/customXml" Target="../ink/ink287.xml"/><Relationship Id="rId284" Type="http://schemas.openxmlformats.org/officeDocument/2006/relationships/customXml" Target="../ink/ink308.xml"/><Relationship Id="rId37" Type="http://schemas.openxmlformats.org/officeDocument/2006/relationships/image" Target="../media/image184.png"/><Relationship Id="rId79" Type="http://schemas.openxmlformats.org/officeDocument/2006/relationships/image" Target="../media/image204.png"/><Relationship Id="rId102" Type="http://schemas.openxmlformats.org/officeDocument/2006/relationships/customXml" Target="../ink/ink217.xml"/><Relationship Id="rId144" Type="http://schemas.openxmlformats.org/officeDocument/2006/relationships/customXml" Target="../ink/ink238.xml"/><Relationship Id="rId90" Type="http://schemas.openxmlformats.org/officeDocument/2006/relationships/customXml" Target="../ink/ink211.xml"/><Relationship Id="rId186" Type="http://schemas.openxmlformats.org/officeDocument/2006/relationships/customXml" Target="../ink/ink259.xml"/><Relationship Id="rId351" Type="http://schemas.openxmlformats.org/officeDocument/2006/relationships/image" Target="../media/image340.png"/><Relationship Id="rId393" Type="http://schemas.openxmlformats.org/officeDocument/2006/relationships/image" Target="../media/image361.png"/><Relationship Id="rId407" Type="http://schemas.openxmlformats.org/officeDocument/2006/relationships/image" Target="../media/image368.png"/><Relationship Id="rId211" Type="http://schemas.openxmlformats.org/officeDocument/2006/relationships/image" Target="../media/image270.png"/><Relationship Id="rId253" Type="http://schemas.openxmlformats.org/officeDocument/2006/relationships/image" Target="../media/image291.png"/><Relationship Id="rId295" Type="http://schemas.openxmlformats.org/officeDocument/2006/relationships/image" Target="../media/image312.png"/><Relationship Id="rId309" Type="http://schemas.openxmlformats.org/officeDocument/2006/relationships/image" Target="../media/image3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png"/><Relationship Id="rId13" Type="http://schemas.openxmlformats.org/officeDocument/2006/relationships/customXml" Target="../ink/ink376.xml"/><Relationship Id="rId18" Type="http://schemas.openxmlformats.org/officeDocument/2006/relationships/image" Target="../media/image378.png"/><Relationship Id="rId26" Type="http://schemas.openxmlformats.org/officeDocument/2006/relationships/image" Target="../media/image382.png"/><Relationship Id="rId3" Type="http://schemas.openxmlformats.org/officeDocument/2006/relationships/customXml" Target="../ink/ink371.xml"/><Relationship Id="rId21" Type="http://schemas.openxmlformats.org/officeDocument/2006/relationships/customXml" Target="../ink/ink380.xml"/><Relationship Id="rId7" Type="http://schemas.openxmlformats.org/officeDocument/2006/relationships/customXml" Target="../ink/ink373.xml"/><Relationship Id="rId12" Type="http://schemas.openxmlformats.org/officeDocument/2006/relationships/image" Target="../media/image375.png"/><Relationship Id="rId17" Type="http://schemas.openxmlformats.org/officeDocument/2006/relationships/customXml" Target="../ink/ink378.xml"/><Relationship Id="rId25" Type="http://schemas.openxmlformats.org/officeDocument/2006/relationships/customXml" Target="../ink/ink382.xml"/><Relationship Id="rId2" Type="http://schemas.openxmlformats.org/officeDocument/2006/relationships/image" Target="../media/image370.png"/><Relationship Id="rId16" Type="http://schemas.openxmlformats.org/officeDocument/2006/relationships/image" Target="../media/image377.png"/><Relationship Id="rId20" Type="http://schemas.openxmlformats.org/officeDocument/2006/relationships/image" Target="../media/image3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2.png"/><Relationship Id="rId11" Type="http://schemas.openxmlformats.org/officeDocument/2006/relationships/customXml" Target="../ink/ink375.xml"/><Relationship Id="rId24" Type="http://schemas.openxmlformats.org/officeDocument/2006/relationships/image" Target="../media/image381.png"/><Relationship Id="rId5" Type="http://schemas.openxmlformats.org/officeDocument/2006/relationships/customXml" Target="../ink/ink372.xml"/><Relationship Id="rId15" Type="http://schemas.openxmlformats.org/officeDocument/2006/relationships/customXml" Target="../ink/ink377.xml"/><Relationship Id="rId23" Type="http://schemas.openxmlformats.org/officeDocument/2006/relationships/customXml" Target="../ink/ink381.xml"/><Relationship Id="rId28" Type="http://schemas.openxmlformats.org/officeDocument/2006/relationships/image" Target="../media/image383.png"/><Relationship Id="rId10" Type="http://schemas.openxmlformats.org/officeDocument/2006/relationships/image" Target="../media/image374.png"/><Relationship Id="rId19" Type="http://schemas.openxmlformats.org/officeDocument/2006/relationships/customXml" Target="../ink/ink379.xml"/><Relationship Id="rId4" Type="http://schemas.openxmlformats.org/officeDocument/2006/relationships/image" Target="../media/image371.png"/><Relationship Id="rId9" Type="http://schemas.openxmlformats.org/officeDocument/2006/relationships/customXml" Target="../ink/ink374.xml"/><Relationship Id="rId14" Type="http://schemas.openxmlformats.org/officeDocument/2006/relationships/image" Target="../media/image376.png"/><Relationship Id="rId22" Type="http://schemas.openxmlformats.org/officeDocument/2006/relationships/image" Target="../media/image380.png"/><Relationship Id="rId27" Type="http://schemas.openxmlformats.org/officeDocument/2006/relationships/customXml" Target="../ink/ink38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9.png"/><Relationship Id="rId299" Type="http://schemas.openxmlformats.org/officeDocument/2006/relationships/image" Target="../media/image530.png"/><Relationship Id="rId21" Type="http://schemas.openxmlformats.org/officeDocument/2006/relationships/image" Target="../media/image393.png"/><Relationship Id="rId63" Type="http://schemas.openxmlformats.org/officeDocument/2006/relationships/image" Target="../media/image413.png"/><Relationship Id="rId159" Type="http://schemas.openxmlformats.org/officeDocument/2006/relationships/image" Target="../media/image460.png"/><Relationship Id="rId324" Type="http://schemas.openxmlformats.org/officeDocument/2006/relationships/customXml" Target="../ink/ink545.xml"/><Relationship Id="rId170" Type="http://schemas.openxmlformats.org/officeDocument/2006/relationships/customXml" Target="../ink/ink468.xml"/><Relationship Id="rId226" Type="http://schemas.openxmlformats.org/officeDocument/2006/relationships/customXml" Target="../ink/ink496.xml"/><Relationship Id="rId268" Type="http://schemas.openxmlformats.org/officeDocument/2006/relationships/customXml" Target="../ink/ink517.xml"/><Relationship Id="rId32" Type="http://schemas.openxmlformats.org/officeDocument/2006/relationships/customXml" Target="../ink/ink399.xml"/><Relationship Id="rId74" Type="http://schemas.openxmlformats.org/officeDocument/2006/relationships/customXml" Target="../ink/ink420.xml"/><Relationship Id="rId128" Type="http://schemas.openxmlformats.org/officeDocument/2006/relationships/customXml" Target="../ink/ink447.xml"/><Relationship Id="rId5" Type="http://schemas.openxmlformats.org/officeDocument/2006/relationships/image" Target="../media/image385.png"/><Relationship Id="rId181" Type="http://schemas.openxmlformats.org/officeDocument/2006/relationships/image" Target="../media/image471.png"/><Relationship Id="rId237" Type="http://schemas.openxmlformats.org/officeDocument/2006/relationships/image" Target="../media/image499.png"/><Relationship Id="rId279" Type="http://schemas.openxmlformats.org/officeDocument/2006/relationships/image" Target="../media/image520.png"/><Relationship Id="rId43" Type="http://schemas.openxmlformats.org/officeDocument/2006/relationships/image" Target="../media/image404.png"/><Relationship Id="rId139" Type="http://schemas.openxmlformats.org/officeDocument/2006/relationships/image" Target="../media/image450.png"/><Relationship Id="rId290" Type="http://schemas.openxmlformats.org/officeDocument/2006/relationships/customXml" Target="../ink/ink528.xml"/><Relationship Id="rId304" Type="http://schemas.openxmlformats.org/officeDocument/2006/relationships/customXml" Target="../ink/ink535.xml"/><Relationship Id="rId85" Type="http://schemas.openxmlformats.org/officeDocument/2006/relationships/image" Target="../media/image424.png"/><Relationship Id="rId150" Type="http://schemas.openxmlformats.org/officeDocument/2006/relationships/customXml" Target="../ink/ink458.xml"/><Relationship Id="rId192" Type="http://schemas.openxmlformats.org/officeDocument/2006/relationships/customXml" Target="../ink/ink479.xml"/><Relationship Id="rId206" Type="http://schemas.openxmlformats.org/officeDocument/2006/relationships/customXml" Target="../ink/ink486.xml"/><Relationship Id="rId248" Type="http://schemas.openxmlformats.org/officeDocument/2006/relationships/customXml" Target="../ink/ink507.xml"/><Relationship Id="rId12" Type="http://schemas.openxmlformats.org/officeDocument/2006/relationships/customXml" Target="../ink/ink389.xml"/><Relationship Id="rId108" Type="http://schemas.openxmlformats.org/officeDocument/2006/relationships/customXml" Target="../ink/ink437.xml"/><Relationship Id="rId315" Type="http://schemas.openxmlformats.org/officeDocument/2006/relationships/image" Target="../media/image538.png"/><Relationship Id="rId54" Type="http://schemas.openxmlformats.org/officeDocument/2006/relationships/customXml" Target="../ink/ink410.xml"/><Relationship Id="rId96" Type="http://schemas.openxmlformats.org/officeDocument/2006/relationships/customXml" Target="../ink/ink431.xml"/><Relationship Id="rId161" Type="http://schemas.openxmlformats.org/officeDocument/2006/relationships/image" Target="../media/image461.png"/><Relationship Id="rId217" Type="http://schemas.openxmlformats.org/officeDocument/2006/relationships/image" Target="../media/image489.png"/><Relationship Id="rId259" Type="http://schemas.openxmlformats.org/officeDocument/2006/relationships/image" Target="../media/image510.png"/><Relationship Id="rId23" Type="http://schemas.openxmlformats.org/officeDocument/2006/relationships/image" Target="../media/image394.png"/><Relationship Id="rId119" Type="http://schemas.openxmlformats.org/officeDocument/2006/relationships/image" Target="../media/image440.png"/><Relationship Id="rId270" Type="http://schemas.openxmlformats.org/officeDocument/2006/relationships/customXml" Target="../ink/ink518.xml"/><Relationship Id="rId65" Type="http://schemas.openxmlformats.org/officeDocument/2006/relationships/image" Target="../media/image414.png"/><Relationship Id="rId130" Type="http://schemas.openxmlformats.org/officeDocument/2006/relationships/customXml" Target="../ink/ink448.xml"/><Relationship Id="rId172" Type="http://schemas.openxmlformats.org/officeDocument/2006/relationships/customXml" Target="../ink/ink469.xml"/><Relationship Id="rId228" Type="http://schemas.openxmlformats.org/officeDocument/2006/relationships/customXml" Target="../ink/ink497.xml"/><Relationship Id="rId281" Type="http://schemas.openxmlformats.org/officeDocument/2006/relationships/image" Target="../media/image521.png"/><Relationship Id="rId34" Type="http://schemas.openxmlformats.org/officeDocument/2006/relationships/customXml" Target="../ink/ink400.xml"/><Relationship Id="rId76" Type="http://schemas.openxmlformats.org/officeDocument/2006/relationships/customXml" Target="../ink/ink421.xml"/><Relationship Id="rId141" Type="http://schemas.openxmlformats.org/officeDocument/2006/relationships/image" Target="../media/image451.png"/><Relationship Id="rId7" Type="http://schemas.openxmlformats.org/officeDocument/2006/relationships/image" Target="../media/image386.png"/><Relationship Id="rId162" Type="http://schemas.openxmlformats.org/officeDocument/2006/relationships/customXml" Target="../ink/ink464.xml"/><Relationship Id="rId183" Type="http://schemas.openxmlformats.org/officeDocument/2006/relationships/image" Target="../media/image472.png"/><Relationship Id="rId218" Type="http://schemas.openxmlformats.org/officeDocument/2006/relationships/customXml" Target="../ink/ink492.xml"/><Relationship Id="rId239" Type="http://schemas.openxmlformats.org/officeDocument/2006/relationships/image" Target="../media/image500.png"/><Relationship Id="rId250" Type="http://schemas.openxmlformats.org/officeDocument/2006/relationships/customXml" Target="../ink/ink508.xml"/><Relationship Id="rId271" Type="http://schemas.openxmlformats.org/officeDocument/2006/relationships/image" Target="../media/image516.png"/><Relationship Id="rId292" Type="http://schemas.openxmlformats.org/officeDocument/2006/relationships/customXml" Target="../ink/ink529.xml"/><Relationship Id="rId306" Type="http://schemas.openxmlformats.org/officeDocument/2006/relationships/customXml" Target="../ink/ink536.xml"/><Relationship Id="rId24" Type="http://schemas.openxmlformats.org/officeDocument/2006/relationships/customXml" Target="../ink/ink395.xml"/><Relationship Id="rId45" Type="http://schemas.openxmlformats.org/officeDocument/2006/relationships/image" Target="../media/image405.png"/><Relationship Id="rId66" Type="http://schemas.openxmlformats.org/officeDocument/2006/relationships/customXml" Target="../ink/ink416.xml"/><Relationship Id="rId87" Type="http://schemas.openxmlformats.org/officeDocument/2006/relationships/image" Target="../media/image425.png"/><Relationship Id="rId110" Type="http://schemas.openxmlformats.org/officeDocument/2006/relationships/customXml" Target="../ink/ink438.xml"/><Relationship Id="rId131" Type="http://schemas.openxmlformats.org/officeDocument/2006/relationships/image" Target="../media/image446.png"/><Relationship Id="rId152" Type="http://schemas.openxmlformats.org/officeDocument/2006/relationships/customXml" Target="../ink/ink459.xml"/><Relationship Id="rId173" Type="http://schemas.openxmlformats.org/officeDocument/2006/relationships/image" Target="../media/image467.png"/><Relationship Id="rId194" Type="http://schemas.openxmlformats.org/officeDocument/2006/relationships/customXml" Target="../ink/ink480.xml"/><Relationship Id="rId208" Type="http://schemas.openxmlformats.org/officeDocument/2006/relationships/customXml" Target="../ink/ink487.xml"/><Relationship Id="rId229" Type="http://schemas.openxmlformats.org/officeDocument/2006/relationships/image" Target="../media/image495.png"/><Relationship Id="rId240" Type="http://schemas.openxmlformats.org/officeDocument/2006/relationships/customXml" Target="../ink/ink503.xml"/><Relationship Id="rId261" Type="http://schemas.openxmlformats.org/officeDocument/2006/relationships/image" Target="../media/image511.png"/><Relationship Id="rId14" Type="http://schemas.openxmlformats.org/officeDocument/2006/relationships/customXml" Target="../ink/ink390.xml"/><Relationship Id="rId35" Type="http://schemas.openxmlformats.org/officeDocument/2006/relationships/image" Target="../media/image400.png"/><Relationship Id="rId56" Type="http://schemas.openxmlformats.org/officeDocument/2006/relationships/customXml" Target="../ink/ink411.xml"/><Relationship Id="rId77" Type="http://schemas.openxmlformats.org/officeDocument/2006/relationships/image" Target="../media/image420.png"/><Relationship Id="rId100" Type="http://schemas.openxmlformats.org/officeDocument/2006/relationships/customXml" Target="../ink/ink433.xml"/><Relationship Id="rId282" Type="http://schemas.openxmlformats.org/officeDocument/2006/relationships/customXml" Target="../ink/ink524.xml"/><Relationship Id="rId317" Type="http://schemas.openxmlformats.org/officeDocument/2006/relationships/image" Target="../media/image539.png"/><Relationship Id="rId8" Type="http://schemas.openxmlformats.org/officeDocument/2006/relationships/customXml" Target="../ink/ink387.xml"/><Relationship Id="rId98" Type="http://schemas.openxmlformats.org/officeDocument/2006/relationships/customXml" Target="../ink/ink432.xml"/><Relationship Id="rId121" Type="http://schemas.openxmlformats.org/officeDocument/2006/relationships/image" Target="../media/image441.png"/><Relationship Id="rId142" Type="http://schemas.openxmlformats.org/officeDocument/2006/relationships/customXml" Target="../ink/ink454.xml"/><Relationship Id="rId163" Type="http://schemas.openxmlformats.org/officeDocument/2006/relationships/image" Target="../media/image462.png"/><Relationship Id="rId184" Type="http://schemas.openxmlformats.org/officeDocument/2006/relationships/customXml" Target="../ink/ink475.xml"/><Relationship Id="rId219" Type="http://schemas.openxmlformats.org/officeDocument/2006/relationships/image" Target="../media/image490.png"/><Relationship Id="rId230" Type="http://schemas.openxmlformats.org/officeDocument/2006/relationships/customXml" Target="../ink/ink498.xml"/><Relationship Id="rId251" Type="http://schemas.openxmlformats.org/officeDocument/2006/relationships/image" Target="../media/image506.png"/><Relationship Id="rId25" Type="http://schemas.openxmlformats.org/officeDocument/2006/relationships/image" Target="../media/image395.png"/><Relationship Id="rId46" Type="http://schemas.openxmlformats.org/officeDocument/2006/relationships/customXml" Target="../ink/ink406.xml"/><Relationship Id="rId67" Type="http://schemas.openxmlformats.org/officeDocument/2006/relationships/image" Target="../media/image415.png"/><Relationship Id="rId272" Type="http://schemas.openxmlformats.org/officeDocument/2006/relationships/customXml" Target="../ink/ink519.xml"/><Relationship Id="rId293" Type="http://schemas.openxmlformats.org/officeDocument/2006/relationships/image" Target="../media/image527.png"/><Relationship Id="rId307" Type="http://schemas.openxmlformats.org/officeDocument/2006/relationships/image" Target="../media/image534.png"/><Relationship Id="rId88" Type="http://schemas.openxmlformats.org/officeDocument/2006/relationships/customXml" Target="../ink/ink427.xml"/><Relationship Id="rId111" Type="http://schemas.openxmlformats.org/officeDocument/2006/relationships/image" Target="../media/image437.png"/><Relationship Id="rId132" Type="http://schemas.openxmlformats.org/officeDocument/2006/relationships/customXml" Target="../ink/ink449.xml"/><Relationship Id="rId153" Type="http://schemas.openxmlformats.org/officeDocument/2006/relationships/image" Target="../media/image457.png"/><Relationship Id="rId174" Type="http://schemas.openxmlformats.org/officeDocument/2006/relationships/customXml" Target="../ink/ink470.xml"/><Relationship Id="rId195" Type="http://schemas.openxmlformats.org/officeDocument/2006/relationships/image" Target="../media/image478.png"/><Relationship Id="rId209" Type="http://schemas.openxmlformats.org/officeDocument/2006/relationships/image" Target="../media/image485.png"/><Relationship Id="rId220" Type="http://schemas.openxmlformats.org/officeDocument/2006/relationships/customXml" Target="../ink/ink493.xml"/><Relationship Id="rId241" Type="http://schemas.openxmlformats.org/officeDocument/2006/relationships/image" Target="../media/image501.png"/><Relationship Id="rId15" Type="http://schemas.openxmlformats.org/officeDocument/2006/relationships/image" Target="../media/image390.png"/><Relationship Id="rId36" Type="http://schemas.openxmlformats.org/officeDocument/2006/relationships/customXml" Target="../ink/ink401.xml"/><Relationship Id="rId57" Type="http://schemas.openxmlformats.org/officeDocument/2006/relationships/image" Target="../media/image410.png"/><Relationship Id="rId262" Type="http://schemas.openxmlformats.org/officeDocument/2006/relationships/customXml" Target="../ink/ink514.xml"/><Relationship Id="rId283" Type="http://schemas.openxmlformats.org/officeDocument/2006/relationships/image" Target="../media/image522.png"/><Relationship Id="rId318" Type="http://schemas.openxmlformats.org/officeDocument/2006/relationships/customXml" Target="../ink/ink542.xml"/><Relationship Id="rId78" Type="http://schemas.openxmlformats.org/officeDocument/2006/relationships/customXml" Target="../ink/ink422.xml"/><Relationship Id="rId99" Type="http://schemas.openxmlformats.org/officeDocument/2006/relationships/image" Target="../media/image431.png"/><Relationship Id="rId101" Type="http://schemas.openxmlformats.org/officeDocument/2006/relationships/image" Target="../media/image432.png"/><Relationship Id="rId122" Type="http://schemas.openxmlformats.org/officeDocument/2006/relationships/customXml" Target="../ink/ink444.xml"/><Relationship Id="rId143" Type="http://schemas.openxmlformats.org/officeDocument/2006/relationships/image" Target="../media/image452.png"/><Relationship Id="rId164" Type="http://schemas.openxmlformats.org/officeDocument/2006/relationships/customXml" Target="../ink/ink465.xml"/><Relationship Id="rId185" Type="http://schemas.openxmlformats.org/officeDocument/2006/relationships/image" Target="../media/image473.png"/><Relationship Id="rId9" Type="http://schemas.openxmlformats.org/officeDocument/2006/relationships/image" Target="../media/image387.png"/><Relationship Id="rId210" Type="http://schemas.openxmlformats.org/officeDocument/2006/relationships/customXml" Target="../ink/ink488.xml"/><Relationship Id="rId26" Type="http://schemas.openxmlformats.org/officeDocument/2006/relationships/customXml" Target="../ink/ink396.xml"/><Relationship Id="rId231" Type="http://schemas.openxmlformats.org/officeDocument/2006/relationships/image" Target="../media/image496.png"/><Relationship Id="rId252" Type="http://schemas.openxmlformats.org/officeDocument/2006/relationships/customXml" Target="../ink/ink509.xml"/><Relationship Id="rId273" Type="http://schemas.openxmlformats.org/officeDocument/2006/relationships/image" Target="../media/image517.png"/><Relationship Id="rId294" Type="http://schemas.openxmlformats.org/officeDocument/2006/relationships/customXml" Target="../ink/ink530.xml"/><Relationship Id="rId308" Type="http://schemas.openxmlformats.org/officeDocument/2006/relationships/customXml" Target="../ink/ink537.xml"/><Relationship Id="rId47" Type="http://schemas.openxmlformats.org/officeDocument/2006/relationships/image" Target="../media/image406.png"/><Relationship Id="rId68" Type="http://schemas.openxmlformats.org/officeDocument/2006/relationships/customXml" Target="../ink/ink417.xml"/><Relationship Id="rId89" Type="http://schemas.openxmlformats.org/officeDocument/2006/relationships/image" Target="../media/image426.png"/><Relationship Id="rId112" Type="http://schemas.openxmlformats.org/officeDocument/2006/relationships/customXml" Target="../ink/ink439.xml"/><Relationship Id="rId133" Type="http://schemas.openxmlformats.org/officeDocument/2006/relationships/image" Target="../media/image447.png"/><Relationship Id="rId154" Type="http://schemas.openxmlformats.org/officeDocument/2006/relationships/customXml" Target="../ink/ink460.xml"/><Relationship Id="rId175" Type="http://schemas.openxmlformats.org/officeDocument/2006/relationships/image" Target="../media/image468.png"/><Relationship Id="rId196" Type="http://schemas.openxmlformats.org/officeDocument/2006/relationships/customXml" Target="../ink/ink481.xml"/><Relationship Id="rId200" Type="http://schemas.openxmlformats.org/officeDocument/2006/relationships/customXml" Target="../ink/ink483.xml"/><Relationship Id="rId16" Type="http://schemas.openxmlformats.org/officeDocument/2006/relationships/customXml" Target="../ink/ink391.xml"/><Relationship Id="rId221" Type="http://schemas.openxmlformats.org/officeDocument/2006/relationships/image" Target="../media/image491.png"/><Relationship Id="rId242" Type="http://schemas.openxmlformats.org/officeDocument/2006/relationships/customXml" Target="../ink/ink504.xml"/><Relationship Id="rId263" Type="http://schemas.openxmlformats.org/officeDocument/2006/relationships/image" Target="../media/image512.png"/><Relationship Id="rId284" Type="http://schemas.openxmlformats.org/officeDocument/2006/relationships/customXml" Target="../ink/ink525.xml"/><Relationship Id="rId319" Type="http://schemas.openxmlformats.org/officeDocument/2006/relationships/image" Target="../media/image540.png"/><Relationship Id="rId37" Type="http://schemas.openxmlformats.org/officeDocument/2006/relationships/image" Target="../media/image401.png"/><Relationship Id="rId58" Type="http://schemas.openxmlformats.org/officeDocument/2006/relationships/customXml" Target="../ink/ink412.xml"/><Relationship Id="rId79" Type="http://schemas.openxmlformats.org/officeDocument/2006/relationships/image" Target="../media/image421.png"/><Relationship Id="rId102" Type="http://schemas.openxmlformats.org/officeDocument/2006/relationships/customXml" Target="../ink/ink434.xml"/><Relationship Id="rId123" Type="http://schemas.openxmlformats.org/officeDocument/2006/relationships/image" Target="../media/image442.png"/><Relationship Id="rId144" Type="http://schemas.openxmlformats.org/officeDocument/2006/relationships/customXml" Target="../ink/ink455.xml"/><Relationship Id="rId90" Type="http://schemas.openxmlformats.org/officeDocument/2006/relationships/customXml" Target="../ink/ink428.xml"/><Relationship Id="rId165" Type="http://schemas.openxmlformats.org/officeDocument/2006/relationships/image" Target="../media/image463.png"/><Relationship Id="rId186" Type="http://schemas.openxmlformats.org/officeDocument/2006/relationships/customXml" Target="../ink/ink476.xml"/><Relationship Id="rId211" Type="http://schemas.openxmlformats.org/officeDocument/2006/relationships/image" Target="../media/image486.png"/><Relationship Id="rId232" Type="http://schemas.openxmlformats.org/officeDocument/2006/relationships/customXml" Target="../ink/ink499.xml"/><Relationship Id="rId253" Type="http://schemas.openxmlformats.org/officeDocument/2006/relationships/image" Target="../media/image507.png"/><Relationship Id="rId274" Type="http://schemas.openxmlformats.org/officeDocument/2006/relationships/customXml" Target="../ink/ink520.xml"/><Relationship Id="rId295" Type="http://schemas.openxmlformats.org/officeDocument/2006/relationships/image" Target="../media/image528.png"/><Relationship Id="rId309" Type="http://schemas.openxmlformats.org/officeDocument/2006/relationships/image" Target="../media/image535.png"/><Relationship Id="rId27" Type="http://schemas.openxmlformats.org/officeDocument/2006/relationships/image" Target="../media/image396.png"/><Relationship Id="rId48" Type="http://schemas.openxmlformats.org/officeDocument/2006/relationships/customXml" Target="../ink/ink407.xml"/><Relationship Id="rId69" Type="http://schemas.openxmlformats.org/officeDocument/2006/relationships/image" Target="../media/image416.png"/><Relationship Id="rId113" Type="http://schemas.openxmlformats.org/officeDocument/2006/relationships/image" Target="../media/image82.png"/><Relationship Id="rId134" Type="http://schemas.openxmlformats.org/officeDocument/2006/relationships/customXml" Target="../ink/ink450.xml"/><Relationship Id="rId320" Type="http://schemas.openxmlformats.org/officeDocument/2006/relationships/customXml" Target="../ink/ink543.xml"/><Relationship Id="rId80" Type="http://schemas.openxmlformats.org/officeDocument/2006/relationships/customXml" Target="../ink/ink423.xml"/><Relationship Id="rId155" Type="http://schemas.openxmlformats.org/officeDocument/2006/relationships/image" Target="../media/image458.png"/><Relationship Id="rId176" Type="http://schemas.openxmlformats.org/officeDocument/2006/relationships/customXml" Target="../ink/ink471.xml"/><Relationship Id="rId197" Type="http://schemas.openxmlformats.org/officeDocument/2006/relationships/image" Target="../media/image479.png"/><Relationship Id="rId201" Type="http://schemas.openxmlformats.org/officeDocument/2006/relationships/image" Target="../media/image481.png"/><Relationship Id="rId222" Type="http://schemas.openxmlformats.org/officeDocument/2006/relationships/customXml" Target="../ink/ink494.xml"/><Relationship Id="rId243" Type="http://schemas.openxmlformats.org/officeDocument/2006/relationships/image" Target="../media/image502.png"/><Relationship Id="rId264" Type="http://schemas.openxmlformats.org/officeDocument/2006/relationships/customXml" Target="../ink/ink515.xml"/><Relationship Id="rId285" Type="http://schemas.openxmlformats.org/officeDocument/2006/relationships/image" Target="../media/image523.png"/><Relationship Id="rId17" Type="http://schemas.openxmlformats.org/officeDocument/2006/relationships/image" Target="../media/image391.png"/><Relationship Id="rId38" Type="http://schemas.openxmlformats.org/officeDocument/2006/relationships/customXml" Target="../ink/ink402.xml"/><Relationship Id="rId59" Type="http://schemas.openxmlformats.org/officeDocument/2006/relationships/image" Target="../media/image411.png"/><Relationship Id="rId103" Type="http://schemas.openxmlformats.org/officeDocument/2006/relationships/image" Target="../media/image433.png"/><Relationship Id="rId124" Type="http://schemas.openxmlformats.org/officeDocument/2006/relationships/customXml" Target="../ink/ink445.xml"/><Relationship Id="rId310" Type="http://schemas.openxmlformats.org/officeDocument/2006/relationships/customXml" Target="../ink/ink538.xml"/><Relationship Id="rId70" Type="http://schemas.openxmlformats.org/officeDocument/2006/relationships/customXml" Target="../ink/ink418.xml"/><Relationship Id="rId91" Type="http://schemas.openxmlformats.org/officeDocument/2006/relationships/image" Target="../media/image427.png"/><Relationship Id="rId145" Type="http://schemas.openxmlformats.org/officeDocument/2006/relationships/image" Target="../media/image453.png"/><Relationship Id="rId166" Type="http://schemas.openxmlformats.org/officeDocument/2006/relationships/customXml" Target="../ink/ink466.xml"/><Relationship Id="rId187" Type="http://schemas.openxmlformats.org/officeDocument/2006/relationships/image" Target="../media/image47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89.xml"/><Relationship Id="rId233" Type="http://schemas.openxmlformats.org/officeDocument/2006/relationships/image" Target="../media/image497.png"/><Relationship Id="rId254" Type="http://schemas.openxmlformats.org/officeDocument/2006/relationships/customXml" Target="../ink/ink510.xml"/><Relationship Id="rId28" Type="http://schemas.openxmlformats.org/officeDocument/2006/relationships/customXml" Target="../ink/ink397.xml"/><Relationship Id="rId49" Type="http://schemas.openxmlformats.org/officeDocument/2006/relationships/image" Target="../media/image169.png"/><Relationship Id="rId114" Type="http://schemas.openxmlformats.org/officeDocument/2006/relationships/customXml" Target="../ink/ink440.xml"/><Relationship Id="rId275" Type="http://schemas.openxmlformats.org/officeDocument/2006/relationships/image" Target="../media/image518.png"/><Relationship Id="rId296" Type="http://schemas.openxmlformats.org/officeDocument/2006/relationships/customXml" Target="../ink/ink531.xml"/><Relationship Id="rId300" Type="http://schemas.openxmlformats.org/officeDocument/2006/relationships/customXml" Target="../ink/ink533.xml"/><Relationship Id="rId60" Type="http://schemas.openxmlformats.org/officeDocument/2006/relationships/customXml" Target="../ink/ink413.xml"/><Relationship Id="rId81" Type="http://schemas.openxmlformats.org/officeDocument/2006/relationships/image" Target="../media/image422.png"/><Relationship Id="rId135" Type="http://schemas.openxmlformats.org/officeDocument/2006/relationships/image" Target="../media/image448.png"/><Relationship Id="rId156" Type="http://schemas.openxmlformats.org/officeDocument/2006/relationships/customXml" Target="../ink/ink461.xml"/><Relationship Id="rId177" Type="http://schemas.openxmlformats.org/officeDocument/2006/relationships/image" Target="../media/image469.png"/><Relationship Id="rId198" Type="http://schemas.openxmlformats.org/officeDocument/2006/relationships/customXml" Target="../ink/ink482.xml"/><Relationship Id="rId321" Type="http://schemas.openxmlformats.org/officeDocument/2006/relationships/image" Target="../media/image541.png"/><Relationship Id="rId202" Type="http://schemas.openxmlformats.org/officeDocument/2006/relationships/customXml" Target="../ink/ink484.xml"/><Relationship Id="rId223" Type="http://schemas.openxmlformats.org/officeDocument/2006/relationships/image" Target="../media/image492.png"/><Relationship Id="rId244" Type="http://schemas.openxmlformats.org/officeDocument/2006/relationships/customXml" Target="../ink/ink505.xml"/><Relationship Id="rId18" Type="http://schemas.openxmlformats.org/officeDocument/2006/relationships/customXml" Target="../ink/ink392.xml"/><Relationship Id="rId39" Type="http://schemas.openxmlformats.org/officeDocument/2006/relationships/image" Target="../media/image402.png"/><Relationship Id="rId265" Type="http://schemas.openxmlformats.org/officeDocument/2006/relationships/image" Target="../media/image513.png"/><Relationship Id="rId286" Type="http://schemas.openxmlformats.org/officeDocument/2006/relationships/customXml" Target="../ink/ink526.xml"/><Relationship Id="rId50" Type="http://schemas.openxmlformats.org/officeDocument/2006/relationships/customXml" Target="../ink/ink408.xml"/><Relationship Id="rId104" Type="http://schemas.openxmlformats.org/officeDocument/2006/relationships/customXml" Target="../ink/ink435.xml"/><Relationship Id="rId125" Type="http://schemas.openxmlformats.org/officeDocument/2006/relationships/image" Target="../media/image443.png"/><Relationship Id="rId146" Type="http://schemas.openxmlformats.org/officeDocument/2006/relationships/customXml" Target="../ink/ink456.xml"/><Relationship Id="rId167" Type="http://schemas.openxmlformats.org/officeDocument/2006/relationships/image" Target="../media/image464.png"/><Relationship Id="rId188" Type="http://schemas.openxmlformats.org/officeDocument/2006/relationships/customXml" Target="../ink/ink477.xml"/><Relationship Id="rId311" Type="http://schemas.openxmlformats.org/officeDocument/2006/relationships/image" Target="../media/image536.png"/><Relationship Id="rId71" Type="http://schemas.openxmlformats.org/officeDocument/2006/relationships/image" Target="../media/image417.png"/><Relationship Id="rId92" Type="http://schemas.openxmlformats.org/officeDocument/2006/relationships/customXml" Target="../ink/ink429.xml"/><Relationship Id="rId213" Type="http://schemas.openxmlformats.org/officeDocument/2006/relationships/image" Target="../media/image487.png"/><Relationship Id="rId234" Type="http://schemas.openxmlformats.org/officeDocument/2006/relationships/customXml" Target="../ink/ink500.xml"/><Relationship Id="rId2" Type="http://schemas.openxmlformats.org/officeDocument/2006/relationships/customXml" Target="../ink/ink384.xml"/><Relationship Id="rId29" Type="http://schemas.openxmlformats.org/officeDocument/2006/relationships/image" Target="../media/image397.png"/><Relationship Id="rId255" Type="http://schemas.openxmlformats.org/officeDocument/2006/relationships/image" Target="../media/image508.png"/><Relationship Id="rId276" Type="http://schemas.openxmlformats.org/officeDocument/2006/relationships/customXml" Target="../ink/ink521.xml"/><Relationship Id="rId297" Type="http://schemas.openxmlformats.org/officeDocument/2006/relationships/image" Target="../media/image529.png"/><Relationship Id="rId40" Type="http://schemas.openxmlformats.org/officeDocument/2006/relationships/customXml" Target="../ink/ink403.xml"/><Relationship Id="rId115" Type="http://schemas.openxmlformats.org/officeDocument/2006/relationships/image" Target="../media/image438.png"/><Relationship Id="rId136" Type="http://schemas.openxmlformats.org/officeDocument/2006/relationships/customXml" Target="../ink/ink451.xml"/><Relationship Id="rId157" Type="http://schemas.openxmlformats.org/officeDocument/2006/relationships/image" Target="../media/image459.png"/><Relationship Id="rId178" Type="http://schemas.openxmlformats.org/officeDocument/2006/relationships/customXml" Target="../ink/ink472.xml"/><Relationship Id="rId301" Type="http://schemas.openxmlformats.org/officeDocument/2006/relationships/image" Target="../media/image531.png"/><Relationship Id="rId322" Type="http://schemas.openxmlformats.org/officeDocument/2006/relationships/customXml" Target="../ink/ink544.xml"/><Relationship Id="rId61" Type="http://schemas.openxmlformats.org/officeDocument/2006/relationships/image" Target="../media/image412.png"/><Relationship Id="rId82" Type="http://schemas.openxmlformats.org/officeDocument/2006/relationships/customXml" Target="../ink/ink424.xml"/><Relationship Id="rId199" Type="http://schemas.openxmlformats.org/officeDocument/2006/relationships/image" Target="../media/image480.png"/><Relationship Id="rId203" Type="http://schemas.openxmlformats.org/officeDocument/2006/relationships/image" Target="../media/image482.png"/><Relationship Id="rId19" Type="http://schemas.openxmlformats.org/officeDocument/2006/relationships/image" Target="../media/image392.png"/><Relationship Id="rId224" Type="http://schemas.openxmlformats.org/officeDocument/2006/relationships/customXml" Target="../ink/ink495.xml"/><Relationship Id="rId245" Type="http://schemas.openxmlformats.org/officeDocument/2006/relationships/image" Target="../media/image503.png"/><Relationship Id="rId266" Type="http://schemas.openxmlformats.org/officeDocument/2006/relationships/customXml" Target="../ink/ink516.xml"/><Relationship Id="rId287" Type="http://schemas.openxmlformats.org/officeDocument/2006/relationships/image" Target="../media/image524.png"/><Relationship Id="rId30" Type="http://schemas.openxmlformats.org/officeDocument/2006/relationships/customXml" Target="../ink/ink398.xml"/><Relationship Id="rId105" Type="http://schemas.openxmlformats.org/officeDocument/2006/relationships/image" Target="../media/image434.png"/><Relationship Id="rId126" Type="http://schemas.openxmlformats.org/officeDocument/2006/relationships/customXml" Target="../ink/ink446.xml"/><Relationship Id="rId147" Type="http://schemas.openxmlformats.org/officeDocument/2006/relationships/image" Target="../media/image454.png"/><Relationship Id="rId168" Type="http://schemas.openxmlformats.org/officeDocument/2006/relationships/customXml" Target="../ink/ink467.xml"/><Relationship Id="rId312" Type="http://schemas.openxmlformats.org/officeDocument/2006/relationships/customXml" Target="../ink/ink539.xml"/><Relationship Id="rId51" Type="http://schemas.openxmlformats.org/officeDocument/2006/relationships/image" Target="../media/image407.png"/><Relationship Id="rId72" Type="http://schemas.openxmlformats.org/officeDocument/2006/relationships/customXml" Target="../ink/ink419.xml"/><Relationship Id="rId93" Type="http://schemas.openxmlformats.org/officeDocument/2006/relationships/image" Target="../media/image428.png"/><Relationship Id="rId189" Type="http://schemas.openxmlformats.org/officeDocument/2006/relationships/image" Target="../media/image475.png"/><Relationship Id="rId3" Type="http://schemas.openxmlformats.org/officeDocument/2006/relationships/image" Target="../media/image384.png"/><Relationship Id="rId214" Type="http://schemas.openxmlformats.org/officeDocument/2006/relationships/customXml" Target="../ink/ink490.xml"/><Relationship Id="rId235" Type="http://schemas.openxmlformats.org/officeDocument/2006/relationships/image" Target="../media/image498.png"/><Relationship Id="rId256" Type="http://schemas.openxmlformats.org/officeDocument/2006/relationships/customXml" Target="../ink/ink511.xml"/><Relationship Id="rId277" Type="http://schemas.openxmlformats.org/officeDocument/2006/relationships/image" Target="../media/image519.png"/><Relationship Id="rId298" Type="http://schemas.openxmlformats.org/officeDocument/2006/relationships/customXml" Target="../ink/ink532.xml"/><Relationship Id="rId116" Type="http://schemas.openxmlformats.org/officeDocument/2006/relationships/customXml" Target="../ink/ink441.xml"/><Relationship Id="rId137" Type="http://schemas.openxmlformats.org/officeDocument/2006/relationships/image" Target="../media/image449.png"/><Relationship Id="rId158" Type="http://schemas.openxmlformats.org/officeDocument/2006/relationships/customXml" Target="../ink/ink462.xml"/><Relationship Id="rId302" Type="http://schemas.openxmlformats.org/officeDocument/2006/relationships/customXml" Target="../ink/ink534.xml"/><Relationship Id="rId323" Type="http://schemas.openxmlformats.org/officeDocument/2006/relationships/image" Target="../media/image542.png"/><Relationship Id="rId20" Type="http://schemas.openxmlformats.org/officeDocument/2006/relationships/customXml" Target="../ink/ink393.xml"/><Relationship Id="rId41" Type="http://schemas.openxmlformats.org/officeDocument/2006/relationships/image" Target="../media/image403.png"/><Relationship Id="rId62" Type="http://schemas.openxmlformats.org/officeDocument/2006/relationships/customXml" Target="../ink/ink414.xml"/><Relationship Id="rId83" Type="http://schemas.openxmlformats.org/officeDocument/2006/relationships/image" Target="../media/image423.png"/><Relationship Id="rId179" Type="http://schemas.openxmlformats.org/officeDocument/2006/relationships/image" Target="../media/image470.png"/><Relationship Id="rId190" Type="http://schemas.openxmlformats.org/officeDocument/2006/relationships/customXml" Target="../ink/ink478.xml"/><Relationship Id="rId204" Type="http://schemas.openxmlformats.org/officeDocument/2006/relationships/customXml" Target="../ink/ink485.xml"/><Relationship Id="rId225" Type="http://schemas.openxmlformats.org/officeDocument/2006/relationships/image" Target="../media/image493.png"/><Relationship Id="rId246" Type="http://schemas.openxmlformats.org/officeDocument/2006/relationships/customXml" Target="../ink/ink506.xml"/><Relationship Id="rId267" Type="http://schemas.openxmlformats.org/officeDocument/2006/relationships/image" Target="../media/image514.png"/><Relationship Id="rId288" Type="http://schemas.openxmlformats.org/officeDocument/2006/relationships/customXml" Target="../ink/ink527.xml"/><Relationship Id="rId106" Type="http://schemas.openxmlformats.org/officeDocument/2006/relationships/customXml" Target="../ink/ink436.xml"/><Relationship Id="rId127" Type="http://schemas.openxmlformats.org/officeDocument/2006/relationships/image" Target="../media/image444.png"/><Relationship Id="rId313" Type="http://schemas.openxmlformats.org/officeDocument/2006/relationships/image" Target="../media/image537.png"/><Relationship Id="rId10" Type="http://schemas.openxmlformats.org/officeDocument/2006/relationships/customXml" Target="../ink/ink388.xml"/><Relationship Id="rId31" Type="http://schemas.openxmlformats.org/officeDocument/2006/relationships/image" Target="../media/image398.png"/><Relationship Id="rId52" Type="http://schemas.openxmlformats.org/officeDocument/2006/relationships/customXml" Target="../ink/ink409.xml"/><Relationship Id="rId73" Type="http://schemas.openxmlformats.org/officeDocument/2006/relationships/image" Target="../media/image418.png"/><Relationship Id="rId94" Type="http://schemas.openxmlformats.org/officeDocument/2006/relationships/customXml" Target="../ink/ink430.xml"/><Relationship Id="rId148" Type="http://schemas.openxmlformats.org/officeDocument/2006/relationships/customXml" Target="../ink/ink457.xml"/><Relationship Id="rId169" Type="http://schemas.openxmlformats.org/officeDocument/2006/relationships/image" Target="../media/image465.png"/><Relationship Id="rId4" Type="http://schemas.openxmlformats.org/officeDocument/2006/relationships/customXml" Target="../ink/ink385.xml"/><Relationship Id="rId180" Type="http://schemas.openxmlformats.org/officeDocument/2006/relationships/customXml" Target="../ink/ink473.xml"/><Relationship Id="rId215" Type="http://schemas.openxmlformats.org/officeDocument/2006/relationships/image" Target="../media/image488.png"/><Relationship Id="rId236" Type="http://schemas.openxmlformats.org/officeDocument/2006/relationships/customXml" Target="../ink/ink501.xml"/><Relationship Id="rId257" Type="http://schemas.openxmlformats.org/officeDocument/2006/relationships/image" Target="../media/image509.png"/><Relationship Id="rId278" Type="http://schemas.openxmlformats.org/officeDocument/2006/relationships/customXml" Target="../ink/ink522.xml"/><Relationship Id="rId303" Type="http://schemas.openxmlformats.org/officeDocument/2006/relationships/image" Target="../media/image532.png"/><Relationship Id="rId42" Type="http://schemas.openxmlformats.org/officeDocument/2006/relationships/customXml" Target="../ink/ink404.xml"/><Relationship Id="rId84" Type="http://schemas.openxmlformats.org/officeDocument/2006/relationships/customXml" Target="../ink/ink425.xml"/><Relationship Id="rId138" Type="http://schemas.openxmlformats.org/officeDocument/2006/relationships/customXml" Target="../ink/ink452.xml"/><Relationship Id="rId191" Type="http://schemas.openxmlformats.org/officeDocument/2006/relationships/image" Target="../media/image476.png"/><Relationship Id="rId205" Type="http://schemas.openxmlformats.org/officeDocument/2006/relationships/image" Target="../media/image483.png"/><Relationship Id="rId247" Type="http://schemas.openxmlformats.org/officeDocument/2006/relationships/image" Target="../media/image504.png"/><Relationship Id="rId107" Type="http://schemas.openxmlformats.org/officeDocument/2006/relationships/image" Target="../media/image435.png"/><Relationship Id="rId289" Type="http://schemas.openxmlformats.org/officeDocument/2006/relationships/image" Target="../media/image525.png"/><Relationship Id="rId11" Type="http://schemas.openxmlformats.org/officeDocument/2006/relationships/image" Target="../media/image388.png"/><Relationship Id="rId53" Type="http://schemas.openxmlformats.org/officeDocument/2006/relationships/image" Target="../media/image408.png"/><Relationship Id="rId149" Type="http://schemas.openxmlformats.org/officeDocument/2006/relationships/image" Target="../media/image455.png"/><Relationship Id="rId314" Type="http://schemas.openxmlformats.org/officeDocument/2006/relationships/customXml" Target="../ink/ink540.xml"/><Relationship Id="rId95" Type="http://schemas.openxmlformats.org/officeDocument/2006/relationships/image" Target="../media/image429.png"/><Relationship Id="rId160" Type="http://schemas.openxmlformats.org/officeDocument/2006/relationships/customXml" Target="../ink/ink463.xml"/><Relationship Id="rId216" Type="http://schemas.openxmlformats.org/officeDocument/2006/relationships/customXml" Target="../ink/ink491.xml"/><Relationship Id="rId258" Type="http://schemas.openxmlformats.org/officeDocument/2006/relationships/customXml" Target="../ink/ink512.xml"/><Relationship Id="rId22" Type="http://schemas.openxmlformats.org/officeDocument/2006/relationships/customXml" Target="../ink/ink394.xml"/><Relationship Id="rId64" Type="http://schemas.openxmlformats.org/officeDocument/2006/relationships/customXml" Target="../ink/ink415.xml"/><Relationship Id="rId118" Type="http://schemas.openxmlformats.org/officeDocument/2006/relationships/customXml" Target="../ink/ink442.xml"/><Relationship Id="rId325" Type="http://schemas.openxmlformats.org/officeDocument/2006/relationships/image" Target="../media/image543.png"/><Relationship Id="rId171" Type="http://schemas.openxmlformats.org/officeDocument/2006/relationships/image" Target="../media/image466.png"/><Relationship Id="rId227" Type="http://schemas.openxmlformats.org/officeDocument/2006/relationships/image" Target="../media/image494.png"/><Relationship Id="rId269" Type="http://schemas.openxmlformats.org/officeDocument/2006/relationships/image" Target="../media/image515.png"/><Relationship Id="rId33" Type="http://schemas.openxmlformats.org/officeDocument/2006/relationships/image" Target="../media/image399.png"/><Relationship Id="rId129" Type="http://schemas.openxmlformats.org/officeDocument/2006/relationships/image" Target="../media/image445.png"/><Relationship Id="rId280" Type="http://schemas.openxmlformats.org/officeDocument/2006/relationships/customXml" Target="../ink/ink523.xml"/><Relationship Id="rId75" Type="http://schemas.openxmlformats.org/officeDocument/2006/relationships/image" Target="../media/image419.png"/><Relationship Id="rId140" Type="http://schemas.openxmlformats.org/officeDocument/2006/relationships/customXml" Target="../ink/ink453.xml"/><Relationship Id="rId182" Type="http://schemas.openxmlformats.org/officeDocument/2006/relationships/customXml" Target="../ink/ink474.xml"/><Relationship Id="rId6" Type="http://schemas.openxmlformats.org/officeDocument/2006/relationships/customXml" Target="../ink/ink386.xml"/><Relationship Id="rId238" Type="http://schemas.openxmlformats.org/officeDocument/2006/relationships/customXml" Target="../ink/ink502.xml"/><Relationship Id="rId291" Type="http://schemas.openxmlformats.org/officeDocument/2006/relationships/image" Target="../media/image526.png"/><Relationship Id="rId305" Type="http://schemas.openxmlformats.org/officeDocument/2006/relationships/image" Target="../media/image533.png"/><Relationship Id="rId44" Type="http://schemas.openxmlformats.org/officeDocument/2006/relationships/customXml" Target="../ink/ink405.xml"/><Relationship Id="rId86" Type="http://schemas.openxmlformats.org/officeDocument/2006/relationships/customXml" Target="../ink/ink426.xml"/><Relationship Id="rId151" Type="http://schemas.openxmlformats.org/officeDocument/2006/relationships/image" Target="../media/image456.png"/><Relationship Id="rId193" Type="http://schemas.openxmlformats.org/officeDocument/2006/relationships/image" Target="../media/image477.png"/><Relationship Id="rId207" Type="http://schemas.openxmlformats.org/officeDocument/2006/relationships/image" Target="../media/image484.png"/><Relationship Id="rId249" Type="http://schemas.openxmlformats.org/officeDocument/2006/relationships/image" Target="../media/image505.png"/><Relationship Id="rId13" Type="http://schemas.openxmlformats.org/officeDocument/2006/relationships/image" Target="../media/image389.png"/><Relationship Id="rId109" Type="http://schemas.openxmlformats.org/officeDocument/2006/relationships/image" Target="../media/image436.png"/><Relationship Id="rId260" Type="http://schemas.openxmlformats.org/officeDocument/2006/relationships/customXml" Target="../ink/ink513.xml"/><Relationship Id="rId316" Type="http://schemas.openxmlformats.org/officeDocument/2006/relationships/customXml" Target="../ink/ink541.xml"/><Relationship Id="rId55" Type="http://schemas.openxmlformats.org/officeDocument/2006/relationships/image" Target="../media/image409.png"/><Relationship Id="rId97" Type="http://schemas.openxmlformats.org/officeDocument/2006/relationships/image" Target="../media/image430.png"/><Relationship Id="rId120" Type="http://schemas.openxmlformats.org/officeDocument/2006/relationships/customXml" Target="../ink/ink44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0.png"/><Relationship Id="rId21" Type="http://schemas.openxmlformats.org/officeDocument/2006/relationships/customXml" Target="../ink/ink555.xml"/><Relationship Id="rId34" Type="http://schemas.openxmlformats.org/officeDocument/2006/relationships/image" Target="../media/image563.png"/><Relationship Id="rId42" Type="http://schemas.openxmlformats.org/officeDocument/2006/relationships/image" Target="../media/image567.png"/><Relationship Id="rId47" Type="http://schemas.openxmlformats.org/officeDocument/2006/relationships/customXml" Target="../ink/ink568.xml"/><Relationship Id="rId50" Type="http://schemas.openxmlformats.org/officeDocument/2006/relationships/image" Target="../media/image571.png"/><Relationship Id="rId55" Type="http://schemas.openxmlformats.org/officeDocument/2006/relationships/customXml" Target="../ink/ink572.xml"/><Relationship Id="rId63" Type="http://schemas.openxmlformats.org/officeDocument/2006/relationships/customXml" Target="../ink/ink576.xml"/><Relationship Id="rId7" Type="http://schemas.openxmlformats.org/officeDocument/2006/relationships/customXml" Target="../ink/ink548.xml"/><Relationship Id="rId2" Type="http://schemas.openxmlformats.org/officeDocument/2006/relationships/image" Target="../media/image548.png"/><Relationship Id="rId16" Type="http://schemas.openxmlformats.org/officeDocument/2006/relationships/image" Target="../media/image555.png"/><Relationship Id="rId29" Type="http://schemas.openxmlformats.org/officeDocument/2006/relationships/customXml" Target="../ink/ink559.xml"/><Relationship Id="rId11" Type="http://schemas.openxmlformats.org/officeDocument/2006/relationships/customXml" Target="../ink/ink550.xml"/><Relationship Id="rId24" Type="http://schemas.openxmlformats.org/officeDocument/2006/relationships/image" Target="../media/image559.png"/><Relationship Id="rId32" Type="http://schemas.openxmlformats.org/officeDocument/2006/relationships/image" Target="../media/image562.png"/><Relationship Id="rId37" Type="http://schemas.openxmlformats.org/officeDocument/2006/relationships/customXml" Target="../ink/ink563.xml"/><Relationship Id="rId40" Type="http://schemas.openxmlformats.org/officeDocument/2006/relationships/image" Target="../media/image566.png"/><Relationship Id="rId45" Type="http://schemas.openxmlformats.org/officeDocument/2006/relationships/customXml" Target="../ink/ink567.xml"/><Relationship Id="rId53" Type="http://schemas.openxmlformats.org/officeDocument/2006/relationships/customXml" Target="../ink/ink571.xml"/><Relationship Id="rId58" Type="http://schemas.openxmlformats.org/officeDocument/2006/relationships/image" Target="../media/image574.png"/><Relationship Id="rId66" Type="http://schemas.openxmlformats.org/officeDocument/2006/relationships/image" Target="../media/image578.png"/><Relationship Id="rId5" Type="http://schemas.openxmlformats.org/officeDocument/2006/relationships/customXml" Target="../ink/ink547.xml"/><Relationship Id="rId61" Type="http://schemas.openxmlformats.org/officeDocument/2006/relationships/customXml" Target="../ink/ink575.xml"/><Relationship Id="rId19" Type="http://schemas.openxmlformats.org/officeDocument/2006/relationships/customXml" Target="../ink/ink554.xml"/><Relationship Id="rId14" Type="http://schemas.openxmlformats.org/officeDocument/2006/relationships/image" Target="../media/image554.png"/><Relationship Id="rId22" Type="http://schemas.openxmlformats.org/officeDocument/2006/relationships/image" Target="../media/image558.png"/><Relationship Id="rId27" Type="http://schemas.openxmlformats.org/officeDocument/2006/relationships/customXml" Target="../ink/ink558.xml"/><Relationship Id="rId30" Type="http://schemas.openxmlformats.org/officeDocument/2006/relationships/image" Target="../media/image561.png"/><Relationship Id="rId35" Type="http://schemas.openxmlformats.org/officeDocument/2006/relationships/customXml" Target="../ink/ink562.xml"/><Relationship Id="rId43" Type="http://schemas.openxmlformats.org/officeDocument/2006/relationships/customXml" Target="../ink/ink566.xml"/><Relationship Id="rId48" Type="http://schemas.openxmlformats.org/officeDocument/2006/relationships/image" Target="../media/image570.png"/><Relationship Id="rId56" Type="http://schemas.openxmlformats.org/officeDocument/2006/relationships/image" Target="../media/image573.png"/><Relationship Id="rId64" Type="http://schemas.openxmlformats.org/officeDocument/2006/relationships/image" Target="../media/image577.png"/><Relationship Id="rId8" Type="http://schemas.openxmlformats.org/officeDocument/2006/relationships/image" Target="../media/image551.png"/><Relationship Id="rId51" Type="http://schemas.openxmlformats.org/officeDocument/2006/relationships/customXml" Target="../ink/ink570.xml"/><Relationship Id="rId3" Type="http://schemas.openxmlformats.org/officeDocument/2006/relationships/customXml" Target="../ink/ink546.xml"/><Relationship Id="rId12" Type="http://schemas.openxmlformats.org/officeDocument/2006/relationships/image" Target="../media/image553.png"/><Relationship Id="rId17" Type="http://schemas.openxmlformats.org/officeDocument/2006/relationships/customXml" Target="../ink/ink553.xml"/><Relationship Id="rId25" Type="http://schemas.openxmlformats.org/officeDocument/2006/relationships/customXml" Target="../ink/ink557.xml"/><Relationship Id="rId33" Type="http://schemas.openxmlformats.org/officeDocument/2006/relationships/customXml" Target="../ink/ink561.xml"/><Relationship Id="rId38" Type="http://schemas.openxmlformats.org/officeDocument/2006/relationships/image" Target="../media/image565.png"/><Relationship Id="rId46" Type="http://schemas.openxmlformats.org/officeDocument/2006/relationships/image" Target="../media/image569.png"/><Relationship Id="rId59" Type="http://schemas.openxmlformats.org/officeDocument/2006/relationships/customXml" Target="../ink/ink574.xml"/><Relationship Id="rId20" Type="http://schemas.openxmlformats.org/officeDocument/2006/relationships/image" Target="../media/image557.png"/><Relationship Id="rId41" Type="http://schemas.openxmlformats.org/officeDocument/2006/relationships/customXml" Target="../ink/ink565.xml"/><Relationship Id="rId54" Type="http://schemas.openxmlformats.org/officeDocument/2006/relationships/image" Target="../media/image572.png"/><Relationship Id="rId62" Type="http://schemas.openxmlformats.org/officeDocument/2006/relationships/image" Target="../media/image5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0.png"/><Relationship Id="rId15" Type="http://schemas.openxmlformats.org/officeDocument/2006/relationships/customXml" Target="../ink/ink552.xml"/><Relationship Id="rId23" Type="http://schemas.openxmlformats.org/officeDocument/2006/relationships/customXml" Target="../ink/ink556.xml"/><Relationship Id="rId28" Type="http://schemas.openxmlformats.org/officeDocument/2006/relationships/image" Target="../media/image321.png"/><Relationship Id="rId36" Type="http://schemas.openxmlformats.org/officeDocument/2006/relationships/image" Target="../media/image564.png"/><Relationship Id="rId49" Type="http://schemas.openxmlformats.org/officeDocument/2006/relationships/customXml" Target="../ink/ink569.xml"/><Relationship Id="rId57" Type="http://schemas.openxmlformats.org/officeDocument/2006/relationships/customXml" Target="../ink/ink573.xml"/><Relationship Id="rId10" Type="http://schemas.openxmlformats.org/officeDocument/2006/relationships/image" Target="../media/image552.png"/><Relationship Id="rId31" Type="http://schemas.openxmlformats.org/officeDocument/2006/relationships/customXml" Target="../ink/ink560.xml"/><Relationship Id="rId44" Type="http://schemas.openxmlformats.org/officeDocument/2006/relationships/image" Target="../media/image568.png"/><Relationship Id="rId52" Type="http://schemas.openxmlformats.org/officeDocument/2006/relationships/image" Target="../media/image169.png"/><Relationship Id="rId60" Type="http://schemas.openxmlformats.org/officeDocument/2006/relationships/image" Target="../media/image575.png"/><Relationship Id="rId65" Type="http://schemas.openxmlformats.org/officeDocument/2006/relationships/customXml" Target="../ink/ink577.xml"/><Relationship Id="rId4" Type="http://schemas.openxmlformats.org/officeDocument/2006/relationships/image" Target="../media/image549.png"/><Relationship Id="rId9" Type="http://schemas.openxmlformats.org/officeDocument/2006/relationships/customXml" Target="../ink/ink549.xml"/><Relationship Id="rId13" Type="http://schemas.openxmlformats.org/officeDocument/2006/relationships/customXml" Target="../ink/ink551.xml"/><Relationship Id="rId18" Type="http://schemas.openxmlformats.org/officeDocument/2006/relationships/image" Target="../media/image556.png"/><Relationship Id="rId39" Type="http://schemas.openxmlformats.org/officeDocument/2006/relationships/customXml" Target="../ink/ink5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CACCBCE-B477-76A1-BD0D-E056DA61B116}"/>
              </a:ext>
            </a:extLst>
          </p:cNvPr>
          <p:cNvGrpSpPr/>
          <p:nvPr/>
        </p:nvGrpSpPr>
        <p:grpSpPr>
          <a:xfrm>
            <a:off x="375915" y="274170"/>
            <a:ext cx="1364400" cy="545040"/>
            <a:chOff x="375915" y="274170"/>
            <a:chExt cx="1364400" cy="54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32D10AC-5880-3970-31F9-1B895B3C151E}"/>
                    </a:ext>
                  </a:extLst>
                </p14:cNvPr>
                <p14:cNvContentPartPr/>
                <p14:nvPr/>
              </p14:nvContentPartPr>
              <p14:xfrm>
                <a:off x="409395" y="274170"/>
                <a:ext cx="22680" cy="541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32D10AC-5880-3970-31F9-1B895B3C151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0395" y="265170"/>
                  <a:ext cx="4032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4E2B2BF-1896-C89F-DAB4-E0DE421B452C}"/>
                    </a:ext>
                  </a:extLst>
                </p14:cNvPr>
                <p14:cNvContentPartPr/>
                <p14:nvPr/>
              </p14:nvContentPartPr>
              <p14:xfrm>
                <a:off x="375915" y="288570"/>
                <a:ext cx="299520" cy="496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4E2B2BF-1896-C89F-DAB4-E0DE421B452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6915" y="279930"/>
                  <a:ext cx="31716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E155CD-566C-9D46-ACC0-D68E9E8F2146}"/>
                    </a:ext>
                  </a:extLst>
                </p14:cNvPr>
                <p14:cNvContentPartPr/>
                <p14:nvPr/>
              </p14:nvContentPartPr>
              <p14:xfrm>
                <a:off x="756795" y="486570"/>
                <a:ext cx="134280" cy="248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E155CD-566C-9D46-ACC0-D68E9E8F21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8155" y="477930"/>
                  <a:ext cx="1519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3FBD81-6CE7-FBBF-7F0D-D9A2FE06F36B}"/>
                    </a:ext>
                  </a:extLst>
                </p14:cNvPr>
                <p14:cNvContentPartPr/>
                <p14:nvPr/>
              </p14:nvContentPartPr>
              <p14:xfrm>
                <a:off x="936435" y="485490"/>
                <a:ext cx="142560" cy="272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3FBD81-6CE7-FBBF-7F0D-D9A2FE06F3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7435" y="476850"/>
                  <a:ext cx="1602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312C0A-0C2B-C500-07C8-6578F658C188}"/>
                    </a:ext>
                  </a:extLst>
                </p14:cNvPr>
                <p14:cNvContentPartPr/>
                <p14:nvPr/>
              </p14:nvContentPartPr>
              <p14:xfrm>
                <a:off x="1120395" y="519330"/>
                <a:ext cx="111960" cy="232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312C0A-0C2B-C500-07C8-6578F658C1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1755" y="510690"/>
                  <a:ext cx="129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8F2B46-7997-94EA-EA7C-F0F279C5F505}"/>
                    </a:ext>
                  </a:extLst>
                </p14:cNvPr>
                <p14:cNvContentPartPr/>
                <p14:nvPr/>
              </p14:nvContentPartPr>
              <p14:xfrm>
                <a:off x="1300755" y="340410"/>
                <a:ext cx="112320" cy="448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8F2B46-7997-94EA-EA7C-F0F279C5F50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2115" y="331770"/>
                  <a:ext cx="1299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899220-6AF5-0B57-8237-080343FB527F}"/>
                    </a:ext>
                  </a:extLst>
                </p14:cNvPr>
                <p14:cNvContentPartPr/>
                <p14:nvPr/>
              </p14:nvContentPartPr>
              <p14:xfrm>
                <a:off x="1453755" y="543450"/>
                <a:ext cx="155520" cy="224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899220-6AF5-0B57-8237-080343FB52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45115" y="534810"/>
                  <a:ext cx="173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48AF3F-0DF1-FB73-B2FF-C0B16E1FC709}"/>
                    </a:ext>
                  </a:extLst>
                </p14:cNvPr>
                <p14:cNvContentPartPr/>
                <p14:nvPr/>
              </p14:nvContentPartPr>
              <p14:xfrm>
                <a:off x="1623315" y="552450"/>
                <a:ext cx="117000" cy="266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48AF3F-0DF1-FB73-B2FF-C0B16E1FC7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14675" y="543450"/>
                  <a:ext cx="13464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0D2FF13-3536-671B-439D-9DBC31D6252B}"/>
              </a:ext>
            </a:extLst>
          </p:cNvPr>
          <p:cNvGrpSpPr/>
          <p:nvPr/>
        </p:nvGrpSpPr>
        <p:grpSpPr>
          <a:xfrm>
            <a:off x="2128755" y="563250"/>
            <a:ext cx="31680" cy="159480"/>
            <a:chOff x="2128755" y="563250"/>
            <a:chExt cx="31680" cy="1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C744A88-B4DC-89C7-FFCE-048CEED8F51D}"/>
                    </a:ext>
                  </a:extLst>
                </p14:cNvPr>
                <p14:cNvContentPartPr/>
                <p14:nvPr/>
              </p14:nvContentPartPr>
              <p14:xfrm>
                <a:off x="2128755" y="563250"/>
                <a:ext cx="7560" cy="17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C744A88-B4DC-89C7-FFCE-048CEED8F5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20115" y="554250"/>
                  <a:ext cx="25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3540FBE-D637-BAC9-6D8D-023F81D68BFD}"/>
                    </a:ext>
                  </a:extLst>
                </p14:cNvPr>
                <p14:cNvContentPartPr/>
                <p14:nvPr/>
              </p14:nvContentPartPr>
              <p14:xfrm>
                <a:off x="2152875" y="705090"/>
                <a:ext cx="7560" cy="17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3540FBE-D637-BAC9-6D8D-023F81D68B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3875" y="696090"/>
                  <a:ext cx="252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0A05A91-E4CA-10B8-3BCF-AACCB7F53BA3}"/>
              </a:ext>
            </a:extLst>
          </p:cNvPr>
          <p:cNvGrpSpPr/>
          <p:nvPr/>
        </p:nvGrpSpPr>
        <p:grpSpPr>
          <a:xfrm>
            <a:off x="976035" y="1163730"/>
            <a:ext cx="580320" cy="483840"/>
            <a:chOff x="976035" y="1163730"/>
            <a:chExt cx="580320" cy="48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89D23FB-2978-65DA-D417-ECDEEF1106D1}"/>
                    </a:ext>
                  </a:extLst>
                </p14:cNvPr>
                <p14:cNvContentPartPr/>
                <p14:nvPr/>
              </p14:nvContentPartPr>
              <p14:xfrm>
                <a:off x="976035" y="1163730"/>
                <a:ext cx="284760" cy="483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89D23FB-2978-65DA-D417-ECDEEF1106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7035" y="1154730"/>
                  <a:ext cx="30240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2F2AB88-7E2C-7EC5-862D-F3A0D3A11F13}"/>
                    </a:ext>
                  </a:extLst>
                </p14:cNvPr>
                <p14:cNvContentPartPr/>
                <p14:nvPr/>
              </p14:nvContentPartPr>
              <p14:xfrm>
                <a:off x="1389675" y="1507170"/>
                <a:ext cx="166680" cy="7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2F2AB88-7E2C-7EC5-862D-F3A0D3A11F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81035" y="1498530"/>
                  <a:ext cx="18432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1DBAC4B-36D7-B9B7-8AEC-2BA7577F99A7}"/>
                  </a:ext>
                </a:extLst>
              </p14:cNvPr>
              <p14:cNvContentPartPr/>
              <p14:nvPr/>
            </p14:nvContentPartPr>
            <p14:xfrm>
              <a:off x="1796835" y="1218090"/>
              <a:ext cx="188640" cy="4140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1DBAC4B-36D7-B9B7-8AEC-2BA7577F99A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87835" y="1209090"/>
                <a:ext cx="20628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EAE6AB2-9F56-299E-0278-E967545703E8}"/>
                  </a:ext>
                </a:extLst>
              </p14:cNvPr>
              <p14:cNvContentPartPr/>
              <p14:nvPr/>
            </p14:nvContentPartPr>
            <p14:xfrm>
              <a:off x="2412795" y="1305210"/>
              <a:ext cx="730440" cy="232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EAE6AB2-9F56-299E-0278-E967545703E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04155" y="1296210"/>
                <a:ext cx="74808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CE683E16-4353-E30B-31FD-B8A9E4ACF286}"/>
              </a:ext>
            </a:extLst>
          </p:cNvPr>
          <p:cNvGrpSpPr/>
          <p:nvPr/>
        </p:nvGrpSpPr>
        <p:grpSpPr>
          <a:xfrm>
            <a:off x="3516915" y="1160850"/>
            <a:ext cx="578160" cy="392400"/>
            <a:chOff x="3516915" y="1160850"/>
            <a:chExt cx="57816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B861437-4FE6-7B36-07F1-C8E082EAB50E}"/>
                    </a:ext>
                  </a:extLst>
                </p14:cNvPr>
                <p14:cNvContentPartPr/>
                <p14:nvPr/>
              </p14:nvContentPartPr>
              <p14:xfrm>
                <a:off x="3516915" y="1160850"/>
                <a:ext cx="200520" cy="334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B861437-4FE6-7B36-07F1-C8E082EAB5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07915" y="1151850"/>
                  <a:ext cx="2181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8D40651-3EB0-62BB-E5BF-54E00A39C398}"/>
                    </a:ext>
                  </a:extLst>
                </p14:cNvPr>
                <p14:cNvContentPartPr/>
                <p14:nvPr/>
              </p14:nvContentPartPr>
              <p14:xfrm>
                <a:off x="3891315" y="1177770"/>
                <a:ext cx="203760" cy="37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8D40651-3EB0-62BB-E5BF-54E00A39C39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82315" y="1169130"/>
                  <a:ext cx="221400" cy="39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BB4187B-759D-094C-BD29-4BD1CD0651A1}"/>
                  </a:ext>
                </a:extLst>
              </p14:cNvPr>
              <p14:cNvContentPartPr/>
              <p14:nvPr/>
            </p14:nvContentPartPr>
            <p14:xfrm>
              <a:off x="4438875" y="1384770"/>
              <a:ext cx="70200" cy="142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BB4187B-759D-094C-BD29-4BD1CD0651A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29875" y="1376130"/>
                <a:ext cx="8784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C0DBDCE-E74A-449D-B3F7-888B60B143AE}"/>
                  </a:ext>
                </a:extLst>
              </p14:cNvPr>
              <p14:cNvContentPartPr/>
              <p14:nvPr/>
            </p14:nvContentPartPr>
            <p14:xfrm>
              <a:off x="4485675" y="1160850"/>
              <a:ext cx="21960" cy="9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C0DBDCE-E74A-449D-B3F7-888B60B143A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76675" y="1151850"/>
                <a:ext cx="3960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C2AF122-22D6-131E-1B4E-693A49ED4FDF}"/>
              </a:ext>
            </a:extLst>
          </p:cNvPr>
          <p:cNvGrpSpPr/>
          <p:nvPr/>
        </p:nvGrpSpPr>
        <p:grpSpPr>
          <a:xfrm>
            <a:off x="4745235" y="1125930"/>
            <a:ext cx="427680" cy="375480"/>
            <a:chOff x="4745235" y="1125930"/>
            <a:chExt cx="42768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ACB55AB-6793-95A1-08A8-803774E8B92B}"/>
                    </a:ext>
                  </a:extLst>
                </p14:cNvPr>
                <p14:cNvContentPartPr/>
                <p14:nvPr/>
              </p14:nvContentPartPr>
              <p14:xfrm>
                <a:off x="4745235" y="1125930"/>
                <a:ext cx="234000" cy="326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ACB55AB-6793-95A1-08A8-803774E8B92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36595" y="1117290"/>
                  <a:ext cx="2516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0BA36C2-39BC-0646-78A0-B8903A292D8B}"/>
                    </a:ext>
                  </a:extLst>
                </p14:cNvPr>
                <p14:cNvContentPartPr/>
                <p14:nvPr/>
              </p14:nvContentPartPr>
              <p14:xfrm>
                <a:off x="5072835" y="1128450"/>
                <a:ext cx="100080" cy="372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0BA36C2-39BC-0646-78A0-B8903A292D8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63835" y="1119810"/>
                  <a:ext cx="117720" cy="39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A165601-DFD2-0E7D-39D8-58B1235960A2}"/>
                  </a:ext>
                </a:extLst>
              </p14:cNvPr>
              <p14:cNvContentPartPr/>
              <p14:nvPr/>
            </p14:nvContentPartPr>
            <p14:xfrm>
              <a:off x="5549115" y="1179210"/>
              <a:ext cx="17280" cy="28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A165601-DFD2-0E7D-39D8-58B1235960A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40475" y="1170570"/>
                <a:ext cx="349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BD1FEAB-242F-71AA-38AB-1D288D865102}"/>
                  </a:ext>
                </a:extLst>
              </p14:cNvPr>
              <p14:cNvContentPartPr/>
              <p14:nvPr/>
            </p14:nvContentPartPr>
            <p14:xfrm>
              <a:off x="5550195" y="1354530"/>
              <a:ext cx="38880" cy="1465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BD1FEAB-242F-71AA-38AB-1D288D86510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541555" y="1345890"/>
                <a:ext cx="5652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4546A31D-E3B0-9C55-3CE5-01CB6EC07D38}"/>
              </a:ext>
            </a:extLst>
          </p:cNvPr>
          <p:cNvGrpSpPr/>
          <p:nvPr/>
        </p:nvGrpSpPr>
        <p:grpSpPr>
          <a:xfrm>
            <a:off x="5882475" y="1132770"/>
            <a:ext cx="406440" cy="370080"/>
            <a:chOff x="5882475" y="1132770"/>
            <a:chExt cx="40644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46D4D3B-D054-762A-4DF4-D9A1B0A69485}"/>
                    </a:ext>
                  </a:extLst>
                </p14:cNvPr>
                <p14:cNvContentPartPr/>
                <p14:nvPr/>
              </p14:nvContentPartPr>
              <p14:xfrm>
                <a:off x="5882475" y="1132770"/>
                <a:ext cx="85680" cy="357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46D4D3B-D054-762A-4DF4-D9A1B0A694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73475" y="1123770"/>
                  <a:ext cx="1033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835843D-7BE7-3CC0-CA84-B1DD0B1ADCCE}"/>
                    </a:ext>
                  </a:extLst>
                </p14:cNvPr>
                <p14:cNvContentPartPr/>
                <p14:nvPr/>
              </p14:nvContentPartPr>
              <p14:xfrm>
                <a:off x="6061755" y="1153650"/>
                <a:ext cx="227160" cy="349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835843D-7BE7-3CC0-CA84-B1DD0B1ADC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52755" y="1145010"/>
                  <a:ext cx="244800" cy="36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706A470-8A9E-1481-C423-8C0CA2535E4B}"/>
                  </a:ext>
                </a:extLst>
              </p14:cNvPr>
              <p14:cNvContentPartPr/>
              <p14:nvPr/>
            </p14:nvContentPartPr>
            <p14:xfrm>
              <a:off x="6550275" y="1219170"/>
              <a:ext cx="29160" cy="47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706A470-8A9E-1481-C423-8C0CA2535E4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541275" y="1210530"/>
                <a:ext cx="4680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D1AC80B-BB85-70F3-68CE-5BF38E7B3438}"/>
                  </a:ext>
                </a:extLst>
              </p14:cNvPr>
              <p14:cNvContentPartPr/>
              <p14:nvPr/>
            </p14:nvContentPartPr>
            <p14:xfrm>
              <a:off x="6556035" y="1395930"/>
              <a:ext cx="36360" cy="1130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D1AC80B-BB85-70F3-68CE-5BF38E7B343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547395" y="1386930"/>
                <a:ext cx="54000" cy="1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FB73E55-AEA2-9050-1472-6E36F098CCDC}"/>
              </a:ext>
            </a:extLst>
          </p:cNvPr>
          <p:cNvGrpSpPr/>
          <p:nvPr/>
        </p:nvGrpSpPr>
        <p:grpSpPr>
          <a:xfrm>
            <a:off x="6954195" y="1165170"/>
            <a:ext cx="192960" cy="350280"/>
            <a:chOff x="6954195" y="1165170"/>
            <a:chExt cx="19296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5462598-8236-8B87-EF21-AD109AF5142D}"/>
                    </a:ext>
                  </a:extLst>
                </p14:cNvPr>
                <p14:cNvContentPartPr/>
                <p14:nvPr/>
              </p14:nvContentPartPr>
              <p14:xfrm>
                <a:off x="6954195" y="1165170"/>
                <a:ext cx="31680" cy="350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5462598-8236-8B87-EF21-AD109AF514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45555" y="1156170"/>
                  <a:ext cx="493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84079D-5750-CC43-2332-A2BD2F80E590}"/>
                    </a:ext>
                  </a:extLst>
                </p14:cNvPr>
                <p14:cNvContentPartPr/>
                <p14:nvPr/>
              </p14:nvContentPartPr>
              <p14:xfrm>
                <a:off x="7101075" y="1201170"/>
                <a:ext cx="46080" cy="263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84079D-5750-CC43-2332-A2BD2F80E5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92435" y="1192170"/>
                  <a:ext cx="6372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49079-9FEC-72D8-43DF-73E96A8C1219}"/>
              </a:ext>
            </a:extLst>
          </p:cNvPr>
          <p:cNvGrpSpPr/>
          <p:nvPr/>
        </p:nvGrpSpPr>
        <p:grpSpPr>
          <a:xfrm>
            <a:off x="2388315" y="1688250"/>
            <a:ext cx="1363320" cy="511920"/>
            <a:chOff x="2388315" y="1688250"/>
            <a:chExt cx="1363320" cy="51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7FB671E-68B7-CC5A-2867-B26FDAD85869}"/>
                    </a:ext>
                  </a:extLst>
                </p14:cNvPr>
                <p14:cNvContentPartPr/>
                <p14:nvPr/>
              </p14:nvContentPartPr>
              <p14:xfrm>
                <a:off x="2388315" y="1799850"/>
                <a:ext cx="171720" cy="298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7FB671E-68B7-CC5A-2867-B26FDAD8586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79315" y="1791210"/>
                  <a:ext cx="189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D6E96B0-501F-90DD-A069-B855F36F3C10}"/>
                    </a:ext>
                  </a:extLst>
                </p14:cNvPr>
                <p14:cNvContentPartPr/>
                <p14:nvPr/>
              </p14:nvContentPartPr>
              <p14:xfrm>
                <a:off x="2599995" y="1837650"/>
                <a:ext cx="141480" cy="259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D6E96B0-501F-90DD-A069-B855F36F3C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90995" y="1828650"/>
                  <a:ext cx="1591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1C15D2-623E-ED8A-8D6C-802CDA336329}"/>
                    </a:ext>
                  </a:extLst>
                </p14:cNvPr>
                <p14:cNvContentPartPr/>
                <p14:nvPr/>
              </p14:nvContentPartPr>
              <p14:xfrm>
                <a:off x="2821755" y="1840170"/>
                <a:ext cx="137520" cy="284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1C15D2-623E-ED8A-8D6C-802CDA3363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12755" y="1831170"/>
                  <a:ext cx="1551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D2A405D-00BD-A32B-3ACC-E4F965F65241}"/>
                    </a:ext>
                  </a:extLst>
                </p14:cNvPr>
                <p14:cNvContentPartPr/>
                <p14:nvPr/>
              </p14:nvContentPartPr>
              <p14:xfrm>
                <a:off x="3007875" y="1838730"/>
                <a:ext cx="143280" cy="300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D2A405D-00BD-A32B-3ACC-E4F965F6524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98875" y="1829730"/>
                  <a:ext cx="160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A9C718F-7B3D-2F71-5224-70DEA1C81CDF}"/>
                    </a:ext>
                  </a:extLst>
                </p14:cNvPr>
                <p14:cNvContentPartPr/>
                <p14:nvPr/>
              </p14:nvContentPartPr>
              <p14:xfrm>
                <a:off x="3182115" y="1688250"/>
                <a:ext cx="143280" cy="456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A9C718F-7B3D-2F71-5224-70DEA1C81CD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73115" y="1679610"/>
                  <a:ext cx="16092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E0D1606-0E60-2754-2607-ECAEA8EA9837}"/>
                    </a:ext>
                  </a:extLst>
                </p14:cNvPr>
                <p14:cNvContentPartPr/>
                <p14:nvPr/>
              </p14:nvContentPartPr>
              <p14:xfrm>
                <a:off x="3370395" y="1883010"/>
                <a:ext cx="142200" cy="262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E0D1606-0E60-2754-2607-ECAEA8EA983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61395" y="1874010"/>
                  <a:ext cx="1598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ACEA45-883D-E9FC-9E15-3034786DAC17}"/>
                    </a:ext>
                  </a:extLst>
                </p14:cNvPr>
                <p14:cNvContentPartPr/>
                <p14:nvPr/>
              </p14:nvContentPartPr>
              <p14:xfrm>
                <a:off x="3568755" y="1938090"/>
                <a:ext cx="182880" cy="262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ACEA45-883D-E9FC-9E15-3034786DAC1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60115" y="1929450"/>
                  <a:ext cx="20052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84F4A9C-ECD1-F6EA-DB11-ACE2870BCBC9}"/>
                  </a:ext>
                </a:extLst>
              </p14:cNvPr>
              <p14:cNvContentPartPr/>
              <p14:nvPr/>
            </p14:nvContentPartPr>
            <p14:xfrm>
              <a:off x="7441635" y="1177050"/>
              <a:ext cx="852840" cy="1940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84F4A9C-ECD1-F6EA-DB11-ACE2870BCBC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432635" y="1168410"/>
                <a:ext cx="8704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5F5EC81-1BA4-0131-4EA5-2FAFF0FF0782}"/>
                  </a:ext>
                </a:extLst>
              </p14:cNvPr>
              <p14:cNvContentPartPr/>
              <p14:nvPr/>
            </p14:nvContentPartPr>
            <p14:xfrm>
              <a:off x="2085555" y="1722810"/>
              <a:ext cx="2880" cy="46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5F5EC81-1BA4-0131-4EA5-2FAFF0FF078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76555" y="1713810"/>
                <a:ext cx="2052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F77AE8FD-D721-22EA-F25D-8334D1940191}"/>
              </a:ext>
            </a:extLst>
          </p:cNvPr>
          <p:cNvGrpSpPr/>
          <p:nvPr/>
        </p:nvGrpSpPr>
        <p:grpSpPr>
          <a:xfrm>
            <a:off x="2014275" y="1706610"/>
            <a:ext cx="2105280" cy="873720"/>
            <a:chOff x="2014275" y="1706610"/>
            <a:chExt cx="2105280" cy="87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F91093E-7000-18E7-56BD-3AB9E991822C}"/>
                    </a:ext>
                  </a:extLst>
                </p14:cNvPr>
                <p14:cNvContentPartPr/>
                <p14:nvPr/>
              </p14:nvContentPartPr>
              <p14:xfrm>
                <a:off x="2014275" y="1754130"/>
                <a:ext cx="2041560" cy="826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F91093E-7000-18E7-56BD-3AB9E991822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05635" y="1745490"/>
                  <a:ext cx="2059200" cy="8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37097DB-2582-ABCE-87A2-ACBC7C38F7B0}"/>
                    </a:ext>
                  </a:extLst>
                </p14:cNvPr>
                <p14:cNvContentPartPr/>
                <p14:nvPr/>
              </p14:nvContentPartPr>
              <p14:xfrm>
                <a:off x="3958635" y="1706610"/>
                <a:ext cx="160920" cy="227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37097DB-2582-ABCE-87A2-ACBC7C38F7B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49995" y="1697610"/>
                  <a:ext cx="178560" cy="24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B9EEC7D-C3EC-F7D0-D5FD-9267722DD8CD}"/>
                  </a:ext>
                </a:extLst>
              </p14:cNvPr>
              <p14:cNvContentPartPr/>
              <p14:nvPr/>
            </p14:nvContentPartPr>
            <p14:xfrm>
              <a:off x="6792915" y="1631730"/>
              <a:ext cx="2221560" cy="1008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B9EEC7D-C3EC-F7D0-D5FD-9267722DD8C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783915" y="1622730"/>
                <a:ext cx="2239200" cy="10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02C1B11C-3DA0-177D-7DCF-F96E0CF19649}"/>
              </a:ext>
            </a:extLst>
          </p:cNvPr>
          <p:cNvGrpSpPr/>
          <p:nvPr/>
        </p:nvGrpSpPr>
        <p:grpSpPr>
          <a:xfrm>
            <a:off x="9063435" y="1019010"/>
            <a:ext cx="2414880" cy="591120"/>
            <a:chOff x="9063435" y="1019010"/>
            <a:chExt cx="2414880" cy="59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8246E82-9822-F8FF-75C7-D5ED8EBA851C}"/>
                    </a:ext>
                  </a:extLst>
                </p14:cNvPr>
                <p14:cNvContentPartPr/>
                <p14:nvPr/>
              </p14:nvContentPartPr>
              <p14:xfrm>
                <a:off x="9076395" y="1050330"/>
                <a:ext cx="13680" cy="12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8246E82-9822-F8FF-75C7-D5ED8EBA851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67755" y="1041690"/>
                  <a:ext cx="3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133FFA-E99F-477F-F3DB-F63EC4C240B0}"/>
                    </a:ext>
                  </a:extLst>
                </p14:cNvPr>
                <p14:cNvContentPartPr/>
                <p14:nvPr/>
              </p14:nvContentPartPr>
              <p14:xfrm>
                <a:off x="9063435" y="1047450"/>
                <a:ext cx="209880" cy="439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133FFA-E99F-477F-F3DB-F63EC4C240B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054435" y="1038810"/>
                  <a:ext cx="2275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4E38BCC-9CFD-426B-69DD-6B1FBB746CC0}"/>
                    </a:ext>
                  </a:extLst>
                </p14:cNvPr>
                <p14:cNvContentPartPr/>
                <p14:nvPr/>
              </p14:nvContentPartPr>
              <p14:xfrm>
                <a:off x="9166755" y="1253010"/>
                <a:ext cx="185760" cy="39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4E38BCC-9CFD-426B-69DD-6B1FBB746CC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58115" y="1244010"/>
                  <a:ext cx="203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CA19DFF-1A4F-5D0F-0723-302EC333A26C}"/>
                    </a:ext>
                  </a:extLst>
                </p14:cNvPr>
                <p14:cNvContentPartPr/>
                <p14:nvPr/>
              </p14:nvContentPartPr>
              <p14:xfrm>
                <a:off x="9471315" y="1250850"/>
                <a:ext cx="107280" cy="1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CA19DFF-1A4F-5D0F-0723-302EC333A26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462315" y="1241850"/>
                  <a:ext cx="12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0E1E98F-6D97-7DF9-42E6-42F882E33090}"/>
                    </a:ext>
                  </a:extLst>
                </p14:cNvPr>
                <p14:cNvContentPartPr/>
                <p14:nvPr/>
              </p14:nvContentPartPr>
              <p14:xfrm>
                <a:off x="9670755" y="1125570"/>
                <a:ext cx="101520" cy="274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0E1E98F-6D97-7DF9-42E6-42F882E3309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61755" y="1116930"/>
                  <a:ext cx="119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0CE9A2D-8E63-142D-D8E7-59B51591698E}"/>
                    </a:ext>
                  </a:extLst>
                </p14:cNvPr>
                <p14:cNvContentPartPr/>
                <p14:nvPr/>
              </p14:nvContentPartPr>
              <p14:xfrm>
                <a:off x="9820155" y="1172730"/>
                <a:ext cx="158040" cy="218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0CE9A2D-8E63-142D-D8E7-59B51591698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811155" y="1163730"/>
                  <a:ext cx="1756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6248776-54D8-9F1E-35BD-C305A4B1F435}"/>
                    </a:ext>
                  </a:extLst>
                </p14:cNvPr>
                <p14:cNvContentPartPr/>
                <p14:nvPr/>
              </p14:nvContentPartPr>
              <p14:xfrm>
                <a:off x="9982515" y="1153650"/>
                <a:ext cx="126720" cy="456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6248776-54D8-9F1E-35BD-C305A4B1F43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73515" y="1145010"/>
                  <a:ext cx="14436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878A01E-2124-7086-11E4-15DBF7B5E943}"/>
                    </a:ext>
                  </a:extLst>
                </p14:cNvPr>
                <p14:cNvContentPartPr/>
                <p14:nvPr/>
              </p14:nvContentPartPr>
              <p14:xfrm>
                <a:off x="10225515" y="1196130"/>
                <a:ext cx="218880" cy="308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878A01E-2124-7086-11E4-15DBF7B5E9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16515" y="1187490"/>
                  <a:ext cx="2365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EBD80F9-7846-46B9-0DC6-A96B89596940}"/>
                    </a:ext>
                  </a:extLst>
                </p14:cNvPr>
                <p14:cNvContentPartPr/>
                <p14:nvPr/>
              </p14:nvContentPartPr>
              <p14:xfrm>
                <a:off x="10549155" y="1196130"/>
                <a:ext cx="166320" cy="262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EBD80F9-7846-46B9-0DC6-A96B8959694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40155" y="1187490"/>
                  <a:ext cx="1839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F10B07B-948F-CA87-68FF-C568328892F7}"/>
                    </a:ext>
                  </a:extLst>
                </p14:cNvPr>
                <p14:cNvContentPartPr/>
                <p14:nvPr/>
              </p14:nvContentPartPr>
              <p14:xfrm>
                <a:off x="10747515" y="1254090"/>
                <a:ext cx="141120" cy="236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F10B07B-948F-CA87-68FF-C568328892F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38875" y="1245090"/>
                  <a:ext cx="1587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0934A64-C928-DBE7-856C-F89FB4525488}"/>
                    </a:ext>
                  </a:extLst>
                </p14:cNvPr>
                <p14:cNvContentPartPr/>
                <p14:nvPr/>
              </p14:nvContentPartPr>
              <p14:xfrm>
                <a:off x="11018235" y="1019010"/>
                <a:ext cx="133920" cy="337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0934A64-C928-DBE7-856C-F89FB45254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009595" y="1010010"/>
                  <a:ext cx="15156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3BA85B9-E1E3-B2CF-0970-5B0E5ABD8AA9}"/>
                    </a:ext>
                  </a:extLst>
                </p14:cNvPr>
                <p14:cNvContentPartPr/>
                <p14:nvPr/>
              </p14:nvContentPartPr>
              <p14:xfrm>
                <a:off x="10917435" y="1205130"/>
                <a:ext cx="560880" cy="188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3BA85B9-E1E3-B2CF-0970-5B0E5ABD8AA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908435" y="1196490"/>
                  <a:ext cx="57852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3EE8353-72E1-2743-68AD-A1EB0B34F34B}"/>
                  </a:ext>
                </a:extLst>
              </p14:cNvPr>
              <p14:cNvContentPartPr/>
              <p14:nvPr/>
            </p14:nvContentPartPr>
            <p14:xfrm>
              <a:off x="2388675" y="2232570"/>
              <a:ext cx="1119600" cy="349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3EE8353-72E1-2743-68AD-A1EB0B34F34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379675" y="2223930"/>
                <a:ext cx="11372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BCC632D-B41D-B600-A15E-70CFFFFE1723}"/>
                  </a:ext>
                </a:extLst>
              </p14:cNvPr>
              <p14:cNvContentPartPr/>
              <p14:nvPr/>
            </p14:nvContentPartPr>
            <p14:xfrm>
              <a:off x="7238235" y="2345250"/>
              <a:ext cx="1162440" cy="370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BCC632D-B41D-B600-A15E-70CFFFFE172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229595" y="2336610"/>
                <a:ext cx="118008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09DBDDBB-7233-18CF-AE81-6379E646139E}"/>
              </a:ext>
            </a:extLst>
          </p:cNvPr>
          <p:cNvGrpSpPr/>
          <p:nvPr/>
        </p:nvGrpSpPr>
        <p:grpSpPr>
          <a:xfrm>
            <a:off x="7197195" y="1745490"/>
            <a:ext cx="1274400" cy="560880"/>
            <a:chOff x="7197195" y="1745490"/>
            <a:chExt cx="1274400" cy="56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145B51C-1E6D-9CF5-3997-EE346198B297}"/>
                    </a:ext>
                  </a:extLst>
                </p14:cNvPr>
                <p14:cNvContentPartPr/>
                <p14:nvPr/>
              </p14:nvContentPartPr>
              <p14:xfrm>
                <a:off x="7197195" y="1745490"/>
                <a:ext cx="204480" cy="505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145B51C-1E6D-9CF5-3997-EE346198B29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88195" y="1736850"/>
                  <a:ext cx="22212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0AD5619-8E60-981B-3E3F-8A96EE734299}"/>
                    </a:ext>
                  </a:extLst>
                </p14:cNvPr>
                <p14:cNvContentPartPr/>
                <p14:nvPr/>
              </p14:nvContentPartPr>
              <p14:xfrm>
                <a:off x="7438035" y="2007570"/>
                <a:ext cx="10512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0AD5619-8E60-981B-3E3F-8A96EE73429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29035" y="1998570"/>
                  <a:ext cx="1227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10CD8B3-ADA3-7420-4C1C-CA8ACC5688F4}"/>
                    </a:ext>
                  </a:extLst>
                </p14:cNvPr>
                <p14:cNvContentPartPr/>
                <p14:nvPr/>
              </p14:nvContentPartPr>
              <p14:xfrm>
                <a:off x="7466115" y="1963290"/>
                <a:ext cx="120240" cy="234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10CD8B3-ADA3-7420-4C1C-CA8ACC5688F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57115" y="1954290"/>
                  <a:ext cx="1378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763B45-3047-2429-3E30-2F74A66A1F58}"/>
                    </a:ext>
                  </a:extLst>
                </p14:cNvPr>
                <p14:cNvContentPartPr/>
                <p14:nvPr/>
              </p14:nvContentPartPr>
              <p14:xfrm>
                <a:off x="7600035" y="2005050"/>
                <a:ext cx="260280" cy="245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763B45-3047-2429-3E30-2F74A66A1F5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591395" y="1996410"/>
                  <a:ext cx="277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5A21EBC-08DC-489B-57F7-6698968C7F9E}"/>
                    </a:ext>
                  </a:extLst>
                </p14:cNvPr>
                <p14:cNvContentPartPr/>
                <p14:nvPr/>
              </p14:nvContentPartPr>
              <p14:xfrm>
                <a:off x="7903515" y="1893450"/>
                <a:ext cx="156600" cy="412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5A21EBC-08DC-489B-57F7-6698968C7F9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4875" y="1884450"/>
                  <a:ext cx="1742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5C0B447-708A-BEC4-D7BB-8E80C65E719D}"/>
                    </a:ext>
                  </a:extLst>
                </p14:cNvPr>
                <p14:cNvContentPartPr/>
                <p14:nvPr/>
              </p14:nvContentPartPr>
              <p14:xfrm>
                <a:off x="8094675" y="2042130"/>
                <a:ext cx="153360" cy="209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5C0B447-708A-BEC4-D7BB-8E80C65E719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86035" y="2033490"/>
                  <a:ext cx="171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15F7CE-DE65-39CD-4B35-97188829CF74}"/>
                    </a:ext>
                  </a:extLst>
                </p14:cNvPr>
                <p14:cNvContentPartPr/>
                <p14:nvPr/>
              </p14:nvContentPartPr>
              <p14:xfrm>
                <a:off x="8308875" y="2027370"/>
                <a:ext cx="162720" cy="25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15F7CE-DE65-39CD-4B35-97188829CF7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00235" y="2018370"/>
                  <a:ext cx="1803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1125396-D14A-E4D1-98C8-0C553A851E83}"/>
                    </a:ext>
                  </a:extLst>
                </p14:cNvPr>
                <p14:cNvContentPartPr/>
                <p14:nvPr/>
              </p14:nvContentPartPr>
              <p14:xfrm>
                <a:off x="7465755" y="1974090"/>
                <a:ext cx="83520" cy="101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1125396-D14A-E4D1-98C8-0C553A851E8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56755" y="1965090"/>
                  <a:ext cx="10116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2CF40A8-D0EB-A78D-AFEF-4EE1C844F0B3}"/>
                  </a:ext>
                </a:extLst>
              </p14:cNvPr>
              <p14:cNvContentPartPr/>
              <p14:nvPr/>
            </p14:nvContentPartPr>
            <p14:xfrm>
              <a:off x="436035" y="791490"/>
              <a:ext cx="1301040" cy="1141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2CF40A8-D0EB-A78D-AFEF-4EE1C844F0B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27395" y="782850"/>
                <a:ext cx="1318680" cy="13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0BE6B7A6-450F-0931-86B9-ED5E3BC6F434}"/>
              </a:ext>
            </a:extLst>
          </p:cNvPr>
          <p:cNvGrpSpPr/>
          <p:nvPr/>
        </p:nvGrpSpPr>
        <p:grpSpPr>
          <a:xfrm>
            <a:off x="404715" y="3213570"/>
            <a:ext cx="985680" cy="631800"/>
            <a:chOff x="404715" y="3213570"/>
            <a:chExt cx="985680" cy="63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565AF0F-3B12-49B5-2714-AA23C2502491}"/>
                    </a:ext>
                  </a:extLst>
                </p14:cNvPr>
                <p14:cNvContentPartPr/>
                <p14:nvPr/>
              </p14:nvContentPartPr>
              <p14:xfrm>
                <a:off x="492555" y="3213570"/>
                <a:ext cx="105480" cy="541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565AF0F-3B12-49B5-2714-AA23C250249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3915" y="3204570"/>
                  <a:ext cx="12312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D4F589E-2180-9C4D-85A9-64E7E2EF8C6D}"/>
                    </a:ext>
                  </a:extLst>
                </p14:cNvPr>
                <p14:cNvContentPartPr/>
                <p14:nvPr/>
              </p14:nvContentPartPr>
              <p14:xfrm>
                <a:off x="474195" y="3722610"/>
                <a:ext cx="182880" cy="122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D4F589E-2180-9C4D-85A9-64E7E2EF8C6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5195" y="3713610"/>
                  <a:ext cx="200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4E18DA4-37DC-9BDF-9E66-6D7B3BCCCDB1}"/>
                    </a:ext>
                  </a:extLst>
                </p14:cNvPr>
                <p14:cNvContentPartPr/>
                <p14:nvPr/>
              </p14:nvContentPartPr>
              <p14:xfrm>
                <a:off x="404715" y="3236250"/>
                <a:ext cx="184320" cy="7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4E18DA4-37DC-9BDF-9E66-6D7B3BCCCDB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6075" y="3227610"/>
                  <a:ext cx="201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06636AE-6F6D-0D81-2899-B2C4F1102F84}"/>
                    </a:ext>
                  </a:extLst>
                </p14:cNvPr>
                <p14:cNvContentPartPr/>
                <p14:nvPr/>
              </p14:nvContentPartPr>
              <p14:xfrm>
                <a:off x="797115" y="3252450"/>
                <a:ext cx="332280" cy="482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06636AE-6F6D-0D81-2899-B2C4F1102F8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8115" y="3243810"/>
                  <a:ext cx="34992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7344ADB-CF40-5E67-249D-841DAB07B039}"/>
                    </a:ext>
                  </a:extLst>
                </p14:cNvPr>
                <p14:cNvContentPartPr/>
                <p14:nvPr/>
              </p14:nvContentPartPr>
              <p14:xfrm>
                <a:off x="1390035" y="3628290"/>
                <a:ext cx="360" cy="14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7344ADB-CF40-5E67-249D-841DAB07B03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81395" y="3619650"/>
                  <a:ext cx="1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183B037-7D3C-7760-C26D-64961B18271D}"/>
                    </a:ext>
                  </a:extLst>
                </p14:cNvPr>
                <p14:cNvContentPartPr/>
                <p14:nvPr/>
              </p14:nvContentPartPr>
              <p14:xfrm>
                <a:off x="1379235" y="3435690"/>
                <a:ext cx="2880" cy="50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183B037-7D3C-7760-C26D-64961B18271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370595" y="3426690"/>
                  <a:ext cx="2052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867659B-C002-2064-4ED9-8707BF6B6D4A}"/>
              </a:ext>
            </a:extLst>
          </p:cNvPr>
          <p:cNvGrpSpPr/>
          <p:nvPr/>
        </p:nvGrpSpPr>
        <p:grpSpPr>
          <a:xfrm>
            <a:off x="1995195" y="3156690"/>
            <a:ext cx="1924200" cy="596520"/>
            <a:chOff x="1995195" y="3156690"/>
            <a:chExt cx="1924200" cy="59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58B94EE-E903-7CF7-9C9D-6AA021EF3950}"/>
                    </a:ext>
                  </a:extLst>
                </p14:cNvPr>
                <p14:cNvContentPartPr/>
                <p14:nvPr/>
              </p14:nvContentPartPr>
              <p14:xfrm>
                <a:off x="2065035" y="3237330"/>
                <a:ext cx="75600" cy="502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58B94EE-E903-7CF7-9C9D-6AA021EF395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056035" y="3228690"/>
                  <a:ext cx="9324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DBF86F7-4B95-E095-7856-2F82B0462DF4}"/>
                    </a:ext>
                  </a:extLst>
                </p14:cNvPr>
                <p14:cNvContentPartPr/>
                <p14:nvPr/>
              </p14:nvContentPartPr>
              <p14:xfrm>
                <a:off x="1995195" y="3233010"/>
                <a:ext cx="344520" cy="520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DBF86F7-4B95-E095-7856-2F82B0462DF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86555" y="3224370"/>
                  <a:ext cx="3621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6D588F9-5780-25FC-CB2E-1F53470CF0A1}"/>
                    </a:ext>
                  </a:extLst>
                </p14:cNvPr>
                <p14:cNvContentPartPr/>
                <p14:nvPr/>
              </p14:nvContentPartPr>
              <p14:xfrm>
                <a:off x="2391195" y="3466650"/>
                <a:ext cx="189360" cy="267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D588F9-5780-25FC-CB2E-1F53470CF0A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82195" y="3457650"/>
                  <a:ext cx="2070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0AFC243-49B1-FF03-9845-2D5C1119D5F6}"/>
                    </a:ext>
                  </a:extLst>
                </p14:cNvPr>
                <p14:cNvContentPartPr/>
                <p14:nvPr/>
              </p14:nvContentPartPr>
              <p14:xfrm>
                <a:off x="2630595" y="3438930"/>
                <a:ext cx="232200" cy="304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0AFC243-49B1-FF03-9845-2D5C1119D5F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21955" y="3429930"/>
                  <a:ext cx="2498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F9C1309-1BCB-FAF1-6E06-4A4E5DA797F2}"/>
                    </a:ext>
                  </a:extLst>
                </p14:cNvPr>
                <p14:cNvContentPartPr/>
                <p14:nvPr/>
              </p14:nvContentPartPr>
              <p14:xfrm>
                <a:off x="2833995" y="3390690"/>
                <a:ext cx="196560" cy="304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F9C1309-1BCB-FAF1-6E06-4A4E5DA797F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24995" y="3381690"/>
                  <a:ext cx="2142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B05EC0C-8BB8-475F-B54A-F0C4D4A916C4}"/>
                    </a:ext>
                  </a:extLst>
                </p14:cNvPr>
                <p14:cNvContentPartPr/>
                <p14:nvPr/>
              </p14:nvContentPartPr>
              <p14:xfrm>
                <a:off x="3112995" y="3446490"/>
                <a:ext cx="42840" cy="209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B05EC0C-8BB8-475F-B54A-F0C4D4A916C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03995" y="3437490"/>
                  <a:ext cx="604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22BD970-5F72-FDC4-64DB-16F69E056131}"/>
                    </a:ext>
                  </a:extLst>
                </p14:cNvPr>
                <p14:cNvContentPartPr/>
                <p14:nvPr/>
              </p14:nvContentPartPr>
              <p14:xfrm>
                <a:off x="3140715" y="3156690"/>
                <a:ext cx="182160" cy="577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22BD970-5F72-FDC4-64DB-16F69E05613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31715" y="3148050"/>
                  <a:ext cx="1998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D3C87EC-0997-5983-37FA-3C9284C23B9C}"/>
                    </a:ext>
                  </a:extLst>
                </p14:cNvPr>
                <p14:cNvContentPartPr/>
                <p14:nvPr/>
              </p14:nvContentPartPr>
              <p14:xfrm>
                <a:off x="3455715" y="3366210"/>
                <a:ext cx="208440" cy="316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D3C87EC-0997-5983-37FA-3C9284C23B9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47075" y="3357210"/>
                  <a:ext cx="2260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63B1E6D-30BC-6339-2520-4B9A8551997C}"/>
                    </a:ext>
                  </a:extLst>
                </p14:cNvPr>
                <p14:cNvContentPartPr/>
                <p14:nvPr/>
              </p14:nvContentPartPr>
              <p14:xfrm>
                <a:off x="3700155" y="3385650"/>
                <a:ext cx="219240" cy="299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63B1E6D-30BC-6339-2520-4B9A8551997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91155" y="3377010"/>
                  <a:ext cx="236880" cy="3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0120A46-E2D8-93D1-BE8B-A9EBF46FD9FD}"/>
              </a:ext>
            </a:extLst>
          </p:cNvPr>
          <p:cNvGrpSpPr/>
          <p:nvPr/>
        </p:nvGrpSpPr>
        <p:grpSpPr>
          <a:xfrm>
            <a:off x="4459035" y="3166770"/>
            <a:ext cx="1131480" cy="485640"/>
            <a:chOff x="4459035" y="3166770"/>
            <a:chExt cx="1131480" cy="4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3CA88B9-B078-BC20-AC0A-8AEC1E3FAF53}"/>
                    </a:ext>
                  </a:extLst>
                </p14:cNvPr>
                <p14:cNvContentPartPr/>
                <p14:nvPr/>
              </p14:nvContentPartPr>
              <p14:xfrm>
                <a:off x="4499715" y="3184410"/>
                <a:ext cx="50040" cy="413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3CA88B9-B078-BC20-AC0A-8AEC1E3FAF5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90715" y="3175770"/>
                  <a:ext cx="6768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94011F8-33D5-AAA2-9FE4-F5087127F39F}"/>
                    </a:ext>
                  </a:extLst>
                </p14:cNvPr>
                <p14:cNvContentPartPr/>
                <p14:nvPr/>
              </p14:nvContentPartPr>
              <p14:xfrm>
                <a:off x="4459035" y="3166770"/>
                <a:ext cx="250920" cy="419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94011F8-33D5-AAA2-9FE4-F5087127F39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50395" y="3158130"/>
                  <a:ext cx="2685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6E073AD-65BD-F266-C0F5-DA8129B844D8}"/>
                    </a:ext>
                  </a:extLst>
                </p14:cNvPr>
                <p14:cNvContentPartPr/>
                <p14:nvPr/>
              </p14:nvContentPartPr>
              <p14:xfrm>
                <a:off x="4784115" y="3369450"/>
                <a:ext cx="27000" cy="248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6E073AD-65BD-F266-C0F5-DA8129B844D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75115" y="3360810"/>
                  <a:ext cx="446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92C0D84-B800-CD66-0E90-74F96A8CC284}"/>
                    </a:ext>
                  </a:extLst>
                </p14:cNvPr>
                <p14:cNvContentPartPr/>
                <p14:nvPr/>
              </p14:nvContentPartPr>
              <p14:xfrm>
                <a:off x="4802115" y="3254970"/>
                <a:ext cx="360" cy="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92C0D84-B800-CD66-0E90-74F96A8CC28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93115" y="32459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7B598A0-AB85-FCF2-4823-2213C43ACF98}"/>
                    </a:ext>
                  </a:extLst>
                </p14:cNvPr>
                <p14:cNvContentPartPr/>
                <p14:nvPr/>
              </p14:nvContentPartPr>
              <p14:xfrm>
                <a:off x="4928475" y="3366210"/>
                <a:ext cx="173520" cy="262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7B598A0-AB85-FCF2-4823-2213C43ACF9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19475" y="3357210"/>
                  <a:ext cx="1911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5319420-7B06-F991-B38F-AB8D90C74DBC}"/>
                    </a:ext>
                  </a:extLst>
                </p14:cNvPr>
                <p14:cNvContentPartPr/>
                <p14:nvPr/>
              </p14:nvContentPartPr>
              <p14:xfrm>
                <a:off x="5183355" y="3351090"/>
                <a:ext cx="226440" cy="300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5319420-7B06-F991-B38F-AB8D90C74DB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174715" y="3342450"/>
                  <a:ext cx="2440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8DF6FB6-1ADD-A9F0-2AFC-DD6C68558C81}"/>
                    </a:ext>
                  </a:extLst>
                </p14:cNvPr>
                <p14:cNvContentPartPr/>
                <p14:nvPr/>
              </p14:nvContentPartPr>
              <p14:xfrm>
                <a:off x="5431395" y="3381330"/>
                <a:ext cx="159120" cy="271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8DF6FB6-1ADD-A9F0-2AFC-DD6C68558C8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22395" y="3372690"/>
                  <a:ext cx="176760" cy="28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3AB6010-02CE-6B2F-B7B6-E95CAF30EF82}"/>
                  </a:ext>
                </a:extLst>
              </p14:cNvPr>
              <p14:cNvContentPartPr/>
              <p14:nvPr/>
            </p14:nvContentPartPr>
            <p14:xfrm>
              <a:off x="6016035" y="3139050"/>
              <a:ext cx="89280" cy="4766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3AB6010-02CE-6B2F-B7B6-E95CAF30EF8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007035" y="3130050"/>
                <a:ext cx="10692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E594EAA-D12D-49EF-FF9C-BD65CD481A79}"/>
                  </a:ext>
                </a:extLst>
              </p14:cNvPr>
              <p14:cNvContentPartPr/>
              <p14:nvPr/>
            </p14:nvContentPartPr>
            <p14:xfrm>
              <a:off x="5978595" y="3353250"/>
              <a:ext cx="352440" cy="2581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E594EAA-D12D-49EF-FF9C-BD65CD481A7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969955" y="3344610"/>
                <a:ext cx="37008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9661160-E22E-D2CD-1061-0CED587C3217}"/>
                  </a:ext>
                </a:extLst>
              </p14:cNvPr>
              <p14:cNvContentPartPr/>
              <p14:nvPr/>
            </p14:nvContentPartPr>
            <p14:xfrm>
              <a:off x="6661875" y="3234810"/>
              <a:ext cx="255600" cy="4683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9661160-E22E-D2CD-1061-0CED587C321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653235" y="3225810"/>
                <a:ext cx="27324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D57F226-61C8-50F3-0CA8-B0DAFF179862}"/>
                  </a:ext>
                </a:extLst>
              </p14:cNvPr>
              <p14:cNvContentPartPr/>
              <p14:nvPr/>
            </p14:nvContentPartPr>
            <p14:xfrm>
              <a:off x="6804075" y="3440010"/>
              <a:ext cx="135000" cy="176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D57F226-61C8-50F3-0CA8-B0DAFF17986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795075" y="3431010"/>
                <a:ext cx="1526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83E016E-A5E6-D775-D7A1-2E4014EE371E}"/>
                  </a:ext>
                </a:extLst>
              </p14:cNvPr>
              <p14:cNvContentPartPr/>
              <p14:nvPr/>
            </p14:nvContentPartPr>
            <p14:xfrm>
              <a:off x="7182795" y="3450810"/>
              <a:ext cx="127800" cy="25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83E016E-A5E6-D775-D7A1-2E4014EE371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174155" y="3441810"/>
                <a:ext cx="1454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B6DCBC9-9EEE-3A28-567B-038E17C46E17}"/>
                  </a:ext>
                </a:extLst>
              </p14:cNvPr>
              <p14:cNvContentPartPr/>
              <p14:nvPr/>
            </p14:nvContentPartPr>
            <p14:xfrm>
              <a:off x="7502835" y="3304650"/>
              <a:ext cx="88200" cy="3438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B6DCBC9-9EEE-3A28-567B-038E17C46E1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493835" y="3295650"/>
                <a:ext cx="10584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04C44A7D-DE01-70D9-A3B7-85017B430DF6}"/>
                  </a:ext>
                </a:extLst>
              </p14:cNvPr>
              <p14:cNvContentPartPr/>
              <p14:nvPr/>
            </p14:nvContentPartPr>
            <p14:xfrm>
              <a:off x="7677435" y="3366210"/>
              <a:ext cx="202320" cy="2739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04C44A7D-DE01-70D9-A3B7-85017B430DF6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668435" y="3357570"/>
                <a:ext cx="21996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E2429F7-1196-7191-E258-46EF1A5B136E}"/>
                  </a:ext>
                </a:extLst>
              </p14:cNvPr>
              <p14:cNvContentPartPr/>
              <p14:nvPr/>
            </p14:nvContentPartPr>
            <p14:xfrm>
              <a:off x="7849515" y="3369090"/>
              <a:ext cx="209880" cy="4744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E2429F7-1196-7191-E258-46EF1A5B136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840515" y="3360090"/>
                <a:ext cx="22752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EBA1F0AA-E3DD-20ED-28F9-FE9F6062E013}"/>
                  </a:ext>
                </a:extLst>
              </p14:cNvPr>
              <p14:cNvContentPartPr/>
              <p14:nvPr/>
            </p14:nvContentPartPr>
            <p14:xfrm>
              <a:off x="8137515" y="3386730"/>
              <a:ext cx="299520" cy="3315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EBA1F0AA-E3DD-20ED-28F9-FE9F6062E01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128875" y="3378090"/>
                <a:ext cx="3171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70A5C97-AE60-F44A-7D6D-53998E04FC1F}"/>
                  </a:ext>
                </a:extLst>
              </p14:cNvPr>
              <p14:cNvContentPartPr/>
              <p14:nvPr/>
            </p14:nvContentPartPr>
            <p14:xfrm>
              <a:off x="8524515" y="3354330"/>
              <a:ext cx="219240" cy="3214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70A5C97-AE60-F44A-7D6D-53998E04FC1F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515515" y="3345330"/>
                <a:ext cx="236880" cy="33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812F15B-4120-EF50-9DED-9542E400E0D5}"/>
              </a:ext>
            </a:extLst>
          </p:cNvPr>
          <p:cNvGrpSpPr/>
          <p:nvPr/>
        </p:nvGrpSpPr>
        <p:grpSpPr>
          <a:xfrm>
            <a:off x="8754195" y="3133650"/>
            <a:ext cx="486360" cy="484560"/>
            <a:chOff x="8754195" y="3133650"/>
            <a:chExt cx="486360" cy="48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B63E596-2D4E-7842-25C0-ABCEB02F9F75}"/>
                    </a:ext>
                  </a:extLst>
                </p14:cNvPr>
                <p14:cNvContentPartPr/>
                <p14:nvPr/>
              </p14:nvContentPartPr>
              <p14:xfrm>
                <a:off x="8754195" y="3337050"/>
                <a:ext cx="191520" cy="281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B63E596-2D4E-7842-25C0-ABCEB02F9F7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45195" y="3328410"/>
                  <a:ext cx="2091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06C14BF-EFE9-8BF9-6463-0E0F3AFF74D5}"/>
                    </a:ext>
                  </a:extLst>
                </p14:cNvPr>
                <p14:cNvContentPartPr/>
                <p14:nvPr/>
              </p14:nvContentPartPr>
              <p14:xfrm>
                <a:off x="9043995" y="3133650"/>
                <a:ext cx="150840" cy="348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06C14BF-EFE9-8BF9-6463-0E0F3AFF74D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35355" y="3124650"/>
                  <a:ext cx="1684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14776A1-A249-E9A0-F29A-A6053F8BB248}"/>
                    </a:ext>
                  </a:extLst>
                </p14:cNvPr>
                <p14:cNvContentPartPr/>
                <p14:nvPr/>
              </p14:nvContentPartPr>
              <p14:xfrm>
                <a:off x="8964795" y="3180090"/>
                <a:ext cx="275760" cy="71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14776A1-A249-E9A0-F29A-A6053F8BB24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55795" y="3171450"/>
                  <a:ext cx="29340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63CC9FB6-CBFD-0ABB-2AEE-E52DB0EACB90}"/>
                  </a:ext>
                </a:extLst>
              </p14:cNvPr>
              <p14:cNvContentPartPr/>
              <p14:nvPr/>
            </p14:nvContentPartPr>
            <p14:xfrm>
              <a:off x="2080515" y="3906570"/>
              <a:ext cx="7228800" cy="957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63CC9FB6-CBFD-0ABB-2AEE-E52DB0EACB9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071875" y="3897930"/>
                <a:ext cx="724644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9D0D489-30D4-D862-2A52-057CA0156A8B}"/>
              </a:ext>
            </a:extLst>
          </p:cNvPr>
          <p:cNvGrpSpPr/>
          <p:nvPr/>
        </p:nvGrpSpPr>
        <p:grpSpPr>
          <a:xfrm>
            <a:off x="1630875" y="5053170"/>
            <a:ext cx="1185840" cy="499320"/>
            <a:chOff x="1630875" y="5053170"/>
            <a:chExt cx="118584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842518-35AD-3F9D-F0F8-8E1FE3F791E3}"/>
                    </a:ext>
                  </a:extLst>
                </p14:cNvPr>
                <p14:cNvContentPartPr/>
                <p14:nvPr/>
              </p14:nvContentPartPr>
              <p14:xfrm>
                <a:off x="1630875" y="5053170"/>
                <a:ext cx="164520" cy="459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842518-35AD-3F9D-F0F8-8E1FE3F791E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621875" y="5044530"/>
                  <a:ext cx="1821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C26A7B2-CB0F-1499-F04A-5F50F0F0E598}"/>
                    </a:ext>
                  </a:extLst>
                </p14:cNvPr>
                <p14:cNvContentPartPr/>
                <p14:nvPr/>
              </p14:nvContentPartPr>
              <p14:xfrm>
                <a:off x="1707555" y="5230650"/>
                <a:ext cx="129240" cy="57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C26A7B2-CB0F-1499-F04A-5F50F0F0E59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98915" y="5222010"/>
                  <a:ext cx="146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A8781A8-2C17-7818-3F9A-495BB69D5CB1}"/>
                    </a:ext>
                  </a:extLst>
                </p14:cNvPr>
                <p14:cNvContentPartPr/>
                <p14:nvPr/>
              </p14:nvContentPartPr>
              <p14:xfrm>
                <a:off x="1949475" y="5067210"/>
                <a:ext cx="204120" cy="2671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A8781A8-2C17-7818-3F9A-495BB69D5CB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40835" y="5058570"/>
                  <a:ext cx="2217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A48DC78-376D-8A89-2B6B-8DE22F4059A9}"/>
                    </a:ext>
                  </a:extLst>
                </p14:cNvPr>
                <p14:cNvContentPartPr/>
                <p14:nvPr/>
              </p14:nvContentPartPr>
              <p14:xfrm>
                <a:off x="2080515" y="5107530"/>
                <a:ext cx="28440" cy="444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A48DC78-376D-8A89-2B6B-8DE22F4059A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71875" y="5098530"/>
                  <a:ext cx="460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46A1D96-E10B-AE58-BC6E-8BF3F7C6D775}"/>
                    </a:ext>
                  </a:extLst>
                </p14:cNvPr>
                <p14:cNvContentPartPr/>
                <p14:nvPr/>
              </p14:nvContentPartPr>
              <p14:xfrm>
                <a:off x="2205795" y="5128410"/>
                <a:ext cx="232560" cy="385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46A1D96-E10B-AE58-BC6E-8BF3F7C6D77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96795" y="5119410"/>
                  <a:ext cx="2502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8A0AEA9-5A7A-DB22-B54F-76FCA7F7B698}"/>
                    </a:ext>
                  </a:extLst>
                </p14:cNvPr>
                <p14:cNvContentPartPr/>
                <p14:nvPr/>
              </p14:nvContentPartPr>
              <p14:xfrm>
                <a:off x="2629155" y="5138490"/>
                <a:ext cx="187560" cy="380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8A0AEA9-5A7A-DB22-B54F-76FCA7F7B69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20155" y="5129490"/>
                  <a:ext cx="205200" cy="39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21FE6DE-B31E-4683-4378-1621E8ACEF9A}"/>
              </a:ext>
            </a:extLst>
          </p:cNvPr>
          <p:cNvGrpSpPr/>
          <p:nvPr/>
        </p:nvGrpSpPr>
        <p:grpSpPr>
          <a:xfrm>
            <a:off x="1529715" y="4229130"/>
            <a:ext cx="1103760" cy="501120"/>
            <a:chOff x="1529715" y="4229130"/>
            <a:chExt cx="110376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4C4770F-F3CC-DC62-A686-AF015B7A9B8E}"/>
                    </a:ext>
                  </a:extLst>
                </p14:cNvPr>
                <p14:cNvContentPartPr/>
                <p14:nvPr/>
              </p14:nvContentPartPr>
              <p14:xfrm>
                <a:off x="1529715" y="4241010"/>
                <a:ext cx="166320" cy="456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4C4770F-F3CC-DC62-A686-AF015B7A9B8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20715" y="4232370"/>
                  <a:ext cx="18396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6D027F4-12FE-2AB5-73DE-0C617C485A46}"/>
                    </a:ext>
                  </a:extLst>
                </p14:cNvPr>
                <p14:cNvContentPartPr/>
                <p14:nvPr/>
              </p14:nvContentPartPr>
              <p14:xfrm>
                <a:off x="1765515" y="4237770"/>
                <a:ext cx="260280" cy="290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6D027F4-12FE-2AB5-73DE-0C617C485A4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756875" y="4229130"/>
                  <a:ext cx="2779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1279A8E-AAA2-46D2-29AC-52F087DBD3B6}"/>
                    </a:ext>
                  </a:extLst>
                </p14:cNvPr>
                <p14:cNvContentPartPr/>
                <p14:nvPr/>
              </p14:nvContentPartPr>
              <p14:xfrm>
                <a:off x="1918155" y="4229130"/>
                <a:ext cx="24480" cy="501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1279A8E-AAA2-46D2-29AC-52F087DBD3B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09515" y="4220490"/>
                  <a:ext cx="4212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66D50F-61BF-7807-DFDE-F9EA71DE6A21}"/>
                    </a:ext>
                  </a:extLst>
                </p14:cNvPr>
                <p14:cNvContentPartPr/>
                <p14:nvPr/>
              </p14:nvContentPartPr>
              <p14:xfrm>
                <a:off x="2085195" y="4320930"/>
                <a:ext cx="252000" cy="262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66D50F-61BF-7807-DFDE-F9EA71DE6A2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76555" y="4312290"/>
                  <a:ext cx="2696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A603A57-8A2D-A06F-D88D-06E9249DCCA4}"/>
                    </a:ext>
                  </a:extLst>
                </p14:cNvPr>
                <p14:cNvContentPartPr/>
                <p14:nvPr/>
              </p14:nvContentPartPr>
              <p14:xfrm>
                <a:off x="2249355" y="4287810"/>
                <a:ext cx="12600" cy="430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A603A57-8A2D-A06F-D88D-06E9249DCCA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40355" y="4278810"/>
                  <a:ext cx="3024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AF032AA-EDB3-F40D-D00A-4806B5CC00A9}"/>
                    </a:ext>
                  </a:extLst>
                </p14:cNvPr>
                <p14:cNvContentPartPr/>
                <p14:nvPr/>
              </p14:nvContentPartPr>
              <p14:xfrm>
                <a:off x="2403075" y="4346130"/>
                <a:ext cx="163080" cy="3805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AF032AA-EDB3-F40D-D00A-4806B5CC00A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94435" y="4337490"/>
                  <a:ext cx="1807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FFD0A30-0BA1-97DF-78A6-79E41BD3DF86}"/>
                    </a:ext>
                  </a:extLst>
                </p14:cNvPr>
                <p14:cNvContentPartPr/>
                <p14:nvPr/>
              </p14:nvContentPartPr>
              <p14:xfrm>
                <a:off x="2489835" y="4497690"/>
                <a:ext cx="143640" cy="24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FFD0A30-0BA1-97DF-78A6-79E41BD3DF8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80835" y="4489050"/>
                  <a:ext cx="161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3255129-292D-8E26-7114-6C9B1CF61231}"/>
                    </a:ext>
                  </a:extLst>
                </p14:cNvPr>
                <p14:cNvContentPartPr/>
                <p14:nvPr/>
              </p14:nvContentPartPr>
              <p14:xfrm>
                <a:off x="1629435" y="4387170"/>
                <a:ext cx="145800" cy="20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3255129-292D-8E26-7114-6C9B1CF6123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620795" y="4378530"/>
                  <a:ext cx="16344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6C129CE-79DD-28B2-6012-E0A5CF8AAE06}"/>
                  </a:ext>
                </a:extLst>
              </p14:cNvPr>
              <p14:cNvContentPartPr/>
              <p14:nvPr/>
            </p14:nvContentPartPr>
            <p14:xfrm>
              <a:off x="639435" y="3744210"/>
              <a:ext cx="483840" cy="2851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6C129CE-79DD-28B2-6012-E0A5CF8AAE0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30435" y="3735210"/>
                <a:ext cx="50148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184AE9A-16FA-1D46-24A5-27D7AF490532}"/>
              </a:ext>
            </a:extLst>
          </p:cNvPr>
          <p:cNvGrpSpPr/>
          <p:nvPr/>
        </p:nvGrpSpPr>
        <p:grpSpPr>
          <a:xfrm>
            <a:off x="2791875" y="4362330"/>
            <a:ext cx="1127520" cy="333000"/>
            <a:chOff x="2791875" y="4362330"/>
            <a:chExt cx="112752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868DD0C-0EEC-AD59-C7D2-B109C3F69E50}"/>
                    </a:ext>
                  </a:extLst>
                </p14:cNvPr>
                <p14:cNvContentPartPr/>
                <p14:nvPr/>
              </p14:nvContentPartPr>
              <p14:xfrm>
                <a:off x="2930115" y="4362330"/>
                <a:ext cx="989280" cy="231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868DD0C-0EEC-AD59-C7D2-B109C3F69E5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21115" y="4353330"/>
                  <a:ext cx="10069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7D89818-FD4B-689B-F3C5-E5E94AD74974}"/>
                    </a:ext>
                  </a:extLst>
                </p14:cNvPr>
                <p14:cNvContentPartPr/>
                <p14:nvPr/>
              </p14:nvContentPartPr>
              <p14:xfrm>
                <a:off x="2791875" y="4404810"/>
                <a:ext cx="216720" cy="290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7D89818-FD4B-689B-F3C5-E5E94AD7497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783235" y="4396170"/>
                  <a:ext cx="23436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1C72E9A-75E6-8A77-7D34-0D9B7575DB01}"/>
              </a:ext>
            </a:extLst>
          </p:cNvPr>
          <p:cNvGrpSpPr/>
          <p:nvPr/>
        </p:nvGrpSpPr>
        <p:grpSpPr>
          <a:xfrm>
            <a:off x="4408635" y="4256850"/>
            <a:ext cx="2168280" cy="553680"/>
            <a:chOff x="4408635" y="4256850"/>
            <a:chExt cx="2168280" cy="55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6251151-AD44-9149-CCBA-3D6AE527E50C}"/>
                    </a:ext>
                  </a:extLst>
                </p14:cNvPr>
                <p14:cNvContentPartPr/>
                <p14:nvPr/>
              </p14:nvContentPartPr>
              <p14:xfrm>
                <a:off x="4408635" y="4256850"/>
                <a:ext cx="138600" cy="434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6251151-AD44-9149-CCBA-3D6AE527E50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399635" y="4247850"/>
                  <a:ext cx="15624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51B36F4-D6F5-BE3C-DD7E-04DFD4F881B3}"/>
                    </a:ext>
                  </a:extLst>
                </p14:cNvPr>
                <p14:cNvContentPartPr/>
                <p14:nvPr/>
              </p14:nvContentPartPr>
              <p14:xfrm>
                <a:off x="4457955" y="4430730"/>
                <a:ext cx="147240" cy="24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51B36F4-D6F5-BE3C-DD7E-04DFD4F881B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448955" y="4421730"/>
                  <a:ext cx="164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5BC27A2-783B-F4DA-E278-B7F12FECF923}"/>
                    </a:ext>
                  </a:extLst>
                </p14:cNvPr>
                <p14:cNvContentPartPr/>
                <p14:nvPr/>
              </p14:nvContentPartPr>
              <p14:xfrm>
                <a:off x="4780515" y="4457730"/>
                <a:ext cx="147240" cy="36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5BC27A2-783B-F4DA-E278-B7F12FECF92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71515" y="4448730"/>
                  <a:ext cx="1648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9780BA0-C01F-2CD0-3351-DB14688C5517}"/>
                    </a:ext>
                  </a:extLst>
                </p14:cNvPr>
                <p14:cNvContentPartPr/>
                <p14:nvPr/>
              </p14:nvContentPartPr>
              <p14:xfrm>
                <a:off x="4971675" y="4369170"/>
                <a:ext cx="101520" cy="225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9780BA0-C01F-2CD0-3351-DB14688C551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963035" y="4360530"/>
                  <a:ext cx="119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82FCB45-6C97-1898-B68D-6BB435716BEA}"/>
                    </a:ext>
                  </a:extLst>
                </p14:cNvPr>
                <p14:cNvContentPartPr/>
                <p14:nvPr/>
              </p14:nvContentPartPr>
              <p14:xfrm>
                <a:off x="5186235" y="4335690"/>
                <a:ext cx="175320" cy="268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82FCB45-6C97-1898-B68D-6BB435716BE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177595" y="4326690"/>
                  <a:ext cx="1929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0602753-B679-E23B-B377-13A88E54E0AA}"/>
                    </a:ext>
                  </a:extLst>
                </p14:cNvPr>
                <p14:cNvContentPartPr/>
                <p14:nvPr/>
              </p14:nvContentPartPr>
              <p14:xfrm>
                <a:off x="5357955" y="4324530"/>
                <a:ext cx="138600" cy="486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0602753-B679-E23B-B377-13A88E54E0A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48955" y="4315530"/>
                  <a:ext cx="1562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20123CF-DE93-17C2-6FC4-A55094A63C45}"/>
                    </a:ext>
                  </a:extLst>
                </p14:cNvPr>
                <p14:cNvContentPartPr/>
                <p14:nvPr/>
              </p14:nvContentPartPr>
              <p14:xfrm>
                <a:off x="5635875" y="4374210"/>
                <a:ext cx="252720" cy="293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20123CF-DE93-17C2-6FC4-A55094A63C4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27235" y="4365570"/>
                  <a:ext cx="2703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A66C11A-F75F-9E98-7BB2-1F65152DFC07}"/>
                    </a:ext>
                  </a:extLst>
                </p14:cNvPr>
                <p14:cNvContentPartPr/>
                <p14:nvPr/>
              </p14:nvContentPartPr>
              <p14:xfrm>
                <a:off x="5974995" y="4424250"/>
                <a:ext cx="204840" cy="218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A66C11A-F75F-9E98-7BB2-1F65152DFC0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66355" y="4415610"/>
                  <a:ext cx="222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F17EBD5-4EBD-EB97-A76F-852254E22C1B}"/>
                    </a:ext>
                  </a:extLst>
                </p14:cNvPr>
                <p14:cNvContentPartPr/>
                <p14:nvPr/>
              </p14:nvContentPartPr>
              <p14:xfrm>
                <a:off x="6161115" y="4432890"/>
                <a:ext cx="147600" cy="236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F17EBD5-4EBD-EB97-A76F-852254E22C1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152475" y="4423890"/>
                  <a:ext cx="165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7D42B6B-29CF-EAC2-3290-2667158D774E}"/>
                    </a:ext>
                  </a:extLst>
                </p14:cNvPr>
                <p14:cNvContentPartPr/>
                <p14:nvPr/>
              </p14:nvContentPartPr>
              <p14:xfrm>
                <a:off x="6451275" y="4275930"/>
                <a:ext cx="77400" cy="375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7D42B6B-29CF-EAC2-3290-2667158D774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42635" y="4266930"/>
                  <a:ext cx="950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D05346F-B7AC-054C-0150-2B6D0092BC97}"/>
                    </a:ext>
                  </a:extLst>
                </p14:cNvPr>
                <p14:cNvContentPartPr/>
                <p14:nvPr/>
              </p14:nvContentPartPr>
              <p14:xfrm>
                <a:off x="6391155" y="4423170"/>
                <a:ext cx="185760" cy="15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D05346F-B7AC-054C-0150-2B6D0092BC9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82515" y="4414170"/>
                  <a:ext cx="2034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D6DB4FB-C0B3-FB0D-6A24-06148784CC50}"/>
              </a:ext>
            </a:extLst>
          </p:cNvPr>
          <p:cNvGrpSpPr/>
          <p:nvPr/>
        </p:nvGrpSpPr>
        <p:grpSpPr>
          <a:xfrm>
            <a:off x="6968595" y="4354770"/>
            <a:ext cx="1718640" cy="344520"/>
            <a:chOff x="6968595" y="4354770"/>
            <a:chExt cx="171864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FE404DD-D0BF-C612-63C7-9D95A25BE8B4}"/>
                    </a:ext>
                  </a:extLst>
                </p14:cNvPr>
                <p14:cNvContentPartPr/>
                <p14:nvPr/>
              </p14:nvContentPartPr>
              <p14:xfrm>
                <a:off x="6968595" y="4354770"/>
                <a:ext cx="402120" cy="314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FE404DD-D0BF-C612-63C7-9D95A25BE8B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959595" y="4346130"/>
                  <a:ext cx="4197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06601A1-7068-29E6-F562-F6B883798A9C}"/>
                    </a:ext>
                  </a:extLst>
                </p14:cNvPr>
                <p14:cNvContentPartPr/>
                <p14:nvPr/>
              </p14:nvContentPartPr>
              <p14:xfrm>
                <a:off x="7484475" y="4404090"/>
                <a:ext cx="265680" cy="284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06601A1-7068-29E6-F562-F6B883798A9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75475" y="4395090"/>
                  <a:ext cx="2833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92EE4F6-2AC2-3104-52C0-8653CAB2DA04}"/>
                    </a:ext>
                  </a:extLst>
                </p14:cNvPr>
                <p14:cNvContentPartPr/>
                <p14:nvPr/>
              </p14:nvContentPartPr>
              <p14:xfrm>
                <a:off x="7819275" y="4408770"/>
                <a:ext cx="294480" cy="290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92EE4F6-2AC2-3104-52C0-8653CAB2DA0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810635" y="4399770"/>
                  <a:ext cx="3121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92D9EEC-9B49-D012-81C9-1A9B60716457}"/>
                    </a:ext>
                  </a:extLst>
                </p14:cNvPr>
                <p14:cNvContentPartPr/>
                <p14:nvPr/>
              </p14:nvContentPartPr>
              <p14:xfrm>
                <a:off x="8181075" y="4424250"/>
                <a:ext cx="175320" cy="259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92D9EEC-9B49-D012-81C9-1A9B6071645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72075" y="4415250"/>
                  <a:ext cx="192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C91E028-5B5B-4E88-FF35-BDC90BC340C3}"/>
                    </a:ext>
                  </a:extLst>
                </p14:cNvPr>
                <p14:cNvContentPartPr/>
                <p14:nvPr/>
              </p14:nvContentPartPr>
              <p14:xfrm>
                <a:off x="8445315" y="4394010"/>
                <a:ext cx="241920" cy="261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C91E028-5B5B-4E88-FF35-BDC90BC340C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436315" y="4385370"/>
                  <a:ext cx="25956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A9B8648-E1FD-EE8E-A635-5C181F17402D}"/>
              </a:ext>
            </a:extLst>
          </p:cNvPr>
          <p:cNvGrpSpPr/>
          <p:nvPr/>
        </p:nvGrpSpPr>
        <p:grpSpPr>
          <a:xfrm>
            <a:off x="9041835" y="4120050"/>
            <a:ext cx="1279080" cy="540360"/>
            <a:chOff x="9041835" y="4120050"/>
            <a:chExt cx="1279080" cy="54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3DF0E0D-2E4E-6873-4C54-C398B704F171}"/>
                    </a:ext>
                  </a:extLst>
                </p14:cNvPr>
                <p14:cNvContentPartPr/>
                <p14:nvPr/>
              </p14:nvContentPartPr>
              <p14:xfrm>
                <a:off x="9041835" y="4235610"/>
                <a:ext cx="153000" cy="317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3DF0E0D-2E4E-6873-4C54-C398B704F17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32835" y="4226970"/>
                  <a:ext cx="1706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73BA238-7B7B-224A-F4CA-FCD8DBF631F1}"/>
                    </a:ext>
                  </a:extLst>
                </p14:cNvPr>
                <p14:cNvContentPartPr/>
                <p14:nvPr/>
              </p14:nvContentPartPr>
              <p14:xfrm>
                <a:off x="9121035" y="4239210"/>
                <a:ext cx="174960" cy="421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73BA238-7B7B-224A-F4CA-FCD8DBF631F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112395" y="4230570"/>
                  <a:ext cx="1926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2DFBC9A-89C8-98E5-8CBE-F9C3D6558A86}"/>
                    </a:ext>
                  </a:extLst>
                </p14:cNvPr>
                <p14:cNvContentPartPr/>
                <p14:nvPr/>
              </p14:nvContentPartPr>
              <p14:xfrm>
                <a:off x="9088635" y="4429650"/>
                <a:ext cx="184320" cy="40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2DFBC9A-89C8-98E5-8CBE-F9C3D6558A8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079635" y="4420650"/>
                  <a:ext cx="2019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217F033-6DFD-4C04-9DC4-AD88A14D52F3}"/>
                    </a:ext>
                  </a:extLst>
                </p14:cNvPr>
                <p14:cNvContentPartPr/>
                <p14:nvPr/>
              </p14:nvContentPartPr>
              <p14:xfrm>
                <a:off x="9394275" y="4383930"/>
                <a:ext cx="183600" cy="270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217F033-6DFD-4C04-9DC4-AD88A14D52F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385275" y="4375290"/>
                  <a:ext cx="2012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5FAF935-16CA-CF33-66D2-5E3E3FE11587}"/>
                    </a:ext>
                  </a:extLst>
                </p14:cNvPr>
                <p14:cNvContentPartPr/>
                <p14:nvPr/>
              </p14:nvContentPartPr>
              <p14:xfrm>
                <a:off x="9651675" y="4390770"/>
                <a:ext cx="166680" cy="259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5FAF935-16CA-CF33-66D2-5E3E3FE1158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642675" y="4381770"/>
                  <a:ext cx="1843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06DDA7B-3059-CA24-EC9C-8DB548C75D15}"/>
                    </a:ext>
                  </a:extLst>
                </p14:cNvPr>
                <p14:cNvContentPartPr/>
                <p14:nvPr/>
              </p14:nvContentPartPr>
              <p14:xfrm>
                <a:off x="9833115" y="4120050"/>
                <a:ext cx="194040" cy="531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06DDA7B-3059-CA24-EC9C-8DB548C75D1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824475" y="4111050"/>
                  <a:ext cx="2116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704165C-757D-E508-7679-66F583F4ED93}"/>
                    </a:ext>
                  </a:extLst>
                </p14:cNvPr>
                <p14:cNvContentPartPr/>
                <p14:nvPr/>
              </p14:nvContentPartPr>
              <p14:xfrm>
                <a:off x="10112475" y="4348290"/>
                <a:ext cx="208440" cy="261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704165C-757D-E508-7679-66F583F4ED9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103475" y="4339290"/>
                  <a:ext cx="22608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E796D55-7DF4-D66C-A775-4B8C03497A28}"/>
              </a:ext>
            </a:extLst>
          </p:cNvPr>
          <p:cNvGrpSpPr/>
          <p:nvPr/>
        </p:nvGrpSpPr>
        <p:grpSpPr>
          <a:xfrm>
            <a:off x="3026955" y="5217690"/>
            <a:ext cx="891720" cy="267840"/>
            <a:chOff x="3026955" y="5217690"/>
            <a:chExt cx="89172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E6178D1-CE66-C45E-C16E-F7AB0A53E6B0}"/>
                    </a:ext>
                  </a:extLst>
                </p14:cNvPr>
                <p14:cNvContentPartPr/>
                <p14:nvPr/>
              </p14:nvContentPartPr>
              <p14:xfrm>
                <a:off x="3055035" y="5217690"/>
                <a:ext cx="863640" cy="264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E6178D1-CE66-C45E-C16E-F7AB0A53E6B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046395" y="5209050"/>
                  <a:ext cx="8812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713EFBA-8EEE-99BC-78E8-2E08C937ECA3}"/>
                    </a:ext>
                  </a:extLst>
                </p14:cNvPr>
                <p14:cNvContentPartPr/>
                <p14:nvPr/>
              </p14:nvContentPartPr>
              <p14:xfrm>
                <a:off x="3026955" y="5270970"/>
                <a:ext cx="132120" cy="2145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713EFBA-8EEE-99BC-78E8-2E08C937ECA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018315" y="5261970"/>
                  <a:ext cx="14976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63FEC1C-4ADF-41BD-DF8E-BB7AF2C336FE}"/>
              </a:ext>
            </a:extLst>
          </p:cNvPr>
          <p:cNvGrpSpPr/>
          <p:nvPr/>
        </p:nvGrpSpPr>
        <p:grpSpPr>
          <a:xfrm>
            <a:off x="4329075" y="5048490"/>
            <a:ext cx="2592000" cy="609480"/>
            <a:chOff x="4329075" y="5048490"/>
            <a:chExt cx="2592000" cy="60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70CE6E6-C262-B597-ACDF-E4B127E00BF0}"/>
                    </a:ext>
                  </a:extLst>
                </p14:cNvPr>
                <p14:cNvContentPartPr/>
                <p14:nvPr/>
              </p14:nvContentPartPr>
              <p14:xfrm>
                <a:off x="4329075" y="5048490"/>
                <a:ext cx="177840" cy="451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70CE6E6-C262-B597-ACDF-E4B127E00BF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320435" y="5039490"/>
                  <a:ext cx="19548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ED69D88-B0E0-8415-3BBF-811DFF65B86F}"/>
                    </a:ext>
                  </a:extLst>
                </p14:cNvPr>
                <p14:cNvContentPartPr/>
                <p14:nvPr/>
              </p14:nvContentPartPr>
              <p14:xfrm>
                <a:off x="4429155" y="5286090"/>
                <a:ext cx="182160" cy="403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ED69D88-B0E0-8415-3BBF-811DFF65B86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420155" y="5277090"/>
                  <a:ext cx="199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7853000-DF31-940B-74E0-F5A1E49E2E06}"/>
                    </a:ext>
                  </a:extLst>
                </p14:cNvPr>
                <p14:cNvContentPartPr/>
                <p14:nvPr/>
              </p14:nvContentPartPr>
              <p14:xfrm>
                <a:off x="4841715" y="5355210"/>
                <a:ext cx="119520" cy="13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7853000-DF31-940B-74E0-F5A1E49E2E0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833075" y="5346570"/>
                  <a:ext cx="137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8821FDB-7246-1954-BD82-3995ECBDD2E5}"/>
                    </a:ext>
                  </a:extLst>
                </p14:cNvPr>
                <p14:cNvContentPartPr/>
                <p14:nvPr/>
              </p14:nvContentPartPr>
              <p14:xfrm>
                <a:off x="5194875" y="5205810"/>
                <a:ext cx="87480" cy="2289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8821FDB-7246-1954-BD82-3995ECBDD2E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186235" y="5197170"/>
                  <a:ext cx="105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7964660-371D-6A65-7C86-9881B5048AFC}"/>
                    </a:ext>
                  </a:extLst>
                </p14:cNvPr>
                <p14:cNvContentPartPr/>
                <p14:nvPr/>
              </p14:nvContentPartPr>
              <p14:xfrm>
                <a:off x="5405835" y="5193930"/>
                <a:ext cx="311760" cy="464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7964660-371D-6A65-7C86-9881B5048AF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97195" y="5185290"/>
                  <a:ext cx="32940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CBCD9E3-D561-C71F-6C07-98D7B55D5C4A}"/>
                    </a:ext>
                  </a:extLst>
                </p14:cNvPr>
                <p14:cNvContentPartPr/>
                <p14:nvPr/>
              </p14:nvContentPartPr>
              <p14:xfrm>
                <a:off x="5786355" y="5188530"/>
                <a:ext cx="258840" cy="2707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CBCD9E3-D561-C71F-6C07-98D7B55D5C4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777355" y="5179530"/>
                  <a:ext cx="2764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9934F88-D3D0-08CE-5EB4-6773CCDACD27}"/>
                    </a:ext>
                  </a:extLst>
                </p14:cNvPr>
                <p14:cNvContentPartPr/>
                <p14:nvPr/>
              </p14:nvContentPartPr>
              <p14:xfrm>
                <a:off x="6149595" y="5182410"/>
                <a:ext cx="198720" cy="2347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9934F88-D3D0-08CE-5EB4-6773CCDACD2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40595" y="5173770"/>
                  <a:ext cx="216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ABA3B93-1C8D-2D47-6A2A-376AB2932538}"/>
                    </a:ext>
                  </a:extLst>
                </p14:cNvPr>
                <p14:cNvContentPartPr/>
                <p14:nvPr/>
              </p14:nvContentPartPr>
              <p14:xfrm>
                <a:off x="6331035" y="5166930"/>
                <a:ext cx="184320" cy="268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ABA3B93-1C8D-2D47-6A2A-376AB293253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322395" y="5157930"/>
                  <a:ext cx="2019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F7029FF-9AD5-AF28-2EDF-EF2F7EFF002D}"/>
                    </a:ext>
                  </a:extLst>
                </p14:cNvPr>
                <p14:cNvContentPartPr/>
                <p14:nvPr/>
              </p14:nvContentPartPr>
              <p14:xfrm>
                <a:off x="6666915" y="5091330"/>
                <a:ext cx="83520" cy="3632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F7029FF-9AD5-AF28-2EDF-EF2F7EFF002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657915" y="5082690"/>
                  <a:ext cx="1011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0381D98-7C35-8424-D61F-9A66381D2E7A}"/>
                    </a:ext>
                  </a:extLst>
                </p14:cNvPr>
                <p14:cNvContentPartPr/>
                <p14:nvPr/>
              </p14:nvContentPartPr>
              <p14:xfrm>
                <a:off x="6651075" y="5183130"/>
                <a:ext cx="270000" cy="58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0381D98-7C35-8424-D61F-9A66381D2E7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642435" y="5174490"/>
                  <a:ext cx="2876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3F78B131-07C6-E9A1-AC17-6DA305D302BB}"/>
              </a:ext>
            </a:extLst>
          </p:cNvPr>
          <p:cNvGrpSpPr/>
          <p:nvPr/>
        </p:nvGrpSpPr>
        <p:grpSpPr>
          <a:xfrm>
            <a:off x="7274955" y="5162610"/>
            <a:ext cx="1629000" cy="365040"/>
            <a:chOff x="7274955" y="5162610"/>
            <a:chExt cx="162900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69F02EC-3705-65D8-79BC-B62C2F89BDC1}"/>
                    </a:ext>
                  </a:extLst>
                </p14:cNvPr>
                <p14:cNvContentPartPr/>
                <p14:nvPr/>
              </p14:nvContentPartPr>
              <p14:xfrm>
                <a:off x="7274955" y="5162610"/>
                <a:ext cx="338040" cy="3448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69F02EC-3705-65D8-79BC-B62C2F89BDC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266315" y="5153610"/>
                  <a:ext cx="3556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03ADABA-C4B0-EBC5-2C92-E30DE821F5FA}"/>
                    </a:ext>
                  </a:extLst>
                </p14:cNvPr>
                <p14:cNvContentPartPr/>
                <p14:nvPr/>
              </p14:nvContentPartPr>
              <p14:xfrm>
                <a:off x="7693635" y="5208330"/>
                <a:ext cx="295920" cy="308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03ADABA-C4B0-EBC5-2C92-E30DE821F5F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684995" y="5199690"/>
                  <a:ext cx="3135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35A8C04-08ED-29EC-4739-DFD5389CA273}"/>
                    </a:ext>
                  </a:extLst>
                </p14:cNvPr>
                <p14:cNvContentPartPr/>
                <p14:nvPr/>
              </p14:nvContentPartPr>
              <p14:xfrm>
                <a:off x="8041755" y="5182410"/>
                <a:ext cx="280800" cy="3168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35A8C04-08ED-29EC-4739-DFD5389CA27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033115" y="5173770"/>
                  <a:ext cx="2984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51047E2-B445-1EFF-6A3A-9D1B35228636}"/>
                    </a:ext>
                  </a:extLst>
                </p14:cNvPr>
                <p14:cNvContentPartPr/>
                <p14:nvPr/>
              </p14:nvContentPartPr>
              <p14:xfrm>
                <a:off x="8424435" y="5201490"/>
                <a:ext cx="154440" cy="326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51047E2-B445-1EFF-6A3A-9D1B3522863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415435" y="5192850"/>
                  <a:ext cx="1720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AE31D98-2B8B-9BA7-C52E-A42B583E6171}"/>
                    </a:ext>
                  </a:extLst>
                </p14:cNvPr>
                <p14:cNvContentPartPr/>
                <p14:nvPr/>
              </p14:nvContentPartPr>
              <p14:xfrm>
                <a:off x="8682915" y="5220210"/>
                <a:ext cx="221040" cy="282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AE31D98-2B8B-9BA7-C52E-A42B583E617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673915" y="5211210"/>
                  <a:ext cx="23868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E58A8925-3D42-0C1D-4578-13E2F6194645}"/>
              </a:ext>
            </a:extLst>
          </p:cNvPr>
          <p:cNvGrpSpPr/>
          <p:nvPr/>
        </p:nvGrpSpPr>
        <p:grpSpPr>
          <a:xfrm>
            <a:off x="9283395" y="4890810"/>
            <a:ext cx="1623240" cy="604440"/>
            <a:chOff x="9283395" y="4890810"/>
            <a:chExt cx="1623240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206AC4C-B743-3FD3-A872-2F87F76EA573}"/>
                    </a:ext>
                  </a:extLst>
                </p14:cNvPr>
                <p14:cNvContentPartPr/>
                <p14:nvPr/>
              </p14:nvContentPartPr>
              <p14:xfrm>
                <a:off x="9283395" y="5023650"/>
                <a:ext cx="72720" cy="443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206AC4C-B743-3FD3-A872-2F87F76EA57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274755" y="5014650"/>
                  <a:ext cx="903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9029981-722F-4464-F97C-B06000AAFDEC}"/>
                    </a:ext>
                  </a:extLst>
                </p14:cNvPr>
                <p14:cNvContentPartPr/>
                <p14:nvPr/>
              </p14:nvContentPartPr>
              <p14:xfrm>
                <a:off x="9315075" y="5018610"/>
                <a:ext cx="309240" cy="4143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9029981-722F-4464-F97C-B06000AAFDE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306075" y="5009610"/>
                  <a:ext cx="3268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99B8A7D-E5B6-DBD7-016A-D6DD2F7DCB23}"/>
                    </a:ext>
                  </a:extLst>
                </p14:cNvPr>
                <p14:cNvContentPartPr/>
                <p14:nvPr/>
              </p14:nvContentPartPr>
              <p14:xfrm>
                <a:off x="9595155" y="5176290"/>
                <a:ext cx="271080" cy="266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99B8A7D-E5B6-DBD7-016A-D6DD2F7DCB2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586155" y="5167650"/>
                  <a:ext cx="288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00CE0A0-8049-6B2A-4E85-4691A10A1480}"/>
                    </a:ext>
                  </a:extLst>
                </p14:cNvPr>
                <p14:cNvContentPartPr/>
                <p14:nvPr/>
              </p14:nvContentPartPr>
              <p14:xfrm>
                <a:off x="9864435" y="4961370"/>
                <a:ext cx="27000" cy="468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00CE0A0-8049-6B2A-4E85-4691A10A148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855795" y="4952370"/>
                  <a:ext cx="4464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3DE0A9C-BDE2-4083-B16A-6357AFECD895}"/>
                    </a:ext>
                  </a:extLst>
                </p14:cNvPr>
                <p14:cNvContentPartPr/>
                <p14:nvPr/>
              </p14:nvContentPartPr>
              <p14:xfrm>
                <a:off x="9810435" y="5158650"/>
                <a:ext cx="335880" cy="3232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3DE0A9C-BDE2-4083-B16A-6357AFECD89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801795" y="5150010"/>
                  <a:ext cx="3535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85888A6-6A19-564C-CB80-308A44292611}"/>
                    </a:ext>
                  </a:extLst>
                </p14:cNvPr>
                <p14:cNvContentPartPr/>
                <p14:nvPr/>
              </p14:nvContentPartPr>
              <p14:xfrm>
                <a:off x="10185555" y="4890810"/>
                <a:ext cx="185400" cy="604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85888A6-6A19-564C-CB80-308A4429261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176915" y="4882170"/>
                  <a:ext cx="20304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3C86B9C-3BD7-24D0-1D7B-5225C7FB281E}"/>
                    </a:ext>
                  </a:extLst>
                </p14:cNvPr>
                <p14:cNvContentPartPr/>
                <p14:nvPr/>
              </p14:nvContentPartPr>
              <p14:xfrm>
                <a:off x="10458075" y="5160450"/>
                <a:ext cx="198360" cy="2667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3C86B9C-3BD7-24D0-1D7B-5225C7FB281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449435" y="5151450"/>
                  <a:ext cx="2160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0A773D0-AF04-FE1D-7622-23DC4248926A}"/>
                    </a:ext>
                  </a:extLst>
                </p14:cNvPr>
                <p14:cNvContentPartPr/>
                <p14:nvPr/>
              </p14:nvContentPartPr>
              <p14:xfrm>
                <a:off x="10895475" y="5386530"/>
                <a:ext cx="11160" cy="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0A773D0-AF04-FE1D-7622-23DC4248926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886835" y="5377890"/>
                  <a:ext cx="288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199BBDB2-17E2-8BCE-8C98-E505482F7D76}"/>
                  </a:ext>
                </a:extLst>
              </p14:cNvPr>
              <p14:cNvContentPartPr/>
              <p14:nvPr/>
            </p14:nvContentPartPr>
            <p14:xfrm>
              <a:off x="7074795" y="4753290"/>
              <a:ext cx="3195000" cy="4752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199BBDB2-17E2-8BCE-8C98-E505482F7D76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7056795" y="4735290"/>
                <a:ext cx="32306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B939D433-ED85-5736-D4CC-34707E486E82}"/>
                  </a:ext>
                </a:extLst>
              </p14:cNvPr>
              <p14:cNvContentPartPr/>
              <p14:nvPr/>
            </p14:nvContentPartPr>
            <p14:xfrm>
              <a:off x="7426155" y="5563290"/>
              <a:ext cx="3230640" cy="7740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B939D433-ED85-5736-D4CC-34707E486E82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7408155" y="5545290"/>
                <a:ext cx="3266280" cy="11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952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F8392-61B5-3966-7E4B-F527B55D9096}"/>
              </a:ext>
            </a:extLst>
          </p:cNvPr>
          <p:cNvGrpSpPr/>
          <p:nvPr/>
        </p:nvGrpSpPr>
        <p:grpSpPr>
          <a:xfrm>
            <a:off x="376995" y="367050"/>
            <a:ext cx="1967400" cy="644760"/>
            <a:chOff x="376995" y="367050"/>
            <a:chExt cx="1967400" cy="64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ED2851C-D9FA-8016-A22F-86219F3A82B1}"/>
                    </a:ext>
                  </a:extLst>
                </p14:cNvPr>
                <p14:cNvContentPartPr/>
                <p14:nvPr/>
              </p14:nvContentPartPr>
              <p14:xfrm>
                <a:off x="376995" y="367050"/>
                <a:ext cx="215640" cy="559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ED2851C-D9FA-8016-A22F-86219F3A82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8355" y="358410"/>
                  <a:ext cx="23328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630CC7-4A06-7E9F-4356-2D8535B667C8}"/>
                    </a:ext>
                  </a:extLst>
                </p14:cNvPr>
                <p14:cNvContentPartPr/>
                <p14:nvPr/>
              </p14:nvContentPartPr>
              <p14:xfrm>
                <a:off x="470955" y="623730"/>
                <a:ext cx="103680" cy="46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630CC7-4A06-7E9F-4356-2D8535B667C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1955" y="615090"/>
                  <a:ext cx="121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E6ECFD-C596-6E81-FB5A-B9C61A323D72}"/>
                    </a:ext>
                  </a:extLst>
                </p14:cNvPr>
                <p14:cNvContentPartPr/>
                <p14:nvPr/>
              </p14:nvContentPartPr>
              <p14:xfrm>
                <a:off x="758595" y="788250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E6ECFD-C596-6E81-FB5A-B9C61A323D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9595" y="7796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5BD2B33-1C20-92A5-EF3F-886CDA80FFA6}"/>
                    </a:ext>
                  </a:extLst>
                </p14:cNvPr>
                <p14:cNvContentPartPr/>
                <p14:nvPr/>
              </p14:nvContentPartPr>
              <p14:xfrm>
                <a:off x="997995" y="556770"/>
                <a:ext cx="94320" cy="257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5BD2B33-1C20-92A5-EF3F-886CDA80FF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8995" y="547770"/>
                  <a:ext cx="1119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9BE403-1E92-310A-FA38-8BD423F1DA7B}"/>
                    </a:ext>
                  </a:extLst>
                </p14:cNvPr>
                <p14:cNvContentPartPr/>
                <p14:nvPr/>
              </p14:nvContentPartPr>
              <p14:xfrm>
                <a:off x="1079715" y="629850"/>
                <a:ext cx="107280" cy="189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9BE403-1E92-310A-FA38-8BD423F1DA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0715" y="620850"/>
                  <a:ext cx="124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75F01C6-0B4D-C2B9-1593-A9C006C4E049}"/>
                    </a:ext>
                  </a:extLst>
                </p14:cNvPr>
                <p14:cNvContentPartPr/>
                <p14:nvPr/>
              </p14:nvContentPartPr>
              <p14:xfrm>
                <a:off x="1240635" y="552450"/>
                <a:ext cx="135360" cy="459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75F01C6-0B4D-C2B9-1593-A9C006C4E04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31995" y="543810"/>
                  <a:ext cx="1530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25307E-6F5D-2980-0C2A-BBE567B8B7B2}"/>
                    </a:ext>
                  </a:extLst>
                </p14:cNvPr>
                <p14:cNvContentPartPr/>
                <p14:nvPr/>
              </p14:nvContentPartPr>
              <p14:xfrm>
                <a:off x="1479675" y="560010"/>
                <a:ext cx="230760" cy="286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25307E-6F5D-2980-0C2A-BBE567B8B7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1035" y="551010"/>
                  <a:ext cx="2484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E613BA-1ED0-69D1-AAF8-60559EBFD9CD}"/>
                    </a:ext>
                  </a:extLst>
                </p14:cNvPr>
                <p14:cNvContentPartPr/>
                <p14:nvPr/>
              </p14:nvContentPartPr>
              <p14:xfrm>
                <a:off x="1785675" y="606810"/>
                <a:ext cx="131760" cy="225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5E613BA-1ED0-69D1-AAF8-60559EBFD9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6675" y="598170"/>
                  <a:ext cx="1494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5568B5B-4A9F-64F8-34B8-946366D8D4CB}"/>
                    </a:ext>
                  </a:extLst>
                </p14:cNvPr>
                <p14:cNvContentPartPr/>
                <p14:nvPr/>
              </p14:nvContentPartPr>
              <p14:xfrm>
                <a:off x="1954515" y="587010"/>
                <a:ext cx="160200" cy="232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5568B5B-4A9F-64F8-34B8-946366D8D4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45515" y="578010"/>
                  <a:ext cx="177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D5C4A2A-6EA4-7933-B3A6-05024F47D306}"/>
                    </a:ext>
                  </a:extLst>
                </p14:cNvPr>
                <p14:cNvContentPartPr/>
                <p14:nvPr/>
              </p14:nvContentPartPr>
              <p14:xfrm>
                <a:off x="2252595" y="385410"/>
                <a:ext cx="36720" cy="410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D5C4A2A-6EA4-7933-B3A6-05024F47D3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43595" y="376770"/>
                  <a:ext cx="543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0A4D77-D0ED-1AE4-B052-E8971B551F97}"/>
                    </a:ext>
                  </a:extLst>
                </p14:cNvPr>
                <p14:cNvContentPartPr/>
                <p14:nvPr/>
              </p14:nvContentPartPr>
              <p14:xfrm>
                <a:off x="2188875" y="560010"/>
                <a:ext cx="155520" cy="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0A4D77-D0ED-1AE4-B052-E8971B551F9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80235" y="551010"/>
                  <a:ext cx="173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4766F4F-CFF1-F117-AADE-70B3E7AE573B}"/>
                    </a:ext>
                  </a:extLst>
                </p14:cNvPr>
                <p14:cNvContentPartPr/>
                <p14:nvPr/>
              </p14:nvContentPartPr>
              <p14:xfrm>
                <a:off x="770475" y="702930"/>
                <a:ext cx="110880" cy="14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4766F4F-CFF1-F117-AADE-70B3E7AE57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1835" y="693930"/>
                  <a:ext cx="1285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BA17E07-C19C-BFC2-DBF6-922F1E2A8A00}"/>
              </a:ext>
            </a:extLst>
          </p:cNvPr>
          <p:cNvGrpSpPr/>
          <p:nvPr/>
        </p:nvGrpSpPr>
        <p:grpSpPr>
          <a:xfrm>
            <a:off x="2677395" y="279210"/>
            <a:ext cx="2642400" cy="606960"/>
            <a:chOff x="2677395" y="279210"/>
            <a:chExt cx="2642400" cy="6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66E3C3A-F101-5ABE-C3C1-D093E3C61AD3}"/>
                    </a:ext>
                  </a:extLst>
                </p14:cNvPr>
                <p14:cNvContentPartPr/>
                <p14:nvPr/>
              </p14:nvContentPartPr>
              <p14:xfrm>
                <a:off x="2677395" y="338250"/>
                <a:ext cx="311040" cy="468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66E3C3A-F101-5ABE-C3C1-D093E3C61AD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68395" y="329610"/>
                  <a:ext cx="3286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2A7572-7592-18A5-868D-FF4C6BB1C77A}"/>
                    </a:ext>
                  </a:extLst>
                </p14:cNvPr>
                <p14:cNvContentPartPr/>
                <p14:nvPr/>
              </p14:nvContentPartPr>
              <p14:xfrm>
                <a:off x="3041715" y="555690"/>
                <a:ext cx="253080" cy="330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2A7572-7592-18A5-868D-FF4C6BB1C7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33075" y="546690"/>
                  <a:ext cx="2707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E0D7D12-DEFA-44FB-A98F-4464EE903C20}"/>
                    </a:ext>
                  </a:extLst>
                </p14:cNvPr>
                <p14:cNvContentPartPr/>
                <p14:nvPr/>
              </p14:nvContentPartPr>
              <p14:xfrm>
                <a:off x="3330075" y="525090"/>
                <a:ext cx="290880" cy="309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E0D7D12-DEFA-44FB-A98F-4464EE903C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21435" y="516090"/>
                  <a:ext cx="3085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874DF11-116D-D436-C1DC-E314ACFB502E}"/>
                    </a:ext>
                  </a:extLst>
                </p14:cNvPr>
                <p14:cNvContentPartPr/>
                <p14:nvPr/>
              </p14:nvContentPartPr>
              <p14:xfrm>
                <a:off x="3683595" y="547050"/>
                <a:ext cx="137160" cy="277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874DF11-116D-D436-C1DC-E314ACFB50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74955" y="538050"/>
                  <a:ext cx="154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447E08C-7953-3EE2-868C-62189696ADCC}"/>
                    </a:ext>
                  </a:extLst>
                </p14:cNvPr>
                <p14:cNvContentPartPr/>
                <p14:nvPr/>
              </p14:nvContentPartPr>
              <p14:xfrm>
                <a:off x="3904635" y="551370"/>
                <a:ext cx="201240" cy="249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447E08C-7953-3EE2-868C-62189696ADC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95995" y="542370"/>
                  <a:ext cx="218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C418DA-EBB6-7877-C2F5-A849B7F000E7}"/>
                    </a:ext>
                  </a:extLst>
                </p14:cNvPr>
                <p14:cNvContentPartPr/>
                <p14:nvPr/>
              </p14:nvContentPartPr>
              <p14:xfrm>
                <a:off x="4238715" y="360570"/>
                <a:ext cx="106560" cy="366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C418DA-EBB6-7877-C2F5-A849B7F000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30075" y="351930"/>
                  <a:ext cx="1242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55F4BF-8208-E560-D80E-41567CB4FF82}"/>
                    </a:ext>
                  </a:extLst>
                </p14:cNvPr>
                <p14:cNvContentPartPr/>
                <p14:nvPr/>
              </p14:nvContentPartPr>
              <p14:xfrm>
                <a:off x="4321875" y="302970"/>
                <a:ext cx="135000" cy="452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55F4BF-8208-E560-D80E-41567CB4FF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13235" y="294330"/>
                  <a:ext cx="15264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5222456-A673-358B-15EE-F73ACAAC4ACD}"/>
                    </a:ext>
                  </a:extLst>
                </p14:cNvPr>
                <p14:cNvContentPartPr/>
                <p14:nvPr/>
              </p14:nvContentPartPr>
              <p14:xfrm>
                <a:off x="4244835" y="541650"/>
                <a:ext cx="184320" cy="47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5222456-A673-358B-15EE-F73ACAAC4A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36195" y="532650"/>
                  <a:ext cx="201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83175C-5B0B-8DC4-467A-9DC37EBABC12}"/>
                    </a:ext>
                  </a:extLst>
                </p14:cNvPr>
                <p14:cNvContentPartPr/>
                <p14:nvPr/>
              </p14:nvContentPartPr>
              <p14:xfrm>
                <a:off x="4474875" y="461370"/>
                <a:ext cx="176040" cy="301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83175C-5B0B-8DC4-467A-9DC37EBABC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65875" y="452730"/>
                  <a:ext cx="193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970F39-17D7-2E74-55C5-84BC709E58CC}"/>
                    </a:ext>
                  </a:extLst>
                </p14:cNvPr>
                <p14:cNvContentPartPr/>
                <p14:nvPr/>
              </p14:nvContentPartPr>
              <p14:xfrm>
                <a:off x="4708875" y="475410"/>
                <a:ext cx="137880" cy="305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970F39-17D7-2E74-55C5-84BC709E58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00235" y="466770"/>
                  <a:ext cx="155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03D1034-70AB-25A6-7413-3CCB4A1299D1}"/>
                    </a:ext>
                  </a:extLst>
                </p14:cNvPr>
                <p14:cNvContentPartPr/>
                <p14:nvPr/>
              </p14:nvContentPartPr>
              <p14:xfrm>
                <a:off x="4903995" y="279210"/>
                <a:ext cx="190440" cy="513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3D1034-70AB-25A6-7413-3CCB4A1299D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95355" y="270570"/>
                  <a:ext cx="20808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DB3CF5E-4028-A532-1DCD-2CB918879373}"/>
                    </a:ext>
                  </a:extLst>
                </p14:cNvPr>
                <p14:cNvContentPartPr/>
                <p14:nvPr/>
              </p14:nvContentPartPr>
              <p14:xfrm>
                <a:off x="5168595" y="498450"/>
                <a:ext cx="151200" cy="300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DB3CF5E-4028-A532-1DCD-2CB91887937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59595" y="489810"/>
                  <a:ext cx="16884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63FAABE-CC59-42BE-3114-591D2D606666}"/>
              </a:ext>
            </a:extLst>
          </p:cNvPr>
          <p:cNvGrpSpPr/>
          <p:nvPr/>
        </p:nvGrpSpPr>
        <p:grpSpPr>
          <a:xfrm>
            <a:off x="522795" y="892290"/>
            <a:ext cx="4741560" cy="194040"/>
            <a:chOff x="522795" y="892290"/>
            <a:chExt cx="4741560" cy="1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27FBCD-6498-6A6C-00EA-FE75D01E928F}"/>
                    </a:ext>
                  </a:extLst>
                </p14:cNvPr>
                <p14:cNvContentPartPr/>
                <p14:nvPr/>
              </p14:nvContentPartPr>
              <p14:xfrm>
                <a:off x="774075" y="892290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27FBCD-6498-6A6C-00EA-FE75D01E928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5435" y="8836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F7DF9AB-9A75-ABA8-1929-4CBE8F019277}"/>
                    </a:ext>
                  </a:extLst>
                </p14:cNvPr>
                <p14:cNvContentPartPr/>
                <p14:nvPr/>
              </p14:nvContentPartPr>
              <p14:xfrm>
                <a:off x="522795" y="1021530"/>
                <a:ext cx="4741560" cy="64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F7DF9AB-9A75-ABA8-1929-4CBE8F0192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3795" y="1012890"/>
                  <a:ext cx="475920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A603FDC-776A-2F9C-BB5B-11DFFBC0B330}"/>
              </a:ext>
            </a:extLst>
          </p:cNvPr>
          <p:cNvGrpSpPr/>
          <p:nvPr/>
        </p:nvGrpSpPr>
        <p:grpSpPr>
          <a:xfrm>
            <a:off x="2734635" y="1741170"/>
            <a:ext cx="3111120" cy="4632120"/>
            <a:chOff x="2734635" y="1741170"/>
            <a:chExt cx="3111120" cy="46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966D78-D53E-55C0-1158-EC5F5CC3CF49}"/>
                    </a:ext>
                  </a:extLst>
                </p14:cNvPr>
                <p14:cNvContentPartPr/>
                <p14:nvPr/>
              </p14:nvContentPartPr>
              <p14:xfrm>
                <a:off x="4342395" y="1781130"/>
                <a:ext cx="41400" cy="473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966D78-D53E-55C0-1158-EC5F5CC3CF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33755" y="1772490"/>
                  <a:ext cx="5904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AD6300C-5A36-E0A3-C8D0-BAED99CA555C}"/>
                    </a:ext>
                  </a:extLst>
                </p14:cNvPr>
                <p14:cNvContentPartPr/>
                <p14:nvPr/>
              </p14:nvContentPartPr>
              <p14:xfrm>
                <a:off x="4339875" y="1772850"/>
                <a:ext cx="384120" cy="564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AD6300C-5A36-E0A3-C8D0-BAED99CA555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31235" y="1764210"/>
                  <a:ext cx="40176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106C13-C81F-29D9-2CE1-F911155AA469}"/>
                    </a:ext>
                  </a:extLst>
                </p14:cNvPr>
                <p14:cNvContentPartPr/>
                <p14:nvPr/>
              </p14:nvContentPartPr>
              <p14:xfrm>
                <a:off x="4716435" y="1837650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106C13-C81F-29D9-2CE1-F911155AA46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07795" y="18286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331FF34-E366-BB86-7ECB-DDADDFC8B5C0}"/>
                    </a:ext>
                  </a:extLst>
                </p14:cNvPr>
                <p14:cNvContentPartPr/>
                <p14:nvPr/>
              </p14:nvContentPartPr>
              <p14:xfrm>
                <a:off x="4700235" y="1741170"/>
                <a:ext cx="34920" cy="567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331FF34-E366-BB86-7ECB-DDADDFC8B5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91235" y="1732170"/>
                  <a:ext cx="5256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15C5EFC-248C-9057-D8AF-71B6115B7BDB}"/>
                    </a:ext>
                  </a:extLst>
                </p14:cNvPr>
                <p14:cNvContentPartPr/>
                <p14:nvPr/>
              </p14:nvContentPartPr>
              <p14:xfrm>
                <a:off x="4720755" y="1952130"/>
                <a:ext cx="375480" cy="38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15C5EFC-248C-9057-D8AF-71B6115B7BD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11755" y="1943490"/>
                  <a:ext cx="3931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FCFCBB4-EA48-3AA4-9B87-D91A4805CD28}"/>
                    </a:ext>
                  </a:extLst>
                </p14:cNvPr>
                <p14:cNvContentPartPr/>
                <p14:nvPr/>
              </p14:nvContentPartPr>
              <p14:xfrm>
                <a:off x="3812835" y="2002170"/>
                <a:ext cx="492480" cy="55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FCFCBB4-EA48-3AA4-9B87-D91A4805CD2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04195" y="1993530"/>
                  <a:ext cx="510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97FDC97-5CD6-0BE0-6A16-6113B798BE7B}"/>
                    </a:ext>
                  </a:extLst>
                </p14:cNvPr>
                <p14:cNvContentPartPr/>
                <p14:nvPr/>
              </p14:nvContentPartPr>
              <p14:xfrm>
                <a:off x="5617515" y="2478450"/>
                <a:ext cx="30600" cy="437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97FDC97-5CD6-0BE0-6A16-6113B798BE7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08875" y="2469810"/>
                  <a:ext cx="482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13B2C2-63CB-E3C4-2926-F3B2A0A3D627}"/>
                    </a:ext>
                  </a:extLst>
                </p14:cNvPr>
                <p14:cNvContentPartPr/>
                <p14:nvPr/>
              </p14:nvContentPartPr>
              <p14:xfrm>
                <a:off x="5463795" y="2866530"/>
                <a:ext cx="381960" cy="403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13B2C2-63CB-E3C4-2926-F3B2A0A3D62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4795" y="2857530"/>
                  <a:ext cx="39960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9B2ED85-A6FB-A31E-4728-A1F31C9EF807}"/>
                    </a:ext>
                  </a:extLst>
                </p14:cNvPr>
                <p14:cNvContentPartPr/>
                <p14:nvPr/>
              </p14:nvContentPartPr>
              <p14:xfrm>
                <a:off x="5463795" y="3332730"/>
                <a:ext cx="354960" cy="46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9B2ED85-A6FB-A31E-4728-A1F31C9EF80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54795" y="3324090"/>
                  <a:ext cx="372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4407CA-E4C5-1EE0-CB68-58DC99A9B99D}"/>
                    </a:ext>
                  </a:extLst>
                </p14:cNvPr>
                <p14:cNvContentPartPr/>
                <p14:nvPr/>
              </p14:nvContentPartPr>
              <p14:xfrm>
                <a:off x="5591595" y="3346770"/>
                <a:ext cx="32760" cy="650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4407CA-E4C5-1EE0-CB68-58DC99A9B99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82595" y="3338130"/>
                  <a:ext cx="5040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4084F74-97BA-F532-7FDE-A14A76D7AA8E}"/>
                    </a:ext>
                  </a:extLst>
                </p14:cNvPr>
                <p14:cNvContentPartPr/>
                <p14:nvPr/>
              </p14:nvContentPartPr>
              <p14:xfrm>
                <a:off x="3662355" y="4202850"/>
                <a:ext cx="560880" cy="19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4084F74-97BA-F532-7FDE-A14A76D7AA8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53355" y="4193850"/>
                  <a:ext cx="578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F8F9FF2-39F1-AE46-B96A-76D62FCCA520}"/>
                    </a:ext>
                  </a:extLst>
                </p14:cNvPr>
                <p14:cNvContentPartPr/>
                <p14:nvPr/>
              </p14:nvContentPartPr>
              <p14:xfrm>
                <a:off x="4205235" y="3969570"/>
                <a:ext cx="14760" cy="534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F8F9FF2-39F1-AE46-B96A-76D62FCCA52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96595" y="3960570"/>
                  <a:ext cx="3240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42DCE3-88B3-6B2D-B283-58B5EAD3C371}"/>
                    </a:ext>
                  </a:extLst>
                </p14:cNvPr>
                <p14:cNvContentPartPr/>
                <p14:nvPr/>
              </p14:nvContentPartPr>
              <p14:xfrm>
                <a:off x="4176075" y="4006650"/>
                <a:ext cx="475920" cy="494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42DCE3-88B3-6B2D-B283-58B5EAD3C37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67075" y="3998010"/>
                  <a:ext cx="4935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1DBBBD-F2E0-6AEB-0CD1-5402CF415233}"/>
                    </a:ext>
                  </a:extLst>
                </p14:cNvPr>
                <p14:cNvContentPartPr/>
                <p14:nvPr/>
              </p14:nvContentPartPr>
              <p14:xfrm>
                <a:off x="4657035" y="3971010"/>
                <a:ext cx="25200" cy="586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1DBBBD-F2E0-6AEB-0CD1-5402CF41523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48035" y="3962010"/>
                  <a:ext cx="4284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48CC894-2C01-E3EF-EEA6-E9D18C6E470D}"/>
                    </a:ext>
                  </a:extLst>
                </p14:cNvPr>
                <p14:cNvContentPartPr/>
                <p14:nvPr/>
              </p14:nvContentPartPr>
              <p14:xfrm>
                <a:off x="4672155" y="4187010"/>
                <a:ext cx="830520" cy="29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48CC894-2C01-E3EF-EEA6-E9D18C6E470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63155" y="4178010"/>
                  <a:ext cx="848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5A28CBE-B97C-0EF2-C8FC-29C21E88B6F8}"/>
                    </a:ext>
                  </a:extLst>
                </p14:cNvPr>
                <p14:cNvContentPartPr/>
                <p14:nvPr/>
              </p14:nvContentPartPr>
              <p14:xfrm>
                <a:off x="5072835" y="1946010"/>
                <a:ext cx="272160" cy="29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5A28CBE-B97C-0EF2-C8FC-29C21E88B6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63835" y="1937010"/>
                  <a:ext cx="289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50E0892-F384-B276-FA1E-482D033F90BA}"/>
                    </a:ext>
                  </a:extLst>
                </p14:cNvPr>
                <p14:cNvContentPartPr/>
                <p14:nvPr/>
              </p14:nvContentPartPr>
              <p14:xfrm>
                <a:off x="3526635" y="2014050"/>
                <a:ext cx="339840" cy="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50E0892-F384-B276-FA1E-482D033F90B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17995" y="2005050"/>
                  <a:ext cx="357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CFF29CC-892F-DF52-0BEA-2E33427AEE4B}"/>
                    </a:ext>
                  </a:extLst>
                </p14:cNvPr>
                <p14:cNvContentPartPr/>
                <p14:nvPr/>
              </p14:nvContentPartPr>
              <p14:xfrm>
                <a:off x="2964675" y="2352810"/>
                <a:ext cx="14040" cy="489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CFF29CC-892F-DF52-0BEA-2E33427AEE4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55675" y="2343810"/>
                  <a:ext cx="3168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BE56542-91A3-5718-BB5D-4ADDB5531F43}"/>
                    </a:ext>
                  </a:extLst>
                </p14:cNvPr>
                <p14:cNvContentPartPr/>
                <p14:nvPr/>
              </p14:nvContentPartPr>
              <p14:xfrm>
                <a:off x="2734635" y="2872650"/>
                <a:ext cx="412200" cy="375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BE56542-91A3-5718-BB5D-4ADDB5531F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25995" y="2863650"/>
                  <a:ext cx="4298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976DE03-C645-7709-861B-B85B01231316}"/>
                    </a:ext>
                  </a:extLst>
                </p14:cNvPr>
                <p14:cNvContentPartPr/>
                <p14:nvPr/>
              </p14:nvContentPartPr>
              <p14:xfrm>
                <a:off x="2734995" y="3264690"/>
                <a:ext cx="457560" cy="44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976DE03-C645-7709-861B-B85B012313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26355" y="3255690"/>
                  <a:ext cx="475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F7F11C-C5C9-B8FC-0ADA-E0393F3DB5BB}"/>
                    </a:ext>
                  </a:extLst>
                </p14:cNvPr>
                <p14:cNvContentPartPr/>
                <p14:nvPr/>
              </p14:nvContentPartPr>
              <p14:xfrm>
                <a:off x="2915715" y="3294570"/>
                <a:ext cx="61560" cy="688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F7F11C-C5C9-B8FC-0ADA-E0393F3DB5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06715" y="3285570"/>
                  <a:ext cx="7920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5D32BD-AE4F-6BF0-70BC-A46C11E6CD71}"/>
                    </a:ext>
                  </a:extLst>
                </p14:cNvPr>
                <p14:cNvContentPartPr/>
                <p14:nvPr/>
              </p14:nvContentPartPr>
              <p14:xfrm>
                <a:off x="5560995" y="4429290"/>
                <a:ext cx="28440" cy="484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5D32BD-AE4F-6BF0-70BC-A46C11E6CD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52355" y="4420290"/>
                  <a:ext cx="4608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8AD31D5-918E-DE79-F9F3-294BA689FC41}"/>
                    </a:ext>
                  </a:extLst>
                </p14:cNvPr>
                <p14:cNvContentPartPr/>
                <p14:nvPr/>
              </p14:nvContentPartPr>
              <p14:xfrm>
                <a:off x="5375235" y="4874250"/>
                <a:ext cx="410040" cy="367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8AD31D5-918E-DE79-F9F3-294BA689FC4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66235" y="4865610"/>
                  <a:ext cx="4276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418FDA0-45DF-F678-9AD0-2AC8C31EFE6A}"/>
                    </a:ext>
                  </a:extLst>
                </p14:cNvPr>
                <p14:cNvContentPartPr/>
                <p14:nvPr/>
              </p14:nvContentPartPr>
              <p14:xfrm>
                <a:off x="5332755" y="5298330"/>
                <a:ext cx="409320" cy="28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418FDA0-45DF-F678-9AD0-2AC8C31EFE6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23755" y="5289330"/>
                  <a:ext cx="426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5756086-7DC9-FD97-4B92-BB0464429C57}"/>
                    </a:ext>
                  </a:extLst>
                </p14:cNvPr>
                <p14:cNvContentPartPr/>
                <p14:nvPr/>
              </p14:nvContentPartPr>
              <p14:xfrm>
                <a:off x="5470995" y="5320290"/>
                <a:ext cx="82080" cy="563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5756086-7DC9-FD97-4B92-BB0464429C5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461995" y="5311650"/>
                  <a:ext cx="997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555037-202D-5CDD-7C28-D83D4C469A77}"/>
                    </a:ext>
                  </a:extLst>
                </p14:cNvPr>
                <p14:cNvContentPartPr/>
                <p14:nvPr/>
              </p14:nvContentPartPr>
              <p14:xfrm>
                <a:off x="3458235" y="5998530"/>
                <a:ext cx="23040" cy="23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0555037-202D-5CDD-7C28-D83D4C469A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49235" y="5989530"/>
                  <a:ext cx="40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314B44C-7296-E3A8-408F-B96F5C55D233}"/>
                    </a:ext>
                  </a:extLst>
                </p14:cNvPr>
                <p14:cNvContentPartPr/>
                <p14:nvPr/>
              </p14:nvContentPartPr>
              <p14:xfrm>
                <a:off x="3412515" y="6039570"/>
                <a:ext cx="639360" cy="11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314B44C-7296-E3A8-408F-B96F5C55D23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03515" y="6030930"/>
                  <a:ext cx="657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B012AD4-9C92-7D88-4461-AF46AC98A2C9}"/>
                    </a:ext>
                  </a:extLst>
                </p14:cNvPr>
                <p14:cNvContentPartPr/>
                <p14:nvPr/>
              </p14:nvContentPartPr>
              <p14:xfrm>
                <a:off x="4003275" y="5851290"/>
                <a:ext cx="26280" cy="431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B012AD4-9C92-7D88-4461-AF46AC98A2C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94275" y="5842290"/>
                  <a:ext cx="439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AF84524-7B1C-A93A-A80C-4699C303074A}"/>
                    </a:ext>
                  </a:extLst>
                </p14:cNvPr>
                <p14:cNvContentPartPr/>
                <p14:nvPr/>
              </p14:nvContentPartPr>
              <p14:xfrm>
                <a:off x="3982755" y="5844810"/>
                <a:ext cx="449280" cy="46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AF84524-7B1C-A93A-A80C-4699C303074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73755" y="5835810"/>
                  <a:ext cx="4669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A51EDD3-671F-B4C0-9680-EA6658D91BE1}"/>
                    </a:ext>
                  </a:extLst>
                </p14:cNvPr>
                <p14:cNvContentPartPr/>
                <p14:nvPr/>
              </p14:nvContentPartPr>
              <p14:xfrm>
                <a:off x="4447515" y="5819970"/>
                <a:ext cx="40680" cy="553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A51EDD3-671F-B4C0-9680-EA6658D91B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38875" y="5810970"/>
                  <a:ext cx="5832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1B7DEAB-70A1-9FF7-4BDD-1930622B6D1A}"/>
                    </a:ext>
                  </a:extLst>
                </p14:cNvPr>
                <p14:cNvContentPartPr/>
                <p14:nvPr/>
              </p14:nvContentPartPr>
              <p14:xfrm>
                <a:off x="4485675" y="6047490"/>
                <a:ext cx="717480" cy="6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1B7DEAB-70A1-9FF7-4BDD-1930622B6D1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76675" y="6038850"/>
                  <a:ext cx="73512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7B6332A-5658-9EFB-5E33-0024DEFC3351}"/>
              </a:ext>
            </a:extLst>
          </p:cNvPr>
          <p:cNvGrpSpPr/>
          <p:nvPr/>
        </p:nvGrpSpPr>
        <p:grpSpPr>
          <a:xfrm>
            <a:off x="2646435" y="4221570"/>
            <a:ext cx="427320" cy="1477080"/>
            <a:chOff x="2646435" y="4221570"/>
            <a:chExt cx="427320" cy="147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9BD0E4E-1E86-5B77-A626-A56135BE8AD4}"/>
                    </a:ext>
                  </a:extLst>
                </p14:cNvPr>
                <p14:cNvContentPartPr/>
                <p14:nvPr/>
              </p14:nvContentPartPr>
              <p14:xfrm>
                <a:off x="2917875" y="4221570"/>
                <a:ext cx="99000" cy="455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9BD0E4E-1E86-5B77-A626-A56135BE8A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909235" y="4212930"/>
                  <a:ext cx="1166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BDF884-505D-7C41-74DF-D256E4FFD6F1}"/>
                    </a:ext>
                  </a:extLst>
                </p14:cNvPr>
                <p14:cNvContentPartPr/>
                <p14:nvPr/>
              </p14:nvContentPartPr>
              <p14:xfrm>
                <a:off x="2690715" y="4685250"/>
                <a:ext cx="383040" cy="322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BDF884-505D-7C41-74DF-D256E4FFD6F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81715" y="4676610"/>
                  <a:ext cx="4006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18C72A6-C918-C524-8ABB-75105DAABCAC}"/>
                    </a:ext>
                  </a:extLst>
                </p14:cNvPr>
                <p14:cNvContentPartPr/>
                <p14:nvPr/>
              </p14:nvContentPartPr>
              <p14:xfrm>
                <a:off x="2686395" y="4719090"/>
                <a:ext cx="230760" cy="384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18C72A6-C918-C524-8ABB-75105DAABCA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77395" y="4710090"/>
                  <a:ext cx="2484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2E70E9-5B60-1662-DC59-3B53ABD348EC}"/>
                    </a:ext>
                  </a:extLst>
                </p14:cNvPr>
                <p14:cNvContentPartPr/>
                <p14:nvPr/>
              </p14:nvContentPartPr>
              <p14:xfrm>
                <a:off x="2646435" y="5028330"/>
                <a:ext cx="425520" cy="18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2E70E9-5B60-1662-DC59-3B53ABD348E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37435" y="5019330"/>
                  <a:ext cx="443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D0FF32B-EBA8-89CE-5CCE-48726C0DA45D}"/>
                    </a:ext>
                  </a:extLst>
                </p14:cNvPr>
                <p14:cNvContentPartPr/>
                <p14:nvPr/>
              </p14:nvContentPartPr>
              <p14:xfrm>
                <a:off x="2866035" y="5063970"/>
                <a:ext cx="24480" cy="634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D0FF32B-EBA8-89CE-5CCE-48726C0DA4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57395" y="5055330"/>
                  <a:ext cx="42120" cy="65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A149DD6-84D4-E4B9-A62C-32114A987354}"/>
              </a:ext>
            </a:extLst>
          </p:cNvPr>
          <p:cNvGrpSpPr/>
          <p:nvPr/>
        </p:nvGrpSpPr>
        <p:grpSpPr>
          <a:xfrm>
            <a:off x="3950355" y="1618050"/>
            <a:ext cx="201240" cy="302040"/>
            <a:chOff x="3950355" y="1618050"/>
            <a:chExt cx="20124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8D762AF-C191-49A1-2548-054234761825}"/>
                    </a:ext>
                  </a:extLst>
                </p14:cNvPr>
                <p14:cNvContentPartPr/>
                <p14:nvPr/>
              </p14:nvContentPartPr>
              <p14:xfrm>
                <a:off x="3950355" y="1618050"/>
                <a:ext cx="101160" cy="298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8D762AF-C191-49A1-2548-05423476182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41715" y="1609050"/>
                  <a:ext cx="1188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CE92F0C-EEBB-D109-9AE6-0DC953BE8112}"/>
                    </a:ext>
                  </a:extLst>
                </p14:cNvPr>
                <p14:cNvContentPartPr/>
                <p14:nvPr/>
              </p14:nvContentPartPr>
              <p14:xfrm>
                <a:off x="4025955" y="1642170"/>
                <a:ext cx="125640" cy="277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CE92F0C-EEBB-D109-9AE6-0DC953BE811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17315" y="1633170"/>
                  <a:ext cx="143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84E7DB9-4F64-B1DC-B291-87C57E0B3B2A}"/>
                    </a:ext>
                  </a:extLst>
                </p14:cNvPr>
                <p14:cNvContentPartPr/>
                <p14:nvPr/>
              </p14:nvContentPartPr>
              <p14:xfrm>
                <a:off x="3976635" y="1801650"/>
                <a:ext cx="173520" cy="54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84E7DB9-4F64-B1DC-B291-87C57E0B3B2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67995" y="1793010"/>
                  <a:ext cx="19116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5E71F60-B4CF-44B9-6B14-676FC995336A}"/>
              </a:ext>
            </a:extLst>
          </p:cNvPr>
          <p:cNvGrpSpPr/>
          <p:nvPr/>
        </p:nvGrpSpPr>
        <p:grpSpPr>
          <a:xfrm>
            <a:off x="4983555" y="1606890"/>
            <a:ext cx="233640" cy="284040"/>
            <a:chOff x="4983555" y="1606890"/>
            <a:chExt cx="23364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19743EE-409A-BB4C-765E-097628F24018}"/>
                    </a:ext>
                  </a:extLst>
                </p14:cNvPr>
                <p14:cNvContentPartPr/>
                <p14:nvPr/>
              </p14:nvContentPartPr>
              <p14:xfrm>
                <a:off x="4983555" y="1606890"/>
                <a:ext cx="13680" cy="284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19743EE-409A-BB4C-765E-097628F2401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74915" y="1598250"/>
                  <a:ext cx="313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D06CE11-BCF5-0501-F9DB-8BDEA19D9E50}"/>
                    </a:ext>
                  </a:extLst>
                </p14:cNvPr>
                <p14:cNvContentPartPr/>
                <p14:nvPr/>
              </p14:nvContentPartPr>
              <p14:xfrm>
                <a:off x="4998675" y="1626330"/>
                <a:ext cx="218520" cy="250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D06CE11-BCF5-0501-F9DB-8BDEA19D9E5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90035" y="1617690"/>
                  <a:ext cx="23616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04EDAD9-EF93-9C88-A936-D979B353F91C}"/>
              </a:ext>
            </a:extLst>
          </p:cNvPr>
          <p:cNvGrpSpPr/>
          <p:nvPr/>
        </p:nvGrpSpPr>
        <p:grpSpPr>
          <a:xfrm>
            <a:off x="5337795" y="2669970"/>
            <a:ext cx="196200" cy="246240"/>
            <a:chOff x="5337795" y="2669970"/>
            <a:chExt cx="19620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2ECC05A-4AD9-2114-0587-D751B46FC147}"/>
                    </a:ext>
                  </a:extLst>
                </p14:cNvPr>
                <p14:cNvContentPartPr/>
                <p14:nvPr/>
              </p14:nvContentPartPr>
              <p14:xfrm>
                <a:off x="5337795" y="2676810"/>
                <a:ext cx="72000" cy="180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2ECC05A-4AD9-2114-0587-D751B46FC14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29155" y="2667810"/>
                  <a:ext cx="896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F8520A8-B3B2-922E-4612-63DB7DD4780A}"/>
                    </a:ext>
                  </a:extLst>
                </p14:cNvPr>
                <p14:cNvContentPartPr/>
                <p14:nvPr/>
              </p14:nvContentPartPr>
              <p14:xfrm>
                <a:off x="5424195" y="2669970"/>
                <a:ext cx="109800" cy="246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F8520A8-B3B2-922E-4612-63DB7DD4780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415195" y="2661330"/>
                  <a:ext cx="127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7F62B38-C286-548D-8590-054E438864E2}"/>
                    </a:ext>
                  </a:extLst>
                </p14:cNvPr>
                <p14:cNvContentPartPr/>
                <p14:nvPr/>
              </p14:nvContentPartPr>
              <p14:xfrm>
                <a:off x="5369835" y="2819730"/>
                <a:ext cx="147240" cy="27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7F62B38-C286-548D-8590-054E438864E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61195" y="2810730"/>
                  <a:ext cx="1648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66E2C82-B441-E5C4-8CCA-6F1952224206}"/>
              </a:ext>
            </a:extLst>
          </p:cNvPr>
          <p:cNvGrpSpPr/>
          <p:nvPr/>
        </p:nvGrpSpPr>
        <p:grpSpPr>
          <a:xfrm>
            <a:off x="5287035" y="3477810"/>
            <a:ext cx="232560" cy="244080"/>
            <a:chOff x="5287035" y="3477810"/>
            <a:chExt cx="23256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226B8C-39B9-FA19-7052-C3EB7D08A6EE}"/>
                    </a:ext>
                  </a:extLst>
                </p14:cNvPr>
                <p14:cNvContentPartPr/>
                <p14:nvPr/>
              </p14:nvContentPartPr>
              <p14:xfrm>
                <a:off x="5332755" y="3486450"/>
                <a:ext cx="10440" cy="235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226B8C-39B9-FA19-7052-C3EB7D08A6E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23755" y="3477810"/>
                  <a:ext cx="28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DEE4A95-8B0D-7AB6-6F37-1FD851A4DF26}"/>
                    </a:ext>
                  </a:extLst>
                </p14:cNvPr>
                <p14:cNvContentPartPr/>
                <p14:nvPr/>
              </p14:nvContentPartPr>
              <p14:xfrm>
                <a:off x="5287035" y="3477810"/>
                <a:ext cx="232560" cy="216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DEE4A95-8B0D-7AB6-6F37-1FD851A4DF2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78035" y="3469170"/>
                  <a:ext cx="25020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AA35C39-5951-703C-BEF8-823235876C8F}"/>
              </a:ext>
            </a:extLst>
          </p:cNvPr>
          <p:cNvGrpSpPr/>
          <p:nvPr/>
        </p:nvGrpSpPr>
        <p:grpSpPr>
          <a:xfrm>
            <a:off x="3902115" y="3806850"/>
            <a:ext cx="242280" cy="295920"/>
            <a:chOff x="3902115" y="3806850"/>
            <a:chExt cx="24228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8744A8B-04BE-CD83-9EE3-A1F5A9EE8214}"/>
                    </a:ext>
                  </a:extLst>
                </p14:cNvPr>
                <p14:cNvContentPartPr/>
                <p14:nvPr/>
              </p14:nvContentPartPr>
              <p14:xfrm>
                <a:off x="3910395" y="3806850"/>
                <a:ext cx="97920" cy="271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8744A8B-04BE-CD83-9EE3-A1F5A9EE821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01755" y="3798210"/>
                  <a:ext cx="1155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1788E0-BAEC-C054-BBD8-DFF7ED33A2FF}"/>
                    </a:ext>
                  </a:extLst>
                </p14:cNvPr>
                <p14:cNvContentPartPr/>
                <p14:nvPr/>
              </p14:nvContentPartPr>
              <p14:xfrm>
                <a:off x="3976635" y="3851490"/>
                <a:ext cx="109800" cy="251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1788E0-BAEC-C054-BBD8-DFF7ED33A2F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967995" y="3842490"/>
                  <a:ext cx="1274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04614F2-BF7D-141A-3ED6-0ACD0A646ED4}"/>
                    </a:ext>
                  </a:extLst>
                </p14:cNvPr>
                <p14:cNvContentPartPr/>
                <p14:nvPr/>
              </p14:nvContentPartPr>
              <p14:xfrm>
                <a:off x="3902115" y="3910890"/>
                <a:ext cx="242280" cy="65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04614F2-BF7D-141A-3ED6-0ACD0A646ED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893475" y="3902250"/>
                  <a:ext cx="25992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CCC35E7-7C73-F3F5-3BBB-537C616AD870}"/>
              </a:ext>
            </a:extLst>
          </p:cNvPr>
          <p:cNvGrpSpPr/>
          <p:nvPr/>
        </p:nvGrpSpPr>
        <p:grpSpPr>
          <a:xfrm>
            <a:off x="4780515" y="3868770"/>
            <a:ext cx="232200" cy="294120"/>
            <a:chOff x="4780515" y="3868770"/>
            <a:chExt cx="23220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0BF949-5FF1-6DF6-45B7-27E8E591BD7E}"/>
                    </a:ext>
                  </a:extLst>
                </p14:cNvPr>
                <p14:cNvContentPartPr/>
                <p14:nvPr/>
              </p14:nvContentPartPr>
              <p14:xfrm>
                <a:off x="4794915" y="3868770"/>
                <a:ext cx="25560" cy="294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0BF949-5FF1-6DF6-45B7-27E8E591BD7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85915" y="3859770"/>
                  <a:ext cx="432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0403E2D-69BE-E978-3D1B-7CF6DC5E9508}"/>
                    </a:ext>
                  </a:extLst>
                </p14:cNvPr>
                <p14:cNvContentPartPr/>
                <p14:nvPr/>
              </p14:nvContentPartPr>
              <p14:xfrm>
                <a:off x="4780515" y="3901890"/>
                <a:ext cx="232200" cy="209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0403E2D-69BE-E978-3D1B-7CF6DC5E950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71515" y="3892890"/>
                  <a:ext cx="24984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FF3BC3E-8AA3-D185-8D8C-30BEB6D340F7}"/>
              </a:ext>
            </a:extLst>
          </p:cNvPr>
          <p:cNvGrpSpPr/>
          <p:nvPr/>
        </p:nvGrpSpPr>
        <p:grpSpPr>
          <a:xfrm>
            <a:off x="5306115" y="4593090"/>
            <a:ext cx="180720" cy="302400"/>
            <a:chOff x="5306115" y="4593090"/>
            <a:chExt cx="18072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D42D3CA-F843-FE70-78DA-E170AD39FBFE}"/>
                    </a:ext>
                  </a:extLst>
                </p14:cNvPr>
                <p14:cNvContentPartPr/>
                <p14:nvPr/>
              </p14:nvContentPartPr>
              <p14:xfrm>
                <a:off x="5306115" y="4617570"/>
                <a:ext cx="90720" cy="196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D42D3CA-F843-FE70-78DA-E170AD39FBF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97115" y="4608930"/>
                  <a:ext cx="1083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E6BEF27-509F-94EE-AFCB-D131CCCAED02}"/>
                    </a:ext>
                  </a:extLst>
                </p14:cNvPr>
                <p14:cNvContentPartPr/>
                <p14:nvPr/>
              </p14:nvContentPartPr>
              <p14:xfrm>
                <a:off x="5390355" y="4593090"/>
                <a:ext cx="96480" cy="302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E6BEF27-509F-94EE-AFCB-D131CCCAED0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81355" y="4584090"/>
                  <a:ext cx="1141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720CBDB-0A5D-D7F2-06C7-B1410B23B802}"/>
                    </a:ext>
                  </a:extLst>
                </p14:cNvPr>
                <p14:cNvContentPartPr/>
                <p14:nvPr/>
              </p14:nvContentPartPr>
              <p14:xfrm>
                <a:off x="5363715" y="4757610"/>
                <a:ext cx="102600" cy="23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720CBDB-0A5D-D7F2-06C7-B1410B23B80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355075" y="4748970"/>
                  <a:ext cx="12024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766E1E5-2E71-357E-4F28-258631D68488}"/>
              </a:ext>
            </a:extLst>
          </p:cNvPr>
          <p:cNvGrpSpPr/>
          <p:nvPr/>
        </p:nvGrpSpPr>
        <p:grpSpPr>
          <a:xfrm>
            <a:off x="5261115" y="5444130"/>
            <a:ext cx="197640" cy="234360"/>
            <a:chOff x="5261115" y="5444130"/>
            <a:chExt cx="19764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33A5D8A-718C-168A-44FE-8302AE971429}"/>
                    </a:ext>
                  </a:extLst>
                </p14:cNvPr>
                <p14:cNvContentPartPr/>
                <p14:nvPr/>
              </p14:nvContentPartPr>
              <p14:xfrm>
                <a:off x="5261115" y="5444130"/>
                <a:ext cx="10440" cy="234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33A5D8A-718C-168A-44FE-8302AE97142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52115" y="5435130"/>
                  <a:ext cx="28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977E866-C956-2E46-EB0B-EAEF2D54D26A}"/>
                    </a:ext>
                  </a:extLst>
                </p14:cNvPr>
                <p14:cNvContentPartPr/>
                <p14:nvPr/>
              </p14:nvContentPartPr>
              <p14:xfrm>
                <a:off x="5281275" y="5470410"/>
                <a:ext cx="177480" cy="188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977E866-C956-2E46-EB0B-EAEF2D54D26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272635" y="5461410"/>
                  <a:ext cx="19512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5BA5950F-A2F9-DCB6-5631-5D7319E9F70F}"/>
                  </a:ext>
                </a:extLst>
              </p14:cNvPr>
              <p14:cNvContentPartPr/>
              <p14:nvPr/>
            </p14:nvContentPartPr>
            <p14:xfrm>
              <a:off x="2920395" y="2467650"/>
              <a:ext cx="2728080" cy="979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5BA5950F-A2F9-DCB6-5631-5D7319E9F70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911395" y="2458650"/>
                <a:ext cx="27457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5F12A34-4C67-4E1E-822F-CC3CBDD90C3F}"/>
                  </a:ext>
                </a:extLst>
              </p14:cNvPr>
              <p14:cNvContentPartPr/>
              <p14:nvPr/>
            </p14:nvContentPartPr>
            <p14:xfrm>
              <a:off x="2930115" y="4198890"/>
              <a:ext cx="785880" cy="626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5F12A34-4C67-4E1E-822F-CC3CBDD90C3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921115" y="4190250"/>
                <a:ext cx="8035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A8CB77F7-9548-3221-03F2-71F63EABE60E}"/>
                  </a:ext>
                </a:extLst>
              </p14:cNvPr>
              <p14:cNvContentPartPr/>
              <p14:nvPr/>
            </p14:nvContentPartPr>
            <p14:xfrm>
              <a:off x="5029275" y="2545770"/>
              <a:ext cx="587880" cy="19472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A8CB77F7-9548-3221-03F2-71F63EABE60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020635" y="2536770"/>
                <a:ext cx="605520" cy="19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64730D4-94F0-0A36-DCB5-3277AC382C81}"/>
                  </a:ext>
                </a:extLst>
              </p14:cNvPr>
              <p14:cNvContentPartPr/>
              <p14:nvPr/>
            </p14:nvContentPartPr>
            <p14:xfrm>
              <a:off x="3465435" y="4217250"/>
              <a:ext cx="127080" cy="18961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64730D4-94F0-0A36-DCB5-3277AC382C8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456435" y="4208610"/>
                <a:ext cx="144720" cy="19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1510643-0CD9-6362-D193-81AE6969F346}"/>
                  </a:ext>
                </a:extLst>
              </p14:cNvPr>
              <p14:cNvContentPartPr/>
              <p14:nvPr/>
            </p14:nvContentPartPr>
            <p14:xfrm>
              <a:off x="5011635" y="2528130"/>
              <a:ext cx="65160" cy="849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1510643-0CD9-6362-D193-81AE6969F34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002995" y="2519490"/>
                <a:ext cx="8280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3B6D7A3-C15F-A904-A32A-8D8FCE045375}"/>
              </a:ext>
            </a:extLst>
          </p:cNvPr>
          <p:cNvGrpSpPr/>
          <p:nvPr/>
        </p:nvGrpSpPr>
        <p:grpSpPr>
          <a:xfrm>
            <a:off x="5314035" y="1951050"/>
            <a:ext cx="46800" cy="51480"/>
            <a:chOff x="5314035" y="1951050"/>
            <a:chExt cx="46800" cy="5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FE3C52F-DA10-DBE5-634A-B0FADD29BE33}"/>
                    </a:ext>
                  </a:extLst>
                </p14:cNvPr>
                <p14:cNvContentPartPr/>
                <p14:nvPr/>
              </p14:nvContentPartPr>
              <p14:xfrm>
                <a:off x="5347155" y="1965450"/>
                <a:ext cx="13680" cy="37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FE3C52F-DA10-DBE5-634A-B0FADD29BE3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38155" y="1956450"/>
                  <a:ext cx="31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3BB85D2-873A-DE4F-2A02-18226BC39D14}"/>
                    </a:ext>
                  </a:extLst>
                </p14:cNvPr>
                <p14:cNvContentPartPr/>
                <p14:nvPr/>
              </p14:nvContentPartPr>
              <p14:xfrm>
                <a:off x="5360115" y="1965450"/>
                <a:ext cx="360" cy="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3BB85D2-873A-DE4F-2A02-18226BC39D1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51475" y="19564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D2C32AA-7A47-9A9F-BA5E-BC906FE11841}"/>
                    </a:ext>
                  </a:extLst>
                </p14:cNvPr>
                <p14:cNvContentPartPr/>
                <p14:nvPr/>
              </p14:nvContentPartPr>
              <p14:xfrm>
                <a:off x="5314035" y="1951050"/>
                <a:ext cx="46440" cy="49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D2C32AA-7A47-9A9F-BA5E-BC906FE1184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05395" y="1942410"/>
                  <a:ext cx="6408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9E329F1-2A6B-B43E-5848-B560BBBAA4F2}"/>
                  </a:ext>
                </a:extLst>
              </p14:cNvPr>
              <p14:cNvContentPartPr/>
              <p14:nvPr/>
            </p14:nvContentPartPr>
            <p14:xfrm>
              <a:off x="5180475" y="6030930"/>
              <a:ext cx="1679040" cy="6048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9E329F1-2A6B-B43E-5848-B560BBBAA4F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171835" y="6021930"/>
                <a:ext cx="1696680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8792356-5C5B-3366-675B-55C92ADDCA6C}"/>
                  </a:ext>
                </a:extLst>
              </p14:cNvPr>
              <p14:cNvContentPartPr/>
              <p14:nvPr/>
            </p14:nvContentPartPr>
            <p14:xfrm>
              <a:off x="7283955" y="6268890"/>
              <a:ext cx="204840" cy="4334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8792356-5C5B-3366-675B-55C92ADDCA6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274955" y="6260250"/>
                <a:ext cx="22248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707F9C3-1326-551D-E7A6-053BD254E4F0}"/>
                  </a:ext>
                </a:extLst>
              </p14:cNvPr>
              <p14:cNvContentPartPr/>
              <p14:nvPr/>
            </p14:nvContentPartPr>
            <p14:xfrm>
              <a:off x="7687155" y="6591810"/>
              <a:ext cx="31680" cy="392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707F9C3-1326-551D-E7A6-053BD254E4F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678155" y="6582810"/>
                <a:ext cx="4932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C269AB3-3F50-6B55-69AF-10ACCFF353A2}"/>
              </a:ext>
            </a:extLst>
          </p:cNvPr>
          <p:cNvGrpSpPr/>
          <p:nvPr/>
        </p:nvGrpSpPr>
        <p:grpSpPr>
          <a:xfrm>
            <a:off x="1659315" y="5357370"/>
            <a:ext cx="1237320" cy="469080"/>
            <a:chOff x="1659315" y="5357370"/>
            <a:chExt cx="123732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1091F52-A4BA-95A8-9DE9-CE02A37AB042}"/>
                    </a:ext>
                  </a:extLst>
                </p14:cNvPr>
                <p14:cNvContentPartPr/>
                <p14:nvPr/>
              </p14:nvContentPartPr>
              <p14:xfrm>
                <a:off x="1730595" y="5710170"/>
                <a:ext cx="1166040" cy="116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1091F52-A4BA-95A8-9DE9-CE02A37AB04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21955" y="5701530"/>
                  <a:ext cx="1183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638D251-87E0-E0F6-2B40-08C3132829C7}"/>
                    </a:ext>
                  </a:extLst>
                </p14:cNvPr>
                <p14:cNvContentPartPr/>
                <p14:nvPr/>
              </p14:nvContentPartPr>
              <p14:xfrm>
                <a:off x="1659315" y="5357370"/>
                <a:ext cx="181080" cy="229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638D251-87E0-E0F6-2B40-08C3132829C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50315" y="5348370"/>
                  <a:ext cx="19872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9EFB005-73CF-B317-28C4-BB5C2AFC3ED2}"/>
              </a:ext>
            </a:extLst>
          </p:cNvPr>
          <p:cNvGrpSpPr/>
          <p:nvPr/>
        </p:nvGrpSpPr>
        <p:grpSpPr>
          <a:xfrm>
            <a:off x="1375635" y="2611290"/>
            <a:ext cx="3598920" cy="1684080"/>
            <a:chOff x="1375635" y="2611290"/>
            <a:chExt cx="3598920" cy="168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617F104-B036-3B02-893A-D8044FF92525}"/>
                    </a:ext>
                  </a:extLst>
                </p14:cNvPr>
                <p14:cNvContentPartPr/>
                <p14:nvPr/>
              </p14:nvContentPartPr>
              <p14:xfrm>
                <a:off x="1793955" y="3891090"/>
                <a:ext cx="1149840" cy="99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617F104-B036-3B02-893A-D8044FF9252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84955" y="3882450"/>
                  <a:ext cx="1167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CC4E333-D588-196F-8532-821A86A62B7D}"/>
                    </a:ext>
                  </a:extLst>
                </p14:cNvPr>
                <p14:cNvContentPartPr/>
                <p14:nvPr/>
              </p14:nvContentPartPr>
              <p14:xfrm>
                <a:off x="1375635" y="3591930"/>
                <a:ext cx="195120" cy="617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CC4E333-D588-196F-8532-821A86A62B7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66995" y="3582930"/>
                  <a:ext cx="21276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9009055-C874-E2C8-62C2-7D9006ADC3BB}"/>
                    </a:ext>
                  </a:extLst>
                </p14:cNvPr>
                <p14:cNvContentPartPr/>
                <p14:nvPr/>
              </p14:nvContentPartPr>
              <p14:xfrm>
                <a:off x="1418835" y="3872010"/>
                <a:ext cx="140040" cy="23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9009055-C874-E2C8-62C2-7D9006ADC3B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10195" y="3863010"/>
                  <a:ext cx="157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2256A20-8126-9CDC-9055-2C71ABB4B8F2}"/>
                    </a:ext>
                  </a:extLst>
                </p14:cNvPr>
                <p14:cNvContentPartPr/>
                <p14:nvPr/>
              </p14:nvContentPartPr>
              <p14:xfrm>
                <a:off x="1847235" y="2696610"/>
                <a:ext cx="68040" cy="127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2256A20-8126-9CDC-9055-2C71ABB4B8F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38595" y="2687610"/>
                  <a:ext cx="85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4D50051-9364-E7F8-7073-1F78D29B3422}"/>
                    </a:ext>
                  </a:extLst>
                </p14:cNvPr>
                <p14:cNvContentPartPr/>
                <p14:nvPr/>
              </p14:nvContentPartPr>
              <p14:xfrm>
                <a:off x="1854075" y="2730450"/>
                <a:ext cx="3089520" cy="97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4D50051-9364-E7F8-7073-1F78D29B342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45435" y="2721450"/>
                  <a:ext cx="31071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A19606E-0F6B-B4A0-AABC-47F9D1C44AB9}"/>
                    </a:ext>
                  </a:extLst>
                </p14:cNvPr>
                <p14:cNvContentPartPr/>
                <p14:nvPr/>
              </p14:nvContentPartPr>
              <p14:xfrm>
                <a:off x="4916235" y="2825130"/>
                <a:ext cx="58320" cy="1470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A19606E-0F6B-B4A0-AABC-47F9D1C44AB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07235" y="2816130"/>
                  <a:ext cx="75960" cy="14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877693D-9A45-AA08-8E32-2E6C4E8E1E2D}"/>
                    </a:ext>
                  </a:extLst>
                </p14:cNvPr>
                <p14:cNvContentPartPr/>
                <p14:nvPr/>
              </p14:nvContentPartPr>
              <p14:xfrm>
                <a:off x="1411635" y="2611290"/>
                <a:ext cx="153360" cy="397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877693D-9A45-AA08-8E32-2E6C4E8E1E2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02995" y="2602650"/>
                  <a:ext cx="171000" cy="4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2632F912-9419-58B6-B0D9-92E9F33E1333}"/>
              </a:ext>
            </a:extLst>
          </p:cNvPr>
          <p:cNvGrpSpPr/>
          <p:nvPr/>
        </p:nvGrpSpPr>
        <p:grpSpPr>
          <a:xfrm>
            <a:off x="3567675" y="1763850"/>
            <a:ext cx="1845720" cy="621000"/>
            <a:chOff x="3567675" y="1763850"/>
            <a:chExt cx="1845720" cy="62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A2FE00C-C44F-B51C-1A4E-337C33D201AD}"/>
                    </a:ext>
                  </a:extLst>
                </p14:cNvPr>
                <p14:cNvContentPartPr/>
                <p14:nvPr/>
              </p14:nvContentPartPr>
              <p14:xfrm>
                <a:off x="3567675" y="1992090"/>
                <a:ext cx="786240" cy="91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A2FE00C-C44F-B51C-1A4E-337C33D201A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531675" y="1956450"/>
                  <a:ext cx="857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C420D4D-4ABE-8EA5-68DA-C2A26BABB658}"/>
                    </a:ext>
                  </a:extLst>
                </p14:cNvPr>
                <p14:cNvContentPartPr/>
                <p14:nvPr/>
              </p14:nvContentPartPr>
              <p14:xfrm>
                <a:off x="4358235" y="1763850"/>
                <a:ext cx="47160" cy="506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C420D4D-4ABE-8EA5-68DA-C2A26BABB65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322235" y="1728210"/>
                  <a:ext cx="11880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CA368D7-7BBB-742D-B23B-494D0AB99CC9}"/>
                    </a:ext>
                  </a:extLst>
                </p14:cNvPr>
                <p14:cNvContentPartPr/>
                <p14:nvPr/>
              </p14:nvContentPartPr>
              <p14:xfrm>
                <a:off x="4369035" y="1841970"/>
                <a:ext cx="329760" cy="510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CA368D7-7BBB-742D-B23B-494D0AB99C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33395" y="1805970"/>
                  <a:ext cx="40140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17F267B-052B-FD13-DD54-C23234C91EA7}"/>
                    </a:ext>
                  </a:extLst>
                </p14:cNvPr>
                <p14:cNvContentPartPr/>
                <p14:nvPr/>
              </p14:nvContentPartPr>
              <p14:xfrm>
                <a:off x="4687635" y="1797690"/>
                <a:ext cx="50760" cy="587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17F267B-052B-FD13-DD54-C23234C91EA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51995" y="1761690"/>
                  <a:ext cx="12240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951FC06-AFC7-ACAF-ABDE-B84DA38E2147}"/>
                    </a:ext>
                  </a:extLst>
                </p14:cNvPr>
                <p14:cNvContentPartPr/>
                <p14:nvPr/>
              </p14:nvContentPartPr>
              <p14:xfrm>
                <a:off x="4761435" y="1965450"/>
                <a:ext cx="651960" cy="91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951FC06-AFC7-ACAF-ABDE-B84DA38E214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725795" y="1929450"/>
                  <a:ext cx="723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FC20A4E-9118-C10A-8C60-84BFFEFED119}"/>
                    </a:ext>
                  </a:extLst>
                </p14:cNvPr>
                <p14:cNvContentPartPr/>
                <p14:nvPr/>
              </p14:nvContentPartPr>
              <p14:xfrm>
                <a:off x="3581715" y="2011890"/>
                <a:ext cx="43920" cy="1112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FC20A4E-9118-C10A-8C60-84BFFEFED11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45715" y="1975890"/>
                  <a:ext cx="11556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3A902BA-8DC4-DCB9-EB5F-7A3633CF0BC0}"/>
              </a:ext>
            </a:extLst>
          </p:cNvPr>
          <p:cNvGrpSpPr/>
          <p:nvPr/>
        </p:nvGrpSpPr>
        <p:grpSpPr>
          <a:xfrm>
            <a:off x="5373435" y="2495730"/>
            <a:ext cx="523080" cy="1534320"/>
            <a:chOff x="5373435" y="2495730"/>
            <a:chExt cx="523080" cy="153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C61AA48-26FD-BE36-5771-DF5EBA5C3074}"/>
                    </a:ext>
                  </a:extLst>
                </p14:cNvPr>
                <p14:cNvContentPartPr/>
                <p14:nvPr/>
              </p14:nvContentPartPr>
              <p14:xfrm>
                <a:off x="5588715" y="2495730"/>
                <a:ext cx="38880" cy="4791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C61AA48-26FD-BE36-5771-DF5EBA5C307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553075" y="2460090"/>
                  <a:ext cx="11052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FB1CD75-76CE-AE44-B4A0-BBE44DAADC81}"/>
                    </a:ext>
                  </a:extLst>
                </p14:cNvPr>
                <p14:cNvContentPartPr/>
                <p14:nvPr/>
              </p14:nvContentPartPr>
              <p14:xfrm>
                <a:off x="5373435" y="2925570"/>
                <a:ext cx="523080" cy="358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FB1CD75-76CE-AE44-B4A0-BBE44DAADC8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337795" y="2889930"/>
                  <a:ext cx="59472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9E9C2B4-C300-1A13-C3C8-458B7B9A8466}"/>
                    </a:ext>
                  </a:extLst>
                </p14:cNvPr>
                <p14:cNvContentPartPr/>
                <p14:nvPr/>
              </p14:nvContentPartPr>
              <p14:xfrm>
                <a:off x="5428875" y="3385650"/>
                <a:ext cx="435960" cy="19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9E9C2B4-C300-1A13-C3C8-458B7B9A846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92875" y="3350010"/>
                  <a:ext cx="507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2D14A60-D5EB-8FD6-62C8-8BEFEA06A38A}"/>
                    </a:ext>
                  </a:extLst>
                </p14:cNvPr>
                <p14:cNvContentPartPr/>
                <p14:nvPr/>
              </p14:nvContentPartPr>
              <p14:xfrm>
                <a:off x="5626155" y="3392490"/>
                <a:ext cx="8640" cy="637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2D14A60-D5EB-8FD6-62C8-8BEFEA06A38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90515" y="3356490"/>
                  <a:ext cx="80280" cy="70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3AB485C-9D60-520E-30D0-A7E1F7395D7E}"/>
              </a:ext>
            </a:extLst>
          </p:cNvPr>
          <p:cNvGrpSpPr/>
          <p:nvPr/>
        </p:nvGrpSpPr>
        <p:grpSpPr>
          <a:xfrm>
            <a:off x="2692875" y="2512290"/>
            <a:ext cx="570960" cy="1452960"/>
            <a:chOff x="2692875" y="2512290"/>
            <a:chExt cx="570960" cy="145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04F178A-28B9-9CCF-02F6-11CB94524C0E}"/>
                    </a:ext>
                  </a:extLst>
                </p14:cNvPr>
                <p14:cNvContentPartPr/>
                <p14:nvPr/>
              </p14:nvContentPartPr>
              <p14:xfrm>
                <a:off x="2963595" y="2512290"/>
                <a:ext cx="23760" cy="399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04F178A-28B9-9CCF-02F6-11CB94524C0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27955" y="2476650"/>
                  <a:ext cx="9540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90D5583-DB4F-CA7C-A696-03CB88A41E7C}"/>
                    </a:ext>
                  </a:extLst>
                </p14:cNvPr>
                <p14:cNvContentPartPr/>
                <p14:nvPr/>
              </p14:nvContentPartPr>
              <p14:xfrm>
                <a:off x="2692875" y="2882370"/>
                <a:ext cx="525960" cy="392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90D5583-DB4F-CA7C-A696-03CB88A41E7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57235" y="2846370"/>
                  <a:ext cx="5976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41E2797-51F9-1FB9-7447-C4DC1611219C}"/>
                    </a:ext>
                  </a:extLst>
                </p14:cNvPr>
                <p14:cNvContentPartPr/>
                <p14:nvPr/>
              </p14:nvContentPartPr>
              <p14:xfrm>
                <a:off x="2771355" y="3318690"/>
                <a:ext cx="492480" cy="29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41E2797-51F9-1FB9-7447-C4DC1611219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35355" y="3282690"/>
                  <a:ext cx="5641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9BD8AAC-E9AE-11C4-334F-F8655B1D4F93}"/>
                    </a:ext>
                  </a:extLst>
                </p14:cNvPr>
                <p14:cNvContentPartPr/>
                <p14:nvPr/>
              </p14:nvContentPartPr>
              <p14:xfrm>
                <a:off x="2967195" y="3350010"/>
                <a:ext cx="96840" cy="615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9BD8AAC-E9AE-11C4-334F-F8655B1D4F9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931195" y="3314010"/>
                  <a:ext cx="168480" cy="68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E6DE6867-D313-4932-C6B6-174CA2FB5593}"/>
              </a:ext>
            </a:extLst>
          </p:cNvPr>
          <p:cNvGrpSpPr/>
          <p:nvPr/>
        </p:nvGrpSpPr>
        <p:grpSpPr>
          <a:xfrm>
            <a:off x="5350395" y="4486890"/>
            <a:ext cx="496440" cy="1389600"/>
            <a:chOff x="5350395" y="4486890"/>
            <a:chExt cx="496440" cy="13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50D1B6E-5D13-B822-C965-E62A0DFFA757}"/>
                    </a:ext>
                  </a:extLst>
                </p14:cNvPr>
                <p14:cNvContentPartPr/>
                <p14:nvPr/>
              </p14:nvContentPartPr>
              <p14:xfrm>
                <a:off x="5585115" y="4486890"/>
                <a:ext cx="2880" cy="4161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50D1B6E-5D13-B822-C965-E62A0DFFA75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49475" y="4451250"/>
                  <a:ext cx="7452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AFBD880-2DEC-C9C9-B9A7-4F0E4F97FEC8}"/>
                    </a:ext>
                  </a:extLst>
                </p14:cNvPr>
                <p14:cNvContentPartPr/>
                <p14:nvPr/>
              </p14:nvContentPartPr>
              <p14:xfrm>
                <a:off x="5372355" y="4901970"/>
                <a:ext cx="474480" cy="3146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AFBD880-2DEC-C9C9-B9A7-4F0E4F97FEC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336355" y="4865970"/>
                  <a:ext cx="5461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A0ADEF-90E3-FF50-6A8D-97917FA669D2}"/>
                    </a:ext>
                  </a:extLst>
                </p14:cNvPr>
                <p14:cNvContentPartPr/>
                <p14:nvPr/>
              </p14:nvContentPartPr>
              <p14:xfrm>
                <a:off x="5350395" y="5299410"/>
                <a:ext cx="448200" cy="47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A0ADEF-90E3-FF50-6A8D-97917FA669D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314395" y="5263770"/>
                  <a:ext cx="519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4DB762D-2859-190C-18C8-0BB7B881D958}"/>
                    </a:ext>
                  </a:extLst>
                </p14:cNvPr>
                <p14:cNvContentPartPr/>
                <p14:nvPr/>
              </p14:nvContentPartPr>
              <p14:xfrm>
                <a:off x="5578275" y="5353050"/>
                <a:ext cx="19080" cy="523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4DB762D-2859-190C-18C8-0BB7B881D95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542635" y="5317410"/>
                  <a:ext cx="90720" cy="59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11D220E-F156-8A51-4B9A-AC3B968A1A3E}"/>
              </a:ext>
            </a:extLst>
          </p:cNvPr>
          <p:cNvGrpSpPr/>
          <p:nvPr/>
        </p:nvGrpSpPr>
        <p:grpSpPr>
          <a:xfrm>
            <a:off x="3707355" y="3991170"/>
            <a:ext cx="1303200" cy="555840"/>
            <a:chOff x="3707355" y="3991170"/>
            <a:chExt cx="1303200" cy="55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AFC4A59-59B5-3BCD-9A15-7D91C1926FE0}"/>
                    </a:ext>
                  </a:extLst>
                </p14:cNvPr>
                <p14:cNvContentPartPr/>
                <p14:nvPr/>
              </p14:nvContentPartPr>
              <p14:xfrm>
                <a:off x="3707355" y="4216170"/>
                <a:ext cx="518760" cy="29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AFC4A59-59B5-3BCD-9A15-7D91C1926FE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71355" y="4180530"/>
                  <a:ext cx="590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944877D-483F-9F28-83CE-4C553CC58FF0}"/>
                    </a:ext>
                  </a:extLst>
                </p14:cNvPr>
                <p14:cNvContentPartPr/>
                <p14:nvPr/>
              </p14:nvContentPartPr>
              <p14:xfrm>
                <a:off x="4191915" y="4019250"/>
                <a:ext cx="58680" cy="4723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944877D-483F-9F28-83CE-4C553CC58FF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56275" y="3983250"/>
                  <a:ext cx="13032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959B212-8C3F-E930-9138-7B3B688B8639}"/>
                    </a:ext>
                  </a:extLst>
                </p14:cNvPr>
                <p14:cNvContentPartPr/>
                <p14:nvPr/>
              </p14:nvContentPartPr>
              <p14:xfrm>
                <a:off x="4219635" y="4007370"/>
                <a:ext cx="394200" cy="511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959B212-8C3F-E930-9138-7B3B688B863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183995" y="3971370"/>
                  <a:ext cx="46584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9F4E226-86DC-5322-2182-54B3A59FC75D}"/>
                    </a:ext>
                  </a:extLst>
                </p14:cNvPr>
                <p14:cNvContentPartPr/>
                <p14:nvPr/>
              </p14:nvContentPartPr>
              <p14:xfrm>
                <a:off x="4657755" y="3991170"/>
                <a:ext cx="7560" cy="555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9F4E226-86DC-5322-2182-54B3A59FC75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621755" y="3955170"/>
                  <a:ext cx="7920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5FB5DEF-E403-8B9C-143A-EB75DD545820}"/>
                    </a:ext>
                  </a:extLst>
                </p14:cNvPr>
                <p14:cNvContentPartPr/>
                <p14:nvPr/>
              </p14:nvContentPartPr>
              <p14:xfrm>
                <a:off x="4673235" y="4233450"/>
                <a:ext cx="337320" cy="5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5FB5DEF-E403-8B9C-143A-EB75DD54582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637595" y="4197810"/>
                  <a:ext cx="40896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C71F466B-14A0-D332-242C-9CF6FD90A0E3}"/>
              </a:ext>
            </a:extLst>
          </p:cNvPr>
          <p:cNvGrpSpPr/>
          <p:nvPr/>
        </p:nvGrpSpPr>
        <p:grpSpPr>
          <a:xfrm>
            <a:off x="2696835" y="4270170"/>
            <a:ext cx="512640" cy="1427040"/>
            <a:chOff x="2696835" y="4270170"/>
            <a:chExt cx="512640" cy="14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A690CC0-D01B-4ED3-97A5-D292AA49207E}"/>
                    </a:ext>
                  </a:extLst>
                </p14:cNvPr>
                <p14:cNvContentPartPr/>
                <p14:nvPr/>
              </p14:nvContentPartPr>
              <p14:xfrm>
                <a:off x="2885475" y="4270170"/>
                <a:ext cx="41760" cy="410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A690CC0-D01B-4ED3-97A5-D292AA49207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849835" y="4234170"/>
                  <a:ext cx="11340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343C9FE-A428-82DD-4A01-41CBEC6D53B6}"/>
                    </a:ext>
                  </a:extLst>
                </p14:cNvPr>
                <p14:cNvContentPartPr/>
                <p14:nvPr/>
              </p14:nvContentPartPr>
              <p14:xfrm>
                <a:off x="2696835" y="4684530"/>
                <a:ext cx="475200" cy="3600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343C9FE-A428-82DD-4A01-41CBEC6D53B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661195" y="4648890"/>
                  <a:ext cx="5468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05C189E-A3A7-93F5-EE57-B3964C6FBF0C}"/>
                    </a:ext>
                  </a:extLst>
                </p14:cNvPr>
                <p14:cNvContentPartPr/>
                <p14:nvPr/>
              </p14:nvContentPartPr>
              <p14:xfrm>
                <a:off x="2896275" y="5062890"/>
                <a:ext cx="22680" cy="634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05C189E-A3A7-93F5-EE57-B3964C6FBF0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860635" y="5027250"/>
                  <a:ext cx="9432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CF3AFF6-94CA-2FB6-E9E6-4E6FB78D0776}"/>
                    </a:ext>
                  </a:extLst>
                </p14:cNvPr>
                <p14:cNvContentPartPr/>
                <p14:nvPr/>
              </p14:nvContentPartPr>
              <p14:xfrm>
                <a:off x="2711235" y="5030490"/>
                <a:ext cx="498240" cy="511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CF3AFF6-94CA-2FB6-E9E6-4E6FB78D077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75595" y="4994490"/>
                  <a:ext cx="56988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0D80D2B-C283-5791-3CF4-BEF46910A5E9}"/>
              </a:ext>
            </a:extLst>
          </p:cNvPr>
          <p:cNvGrpSpPr/>
          <p:nvPr/>
        </p:nvGrpSpPr>
        <p:grpSpPr>
          <a:xfrm>
            <a:off x="3548595" y="5830050"/>
            <a:ext cx="1682640" cy="528120"/>
            <a:chOff x="3548595" y="5830050"/>
            <a:chExt cx="1682640" cy="52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6AC8734-883D-9BFC-5872-4E49E77F0F02}"/>
                    </a:ext>
                  </a:extLst>
                </p14:cNvPr>
                <p14:cNvContentPartPr/>
                <p14:nvPr/>
              </p14:nvContentPartPr>
              <p14:xfrm>
                <a:off x="3548595" y="6030930"/>
                <a:ext cx="468000" cy="31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6AC8734-883D-9BFC-5872-4E49E77F0F0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512595" y="5994930"/>
                  <a:ext cx="539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1B43BA2-D328-3E51-1CB9-EDC170DDD321}"/>
                    </a:ext>
                  </a:extLst>
                </p14:cNvPr>
                <p14:cNvContentPartPr/>
                <p14:nvPr/>
              </p14:nvContentPartPr>
              <p14:xfrm>
                <a:off x="4005795" y="5844810"/>
                <a:ext cx="47160" cy="513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1B43BA2-D328-3E51-1CB9-EDC170DDD32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969795" y="5808810"/>
                  <a:ext cx="11880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E346C9C-B594-ED77-478B-511B03608C5B}"/>
                    </a:ext>
                  </a:extLst>
                </p14:cNvPr>
                <p14:cNvContentPartPr/>
                <p14:nvPr/>
              </p14:nvContentPartPr>
              <p14:xfrm>
                <a:off x="4029555" y="5885850"/>
                <a:ext cx="402840" cy="4582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E346C9C-B594-ED77-478B-511B03608C5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93915" y="5849850"/>
                  <a:ext cx="4744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2CA1FC7-A89B-03C9-F4C5-EE1E9FE3318F}"/>
                    </a:ext>
                  </a:extLst>
                </p14:cNvPr>
                <p14:cNvContentPartPr/>
                <p14:nvPr/>
              </p14:nvContentPartPr>
              <p14:xfrm>
                <a:off x="4444635" y="5830050"/>
                <a:ext cx="31680" cy="466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2CA1FC7-A89B-03C9-F4C5-EE1E9FE3318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408995" y="5794410"/>
                  <a:ext cx="1033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F573501-942D-A901-0E6C-224A4193E271}"/>
                    </a:ext>
                  </a:extLst>
                </p14:cNvPr>
                <p14:cNvContentPartPr/>
                <p14:nvPr/>
              </p14:nvContentPartPr>
              <p14:xfrm>
                <a:off x="4467675" y="6025530"/>
                <a:ext cx="763560" cy="94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F573501-942D-A901-0E6C-224A4193E27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431675" y="5989530"/>
                  <a:ext cx="83520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9A8B72C-98DA-9FB6-344A-52B0A9B12656}"/>
                  </a:ext>
                </a:extLst>
              </p14:cNvPr>
              <p14:cNvContentPartPr/>
              <p14:nvPr/>
            </p14:nvContentPartPr>
            <p14:xfrm>
              <a:off x="1275555" y="1969050"/>
              <a:ext cx="76320" cy="1371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9A8B72C-98DA-9FB6-344A-52B0A9B12656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266915" y="1960050"/>
                <a:ext cx="93960" cy="15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65A49681-5493-2532-D22C-3BE24928EBAA}"/>
              </a:ext>
            </a:extLst>
          </p:cNvPr>
          <p:cNvGrpSpPr/>
          <p:nvPr/>
        </p:nvGrpSpPr>
        <p:grpSpPr>
          <a:xfrm>
            <a:off x="1147035" y="1471890"/>
            <a:ext cx="1220400" cy="269640"/>
            <a:chOff x="1147035" y="1471890"/>
            <a:chExt cx="122040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83889EB-4564-5E90-41CF-227E49A99749}"/>
                    </a:ext>
                  </a:extLst>
                </p14:cNvPr>
                <p14:cNvContentPartPr/>
                <p14:nvPr/>
              </p14:nvContentPartPr>
              <p14:xfrm>
                <a:off x="1147035" y="1479090"/>
                <a:ext cx="147240" cy="2624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83889EB-4564-5E90-41CF-227E49A9974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38035" y="1470450"/>
                  <a:ext cx="1648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76C3E40-DA3B-18B8-5AFA-6008E4CDA600}"/>
                    </a:ext>
                  </a:extLst>
                </p14:cNvPr>
                <p14:cNvContentPartPr/>
                <p14:nvPr/>
              </p14:nvContentPartPr>
              <p14:xfrm>
                <a:off x="1315875" y="1577730"/>
                <a:ext cx="110520" cy="146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76C3E40-DA3B-18B8-5AFA-6008E4CDA60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307235" y="1568730"/>
                  <a:ext cx="128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F5A0785-E346-4238-39CA-A9C984AF99F6}"/>
                    </a:ext>
                  </a:extLst>
                </p14:cNvPr>
                <p14:cNvContentPartPr/>
                <p14:nvPr/>
              </p14:nvContentPartPr>
              <p14:xfrm>
                <a:off x="1481475" y="1554330"/>
                <a:ext cx="218160" cy="1728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F5A0785-E346-4238-39CA-A9C984AF99F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472835" y="1545690"/>
                  <a:ext cx="235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95D8DA5-B87C-E713-D15C-9182428477BF}"/>
                    </a:ext>
                  </a:extLst>
                </p14:cNvPr>
                <p14:cNvContentPartPr/>
                <p14:nvPr/>
              </p14:nvContentPartPr>
              <p14:xfrm>
                <a:off x="1744995" y="1509330"/>
                <a:ext cx="215640" cy="173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95D8DA5-B87C-E713-D15C-9182428477B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736355" y="1500690"/>
                  <a:ext cx="2332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D20AFD8-9DAB-BCA4-506C-EBE01A7994FB}"/>
                    </a:ext>
                  </a:extLst>
                </p14:cNvPr>
                <p14:cNvContentPartPr/>
                <p14:nvPr/>
              </p14:nvContentPartPr>
              <p14:xfrm>
                <a:off x="2019315" y="1494210"/>
                <a:ext cx="95400" cy="146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D20AFD8-9DAB-BCA4-506C-EBE01A7994F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010315" y="1485210"/>
                  <a:ext cx="113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CFAAD79-538A-B3B8-243C-6D4CB9F1DDF0}"/>
                    </a:ext>
                  </a:extLst>
                </p14:cNvPr>
                <p14:cNvContentPartPr/>
                <p14:nvPr/>
              </p14:nvContentPartPr>
              <p14:xfrm>
                <a:off x="2168355" y="1471890"/>
                <a:ext cx="199080" cy="177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CFAAD79-538A-B3B8-243C-6D4CB9F1DDF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159715" y="1463250"/>
                  <a:ext cx="21672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E39FB531-555F-9F77-6659-A27A225E5047}"/>
              </a:ext>
            </a:extLst>
          </p:cNvPr>
          <p:cNvGrpSpPr/>
          <p:nvPr/>
        </p:nvGrpSpPr>
        <p:grpSpPr>
          <a:xfrm>
            <a:off x="1268715" y="2017290"/>
            <a:ext cx="2388600" cy="2256840"/>
            <a:chOff x="1268715" y="2017290"/>
            <a:chExt cx="2388600" cy="225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7C6D41F-457F-AB77-E4F6-8F4513164482}"/>
                    </a:ext>
                  </a:extLst>
                </p14:cNvPr>
                <p14:cNvContentPartPr/>
                <p14:nvPr/>
              </p14:nvContentPartPr>
              <p14:xfrm>
                <a:off x="2096355" y="2039970"/>
                <a:ext cx="1504080" cy="42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7C6D41F-457F-AB77-E4F6-8F451316448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087355" y="2031330"/>
                  <a:ext cx="1521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A921B16-ADC1-AFA3-AB8B-C59E4107D621}"/>
                    </a:ext>
                  </a:extLst>
                </p14:cNvPr>
                <p14:cNvContentPartPr/>
                <p14:nvPr/>
              </p14:nvContentPartPr>
              <p14:xfrm>
                <a:off x="2943435" y="2057970"/>
                <a:ext cx="28080" cy="391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A921B16-ADC1-AFA3-AB8B-C59E4107D62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934435" y="2048970"/>
                  <a:ext cx="457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D145A3E-D923-76A6-FB8D-0DDBB1ED445D}"/>
                    </a:ext>
                  </a:extLst>
                </p14:cNvPr>
                <p14:cNvContentPartPr/>
                <p14:nvPr/>
              </p14:nvContentPartPr>
              <p14:xfrm>
                <a:off x="2920035" y="2017290"/>
                <a:ext cx="78120" cy="118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D145A3E-D923-76A6-FB8D-0DDBB1ED445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11395" y="2008290"/>
                  <a:ext cx="957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5947385-5AE1-0A1C-963C-B114672BB6A5}"/>
                    </a:ext>
                  </a:extLst>
                </p14:cNvPr>
                <p14:cNvContentPartPr/>
                <p14:nvPr/>
              </p14:nvContentPartPr>
              <p14:xfrm>
                <a:off x="1268715" y="2017290"/>
                <a:ext cx="877320" cy="52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5947385-5AE1-0A1C-963C-B114672BB6A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259715" y="2008290"/>
                  <a:ext cx="894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6E2B0FD-48C3-F76E-6C81-C4387E305980}"/>
                    </a:ext>
                  </a:extLst>
                </p14:cNvPr>
                <p14:cNvContentPartPr/>
                <p14:nvPr/>
              </p14:nvContentPartPr>
              <p14:xfrm>
                <a:off x="2011035" y="2054010"/>
                <a:ext cx="45720" cy="27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6E2B0FD-48C3-F76E-6C81-C4387E30598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002035" y="2045370"/>
                  <a:ext cx="63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23FBDBC-98DE-69D1-E087-4D5B90671F57}"/>
                    </a:ext>
                  </a:extLst>
                </p14:cNvPr>
                <p14:cNvContentPartPr/>
                <p14:nvPr/>
              </p14:nvContentPartPr>
              <p14:xfrm>
                <a:off x="1357635" y="2022330"/>
                <a:ext cx="2299680" cy="47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23FBDBC-98DE-69D1-E087-4D5B90671F5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348635" y="2013330"/>
                  <a:ext cx="2317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4A2E79-232E-046D-E2A4-B826C5F031C0}"/>
                    </a:ext>
                  </a:extLst>
                </p14:cNvPr>
                <p14:cNvContentPartPr/>
                <p14:nvPr/>
              </p14:nvContentPartPr>
              <p14:xfrm>
                <a:off x="2951715" y="2034570"/>
                <a:ext cx="41400" cy="4982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4A2E79-232E-046D-E2A4-B826C5F031C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942715" y="2025930"/>
                  <a:ext cx="5904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41AFA71-7226-8A5E-1AD5-3D23E523EB0D}"/>
                    </a:ext>
                  </a:extLst>
                </p14:cNvPr>
                <p14:cNvContentPartPr/>
                <p14:nvPr/>
              </p14:nvContentPartPr>
              <p14:xfrm>
                <a:off x="3427995" y="2498610"/>
                <a:ext cx="41400" cy="1765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41AFA71-7226-8A5E-1AD5-3D23E523EB0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19355" y="2489610"/>
                  <a:ext cx="59040" cy="17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3477DDA-CC81-839B-4177-CE8E930846B4}"/>
                    </a:ext>
                  </a:extLst>
                </p14:cNvPr>
                <p14:cNvContentPartPr/>
                <p14:nvPr/>
              </p14:nvContentPartPr>
              <p14:xfrm>
                <a:off x="3411435" y="2493570"/>
                <a:ext cx="76680" cy="116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3477DDA-CC81-839B-4177-CE8E930846B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402435" y="2484570"/>
                  <a:ext cx="94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16F2F15-A0D9-0BED-2D7A-1068A4386983}"/>
                    </a:ext>
                  </a:extLst>
                </p14:cNvPr>
                <p14:cNvContentPartPr/>
                <p14:nvPr/>
              </p14:nvContentPartPr>
              <p14:xfrm>
                <a:off x="3421875" y="4214370"/>
                <a:ext cx="78840" cy="59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16F2F15-A0D9-0BED-2D7A-1068A438698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413235" y="4205730"/>
                  <a:ext cx="9648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7EAF12E-91BA-AAC5-7B43-F63EDFE96F20}"/>
                  </a:ext>
                </a:extLst>
              </p14:cNvPr>
              <p14:cNvContentPartPr/>
              <p14:nvPr/>
            </p14:nvContentPartPr>
            <p14:xfrm>
              <a:off x="2990235" y="2481330"/>
              <a:ext cx="2678760" cy="889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7EAF12E-91BA-AAC5-7B43-F63EDFE96F20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2981235" y="2472330"/>
                <a:ext cx="2696400" cy="1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042701E3-BD6A-4CD3-F6C9-87FBD6E47997}"/>
              </a:ext>
            </a:extLst>
          </p:cNvPr>
          <p:cNvGrpSpPr/>
          <p:nvPr/>
        </p:nvGrpSpPr>
        <p:grpSpPr>
          <a:xfrm>
            <a:off x="5042595" y="2609490"/>
            <a:ext cx="593640" cy="1875600"/>
            <a:chOff x="5042595" y="2609490"/>
            <a:chExt cx="593640" cy="187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1B06871-A559-3F95-EAE3-D5F33E7DA9C4}"/>
                    </a:ext>
                  </a:extLst>
                </p14:cNvPr>
                <p14:cNvContentPartPr/>
                <p14:nvPr/>
              </p14:nvContentPartPr>
              <p14:xfrm>
                <a:off x="5042595" y="2609490"/>
                <a:ext cx="148320" cy="1858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1B06871-A559-3F95-EAE3-D5F33E7DA9C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033955" y="2600490"/>
                  <a:ext cx="165960" cy="18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0E54FAC-505D-24E7-789E-A8F93FB2D9DB}"/>
                    </a:ext>
                  </a:extLst>
                </p14:cNvPr>
                <p14:cNvContentPartPr/>
                <p14:nvPr/>
              </p14:nvContentPartPr>
              <p14:xfrm>
                <a:off x="5093715" y="4417410"/>
                <a:ext cx="542520" cy="67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0E54FAC-505D-24E7-789E-A8F93FB2D9D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085075" y="4408770"/>
                  <a:ext cx="56016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D5CE55AB-7BD5-8EBA-06EF-D58B8CF5611B}"/>
              </a:ext>
            </a:extLst>
          </p:cNvPr>
          <p:cNvGrpSpPr/>
          <p:nvPr/>
        </p:nvGrpSpPr>
        <p:grpSpPr>
          <a:xfrm>
            <a:off x="2869995" y="4198890"/>
            <a:ext cx="813960" cy="1885320"/>
            <a:chOff x="2869995" y="4198890"/>
            <a:chExt cx="813960" cy="18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4D634BF-63ED-CA4A-8754-A8485E6BDF78}"/>
                    </a:ext>
                  </a:extLst>
                </p14:cNvPr>
                <p14:cNvContentPartPr/>
                <p14:nvPr/>
              </p14:nvContentPartPr>
              <p14:xfrm>
                <a:off x="2869995" y="4228050"/>
                <a:ext cx="597960" cy="24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4D634BF-63ED-CA4A-8754-A8485E6BDF7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861355" y="4219410"/>
                  <a:ext cx="615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A7CBAB4-E2DB-6060-D196-7B4E7185B673}"/>
                    </a:ext>
                  </a:extLst>
                </p14:cNvPr>
                <p14:cNvContentPartPr/>
                <p14:nvPr/>
              </p14:nvContentPartPr>
              <p14:xfrm>
                <a:off x="3469035" y="4198890"/>
                <a:ext cx="360" cy="3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A7CBAB4-E2DB-6060-D196-7B4E7185B67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60035" y="41902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DB41127-4F25-733E-5302-F7596661A9FC}"/>
                    </a:ext>
                  </a:extLst>
                </p14:cNvPr>
                <p14:cNvContentPartPr/>
                <p14:nvPr/>
              </p14:nvContentPartPr>
              <p14:xfrm>
                <a:off x="3616995" y="4211850"/>
                <a:ext cx="66960" cy="262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DB41127-4F25-733E-5302-F7596661A9F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07995" y="4203210"/>
                  <a:ext cx="84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4DDE253-FCD1-17B2-EA25-4B29E903A1FA}"/>
                    </a:ext>
                  </a:extLst>
                </p14:cNvPr>
                <p14:cNvContentPartPr/>
                <p14:nvPr/>
              </p14:nvContentPartPr>
              <p14:xfrm>
                <a:off x="3505035" y="4222650"/>
                <a:ext cx="92880" cy="1861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4DDE253-FCD1-17B2-EA25-4B29E903A1F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496395" y="4213650"/>
                  <a:ext cx="110520" cy="18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7521C04-7F5D-E5E4-72F9-0F63FFECE27B}"/>
              </a:ext>
            </a:extLst>
          </p:cNvPr>
          <p:cNvGrpSpPr/>
          <p:nvPr/>
        </p:nvGrpSpPr>
        <p:grpSpPr>
          <a:xfrm>
            <a:off x="4198755" y="98490"/>
            <a:ext cx="68040" cy="81360"/>
            <a:chOff x="4198755" y="98490"/>
            <a:chExt cx="68040" cy="8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7582C4D-495C-0399-820D-C46698FFC387}"/>
                    </a:ext>
                  </a:extLst>
                </p14:cNvPr>
                <p14:cNvContentPartPr/>
                <p14:nvPr/>
              </p14:nvContentPartPr>
              <p14:xfrm>
                <a:off x="4198755" y="98490"/>
                <a:ext cx="27720" cy="813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7582C4D-495C-0399-820D-C46698FFC38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189755" y="89850"/>
                  <a:ext cx="45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23D806D-7AC6-8C91-74FE-3BA090939311}"/>
                    </a:ext>
                  </a:extLst>
                </p14:cNvPr>
                <p14:cNvContentPartPr/>
                <p14:nvPr/>
              </p14:nvContentPartPr>
              <p14:xfrm>
                <a:off x="4250955" y="113970"/>
                <a:ext cx="15840" cy="60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23D806D-7AC6-8C91-74FE-3BA09093931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242315" y="104970"/>
                  <a:ext cx="3348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3B2CC346-E92C-2AAD-0E65-AAE28F4973A0}"/>
              </a:ext>
            </a:extLst>
          </p:cNvPr>
          <p:cNvGrpSpPr/>
          <p:nvPr/>
        </p:nvGrpSpPr>
        <p:grpSpPr>
          <a:xfrm>
            <a:off x="5241315" y="107490"/>
            <a:ext cx="82080" cy="94680"/>
            <a:chOff x="5241315" y="107490"/>
            <a:chExt cx="82080" cy="9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5E1FFAD-7B81-B658-5AA5-F9D8E60B900D}"/>
                    </a:ext>
                  </a:extLst>
                </p14:cNvPr>
                <p14:cNvContentPartPr/>
                <p14:nvPr/>
              </p14:nvContentPartPr>
              <p14:xfrm>
                <a:off x="5241315" y="107490"/>
                <a:ext cx="43560" cy="727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5E1FFAD-7B81-B658-5AA5-F9D8E60B900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232675" y="98490"/>
                  <a:ext cx="612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DF9D791-51C9-28C9-5224-9286358846AA}"/>
                    </a:ext>
                  </a:extLst>
                </p14:cNvPr>
                <p14:cNvContentPartPr/>
                <p14:nvPr/>
              </p14:nvContentPartPr>
              <p14:xfrm>
                <a:off x="5273715" y="118290"/>
                <a:ext cx="49680" cy="83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DF9D791-51C9-28C9-5224-9286358846A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264715" y="109290"/>
                  <a:ext cx="6732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19457306-C8F4-358F-E5A4-66EBD23971E1}"/>
              </a:ext>
            </a:extLst>
          </p:cNvPr>
          <p:cNvGrpSpPr/>
          <p:nvPr/>
        </p:nvGrpSpPr>
        <p:grpSpPr>
          <a:xfrm>
            <a:off x="519195" y="1079130"/>
            <a:ext cx="801720" cy="945720"/>
            <a:chOff x="519195" y="1079130"/>
            <a:chExt cx="801720" cy="94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0B14755-B105-A3E4-680A-B2E8376606ED}"/>
                    </a:ext>
                  </a:extLst>
                </p14:cNvPr>
                <p14:cNvContentPartPr/>
                <p14:nvPr/>
              </p14:nvContentPartPr>
              <p14:xfrm>
                <a:off x="546915" y="1323210"/>
                <a:ext cx="774000" cy="701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0B14755-B105-A3E4-680A-B2E8376606E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37915" y="1314570"/>
                  <a:ext cx="7916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A3D15D9-72B5-E91B-7DC7-77425CC2BB42}"/>
                    </a:ext>
                  </a:extLst>
                </p14:cNvPr>
                <p14:cNvContentPartPr/>
                <p14:nvPr/>
              </p14:nvContentPartPr>
              <p14:xfrm>
                <a:off x="521715" y="1290450"/>
                <a:ext cx="68760" cy="67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A3D15D9-72B5-E91B-7DC7-77425CC2BB4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12715" y="1281810"/>
                  <a:ext cx="86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A6229E7-C31F-A6C7-F15A-A7A5186E3A6B}"/>
                    </a:ext>
                  </a:extLst>
                </p14:cNvPr>
                <p14:cNvContentPartPr/>
                <p14:nvPr/>
              </p14:nvContentPartPr>
              <p14:xfrm>
                <a:off x="519195" y="1275690"/>
                <a:ext cx="36360" cy="730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A6229E7-C31F-A6C7-F15A-A7A5186E3A6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10195" y="1266690"/>
                  <a:ext cx="54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4AACAFD-D065-CA70-E33C-AAA57641B71E}"/>
                    </a:ext>
                  </a:extLst>
                </p14:cNvPr>
                <p14:cNvContentPartPr/>
                <p14:nvPr/>
              </p14:nvContentPartPr>
              <p14:xfrm>
                <a:off x="643035" y="1079130"/>
                <a:ext cx="178560" cy="311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4AACAFD-D065-CA70-E33C-AAA57641B71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34035" y="1070130"/>
                  <a:ext cx="1962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9FCD1A7-FA21-FCB0-F76E-E54FB722DADD}"/>
                    </a:ext>
                  </a:extLst>
                </p14:cNvPr>
                <p14:cNvContentPartPr/>
                <p14:nvPr/>
              </p14:nvContentPartPr>
              <p14:xfrm>
                <a:off x="798555" y="1257330"/>
                <a:ext cx="121320" cy="1641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9FCD1A7-FA21-FCB0-F76E-E54FB722DAD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89915" y="1248330"/>
                  <a:ext cx="138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678E26E-6D5F-752D-C8D9-71A95C11178D}"/>
                    </a:ext>
                  </a:extLst>
                </p14:cNvPr>
                <p14:cNvContentPartPr/>
                <p14:nvPr/>
              </p14:nvContentPartPr>
              <p14:xfrm>
                <a:off x="979635" y="1271370"/>
                <a:ext cx="136440" cy="2095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678E26E-6D5F-752D-C8D9-71A95C11178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70995" y="1262370"/>
                  <a:ext cx="1540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3953ADA-AD02-66BE-1A3D-00B305F6E436}"/>
              </a:ext>
            </a:extLst>
          </p:cNvPr>
          <p:cNvGrpSpPr/>
          <p:nvPr/>
        </p:nvGrpSpPr>
        <p:grpSpPr>
          <a:xfrm>
            <a:off x="8311395" y="1974450"/>
            <a:ext cx="1322640" cy="2033280"/>
            <a:chOff x="8311395" y="1974450"/>
            <a:chExt cx="1322640" cy="20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35BA2E6-EED2-AEBE-8B70-EB6B8DB17645}"/>
                    </a:ext>
                  </a:extLst>
                </p14:cNvPr>
                <p14:cNvContentPartPr/>
                <p14:nvPr/>
              </p14:nvContentPartPr>
              <p14:xfrm>
                <a:off x="8311395" y="1974450"/>
                <a:ext cx="1028520" cy="5587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35BA2E6-EED2-AEBE-8B70-EB6B8DB1764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02755" y="1965450"/>
                  <a:ext cx="104616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F3B2C0E-A94E-0A47-7FDA-B8293B910EE9}"/>
                    </a:ext>
                  </a:extLst>
                </p14:cNvPr>
                <p14:cNvContentPartPr/>
                <p14:nvPr/>
              </p14:nvContentPartPr>
              <p14:xfrm>
                <a:off x="9254595" y="2510850"/>
                <a:ext cx="243360" cy="11419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F3B2C0E-A94E-0A47-7FDA-B8293B910EE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245955" y="2501850"/>
                  <a:ext cx="261000" cy="11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BEB7FD1-33BB-6F5E-85FB-AA461899C6BE}"/>
                    </a:ext>
                  </a:extLst>
                </p14:cNvPr>
                <p14:cNvContentPartPr/>
                <p14:nvPr/>
              </p14:nvContentPartPr>
              <p14:xfrm>
                <a:off x="9087555" y="3672930"/>
                <a:ext cx="502200" cy="46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BEB7FD1-33BB-6F5E-85FB-AA461899C6B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78555" y="3663930"/>
                  <a:ext cx="519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46F404E-3891-92F8-F7B1-40BC0C45F716}"/>
                    </a:ext>
                  </a:extLst>
                </p14:cNvPr>
                <p14:cNvContentPartPr/>
                <p14:nvPr/>
              </p14:nvContentPartPr>
              <p14:xfrm>
                <a:off x="9081435" y="3672210"/>
                <a:ext cx="97920" cy="2228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46F404E-3891-92F8-F7B1-40BC0C45F71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072435" y="3663570"/>
                  <a:ext cx="115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41FDE8C-C912-6B93-8905-4C44DC1CA7BC}"/>
                    </a:ext>
                  </a:extLst>
                </p14:cNvPr>
                <p14:cNvContentPartPr/>
                <p14:nvPr/>
              </p14:nvContentPartPr>
              <p14:xfrm>
                <a:off x="9163155" y="3683730"/>
                <a:ext cx="155520" cy="2473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41FDE8C-C912-6B93-8905-4C44DC1CA7B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154515" y="3674730"/>
                  <a:ext cx="173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D9A9D8F-35D9-FD93-22F5-F82D117C7BD8}"/>
                    </a:ext>
                  </a:extLst>
                </p14:cNvPr>
                <p14:cNvContentPartPr/>
                <p14:nvPr/>
              </p14:nvContentPartPr>
              <p14:xfrm>
                <a:off x="9304995" y="3710730"/>
                <a:ext cx="135000" cy="2458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D9A9D8F-35D9-FD93-22F5-F82D117C7BD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296355" y="3701730"/>
                  <a:ext cx="152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0CD6742-A919-7575-7586-22FAC25A3727}"/>
                    </a:ext>
                  </a:extLst>
                </p14:cNvPr>
                <p14:cNvContentPartPr/>
                <p14:nvPr/>
              </p14:nvContentPartPr>
              <p14:xfrm>
                <a:off x="9437475" y="3715050"/>
                <a:ext cx="196560" cy="2926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0CD6742-A919-7575-7586-22FAC25A372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428835" y="3706050"/>
                  <a:ext cx="21420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323AE680-B7CC-3A8E-350A-A57AB5ECD2A8}"/>
                  </a:ext>
                </a:extLst>
              </p14:cNvPr>
              <p14:cNvContentPartPr/>
              <p14:nvPr/>
            </p14:nvContentPartPr>
            <p14:xfrm>
              <a:off x="8310315" y="1919730"/>
              <a:ext cx="92160" cy="9900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323AE680-B7CC-3A8E-350A-A57AB5ECD2A8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8301315" y="1911090"/>
                <a:ext cx="109800" cy="11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106FB864-296C-11F8-038A-4C4F5F21D39B}"/>
              </a:ext>
            </a:extLst>
          </p:cNvPr>
          <p:cNvGrpSpPr/>
          <p:nvPr/>
        </p:nvGrpSpPr>
        <p:grpSpPr>
          <a:xfrm>
            <a:off x="5350755" y="1857810"/>
            <a:ext cx="3067920" cy="4079160"/>
            <a:chOff x="5350755" y="1857810"/>
            <a:chExt cx="3067920" cy="40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2C3D240-61F7-A3D1-12D2-C55689A8FA19}"/>
                    </a:ext>
                  </a:extLst>
                </p14:cNvPr>
                <p14:cNvContentPartPr/>
                <p14:nvPr/>
              </p14:nvContentPartPr>
              <p14:xfrm>
                <a:off x="5350755" y="1938810"/>
                <a:ext cx="1239480" cy="950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2C3D240-61F7-A3D1-12D2-C55689A8FA1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341755" y="1929810"/>
                  <a:ext cx="12571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F8AC4DE-C9AD-42BA-0BA5-04337F057A7C}"/>
                    </a:ext>
                  </a:extLst>
                </p14:cNvPr>
                <p14:cNvContentPartPr/>
                <p14:nvPr/>
              </p14:nvContentPartPr>
              <p14:xfrm>
                <a:off x="6902355" y="1857810"/>
                <a:ext cx="160560" cy="235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F8AC4DE-C9AD-42BA-0BA5-04337F057A7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893715" y="1848810"/>
                  <a:ext cx="178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9E08FE8-3F3A-4808-E8D6-09FF94F37974}"/>
                    </a:ext>
                  </a:extLst>
                </p14:cNvPr>
                <p14:cNvContentPartPr/>
                <p14:nvPr/>
              </p14:nvContentPartPr>
              <p14:xfrm>
                <a:off x="5649555" y="3858330"/>
                <a:ext cx="1074240" cy="129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9E08FE8-3F3A-4808-E8D6-09FF94F3797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640915" y="3849330"/>
                  <a:ext cx="10918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F22AA77-CC1A-880B-3B07-9A57F23C7FFD}"/>
                    </a:ext>
                  </a:extLst>
                </p14:cNvPr>
                <p14:cNvContentPartPr/>
                <p14:nvPr/>
              </p14:nvContentPartPr>
              <p14:xfrm>
                <a:off x="7092795" y="3532890"/>
                <a:ext cx="158040" cy="447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F22AA77-CC1A-880B-3B07-9A57F23C7FF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83795" y="3524250"/>
                  <a:ext cx="1756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F6B1C9F-854F-CA5B-1D1C-D804044D122E}"/>
                    </a:ext>
                  </a:extLst>
                </p14:cNvPr>
                <p14:cNvContentPartPr/>
                <p14:nvPr/>
              </p14:nvContentPartPr>
              <p14:xfrm>
                <a:off x="5526435" y="5843730"/>
                <a:ext cx="1286280" cy="93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F6B1C9F-854F-CA5B-1D1C-D804044D122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517435" y="5834730"/>
                  <a:ext cx="1303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61F8DD0-CD5C-AC46-D8BD-92A5EC034274}"/>
                    </a:ext>
                  </a:extLst>
                </p14:cNvPr>
                <p14:cNvContentPartPr/>
                <p14:nvPr/>
              </p14:nvContentPartPr>
              <p14:xfrm>
                <a:off x="7211235" y="5715930"/>
                <a:ext cx="128160" cy="212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61F8DD0-CD5C-AC46-D8BD-92A5EC03427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02595" y="5706930"/>
                  <a:ext cx="145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52B37EE-9746-9BA5-33E6-7B8DA39143F0}"/>
                    </a:ext>
                  </a:extLst>
                </p14:cNvPr>
                <p14:cNvContentPartPr/>
                <p14:nvPr/>
              </p14:nvContentPartPr>
              <p14:xfrm>
                <a:off x="5462355" y="4188090"/>
                <a:ext cx="23400" cy="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52B37EE-9746-9BA5-33E6-7B8DA39143F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453355" y="4179450"/>
                  <a:ext cx="41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735F2C2-42CA-B381-F726-F513EEBDE2D1}"/>
                    </a:ext>
                  </a:extLst>
                </p14:cNvPr>
                <p14:cNvContentPartPr/>
                <p14:nvPr/>
              </p14:nvContentPartPr>
              <p14:xfrm>
                <a:off x="5456595" y="4169730"/>
                <a:ext cx="48240" cy="47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735F2C2-42CA-B381-F726-F513EEBDE2D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447955" y="4160730"/>
                  <a:ext cx="65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11EEDAC-02A4-086A-1A02-09DE90F650BA}"/>
                    </a:ext>
                  </a:extLst>
                </p14:cNvPr>
                <p14:cNvContentPartPr/>
                <p14:nvPr/>
              </p14:nvContentPartPr>
              <p14:xfrm>
                <a:off x="5452995" y="4184850"/>
                <a:ext cx="49680" cy="16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11EEDAC-02A4-086A-1A02-09DE90F650B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443995" y="4176210"/>
                  <a:ext cx="67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6B4274B-81CF-2B9E-93AF-000E56AEABB8}"/>
                    </a:ext>
                  </a:extLst>
                </p14:cNvPr>
                <p14:cNvContentPartPr/>
                <p14:nvPr/>
              </p14:nvContentPartPr>
              <p14:xfrm>
                <a:off x="6763035" y="1900290"/>
                <a:ext cx="1655640" cy="38775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6B4274B-81CF-2B9E-93AF-000E56AEABB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754395" y="1891290"/>
                  <a:ext cx="1673280" cy="38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16C946B-C36A-FF3D-2308-FA6C2864381A}"/>
                    </a:ext>
                  </a:extLst>
                </p14:cNvPr>
                <p14:cNvContentPartPr/>
                <p14:nvPr/>
              </p14:nvContentPartPr>
              <p14:xfrm>
                <a:off x="6693195" y="5582730"/>
                <a:ext cx="203760" cy="2066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16C946B-C36A-FF3D-2308-FA6C2864381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684555" y="5573730"/>
                  <a:ext cx="221400" cy="22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60511CD4-F29E-15A2-8B2B-116B21C7FA55}"/>
                  </a:ext>
                </a:extLst>
              </p14:cNvPr>
              <p14:cNvContentPartPr/>
              <p14:nvPr/>
            </p14:nvContentPartPr>
            <p14:xfrm>
              <a:off x="4445715" y="1414650"/>
              <a:ext cx="154440" cy="3027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60511CD4-F29E-15A2-8B2B-116B21C7FA55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4436715" y="1406010"/>
                <a:ext cx="17208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8DE7FAA9-56AE-F10B-09B8-1E4BFC03C498}"/>
                  </a:ext>
                </a:extLst>
              </p14:cNvPr>
              <p14:cNvContentPartPr/>
              <p14:nvPr/>
            </p14:nvContentPartPr>
            <p14:xfrm>
              <a:off x="6070755" y="2804250"/>
              <a:ext cx="130320" cy="37512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8DE7FAA9-56AE-F10B-09B8-1E4BFC03C498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062115" y="2795250"/>
                <a:ext cx="14796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67B0B604-5EDF-5049-4EF8-EEE99754D329}"/>
                  </a:ext>
                </a:extLst>
              </p14:cNvPr>
              <p14:cNvContentPartPr/>
              <p14:nvPr/>
            </p14:nvContentPartPr>
            <p14:xfrm>
              <a:off x="5941515" y="5027250"/>
              <a:ext cx="162720" cy="2883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67B0B604-5EDF-5049-4EF8-EEE99754D329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932515" y="5018250"/>
                <a:ext cx="18036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0C817FA2-5893-4098-52DB-9634F1C3AAF1}"/>
                  </a:ext>
                </a:extLst>
              </p14:cNvPr>
              <p14:cNvContentPartPr/>
              <p14:nvPr/>
            </p14:nvContentPartPr>
            <p14:xfrm>
              <a:off x="4111275" y="6339450"/>
              <a:ext cx="137520" cy="39024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0C817FA2-5893-4098-52DB-9634F1C3AAF1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4102635" y="6330810"/>
                <a:ext cx="1551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9FF9D3C7-906C-BEC3-B529-F02F62C8CCAD}"/>
                  </a:ext>
                </a:extLst>
              </p14:cNvPr>
              <p14:cNvContentPartPr/>
              <p14:nvPr/>
            </p14:nvContentPartPr>
            <p14:xfrm>
              <a:off x="2371395" y="4739250"/>
              <a:ext cx="152280" cy="32184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9FF9D3C7-906C-BEC3-B529-F02F62C8CCAD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2362755" y="4730250"/>
                <a:ext cx="169920" cy="33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6D85BD74-EFF5-3C66-9C40-41274BABAB95}"/>
              </a:ext>
            </a:extLst>
          </p:cNvPr>
          <p:cNvGrpSpPr/>
          <p:nvPr/>
        </p:nvGrpSpPr>
        <p:grpSpPr>
          <a:xfrm>
            <a:off x="2449875" y="2945730"/>
            <a:ext cx="148320" cy="437400"/>
            <a:chOff x="2449875" y="2945730"/>
            <a:chExt cx="14832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CD27693-F11B-8326-9C12-6415CE951B70}"/>
                    </a:ext>
                  </a:extLst>
                </p14:cNvPr>
                <p14:cNvContentPartPr/>
                <p14:nvPr/>
              </p14:nvContentPartPr>
              <p14:xfrm>
                <a:off x="2449875" y="2945730"/>
                <a:ext cx="120600" cy="4374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CD27693-F11B-8326-9C12-6415CE951B7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441235" y="2936730"/>
                  <a:ext cx="1382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64A50E8-C712-DE9B-5AE1-B50A6EF81674}"/>
                    </a:ext>
                  </a:extLst>
                </p14:cNvPr>
                <p14:cNvContentPartPr/>
                <p14:nvPr/>
              </p14:nvContentPartPr>
              <p14:xfrm>
                <a:off x="2477595" y="3100890"/>
                <a:ext cx="120600" cy="468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64A50E8-C712-DE9B-5AE1-B50A6EF8167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468955" y="3092250"/>
                  <a:ext cx="13824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A29D9FF2-7ABF-5CAD-298B-5A80EA3F6EFA}"/>
                  </a:ext>
                </a:extLst>
              </p14:cNvPr>
              <p14:cNvContentPartPr/>
              <p14:nvPr/>
            </p14:nvContentPartPr>
            <p14:xfrm>
              <a:off x="4297035" y="3630810"/>
              <a:ext cx="109800" cy="27720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A29D9FF2-7ABF-5CAD-298B-5A80EA3F6EFA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4288035" y="3622170"/>
                <a:ext cx="1274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31BA4F87-7690-D78A-D29A-4B9B5C90C828}"/>
                  </a:ext>
                </a:extLst>
              </p14:cNvPr>
              <p14:cNvContentPartPr/>
              <p14:nvPr/>
            </p14:nvContentPartPr>
            <p14:xfrm>
              <a:off x="8804235" y="3500490"/>
              <a:ext cx="980280" cy="79704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31BA4F87-7690-D78A-D29A-4B9B5C90C828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8795235" y="3491850"/>
                <a:ext cx="997920" cy="81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Group 267">
            <a:extLst>
              <a:ext uri="{FF2B5EF4-FFF2-40B4-BE49-F238E27FC236}">
                <a16:creationId xmlns:a16="http://schemas.microsoft.com/office/drawing/2014/main" id="{42ADEED8-745A-3E8B-5A7E-8E14B9463245}"/>
              </a:ext>
            </a:extLst>
          </p:cNvPr>
          <p:cNvGrpSpPr/>
          <p:nvPr/>
        </p:nvGrpSpPr>
        <p:grpSpPr>
          <a:xfrm>
            <a:off x="9600195" y="2562690"/>
            <a:ext cx="1613160" cy="384840"/>
            <a:chOff x="9600195" y="2562690"/>
            <a:chExt cx="161316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4CB8C7C-EDD1-3787-FE4A-8E37317E13B5}"/>
                    </a:ext>
                  </a:extLst>
                </p14:cNvPr>
                <p14:cNvContentPartPr/>
                <p14:nvPr/>
              </p14:nvContentPartPr>
              <p14:xfrm>
                <a:off x="9600195" y="2562690"/>
                <a:ext cx="168480" cy="3214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4CB8C7C-EDD1-3787-FE4A-8E37317E13B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591555" y="2553690"/>
                  <a:ext cx="186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AD74E73-3EF7-7320-1D17-A7CCD12D4F26}"/>
                    </a:ext>
                  </a:extLst>
                </p14:cNvPr>
                <p14:cNvContentPartPr/>
                <p14:nvPr/>
              </p14:nvContentPartPr>
              <p14:xfrm>
                <a:off x="9940395" y="2750250"/>
                <a:ext cx="76320" cy="3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AD74E73-3EF7-7320-1D17-A7CCD12D4F2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931395" y="2741610"/>
                  <a:ext cx="93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9E15EC6-5A2E-552C-87AC-DB08DE64DD87}"/>
                    </a:ext>
                  </a:extLst>
                </p14:cNvPr>
                <p14:cNvContentPartPr/>
                <p14:nvPr/>
              </p14:nvContentPartPr>
              <p14:xfrm>
                <a:off x="9943995" y="2833770"/>
                <a:ext cx="83520" cy="68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9E15EC6-5A2E-552C-87AC-DB08DE64DD8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934995" y="2824770"/>
                  <a:ext cx="101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0017122-764E-60D3-377F-40C0828030C7}"/>
                    </a:ext>
                  </a:extLst>
                </p14:cNvPr>
                <p14:cNvContentPartPr/>
                <p14:nvPr/>
              </p14:nvContentPartPr>
              <p14:xfrm>
                <a:off x="10208235" y="2639370"/>
                <a:ext cx="144720" cy="2833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0017122-764E-60D3-377F-40C0828030C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199595" y="2630730"/>
                  <a:ext cx="1623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7B8C685-B8BC-A2BC-1219-B0F4406A4025}"/>
                    </a:ext>
                  </a:extLst>
                </p14:cNvPr>
                <p14:cNvContentPartPr/>
                <p14:nvPr/>
              </p14:nvContentPartPr>
              <p14:xfrm>
                <a:off x="10437195" y="2667450"/>
                <a:ext cx="70200" cy="1260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7B8C685-B8BC-A2BC-1219-B0F4406A402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428555" y="2658810"/>
                  <a:ext cx="878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BF52485-B826-68D8-0230-3DBB3F2568C0}"/>
                    </a:ext>
                  </a:extLst>
                </p14:cNvPr>
                <p14:cNvContentPartPr/>
                <p14:nvPr/>
              </p14:nvContentPartPr>
              <p14:xfrm>
                <a:off x="10437195" y="2782650"/>
                <a:ext cx="85680" cy="148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BF52485-B826-68D8-0230-3DBB3F2568C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428555" y="2774010"/>
                  <a:ext cx="103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4F448FF-64C0-C930-D8CE-F2F511245083}"/>
                    </a:ext>
                  </a:extLst>
                </p14:cNvPr>
                <p14:cNvContentPartPr/>
                <p14:nvPr/>
              </p14:nvContentPartPr>
              <p14:xfrm>
                <a:off x="10586235" y="2708850"/>
                <a:ext cx="123840" cy="2091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4F448FF-64C0-C930-D8CE-F2F51124508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577235" y="2700210"/>
                  <a:ext cx="141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04D5416-8C40-3852-1381-C293D1D1D8CD}"/>
                    </a:ext>
                  </a:extLst>
                </p14:cNvPr>
                <p14:cNvContentPartPr/>
                <p14:nvPr/>
              </p14:nvContentPartPr>
              <p14:xfrm>
                <a:off x="10853355" y="2745210"/>
                <a:ext cx="360000" cy="2023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04D5416-8C40-3852-1381-C293D1D1D8C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844715" y="2736210"/>
                  <a:ext cx="377640" cy="21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0873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94AFB-70A6-58A9-B13A-D45EC2EB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79" y="0"/>
            <a:ext cx="10388241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B35EBB7-2F6E-BE61-9321-B74EE4513BD5}"/>
              </a:ext>
            </a:extLst>
          </p:cNvPr>
          <p:cNvGrpSpPr/>
          <p:nvPr/>
        </p:nvGrpSpPr>
        <p:grpSpPr>
          <a:xfrm>
            <a:off x="11476875" y="81210"/>
            <a:ext cx="641520" cy="2049480"/>
            <a:chOff x="11476875" y="81210"/>
            <a:chExt cx="641520" cy="20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9B51F0-ABB1-A670-E43D-1B9386417C2F}"/>
                    </a:ext>
                  </a:extLst>
                </p14:cNvPr>
                <p14:cNvContentPartPr/>
                <p14:nvPr/>
              </p14:nvContentPartPr>
              <p14:xfrm>
                <a:off x="11534835" y="918210"/>
                <a:ext cx="196560" cy="1212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9B51F0-ABB1-A670-E43D-1B9386417C2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526195" y="909570"/>
                  <a:ext cx="214200" cy="12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25E9D00-CA68-9550-DD1F-BDD2FF773A83}"/>
                    </a:ext>
                  </a:extLst>
                </p14:cNvPr>
                <p14:cNvContentPartPr/>
                <p14:nvPr/>
              </p14:nvContentPartPr>
              <p14:xfrm>
                <a:off x="11476875" y="481170"/>
                <a:ext cx="182880" cy="519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25E9D00-CA68-9550-DD1F-BDD2FF773A8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468235" y="472170"/>
                  <a:ext cx="2005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9EFC09A-4586-8978-F25C-585B992366D5}"/>
                    </a:ext>
                  </a:extLst>
                </p14:cNvPr>
                <p14:cNvContentPartPr/>
                <p14:nvPr/>
              </p14:nvContentPartPr>
              <p14:xfrm>
                <a:off x="11665515" y="81210"/>
                <a:ext cx="146520" cy="366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EFC09A-4586-8978-F25C-585B992366D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656515" y="72570"/>
                  <a:ext cx="1641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3D7654-2B61-B38D-B7F2-B6B5B95113D0}"/>
                    </a:ext>
                  </a:extLst>
                </p14:cNvPr>
                <p14:cNvContentPartPr/>
                <p14:nvPr/>
              </p14:nvContentPartPr>
              <p14:xfrm>
                <a:off x="11839755" y="261930"/>
                <a:ext cx="138960" cy="154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3D7654-2B61-B38D-B7F2-B6B5B95113D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831115" y="252930"/>
                  <a:ext cx="156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C629190-B34A-C495-FE6D-B3D9925B9B5C}"/>
                    </a:ext>
                  </a:extLst>
                </p14:cNvPr>
                <p14:cNvContentPartPr/>
                <p14:nvPr/>
              </p14:nvContentPartPr>
              <p14:xfrm>
                <a:off x="11965035" y="283890"/>
                <a:ext cx="153360" cy="148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C629190-B34A-C495-FE6D-B3D9925B9B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956395" y="274890"/>
                  <a:ext cx="17100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DB770F-CBDE-3EE5-646C-743991A2F799}"/>
              </a:ext>
            </a:extLst>
          </p:cNvPr>
          <p:cNvGrpSpPr/>
          <p:nvPr/>
        </p:nvGrpSpPr>
        <p:grpSpPr>
          <a:xfrm>
            <a:off x="9960195" y="1015770"/>
            <a:ext cx="1671480" cy="1429200"/>
            <a:chOff x="9960195" y="1015770"/>
            <a:chExt cx="1671480" cy="14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AF78AF9-1DBB-AD1A-3E2A-2174B7F59509}"/>
                    </a:ext>
                  </a:extLst>
                </p14:cNvPr>
                <p14:cNvContentPartPr/>
                <p14:nvPr/>
              </p14:nvContentPartPr>
              <p14:xfrm>
                <a:off x="9960195" y="1042410"/>
                <a:ext cx="1671480" cy="1402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AF78AF9-1DBB-AD1A-3E2A-2174B7F5950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42195" y="1024770"/>
                  <a:ext cx="1707120" cy="14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B0D175-65DE-E491-394C-6AF2BCEA3942}"/>
                    </a:ext>
                  </a:extLst>
                </p14:cNvPr>
                <p14:cNvContentPartPr/>
                <p14:nvPr/>
              </p14:nvContentPartPr>
              <p14:xfrm>
                <a:off x="10042635" y="1015770"/>
                <a:ext cx="136080" cy="251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B0D175-65DE-E491-394C-6AF2BCEA394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24995" y="997770"/>
                  <a:ext cx="17172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464E56-A959-374F-0C07-3632748981F1}"/>
              </a:ext>
            </a:extLst>
          </p:cNvPr>
          <p:cNvGrpSpPr/>
          <p:nvPr/>
        </p:nvGrpSpPr>
        <p:grpSpPr>
          <a:xfrm>
            <a:off x="11783595" y="1319970"/>
            <a:ext cx="286200" cy="264960"/>
            <a:chOff x="11783595" y="1319970"/>
            <a:chExt cx="28620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BC5CD96-1351-DD16-19DA-E7C880778DAB}"/>
                    </a:ext>
                  </a:extLst>
                </p14:cNvPr>
                <p14:cNvContentPartPr/>
                <p14:nvPr/>
              </p14:nvContentPartPr>
              <p14:xfrm>
                <a:off x="11783595" y="1319970"/>
                <a:ext cx="120240" cy="264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BC5CD96-1351-DD16-19DA-E7C880778D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765595" y="1301970"/>
                  <a:ext cx="1558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F86C7E9-841D-AB21-FE2F-797BE10C0FD9}"/>
                    </a:ext>
                  </a:extLst>
                </p14:cNvPr>
                <p14:cNvContentPartPr/>
                <p14:nvPr/>
              </p14:nvContentPartPr>
              <p14:xfrm>
                <a:off x="11985915" y="1445610"/>
                <a:ext cx="83880" cy="8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F86C7E9-841D-AB21-FE2F-797BE10C0FD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968275" y="1427610"/>
                  <a:ext cx="119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6CEF92-2264-B9C9-D61E-F536CCFE8B3A}"/>
                    </a:ext>
                  </a:extLst>
                </p14:cNvPr>
                <p14:cNvContentPartPr/>
                <p14:nvPr/>
              </p14:nvContentPartPr>
              <p14:xfrm>
                <a:off x="11985555" y="1512570"/>
                <a:ext cx="83520" cy="24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6CEF92-2264-B9C9-D61E-F536CCFE8B3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967915" y="1494930"/>
                  <a:ext cx="11916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29F122-8469-9A84-340F-3BC6BD9ABC9F}"/>
              </a:ext>
            </a:extLst>
          </p:cNvPr>
          <p:cNvGrpSpPr/>
          <p:nvPr/>
        </p:nvGrpSpPr>
        <p:grpSpPr>
          <a:xfrm>
            <a:off x="11776035" y="1794810"/>
            <a:ext cx="285480" cy="192600"/>
            <a:chOff x="11776035" y="1794810"/>
            <a:chExt cx="28548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C0DF6C5-C662-8B7C-9070-D2CF2A561FEC}"/>
                    </a:ext>
                  </a:extLst>
                </p14:cNvPr>
                <p14:cNvContentPartPr/>
                <p14:nvPr/>
              </p14:nvContentPartPr>
              <p14:xfrm>
                <a:off x="11776035" y="1794810"/>
                <a:ext cx="85320" cy="154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C0DF6C5-C662-8B7C-9070-D2CF2A561FE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758035" y="1777170"/>
                  <a:ext cx="120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1204A5-6317-8A88-CDE4-371EB34E1EAE}"/>
                    </a:ext>
                  </a:extLst>
                </p14:cNvPr>
                <p14:cNvContentPartPr/>
                <p14:nvPr/>
              </p14:nvContentPartPr>
              <p14:xfrm>
                <a:off x="11875035" y="1816050"/>
                <a:ext cx="74160" cy="171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1204A5-6317-8A88-CDE4-371EB34E1EA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857035" y="1798410"/>
                  <a:ext cx="109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5D7777-A338-D4B5-00C8-B93918005F19}"/>
                    </a:ext>
                  </a:extLst>
                </p14:cNvPr>
                <p14:cNvContentPartPr/>
                <p14:nvPr/>
              </p14:nvContentPartPr>
              <p14:xfrm>
                <a:off x="11973315" y="1851330"/>
                <a:ext cx="88200" cy="123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5D7777-A338-D4B5-00C8-B93918005F1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955675" y="1833330"/>
                  <a:ext cx="12384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62193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1F1BB9-3231-24D3-EB25-8CD10B03B5EC}"/>
                  </a:ext>
                </a:extLst>
              </p14:cNvPr>
              <p14:cNvContentPartPr/>
              <p14:nvPr/>
            </p14:nvContentPartPr>
            <p14:xfrm>
              <a:off x="657435" y="371370"/>
              <a:ext cx="87120" cy="45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1F1BB9-3231-24D3-EB25-8CD10B03B5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8435" y="362730"/>
                <a:ext cx="10476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D97B1A4-09D1-62E5-26F6-6CA060365CC2}"/>
                  </a:ext>
                </a:extLst>
              </p14:cNvPr>
              <p14:cNvContentPartPr/>
              <p14:nvPr/>
            </p14:nvContentPartPr>
            <p14:xfrm>
              <a:off x="647715" y="383610"/>
              <a:ext cx="196560" cy="477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D97B1A4-09D1-62E5-26F6-6CA060365C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075" y="374610"/>
                <a:ext cx="21420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45FBE0-1C9F-55C0-506D-FDFBD6564817}"/>
                  </a:ext>
                </a:extLst>
              </p14:cNvPr>
              <p14:cNvContentPartPr/>
              <p14:nvPr/>
            </p14:nvContentPartPr>
            <p14:xfrm>
              <a:off x="914115" y="595650"/>
              <a:ext cx="154800" cy="246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45FBE0-1C9F-55C0-506D-FDFBD65648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5475" y="586650"/>
                <a:ext cx="1724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896B16-4657-30EB-F856-512ECB5402DD}"/>
                  </a:ext>
                </a:extLst>
              </p14:cNvPr>
              <p14:cNvContentPartPr/>
              <p14:nvPr/>
            </p14:nvContentPartPr>
            <p14:xfrm>
              <a:off x="1090155" y="574770"/>
              <a:ext cx="120960" cy="274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896B16-4657-30EB-F856-512ECB5402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1515" y="566130"/>
                <a:ext cx="1386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ADB3E8-F4D9-8305-F0AC-6F6506A1C974}"/>
                  </a:ext>
                </a:extLst>
              </p14:cNvPr>
              <p14:cNvContentPartPr/>
              <p14:nvPr/>
            </p14:nvContentPartPr>
            <p14:xfrm>
              <a:off x="1228035" y="619410"/>
              <a:ext cx="93600" cy="204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ADB3E8-F4D9-8305-F0AC-6F6506A1C97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19395" y="610770"/>
                <a:ext cx="1112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D4632A8-8BAE-D777-1B77-8841931A0981}"/>
                  </a:ext>
                </a:extLst>
              </p14:cNvPr>
              <p14:cNvContentPartPr/>
              <p14:nvPr/>
            </p14:nvContentPartPr>
            <p14:xfrm>
              <a:off x="1418475" y="432570"/>
              <a:ext cx="116640" cy="382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D4632A8-8BAE-D777-1B77-8841931A098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09475" y="423570"/>
                <a:ext cx="13428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C8D77D6-A393-F00A-703D-CE7DD98D5669}"/>
                  </a:ext>
                </a:extLst>
              </p14:cNvPr>
              <p14:cNvContentPartPr/>
              <p14:nvPr/>
            </p14:nvContentPartPr>
            <p14:xfrm>
              <a:off x="1587315" y="574050"/>
              <a:ext cx="131400" cy="238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C8D77D6-A393-F00A-703D-CE7DD98D566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78675" y="565410"/>
                <a:ext cx="1490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822AB1-C21C-7642-C397-C240E80F963A}"/>
                  </a:ext>
                </a:extLst>
              </p14:cNvPr>
              <p14:cNvContentPartPr/>
              <p14:nvPr/>
            </p14:nvContentPartPr>
            <p14:xfrm>
              <a:off x="1770195" y="575130"/>
              <a:ext cx="155520" cy="258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822AB1-C21C-7642-C397-C240E80F963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61195" y="566130"/>
                <a:ext cx="1731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5442C7-AC71-5B20-5EB1-D7E1414772C8}"/>
                  </a:ext>
                </a:extLst>
              </p14:cNvPr>
              <p14:cNvContentPartPr/>
              <p14:nvPr/>
            </p14:nvContentPartPr>
            <p14:xfrm>
              <a:off x="3577395" y="315930"/>
              <a:ext cx="7560" cy="394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5442C7-AC71-5B20-5EB1-D7E1414772C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68395" y="306930"/>
                <a:ext cx="2520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15B6AE6-4839-B59C-7997-1BC95042EC4A}"/>
                  </a:ext>
                </a:extLst>
              </p14:cNvPr>
              <p14:cNvContentPartPr/>
              <p14:nvPr/>
            </p14:nvContentPartPr>
            <p14:xfrm>
              <a:off x="3528075" y="489450"/>
              <a:ext cx="254520" cy="259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15B6AE6-4839-B59C-7997-1BC95042EC4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19075" y="480810"/>
                <a:ext cx="2721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A05FBE9-3308-A1A7-8F4E-E446BEB594CB}"/>
                  </a:ext>
                </a:extLst>
              </p14:cNvPr>
              <p14:cNvContentPartPr/>
              <p14:nvPr/>
            </p14:nvContentPartPr>
            <p14:xfrm>
              <a:off x="4063395" y="314130"/>
              <a:ext cx="103320" cy="428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A05FBE9-3308-A1A7-8F4E-E446BEB594C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54395" y="305130"/>
                <a:ext cx="12096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E912CAB-5691-63F5-92DA-774C667A9E0F}"/>
                  </a:ext>
                </a:extLst>
              </p14:cNvPr>
              <p14:cNvContentPartPr/>
              <p14:nvPr/>
            </p14:nvContentPartPr>
            <p14:xfrm>
              <a:off x="4073115" y="503490"/>
              <a:ext cx="132840" cy="36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E912CAB-5691-63F5-92DA-774C667A9E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64115" y="494850"/>
                <a:ext cx="1504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03647AF-DC29-CBF4-3DDA-38FA48736532}"/>
                  </a:ext>
                </a:extLst>
              </p14:cNvPr>
              <p14:cNvContentPartPr/>
              <p14:nvPr/>
            </p14:nvContentPartPr>
            <p14:xfrm>
              <a:off x="4363995" y="508890"/>
              <a:ext cx="85680" cy="26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03647AF-DC29-CBF4-3DDA-38FA4873653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55355" y="500250"/>
                <a:ext cx="1033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94A1F3F-6BE0-B995-902F-698D86248B0E}"/>
                  </a:ext>
                </a:extLst>
              </p14:cNvPr>
              <p14:cNvContentPartPr/>
              <p14:nvPr/>
            </p14:nvContentPartPr>
            <p14:xfrm>
              <a:off x="4515555" y="395490"/>
              <a:ext cx="102600" cy="2397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94A1F3F-6BE0-B995-902F-698D86248B0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06915" y="386490"/>
                <a:ext cx="1202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B0BEDC6-83ED-F408-CA25-21823E83CCFF}"/>
                  </a:ext>
                </a:extLst>
              </p14:cNvPr>
              <p14:cNvContentPartPr/>
              <p14:nvPr/>
            </p14:nvContentPartPr>
            <p14:xfrm>
              <a:off x="4662435" y="432210"/>
              <a:ext cx="249480" cy="218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B0BEDC6-83ED-F408-CA25-21823E83CCF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653795" y="423210"/>
                <a:ext cx="2671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00F41D7-2080-AE53-8C24-5B593251CB31}"/>
                  </a:ext>
                </a:extLst>
              </p14:cNvPr>
              <p14:cNvContentPartPr/>
              <p14:nvPr/>
            </p14:nvContentPartPr>
            <p14:xfrm>
              <a:off x="4871955" y="447330"/>
              <a:ext cx="115200" cy="389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00F41D7-2080-AE53-8C24-5B593251CB3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62955" y="438330"/>
                <a:ext cx="13284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A7189AE-9B27-FAA7-90A7-E137A0941CF8}"/>
                  </a:ext>
                </a:extLst>
              </p14:cNvPr>
              <p14:cNvContentPartPr/>
              <p14:nvPr/>
            </p14:nvContentPartPr>
            <p14:xfrm>
              <a:off x="5047275" y="449850"/>
              <a:ext cx="226800" cy="2757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A7189AE-9B27-FAA7-90A7-E137A0941CF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38635" y="441210"/>
                <a:ext cx="2444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AB0AEA9-5484-1988-5CF1-4F6CADD7D1CD}"/>
                  </a:ext>
                </a:extLst>
              </p14:cNvPr>
              <p14:cNvContentPartPr/>
              <p14:nvPr/>
            </p14:nvContentPartPr>
            <p14:xfrm>
              <a:off x="5419155" y="463530"/>
              <a:ext cx="147240" cy="2293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AB0AEA9-5484-1988-5CF1-4F6CADD7D1C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10515" y="454530"/>
                <a:ext cx="16488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0C0B4F4-BFA5-8523-F066-EDB23AACFE9B}"/>
              </a:ext>
            </a:extLst>
          </p:cNvPr>
          <p:cNvGrpSpPr/>
          <p:nvPr/>
        </p:nvGrpSpPr>
        <p:grpSpPr>
          <a:xfrm>
            <a:off x="5626155" y="318450"/>
            <a:ext cx="342000" cy="411840"/>
            <a:chOff x="5626155" y="318450"/>
            <a:chExt cx="342000" cy="4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BF0F70-4B3B-91CB-2A60-75C8DC459E71}"/>
                    </a:ext>
                  </a:extLst>
                </p14:cNvPr>
                <p14:cNvContentPartPr/>
                <p14:nvPr/>
              </p14:nvContentPartPr>
              <p14:xfrm>
                <a:off x="5626155" y="482970"/>
                <a:ext cx="135000" cy="247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BF0F70-4B3B-91CB-2A60-75C8DC459E7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17155" y="474330"/>
                  <a:ext cx="152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43640DD-4B46-9015-9E2D-303AEB1BFDD1}"/>
                    </a:ext>
                  </a:extLst>
                </p14:cNvPr>
                <p14:cNvContentPartPr/>
                <p14:nvPr/>
              </p14:nvContentPartPr>
              <p14:xfrm>
                <a:off x="5862675" y="318450"/>
                <a:ext cx="105480" cy="352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43640DD-4B46-9015-9E2D-303AEB1BFDD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54035" y="309810"/>
                  <a:ext cx="1231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1076AD3-E9B6-30F2-FEF0-58B63AADB420}"/>
                    </a:ext>
                  </a:extLst>
                </p14:cNvPr>
                <p14:cNvContentPartPr/>
                <p14:nvPr/>
              </p14:nvContentPartPr>
              <p14:xfrm>
                <a:off x="5794635" y="377850"/>
                <a:ext cx="172440" cy="80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1076AD3-E9B6-30F2-FEF0-58B63AADB4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85635" y="369210"/>
                  <a:ext cx="1900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443BFB1-0350-6301-A902-BDBB917C4722}"/>
              </a:ext>
            </a:extLst>
          </p:cNvPr>
          <p:cNvGrpSpPr/>
          <p:nvPr/>
        </p:nvGrpSpPr>
        <p:grpSpPr>
          <a:xfrm>
            <a:off x="2261235" y="301890"/>
            <a:ext cx="978120" cy="416880"/>
            <a:chOff x="2261235" y="301890"/>
            <a:chExt cx="97812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1F851F7-6D35-FC2D-5BF9-5358BE39E0CD}"/>
                    </a:ext>
                  </a:extLst>
                </p14:cNvPr>
                <p14:cNvContentPartPr/>
                <p14:nvPr/>
              </p14:nvContentPartPr>
              <p14:xfrm>
                <a:off x="2276355" y="375690"/>
                <a:ext cx="42120" cy="334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1F851F7-6D35-FC2D-5BF9-5358BE39E0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67355" y="367050"/>
                  <a:ext cx="597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41B18F-1E73-9C87-AF5B-7EBFC42873DA}"/>
                    </a:ext>
                  </a:extLst>
                </p14:cNvPr>
                <p14:cNvContentPartPr/>
                <p14:nvPr/>
              </p14:nvContentPartPr>
              <p14:xfrm>
                <a:off x="2261235" y="328530"/>
                <a:ext cx="230040" cy="388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41B18F-1E73-9C87-AF5B-7EBFC42873D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52235" y="319530"/>
                  <a:ext cx="2476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117D5C-492D-F195-CC3F-33DCBE2085D2}"/>
                    </a:ext>
                  </a:extLst>
                </p14:cNvPr>
                <p14:cNvContentPartPr/>
                <p14:nvPr/>
              </p14:nvContentPartPr>
              <p14:xfrm>
                <a:off x="2536635" y="458130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117D5C-492D-F195-CC3F-33DCBE2085D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27635" y="4491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26ADC8-61BF-8DDF-4EA9-3623CCDDB685}"/>
                    </a:ext>
                  </a:extLst>
                </p14:cNvPr>
                <p14:cNvContentPartPr/>
                <p14:nvPr/>
              </p14:nvContentPartPr>
              <p14:xfrm>
                <a:off x="2590635" y="316290"/>
                <a:ext cx="177120" cy="371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26ADC8-61BF-8DDF-4EA9-3623CCDDB6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81995" y="307290"/>
                  <a:ext cx="1947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D58F213-9B68-3BA1-0A29-F9CB95143BE6}"/>
                    </a:ext>
                  </a:extLst>
                </p14:cNvPr>
                <p14:cNvContentPartPr/>
                <p14:nvPr/>
              </p14:nvContentPartPr>
              <p14:xfrm>
                <a:off x="2871075" y="336090"/>
                <a:ext cx="20880" cy="355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D58F213-9B68-3BA1-0A29-F9CB95143B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62435" y="327450"/>
                  <a:ext cx="385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CFC6D7C-760D-7B47-A8B0-4140FA7CBC08}"/>
                    </a:ext>
                  </a:extLst>
                </p14:cNvPr>
                <p14:cNvContentPartPr/>
                <p14:nvPr/>
              </p14:nvContentPartPr>
              <p14:xfrm>
                <a:off x="2842635" y="301890"/>
                <a:ext cx="180360" cy="416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CFC6D7C-760D-7B47-A8B0-4140FA7CBC0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33635" y="292890"/>
                  <a:ext cx="1980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AB551A-463B-BA55-1293-19C02861820C}"/>
                    </a:ext>
                  </a:extLst>
                </p14:cNvPr>
                <p14:cNvContentPartPr/>
                <p14:nvPr/>
              </p14:nvContentPartPr>
              <p14:xfrm>
                <a:off x="3142875" y="585930"/>
                <a:ext cx="96480" cy="12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AB551A-463B-BA55-1293-19C02861820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34235" y="576930"/>
                  <a:ext cx="11412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EA0575E-90A6-BC8E-5DCB-20718465361E}"/>
                  </a:ext>
                </a:extLst>
              </p14:cNvPr>
              <p14:cNvContentPartPr/>
              <p14:nvPr/>
            </p14:nvContentPartPr>
            <p14:xfrm>
              <a:off x="2142075" y="2754570"/>
              <a:ext cx="547560" cy="30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EA0575E-90A6-BC8E-5DCB-20718465361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33435" y="2745570"/>
                <a:ext cx="56520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4C12DAF0-0268-247A-C8E1-021F342845E9}"/>
              </a:ext>
            </a:extLst>
          </p:cNvPr>
          <p:cNvGrpSpPr/>
          <p:nvPr/>
        </p:nvGrpSpPr>
        <p:grpSpPr>
          <a:xfrm>
            <a:off x="2117955" y="1447770"/>
            <a:ext cx="857520" cy="1048320"/>
            <a:chOff x="2117955" y="1447770"/>
            <a:chExt cx="857520" cy="10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F96EACE-30F1-E834-43F9-CF027095FE4C}"/>
                    </a:ext>
                  </a:extLst>
                </p14:cNvPr>
                <p14:cNvContentPartPr/>
                <p14:nvPr/>
              </p14:nvContentPartPr>
              <p14:xfrm>
                <a:off x="2117955" y="1610130"/>
                <a:ext cx="582480" cy="18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F96EACE-30F1-E834-43F9-CF027095FE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09315" y="1601490"/>
                  <a:ext cx="600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105353C-CCA9-1C14-5983-13CC0F166F35}"/>
                    </a:ext>
                  </a:extLst>
                </p14:cNvPr>
                <p14:cNvContentPartPr/>
                <p14:nvPr/>
              </p14:nvContentPartPr>
              <p14:xfrm>
                <a:off x="2135595" y="2000010"/>
                <a:ext cx="592920" cy="24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105353C-CCA9-1C14-5983-13CC0F166F3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26595" y="1991010"/>
                  <a:ext cx="610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BD0CE77-C701-2DD1-B1AF-5166F6D63FFB}"/>
                    </a:ext>
                  </a:extLst>
                </p14:cNvPr>
                <p14:cNvContentPartPr/>
                <p14:nvPr/>
              </p14:nvContentPartPr>
              <p14:xfrm>
                <a:off x="2132355" y="2361450"/>
                <a:ext cx="572400" cy="20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BD0CE77-C701-2DD1-B1AF-5166F6D63F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23715" y="2352450"/>
                  <a:ext cx="590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6E6FCE8-67C4-140A-9DBC-700E5D5AF17D}"/>
                    </a:ext>
                  </a:extLst>
                </p14:cNvPr>
                <p14:cNvContentPartPr/>
                <p14:nvPr/>
              </p14:nvContentPartPr>
              <p14:xfrm>
                <a:off x="2830035" y="1447770"/>
                <a:ext cx="19440" cy="21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6E6FCE8-67C4-140A-9DBC-700E5D5AF1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21395" y="1438770"/>
                  <a:ext cx="37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C4A5D82-EADA-7372-49C7-4D36BF9D8043}"/>
                    </a:ext>
                  </a:extLst>
                </p14:cNvPr>
                <p14:cNvContentPartPr/>
                <p14:nvPr/>
              </p14:nvContentPartPr>
              <p14:xfrm>
                <a:off x="2812395" y="1466490"/>
                <a:ext cx="122760" cy="248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C4A5D82-EADA-7372-49C7-4D36BF9D80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03755" y="1457850"/>
                  <a:ext cx="1404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2DF3394-0DB8-57B9-89CD-CA8E55E77B98}"/>
                    </a:ext>
                  </a:extLst>
                </p14:cNvPr>
                <p14:cNvContentPartPr/>
                <p14:nvPr/>
              </p14:nvContentPartPr>
              <p14:xfrm>
                <a:off x="2799795" y="1866810"/>
                <a:ext cx="119880" cy="228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2DF3394-0DB8-57B9-89CD-CA8E55E77B9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91155" y="1858170"/>
                  <a:ext cx="137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A21315-C796-C502-299C-54E947F381CC}"/>
                    </a:ext>
                  </a:extLst>
                </p14:cNvPr>
                <p14:cNvContentPartPr/>
                <p14:nvPr/>
              </p14:nvContentPartPr>
              <p14:xfrm>
                <a:off x="2818155" y="2240130"/>
                <a:ext cx="157320" cy="255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A21315-C796-C502-299C-54E947F381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09155" y="2231490"/>
                  <a:ext cx="17496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5E80107-B6FB-620A-C118-3B94DCF9AD36}"/>
              </a:ext>
            </a:extLst>
          </p:cNvPr>
          <p:cNvGrpSpPr/>
          <p:nvPr/>
        </p:nvGrpSpPr>
        <p:grpSpPr>
          <a:xfrm>
            <a:off x="2797995" y="2699850"/>
            <a:ext cx="145440" cy="210960"/>
            <a:chOff x="2797995" y="2699850"/>
            <a:chExt cx="14544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C176FFB-86DF-8C39-36E5-C25940619D1E}"/>
                    </a:ext>
                  </a:extLst>
                </p14:cNvPr>
                <p14:cNvContentPartPr/>
                <p14:nvPr/>
              </p14:nvContentPartPr>
              <p14:xfrm>
                <a:off x="2797995" y="2701650"/>
                <a:ext cx="41040" cy="195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C176FFB-86DF-8C39-36E5-C25940619D1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88995" y="2692650"/>
                  <a:ext cx="58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1DEF62-6BCC-3C6E-BEB7-45EE0264B0B7}"/>
                    </a:ext>
                  </a:extLst>
                </p14:cNvPr>
                <p14:cNvContentPartPr/>
                <p14:nvPr/>
              </p14:nvContentPartPr>
              <p14:xfrm>
                <a:off x="2843355" y="2699850"/>
                <a:ext cx="82440" cy="210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41DEF62-6BCC-3C6E-BEB7-45EE0264B0B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34715" y="2691210"/>
                  <a:ext cx="100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925D5CB-C879-67E5-081F-44E2B304248D}"/>
                    </a:ext>
                  </a:extLst>
                </p14:cNvPr>
                <p14:cNvContentPartPr/>
                <p14:nvPr/>
              </p14:nvContentPartPr>
              <p14:xfrm>
                <a:off x="2801235" y="2801010"/>
                <a:ext cx="142200" cy="15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925D5CB-C879-67E5-081F-44E2B304248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92595" y="2792370"/>
                  <a:ext cx="1598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BAD34AA-39EA-86E7-5B0A-A0116062E1C8}"/>
                  </a:ext>
                </a:extLst>
              </p14:cNvPr>
              <p14:cNvContentPartPr/>
              <p14:nvPr/>
            </p14:nvContentPartPr>
            <p14:xfrm>
              <a:off x="3928755" y="1510410"/>
              <a:ext cx="555120" cy="122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BAD34AA-39EA-86E7-5B0A-A0116062E1C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919755" y="1501770"/>
                <a:ext cx="57276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C779496-789A-5188-D447-6A2C5C2FFEBE}"/>
                  </a:ext>
                </a:extLst>
              </p14:cNvPr>
              <p14:cNvContentPartPr/>
              <p14:nvPr/>
            </p14:nvContentPartPr>
            <p14:xfrm>
              <a:off x="3902475" y="1730010"/>
              <a:ext cx="682200" cy="72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C779496-789A-5188-D447-6A2C5C2FFEB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893475" y="1721010"/>
                <a:ext cx="6998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3ED4445-339C-F5A8-F819-CEF590D658CA}"/>
                  </a:ext>
                </a:extLst>
              </p14:cNvPr>
              <p14:cNvContentPartPr/>
              <p14:nvPr/>
            </p14:nvContentPartPr>
            <p14:xfrm>
              <a:off x="3908235" y="2218530"/>
              <a:ext cx="605160" cy="90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3ED4445-339C-F5A8-F819-CEF590D658C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899235" y="2209890"/>
                <a:ext cx="6228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F8FDEAE-EF24-3850-2ED6-26FE953B08CD}"/>
                  </a:ext>
                </a:extLst>
              </p14:cNvPr>
              <p14:cNvContentPartPr/>
              <p14:nvPr/>
            </p14:nvContentPartPr>
            <p14:xfrm>
              <a:off x="3886635" y="2456850"/>
              <a:ext cx="650880" cy="252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F8FDEAE-EF24-3850-2ED6-26FE953B08C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877635" y="2447850"/>
                <a:ext cx="668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F2FAD6D-7842-4592-A5AC-C0C747BAE363}"/>
                  </a:ext>
                </a:extLst>
              </p14:cNvPr>
              <p14:cNvContentPartPr/>
              <p14:nvPr/>
            </p14:nvContentPartPr>
            <p14:xfrm>
              <a:off x="3947835" y="1963290"/>
              <a:ext cx="569520" cy="230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F2FAD6D-7842-4592-A5AC-C0C747BAE36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39195" y="1954290"/>
                <a:ext cx="5871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0D57DC1-81F3-3C47-C266-D91845257DA4}"/>
                  </a:ext>
                </a:extLst>
              </p14:cNvPr>
              <p14:cNvContentPartPr/>
              <p14:nvPr/>
            </p14:nvContentPartPr>
            <p14:xfrm>
              <a:off x="2303355" y="768810"/>
              <a:ext cx="713880" cy="370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0D57DC1-81F3-3C47-C266-D91845257DA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294355" y="760170"/>
                <a:ext cx="73152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773F009A-224E-3771-ABF2-A7B5EBAC7588}"/>
              </a:ext>
            </a:extLst>
          </p:cNvPr>
          <p:cNvGrpSpPr/>
          <p:nvPr/>
        </p:nvGrpSpPr>
        <p:grpSpPr>
          <a:xfrm>
            <a:off x="2661915" y="1396290"/>
            <a:ext cx="1276920" cy="1832760"/>
            <a:chOff x="2661915" y="1396290"/>
            <a:chExt cx="1276920" cy="183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F188A99-171B-E00A-F40C-DBD540444C8A}"/>
                    </a:ext>
                  </a:extLst>
                </p14:cNvPr>
                <p14:cNvContentPartPr/>
                <p14:nvPr/>
              </p14:nvContentPartPr>
              <p14:xfrm>
                <a:off x="2677395" y="1398090"/>
                <a:ext cx="29160" cy="1810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F188A99-171B-E00A-F40C-DBD540444C8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68395" y="1389090"/>
                  <a:ext cx="46800" cy="18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824F4C2-3709-4639-82BA-7AC73CC4E3C8}"/>
                    </a:ext>
                  </a:extLst>
                </p14:cNvPr>
                <p14:cNvContentPartPr/>
                <p14:nvPr/>
              </p14:nvContentPartPr>
              <p14:xfrm>
                <a:off x="2679555" y="1396290"/>
                <a:ext cx="1247760" cy="1771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824F4C2-3709-4639-82BA-7AC73CC4E3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70555" y="1387290"/>
                  <a:ext cx="1265400" cy="178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37C9AEA-FAA6-9DE1-4068-E71F9A0FF137}"/>
                    </a:ext>
                  </a:extLst>
                </p14:cNvPr>
                <p14:cNvContentPartPr/>
                <p14:nvPr/>
              </p14:nvContentPartPr>
              <p14:xfrm>
                <a:off x="2661915" y="3058770"/>
                <a:ext cx="1276920" cy="170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37C9AEA-FAA6-9DE1-4068-E71F9A0FF13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52915" y="3050130"/>
                  <a:ext cx="1294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7234C6C-152C-8D2C-4059-429943237124}"/>
                    </a:ext>
                  </a:extLst>
                </p14:cNvPr>
                <p14:cNvContentPartPr/>
                <p14:nvPr/>
              </p14:nvContentPartPr>
              <p14:xfrm>
                <a:off x="3745515" y="1476930"/>
                <a:ext cx="77400" cy="126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7234C6C-152C-8D2C-4059-42994323712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36875" y="1468290"/>
                  <a:ext cx="95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71028D3-A8E5-3E57-0916-CB3E0ACE0826}"/>
                    </a:ext>
                  </a:extLst>
                </p14:cNvPr>
                <p14:cNvContentPartPr/>
                <p14:nvPr/>
              </p14:nvContentPartPr>
              <p14:xfrm>
                <a:off x="3764955" y="1651170"/>
                <a:ext cx="93240" cy="148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71028D3-A8E5-3E57-0916-CB3E0ACE08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56315" y="1642530"/>
                  <a:ext cx="110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5E596EA-E3C7-0007-9731-FCB0F3C8304B}"/>
                    </a:ext>
                  </a:extLst>
                </p14:cNvPr>
                <p14:cNvContentPartPr/>
                <p14:nvPr/>
              </p14:nvContentPartPr>
              <p14:xfrm>
                <a:off x="3743715" y="1938810"/>
                <a:ext cx="92520" cy="118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5E596EA-E3C7-0007-9731-FCB0F3C8304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34715" y="1929810"/>
                  <a:ext cx="1101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2CEEBDE-50C6-9B7A-F373-1CD326F4718F}"/>
                    </a:ext>
                  </a:extLst>
                </p14:cNvPr>
                <p14:cNvContentPartPr/>
                <p14:nvPr/>
              </p14:nvContentPartPr>
              <p14:xfrm>
                <a:off x="3691515" y="2212050"/>
                <a:ext cx="76320" cy="127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2CEEBDE-50C6-9B7A-F373-1CD326F4718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82515" y="2203410"/>
                  <a:ext cx="93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BD9FCCD-09D3-27C3-DC69-F56D1FB34C00}"/>
                    </a:ext>
                  </a:extLst>
                </p14:cNvPr>
                <p14:cNvContentPartPr/>
                <p14:nvPr/>
              </p14:nvContentPartPr>
              <p14:xfrm>
                <a:off x="3743715" y="2127810"/>
                <a:ext cx="33480" cy="238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BD9FCCD-09D3-27C3-DC69-F56D1FB34C0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34715" y="2118810"/>
                  <a:ext cx="511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C59D39A-C954-5CFE-21BB-53D1BF25C0A3}"/>
                    </a:ext>
                  </a:extLst>
                </p14:cNvPr>
                <p14:cNvContentPartPr/>
                <p14:nvPr/>
              </p14:nvContentPartPr>
              <p14:xfrm>
                <a:off x="3713835" y="2400330"/>
                <a:ext cx="73440" cy="131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C59D39A-C954-5CFE-21BB-53D1BF25C0A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05195" y="2391690"/>
                  <a:ext cx="91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3132F95-4041-90ED-1DFE-EEBA633F01A9}"/>
                    </a:ext>
                  </a:extLst>
                </p14:cNvPr>
                <p14:cNvContentPartPr/>
                <p14:nvPr/>
              </p14:nvContentPartPr>
              <p14:xfrm>
                <a:off x="3685395" y="2633250"/>
                <a:ext cx="65160" cy="246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3132F95-4041-90ED-1DFE-EEBA633F01A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76755" y="2624610"/>
                  <a:ext cx="82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CE81A78-1986-C4A2-56A7-508F4F2AEC5E}"/>
                    </a:ext>
                  </a:extLst>
                </p14:cNvPr>
                <p14:cNvContentPartPr/>
                <p14:nvPr/>
              </p14:nvContentPartPr>
              <p14:xfrm>
                <a:off x="3690435" y="2752410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CE81A78-1986-C4A2-56A7-508F4F2AEC5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81435" y="27437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5F59143-A3E2-E8EA-C9C7-5533C6CCC6C9}"/>
                    </a:ext>
                  </a:extLst>
                </p14:cNvPr>
                <p14:cNvContentPartPr/>
                <p14:nvPr/>
              </p14:nvContentPartPr>
              <p14:xfrm>
                <a:off x="3722835" y="2898570"/>
                <a:ext cx="64800" cy="239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5F59143-A3E2-E8EA-C9C7-5533C6CCC6C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13835" y="2889930"/>
                  <a:ext cx="82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8031C76-4921-C8A4-206A-E0DE50FE572B}"/>
                    </a:ext>
                  </a:extLst>
                </p14:cNvPr>
                <p14:cNvContentPartPr/>
                <p14:nvPr/>
              </p14:nvContentPartPr>
              <p14:xfrm>
                <a:off x="3704835" y="2751330"/>
                <a:ext cx="94320" cy="14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8031C76-4921-C8A4-206A-E0DE50FE572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95835" y="2742690"/>
                  <a:ext cx="11196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5762E9E-ACED-5F75-CFF7-382C554D6C8D}"/>
              </a:ext>
            </a:extLst>
          </p:cNvPr>
          <p:cNvGrpSpPr/>
          <p:nvPr/>
        </p:nvGrpSpPr>
        <p:grpSpPr>
          <a:xfrm>
            <a:off x="4590435" y="1419330"/>
            <a:ext cx="1312560" cy="2001600"/>
            <a:chOff x="4590435" y="1419330"/>
            <a:chExt cx="1312560" cy="20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3F2AD44-7E23-43CA-F2A4-5C665C4D40FC}"/>
                    </a:ext>
                  </a:extLst>
                </p14:cNvPr>
                <p14:cNvContentPartPr/>
                <p14:nvPr/>
              </p14:nvContentPartPr>
              <p14:xfrm>
                <a:off x="4590435" y="1419330"/>
                <a:ext cx="30960" cy="1820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3F2AD44-7E23-43CA-F2A4-5C665C4D40F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81435" y="1410690"/>
                  <a:ext cx="48600" cy="18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AB0BBF8-5A6F-1A35-D19C-FF0A7C29B9DE}"/>
                    </a:ext>
                  </a:extLst>
                </p14:cNvPr>
                <p14:cNvContentPartPr/>
                <p14:nvPr/>
              </p14:nvContentPartPr>
              <p14:xfrm>
                <a:off x="4617435" y="1427250"/>
                <a:ext cx="1285560" cy="1993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AB0BBF8-5A6F-1A35-D19C-FF0A7C29B9D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08435" y="1418250"/>
                  <a:ext cx="1303200" cy="20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4C7472D-A39B-810D-B439-C6BB60BC54D4}"/>
                    </a:ext>
                  </a:extLst>
                </p14:cNvPr>
                <p14:cNvContentPartPr/>
                <p14:nvPr/>
              </p14:nvContentPartPr>
              <p14:xfrm>
                <a:off x="4592595" y="3218610"/>
                <a:ext cx="1246680" cy="57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4C7472D-A39B-810D-B439-C6BB60BC54D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83955" y="3209610"/>
                  <a:ext cx="126432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E5FFCEB-5AF9-3A59-946D-2E15032E0DAE}"/>
              </a:ext>
            </a:extLst>
          </p:cNvPr>
          <p:cNvGrpSpPr/>
          <p:nvPr/>
        </p:nvGrpSpPr>
        <p:grpSpPr>
          <a:xfrm>
            <a:off x="4841715" y="1663050"/>
            <a:ext cx="843840" cy="1422360"/>
            <a:chOff x="4841715" y="1663050"/>
            <a:chExt cx="843840" cy="142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BCAD57-A74C-1A73-DC6D-AF86F83DCB98}"/>
                    </a:ext>
                  </a:extLst>
                </p14:cNvPr>
                <p14:cNvContentPartPr/>
                <p14:nvPr/>
              </p14:nvContentPartPr>
              <p14:xfrm>
                <a:off x="4849995" y="1663050"/>
                <a:ext cx="700560" cy="88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BCAD57-A74C-1A73-DC6D-AF86F83DCB9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41355" y="1654410"/>
                  <a:ext cx="718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D608409-E7EA-E1D8-99F7-ECAB148E12C8}"/>
                    </a:ext>
                  </a:extLst>
                </p14:cNvPr>
                <p14:cNvContentPartPr/>
                <p14:nvPr/>
              </p14:nvContentPartPr>
              <p14:xfrm>
                <a:off x="5628675" y="1755210"/>
                <a:ext cx="21240" cy="527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D608409-E7EA-E1D8-99F7-ECAB148E12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19675" y="1746570"/>
                  <a:ext cx="3888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4EB3C4E-D690-7212-0EB6-C59745FC8DA9}"/>
                    </a:ext>
                  </a:extLst>
                </p14:cNvPr>
                <p14:cNvContentPartPr/>
                <p14:nvPr/>
              </p14:nvContentPartPr>
              <p14:xfrm>
                <a:off x="4841715" y="1773210"/>
                <a:ext cx="79920" cy="645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4EB3C4E-D690-7212-0EB6-C59745FC8DA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33075" y="1764210"/>
                  <a:ext cx="9756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6B88AC9-86C8-ADC7-3A07-98AB13104810}"/>
                    </a:ext>
                  </a:extLst>
                </p14:cNvPr>
                <p14:cNvContentPartPr/>
                <p14:nvPr/>
              </p14:nvContentPartPr>
              <p14:xfrm>
                <a:off x="5028195" y="2316090"/>
                <a:ext cx="532440" cy="11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6B88AC9-86C8-ADC7-3A07-98AB131048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19555" y="2307090"/>
                  <a:ext cx="550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40A6DF9-5FDB-DB45-2237-A5ABEB1247DA}"/>
                    </a:ext>
                  </a:extLst>
                </p14:cNvPr>
                <p14:cNvContentPartPr/>
                <p14:nvPr/>
              </p14:nvContentPartPr>
              <p14:xfrm>
                <a:off x="5657475" y="2405370"/>
                <a:ext cx="28080" cy="503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40A6DF9-5FDB-DB45-2237-A5ABEB1247D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48835" y="2396730"/>
                  <a:ext cx="457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9516023-2CB4-D837-E526-9EBC4695A8F5}"/>
                    </a:ext>
                  </a:extLst>
                </p14:cNvPr>
                <p14:cNvContentPartPr/>
                <p14:nvPr/>
              </p14:nvContentPartPr>
              <p14:xfrm>
                <a:off x="5056995" y="3036090"/>
                <a:ext cx="591480" cy="27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9516023-2CB4-D837-E526-9EBC4695A8F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48355" y="3027450"/>
                  <a:ext cx="609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97AF333-F689-3D5D-8D5D-494BD54580CE}"/>
                    </a:ext>
                  </a:extLst>
                </p14:cNvPr>
                <p14:cNvContentPartPr/>
                <p14:nvPr/>
              </p14:nvContentPartPr>
              <p14:xfrm>
                <a:off x="4880235" y="2533890"/>
                <a:ext cx="29160" cy="551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97AF333-F689-3D5D-8D5D-494BD54580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871235" y="2524890"/>
                  <a:ext cx="46800" cy="56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F732630-5E70-EBB7-A671-3FB76AE2BA08}"/>
                  </a:ext>
                </a:extLst>
              </p14:cNvPr>
              <p14:cNvContentPartPr/>
              <p14:nvPr/>
            </p14:nvContentPartPr>
            <p14:xfrm>
              <a:off x="4475955" y="1535610"/>
              <a:ext cx="126720" cy="133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F732630-5E70-EBB7-A671-3FB76AE2BA0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467315" y="1526610"/>
                <a:ext cx="1443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45E82B4-7DC7-06B4-63A8-41A161A3FC05}"/>
                  </a:ext>
                </a:extLst>
              </p14:cNvPr>
              <p14:cNvContentPartPr/>
              <p14:nvPr/>
            </p14:nvContentPartPr>
            <p14:xfrm>
              <a:off x="4510875" y="1753050"/>
              <a:ext cx="7560" cy="25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45E82B4-7DC7-06B4-63A8-41A161A3FC0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502235" y="1744410"/>
                <a:ext cx="2520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C0CDF4D-9DE6-E91B-9705-F80A90CA83AB}"/>
              </a:ext>
            </a:extLst>
          </p:cNvPr>
          <p:cNvGrpSpPr/>
          <p:nvPr/>
        </p:nvGrpSpPr>
        <p:grpSpPr>
          <a:xfrm>
            <a:off x="3929475" y="1946370"/>
            <a:ext cx="678960" cy="46440"/>
            <a:chOff x="3929475" y="1946370"/>
            <a:chExt cx="678960" cy="4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59CB5AC-662E-759A-1C9D-4F3DEB441B3C}"/>
                    </a:ext>
                  </a:extLst>
                </p14:cNvPr>
                <p14:cNvContentPartPr/>
                <p14:nvPr/>
              </p14:nvContentPartPr>
              <p14:xfrm>
                <a:off x="3961515" y="1946370"/>
                <a:ext cx="540720" cy="25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59CB5AC-662E-759A-1C9D-4F3DEB441B3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952875" y="1937730"/>
                  <a:ext cx="558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ADCB50C-CBA2-9C97-A817-764A6FB83355}"/>
                    </a:ext>
                  </a:extLst>
                </p14:cNvPr>
                <p14:cNvContentPartPr/>
                <p14:nvPr/>
              </p14:nvContentPartPr>
              <p14:xfrm>
                <a:off x="3929475" y="1984530"/>
                <a:ext cx="245160" cy="6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ADCB50C-CBA2-9C97-A817-764A6FB8335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920475" y="1975890"/>
                  <a:ext cx="262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3567A56-EEDC-ADAE-16AC-AEB696AEE3EA}"/>
                    </a:ext>
                  </a:extLst>
                </p14:cNvPr>
                <p14:cNvContentPartPr/>
                <p14:nvPr/>
              </p14:nvContentPartPr>
              <p14:xfrm>
                <a:off x="4479555" y="1975170"/>
                <a:ext cx="128880" cy="17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3567A56-EEDC-ADAE-16AC-AEB696AEE3E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70555" y="1966170"/>
                  <a:ext cx="14652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9290ACC-6510-D8CD-5502-9CE544E3DDF2}"/>
                  </a:ext>
                </a:extLst>
              </p14:cNvPr>
              <p14:cNvContentPartPr/>
              <p14:nvPr/>
            </p14:nvContentPartPr>
            <p14:xfrm>
              <a:off x="4470195" y="2221410"/>
              <a:ext cx="118800" cy="86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9290ACC-6510-D8CD-5502-9CE544E3DDF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461195" y="2212410"/>
                <a:ext cx="1364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BE46EC6-8AE0-F506-1339-0C248AFC40DB}"/>
                  </a:ext>
                </a:extLst>
              </p14:cNvPr>
              <p14:cNvContentPartPr/>
              <p14:nvPr/>
            </p14:nvContentPartPr>
            <p14:xfrm>
              <a:off x="4511955" y="2483130"/>
              <a:ext cx="85320" cy="176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BE46EC6-8AE0-F506-1339-0C248AFC40D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503315" y="2474130"/>
                <a:ext cx="10296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54F8EB1-5B8C-B5B0-83E1-747C9B4A75B7}"/>
              </a:ext>
            </a:extLst>
          </p:cNvPr>
          <p:cNvGrpSpPr/>
          <p:nvPr/>
        </p:nvGrpSpPr>
        <p:grpSpPr>
          <a:xfrm>
            <a:off x="3853875" y="2722890"/>
            <a:ext cx="765000" cy="249480"/>
            <a:chOff x="3853875" y="2722890"/>
            <a:chExt cx="76500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626018E-8AFB-3336-C6EC-41F25A46EDD2}"/>
                    </a:ext>
                  </a:extLst>
                </p14:cNvPr>
                <p14:cNvContentPartPr/>
                <p14:nvPr/>
              </p14:nvContentPartPr>
              <p14:xfrm>
                <a:off x="3890235" y="2722890"/>
                <a:ext cx="606960" cy="12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626018E-8AFB-3336-C6EC-41F25A46ED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81235" y="2714250"/>
                  <a:ext cx="624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D994FD2-9201-090C-89EB-92D22CFC5C52}"/>
                    </a:ext>
                  </a:extLst>
                </p14:cNvPr>
                <p14:cNvContentPartPr/>
                <p14:nvPr/>
              </p14:nvContentPartPr>
              <p14:xfrm>
                <a:off x="3853875" y="2922330"/>
                <a:ext cx="705600" cy="50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D994FD2-9201-090C-89EB-92D22CFC5C5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45235" y="2913690"/>
                  <a:ext cx="723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482DEC9-58B6-2275-318E-5ECBAD1FDC7D}"/>
                    </a:ext>
                  </a:extLst>
                </p14:cNvPr>
                <p14:cNvContentPartPr/>
                <p14:nvPr/>
              </p14:nvContentPartPr>
              <p14:xfrm>
                <a:off x="4457955" y="2751690"/>
                <a:ext cx="157320" cy="21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482DEC9-58B6-2275-318E-5ECBAD1FDC7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448955" y="2743050"/>
                  <a:ext cx="174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31DE63-CEF8-5A53-6C81-6787641DCAC0}"/>
                    </a:ext>
                  </a:extLst>
                </p14:cNvPr>
                <p14:cNvContentPartPr/>
                <p14:nvPr/>
              </p14:nvContentPartPr>
              <p14:xfrm>
                <a:off x="4462995" y="2729370"/>
                <a:ext cx="155880" cy="3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831DE63-CEF8-5A53-6C81-6787641DCAC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53995" y="2720730"/>
                  <a:ext cx="173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B06B0D0-54F2-F9FB-EC56-37A8D4D73F96}"/>
                    </a:ext>
                  </a:extLst>
                </p14:cNvPr>
                <p14:cNvContentPartPr/>
                <p14:nvPr/>
              </p14:nvContentPartPr>
              <p14:xfrm>
                <a:off x="4507275" y="2936370"/>
                <a:ext cx="90720" cy="7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B06B0D0-54F2-F9FB-EC56-37A8D4D73F9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98275" y="2927730"/>
                  <a:ext cx="10836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F4FBB63-E2EF-0D7C-0701-2DE299607CF1}"/>
                  </a:ext>
                </a:extLst>
              </p14:cNvPr>
              <p14:cNvContentPartPr/>
              <p14:nvPr/>
            </p14:nvContentPartPr>
            <p14:xfrm>
              <a:off x="2502435" y="4040130"/>
              <a:ext cx="547200" cy="2091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F4FBB63-E2EF-0D7C-0701-2DE299607CF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493435" y="4031130"/>
                <a:ext cx="56484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8EBE30D-2744-A45E-A23E-450E3DCF92D0}"/>
              </a:ext>
            </a:extLst>
          </p:cNvPr>
          <p:cNvGrpSpPr/>
          <p:nvPr/>
        </p:nvGrpSpPr>
        <p:grpSpPr>
          <a:xfrm>
            <a:off x="3725355" y="3800370"/>
            <a:ext cx="1370520" cy="659520"/>
            <a:chOff x="3725355" y="3800370"/>
            <a:chExt cx="1370520" cy="65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007EC61-D96C-2016-88F1-674599A610E0}"/>
                    </a:ext>
                  </a:extLst>
                </p14:cNvPr>
                <p14:cNvContentPartPr/>
                <p14:nvPr/>
              </p14:nvContentPartPr>
              <p14:xfrm>
                <a:off x="3725355" y="3838170"/>
                <a:ext cx="229680" cy="446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007EC61-D96C-2016-88F1-674599A610E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716355" y="3829170"/>
                  <a:ext cx="2473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B4A0DC2-6E6A-93F3-3148-1308801EBC80}"/>
                    </a:ext>
                  </a:extLst>
                </p14:cNvPr>
                <p14:cNvContentPartPr/>
                <p14:nvPr/>
              </p14:nvContentPartPr>
              <p14:xfrm>
                <a:off x="4033155" y="3983250"/>
                <a:ext cx="172440" cy="287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B4A0DC2-6E6A-93F3-3148-1308801EBC8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024515" y="3974610"/>
                  <a:ext cx="1900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2B6CF3-0E61-CB14-F4C1-078B6A3AD9B8}"/>
                    </a:ext>
                  </a:extLst>
                </p14:cNvPr>
                <p14:cNvContentPartPr/>
                <p14:nvPr/>
              </p14:nvContentPartPr>
              <p14:xfrm>
                <a:off x="4328715" y="3800370"/>
                <a:ext cx="34560" cy="498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2B6CF3-0E61-CB14-F4C1-078B6A3AD9B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20075" y="3791730"/>
                  <a:ext cx="5220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6A45D62-54DE-2A52-248D-0ABEA93596DA}"/>
                    </a:ext>
                  </a:extLst>
                </p14:cNvPr>
                <p14:cNvContentPartPr/>
                <p14:nvPr/>
              </p14:nvContentPartPr>
              <p14:xfrm>
                <a:off x="4249875" y="3981450"/>
                <a:ext cx="248400" cy="478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6A45D62-54DE-2A52-248D-0ABEA93596D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40875" y="3972450"/>
                  <a:ext cx="2660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80AC6A5-0252-B7DF-DA10-E62EA327458B}"/>
                    </a:ext>
                  </a:extLst>
                </p14:cNvPr>
                <p14:cNvContentPartPr/>
                <p14:nvPr/>
              </p14:nvContentPartPr>
              <p14:xfrm>
                <a:off x="4460475" y="4000890"/>
                <a:ext cx="137520" cy="198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80AC6A5-0252-B7DF-DA10-E62EA32745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51475" y="3991890"/>
                  <a:ext cx="155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D7B7805-5627-014F-DC92-94794EF81750}"/>
                    </a:ext>
                  </a:extLst>
                </p14:cNvPr>
                <p14:cNvContentPartPr/>
                <p14:nvPr/>
              </p14:nvContentPartPr>
              <p14:xfrm>
                <a:off x="4691955" y="3996570"/>
                <a:ext cx="137880" cy="223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D7B7805-5627-014F-DC92-94794EF8175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83315" y="3987570"/>
                  <a:ext cx="155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9BC9B80-5A5A-B9FD-5342-D880D3A93C88}"/>
                    </a:ext>
                  </a:extLst>
                </p14:cNvPr>
                <p14:cNvContentPartPr/>
                <p14:nvPr/>
              </p14:nvContentPartPr>
              <p14:xfrm>
                <a:off x="4933155" y="3830970"/>
                <a:ext cx="162720" cy="468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9BC9B80-5A5A-B9FD-5342-D880D3A93C8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924515" y="3821970"/>
                  <a:ext cx="180360" cy="48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23C451F-7B5F-84D9-5084-12AEB235E5FF}"/>
              </a:ext>
            </a:extLst>
          </p:cNvPr>
          <p:cNvGrpSpPr/>
          <p:nvPr/>
        </p:nvGrpSpPr>
        <p:grpSpPr>
          <a:xfrm>
            <a:off x="5501955" y="3698490"/>
            <a:ext cx="2006280" cy="750600"/>
            <a:chOff x="5501955" y="3698490"/>
            <a:chExt cx="2006280" cy="75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B0E5C35-8A0A-5DA4-EC56-CE1A04F61741}"/>
                    </a:ext>
                  </a:extLst>
                </p14:cNvPr>
                <p14:cNvContentPartPr/>
                <p14:nvPr/>
              </p14:nvContentPartPr>
              <p14:xfrm>
                <a:off x="5501955" y="3947970"/>
                <a:ext cx="136440" cy="269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B0E5C35-8A0A-5DA4-EC56-CE1A04F6174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93315" y="3938970"/>
                  <a:ext cx="1540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666E9D3-123C-1816-2842-0236DF577F60}"/>
                    </a:ext>
                  </a:extLst>
                </p14:cNvPr>
                <p14:cNvContentPartPr/>
                <p14:nvPr/>
              </p14:nvContentPartPr>
              <p14:xfrm>
                <a:off x="5590155" y="3942210"/>
                <a:ext cx="109800" cy="281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666E9D3-123C-1816-2842-0236DF577F6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81155" y="3933570"/>
                  <a:ext cx="1274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818AE50-43E0-F91C-D2A8-83F176C66766}"/>
                    </a:ext>
                  </a:extLst>
                </p14:cNvPr>
                <p14:cNvContentPartPr/>
                <p14:nvPr/>
              </p14:nvContentPartPr>
              <p14:xfrm>
                <a:off x="5722275" y="3745650"/>
                <a:ext cx="57960" cy="477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818AE50-43E0-F91C-D2A8-83F176C667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13635" y="3736650"/>
                  <a:ext cx="7560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5B10492-5A1B-3462-C8E2-46B9BF9534AC}"/>
                    </a:ext>
                  </a:extLst>
                </p14:cNvPr>
                <p14:cNvContentPartPr/>
                <p14:nvPr/>
              </p14:nvContentPartPr>
              <p14:xfrm>
                <a:off x="5759715" y="3920610"/>
                <a:ext cx="148320" cy="227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5B10492-5A1B-3462-C8E2-46B9BF9534A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50715" y="3911970"/>
                  <a:ext cx="165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9550582-EC3C-77C8-0B20-398AC21E7EBA}"/>
                    </a:ext>
                  </a:extLst>
                </p14:cNvPr>
                <p14:cNvContentPartPr/>
                <p14:nvPr/>
              </p14:nvContentPartPr>
              <p14:xfrm>
                <a:off x="5979675" y="3823050"/>
                <a:ext cx="53280" cy="4276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9550582-EC3C-77C8-0B20-398AC21E7EB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71035" y="3814410"/>
                  <a:ext cx="709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65167D3-0454-ACE1-A9D4-DECE2C9C3B52}"/>
                    </a:ext>
                  </a:extLst>
                </p14:cNvPr>
                <p14:cNvContentPartPr/>
                <p14:nvPr/>
              </p14:nvContentPartPr>
              <p14:xfrm>
                <a:off x="5960595" y="3908730"/>
                <a:ext cx="196560" cy="276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65167D3-0454-ACE1-A9D4-DECE2C9C3B5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951595" y="3900090"/>
                  <a:ext cx="2142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4A4F03E-827D-0413-264D-895965BE39A5}"/>
                    </a:ext>
                  </a:extLst>
                </p14:cNvPr>
                <p14:cNvContentPartPr/>
                <p14:nvPr/>
              </p14:nvContentPartPr>
              <p14:xfrm>
                <a:off x="6177315" y="3827730"/>
                <a:ext cx="168840" cy="621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4A4F03E-827D-0413-264D-895965BE39A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168315" y="3818730"/>
                  <a:ext cx="18648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394D953-8941-87D8-CEC0-FFC162DF0B28}"/>
                    </a:ext>
                  </a:extLst>
                </p14:cNvPr>
                <p14:cNvContentPartPr/>
                <p14:nvPr/>
              </p14:nvContentPartPr>
              <p14:xfrm>
                <a:off x="6601755" y="3698490"/>
                <a:ext cx="239760" cy="546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394D953-8941-87D8-CEC0-FFC162DF0B2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93115" y="3689850"/>
                  <a:ext cx="25740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1E5863F-1102-182D-3DA2-0ECABA53F34D}"/>
                    </a:ext>
                  </a:extLst>
                </p14:cNvPr>
                <p14:cNvContentPartPr/>
                <p14:nvPr/>
              </p14:nvContentPartPr>
              <p14:xfrm>
                <a:off x="6879675" y="3977490"/>
                <a:ext cx="168480" cy="321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1E5863F-1102-182D-3DA2-0ECABA53F34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870675" y="3968490"/>
                  <a:ext cx="1861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1466A73-2CFD-9556-F9FD-3534F47E139E}"/>
                    </a:ext>
                  </a:extLst>
                </p14:cNvPr>
                <p14:cNvContentPartPr/>
                <p14:nvPr/>
              </p14:nvContentPartPr>
              <p14:xfrm>
                <a:off x="7153995" y="3978210"/>
                <a:ext cx="354240" cy="301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1466A73-2CFD-9556-F9FD-3534F47E139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45355" y="3969210"/>
                  <a:ext cx="371880" cy="31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6F49E77-3C43-0717-4EE4-595F20D237AC}"/>
                  </a:ext>
                </a:extLst>
              </p14:cNvPr>
              <p14:cNvContentPartPr/>
              <p14:nvPr/>
            </p14:nvContentPartPr>
            <p14:xfrm>
              <a:off x="7896315" y="4104930"/>
              <a:ext cx="25560" cy="90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6F49E77-3C43-0717-4EE4-595F20D237A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887675" y="4095930"/>
                <a:ext cx="4320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2B732D1-F7D9-936E-C7CF-CA453599E31B}"/>
              </a:ext>
            </a:extLst>
          </p:cNvPr>
          <p:cNvGrpSpPr/>
          <p:nvPr/>
        </p:nvGrpSpPr>
        <p:grpSpPr>
          <a:xfrm>
            <a:off x="790995" y="3774090"/>
            <a:ext cx="1142280" cy="567000"/>
            <a:chOff x="790995" y="3774090"/>
            <a:chExt cx="1142280" cy="56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D5D90D-536D-90B6-A3EE-89C5C431CF38}"/>
                    </a:ext>
                  </a:extLst>
                </p14:cNvPr>
                <p14:cNvContentPartPr/>
                <p14:nvPr/>
              </p14:nvContentPartPr>
              <p14:xfrm>
                <a:off x="790995" y="3774090"/>
                <a:ext cx="208440" cy="523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D5D90D-536D-90B6-A3EE-89C5C431CF3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1995" y="3765450"/>
                  <a:ext cx="22608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963547D-D2D9-9971-93B8-EB76B2C81B9C}"/>
                    </a:ext>
                  </a:extLst>
                </p14:cNvPr>
                <p14:cNvContentPartPr/>
                <p14:nvPr/>
              </p14:nvContentPartPr>
              <p14:xfrm>
                <a:off x="1055595" y="3820530"/>
                <a:ext cx="192600" cy="252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963547D-D2D9-9971-93B8-EB76B2C81B9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6955" y="3811530"/>
                  <a:ext cx="210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11D354E-2B2F-E264-CD15-0F438DFF43BA}"/>
                    </a:ext>
                  </a:extLst>
                </p14:cNvPr>
                <p14:cNvContentPartPr/>
                <p14:nvPr/>
              </p14:nvContentPartPr>
              <p14:xfrm>
                <a:off x="1235955" y="3794970"/>
                <a:ext cx="52200" cy="524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11D354E-2B2F-E264-CD15-0F438DFF43B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27315" y="3786330"/>
                  <a:ext cx="6984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1D3B8DA-3121-9036-EFBE-E873A1CC8A7E}"/>
                    </a:ext>
                  </a:extLst>
                </p14:cNvPr>
                <p14:cNvContentPartPr/>
                <p14:nvPr/>
              </p14:nvContentPartPr>
              <p14:xfrm>
                <a:off x="1411635" y="3823770"/>
                <a:ext cx="187200" cy="300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1D3B8DA-3121-9036-EFBE-E873A1CC8A7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402995" y="3814770"/>
                  <a:ext cx="2048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5C2042F-235F-AB19-849D-9A7353DA74F5}"/>
                    </a:ext>
                  </a:extLst>
                </p14:cNvPr>
                <p14:cNvContentPartPr/>
                <p14:nvPr/>
              </p14:nvContentPartPr>
              <p14:xfrm>
                <a:off x="1575795" y="3849330"/>
                <a:ext cx="39600" cy="447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5C2042F-235F-AB19-849D-9A7353DA74F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567155" y="3840330"/>
                  <a:ext cx="5724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248CD1F-917A-C514-3F75-44A1309BAF42}"/>
                    </a:ext>
                  </a:extLst>
                </p14:cNvPr>
                <p14:cNvContentPartPr/>
                <p14:nvPr/>
              </p14:nvContentPartPr>
              <p14:xfrm>
                <a:off x="1738875" y="3874170"/>
                <a:ext cx="148680" cy="466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248CD1F-917A-C514-3F75-44A1309BAF4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730235" y="3865170"/>
                  <a:ext cx="1663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50350B6-9104-30E1-8A05-AC9E417F5297}"/>
                    </a:ext>
                  </a:extLst>
                </p14:cNvPr>
                <p14:cNvContentPartPr/>
                <p14:nvPr/>
              </p14:nvContentPartPr>
              <p14:xfrm>
                <a:off x="1789635" y="3976050"/>
                <a:ext cx="143640" cy="64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50350B6-9104-30E1-8A05-AC9E417F529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80635" y="3967050"/>
                  <a:ext cx="161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A305408-6864-53FF-8E88-32DD0DB8420D}"/>
                    </a:ext>
                  </a:extLst>
                </p14:cNvPr>
                <p14:cNvContentPartPr/>
                <p14:nvPr/>
              </p14:nvContentPartPr>
              <p14:xfrm>
                <a:off x="896835" y="3995490"/>
                <a:ext cx="142200" cy="20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A305408-6864-53FF-8E88-32DD0DB8420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87835" y="3986490"/>
                  <a:ext cx="15984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F32575B-AB75-6B5B-9A73-C3C42B69B371}"/>
              </a:ext>
            </a:extLst>
          </p:cNvPr>
          <p:cNvGrpSpPr/>
          <p:nvPr/>
        </p:nvGrpSpPr>
        <p:grpSpPr>
          <a:xfrm>
            <a:off x="868035" y="4682730"/>
            <a:ext cx="1147680" cy="611280"/>
            <a:chOff x="868035" y="4682730"/>
            <a:chExt cx="1147680" cy="61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261C818-9E46-AAD4-7F0C-225F4C583228}"/>
                    </a:ext>
                  </a:extLst>
                </p14:cNvPr>
                <p14:cNvContentPartPr/>
                <p14:nvPr/>
              </p14:nvContentPartPr>
              <p14:xfrm>
                <a:off x="868035" y="4682730"/>
                <a:ext cx="224280" cy="611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261C818-9E46-AAD4-7F0C-225F4C5832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59035" y="4673730"/>
                  <a:ext cx="24192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34DB93D-FB2D-E684-6782-FAD5C5BAAD68}"/>
                    </a:ext>
                  </a:extLst>
                </p14:cNvPr>
                <p14:cNvContentPartPr/>
                <p14:nvPr/>
              </p14:nvContentPartPr>
              <p14:xfrm>
                <a:off x="1193835" y="4774530"/>
                <a:ext cx="174240" cy="288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34DB93D-FB2D-E684-6782-FAD5C5BAAD6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85195" y="4765530"/>
                  <a:ext cx="1918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385433D-623D-55E3-1F84-3D90EF76B22B}"/>
                    </a:ext>
                  </a:extLst>
                </p14:cNvPr>
                <p14:cNvContentPartPr/>
                <p14:nvPr/>
              </p14:nvContentPartPr>
              <p14:xfrm>
                <a:off x="1338195" y="4774890"/>
                <a:ext cx="20880" cy="465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385433D-623D-55E3-1F84-3D90EF76B22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329555" y="4766250"/>
                  <a:ext cx="385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C17781A-A428-82C0-9D99-2765E86DED0E}"/>
                    </a:ext>
                  </a:extLst>
                </p14:cNvPr>
                <p14:cNvContentPartPr/>
                <p14:nvPr/>
              </p14:nvContentPartPr>
              <p14:xfrm>
                <a:off x="1482555" y="4840050"/>
                <a:ext cx="154440" cy="242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C17781A-A428-82C0-9D99-2765E86DED0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473915" y="4831050"/>
                  <a:ext cx="1720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9DFA71E-78F8-298B-ED8F-5D50F8D6D06F}"/>
                    </a:ext>
                  </a:extLst>
                </p14:cNvPr>
                <p14:cNvContentPartPr/>
                <p14:nvPr/>
              </p14:nvContentPartPr>
              <p14:xfrm>
                <a:off x="1652475" y="4809450"/>
                <a:ext cx="11160" cy="401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9DFA71E-78F8-298B-ED8F-5D50F8D6D06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43475" y="4800810"/>
                  <a:ext cx="288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A3623BB-C8D1-5178-07D3-2F0941A84856}"/>
                    </a:ext>
                  </a:extLst>
                </p14:cNvPr>
                <p14:cNvContentPartPr/>
                <p14:nvPr/>
              </p14:nvContentPartPr>
              <p14:xfrm>
                <a:off x="1842915" y="4708650"/>
                <a:ext cx="172800" cy="492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A3623BB-C8D1-5178-07D3-2F0941A8485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834275" y="4699650"/>
                  <a:ext cx="19044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B12DD0E-DCE6-DC6C-0021-77B57ECFC49B}"/>
                    </a:ext>
                  </a:extLst>
                </p14:cNvPr>
                <p14:cNvContentPartPr/>
                <p14:nvPr/>
              </p14:nvContentPartPr>
              <p14:xfrm>
                <a:off x="1032915" y="4885410"/>
                <a:ext cx="120600" cy="36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B12DD0E-DCE6-DC6C-0021-77B57ECFC49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3915" y="4876410"/>
                  <a:ext cx="1382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6EC7A2A-AA48-0D36-EF9B-821771347D32}"/>
              </a:ext>
            </a:extLst>
          </p:cNvPr>
          <p:cNvGrpSpPr/>
          <p:nvPr/>
        </p:nvGrpSpPr>
        <p:grpSpPr>
          <a:xfrm>
            <a:off x="2626635" y="4994850"/>
            <a:ext cx="565920" cy="238320"/>
            <a:chOff x="2626635" y="4994850"/>
            <a:chExt cx="56592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7F58E80-64D9-C3E4-7538-3878087834CD}"/>
                    </a:ext>
                  </a:extLst>
                </p14:cNvPr>
                <p14:cNvContentPartPr/>
                <p14:nvPr/>
              </p14:nvContentPartPr>
              <p14:xfrm>
                <a:off x="2626635" y="5032650"/>
                <a:ext cx="489240" cy="89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7F58E80-64D9-C3E4-7538-3878087834C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17995" y="5024010"/>
                  <a:ext cx="5068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F3B40A3-9A6B-3811-9ABD-F3886EB356BF}"/>
                    </a:ext>
                  </a:extLst>
                </p14:cNvPr>
                <p14:cNvContentPartPr/>
                <p14:nvPr/>
              </p14:nvContentPartPr>
              <p14:xfrm>
                <a:off x="3097155" y="4994850"/>
                <a:ext cx="95400" cy="238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F3B40A3-9A6B-3811-9ABD-F3886EB356B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088515" y="4985850"/>
                  <a:ext cx="11304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943D93F-6136-CA70-5DFA-978DFCBACCDD}"/>
              </a:ext>
            </a:extLst>
          </p:cNvPr>
          <p:cNvGrpSpPr/>
          <p:nvPr/>
        </p:nvGrpSpPr>
        <p:grpSpPr>
          <a:xfrm>
            <a:off x="3687915" y="4847610"/>
            <a:ext cx="1321200" cy="215640"/>
            <a:chOff x="3687915" y="4847610"/>
            <a:chExt cx="132120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742AEE1-3A38-B9DA-6E14-38B046462EAF}"/>
                    </a:ext>
                  </a:extLst>
                </p14:cNvPr>
                <p14:cNvContentPartPr/>
                <p14:nvPr/>
              </p14:nvContentPartPr>
              <p14:xfrm>
                <a:off x="3687915" y="4905930"/>
                <a:ext cx="451440" cy="50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742AEE1-3A38-B9DA-6E14-38B046462EA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79275" y="4897290"/>
                  <a:ext cx="4690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99DD01C-95C2-5FBF-EBF7-173CFFF00724}"/>
                    </a:ext>
                  </a:extLst>
                </p14:cNvPr>
                <p14:cNvContentPartPr/>
                <p14:nvPr/>
              </p14:nvContentPartPr>
              <p14:xfrm>
                <a:off x="4302795" y="4847610"/>
                <a:ext cx="36360" cy="187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99DD01C-95C2-5FBF-EBF7-173CFFF0072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293795" y="4838610"/>
                  <a:ext cx="54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07D0DDF-0799-BF27-A01C-1906485A9F82}"/>
                    </a:ext>
                  </a:extLst>
                </p14:cNvPr>
                <p14:cNvContentPartPr/>
                <p14:nvPr/>
              </p14:nvContentPartPr>
              <p14:xfrm>
                <a:off x="4395315" y="4938330"/>
                <a:ext cx="613800" cy="124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07D0DDF-0799-BF27-A01C-1906485A9F8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386675" y="4929690"/>
                  <a:ext cx="63144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1628620-DC6C-1E67-13D4-13E48DBFEF2E}"/>
              </a:ext>
            </a:extLst>
          </p:cNvPr>
          <p:cNvGrpSpPr/>
          <p:nvPr/>
        </p:nvGrpSpPr>
        <p:grpSpPr>
          <a:xfrm>
            <a:off x="5573235" y="4857330"/>
            <a:ext cx="950760" cy="196560"/>
            <a:chOff x="5573235" y="4857330"/>
            <a:chExt cx="95076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2066249-C58C-63EF-9592-A52658E468C9}"/>
                    </a:ext>
                  </a:extLst>
                </p14:cNvPr>
                <p14:cNvContentPartPr/>
                <p14:nvPr/>
              </p14:nvContentPartPr>
              <p14:xfrm>
                <a:off x="5573235" y="4882170"/>
                <a:ext cx="289080" cy="144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2066249-C58C-63EF-9592-A52658E468C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564235" y="4873170"/>
                  <a:ext cx="306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01D2F3E-6C98-71F3-5F72-85AEDE4DB93B}"/>
                    </a:ext>
                  </a:extLst>
                </p14:cNvPr>
                <p14:cNvContentPartPr/>
                <p14:nvPr/>
              </p14:nvContentPartPr>
              <p14:xfrm>
                <a:off x="5906595" y="4857330"/>
                <a:ext cx="73800" cy="161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01D2F3E-6C98-71F3-5F72-85AEDE4DB93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897595" y="4848330"/>
                  <a:ext cx="914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CE4AFF4-0566-ACC3-5972-00490A31C04F}"/>
                    </a:ext>
                  </a:extLst>
                </p14:cNvPr>
                <p14:cNvContentPartPr/>
                <p14:nvPr/>
              </p14:nvContentPartPr>
              <p14:xfrm>
                <a:off x="6005235" y="4960290"/>
                <a:ext cx="518760" cy="93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CE4AFF4-0566-ACC3-5972-00490A31C0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996235" y="4951290"/>
                  <a:ext cx="5364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59E38C5-9092-D579-5571-B427447558F9}"/>
              </a:ext>
            </a:extLst>
          </p:cNvPr>
          <p:cNvGrpSpPr/>
          <p:nvPr/>
        </p:nvGrpSpPr>
        <p:grpSpPr>
          <a:xfrm>
            <a:off x="6859155" y="4585530"/>
            <a:ext cx="906480" cy="704160"/>
            <a:chOff x="6859155" y="4585530"/>
            <a:chExt cx="906480" cy="70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BFFFB06-5224-98E3-0F1F-BA36899D7751}"/>
                    </a:ext>
                  </a:extLst>
                </p14:cNvPr>
                <p14:cNvContentPartPr/>
                <p14:nvPr/>
              </p14:nvContentPartPr>
              <p14:xfrm>
                <a:off x="6928995" y="4590930"/>
                <a:ext cx="38880" cy="479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BFFFB06-5224-98E3-0F1F-BA36899D775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920355" y="4581930"/>
                  <a:ext cx="5652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0F62DBA-46C1-126E-5772-82EEDC74F5F0}"/>
                    </a:ext>
                  </a:extLst>
                </p14:cNvPr>
                <p14:cNvContentPartPr/>
                <p14:nvPr/>
              </p14:nvContentPartPr>
              <p14:xfrm>
                <a:off x="6859155" y="4875690"/>
                <a:ext cx="314280" cy="1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0F62DBA-46C1-126E-5772-82EEDC74F5F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50515" y="4866690"/>
                  <a:ext cx="331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B16931C-BEEF-64D3-8CDB-308D665F5A32}"/>
                    </a:ext>
                  </a:extLst>
                </p14:cNvPr>
                <p14:cNvContentPartPr/>
                <p14:nvPr/>
              </p14:nvContentPartPr>
              <p14:xfrm>
                <a:off x="7115475" y="4585530"/>
                <a:ext cx="29160" cy="4712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B16931C-BEEF-64D3-8CDB-308D665F5A3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106835" y="4576530"/>
                  <a:ext cx="468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100A5E8-C0C6-0F36-2992-07AC62556D2D}"/>
                    </a:ext>
                  </a:extLst>
                </p14:cNvPr>
                <p14:cNvContentPartPr/>
                <p14:nvPr/>
              </p14:nvContentPartPr>
              <p14:xfrm>
                <a:off x="7252635" y="4771650"/>
                <a:ext cx="27000" cy="291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100A5E8-C0C6-0F36-2992-07AC62556D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243995" y="4763010"/>
                  <a:ext cx="446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2E1A061-FB2F-7A4D-D854-F57B0548F7D6}"/>
                    </a:ext>
                  </a:extLst>
                </p14:cNvPr>
                <p14:cNvContentPartPr/>
                <p14:nvPr/>
              </p14:nvContentPartPr>
              <p14:xfrm>
                <a:off x="7353795" y="4827090"/>
                <a:ext cx="150120" cy="462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2E1A061-FB2F-7A4D-D854-F57B0548F7D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344795" y="4818090"/>
                  <a:ext cx="1677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F612D35-4861-6107-897D-D332924AE655}"/>
                    </a:ext>
                  </a:extLst>
                </p14:cNvPr>
                <p14:cNvContentPartPr/>
                <p14:nvPr/>
              </p14:nvContentPartPr>
              <p14:xfrm>
                <a:off x="7588155" y="4697130"/>
                <a:ext cx="177480" cy="437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F612D35-4861-6107-897D-D332924AE65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579515" y="4688130"/>
                  <a:ext cx="195120" cy="45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7EEB9B9-FBC6-918E-718B-B84690215FD3}"/>
              </a:ext>
            </a:extLst>
          </p:cNvPr>
          <p:cNvGrpSpPr/>
          <p:nvPr/>
        </p:nvGrpSpPr>
        <p:grpSpPr>
          <a:xfrm>
            <a:off x="7845195" y="3892530"/>
            <a:ext cx="514080" cy="255960"/>
            <a:chOff x="7845195" y="3892530"/>
            <a:chExt cx="51408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469AF8D-A9DF-3BF2-E6FA-56E82AE5A27F}"/>
                    </a:ext>
                  </a:extLst>
                </p14:cNvPr>
                <p14:cNvContentPartPr/>
                <p14:nvPr/>
              </p14:nvContentPartPr>
              <p14:xfrm>
                <a:off x="7845195" y="3944370"/>
                <a:ext cx="456840" cy="69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469AF8D-A9DF-3BF2-E6FA-56E82AE5A27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836555" y="3935730"/>
                  <a:ext cx="474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78E5FF1-089C-5142-5D92-A5F705F0511D}"/>
                    </a:ext>
                  </a:extLst>
                </p14:cNvPr>
                <p14:cNvContentPartPr/>
                <p14:nvPr/>
              </p14:nvContentPartPr>
              <p14:xfrm>
                <a:off x="8246595" y="3892530"/>
                <a:ext cx="112680" cy="255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78E5FF1-089C-5142-5D92-A5F705F0511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237595" y="3883890"/>
                  <a:ext cx="1303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A9CBD5F-EA46-CD38-5143-B39F4AC551CE}"/>
              </a:ext>
            </a:extLst>
          </p:cNvPr>
          <p:cNvGrpSpPr/>
          <p:nvPr/>
        </p:nvGrpSpPr>
        <p:grpSpPr>
          <a:xfrm>
            <a:off x="8676075" y="3753210"/>
            <a:ext cx="1685520" cy="493200"/>
            <a:chOff x="8676075" y="3753210"/>
            <a:chExt cx="1685520" cy="49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8E6519E-F325-47AA-4318-8C9E448F66F1}"/>
                    </a:ext>
                  </a:extLst>
                </p14:cNvPr>
                <p14:cNvContentPartPr/>
                <p14:nvPr/>
              </p14:nvContentPartPr>
              <p14:xfrm>
                <a:off x="8676075" y="3753210"/>
                <a:ext cx="207720" cy="4737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8E6519E-F325-47AA-4318-8C9E448F66F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667075" y="3744570"/>
                  <a:ext cx="22536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D8DE074-A6FF-76C9-5CF3-0CD461B96062}"/>
                    </a:ext>
                  </a:extLst>
                </p14:cNvPr>
                <p14:cNvContentPartPr/>
                <p14:nvPr/>
              </p14:nvContentPartPr>
              <p14:xfrm>
                <a:off x="8781915" y="3931410"/>
                <a:ext cx="165240" cy="435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D8DE074-A6FF-76C9-5CF3-0CD461B9606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72915" y="3922770"/>
                  <a:ext cx="182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BCD8626-3F29-94E9-A160-2BD043A1B983}"/>
                    </a:ext>
                  </a:extLst>
                </p14:cNvPr>
                <p14:cNvContentPartPr/>
                <p14:nvPr/>
              </p14:nvContentPartPr>
              <p14:xfrm>
                <a:off x="9033195" y="3917370"/>
                <a:ext cx="99000" cy="25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BCD8626-3F29-94E9-A160-2BD043A1B98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24555" y="3908730"/>
                  <a:ext cx="116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B9497BE-B200-1D4D-463A-761CBC76894E}"/>
                    </a:ext>
                  </a:extLst>
                </p14:cNvPr>
                <p14:cNvContentPartPr/>
                <p14:nvPr/>
              </p14:nvContentPartPr>
              <p14:xfrm>
                <a:off x="9202035" y="3838530"/>
                <a:ext cx="285120" cy="272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B9497BE-B200-1D4D-463A-761CBC76894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193395" y="3829530"/>
                  <a:ext cx="3027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D741262-1610-60D8-773D-47690E7AAB0C}"/>
                    </a:ext>
                  </a:extLst>
                </p14:cNvPr>
                <p14:cNvContentPartPr/>
                <p14:nvPr/>
              </p14:nvContentPartPr>
              <p14:xfrm>
                <a:off x="9460515" y="3853290"/>
                <a:ext cx="127800" cy="3931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D741262-1610-60D8-773D-47690E7AAB0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51875" y="3844290"/>
                  <a:ext cx="1454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63497DD-76DE-4C74-C067-F9FF4410AE2E}"/>
                    </a:ext>
                  </a:extLst>
                </p14:cNvPr>
                <p14:cNvContentPartPr/>
                <p14:nvPr/>
              </p14:nvContentPartPr>
              <p14:xfrm>
                <a:off x="9676875" y="3882810"/>
                <a:ext cx="191520" cy="298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63497DD-76DE-4C74-C067-F9FF4410AE2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68235" y="3873810"/>
                  <a:ext cx="2091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6B1617E-A680-01FD-6C54-9B13C783BAEA}"/>
                    </a:ext>
                  </a:extLst>
                </p14:cNvPr>
                <p14:cNvContentPartPr/>
                <p14:nvPr/>
              </p14:nvContentPartPr>
              <p14:xfrm>
                <a:off x="10008795" y="3913050"/>
                <a:ext cx="205920" cy="285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6B1617E-A680-01FD-6C54-9B13C783BAE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000155" y="3904050"/>
                  <a:ext cx="2235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350E8B8-FA8E-A176-2415-B022509B3EAA}"/>
                    </a:ext>
                  </a:extLst>
                </p14:cNvPr>
                <p14:cNvContentPartPr/>
                <p14:nvPr/>
              </p14:nvContentPartPr>
              <p14:xfrm>
                <a:off x="10191675" y="3950850"/>
                <a:ext cx="169920" cy="268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350E8B8-FA8E-A176-2415-B022509B3EA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183035" y="3942210"/>
                  <a:ext cx="18756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85FF193-8ED1-C0CA-58DE-B9494ECDCC7F}"/>
              </a:ext>
            </a:extLst>
          </p:cNvPr>
          <p:cNvGrpSpPr/>
          <p:nvPr/>
        </p:nvGrpSpPr>
        <p:grpSpPr>
          <a:xfrm>
            <a:off x="10603155" y="3735210"/>
            <a:ext cx="718560" cy="503280"/>
            <a:chOff x="10603155" y="3735210"/>
            <a:chExt cx="71856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E86FF63-9DA0-6666-2D6C-6A0FEE93290A}"/>
                    </a:ext>
                  </a:extLst>
                </p14:cNvPr>
                <p14:cNvContentPartPr/>
                <p14:nvPr/>
              </p14:nvContentPartPr>
              <p14:xfrm>
                <a:off x="10603155" y="3735210"/>
                <a:ext cx="216720" cy="4507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E86FF63-9DA0-6666-2D6C-6A0FEE93290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594155" y="3726570"/>
                  <a:ext cx="23436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CFA9B27-D3F3-CDCC-68F8-D19BEF122F18}"/>
                    </a:ext>
                  </a:extLst>
                </p14:cNvPr>
                <p14:cNvContentPartPr/>
                <p14:nvPr/>
              </p14:nvContentPartPr>
              <p14:xfrm>
                <a:off x="10965315" y="4161090"/>
                <a:ext cx="17280" cy="26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CFA9B27-D3F3-CDCC-68F8-D19BEF122F1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956675" y="4152090"/>
                  <a:ext cx="34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1294840-7780-2854-EA64-BAEEC7277B4B}"/>
                    </a:ext>
                  </a:extLst>
                </p14:cNvPr>
                <p14:cNvContentPartPr/>
                <p14:nvPr/>
              </p14:nvContentPartPr>
              <p14:xfrm>
                <a:off x="11067555" y="3766530"/>
                <a:ext cx="111240" cy="4251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1294840-7780-2854-EA64-BAEEC7277B4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058555" y="3757890"/>
                  <a:ext cx="12888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8401869-27D2-1E13-51DE-1B3F37EB7242}"/>
                    </a:ext>
                  </a:extLst>
                </p14:cNvPr>
                <p14:cNvContentPartPr/>
                <p14:nvPr/>
              </p14:nvContentPartPr>
              <p14:xfrm>
                <a:off x="11137395" y="3829170"/>
                <a:ext cx="184320" cy="409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8401869-27D2-1E13-51DE-1B3F37EB724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128755" y="3820170"/>
                  <a:ext cx="2019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16B1678-5A57-C3DF-2EBA-FEB185D1C2CD}"/>
                    </a:ext>
                  </a:extLst>
                </p14:cNvPr>
                <p14:cNvContentPartPr/>
                <p14:nvPr/>
              </p14:nvContentPartPr>
              <p14:xfrm>
                <a:off x="11115795" y="4023570"/>
                <a:ext cx="161640" cy="70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16B1678-5A57-C3DF-2EBA-FEB185D1C2C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106795" y="4014570"/>
                  <a:ext cx="17928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94195FBD-4ED9-AC86-C974-0542CE861CA0}"/>
                  </a:ext>
                </a:extLst>
              </p14:cNvPr>
              <p14:cNvContentPartPr/>
              <p14:nvPr/>
            </p14:nvContentPartPr>
            <p14:xfrm>
              <a:off x="8111595" y="4768050"/>
              <a:ext cx="492480" cy="2347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94195FBD-4ED9-AC86-C974-0542CE861CA0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102955" y="4759050"/>
                <a:ext cx="51012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6DAACAC-AEE9-30C2-F523-AE77D29A12F9}"/>
              </a:ext>
            </a:extLst>
          </p:cNvPr>
          <p:cNvGrpSpPr/>
          <p:nvPr/>
        </p:nvGrpSpPr>
        <p:grpSpPr>
          <a:xfrm>
            <a:off x="9011595" y="4541610"/>
            <a:ext cx="1658160" cy="553680"/>
            <a:chOff x="9011595" y="4541610"/>
            <a:chExt cx="1658160" cy="55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5F7AD6F-892A-9D93-1995-C6AFBF7E0C75}"/>
                    </a:ext>
                  </a:extLst>
                </p14:cNvPr>
                <p14:cNvContentPartPr/>
                <p14:nvPr/>
              </p14:nvContentPartPr>
              <p14:xfrm>
                <a:off x="9011595" y="4633050"/>
                <a:ext cx="189360" cy="4478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5F7AD6F-892A-9D93-1995-C6AFBF7E0C7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002955" y="4624410"/>
                  <a:ext cx="2070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C6BFDC2-C7FA-FE2F-50B4-9473A464DE11}"/>
                    </a:ext>
                  </a:extLst>
                </p14:cNvPr>
                <p14:cNvContentPartPr/>
                <p14:nvPr/>
              </p14:nvContentPartPr>
              <p14:xfrm>
                <a:off x="9060915" y="4778130"/>
                <a:ext cx="218160" cy="41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C6BFDC2-C7FA-FE2F-50B4-9473A464DE1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52275" y="4769490"/>
                  <a:ext cx="2358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C839905-5C4E-EC81-9F0F-881277BFD153}"/>
                    </a:ext>
                  </a:extLst>
                </p14:cNvPr>
                <p14:cNvContentPartPr/>
                <p14:nvPr/>
              </p14:nvContentPartPr>
              <p14:xfrm>
                <a:off x="9356835" y="4822770"/>
                <a:ext cx="115920" cy="2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C839905-5C4E-EC81-9F0F-881277BFD15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48195" y="4813770"/>
                  <a:ext cx="1335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9A2182C-BBD7-6F1E-E92E-0E936C9DBB81}"/>
                    </a:ext>
                  </a:extLst>
                </p14:cNvPr>
                <p14:cNvContentPartPr/>
                <p14:nvPr/>
              </p14:nvContentPartPr>
              <p14:xfrm>
                <a:off x="9625755" y="4709730"/>
                <a:ext cx="401760" cy="385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9A2182C-BBD7-6F1E-E92E-0E936C9DBB8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616755" y="4701090"/>
                  <a:ext cx="4194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54BBD08-0BEA-3718-76CB-78BD45D5959B}"/>
                    </a:ext>
                  </a:extLst>
                </p14:cNvPr>
                <p14:cNvContentPartPr/>
                <p14:nvPr/>
              </p14:nvContentPartPr>
              <p14:xfrm>
                <a:off x="10093035" y="4760850"/>
                <a:ext cx="273600" cy="286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54BBD08-0BEA-3718-76CB-78BD45D5959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084395" y="4752210"/>
                  <a:ext cx="291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E138D85-E32F-823C-6A08-C08C18CF6623}"/>
                    </a:ext>
                  </a:extLst>
                </p14:cNvPr>
                <p14:cNvContentPartPr/>
                <p14:nvPr/>
              </p14:nvContentPartPr>
              <p14:xfrm>
                <a:off x="10500915" y="4541610"/>
                <a:ext cx="131400" cy="3081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E138D85-E32F-823C-6A08-C08C18CF662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492275" y="4532970"/>
                  <a:ext cx="1490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E2100F6-4EB3-1DF0-D135-8AE7B1B790BD}"/>
                    </a:ext>
                  </a:extLst>
                </p14:cNvPr>
                <p14:cNvContentPartPr/>
                <p14:nvPr/>
              </p14:nvContentPartPr>
              <p14:xfrm>
                <a:off x="10486515" y="4662210"/>
                <a:ext cx="183240" cy="9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E2100F6-4EB3-1DF0-D135-8AE7B1B790B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477875" y="4653570"/>
                  <a:ext cx="2008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F9AA428-391F-A3D1-3B5A-0D5CF25DEB6B}"/>
              </a:ext>
            </a:extLst>
          </p:cNvPr>
          <p:cNvGrpSpPr/>
          <p:nvPr/>
        </p:nvGrpSpPr>
        <p:grpSpPr>
          <a:xfrm>
            <a:off x="10924635" y="4539450"/>
            <a:ext cx="839880" cy="474120"/>
            <a:chOff x="10924635" y="4539450"/>
            <a:chExt cx="839880" cy="47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2B04C02-3853-5F52-29BF-5999C6F7E224}"/>
                    </a:ext>
                  </a:extLst>
                </p14:cNvPr>
                <p14:cNvContentPartPr/>
                <p14:nvPr/>
              </p14:nvContentPartPr>
              <p14:xfrm>
                <a:off x="10924635" y="4539450"/>
                <a:ext cx="226440" cy="435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2B04C02-3853-5F52-29BF-5999C6F7E22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915635" y="4530450"/>
                  <a:ext cx="2440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4B84098-600A-9108-BB9E-2A93F4AA7A90}"/>
                    </a:ext>
                  </a:extLst>
                </p14:cNvPr>
                <p14:cNvContentPartPr/>
                <p14:nvPr/>
              </p14:nvContentPartPr>
              <p14:xfrm>
                <a:off x="11255475" y="4888650"/>
                <a:ext cx="19440" cy="70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4B84098-600A-9108-BB9E-2A93F4AA7A9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246475" y="4879650"/>
                  <a:ext cx="37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D90EF7D-7783-64C9-DC51-1A199F6E6E44}"/>
                    </a:ext>
                  </a:extLst>
                </p14:cNvPr>
                <p14:cNvContentPartPr/>
                <p14:nvPr/>
              </p14:nvContentPartPr>
              <p14:xfrm>
                <a:off x="11366715" y="4574730"/>
                <a:ext cx="198000" cy="415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D90EF7D-7783-64C9-DC51-1A199F6E6E4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358075" y="4565730"/>
                  <a:ext cx="2156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FAB889B-4874-A0C6-6D0D-BCA17CBB786F}"/>
                    </a:ext>
                  </a:extLst>
                </p14:cNvPr>
                <p14:cNvContentPartPr/>
                <p14:nvPr/>
              </p14:nvContentPartPr>
              <p14:xfrm>
                <a:off x="11742555" y="4998090"/>
                <a:ext cx="21960" cy="15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FAB889B-4874-A0C6-6D0D-BCA17CBB786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733915" y="4989090"/>
                  <a:ext cx="396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D51757F-D4B0-31D6-C850-EE72A0F7F931}"/>
              </a:ext>
            </a:extLst>
          </p:cNvPr>
          <p:cNvGrpSpPr/>
          <p:nvPr/>
        </p:nvGrpSpPr>
        <p:grpSpPr>
          <a:xfrm>
            <a:off x="4088595" y="1440210"/>
            <a:ext cx="292680" cy="1631880"/>
            <a:chOff x="4088595" y="1440210"/>
            <a:chExt cx="292680" cy="163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4C12F0F-0AC9-CE01-5D42-224CFC1BFDA6}"/>
                    </a:ext>
                  </a:extLst>
                </p14:cNvPr>
                <p14:cNvContentPartPr/>
                <p14:nvPr/>
              </p14:nvContentPartPr>
              <p14:xfrm>
                <a:off x="4096875" y="1440210"/>
                <a:ext cx="220680" cy="145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4C12F0F-0AC9-CE01-5D42-224CFC1BFDA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88235" y="1431210"/>
                  <a:ext cx="238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4F5E769-22F5-DE32-593D-5AB21EEC1106}"/>
                    </a:ext>
                  </a:extLst>
                </p14:cNvPr>
                <p14:cNvContentPartPr/>
                <p14:nvPr/>
              </p14:nvContentPartPr>
              <p14:xfrm>
                <a:off x="4115235" y="1670250"/>
                <a:ext cx="213480" cy="169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4F5E769-22F5-DE32-593D-5AB21EEC110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06235" y="1661610"/>
                  <a:ext cx="2311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9F459C5-B9E1-C4C4-C0B6-28D5926C12C0}"/>
                    </a:ext>
                  </a:extLst>
                </p14:cNvPr>
                <p14:cNvContentPartPr/>
                <p14:nvPr/>
              </p14:nvContentPartPr>
              <p14:xfrm>
                <a:off x="4117395" y="1885170"/>
                <a:ext cx="262800" cy="218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9F459C5-B9E1-C4C4-C0B6-28D5926C12C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108755" y="1876170"/>
                  <a:ext cx="280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6C364A0-B42F-8DAA-DC0D-82C643DE6A91}"/>
                    </a:ext>
                  </a:extLst>
                </p14:cNvPr>
                <p14:cNvContentPartPr/>
                <p14:nvPr/>
              </p14:nvContentPartPr>
              <p14:xfrm>
                <a:off x="4095795" y="2153730"/>
                <a:ext cx="253080" cy="145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6C364A0-B42F-8DAA-DC0D-82C643DE6A9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087155" y="2144730"/>
                  <a:ext cx="270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F8602A5-5173-FFF3-DD2C-A13ACFA1CC59}"/>
                    </a:ext>
                  </a:extLst>
                </p14:cNvPr>
                <p14:cNvContentPartPr/>
                <p14:nvPr/>
              </p14:nvContentPartPr>
              <p14:xfrm>
                <a:off x="4120995" y="2396370"/>
                <a:ext cx="202320" cy="1594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F8602A5-5173-FFF3-DD2C-A13ACFA1CC5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112355" y="2387370"/>
                  <a:ext cx="219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FB48462-E30D-6DBF-611C-AAD605D03743}"/>
                    </a:ext>
                  </a:extLst>
                </p14:cNvPr>
                <p14:cNvContentPartPr/>
                <p14:nvPr/>
              </p14:nvContentPartPr>
              <p14:xfrm>
                <a:off x="4088595" y="2642250"/>
                <a:ext cx="255240" cy="1702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FB48462-E30D-6DBF-611C-AAD605D0374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079955" y="2633610"/>
                  <a:ext cx="272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625536F-CA73-2D12-7D62-C0B14774D109}"/>
                    </a:ext>
                  </a:extLst>
                </p14:cNvPr>
                <p14:cNvContentPartPr/>
                <p14:nvPr/>
              </p14:nvContentPartPr>
              <p14:xfrm>
                <a:off x="4110195" y="2886690"/>
                <a:ext cx="271080" cy="185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625536F-CA73-2D12-7D62-C0B14774D10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101555" y="2877690"/>
                  <a:ext cx="288720" cy="20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392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FA77B5-F524-A68E-5856-7BEF59808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2" y="419100"/>
            <a:ext cx="5300663" cy="636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43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3FF00F-C535-CEB6-6914-82268D893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84" y="161654"/>
            <a:ext cx="10390619" cy="63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2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964CD-7A35-8564-DADB-9089D6510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89" y="0"/>
            <a:ext cx="10509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14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8178EB-D2E9-477F-F81F-9CF9D65E0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057" y="0"/>
            <a:ext cx="7725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8190B8-6A42-BE25-464B-C3C4836F2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095375"/>
            <a:ext cx="4191000" cy="466725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6B8E8A7-F43D-3722-A86C-70D5C05E0A23}"/>
              </a:ext>
            </a:extLst>
          </p:cNvPr>
          <p:cNvGrpSpPr/>
          <p:nvPr/>
        </p:nvGrpSpPr>
        <p:grpSpPr>
          <a:xfrm>
            <a:off x="4798155" y="5848770"/>
            <a:ext cx="1328760" cy="427320"/>
            <a:chOff x="4798155" y="5848770"/>
            <a:chExt cx="132876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DEC329-64A0-D2F7-F0BC-974A6E71C161}"/>
                    </a:ext>
                  </a:extLst>
                </p14:cNvPr>
                <p14:cNvContentPartPr/>
                <p14:nvPr/>
              </p14:nvContentPartPr>
              <p14:xfrm>
                <a:off x="4798155" y="5986290"/>
                <a:ext cx="154440" cy="232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DEC329-64A0-D2F7-F0BC-974A6E71C16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89515" y="5977290"/>
                  <a:ext cx="172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DDA00F-79CB-42D4-9B70-BEB0E3018243}"/>
                    </a:ext>
                  </a:extLst>
                </p14:cNvPr>
                <p14:cNvContentPartPr/>
                <p14:nvPr/>
              </p14:nvContentPartPr>
              <p14:xfrm>
                <a:off x="5017395" y="5954970"/>
                <a:ext cx="164160" cy="239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DDA00F-79CB-42D4-9B70-BEB0E301824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08395" y="5946330"/>
                  <a:ext cx="181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6CA8B80-A268-85A9-CCCD-C26B14154E30}"/>
                    </a:ext>
                  </a:extLst>
                </p14:cNvPr>
                <p14:cNvContentPartPr/>
                <p14:nvPr/>
              </p14:nvContentPartPr>
              <p14:xfrm>
                <a:off x="5262915" y="5858850"/>
                <a:ext cx="37800" cy="335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6CA8B80-A268-85A9-CCCD-C26B14154E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53915" y="5849850"/>
                  <a:ext cx="554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7880690-659B-48FF-4A60-B45D27E50C4D}"/>
                    </a:ext>
                  </a:extLst>
                </p14:cNvPr>
                <p14:cNvContentPartPr/>
                <p14:nvPr/>
              </p14:nvContentPartPr>
              <p14:xfrm>
                <a:off x="5267595" y="6025530"/>
                <a:ext cx="120600" cy="19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7880690-659B-48FF-4A60-B45D27E50C4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58955" y="6016530"/>
                  <a:ext cx="138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F0F098F-629B-EF74-8510-F8BDF893282D}"/>
                    </a:ext>
                  </a:extLst>
                </p14:cNvPr>
                <p14:cNvContentPartPr/>
                <p14:nvPr/>
              </p14:nvContentPartPr>
              <p14:xfrm>
                <a:off x="5420235" y="5976210"/>
                <a:ext cx="167760" cy="299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F0F098F-629B-EF74-8510-F8BDF893282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11595" y="5967210"/>
                  <a:ext cx="1854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BF85E0-991E-451C-B6EB-066BE4C2A8FB}"/>
                    </a:ext>
                  </a:extLst>
                </p14:cNvPr>
                <p14:cNvContentPartPr/>
                <p14:nvPr/>
              </p14:nvContentPartPr>
              <p14:xfrm>
                <a:off x="5669355" y="5984490"/>
                <a:ext cx="182160" cy="184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BF85E0-991E-451C-B6EB-066BE4C2A8F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60715" y="5975490"/>
                  <a:ext cx="199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01FC31-0BAD-0411-CBB8-F37FBC4D2163}"/>
                    </a:ext>
                  </a:extLst>
                </p14:cNvPr>
                <p14:cNvContentPartPr/>
                <p14:nvPr/>
              </p14:nvContentPartPr>
              <p14:xfrm>
                <a:off x="6000195" y="5848770"/>
                <a:ext cx="12240" cy="267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01FC31-0BAD-0411-CBB8-F37FBC4D216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91555" y="5840130"/>
                  <a:ext cx="298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3CB365-5FE6-C912-2C29-465552FFD6F0}"/>
                    </a:ext>
                  </a:extLst>
                </p14:cNvPr>
                <p14:cNvContentPartPr/>
                <p14:nvPr/>
              </p14:nvContentPartPr>
              <p14:xfrm>
                <a:off x="5943675" y="5948490"/>
                <a:ext cx="183240" cy="47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3CB365-5FE6-C912-2C29-465552FFD6F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35035" y="5939850"/>
                  <a:ext cx="20088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F948FE6-850D-CFCE-4B76-0D4E587AB5FA}"/>
              </a:ext>
            </a:extLst>
          </p:cNvPr>
          <p:cNvGrpSpPr/>
          <p:nvPr/>
        </p:nvGrpSpPr>
        <p:grpSpPr>
          <a:xfrm>
            <a:off x="6314115" y="5781090"/>
            <a:ext cx="1697760" cy="504360"/>
            <a:chOff x="6314115" y="5781090"/>
            <a:chExt cx="1697760" cy="50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9E0EE1-5910-B692-7FD2-72E18EE98D71}"/>
                    </a:ext>
                  </a:extLst>
                </p14:cNvPr>
                <p14:cNvContentPartPr/>
                <p14:nvPr/>
              </p14:nvContentPartPr>
              <p14:xfrm>
                <a:off x="6314115" y="5935530"/>
                <a:ext cx="136440" cy="184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9E0EE1-5910-B692-7FD2-72E18EE98D7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05115" y="5926530"/>
                  <a:ext cx="154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BCD8D6-64F7-5B65-7581-060C7FBA8236}"/>
                    </a:ext>
                  </a:extLst>
                </p14:cNvPr>
                <p14:cNvContentPartPr/>
                <p14:nvPr/>
              </p14:nvContentPartPr>
              <p14:xfrm>
                <a:off x="6511755" y="5947410"/>
                <a:ext cx="143280" cy="195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1BCD8D6-64F7-5B65-7581-060C7FBA82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03115" y="5938410"/>
                  <a:ext cx="160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1991C77-4227-C6B5-5255-6873E0C3E457}"/>
                    </a:ext>
                  </a:extLst>
                </p14:cNvPr>
                <p14:cNvContentPartPr/>
                <p14:nvPr/>
              </p14:nvContentPartPr>
              <p14:xfrm>
                <a:off x="6658275" y="5844810"/>
                <a:ext cx="20880" cy="293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1991C77-4227-C6B5-5255-6873E0C3E45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49635" y="5835810"/>
                  <a:ext cx="385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441F69-9D27-B19C-9ABD-1DC3042A1BE0}"/>
                    </a:ext>
                  </a:extLst>
                </p14:cNvPr>
                <p14:cNvContentPartPr/>
                <p14:nvPr/>
              </p14:nvContentPartPr>
              <p14:xfrm>
                <a:off x="6635595" y="5973690"/>
                <a:ext cx="212040" cy="142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441F69-9D27-B19C-9ABD-1DC3042A1BE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26595" y="5965050"/>
                  <a:ext cx="229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D77B83-31CE-A5CB-9DCE-9128ACCEABF3}"/>
                    </a:ext>
                  </a:extLst>
                </p14:cNvPr>
                <p14:cNvContentPartPr/>
                <p14:nvPr/>
              </p14:nvContentPartPr>
              <p14:xfrm>
                <a:off x="6840075" y="5878290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D77B83-31CE-A5CB-9DCE-9128ACCEAB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31075" y="58692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2C2C07-2CB6-FE15-27CE-553FB198ED4A}"/>
                    </a:ext>
                  </a:extLst>
                </p14:cNvPr>
                <p14:cNvContentPartPr/>
                <p14:nvPr/>
              </p14:nvContentPartPr>
              <p14:xfrm>
                <a:off x="6919275" y="5974770"/>
                <a:ext cx="113400" cy="173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2C2C07-2CB6-FE15-27CE-553FB198ED4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10635" y="5966130"/>
                  <a:ext cx="131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F1EEAC-11E4-E6D6-C905-7C44ACAFFD69}"/>
                    </a:ext>
                  </a:extLst>
                </p14:cNvPr>
                <p14:cNvContentPartPr/>
                <p14:nvPr/>
              </p14:nvContentPartPr>
              <p14:xfrm>
                <a:off x="7311675" y="5781090"/>
                <a:ext cx="26640" cy="319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F1EEAC-11E4-E6D6-C905-7C44ACAFFD6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303035" y="5772450"/>
                  <a:ext cx="442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99C0D10-046E-3B09-5295-31F894D76FF0}"/>
                    </a:ext>
                  </a:extLst>
                </p14:cNvPr>
                <p14:cNvContentPartPr/>
                <p14:nvPr/>
              </p14:nvContentPartPr>
              <p14:xfrm>
                <a:off x="7290075" y="5916810"/>
                <a:ext cx="177120" cy="193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99C0D10-046E-3B09-5295-31F894D76FF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81075" y="5908170"/>
                  <a:ext cx="194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FD1CF59-0D39-2B0C-4FF4-7845D26C8C50}"/>
                    </a:ext>
                  </a:extLst>
                </p14:cNvPr>
                <p14:cNvContentPartPr/>
                <p14:nvPr/>
              </p14:nvContentPartPr>
              <p14:xfrm>
                <a:off x="7530555" y="5919330"/>
                <a:ext cx="34200" cy="188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FD1CF59-0D39-2B0C-4FF4-7845D26C8C5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521915" y="5910690"/>
                  <a:ext cx="51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A47130-17FA-5ADB-A59F-63BAFDA80F2F}"/>
                    </a:ext>
                  </a:extLst>
                </p14:cNvPr>
                <p14:cNvContentPartPr/>
                <p14:nvPr/>
              </p14:nvContentPartPr>
              <p14:xfrm>
                <a:off x="7560795" y="5817810"/>
                <a:ext cx="37800" cy="9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FA47130-17FA-5ADB-A59F-63BAFDA80F2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51795" y="5808810"/>
                  <a:ext cx="55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F19EF8-AE23-64FC-7C98-B7971D0677AA}"/>
                    </a:ext>
                  </a:extLst>
                </p14:cNvPr>
                <p14:cNvContentPartPr/>
                <p14:nvPr/>
              </p14:nvContentPartPr>
              <p14:xfrm>
                <a:off x="7639995" y="5938770"/>
                <a:ext cx="138240" cy="346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F19EF8-AE23-64FC-7C98-B7971D0677A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30995" y="5929770"/>
                  <a:ext cx="1558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60068AB-D3A4-C4E9-B91C-8BCE40455620}"/>
                    </a:ext>
                  </a:extLst>
                </p14:cNvPr>
                <p14:cNvContentPartPr/>
                <p14:nvPr/>
              </p14:nvContentPartPr>
              <p14:xfrm>
                <a:off x="7853115" y="5821050"/>
                <a:ext cx="158760" cy="312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60068AB-D3A4-C4E9-B91C-8BCE4045562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44115" y="5812050"/>
                  <a:ext cx="1764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1AE330-199C-81B1-578B-C9E7B746F7F8}"/>
                    </a:ext>
                  </a:extLst>
                </p14:cNvPr>
                <p14:cNvContentPartPr/>
                <p14:nvPr/>
              </p14:nvContentPartPr>
              <p14:xfrm>
                <a:off x="7119795" y="6013650"/>
                <a:ext cx="101880" cy="27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1AE330-199C-81B1-578B-C9E7B746F7F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11155" y="6004650"/>
                  <a:ext cx="1195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0E944E-CBCE-3A80-53D7-791796A386CF}"/>
              </a:ext>
            </a:extLst>
          </p:cNvPr>
          <p:cNvGrpSpPr/>
          <p:nvPr/>
        </p:nvGrpSpPr>
        <p:grpSpPr>
          <a:xfrm>
            <a:off x="4101915" y="3673650"/>
            <a:ext cx="818640" cy="228960"/>
            <a:chOff x="4101915" y="3673650"/>
            <a:chExt cx="81864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0DD3C2A-83F3-2547-4AB2-65F83D4107C9}"/>
                    </a:ext>
                  </a:extLst>
                </p14:cNvPr>
                <p14:cNvContentPartPr/>
                <p14:nvPr/>
              </p14:nvContentPartPr>
              <p14:xfrm>
                <a:off x="4212435" y="3673650"/>
                <a:ext cx="708120" cy="178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0DD3C2A-83F3-2547-4AB2-65F83D4107C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03435" y="3665010"/>
                  <a:ext cx="725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057A27-570A-C0EB-61CD-98F36D0DFA54}"/>
                    </a:ext>
                  </a:extLst>
                </p14:cNvPr>
                <p14:cNvContentPartPr/>
                <p14:nvPr/>
              </p14:nvContentPartPr>
              <p14:xfrm>
                <a:off x="4116675" y="3832050"/>
                <a:ext cx="208080" cy="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057A27-570A-C0EB-61CD-98F36D0DFA5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107675" y="3823050"/>
                  <a:ext cx="225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CE25C5-BF65-EADC-9D52-95D60A12B00A}"/>
                    </a:ext>
                  </a:extLst>
                </p14:cNvPr>
                <p14:cNvContentPartPr/>
                <p14:nvPr/>
              </p14:nvContentPartPr>
              <p14:xfrm>
                <a:off x="4101915" y="3809010"/>
                <a:ext cx="61560" cy="85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CE25C5-BF65-EADC-9D52-95D60A12B00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093275" y="3800370"/>
                  <a:ext cx="79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ED4AB0-31E0-9D5F-4FAE-B176C58BF58E}"/>
                    </a:ext>
                  </a:extLst>
                </p14:cNvPr>
                <p14:cNvContentPartPr/>
                <p14:nvPr/>
              </p14:nvContentPartPr>
              <p14:xfrm>
                <a:off x="4163115" y="3814410"/>
                <a:ext cx="36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ED4AB0-31E0-9D5F-4FAE-B176C58BF58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154475" y="38057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DDCB76-204D-4090-5114-81E57A54BBC4}"/>
                    </a:ext>
                  </a:extLst>
                </p14:cNvPr>
                <p14:cNvContentPartPr/>
                <p14:nvPr/>
              </p14:nvContentPartPr>
              <p14:xfrm>
                <a:off x="4163115" y="3814410"/>
                <a:ext cx="79200" cy="86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ADDCB76-204D-4090-5114-81E57A54BBC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54475" y="3805770"/>
                  <a:ext cx="96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32A3667-82D7-1112-F913-9BF09847F3C4}"/>
                    </a:ext>
                  </a:extLst>
                </p14:cNvPr>
                <p14:cNvContentPartPr/>
                <p14:nvPr/>
              </p14:nvContentPartPr>
              <p14:xfrm>
                <a:off x="4276155" y="3818010"/>
                <a:ext cx="47160" cy="84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32A3667-82D7-1112-F913-9BF09847F3C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267515" y="3809010"/>
                  <a:ext cx="648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D5B1739-0B67-C358-7896-4EA8D1573832}"/>
              </a:ext>
            </a:extLst>
          </p:cNvPr>
          <p:cNvGrpSpPr/>
          <p:nvPr/>
        </p:nvGrpSpPr>
        <p:grpSpPr>
          <a:xfrm>
            <a:off x="3670995" y="2558730"/>
            <a:ext cx="1238400" cy="687960"/>
            <a:chOff x="3670995" y="2558730"/>
            <a:chExt cx="1238400" cy="68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878B12-8FB8-41BD-28F2-48555E234BB9}"/>
                    </a:ext>
                  </a:extLst>
                </p14:cNvPr>
                <p14:cNvContentPartPr/>
                <p14:nvPr/>
              </p14:nvContentPartPr>
              <p14:xfrm>
                <a:off x="4406115" y="2720730"/>
                <a:ext cx="503280" cy="525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878B12-8FB8-41BD-28F2-48555E234BB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97475" y="2711730"/>
                  <a:ext cx="52092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5DD34A7-D45F-7FBB-9932-45DC025E7E90}"/>
                    </a:ext>
                  </a:extLst>
                </p14:cNvPr>
                <p14:cNvContentPartPr/>
                <p14:nvPr/>
              </p14:nvContentPartPr>
              <p14:xfrm>
                <a:off x="4107675" y="2650890"/>
                <a:ext cx="316800" cy="304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5DD34A7-D45F-7FBB-9932-45DC025E7E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98675" y="2642250"/>
                  <a:ext cx="3344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F9C7274-14EE-1C0B-8C1C-BC7205478158}"/>
                    </a:ext>
                  </a:extLst>
                </p14:cNvPr>
                <p14:cNvContentPartPr/>
                <p14:nvPr/>
              </p14:nvContentPartPr>
              <p14:xfrm>
                <a:off x="3670995" y="2558730"/>
                <a:ext cx="129240" cy="254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F9C7274-14EE-1C0B-8C1C-BC720547815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62355" y="2549730"/>
                  <a:ext cx="1468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E35B61B-8A6A-A075-AFAD-B8E4BB4F4E51}"/>
                    </a:ext>
                  </a:extLst>
                </p14:cNvPr>
                <p14:cNvContentPartPr/>
                <p14:nvPr/>
              </p14:nvContentPartPr>
              <p14:xfrm>
                <a:off x="3787275" y="2719290"/>
                <a:ext cx="78840" cy="110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E35B61B-8A6A-A075-AFAD-B8E4BB4F4E5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778635" y="2710290"/>
                  <a:ext cx="96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4EC902D-DEF1-399D-9DC4-49C1D432C796}"/>
                    </a:ext>
                  </a:extLst>
                </p14:cNvPr>
                <p14:cNvContentPartPr/>
                <p14:nvPr/>
              </p14:nvContentPartPr>
              <p14:xfrm>
                <a:off x="3891315" y="2733690"/>
                <a:ext cx="93960" cy="85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4EC902D-DEF1-399D-9DC4-49C1D432C79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882675" y="2725050"/>
                  <a:ext cx="111600" cy="102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907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1</cp:revision>
  <dcterms:created xsi:type="dcterms:W3CDTF">2023-04-26T03:26:46Z</dcterms:created>
  <dcterms:modified xsi:type="dcterms:W3CDTF">2023-04-26T03:27:25Z</dcterms:modified>
</cp:coreProperties>
</file>